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62223F-4433-96B3-5899-154473A11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B4563E-CCB7-21B0-A828-EC0E801D9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D82375-6830-1BDA-6554-BA2BF32D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433B59-13FC-6DE8-7D4B-56FE0E7D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350C15-DA7C-C979-8085-823B5624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087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C48D85-0688-AF16-322D-0C31F558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AA0A54-C9C7-CCED-E674-31EDEAB1A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C96994-6A92-A909-F66F-0DBD63F6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00C4BC-B756-9DB0-7859-61100085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ECF5EA-4C79-9C0A-596E-51FF0A51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060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9EBF6F-0B82-4FFE-2CD7-01ED6B93D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877367-CFDB-43EC-AE54-163324437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F8BF21-464C-731F-7887-21912C076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BE1CE1-D78D-C2F1-DE9E-2861A6145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B63089-0184-880A-1D52-858D446B0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E621F0-E6D2-D3A6-4799-45EDF998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E2CDDA-7640-E0E8-8269-A801534D3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7AEEE9-CB3C-2BEA-B7F9-E81BE215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999DDB-1D25-AFB5-1324-07E157D7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A93B92-596B-D985-1088-89740158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B48DFF-2C11-14D1-834E-9E6CA83A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79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6ADBCB-8142-1A6E-AA03-19B769804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6747CE-A4AF-A87C-DF0A-8A470D775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A10DAE-A496-B6D8-FAAB-8A9F1CF0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78B6DB0-3542-FDC6-E520-FA991A8ED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4DB5608-E36D-CCC9-1CB7-BDF632007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D276F7E-AD20-B750-AE25-F1EC9EC53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977CDC-7525-6EC6-C215-9EC70411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5D25186-386C-0869-8A34-81403085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9635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035AC6-DCA3-6CD0-EF32-AC99D3675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E071F9C-F8CE-05FB-02B8-14926C10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7B41DED-8EB1-25B5-1908-2C48C952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9D53F5-CF9C-E00E-10E5-C6E9D74C7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09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007E795-01C3-70EE-D56C-52BA17E8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12737B4-ACC1-EB49-B079-EF41F5BF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FFC144-4D6F-59EE-C2E4-1A36865B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85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9C5ACA-7D88-89BB-C6A2-9F3FF9C2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2110A7-9630-B9EE-0E3D-44BE44E72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740632-525C-DB73-B56D-CBAA9BEBE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E2B87F-BF0A-D3DA-53DF-60DC50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6CBABD-F592-93EA-B7F8-A2749E30E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331D37-5A89-24F5-9944-9CF3D9FDD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79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F9682-FEB1-28DA-D6B8-D17A9CE3C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22620D-7219-07F5-50C2-D4229562B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429095-9106-0439-7CCA-F6E1D5E37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676197-4139-DCFD-B3FE-6A51C199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57BF91-9598-805C-CA97-EEC75CBB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212982-C41E-3776-35E1-EB9C112E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73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E1C270-91CB-AA3E-DE32-E427B6B2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89EF68-C07F-98A1-FA6B-535E6FD60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4164C8-40F6-C5C1-D9AC-38EA73DF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295B7E-22EE-7F52-9457-0FF4C71C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156D88-AE24-3917-563C-C37F0BBC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170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C48C31C-54B8-B8E5-76EC-0B8EBD759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1B9FA5A-B0C3-29E0-1091-7E4A8D7D0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56912A-646D-DAB4-1D09-6E2F83A04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D06B27-DC81-A14D-04A9-6862EB92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D0260F-BF99-F041-2A38-B6F6C494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868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1ADC52A-FB82-23E6-F7F1-37C6DAC5C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69D09B-42B6-A76A-B44C-12B24F6E4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CAF4E2-E2EA-86FF-A5A7-8CD1D136C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5F678-23DC-4964-B057-DEF2EB734BB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37B2C3-F4AB-7103-F1D2-60CB31ABD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73520C-2C16-1121-F6FB-C0AC081AD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531F1-0A4D-46BD-880E-BCE004FBAE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0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CFFF60D-71C8-053F-CF09-20B9F52D2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76" y="1082554"/>
            <a:ext cx="5245370" cy="469289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1A18B70-148D-76CA-3313-47BA4A98A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322" y="648159"/>
            <a:ext cx="6286823" cy="541682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320B6A6-99E0-12BF-4914-D2544781F9F8}"/>
              </a:ext>
            </a:extLst>
          </p:cNvPr>
          <p:cNvSpPr/>
          <p:nvPr/>
        </p:nvSpPr>
        <p:spPr>
          <a:xfrm>
            <a:off x="479834" y="3096285"/>
            <a:ext cx="4897924" cy="41646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3DC4F92-36E4-DEBD-CE2C-917C7910C977}"/>
              </a:ext>
            </a:extLst>
          </p:cNvPr>
          <p:cNvSpPr/>
          <p:nvPr/>
        </p:nvSpPr>
        <p:spPr>
          <a:xfrm>
            <a:off x="479834" y="3817544"/>
            <a:ext cx="4897924" cy="70827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D84EFD9-AF80-9397-7022-041319D5FABC}"/>
              </a:ext>
            </a:extLst>
          </p:cNvPr>
          <p:cNvSpPr/>
          <p:nvPr/>
        </p:nvSpPr>
        <p:spPr>
          <a:xfrm>
            <a:off x="479834" y="4893143"/>
            <a:ext cx="4897924" cy="4362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277232B-DAE3-E99D-0730-C3DCC791FE56}"/>
              </a:ext>
            </a:extLst>
          </p:cNvPr>
          <p:cNvSpPr/>
          <p:nvPr/>
        </p:nvSpPr>
        <p:spPr>
          <a:xfrm>
            <a:off x="5786322" y="1341761"/>
            <a:ext cx="5500514" cy="10227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132626D-5E3A-0DD0-F378-65CF30D2748B}"/>
              </a:ext>
            </a:extLst>
          </p:cNvPr>
          <p:cNvSpPr/>
          <p:nvPr/>
        </p:nvSpPr>
        <p:spPr>
          <a:xfrm>
            <a:off x="5786322" y="3192000"/>
            <a:ext cx="5500514" cy="265461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13578D-EB01-CDF0-0454-8E040D71DA78}"/>
              </a:ext>
            </a:extLst>
          </p:cNvPr>
          <p:cNvSpPr txBox="1"/>
          <p:nvPr/>
        </p:nvSpPr>
        <p:spPr>
          <a:xfrm>
            <a:off x="8130690" y="4421465"/>
            <a:ext cx="9499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不要</a:t>
            </a:r>
            <a:endParaRPr kumimoji="1" lang="ja-JP" altLang="en-US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BF7BAD-A6DE-4D47-982A-7D818C3DBD89}"/>
              </a:ext>
            </a:extLst>
          </p:cNvPr>
          <p:cNvSpPr txBox="1"/>
          <p:nvPr/>
        </p:nvSpPr>
        <p:spPr>
          <a:xfrm>
            <a:off x="8130690" y="1668469"/>
            <a:ext cx="9499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不要</a:t>
            </a:r>
            <a:endParaRPr kumimoji="1" lang="ja-JP" altLang="en-US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D99EF98-4016-967C-6D1E-63270CCDA468}"/>
              </a:ext>
            </a:extLst>
          </p:cNvPr>
          <p:cNvSpPr txBox="1"/>
          <p:nvPr/>
        </p:nvSpPr>
        <p:spPr>
          <a:xfrm>
            <a:off x="2515693" y="4921753"/>
            <a:ext cx="9499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不要</a:t>
            </a:r>
            <a:endParaRPr kumimoji="1" lang="ja-JP" altLang="en-US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434485B-FB60-80C0-5236-E35BD700434A}"/>
              </a:ext>
            </a:extLst>
          </p:cNvPr>
          <p:cNvSpPr txBox="1"/>
          <p:nvPr/>
        </p:nvSpPr>
        <p:spPr>
          <a:xfrm>
            <a:off x="2453827" y="3987014"/>
            <a:ext cx="9499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不要</a:t>
            </a:r>
            <a:endParaRPr kumimoji="1" lang="ja-JP" altLang="en-US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A318BBA-AB73-6865-A0F5-37D3AA0C2420}"/>
              </a:ext>
            </a:extLst>
          </p:cNvPr>
          <p:cNvSpPr txBox="1"/>
          <p:nvPr/>
        </p:nvSpPr>
        <p:spPr>
          <a:xfrm>
            <a:off x="2453828" y="3131818"/>
            <a:ext cx="9499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不要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4167486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4D141B3-29D3-AF5F-7F51-45008C50E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229" y="653907"/>
            <a:ext cx="5683542" cy="555018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C179D15-37D8-A013-48DD-390201FE2BE1}"/>
              </a:ext>
            </a:extLst>
          </p:cNvPr>
          <p:cNvSpPr/>
          <p:nvPr/>
        </p:nvSpPr>
        <p:spPr>
          <a:xfrm>
            <a:off x="3254229" y="1997542"/>
            <a:ext cx="5095444" cy="109663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849DD6B-56BC-B5E2-813F-A54A7EF9F3B7}"/>
              </a:ext>
            </a:extLst>
          </p:cNvPr>
          <p:cNvSpPr/>
          <p:nvPr/>
        </p:nvSpPr>
        <p:spPr>
          <a:xfrm>
            <a:off x="3254229" y="3889496"/>
            <a:ext cx="5095444" cy="211414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D3483E7-FBCE-B11C-745A-5E682DB70477}"/>
              </a:ext>
            </a:extLst>
          </p:cNvPr>
          <p:cNvSpPr/>
          <p:nvPr/>
        </p:nvSpPr>
        <p:spPr>
          <a:xfrm>
            <a:off x="8407331" y="3952870"/>
            <a:ext cx="472781" cy="3927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CA85FE-089B-3AE6-BE3B-A28F564401EA}"/>
              </a:ext>
            </a:extLst>
          </p:cNvPr>
          <p:cNvSpPr txBox="1"/>
          <p:nvPr/>
        </p:nvSpPr>
        <p:spPr>
          <a:xfrm>
            <a:off x="8367590" y="3918434"/>
            <a:ext cx="5522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担当者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E8C5F73-F78C-74FD-557F-6582ACD71CA5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8919852" y="3664518"/>
            <a:ext cx="792516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2B41E06-D4A8-6F59-91A4-96BBE9996EDC}"/>
              </a:ext>
            </a:extLst>
          </p:cNvPr>
          <p:cNvSpPr txBox="1"/>
          <p:nvPr/>
        </p:nvSpPr>
        <p:spPr>
          <a:xfrm>
            <a:off x="9605726" y="3433686"/>
            <a:ext cx="2015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00" dirty="0"/>
              <a:t>可能であれば担当者のサイン欄追加</a:t>
            </a:r>
            <a:endParaRPr kumimoji="1" lang="ja-JP" altLang="en-US" sz="9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DD98F5-3F59-6358-49C9-E8044CE82504}"/>
              </a:ext>
            </a:extLst>
          </p:cNvPr>
          <p:cNvSpPr txBox="1"/>
          <p:nvPr/>
        </p:nvSpPr>
        <p:spPr>
          <a:xfrm>
            <a:off x="5414650" y="4665909"/>
            <a:ext cx="9499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不要</a:t>
            </a:r>
            <a:endParaRPr kumimoji="1" lang="ja-JP" altLang="en-US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23A3F0B-B49D-1605-6F5B-7B93B5465BEC}"/>
              </a:ext>
            </a:extLst>
          </p:cNvPr>
          <p:cNvSpPr txBox="1"/>
          <p:nvPr/>
        </p:nvSpPr>
        <p:spPr>
          <a:xfrm>
            <a:off x="5326983" y="2361195"/>
            <a:ext cx="9499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不要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578931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207C222D4A704392DD812ABE7F848A" ma:contentTypeVersion="10" ma:contentTypeDescription="新しいドキュメントを作成します。" ma:contentTypeScope="" ma:versionID="cd2f88ee6a2934efb41cd9289b91e144">
  <xsd:schema xmlns:xsd="http://www.w3.org/2001/XMLSchema" xmlns:xs="http://www.w3.org/2001/XMLSchema" xmlns:p="http://schemas.microsoft.com/office/2006/metadata/properties" xmlns:ns2="2fd442da-66a9-4fa6-ba31-eb0d54ad1381" targetNamespace="http://schemas.microsoft.com/office/2006/metadata/properties" ma:root="true" ma:fieldsID="a4c4fd50c0b00be67728f9d39ce10164" ns2:_="">
    <xsd:import namespace="2fd442da-66a9-4fa6-ba31-eb0d54ad13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442da-66a9-4fa6-ba31-eb0d54ad1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a5fcdd6f-42ce-4fb7-9ce2-d9614ea932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d442da-66a9-4fa6-ba31-eb0d54ad13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753C70D-7C3A-431C-B57C-0F4ED100CD7E}"/>
</file>

<file path=customXml/itemProps2.xml><?xml version="1.0" encoding="utf-8"?>
<ds:datastoreItem xmlns:ds="http://schemas.openxmlformats.org/officeDocument/2006/customXml" ds:itemID="{733D5C62-CE3E-41E6-8B3C-E671C2E1F94C}"/>
</file>

<file path=customXml/itemProps3.xml><?xml version="1.0" encoding="utf-8"?>
<ds:datastoreItem xmlns:ds="http://schemas.openxmlformats.org/officeDocument/2006/customXml" ds:itemID="{94F485AD-2898-45D0-87D4-56A5753B80D0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</Words>
  <Application>Microsoft Office PowerPoint</Application>
  <PresentationFormat>ワイド画面</PresentationFormat>
  <Paragraphs>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宇都宮　真太朗</dc:creator>
  <cp:lastModifiedBy>宇都宮　真太朗</cp:lastModifiedBy>
  <cp:revision>3</cp:revision>
  <dcterms:created xsi:type="dcterms:W3CDTF">2025-11-05T23:36:44Z</dcterms:created>
  <dcterms:modified xsi:type="dcterms:W3CDTF">2025-11-05T23:44:52Z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0x0101008B207C222D4A704392DD812ABE7F848A</vt:lpwstr>
  </property>
</Properties>
</file>