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58" r:id="rId4"/>
  </p:sldMasterIdLst>
  <p:notesMasterIdLst>
    <p:notesMasterId r:id="rId6"/>
  </p:notesMasterIdLst>
  <p:handoutMasterIdLst>
    <p:handoutMasterId r:id="rId7"/>
  </p:handoutMasterIdLst>
  <p:sldIdLst>
    <p:sldId id="815" r:id="rId5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orient="horz" pos="1162" userDrawn="1">
          <p15:clr>
            <a:srgbClr val="A4A3A4"/>
          </p15:clr>
        </p15:guide>
        <p15:guide id="3" orient="horz" pos="3135">
          <p15:clr>
            <a:srgbClr val="A4A3A4"/>
          </p15:clr>
        </p15:guide>
        <p15:guide id="4" orient="horz" pos="3838" userDrawn="1">
          <p15:clr>
            <a:srgbClr val="A4A3A4"/>
          </p15:clr>
        </p15:guide>
        <p15:guide id="5" orient="horz" pos="414">
          <p15:clr>
            <a:srgbClr val="A4A3A4"/>
          </p15:clr>
        </p15:guide>
        <p15:guide id="6" pos="512">
          <p15:clr>
            <a:srgbClr val="A4A3A4"/>
          </p15:clr>
        </p15:guide>
        <p15:guide id="7" pos="5751" userDrawn="1">
          <p15:clr>
            <a:srgbClr val="A4A3A4"/>
          </p15:clr>
        </p15:guide>
        <p15:guide id="8" pos="3143" userDrawn="1">
          <p15:clr>
            <a:srgbClr val="A4A3A4"/>
          </p15:clr>
        </p15:guide>
        <p15:guide id="9" pos="2145">
          <p15:clr>
            <a:srgbClr val="A4A3A4"/>
          </p15:clr>
        </p15:guide>
        <p15:guide id="10" pos="4095">
          <p15:clr>
            <a:srgbClr val="A4A3A4"/>
          </p15:clr>
        </p15:guide>
        <p15:guide id="11" pos="3279" userDrawn="1">
          <p15:clr>
            <a:srgbClr val="A4A3A4"/>
          </p15:clr>
        </p15:guide>
        <p15:guide id="12" pos="29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AEA"/>
    <a:srgbClr val="FFFFFF"/>
    <a:srgbClr val="000000"/>
    <a:srgbClr val="FFFF00"/>
    <a:srgbClr val="E4007F"/>
    <a:srgbClr val="00FF00"/>
    <a:srgbClr val="0000FF"/>
    <a:srgbClr val="00FFFF"/>
    <a:srgbClr val="007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BC6CBF-4D5D-4BCE-8D3D-69A6BCB94633}" v="48" dt="2025-12-11T04:58:23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テーマ スタイル 2 - アクセント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テーマ スタイル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457" autoAdjust="0"/>
  </p:normalViewPr>
  <p:slideViewPr>
    <p:cSldViewPr snapToGrid="0">
      <p:cViewPr varScale="1">
        <p:scale>
          <a:sx n="118" d="100"/>
          <a:sy n="118" d="100"/>
        </p:scale>
        <p:origin x="2756" y="84"/>
      </p:cViewPr>
      <p:guideLst>
        <p:guide orient="horz" pos="2047"/>
        <p:guide orient="horz" pos="1162"/>
        <p:guide orient="horz" pos="3135"/>
        <p:guide orient="horz" pos="3838"/>
        <p:guide orient="horz" pos="414"/>
        <p:guide pos="512"/>
        <p:guide pos="5751"/>
        <p:guide pos="3143"/>
        <p:guide pos="2145"/>
        <p:guide pos="4095"/>
        <p:guide pos="3279"/>
        <p:guide pos="29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井上 ゆき" userId="9a4db8be-3331-4665-be8a-3d7f16d5f375" providerId="ADAL" clId="{3B98244C-AD1C-4DB8-A1CE-0D7CDA09C107}"/>
    <pc:docChg chg="undo custSel addSld delSld modSld">
      <pc:chgData name="井上 ゆき" userId="9a4db8be-3331-4665-be8a-3d7f16d5f375" providerId="ADAL" clId="{3B98244C-AD1C-4DB8-A1CE-0D7CDA09C107}" dt="2025-12-12T00:20:18.055" v="8507" actId="14100"/>
      <pc:docMkLst>
        <pc:docMk/>
      </pc:docMkLst>
      <pc:sldChg chg="modSp del mod">
        <pc:chgData name="井上 ゆき" userId="9a4db8be-3331-4665-be8a-3d7f16d5f375" providerId="ADAL" clId="{3B98244C-AD1C-4DB8-A1CE-0D7CDA09C107}" dt="2025-12-11T00:52:36.997" v="7607" actId="47"/>
        <pc:sldMkLst>
          <pc:docMk/>
          <pc:sldMk cId="4123226770" sldId="615"/>
        </pc:sldMkLst>
      </pc:sldChg>
      <pc:sldChg chg="modSp del mod">
        <pc:chgData name="井上 ゆき" userId="9a4db8be-3331-4665-be8a-3d7f16d5f375" providerId="ADAL" clId="{3B98244C-AD1C-4DB8-A1CE-0D7CDA09C107}" dt="2025-12-11T00:52:36.997" v="7607" actId="47"/>
        <pc:sldMkLst>
          <pc:docMk/>
          <pc:sldMk cId="2480111393" sldId="727"/>
        </pc:sldMkLst>
      </pc:sldChg>
      <pc:sldChg chg="del">
        <pc:chgData name="井上 ゆき" userId="9a4db8be-3331-4665-be8a-3d7f16d5f375" providerId="ADAL" clId="{3B98244C-AD1C-4DB8-A1CE-0D7CDA09C107}" dt="2025-12-11T00:53:05.230" v="7693" actId="47"/>
        <pc:sldMkLst>
          <pc:docMk/>
          <pc:sldMk cId="1278332205" sldId="780"/>
        </pc:sldMkLst>
      </pc:sldChg>
      <pc:sldChg chg="modSp add del mod">
        <pc:chgData name="井上 ゆき" userId="9a4db8be-3331-4665-be8a-3d7f16d5f375" providerId="ADAL" clId="{3B98244C-AD1C-4DB8-A1CE-0D7CDA09C107}" dt="2025-12-11T00:52:36.997" v="7607" actId="47"/>
        <pc:sldMkLst>
          <pc:docMk/>
          <pc:sldMk cId="1915320807" sldId="784"/>
        </pc:sldMkLst>
      </pc:sldChg>
      <pc:sldChg chg="addSp delSp modSp del mod modNotesTx">
        <pc:chgData name="井上 ゆき" userId="9a4db8be-3331-4665-be8a-3d7f16d5f375" providerId="ADAL" clId="{3B98244C-AD1C-4DB8-A1CE-0D7CDA09C107}" dt="2025-12-11T00:53:05.230" v="7693" actId="47"/>
        <pc:sldMkLst>
          <pc:docMk/>
          <pc:sldMk cId="1062443767" sldId="800"/>
        </pc:sldMkLst>
      </pc:sldChg>
      <pc:sldChg chg="modSp add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3512243403" sldId="804"/>
        </pc:sldMkLst>
      </pc:sldChg>
      <pc:sldChg chg="addSp delSp modSp del mod">
        <pc:chgData name="井上 ゆき" userId="9a4db8be-3331-4665-be8a-3d7f16d5f375" providerId="ADAL" clId="{3B98244C-AD1C-4DB8-A1CE-0D7CDA09C107}" dt="2025-12-11T01:18:26.094" v="8139" actId="47"/>
        <pc:sldMkLst>
          <pc:docMk/>
          <pc:sldMk cId="1979357613" sldId="813"/>
        </pc:sldMkLst>
        <pc:spChg chg="mod">
          <ac:chgData name="井上 ゆき" userId="9a4db8be-3331-4665-be8a-3d7f16d5f375" providerId="ADAL" clId="{3B98244C-AD1C-4DB8-A1CE-0D7CDA09C107}" dt="2025-12-11T00:52:57.103" v="7692" actId="20577"/>
          <ac:spMkLst>
            <pc:docMk/>
            <pc:sldMk cId="1979357613" sldId="813"/>
            <ac:spMk id="2" creationId="{9BB30086-0DE6-468C-8D31-7A4CABA49124}"/>
          </ac:spMkLst>
        </pc:spChg>
        <pc:spChg chg="add mod">
          <ac:chgData name="井上 ゆき" userId="9a4db8be-3331-4665-be8a-3d7f16d5f375" providerId="ADAL" clId="{3B98244C-AD1C-4DB8-A1CE-0D7CDA09C107}" dt="2025-12-11T00:53:26.783" v="7698" actId="1076"/>
          <ac:spMkLst>
            <pc:docMk/>
            <pc:sldMk cId="1979357613" sldId="813"/>
            <ac:spMk id="6" creationId="{72BBB128-1595-B543-6B4D-31A2A48D1164}"/>
          </ac:spMkLst>
        </pc:spChg>
        <pc:spChg chg="mod">
          <ac:chgData name="井上 ゆき" userId="9a4db8be-3331-4665-be8a-3d7f16d5f375" providerId="ADAL" clId="{3B98244C-AD1C-4DB8-A1CE-0D7CDA09C107}" dt="2025-12-11T00:53:26.783" v="7698" actId="1076"/>
          <ac:spMkLst>
            <pc:docMk/>
            <pc:sldMk cId="1979357613" sldId="813"/>
            <ac:spMk id="9" creationId="{EC9F2E57-30B9-9C41-D34F-11F1C6DAE85A}"/>
          </ac:spMkLst>
        </pc:spChg>
        <pc:spChg chg="add mod">
          <ac:chgData name="井上 ゆき" userId="9a4db8be-3331-4665-be8a-3d7f16d5f375" providerId="ADAL" clId="{3B98244C-AD1C-4DB8-A1CE-0D7CDA09C107}" dt="2025-12-11T01:02:45.421" v="7911"/>
          <ac:spMkLst>
            <pc:docMk/>
            <pc:sldMk cId="1979357613" sldId="813"/>
            <ac:spMk id="11" creationId="{F4290BE6-735A-0C67-03C1-1D92D30F0729}"/>
          </ac:spMkLst>
        </pc:spChg>
        <pc:spChg chg="add mod">
          <ac:chgData name="井上 ゆき" userId="9a4db8be-3331-4665-be8a-3d7f16d5f375" providerId="ADAL" clId="{3B98244C-AD1C-4DB8-A1CE-0D7CDA09C107}" dt="2025-12-11T01:02:45.421" v="7911"/>
          <ac:spMkLst>
            <pc:docMk/>
            <pc:sldMk cId="1979357613" sldId="813"/>
            <ac:spMk id="16" creationId="{F90B080C-0B1F-F3CB-BB9D-0B5542242248}"/>
          </ac:spMkLst>
        </pc:spChg>
        <pc:graphicFrameChg chg="mod modGraphic">
          <ac:chgData name="井上 ゆき" userId="9a4db8be-3331-4665-be8a-3d7f16d5f375" providerId="ADAL" clId="{3B98244C-AD1C-4DB8-A1CE-0D7CDA09C107}" dt="2025-12-11T00:53:32.764" v="7700"/>
          <ac:graphicFrameMkLst>
            <pc:docMk/>
            <pc:sldMk cId="1979357613" sldId="813"/>
            <ac:graphicFrameMk id="5" creationId="{951998C0-23A2-4658-B091-8EF595035EF4}"/>
          </ac:graphicFrameMkLst>
        </pc:graphicFrameChg>
      </pc:sldChg>
      <pc:sldChg chg="addSp delSp modSp add del mod">
        <pc:chgData name="井上 ゆき" userId="9a4db8be-3331-4665-be8a-3d7f16d5f375" providerId="ADAL" clId="{3B98244C-AD1C-4DB8-A1CE-0D7CDA09C107}" dt="2025-12-11T04:58:59.468" v="8499" actId="47"/>
        <pc:sldMkLst>
          <pc:docMk/>
          <pc:sldMk cId="563225426" sldId="814"/>
        </pc:sldMkLst>
        <pc:spChg chg="del">
          <ac:chgData name="井上 ゆき" userId="9a4db8be-3331-4665-be8a-3d7f16d5f375" providerId="ADAL" clId="{3B98244C-AD1C-4DB8-A1CE-0D7CDA09C107}" dt="2025-12-11T00:53:54.341" v="7711" actId="478"/>
          <ac:spMkLst>
            <pc:docMk/>
            <pc:sldMk cId="563225426" sldId="814"/>
            <ac:spMk id="4" creationId="{320B3926-0197-8109-82FB-8AE8AF237C5B}"/>
          </ac:spMkLst>
        </pc:spChg>
        <pc:spChg chg="add mod">
          <ac:chgData name="井上 ゆき" userId="9a4db8be-3331-4665-be8a-3d7f16d5f375" providerId="ADAL" clId="{3B98244C-AD1C-4DB8-A1CE-0D7CDA09C107}" dt="2025-12-11T04:20:07.536" v="8298" actId="1076"/>
          <ac:spMkLst>
            <pc:docMk/>
            <pc:sldMk cId="563225426" sldId="814"/>
            <ac:spMk id="4" creationId="{C69D2B56-5E8D-E2B3-66EB-0AFECFD2682E}"/>
          </ac:spMkLst>
        </pc:spChg>
        <pc:spChg chg="del mod">
          <ac:chgData name="井上 ゆき" userId="9a4db8be-3331-4665-be8a-3d7f16d5f375" providerId="ADAL" clId="{3B98244C-AD1C-4DB8-A1CE-0D7CDA09C107}" dt="2025-12-11T00:53:47.472" v="7704" actId="478"/>
          <ac:spMkLst>
            <pc:docMk/>
            <pc:sldMk cId="563225426" sldId="814"/>
            <ac:spMk id="6" creationId="{2A2EA3A0-4533-8291-6E10-E3C9C118CE17}"/>
          </ac:spMkLst>
        </pc:spChg>
        <pc:spChg chg="add mod">
          <ac:chgData name="井上 ゆき" userId="9a4db8be-3331-4665-be8a-3d7f16d5f375" providerId="ADAL" clId="{3B98244C-AD1C-4DB8-A1CE-0D7CDA09C107}" dt="2025-12-11T01:26:03.722" v="8277" actId="20577"/>
          <ac:spMkLst>
            <pc:docMk/>
            <pc:sldMk cId="563225426" sldId="814"/>
            <ac:spMk id="6" creationId="{8E4E4C1C-66C1-1519-F5E0-E9854F1982B8}"/>
          </ac:spMkLst>
        </pc:spChg>
        <pc:spChg chg="del">
          <ac:chgData name="井上 ゆき" userId="9a4db8be-3331-4665-be8a-3d7f16d5f375" providerId="ADAL" clId="{3B98244C-AD1C-4DB8-A1CE-0D7CDA09C107}" dt="2025-12-11T00:53:48.721" v="7705" actId="478"/>
          <ac:spMkLst>
            <pc:docMk/>
            <pc:sldMk cId="563225426" sldId="814"/>
            <ac:spMk id="7" creationId="{381DB47E-B890-2B1E-072E-496E77FAA201}"/>
          </ac:spMkLst>
        </pc:spChg>
        <pc:spChg chg="add mod">
          <ac:chgData name="井上 ゆき" userId="9a4db8be-3331-4665-be8a-3d7f16d5f375" providerId="ADAL" clId="{3B98244C-AD1C-4DB8-A1CE-0D7CDA09C107}" dt="2025-12-11T04:20:41.310" v="8313" actId="1035"/>
          <ac:spMkLst>
            <pc:docMk/>
            <pc:sldMk cId="563225426" sldId="814"/>
            <ac:spMk id="7" creationId="{F27973DC-E16D-9E44-4E5A-B8046F1BDB00}"/>
          </ac:spMkLst>
        </pc:spChg>
        <pc:spChg chg="del">
          <ac:chgData name="井上 ゆき" userId="9a4db8be-3331-4665-be8a-3d7f16d5f375" providerId="ADAL" clId="{3B98244C-AD1C-4DB8-A1CE-0D7CDA09C107}" dt="2025-12-11T00:53:49.395" v="7706" actId="478"/>
          <ac:spMkLst>
            <pc:docMk/>
            <pc:sldMk cId="563225426" sldId="814"/>
            <ac:spMk id="8" creationId="{2453B058-533F-F67A-D4D6-1ACDBCCBCC8F}"/>
          </ac:spMkLst>
        </pc:spChg>
        <pc:spChg chg="del">
          <ac:chgData name="井上 ゆき" userId="9a4db8be-3331-4665-be8a-3d7f16d5f375" providerId="ADAL" clId="{3B98244C-AD1C-4DB8-A1CE-0D7CDA09C107}" dt="2025-12-11T00:53:45.185" v="7702" actId="478"/>
          <ac:spMkLst>
            <pc:docMk/>
            <pc:sldMk cId="563225426" sldId="814"/>
            <ac:spMk id="9" creationId="{F7DFCFEB-82C2-615D-C806-01F174FB6889}"/>
          </ac:spMkLst>
        </pc:spChg>
        <pc:spChg chg="del">
          <ac:chgData name="井上 ゆき" userId="9a4db8be-3331-4665-be8a-3d7f16d5f375" providerId="ADAL" clId="{3B98244C-AD1C-4DB8-A1CE-0D7CDA09C107}" dt="2025-12-11T00:53:50" v="7707" actId="478"/>
          <ac:spMkLst>
            <pc:docMk/>
            <pc:sldMk cId="563225426" sldId="814"/>
            <ac:spMk id="10" creationId="{7194D076-7E30-D82E-A3DF-2C48922FA40A}"/>
          </ac:spMkLst>
        </pc:spChg>
        <pc:spChg chg="add mod">
          <ac:chgData name="井上 ゆき" userId="9a4db8be-3331-4665-be8a-3d7f16d5f375" providerId="ADAL" clId="{3B98244C-AD1C-4DB8-A1CE-0D7CDA09C107}" dt="2025-12-11T04:19:42.543" v="8297" actId="1076"/>
          <ac:spMkLst>
            <pc:docMk/>
            <pc:sldMk cId="563225426" sldId="814"/>
            <ac:spMk id="11" creationId="{E91BF9A0-48E0-67A4-A920-078DB0745A11}"/>
          </ac:spMkLst>
        </pc:spChg>
        <pc:spChg chg="del">
          <ac:chgData name="井上 ゆき" userId="9a4db8be-3331-4665-be8a-3d7f16d5f375" providerId="ADAL" clId="{3B98244C-AD1C-4DB8-A1CE-0D7CDA09C107}" dt="2025-12-11T00:53:52.082" v="7709" actId="478"/>
          <ac:spMkLst>
            <pc:docMk/>
            <pc:sldMk cId="563225426" sldId="814"/>
            <ac:spMk id="12" creationId="{76469589-421D-E3B8-CC62-78B1A978E40F}"/>
          </ac:spMkLst>
        </pc:spChg>
        <pc:spChg chg="del">
          <ac:chgData name="井上 ゆき" userId="9a4db8be-3331-4665-be8a-3d7f16d5f375" providerId="ADAL" clId="{3B98244C-AD1C-4DB8-A1CE-0D7CDA09C107}" dt="2025-12-11T00:53:52.557" v="7710" actId="478"/>
          <ac:spMkLst>
            <pc:docMk/>
            <pc:sldMk cId="563225426" sldId="814"/>
            <ac:spMk id="13" creationId="{7D149E57-AF8F-BBC0-9585-0945BC19A91F}"/>
          </ac:spMkLst>
        </pc:spChg>
        <pc:spChg chg="del">
          <ac:chgData name="井上 ゆき" userId="9a4db8be-3331-4665-be8a-3d7f16d5f375" providerId="ADAL" clId="{3B98244C-AD1C-4DB8-A1CE-0D7CDA09C107}" dt="2025-12-11T00:53:51.303" v="7708" actId="478"/>
          <ac:spMkLst>
            <pc:docMk/>
            <pc:sldMk cId="563225426" sldId="814"/>
            <ac:spMk id="14" creationId="{E759E636-CD67-2630-BEB8-9E44B23CA119}"/>
          </ac:spMkLst>
        </pc:spChg>
        <pc:spChg chg="del">
          <ac:chgData name="井上 ゆき" userId="9a4db8be-3331-4665-be8a-3d7f16d5f375" providerId="ADAL" clId="{3B98244C-AD1C-4DB8-A1CE-0D7CDA09C107}" dt="2025-12-11T00:53:57.653" v="7713" actId="478"/>
          <ac:spMkLst>
            <pc:docMk/>
            <pc:sldMk cId="563225426" sldId="814"/>
            <ac:spMk id="15" creationId="{D3EEB708-E012-3EA5-6B39-794DE87A7072}"/>
          </ac:spMkLst>
        </pc:spChg>
        <pc:spChg chg="add mod">
          <ac:chgData name="井上 ゆき" userId="9a4db8be-3331-4665-be8a-3d7f16d5f375" providerId="ADAL" clId="{3B98244C-AD1C-4DB8-A1CE-0D7CDA09C107}" dt="2025-12-11T04:19:42.543" v="8297" actId="1076"/>
          <ac:spMkLst>
            <pc:docMk/>
            <pc:sldMk cId="563225426" sldId="814"/>
            <ac:spMk id="16" creationId="{1E543E56-1BE5-F44D-C944-6038E135CB70}"/>
          </ac:spMkLst>
        </pc:spChg>
        <pc:spChg chg="add mod">
          <ac:chgData name="井上 ゆき" userId="9a4db8be-3331-4665-be8a-3d7f16d5f375" providerId="ADAL" clId="{3B98244C-AD1C-4DB8-A1CE-0D7CDA09C107}" dt="2025-12-11T01:21:16.777" v="8150" actId="14100"/>
          <ac:spMkLst>
            <pc:docMk/>
            <pc:sldMk cId="563225426" sldId="814"/>
            <ac:spMk id="17" creationId="{3944C340-CFBC-13A8-4ED9-DDD66293ED6A}"/>
          </ac:spMkLst>
        </pc:spChg>
        <pc:spChg chg="del">
          <ac:chgData name="井上 ゆき" userId="9a4db8be-3331-4665-be8a-3d7f16d5f375" providerId="ADAL" clId="{3B98244C-AD1C-4DB8-A1CE-0D7CDA09C107}" dt="2025-12-11T00:53:56.533" v="7712" actId="478"/>
          <ac:spMkLst>
            <pc:docMk/>
            <pc:sldMk cId="563225426" sldId="814"/>
            <ac:spMk id="18" creationId="{58B4B576-C69E-DF94-5B7C-0E021CD90B78}"/>
          </ac:spMkLst>
        </pc:spChg>
        <pc:spChg chg="add mod">
          <ac:chgData name="井上 ゆき" userId="9a4db8be-3331-4665-be8a-3d7f16d5f375" providerId="ADAL" clId="{3B98244C-AD1C-4DB8-A1CE-0D7CDA09C107}" dt="2025-12-11T01:21:14.930" v="8149" actId="1076"/>
          <ac:spMkLst>
            <pc:docMk/>
            <pc:sldMk cId="563225426" sldId="814"/>
            <ac:spMk id="19" creationId="{FDB665D4-6EAB-D50F-0DAB-2B954A0B1F7E}"/>
          </ac:spMkLst>
        </pc:spChg>
        <pc:spChg chg="add mod">
          <ac:chgData name="井上 ゆき" userId="9a4db8be-3331-4665-be8a-3d7f16d5f375" providerId="ADAL" clId="{3B98244C-AD1C-4DB8-A1CE-0D7CDA09C107}" dt="2025-12-11T01:23:28.150" v="8180" actId="1036"/>
          <ac:spMkLst>
            <pc:docMk/>
            <pc:sldMk cId="563225426" sldId="814"/>
            <ac:spMk id="20" creationId="{3C9E70C1-5F59-6394-C7A9-E4429052C618}"/>
          </ac:spMkLst>
        </pc:spChg>
        <pc:spChg chg="add mod">
          <ac:chgData name="井上 ゆき" userId="9a4db8be-3331-4665-be8a-3d7f16d5f375" providerId="ADAL" clId="{3B98244C-AD1C-4DB8-A1CE-0D7CDA09C107}" dt="2025-12-11T04:20:10.485" v="8299" actId="1076"/>
          <ac:spMkLst>
            <pc:docMk/>
            <pc:sldMk cId="563225426" sldId="814"/>
            <ac:spMk id="21" creationId="{D4746A40-E0F4-34F9-E975-B4960C1A4B45}"/>
          </ac:spMkLst>
        </pc:spChg>
        <pc:spChg chg="add mod">
          <ac:chgData name="井上 ゆき" userId="9a4db8be-3331-4665-be8a-3d7f16d5f375" providerId="ADAL" clId="{3B98244C-AD1C-4DB8-A1CE-0D7CDA09C107}" dt="2025-12-11T04:20:17.169" v="8301" actId="1076"/>
          <ac:spMkLst>
            <pc:docMk/>
            <pc:sldMk cId="563225426" sldId="814"/>
            <ac:spMk id="22" creationId="{B5FDD24B-6350-FB4B-AFA3-0D9F6C02A9F2}"/>
          </ac:spMkLst>
        </pc:spChg>
        <pc:spChg chg="add mod">
          <ac:chgData name="井上 ゆき" userId="9a4db8be-3331-4665-be8a-3d7f16d5f375" providerId="ADAL" clId="{3B98244C-AD1C-4DB8-A1CE-0D7CDA09C107}" dt="2025-12-11T04:20:13.184" v="8300" actId="1076"/>
          <ac:spMkLst>
            <pc:docMk/>
            <pc:sldMk cId="563225426" sldId="814"/>
            <ac:spMk id="23" creationId="{187DE7CA-B81A-C9FB-9BD0-EC29E890C929}"/>
          </ac:spMkLst>
        </pc:spChg>
        <pc:spChg chg="add mod">
          <ac:chgData name="井上 ゆき" userId="9a4db8be-3331-4665-be8a-3d7f16d5f375" providerId="ADAL" clId="{3B98244C-AD1C-4DB8-A1CE-0D7CDA09C107}" dt="2025-12-11T04:20:19.384" v="8302" actId="1076"/>
          <ac:spMkLst>
            <pc:docMk/>
            <pc:sldMk cId="563225426" sldId="814"/>
            <ac:spMk id="24" creationId="{8E785EA0-8248-AD5B-FE71-04385FEBE667}"/>
          </ac:spMkLst>
        </pc:spChg>
        <pc:spChg chg="add mod">
          <ac:chgData name="井上 ゆき" userId="9a4db8be-3331-4665-be8a-3d7f16d5f375" providerId="ADAL" clId="{3B98244C-AD1C-4DB8-A1CE-0D7CDA09C107}" dt="2025-12-11T04:20:26.453" v="8303" actId="1076"/>
          <ac:spMkLst>
            <pc:docMk/>
            <pc:sldMk cId="563225426" sldId="814"/>
            <ac:spMk id="25" creationId="{EB8F865E-4CBC-B803-04F8-EA72AF7EF4A2}"/>
          </ac:spMkLst>
        </pc:spChg>
        <pc:spChg chg="add mod">
          <ac:chgData name="井上 ゆき" userId="9a4db8be-3331-4665-be8a-3d7f16d5f375" providerId="ADAL" clId="{3B98244C-AD1C-4DB8-A1CE-0D7CDA09C107}" dt="2025-12-11T04:19:42.543" v="8297" actId="1076"/>
          <ac:spMkLst>
            <pc:docMk/>
            <pc:sldMk cId="563225426" sldId="814"/>
            <ac:spMk id="26" creationId="{37C69408-9252-72D9-3A5B-127D6A87450B}"/>
          </ac:spMkLst>
        </pc:spChg>
        <pc:spChg chg="add mod">
          <ac:chgData name="井上 ゆき" userId="9a4db8be-3331-4665-be8a-3d7f16d5f375" providerId="ADAL" clId="{3B98244C-AD1C-4DB8-A1CE-0D7CDA09C107}" dt="2025-12-11T04:22:56.370" v="8317" actId="14100"/>
          <ac:spMkLst>
            <pc:docMk/>
            <pc:sldMk cId="563225426" sldId="814"/>
            <ac:spMk id="27" creationId="{C678E733-FAA8-1101-7154-91C153358626}"/>
          </ac:spMkLst>
        </pc:spChg>
        <pc:spChg chg="add mod">
          <ac:chgData name="井上 ゆき" userId="9a4db8be-3331-4665-be8a-3d7f16d5f375" providerId="ADAL" clId="{3B98244C-AD1C-4DB8-A1CE-0D7CDA09C107}" dt="2025-12-11T04:19:42.543" v="8297" actId="1076"/>
          <ac:spMkLst>
            <pc:docMk/>
            <pc:sldMk cId="563225426" sldId="814"/>
            <ac:spMk id="28" creationId="{20BDE2AC-3792-18AA-8C47-3D5EFB0CB7F6}"/>
          </ac:spMkLst>
        </pc:spChg>
        <pc:spChg chg="add mod">
          <ac:chgData name="井上 ゆき" userId="9a4db8be-3331-4665-be8a-3d7f16d5f375" providerId="ADAL" clId="{3B98244C-AD1C-4DB8-A1CE-0D7CDA09C107}" dt="2025-12-11T04:23:00.631" v="8318" actId="1076"/>
          <ac:spMkLst>
            <pc:docMk/>
            <pc:sldMk cId="563225426" sldId="814"/>
            <ac:spMk id="29" creationId="{110BC653-1E1E-7366-84E7-563BF63C11E4}"/>
          </ac:spMkLst>
        </pc:spChg>
        <pc:spChg chg="add del mod">
          <ac:chgData name="井上 ゆき" userId="9a4db8be-3331-4665-be8a-3d7f16d5f375" providerId="ADAL" clId="{3B98244C-AD1C-4DB8-A1CE-0D7CDA09C107}" dt="2025-12-11T02:41:32.708" v="8295" actId="478"/>
          <ac:spMkLst>
            <pc:docMk/>
            <pc:sldMk cId="563225426" sldId="814"/>
            <ac:spMk id="30" creationId="{73878E93-AA1B-5637-14CA-3158F2B93406}"/>
          </ac:spMkLst>
        </pc:spChg>
        <pc:spChg chg="add del mod">
          <ac:chgData name="井上 ゆき" userId="9a4db8be-3331-4665-be8a-3d7f16d5f375" providerId="ADAL" clId="{3B98244C-AD1C-4DB8-A1CE-0D7CDA09C107}" dt="2025-12-11T01:03:42.988" v="7945" actId="478"/>
          <ac:spMkLst>
            <pc:docMk/>
            <pc:sldMk cId="563225426" sldId="814"/>
            <ac:spMk id="31" creationId="{934DA5C9-C72E-FEA3-8896-7AE2CF510CF4}"/>
          </ac:spMkLst>
        </pc:spChg>
        <pc:spChg chg="add mod">
          <ac:chgData name="井上 ゆき" userId="9a4db8be-3331-4665-be8a-3d7f16d5f375" providerId="ADAL" clId="{3B98244C-AD1C-4DB8-A1CE-0D7CDA09C107}" dt="2025-12-11T01:26:14.969" v="8293" actId="1036"/>
          <ac:spMkLst>
            <pc:docMk/>
            <pc:sldMk cId="563225426" sldId="814"/>
            <ac:spMk id="32" creationId="{4F63093E-4DB6-075E-6C38-39C1114C5564}"/>
          </ac:spMkLst>
        </pc:spChg>
        <pc:spChg chg="add mod">
          <ac:chgData name="井上 ゆき" userId="9a4db8be-3331-4665-be8a-3d7f16d5f375" providerId="ADAL" clId="{3B98244C-AD1C-4DB8-A1CE-0D7CDA09C107}" dt="2025-12-11T01:26:14.969" v="8293" actId="1036"/>
          <ac:spMkLst>
            <pc:docMk/>
            <pc:sldMk cId="563225426" sldId="814"/>
            <ac:spMk id="33" creationId="{5C2C81E8-3DDC-25EF-9BFF-56454BBD3EC3}"/>
          </ac:spMkLst>
        </pc:spChg>
        <pc:spChg chg="add mod">
          <ac:chgData name="井上 ゆき" userId="9a4db8be-3331-4665-be8a-3d7f16d5f375" providerId="ADAL" clId="{3B98244C-AD1C-4DB8-A1CE-0D7CDA09C107}" dt="2025-12-11T01:26:14.969" v="8293" actId="1036"/>
          <ac:spMkLst>
            <pc:docMk/>
            <pc:sldMk cId="563225426" sldId="814"/>
            <ac:spMk id="34" creationId="{39F4B075-A3AB-289F-CD73-2AC9EEDD6083}"/>
          </ac:spMkLst>
        </pc:spChg>
        <pc:spChg chg="add mod">
          <ac:chgData name="井上 ゆき" userId="9a4db8be-3331-4665-be8a-3d7f16d5f375" providerId="ADAL" clId="{3B98244C-AD1C-4DB8-A1CE-0D7CDA09C107}" dt="2025-12-11T01:26:14.969" v="8293" actId="1036"/>
          <ac:spMkLst>
            <pc:docMk/>
            <pc:sldMk cId="563225426" sldId="814"/>
            <ac:spMk id="35" creationId="{02194C23-3B25-B457-031C-3A3484FE5B0A}"/>
          </ac:spMkLst>
        </pc:spChg>
        <pc:spChg chg="add mod">
          <ac:chgData name="井上 ゆき" userId="9a4db8be-3331-4665-be8a-3d7f16d5f375" providerId="ADAL" clId="{3B98244C-AD1C-4DB8-A1CE-0D7CDA09C107}" dt="2025-12-11T01:26:14.969" v="8293" actId="1036"/>
          <ac:spMkLst>
            <pc:docMk/>
            <pc:sldMk cId="563225426" sldId="814"/>
            <ac:spMk id="36" creationId="{3001C7C2-C515-15F5-40B6-A3911848E570}"/>
          </ac:spMkLst>
        </pc:spChg>
        <pc:spChg chg="add mod">
          <ac:chgData name="井上 ゆき" userId="9a4db8be-3331-4665-be8a-3d7f16d5f375" providerId="ADAL" clId="{3B98244C-AD1C-4DB8-A1CE-0D7CDA09C107}" dt="2025-12-11T01:26:14.969" v="8293" actId="1036"/>
          <ac:spMkLst>
            <pc:docMk/>
            <pc:sldMk cId="563225426" sldId="814"/>
            <ac:spMk id="37" creationId="{5A0F0687-8373-03A0-8621-76122487F241}"/>
          </ac:spMkLst>
        </pc:spChg>
        <pc:spChg chg="add mod">
          <ac:chgData name="井上 ゆき" userId="9a4db8be-3331-4665-be8a-3d7f16d5f375" providerId="ADAL" clId="{3B98244C-AD1C-4DB8-A1CE-0D7CDA09C107}" dt="2025-12-11T01:26:14.969" v="8293" actId="1036"/>
          <ac:spMkLst>
            <pc:docMk/>
            <pc:sldMk cId="563225426" sldId="814"/>
            <ac:spMk id="38" creationId="{93084FFB-399D-E2FE-694E-334547B4CF9D}"/>
          </ac:spMkLst>
        </pc:spChg>
        <pc:spChg chg="add del mod">
          <ac:chgData name="井上 ゆき" userId="9a4db8be-3331-4665-be8a-3d7f16d5f375" providerId="ADAL" clId="{3B98244C-AD1C-4DB8-A1CE-0D7CDA09C107}" dt="2025-12-11T02:41:37.303" v="8296" actId="478"/>
          <ac:spMkLst>
            <pc:docMk/>
            <pc:sldMk cId="563225426" sldId="814"/>
            <ac:spMk id="39" creationId="{4E659511-7EC7-C380-524C-06F070711DA2}"/>
          </ac:spMkLst>
        </pc:spChg>
        <pc:spChg chg="add mod">
          <ac:chgData name="井上 ゆき" userId="9a4db8be-3331-4665-be8a-3d7f16d5f375" providerId="ADAL" clId="{3B98244C-AD1C-4DB8-A1CE-0D7CDA09C107}" dt="2025-12-11T04:19:42.543" v="8297" actId="1076"/>
          <ac:spMkLst>
            <pc:docMk/>
            <pc:sldMk cId="563225426" sldId="814"/>
            <ac:spMk id="40" creationId="{000C5D97-0C9D-8B4D-AEC6-913B5F89B777}"/>
          </ac:spMkLst>
        </pc:spChg>
        <pc:spChg chg="add mod">
          <ac:chgData name="井上 ゆき" userId="9a4db8be-3331-4665-be8a-3d7f16d5f375" providerId="ADAL" clId="{3B98244C-AD1C-4DB8-A1CE-0D7CDA09C107}" dt="2025-12-11T04:19:42.543" v="8297" actId="1076"/>
          <ac:spMkLst>
            <pc:docMk/>
            <pc:sldMk cId="563225426" sldId="814"/>
            <ac:spMk id="41" creationId="{2DE03206-39EE-C473-821E-F168B309B881}"/>
          </ac:spMkLst>
        </pc:spChg>
        <pc:spChg chg="add mod">
          <ac:chgData name="井上 ゆき" userId="9a4db8be-3331-4665-be8a-3d7f16d5f375" providerId="ADAL" clId="{3B98244C-AD1C-4DB8-A1CE-0D7CDA09C107}" dt="2025-12-11T01:13:24.239" v="8100"/>
          <ac:spMkLst>
            <pc:docMk/>
            <pc:sldMk cId="563225426" sldId="814"/>
            <ac:spMk id="42" creationId="{016A144D-E9EB-AA6B-7623-E45956B4F394}"/>
          </ac:spMkLst>
        </pc:spChg>
        <pc:spChg chg="add mod">
          <ac:chgData name="井上 ゆき" userId="9a4db8be-3331-4665-be8a-3d7f16d5f375" providerId="ADAL" clId="{3B98244C-AD1C-4DB8-A1CE-0D7CDA09C107}" dt="2025-12-11T01:13:24.239" v="8100"/>
          <ac:spMkLst>
            <pc:docMk/>
            <pc:sldMk cId="563225426" sldId="814"/>
            <ac:spMk id="43" creationId="{65DDC3C6-B386-E8A8-0EF4-526212495100}"/>
          </ac:spMkLst>
        </pc:spChg>
        <pc:graphicFrameChg chg="mod ord modGraphic">
          <ac:chgData name="井上 ゆき" userId="9a4db8be-3331-4665-be8a-3d7f16d5f375" providerId="ADAL" clId="{3B98244C-AD1C-4DB8-A1CE-0D7CDA09C107}" dt="2025-12-11T00:55:39.420" v="7761"/>
          <ac:graphicFrameMkLst>
            <pc:docMk/>
            <pc:sldMk cId="563225426" sldId="814"/>
            <ac:graphicFrameMk id="5" creationId="{29184D78-5BD5-4A5C-F229-CA55EC741E9F}"/>
          </ac:graphicFrameMkLst>
        </pc:graphicFrameChg>
      </pc:sldChg>
      <pc:sldChg chg="addSp delSp modSp add mod">
        <pc:chgData name="井上 ゆき" userId="9a4db8be-3331-4665-be8a-3d7f16d5f375" providerId="ADAL" clId="{3B98244C-AD1C-4DB8-A1CE-0D7CDA09C107}" dt="2025-12-12T00:20:18.055" v="8507" actId="14100"/>
        <pc:sldMkLst>
          <pc:docMk/>
          <pc:sldMk cId="359866245" sldId="815"/>
        </pc:sldMkLst>
        <pc:spChg chg="mod">
          <ac:chgData name="井上 ゆき" userId="9a4db8be-3331-4665-be8a-3d7f16d5f375" providerId="ADAL" clId="{3B98244C-AD1C-4DB8-A1CE-0D7CDA09C107}" dt="2025-12-12T00:20:06.853" v="8504" actId="1076"/>
          <ac:spMkLst>
            <pc:docMk/>
            <pc:sldMk cId="359866245" sldId="815"/>
            <ac:spMk id="4" creationId="{E8A376F5-B3F2-0751-DEBC-6DA1C91795C0}"/>
          </ac:spMkLst>
        </pc:spChg>
        <pc:spChg chg="mod">
          <ac:chgData name="井上 ゆき" userId="9a4db8be-3331-4665-be8a-3d7f16d5f375" providerId="ADAL" clId="{3B98244C-AD1C-4DB8-A1CE-0D7CDA09C107}" dt="2025-12-11T04:31:25.685" v="8426" actId="14100"/>
          <ac:spMkLst>
            <pc:docMk/>
            <pc:sldMk cId="359866245" sldId="815"/>
            <ac:spMk id="7" creationId="{884EB831-FF59-550B-BB23-2C1E2C11323A}"/>
          </ac:spMkLst>
        </pc:spChg>
        <pc:spChg chg="add del mod">
          <ac:chgData name="井上 ゆき" userId="9a4db8be-3331-4665-be8a-3d7f16d5f375" providerId="ADAL" clId="{3B98244C-AD1C-4DB8-A1CE-0D7CDA09C107}" dt="2025-12-11T04:58:55.936" v="8498" actId="478"/>
          <ac:spMkLst>
            <pc:docMk/>
            <pc:sldMk cId="359866245" sldId="815"/>
            <ac:spMk id="8" creationId="{C11A2E8A-1594-385D-DFC1-0EBDF8DAF8C1}"/>
          </ac:spMkLst>
        </pc:spChg>
        <pc:spChg chg="add del mod">
          <ac:chgData name="井上 ゆき" userId="9a4db8be-3331-4665-be8a-3d7f16d5f375" providerId="ADAL" clId="{3B98244C-AD1C-4DB8-A1CE-0D7CDA09C107}" dt="2025-12-11T04:58:55.936" v="8498" actId="478"/>
          <ac:spMkLst>
            <pc:docMk/>
            <pc:sldMk cId="359866245" sldId="815"/>
            <ac:spMk id="9" creationId="{F5914FC3-275A-213F-48D6-942F90B2F895}"/>
          </ac:spMkLst>
        </pc:spChg>
        <pc:spChg chg="add mod">
          <ac:chgData name="井上 ゆき" userId="9a4db8be-3331-4665-be8a-3d7f16d5f375" providerId="ADAL" clId="{3B98244C-AD1C-4DB8-A1CE-0D7CDA09C107}" dt="2025-12-11T04:58:45.184" v="8496" actId="255"/>
          <ac:spMkLst>
            <pc:docMk/>
            <pc:sldMk cId="359866245" sldId="815"/>
            <ac:spMk id="10" creationId="{0401DDD6-6AAE-2F1A-EBCF-10D217F1663E}"/>
          </ac:spMkLst>
        </pc:spChg>
        <pc:spChg chg="mod">
          <ac:chgData name="井上 ゆき" userId="9a4db8be-3331-4665-be8a-3d7f16d5f375" providerId="ADAL" clId="{3B98244C-AD1C-4DB8-A1CE-0D7CDA09C107}" dt="2025-12-12T00:20:10.140" v="8505" actId="14100"/>
          <ac:spMkLst>
            <pc:docMk/>
            <pc:sldMk cId="359866245" sldId="815"/>
            <ac:spMk id="11" creationId="{9FAC7673-C1C1-14CE-34B5-1293759E86B5}"/>
          </ac:spMkLst>
        </pc:spChg>
        <pc:spChg chg="add mod">
          <ac:chgData name="井上 ゆき" userId="9a4db8be-3331-4665-be8a-3d7f16d5f375" providerId="ADAL" clId="{3B98244C-AD1C-4DB8-A1CE-0D7CDA09C107}" dt="2025-12-12T00:20:06.853" v="8504" actId="1076"/>
          <ac:spMkLst>
            <pc:docMk/>
            <pc:sldMk cId="359866245" sldId="815"/>
            <ac:spMk id="12" creationId="{D2F9D20D-A635-0BD2-83AF-D2FB8111EA92}"/>
          </ac:spMkLst>
        </pc:spChg>
        <pc:spChg chg="mod">
          <ac:chgData name="井上 ゆき" userId="9a4db8be-3331-4665-be8a-3d7f16d5f375" providerId="ADAL" clId="{3B98244C-AD1C-4DB8-A1CE-0D7CDA09C107}" dt="2025-12-12T00:20:13.269" v="8506" actId="1076"/>
          <ac:spMkLst>
            <pc:docMk/>
            <pc:sldMk cId="359866245" sldId="815"/>
            <ac:spMk id="16" creationId="{6413EE89-287B-BD02-9E57-D3D9AC4C0230}"/>
          </ac:spMkLst>
        </pc:spChg>
        <pc:spChg chg="mod">
          <ac:chgData name="井上 ゆき" userId="9a4db8be-3331-4665-be8a-3d7f16d5f375" providerId="ADAL" clId="{3B98244C-AD1C-4DB8-A1CE-0D7CDA09C107}" dt="2025-12-12T00:20:18.055" v="8507" actId="14100"/>
          <ac:spMkLst>
            <pc:docMk/>
            <pc:sldMk cId="359866245" sldId="815"/>
            <ac:spMk id="17" creationId="{15BF4E51-3668-AC87-4588-57C7576D2A42}"/>
          </ac:spMkLst>
        </pc:spChg>
        <pc:spChg chg="mod">
          <ac:chgData name="井上 ゆき" userId="9a4db8be-3331-4665-be8a-3d7f16d5f375" providerId="ADAL" clId="{3B98244C-AD1C-4DB8-A1CE-0D7CDA09C107}" dt="2025-12-12T00:20:06.853" v="8504" actId="1076"/>
          <ac:spMkLst>
            <pc:docMk/>
            <pc:sldMk cId="359866245" sldId="815"/>
            <ac:spMk id="19" creationId="{D9FA2968-665F-B010-1AFF-4969038488AA}"/>
          </ac:spMkLst>
        </pc:spChg>
        <pc:spChg chg="mod">
          <ac:chgData name="井上 ゆき" userId="9a4db8be-3331-4665-be8a-3d7f16d5f375" providerId="ADAL" clId="{3B98244C-AD1C-4DB8-A1CE-0D7CDA09C107}" dt="2025-12-11T04:30:56.096" v="8419" actId="1076"/>
          <ac:spMkLst>
            <pc:docMk/>
            <pc:sldMk cId="359866245" sldId="815"/>
            <ac:spMk id="20" creationId="{F97928C0-4982-B25C-A192-2C7911BE53A5}"/>
          </ac:spMkLst>
        </pc:spChg>
        <pc:spChg chg="mod">
          <ac:chgData name="井上 ゆき" userId="9a4db8be-3331-4665-be8a-3d7f16d5f375" providerId="ADAL" clId="{3B98244C-AD1C-4DB8-A1CE-0D7CDA09C107}" dt="2025-12-11T04:33:19.231" v="8462" actId="14100"/>
          <ac:spMkLst>
            <pc:docMk/>
            <pc:sldMk cId="359866245" sldId="815"/>
            <ac:spMk id="21" creationId="{65C8394B-01A4-C5F6-80E6-6006E5EFD5F2}"/>
          </ac:spMkLst>
        </pc:spChg>
        <pc:spChg chg="mod">
          <ac:chgData name="井上 ゆき" userId="9a4db8be-3331-4665-be8a-3d7f16d5f375" providerId="ADAL" clId="{3B98244C-AD1C-4DB8-A1CE-0D7CDA09C107}" dt="2025-12-11T04:33:13.666" v="8460" actId="14100"/>
          <ac:spMkLst>
            <pc:docMk/>
            <pc:sldMk cId="359866245" sldId="815"/>
            <ac:spMk id="22" creationId="{C9CE1BC9-BB0D-02B2-144D-ABA04E2DCD74}"/>
          </ac:spMkLst>
        </pc:spChg>
        <pc:spChg chg="mod">
          <ac:chgData name="井上 ゆき" userId="9a4db8be-3331-4665-be8a-3d7f16d5f375" providerId="ADAL" clId="{3B98244C-AD1C-4DB8-A1CE-0D7CDA09C107}" dt="2025-12-12T00:20:06.853" v="8504" actId="1076"/>
          <ac:spMkLst>
            <pc:docMk/>
            <pc:sldMk cId="359866245" sldId="815"/>
            <ac:spMk id="23" creationId="{1B62C445-3F95-DC4F-7CB1-0857C0A2E8DE}"/>
          </ac:spMkLst>
        </pc:spChg>
        <pc:spChg chg="mod">
          <ac:chgData name="井上 ゆき" userId="9a4db8be-3331-4665-be8a-3d7f16d5f375" providerId="ADAL" clId="{3B98244C-AD1C-4DB8-A1CE-0D7CDA09C107}" dt="2025-12-11T04:32:59.215" v="8454" actId="1037"/>
          <ac:spMkLst>
            <pc:docMk/>
            <pc:sldMk cId="359866245" sldId="815"/>
            <ac:spMk id="24" creationId="{0BFD99E9-4D8B-76B0-1387-2E28FDD2B995}"/>
          </ac:spMkLst>
        </pc:spChg>
        <pc:spChg chg="mod">
          <ac:chgData name="井上 ゆき" userId="9a4db8be-3331-4665-be8a-3d7f16d5f375" providerId="ADAL" clId="{3B98244C-AD1C-4DB8-A1CE-0D7CDA09C107}" dt="2025-12-12T00:20:06.853" v="8504" actId="1076"/>
          <ac:spMkLst>
            <pc:docMk/>
            <pc:sldMk cId="359866245" sldId="815"/>
            <ac:spMk id="25" creationId="{C0FD53BD-2140-192A-6A37-1BB41B90A3F1}"/>
          </ac:spMkLst>
        </pc:spChg>
        <pc:spChg chg="mod">
          <ac:chgData name="井上 ゆき" userId="9a4db8be-3331-4665-be8a-3d7f16d5f375" providerId="ADAL" clId="{3B98244C-AD1C-4DB8-A1CE-0D7CDA09C107}" dt="2025-12-11T04:58:45.184" v="8496" actId="255"/>
          <ac:spMkLst>
            <pc:docMk/>
            <pc:sldMk cId="359866245" sldId="815"/>
            <ac:spMk id="26" creationId="{D86F8EAB-A471-3F42-732B-228252B0B5F6}"/>
          </ac:spMkLst>
        </pc:spChg>
        <pc:spChg chg="mod">
          <ac:chgData name="井上 ゆき" userId="9a4db8be-3331-4665-be8a-3d7f16d5f375" providerId="ADAL" clId="{3B98244C-AD1C-4DB8-A1CE-0D7CDA09C107}" dt="2025-12-11T04:32:03.175" v="8436" actId="14100"/>
          <ac:spMkLst>
            <pc:docMk/>
            <pc:sldMk cId="359866245" sldId="815"/>
            <ac:spMk id="27" creationId="{3DC47964-90DB-D5F3-AE95-384D6F7EE13E}"/>
          </ac:spMkLst>
        </pc:spChg>
        <pc:spChg chg="mod">
          <ac:chgData name="井上 ゆき" userId="9a4db8be-3331-4665-be8a-3d7f16d5f375" providerId="ADAL" clId="{3B98244C-AD1C-4DB8-A1CE-0D7CDA09C107}" dt="2025-12-12T00:20:06.853" v="8504" actId="1076"/>
          <ac:spMkLst>
            <pc:docMk/>
            <pc:sldMk cId="359866245" sldId="815"/>
            <ac:spMk id="28" creationId="{BDFF7E19-0A5B-AD76-BF98-4670563566D7}"/>
          </ac:spMkLst>
        </pc:spChg>
        <pc:spChg chg="mod">
          <ac:chgData name="井上 ゆき" userId="9a4db8be-3331-4665-be8a-3d7f16d5f375" providerId="ADAL" clId="{3B98244C-AD1C-4DB8-A1CE-0D7CDA09C107}" dt="2025-12-12T00:20:06.853" v="8504" actId="1076"/>
          <ac:spMkLst>
            <pc:docMk/>
            <pc:sldMk cId="359866245" sldId="815"/>
            <ac:spMk id="29" creationId="{EADAEB9F-946A-C1AE-B00D-E22DDC64949D}"/>
          </ac:spMkLst>
        </pc:spChg>
        <pc:spChg chg="del mod">
          <ac:chgData name="井上 ゆき" userId="9a4db8be-3331-4665-be8a-3d7f16d5f375" providerId="ADAL" clId="{3B98244C-AD1C-4DB8-A1CE-0D7CDA09C107}" dt="2025-12-11T04:58:55.936" v="8498" actId="478"/>
          <ac:spMkLst>
            <pc:docMk/>
            <pc:sldMk cId="359866245" sldId="815"/>
            <ac:spMk id="32" creationId="{86DDFB1B-A7E2-474A-AF3A-B99F5FF86345}"/>
          </ac:spMkLst>
        </pc:spChg>
        <pc:spChg chg="del mod">
          <ac:chgData name="井上 ゆき" userId="9a4db8be-3331-4665-be8a-3d7f16d5f375" providerId="ADAL" clId="{3B98244C-AD1C-4DB8-A1CE-0D7CDA09C107}" dt="2025-12-11T04:58:55.936" v="8498" actId="478"/>
          <ac:spMkLst>
            <pc:docMk/>
            <pc:sldMk cId="359866245" sldId="815"/>
            <ac:spMk id="33" creationId="{B4F2DA49-0C39-02A2-6B55-C139F0994098}"/>
          </ac:spMkLst>
        </pc:spChg>
        <pc:spChg chg="del mod">
          <ac:chgData name="井上 ゆき" userId="9a4db8be-3331-4665-be8a-3d7f16d5f375" providerId="ADAL" clId="{3B98244C-AD1C-4DB8-A1CE-0D7CDA09C107}" dt="2025-12-11T04:58:55.936" v="8498" actId="478"/>
          <ac:spMkLst>
            <pc:docMk/>
            <pc:sldMk cId="359866245" sldId="815"/>
            <ac:spMk id="34" creationId="{8AB15ABC-840C-FF62-0D37-662A49D92FDA}"/>
          </ac:spMkLst>
        </pc:spChg>
        <pc:spChg chg="del">
          <ac:chgData name="井上 ゆき" userId="9a4db8be-3331-4665-be8a-3d7f16d5f375" providerId="ADAL" clId="{3B98244C-AD1C-4DB8-A1CE-0D7CDA09C107}" dt="2025-12-11T04:58:05.407" v="8486" actId="478"/>
          <ac:spMkLst>
            <pc:docMk/>
            <pc:sldMk cId="359866245" sldId="815"/>
            <ac:spMk id="35" creationId="{CE9D5EFA-6155-44DC-39B8-E7A2D596A17F}"/>
          </ac:spMkLst>
        </pc:spChg>
        <pc:spChg chg="del">
          <ac:chgData name="井上 ゆき" userId="9a4db8be-3331-4665-be8a-3d7f16d5f375" providerId="ADAL" clId="{3B98244C-AD1C-4DB8-A1CE-0D7CDA09C107}" dt="2025-12-11T04:58:05.407" v="8486" actId="478"/>
          <ac:spMkLst>
            <pc:docMk/>
            <pc:sldMk cId="359866245" sldId="815"/>
            <ac:spMk id="36" creationId="{8ED125FA-588E-1336-C3B2-49E12DE033B8}"/>
          </ac:spMkLst>
        </pc:spChg>
        <pc:spChg chg="del">
          <ac:chgData name="井上 ゆき" userId="9a4db8be-3331-4665-be8a-3d7f16d5f375" providerId="ADAL" clId="{3B98244C-AD1C-4DB8-A1CE-0D7CDA09C107}" dt="2025-12-11T04:58:05.407" v="8486" actId="478"/>
          <ac:spMkLst>
            <pc:docMk/>
            <pc:sldMk cId="359866245" sldId="815"/>
            <ac:spMk id="37" creationId="{2C972E5D-5E93-5946-ECCD-D24685ED9715}"/>
          </ac:spMkLst>
        </pc:spChg>
        <pc:spChg chg="del">
          <ac:chgData name="井上 ゆき" userId="9a4db8be-3331-4665-be8a-3d7f16d5f375" providerId="ADAL" clId="{3B98244C-AD1C-4DB8-A1CE-0D7CDA09C107}" dt="2025-12-11T04:58:05.407" v="8486" actId="478"/>
          <ac:spMkLst>
            <pc:docMk/>
            <pc:sldMk cId="359866245" sldId="815"/>
            <ac:spMk id="38" creationId="{25B55426-8C6C-75EE-BEFC-3B145A56276D}"/>
          </ac:spMkLst>
        </pc:spChg>
        <pc:spChg chg="mod">
          <ac:chgData name="井上 ゆき" userId="9a4db8be-3331-4665-be8a-3d7f16d5f375" providerId="ADAL" clId="{3B98244C-AD1C-4DB8-A1CE-0D7CDA09C107}" dt="2025-12-11T04:32:13.787" v="8438" actId="1076"/>
          <ac:spMkLst>
            <pc:docMk/>
            <pc:sldMk cId="359866245" sldId="815"/>
            <ac:spMk id="40" creationId="{22B88587-8934-EA13-8B2A-6856962C2DA1}"/>
          </ac:spMkLst>
        </pc:spChg>
        <pc:spChg chg="mod">
          <ac:chgData name="井上 ゆき" userId="9a4db8be-3331-4665-be8a-3d7f16d5f375" providerId="ADAL" clId="{3B98244C-AD1C-4DB8-A1CE-0D7CDA09C107}" dt="2025-12-12T00:20:06.853" v="8504" actId="1076"/>
          <ac:spMkLst>
            <pc:docMk/>
            <pc:sldMk cId="359866245" sldId="815"/>
            <ac:spMk id="41" creationId="{7F3728E5-9C63-0F42-5A30-71F85014F230}"/>
          </ac:spMkLst>
        </pc:spChg>
        <pc:graphicFrameChg chg="mod">
          <ac:chgData name="井上 ゆき" userId="9a4db8be-3331-4665-be8a-3d7f16d5f375" providerId="ADAL" clId="{3B98244C-AD1C-4DB8-A1CE-0D7CDA09C107}" dt="2025-12-11T04:32:50.671" v="8446" actId="1076"/>
          <ac:graphicFrameMkLst>
            <pc:docMk/>
            <pc:sldMk cId="359866245" sldId="815"/>
            <ac:graphicFrameMk id="5" creationId="{BD2255AE-4633-D3D3-C7E8-92A9B0389F52}"/>
          </ac:graphicFrameMkLst>
        </pc:graphicFrameChg>
      </pc:sldChg>
      <pc:sldChg chg="addSp delSp modSp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916512906" sldId="820"/>
        </pc:sldMkLst>
      </pc:sldChg>
      <pc:sldChg chg="addSp delSp modSp del mod modNotesTx">
        <pc:chgData name="井上 ゆき" userId="9a4db8be-3331-4665-be8a-3d7f16d5f375" providerId="ADAL" clId="{3B98244C-AD1C-4DB8-A1CE-0D7CDA09C107}" dt="2025-12-11T00:52:36.997" v="7607" actId="47"/>
        <pc:sldMkLst>
          <pc:docMk/>
          <pc:sldMk cId="2392081291" sldId="826"/>
        </pc:sldMkLst>
      </pc:sldChg>
      <pc:sldChg chg="modSp add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3436160261" sldId="827"/>
        </pc:sldMkLst>
      </pc:sldChg>
      <pc:sldChg chg="modSp add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3306393064" sldId="828"/>
        </pc:sldMkLst>
      </pc:sldChg>
      <pc:sldChg chg="modSp add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345935406" sldId="829"/>
        </pc:sldMkLst>
      </pc:sldChg>
      <pc:sldChg chg="modSp add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3681430456" sldId="830"/>
        </pc:sldMkLst>
      </pc:sldChg>
      <pc:sldChg chg="addSp delSp modSp add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2549660569" sldId="831"/>
        </pc:sldMkLst>
      </pc:sldChg>
      <pc:sldChg chg="modSp add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55558317" sldId="832"/>
        </pc:sldMkLst>
      </pc:sldChg>
      <pc:sldChg chg="modSp add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612099102" sldId="833"/>
        </pc:sldMkLst>
      </pc:sldChg>
      <pc:sldChg chg="addSp delSp modSp add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2044214213" sldId="835"/>
        </pc:sldMkLst>
      </pc:sldChg>
      <pc:sldChg chg="modSp add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1819111634" sldId="836"/>
        </pc:sldMkLst>
      </pc:sldChg>
      <pc:sldChg chg="add del">
        <pc:chgData name="井上 ゆき" userId="9a4db8be-3331-4665-be8a-3d7f16d5f375" providerId="ADAL" clId="{3B98244C-AD1C-4DB8-A1CE-0D7CDA09C107}" dt="2025-12-11T00:52:36.997" v="7607" actId="47"/>
        <pc:sldMkLst>
          <pc:docMk/>
          <pc:sldMk cId="4173247399" sldId="838"/>
        </pc:sldMkLst>
      </pc:sldChg>
      <pc:sldChg chg="modSp add del mod">
        <pc:chgData name="井上 ゆき" userId="9a4db8be-3331-4665-be8a-3d7f16d5f375" providerId="ADAL" clId="{3B98244C-AD1C-4DB8-A1CE-0D7CDA09C107}" dt="2025-12-11T00:53:05.230" v="7693" actId="47"/>
        <pc:sldMkLst>
          <pc:docMk/>
          <pc:sldMk cId="4048392057" sldId="83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CA9A1-49A5-4813-BE73-64411D697E83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E35D2-4F1F-4BDF-88EC-2B2C6B4495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149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18005-AB2E-4230-9CBF-EC876F8C3946}" type="datetimeFigureOut">
              <a:rPr kumimoji="1" lang="ja-JP" altLang="en-US" smtClean="0"/>
              <a:t>2025/12/12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E3972-898B-454C-95F2-E930BA80A4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73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7F8DF-AC12-8E1A-F472-A1562478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3AFCE81-433C-EFA8-7B87-C2C5050D3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5E5DAE4-D7C3-CFBC-A977-F3CFEA172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E46A4D-D4C8-0EB4-8F58-96DCD9D70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E3972-898B-454C-95F2-E930BA80A49A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1420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12800" y="3096601"/>
            <a:ext cx="8280400" cy="664797"/>
          </a:xfrm>
        </p:spPr>
        <p:txBody>
          <a:bodyPr wrap="square">
            <a:spAutoFit/>
          </a:bodyPr>
          <a:lstStyle>
            <a:lvl1pPr algn="ctr">
              <a:lnSpc>
                <a:spcPct val="120000"/>
              </a:lnSpc>
              <a:defRPr sz="3600" b="1"/>
            </a:lvl1pPr>
          </a:lstStyle>
          <a:p>
            <a:endParaRPr kumimoji="1" lang="ja-JP" altLang="en-US"/>
          </a:p>
        </p:txBody>
      </p:sp>
      <p:sp>
        <p:nvSpPr>
          <p:cNvPr id="8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3435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ChangeArrowheads="1"/>
          </p:cNvSpPr>
          <p:nvPr userDrawn="1"/>
        </p:nvSpPr>
        <p:spPr bwMode="gray">
          <a:xfrm>
            <a:off x="0" y="0"/>
            <a:ext cx="18923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gray">
          <a:xfrm>
            <a:off x="2361600" y="1051200"/>
            <a:ext cx="6731600" cy="39604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392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中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32520" y="2988884"/>
            <a:ext cx="8640960" cy="844229"/>
          </a:xfrm>
          <a:ln w="6350">
            <a:solidFill>
              <a:schemeClr val="tx2"/>
            </a:solidFill>
          </a:ln>
        </p:spPr>
        <p:txBody>
          <a:bodyPr wrap="square" lIns="180000" tIns="180000" rIns="180000" bIns="144000">
            <a:sp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/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2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2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69886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10000"/>
              </a:lnSpc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Rectangle 10"/>
          <p:cNvSpPr>
            <a:spLocks noChangeArrowheads="1"/>
          </p:cNvSpPr>
          <p:nvPr userDrawn="1"/>
        </p:nvSpPr>
        <p:spPr bwMode="auto">
          <a:xfrm>
            <a:off x="0" y="639763"/>
            <a:ext cx="9906000" cy="365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6010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角丸四角形 7"/>
          <p:cNvSpPr/>
          <p:nvPr userDrawn="1"/>
        </p:nvSpPr>
        <p:spPr bwMode="auto">
          <a:xfrm>
            <a:off x="0" y="1"/>
            <a:ext cx="9906000" cy="656692"/>
          </a:xfrm>
          <a:prstGeom prst="roundRect">
            <a:avLst>
              <a:gd name="adj" fmla="val 0"/>
            </a:avLst>
          </a:prstGeom>
          <a:solidFill>
            <a:schemeClr val="tx1">
              <a:alpha val="80000"/>
            </a:schemeClr>
          </a:solidFill>
          <a:ln>
            <a:noFill/>
          </a:ln>
          <a:effectLst/>
        </p:spPr>
        <p:txBody>
          <a:bodyPr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タイトル 1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61829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補足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8484" y="404664"/>
            <a:ext cx="9253028" cy="396044"/>
          </a:xfr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3"/>
          </p:nvPr>
        </p:nvSpPr>
        <p:spPr>
          <a:xfrm>
            <a:off x="272480" y="6381328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0" tIns="36000" rIns="0" bIns="18000" anchor="ctr" anchorCtr="0">
            <a:spAutoFit/>
          </a:bodyPr>
          <a:lstStyle>
            <a:lvl1pPr algn="ctr">
              <a:lnSpc>
                <a:spcPct val="120000"/>
              </a:lnSpc>
              <a:defRPr sz="800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329264" y="641224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角丸四角形 6"/>
          <p:cNvSpPr/>
          <p:nvPr userDrawn="1"/>
        </p:nvSpPr>
        <p:spPr bwMode="auto">
          <a:xfrm>
            <a:off x="0" y="0"/>
            <a:ext cx="9912016" cy="6858000"/>
          </a:xfrm>
          <a:custGeom>
            <a:avLst/>
            <a:gdLst/>
            <a:ahLst/>
            <a:cxnLst/>
            <a:rect l="l" t="t" r="r" b="b"/>
            <a:pathLst>
              <a:path w="9903600" h="6858000">
                <a:moveTo>
                  <a:pt x="183240" y="144000"/>
                </a:moveTo>
                <a:cubicBezTo>
                  <a:pt x="162231" y="144000"/>
                  <a:pt x="145200" y="161031"/>
                  <a:pt x="145200" y="182040"/>
                </a:cubicBezTo>
                <a:lnTo>
                  <a:pt x="145200" y="6675960"/>
                </a:lnTo>
                <a:cubicBezTo>
                  <a:pt x="145200" y="6696969"/>
                  <a:pt x="162231" y="6714000"/>
                  <a:pt x="183240" y="6714000"/>
                </a:cubicBezTo>
                <a:lnTo>
                  <a:pt x="9722760" y="6714000"/>
                </a:lnTo>
                <a:cubicBezTo>
                  <a:pt x="9743769" y="6714000"/>
                  <a:pt x="9760800" y="6696969"/>
                  <a:pt x="9760800" y="6675960"/>
                </a:cubicBezTo>
                <a:lnTo>
                  <a:pt x="9760800" y="182040"/>
                </a:lnTo>
                <a:cubicBezTo>
                  <a:pt x="9760800" y="161031"/>
                  <a:pt x="9743769" y="144000"/>
                  <a:pt x="9722760" y="144000"/>
                </a:cubicBezTo>
                <a:close/>
                <a:moveTo>
                  <a:pt x="0" y="0"/>
                </a:moveTo>
                <a:lnTo>
                  <a:pt x="9903600" y="0"/>
                </a:lnTo>
                <a:lnTo>
                  <a:pt x="9903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lang="ja-JP" altLang="en-US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026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ベースカラー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6634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メインカラー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 bwMode="white"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62674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ブランク（ブラック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gray">
          <a:xfrm>
            <a:off x="0" y="0"/>
            <a:ext cx="9906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lIns="0" tIns="0" rIns="0" bIns="0" anchor="ctr">
            <a:noAutofit/>
          </a:bodyPr>
          <a:lstStyle/>
          <a:p>
            <a:endParaRPr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3"/>
          </p:nvPr>
        </p:nvSpPr>
        <p:spPr bwMode="white"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 bwMode="white"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06986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ガイド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線コネクタ 26"/>
          <p:cNvCxnSpPr/>
          <p:nvPr userDrawn="1"/>
        </p:nvCxnSpPr>
        <p:spPr>
          <a:xfrm flipV="1">
            <a:off x="812800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/>
          <p:nvPr userDrawn="1"/>
        </p:nvCxnSpPr>
        <p:spPr>
          <a:xfrm flipV="1">
            <a:off x="4953000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/>
          <p:nvPr userDrawn="1"/>
        </p:nvCxnSpPr>
        <p:spPr>
          <a:xfrm flipV="1">
            <a:off x="3405188" y="-1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/>
          <p:nvPr userDrawn="1"/>
        </p:nvCxnSpPr>
        <p:spPr>
          <a:xfrm flipV="1">
            <a:off x="6491288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 userDrawn="1"/>
        </p:nvCxnSpPr>
        <p:spPr>
          <a:xfrm flipV="1">
            <a:off x="9093200" y="0"/>
            <a:ext cx="0" cy="6858000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 userDrawn="1"/>
        </p:nvCxnSpPr>
        <p:spPr>
          <a:xfrm flipH="1">
            <a:off x="0" y="656691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/>
          <p:nvPr userDrawn="1"/>
        </p:nvCxnSpPr>
        <p:spPr>
          <a:xfrm flipH="1">
            <a:off x="0" y="1881187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 userDrawn="1"/>
        </p:nvCxnSpPr>
        <p:spPr>
          <a:xfrm flipH="1">
            <a:off x="0" y="3428999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 userDrawn="1"/>
        </p:nvCxnSpPr>
        <p:spPr>
          <a:xfrm flipH="1">
            <a:off x="-13109" y="4976812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 userDrawn="1"/>
        </p:nvCxnSpPr>
        <p:spPr>
          <a:xfrm flipH="1">
            <a:off x="0" y="6201308"/>
            <a:ext cx="9906000" cy="1"/>
          </a:xfrm>
          <a:prstGeom prst="line">
            <a:avLst/>
          </a:prstGeom>
          <a:ln w="635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33"/>
          <p:cNvSpPr>
            <a:spLocks noChangeArrowheads="1"/>
          </p:cNvSpPr>
          <p:nvPr userDrawn="1"/>
        </p:nvSpPr>
        <p:spPr bwMode="gray">
          <a:xfrm>
            <a:off x="4988942" y="3248980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メイリオ" pitchFamily="50" charset="-128"/>
              </a:rPr>
              <a:t>0cm</a:t>
            </a:r>
          </a:p>
        </p:txBody>
      </p:sp>
      <p:sp>
        <p:nvSpPr>
          <p:cNvPr id="38" name="AutoShape 33"/>
          <p:cNvSpPr>
            <a:spLocks noChangeArrowheads="1"/>
          </p:cNvSpPr>
          <p:nvPr userDrawn="1"/>
        </p:nvSpPr>
        <p:spPr bwMode="gray">
          <a:xfrm>
            <a:off x="4989004" y="1715278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39" name="AutoShape 33"/>
          <p:cNvSpPr>
            <a:spLocks noChangeArrowheads="1"/>
          </p:cNvSpPr>
          <p:nvPr userDrawn="1"/>
        </p:nvSpPr>
        <p:spPr bwMode="gray">
          <a:xfrm>
            <a:off x="236476" y="3563938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11.50cm</a:t>
            </a:r>
          </a:p>
        </p:txBody>
      </p:sp>
      <p:sp>
        <p:nvSpPr>
          <p:cNvPr id="40" name="AutoShape 33"/>
          <p:cNvSpPr>
            <a:spLocks noChangeArrowheads="1"/>
          </p:cNvSpPr>
          <p:nvPr userDrawn="1"/>
        </p:nvSpPr>
        <p:spPr bwMode="gray">
          <a:xfrm>
            <a:off x="4989004" y="6021288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7.70cm</a:t>
            </a:r>
          </a:p>
        </p:txBody>
      </p:sp>
      <p:sp>
        <p:nvSpPr>
          <p:cNvPr id="41" name="AutoShape 33"/>
          <p:cNvSpPr>
            <a:spLocks noChangeArrowheads="1"/>
          </p:cNvSpPr>
          <p:nvPr userDrawn="1"/>
        </p:nvSpPr>
        <p:spPr bwMode="gray">
          <a:xfrm>
            <a:off x="4989004" y="468891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7.70cm</a:t>
            </a:r>
          </a:p>
        </p:txBody>
      </p:sp>
      <p:sp>
        <p:nvSpPr>
          <p:cNvPr id="42" name="AutoShape 33"/>
          <p:cNvSpPr>
            <a:spLocks noChangeArrowheads="1"/>
          </p:cNvSpPr>
          <p:nvPr userDrawn="1"/>
        </p:nvSpPr>
        <p:spPr bwMode="gray">
          <a:xfrm>
            <a:off x="2828764" y="3573016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43" name="AutoShape 33"/>
          <p:cNvSpPr>
            <a:spLocks noChangeArrowheads="1"/>
          </p:cNvSpPr>
          <p:nvPr userDrawn="1"/>
        </p:nvSpPr>
        <p:spPr bwMode="gray">
          <a:xfrm>
            <a:off x="4376936" y="356523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0cm</a:t>
            </a:r>
          </a:p>
        </p:txBody>
      </p:sp>
      <p:sp>
        <p:nvSpPr>
          <p:cNvPr id="44" name="AutoShape 33"/>
          <p:cNvSpPr>
            <a:spLocks noChangeArrowheads="1"/>
          </p:cNvSpPr>
          <p:nvPr userDrawn="1"/>
        </p:nvSpPr>
        <p:spPr bwMode="gray">
          <a:xfrm>
            <a:off x="5925108" y="356523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45" name="AutoShape 33"/>
          <p:cNvSpPr>
            <a:spLocks noChangeArrowheads="1"/>
          </p:cNvSpPr>
          <p:nvPr userDrawn="1"/>
        </p:nvSpPr>
        <p:spPr bwMode="gray">
          <a:xfrm>
            <a:off x="8517396" y="356523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11.50cm</a:t>
            </a:r>
          </a:p>
        </p:txBody>
      </p:sp>
      <p:sp>
        <p:nvSpPr>
          <p:cNvPr id="46" name="AutoShape 33"/>
          <p:cNvSpPr>
            <a:spLocks noChangeArrowheads="1"/>
          </p:cNvSpPr>
          <p:nvPr userDrawn="1"/>
        </p:nvSpPr>
        <p:spPr bwMode="gray">
          <a:xfrm>
            <a:off x="4989004" y="4825375"/>
            <a:ext cx="1152190" cy="3318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3600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sz="1600">
                <a:solidFill>
                  <a:schemeClr val="tx2"/>
                </a:solidFill>
                <a:latin typeface="+mn-ea"/>
                <a:ea typeface="+mn-ea"/>
              </a:rPr>
              <a:t>4.30cm</a:t>
            </a:r>
          </a:p>
        </p:txBody>
      </p:sp>
      <p:sp>
        <p:nvSpPr>
          <p:cNvPr id="48" name="タイトル 1"/>
          <p:cNvSpPr>
            <a:spLocks noGrp="1"/>
          </p:cNvSpPr>
          <p:nvPr>
            <p:ph type="title"/>
          </p:nvPr>
        </p:nvSpPr>
        <p:spPr bwMode="gray">
          <a:xfrm>
            <a:off x="272480" y="152636"/>
            <a:ext cx="9361040" cy="3960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9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437276" y="6592267"/>
            <a:ext cx="2311400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b="1">
                <a:solidFill>
                  <a:srgbClr val="4D4D4D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6" name="フッター プレースホルダー 2"/>
          <p:cNvSpPr>
            <a:spLocks noGrp="1"/>
          </p:cNvSpPr>
          <p:nvPr>
            <p:ph type="ftr" sz="quarter" idx="3"/>
          </p:nvPr>
        </p:nvSpPr>
        <p:spPr>
          <a:xfrm>
            <a:off x="92460" y="6575112"/>
            <a:ext cx="632346" cy="2022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36000" rIns="0" bIns="18000" anchor="ctr" anchorCtr="0"/>
          <a:lstStyle>
            <a:lvl1pPr algn="ctr">
              <a:lnSpc>
                <a:spcPct val="120000"/>
              </a:lnSpc>
              <a:defRPr sz="8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en-US" altLang="ja-JP"/>
              <a:t>#J18031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4465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272480" y="152636"/>
            <a:ext cx="9361040" cy="39604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2050" name="Picture 2" descr="\\ts01\disk8\サイプレス\サイプレスロゴ\TIFFファイル\cypress_mono1.tif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576" y="6633356"/>
            <a:ext cx="688848" cy="16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29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663" r:id="rId2"/>
    <p:sldLayoutId id="2147483712" r:id="rId3"/>
    <p:sldLayoutId id="2147483725" r:id="rId4"/>
    <p:sldLayoutId id="2147483698" r:id="rId5"/>
    <p:sldLayoutId id="2147483714" r:id="rId6"/>
    <p:sldLayoutId id="2147483699" r:id="rId7"/>
    <p:sldLayoutId id="2147483700" r:id="rId8"/>
    <p:sldLayoutId id="2147483726" r:id="rId9"/>
    <p:sldLayoutId id="2147483716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ea"/>
          <a:ea typeface="+mj-ea"/>
          <a:cs typeface="メイリオ" pitchFamily="50" charset="-12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0C44A-D30A-6B24-ECBB-B5F141161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A956D4-6F22-8C5A-6B48-3A83E1F1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海上入出荷計画業務システム（千葉）　</a:t>
            </a:r>
            <a:r>
              <a:rPr kumimoji="1" lang="en-US" altLang="ja-JP" dirty="0"/>
              <a:t>2026</a:t>
            </a:r>
            <a:r>
              <a:rPr kumimoji="1" lang="ja-JP" altLang="en-US" dirty="0"/>
              <a:t>年度スケジュール案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D94CCE1-87F4-9B88-D4B9-A7A1F8FD57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71755" y="6565139"/>
            <a:ext cx="2311400" cy="257113"/>
          </a:xfrm>
        </p:spPr>
        <p:txBody>
          <a:bodyPr/>
          <a:lstStyle/>
          <a:p>
            <a:fld id="{FB3508C7-2FE0-4945-9CBD-863E05F850D2}" type="slidenum">
              <a:rPr lang="ja-JP" altLang="en-US" smtClean="0"/>
              <a:pPr/>
              <a:t>0</a:t>
            </a:fld>
            <a:endParaRPr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BD2255AE-4633-D3D3-C7E8-92A9B0389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356002"/>
              </p:ext>
            </p:extLst>
          </p:nvPr>
        </p:nvGraphicFramePr>
        <p:xfrm>
          <a:off x="272480" y="1373655"/>
          <a:ext cx="9376828" cy="4368176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742370524"/>
                    </a:ext>
                  </a:extLst>
                </a:gridCol>
                <a:gridCol w="265053">
                  <a:extLst>
                    <a:ext uri="{9D8B030D-6E8A-4147-A177-3AD203B41FA5}">
                      <a16:colId xmlns:a16="http://schemas.microsoft.com/office/drawing/2014/main" val="2208389470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2039061066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2771833822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690728503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1884895403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3387628194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588933082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3519061380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368879522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732221293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1412338964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320685973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3617969057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3739937333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352048128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326254358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3917926945"/>
                    </a:ext>
                  </a:extLst>
                </a:gridCol>
                <a:gridCol w="523735">
                  <a:extLst>
                    <a:ext uri="{9D8B030D-6E8A-4147-A177-3AD203B41FA5}">
                      <a16:colId xmlns:a16="http://schemas.microsoft.com/office/drawing/2014/main" val="3747837909"/>
                    </a:ext>
                  </a:extLst>
                </a:gridCol>
              </a:tblGrid>
              <a:tr h="260524">
                <a:tc rowSpan="2">
                  <a:txBody>
                    <a:bodyPr/>
                    <a:lstStyle/>
                    <a:p>
                      <a:pPr algn="ctr"/>
                      <a:endParaRPr kumimoji="1" lang="en-US" altLang="ja-JP" sz="120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/>
                        <a:t>2026</a:t>
                      </a:r>
                      <a:r>
                        <a:rPr kumimoji="1" lang="ja-JP" altLang="en-US" sz="1100" dirty="0"/>
                        <a:t>年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kumimoji="1" lang="en-US" altLang="ja-JP" sz="1100" dirty="0"/>
                        <a:t>2027</a:t>
                      </a:r>
                      <a:r>
                        <a:rPr kumimoji="1" lang="ja-JP" altLang="en-US" sz="1100" dirty="0"/>
                        <a:t>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24800507"/>
                  </a:ext>
                </a:extLst>
              </a:tr>
              <a:tr h="289412"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/>
                        <a:t>4</a:t>
                      </a:r>
                      <a:r>
                        <a:rPr kumimoji="1" lang="ja-JP" altLang="en-US" sz="105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5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6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7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8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/>
                        <a:t>9</a:t>
                      </a:r>
                      <a:r>
                        <a:rPr kumimoji="1" lang="ja-JP" altLang="en-US" sz="100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11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12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/>
                        <a:t>１月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/>
                        <a:t>２月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/>
                        <a:t>３月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4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5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6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7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8</a:t>
                      </a:r>
                      <a:r>
                        <a:rPr kumimoji="1" lang="ja-JP" altLang="en-US" sz="1000" dirty="0"/>
                        <a:t>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3935342"/>
                  </a:ext>
                </a:extLst>
              </a:tr>
              <a:tr h="783603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イベント</a:t>
                      </a:r>
                      <a:endParaRPr kumimoji="1" lang="en-US" altLang="ja-JP" sz="1200"/>
                    </a:p>
                  </a:txBody>
                  <a:tcPr vert="eaVert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en-US" altLang="ja-JP" sz="12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252045"/>
                  </a:ext>
                </a:extLst>
              </a:tr>
              <a:tr h="781573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出光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20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69041"/>
                  </a:ext>
                </a:extLst>
              </a:tr>
              <a:tr h="781573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開発概要・千葉</a:t>
                      </a:r>
                      <a:endParaRPr kumimoji="1" lang="en-US" altLang="ja-JP" sz="12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エンジン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267108"/>
                  </a:ext>
                </a:extLst>
              </a:tr>
              <a:tr h="1430104"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20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画面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 dirty="0">
                        <a:highlight>
                          <a:srgbClr val="FFFFFF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513422"/>
                  </a:ext>
                </a:extLst>
              </a:tr>
            </a:tbl>
          </a:graphicData>
        </a:graphic>
      </p:graphicFrame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9FAC7673-C1C1-14CE-34B5-1293759E86B5}"/>
              </a:ext>
            </a:extLst>
          </p:cNvPr>
          <p:cNvSpPr/>
          <p:nvPr/>
        </p:nvSpPr>
        <p:spPr bwMode="auto">
          <a:xfrm>
            <a:off x="734689" y="3563188"/>
            <a:ext cx="241512" cy="2047612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0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移行計画検討</a:t>
            </a:r>
            <a:endParaRPr kumimoji="1" lang="en-US" altLang="ja-JP" sz="10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6413EE89-287B-BD02-9E57-D3D9AC4C0230}"/>
              </a:ext>
            </a:extLst>
          </p:cNvPr>
          <p:cNvSpPr/>
          <p:nvPr/>
        </p:nvSpPr>
        <p:spPr bwMode="auto">
          <a:xfrm>
            <a:off x="974533" y="3563183"/>
            <a:ext cx="282535" cy="2047612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0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検証環境構築</a:t>
            </a:r>
            <a:endParaRPr kumimoji="1" lang="en-US" altLang="ja-JP" sz="10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15BF4E51-3668-AC87-4588-57C7576D2A42}"/>
              </a:ext>
            </a:extLst>
          </p:cNvPr>
          <p:cNvSpPr/>
          <p:nvPr/>
        </p:nvSpPr>
        <p:spPr bwMode="auto">
          <a:xfrm>
            <a:off x="1264610" y="2720689"/>
            <a:ext cx="335546" cy="2890106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05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マスタ移行</a:t>
            </a:r>
            <a:endParaRPr kumimoji="1" lang="en-US" altLang="ja-JP" sz="105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D9FA2968-665F-B010-1AFF-4969038488AA}"/>
              </a:ext>
            </a:extLst>
          </p:cNvPr>
          <p:cNvSpPr/>
          <p:nvPr/>
        </p:nvSpPr>
        <p:spPr bwMode="auto">
          <a:xfrm>
            <a:off x="1600156" y="2720689"/>
            <a:ext cx="250339" cy="2890106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05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データ移行</a:t>
            </a:r>
            <a:endParaRPr kumimoji="1" lang="en-US" altLang="ja-JP" sz="105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0" name="矢印: 五方向 19">
            <a:extLst>
              <a:ext uri="{FF2B5EF4-FFF2-40B4-BE49-F238E27FC236}">
                <a16:creationId xmlns:a16="http://schemas.microsoft.com/office/drawing/2014/main" id="{F97928C0-4982-B25C-A192-2C7911BE53A5}"/>
              </a:ext>
            </a:extLst>
          </p:cNvPr>
          <p:cNvSpPr/>
          <p:nvPr/>
        </p:nvSpPr>
        <p:spPr bwMode="auto">
          <a:xfrm>
            <a:off x="1859054" y="3563188"/>
            <a:ext cx="1047795" cy="2047607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アプリケーション改造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65C8394B-01A4-C5F6-80E6-6006E5EFD5F2}"/>
              </a:ext>
            </a:extLst>
          </p:cNvPr>
          <p:cNvSpPr/>
          <p:nvPr/>
        </p:nvSpPr>
        <p:spPr bwMode="auto">
          <a:xfrm>
            <a:off x="3894841" y="5028810"/>
            <a:ext cx="4144002" cy="515577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改造①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2" name="矢印: 五方向 21">
            <a:extLst>
              <a:ext uri="{FF2B5EF4-FFF2-40B4-BE49-F238E27FC236}">
                <a16:creationId xmlns:a16="http://schemas.microsoft.com/office/drawing/2014/main" id="{C9CE1BC9-BB0D-02B2-144D-ABA04E2DCD74}"/>
              </a:ext>
            </a:extLst>
          </p:cNvPr>
          <p:cNvSpPr/>
          <p:nvPr/>
        </p:nvSpPr>
        <p:spPr bwMode="auto">
          <a:xfrm>
            <a:off x="5960963" y="4329201"/>
            <a:ext cx="252716" cy="515577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改造②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1B62C445-3F95-DC4F-7CB1-0857C0A2E8DE}"/>
              </a:ext>
            </a:extLst>
          </p:cNvPr>
          <p:cNvSpPr/>
          <p:nvPr/>
        </p:nvSpPr>
        <p:spPr bwMode="auto">
          <a:xfrm>
            <a:off x="6213678" y="4337972"/>
            <a:ext cx="805423" cy="296220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改造③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4" name="矢印: 五方向 23">
            <a:extLst>
              <a:ext uri="{FF2B5EF4-FFF2-40B4-BE49-F238E27FC236}">
                <a16:creationId xmlns:a16="http://schemas.microsoft.com/office/drawing/2014/main" id="{0BFD99E9-4D8B-76B0-1387-2E28FDD2B995}"/>
              </a:ext>
            </a:extLst>
          </p:cNvPr>
          <p:cNvSpPr/>
          <p:nvPr/>
        </p:nvSpPr>
        <p:spPr bwMode="auto">
          <a:xfrm>
            <a:off x="7027634" y="4331224"/>
            <a:ext cx="502716" cy="296220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改造④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5" name="矢印: 五方向 24">
            <a:extLst>
              <a:ext uri="{FF2B5EF4-FFF2-40B4-BE49-F238E27FC236}">
                <a16:creationId xmlns:a16="http://schemas.microsoft.com/office/drawing/2014/main" id="{C0FD53BD-2140-192A-6A37-1BB41B90A3F1}"/>
              </a:ext>
            </a:extLst>
          </p:cNvPr>
          <p:cNvSpPr/>
          <p:nvPr/>
        </p:nvSpPr>
        <p:spPr bwMode="auto">
          <a:xfrm>
            <a:off x="7536127" y="4331224"/>
            <a:ext cx="502716" cy="296220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改造⑤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6" name="矢印: 五方向 25">
            <a:extLst>
              <a:ext uri="{FF2B5EF4-FFF2-40B4-BE49-F238E27FC236}">
                <a16:creationId xmlns:a16="http://schemas.microsoft.com/office/drawing/2014/main" id="{D86F8EAB-A471-3F42-732B-228252B0B5F6}"/>
              </a:ext>
            </a:extLst>
          </p:cNvPr>
          <p:cNvSpPr/>
          <p:nvPr/>
        </p:nvSpPr>
        <p:spPr bwMode="auto">
          <a:xfrm>
            <a:off x="8081642" y="3496780"/>
            <a:ext cx="147855" cy="2047607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0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システムテスト</a:t>
            </a:r>
            <a:endParaRPr kumimoji="1" lang="en-US" altLang="ja-JP" sz="10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7" name="矢印: 五方向 26">
            <a:extLst>
              <a:ext uri="{FF2B5EF4-FFF2-40B4-BE49-F238E27FC236}">
                <a16:creationId xmlns:a16="http://schemas.microsoft.com/office/drawing/2014/main" id="{3DC47964-90DB-D5F3-AE95-384D6F7EE13E}"/>
              </a:ext>
            </a:extLst>
          </p:cNvPr>
          <p:cNvSpPr/>
          <p:nvPr/>
        </p:nvSpPr>
        <p:spPr bwMode="auto">
          <a:xfrm>
            <a:off x="3861177" y="2878948"/>
            <a:ext cx="799647" cy="2056910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ユーザテスト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8" name="矢印: 五方向 27">
            <a:extLst>
              <a:ext uri="{FF2B5EF4-FFF2-40B4-BE49-F238E27FC236}">
                <a16:creationId xmlns:a16="http://schemas.microsoft.com/office/drawing/2014/main" id="{BDFF7E19-0A5B-AD76-BF98-4670563566D7}"/>
              </a:ext>
            </a:extLst>
          </p:cNvPr>
          <p:cNvSpPr/>
          <p:nvPr/>
        </p:nvSpPr>
        <p:spPr bwMode="auto">
          <a:xfrm>
            <a:off x="5163002" y="2874815"/>
            <a:ext cx="273282" cy="2033902"/>
          </a:xfrm>
          <a:prstGeom prst="homePlate">
            <a:avLst>
              <a:gd name="adj" fmla="val 19093"/>
            </a:avLst>
          </a:prstGeom>
          <a:solidFill>
            <a:srgbClr val="7030A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初期流動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9" name="矢印: 五方向 28">
            <a:extLst>
              <a:ext uri="{FF2B5EF4-FFF2-40B4-BE49-F238E27FC236}">
                <a16:creationId xmlns:a16="http://schemas.microsoft.com/office/drawing/2014/main" id="{EADAEB9F-946A-C1AE-B00D-E22DDC64949D}"/>
              </a:ext>
            </a:extLst>
          </p:cNvPr>
          <p:cNvSpPr/>
          <p:nvPr/>
        </p:nvSpPr>
        <p:spPr bwMode="auto">
          <a:xfrm>
            <a:off x="4660824" y="2878188"/>
            <a:ext cx="502178" cy="2047608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千葉</a:t>
            </a:r>
            <a:r>
              <a:rPr kumimoji="1"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切替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0" name="フローチャート: 抜出し 39">
            <a:extLst>
              <a:ext uri="{FF2B5EF4-FFF2-40B4-BE49-F238E27FC236}">
                <a16:creationId xmlns:a16="http://schemas.microsoft.com/office/drawing/2014/main" id="{22B88587-8934-EA13-8B2A-6856962C2DA1}"/>
              </a:ext>
            </a:extLst>
          </p:cNvPr>
          <p:cNvSpPr/>
          <p:nvPr/>
        </p:nvSpPr>
        <p:spPr bwMode="auto">
          <a:xfrm>
            <a:off x="5067938" y="2166786"/>
            <a:ext cx="144016" cy="144016"/>
          </a:xfrm>
          <a:prstGeom prst="flowChartExtract">
            <a:avLst/>
          </a:prstGeom>
          <a:solidFill>
            <a:schemeClr val="accent3"/>
          </a:solidFill>
          <a:ln w="6350">
            <a:solidFill>
              <a:schemeClr val="tx1"/>
            </a:solidFill>
          </a:ln>
          <a:effectLst/>
        </p:spPr>
        <p:txBody>
    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ts val="600"/>
              </a:spcAft>
            </a:pPr>
            <a:endParaRPr kumimoji="1" lang="ja-JP" altLang="en-US" sz="1600">
              <a:solidFill>
                <a:srgbClr val="4D4D4D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F3728E5-9C63-0F42-5A30-71F85014F230}"/>
              </a:ext>
            </a:extLst>
          </p:cNvPr>
          <p:cNvSpPr txBox="1"/>
          <p:nvPr/>
        </p:nvSpPr>
        <p:spPr>
          <a:xfrm>
            <a:off x="4962128" y="2319587"/>
            <a:ext cx="4129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b="1" dirty="0"/>
              <a:t>切替</a:t>
            </a:r>
          </a:p>
        </p:txBody>
      </p:sp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E8A376F5-B3F2-0751-DEBC-6DA1C91795C0}"/>
              </a:ext>
            </a:extLst>
          </p:cNvPr>
          <p:cNvSpPr/>
          <p:nvPr/>
        </p:nvSpPr>
        <p:spPr bwMode="auto">
          <a:xfrm>
            <a:off x="1863372" y="2916374"/>
            <a:ext cx="1997805" cy="294534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05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マスタ</a:t>
            </a:r>
            <a:r>
              <a:rPr lang="ja-JP" altLang="en-US" sz="105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調整</a:t>
            </a:r>
            <a:endParaRPr kumimoji="1" lang="en-US" altLang="ja-JP" sz="105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FCFFF83-20EA-4582-DCC0-7D11477657B9}"/>
              </a:ext>
            </a:extLst>
          </p:cNvPr>
          <p:cNvSpPr txBox="1"/>
          <p:nvPr/>
        </p:nvSpPr>
        <p:spPr>
          <a:xfrm>
            <a:off x="384156" y="865704"/>
            <a:ext cx="8375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「北海道</a:t>
            </a:r>
            <a:r>
              <a:rPr lang="en-US" altLang="ja-JP" dirty="0"/>
              <a:t>64bit</a:t>
            </a:r>
            <a:r>
              <a:rPr lang="ja-JP" altLang="en-US" dirty="0"/>
              <a:t>版移行対応」＋「</a:t>
            </a:r>
            <a:r>
              <a:rPr lang="zh-TW" altLang="en-US" dirty="0"/>
              <a:t>機能追加対応</a:t>
            </a:r>
            <a:r>
              <a:rPr lang="ja-JP" altLang="en-US" dirty="0"/>
              <a:t>」を合わせたスケジュール案</a:t>
            </a:r>
            <a:endParaRPr kumimoji="1" lang="ja-JP" altLang="en-US" dirty="0"/>
          </a:p>
        </p:txBody>
      </p:sp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884EB831-FF59-550B-BB23-2C1E2C11323A}"/>
              </a:ext>
            </a:extLst>
          </p:cNvPr>
          <p:cNvSpPr/>
          <p:nvPr/>
        </p:nvSpPr>
        <p:spPr bwMode="auto">
          <a:xfrm>
            <a:off x="2925904" y="3563187"/>
            <a:ext cx="936960" cy="2047607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1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システムテスト</a:t>
            </a:r>
            <a:endParaRPr kumimoji="1" lang="en-US" altLang="ja-JP" sz="11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" name="矢印: 五方向 9">
            <a:extLst>
              <a:ext uri="{FF2B5EF4-FFF2-40B4-BE49-F238E27FC236}">
                <a16:creationId xmlns:a16="http://schemas.microsoft.com/office/drawing/2014/main" id="{0401DDD6-6AAE-2F1A-EBCF-10D217F1663E}"/>
              </a:ext>
            </a:extLst>
          </p:cNvPr>
          <p:cNvSpPr/>
          <p:nvPr/>
        </p:nvSpPr>
        <p:spPr bwMode="auto">
          <a:xfrm>
            <a:off x="8384896" y="2786791"/>
            <a:ext cx="207995" cy="2757902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lang="ja-JP" altLang="en-US" sz="10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リリース</a:t>
            </a:r>
            <a:endParaRPr kumimoji="1" lang="en-US" altLang="ja-JP" sz="10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D2F9D20D-A635-0BD2-83AF-D2FB8111EA92}"/>
              </a:ext>
            </a:extLst>
          </p:cNvPr>
          <p:cNvSpPr/>
          <p:nvPr/>
        </p:nvSpPr>
        <p:spPr bwMode="auto">
          <a:xfrm>
            <a:off x="8229498" y="3487477"/>
            <a:ext cx="147856" cy="2056910"/>
          </a:xfrm>
          <a:prstGeom prst="homePlate">
            <a:avLst>
              <a:gd name="adj" fmla="val 19093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eaVert" wrap="none" lIns="108000" tIns="108000" rIns="108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440"/>
              </a:lnSpc>
              <a:spcBef>
                <a:spcPct val="0"/>
              </a:spcBef>
            </a:pPr>
            <a:r>
              <a:rPr kumimoji="1" lang="ja-JP" altLang="en-US" sz="1000" b="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ユーザテスト</a:t>
            </a:r>
            <a:endParaRPr kumimoji="1" lang="en-US" altLang="ja-JP" sz="1000" b="1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866245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Design">
  <a:themeElements>
    <a:clrScheme name="PowerPoint Design 2017">
      <a:dk1>
        <a:srgbClr val="4D4D4D"/>
      </a:dk1>
      <a:lt1>
        <a:srgbClr val="FFFFFF"/>
      </a:lt1>
      <a:dk2>
        <a:srgbClr val="0071BC"/>
      </a:dk2>
      <a:lt2>
        <a:srgbClr val="E2F1FA"/>
      </a:lt2>
      <a:accent1>
        <a:srgbClr val="00395E"/>
      </a:accent1>
      <a:accent2>
        <a:srgbClr val="0071BC"/>
      </a:accent2>
      <a:accent3>
        <a:srgbClr val="FF5050"/>
      </a:accent3>
      <a:accent4>
        <a:srgbClr val="FF9596"/>
      </a:accent4>
      <a:accent5>
        <a:srgbClr val="EAEAEA"/>
      </a:accent5>
      <a:accent6>
        <a:srgbClr val="AFAFAF"/>
      </a:accent6>
      <a:hlink>
        <a:srgbClr val="2FADFF"/>
      </a:hlink>
      <a:folHlink>
        <a:srgbClr val="00395E"/>
      </a:folHlink>
    </a:clrScheme>
    <a:fontScheme name="PowerPoint Design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6350">
          <a:solidFill>
            <a:schemeClr val="tx1"/>
          </a:solidFill>
        </a:ln>
        <a:effectLst/>
      </a:spPr>
      <a:bodyPr rot="0" spcFirstLastPara="0" vertOverflow="overflow" horzOverflow="overflow" vert="horz" wrap="square" lIns="108000" tIns="108000" rIns="108000" bIns="90000" numCol="1" spcCol="0" rtlCol="0" fromWordArt="0" anchor="ctr" anchorCtr="0" forceAA="0" compatLnSpc="1">
        <a:prstTxWarp prst="textNoShape">
          <a:avLst/>
        </a:prstTxWarp>
        <a:spAutoFit/>
      </a:bodyPr>
      <a:lstStyle>
        <a:defPPr algn="just">
          <a:lnSpc>
            <a:spcPct val="140000"/>
          </a:lnSpc>
          <a:spcBef>
            <a:spcPct val="0"/>
          </a:spcBef>
          <a:spcAft>
            <a:spcPts val="600"/>
          </a:spcAft>
          <a:defRPr kumimoji="1" sz="1600" dirty="0" smtClean="0">
            <a:solidFill>
              <a:srgbClr val="4D4D4D"/>
            </a:solidFill>
            <a:latin typeface="メイリオ" pitchFamily="50" charset="-128"/>
            <a:ea typeface="メイリオ" pitchFamily="50" charset="-128"/>
            <a:cs typeface="メイリオ" pitchFamily="50" charset="-128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d442da-66a9-4fa6-ba31-eb0d54ad138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B207C222D4A704392DD812ABE7F848A" ma:contentTypeVersion="10" ma:contentTypeDescription="新しいドキュメントを作成します。" ma:contentTypeScope="" ma:versionID="b7644d4de02ded20394603be2720d07a">
  <xsd:schema xmlns:xsd="http://www.w3.org/2001/XMLSchema" xmlns:xs="http://www.w3.org/2001/XMLSchema" xmlns:p="http://schemas.microsoft.com/office/2006/metadata/properties" xmlns:ns2="2fd442da-66a9-4fa6-ba31-eb0d54ad1381" targetNamespace="http://schemas.microsoft.com/office/2006/metadata/properties" ma:root="true" ma:fieldsID="2cb02ba061cb2e2c8687b06261905403" ns2:_="">
    <xsd:import namespace="2fd442da-66a9-4fa6-ba31-eb0d54ad13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442da-66a9-4fa6-ba31-eb0d54ad13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a5fcdd6f-42ce-4fb7-9ce2-d9614ea932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3890BE-2534-4BC3-B2B9-472646B4C2F4}">
  <ds:schemaRefs>
    <ds:schemaRef ds:uri="9b706657-abf8-4c5a-8f3a-fbe1d0d02aba"/>
    <ds:schemaRef ds:uri="b18a18ac-cd84-4b43-ba64-64797f15643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E5A5520-3D12-4C42-AA42-43A8B4F8DDB8}"/>
</file>

<file path=customXml/itemProps3.xml><?xml version="1.0" encoding="utf-8"?>
<ds:datastoreItem xmlns:ds="http://schemas.openxmlformats.org/officeDocument/2006/customXml" ds:itemID="{67E8DEEE-DDFF-47D5-A930-B9D3D7C246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</TotalTime>
  <Words>108</Words>
  <Application>Microsoft Office PowerPoint</Application>
  <PresentationFormat>A4 210 x 297 mm</PresentationFormat>
  <Paragraphs>47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メイリオ</vt:lpstr>
      <vt:lpstr>Arial</vt:lpstr>
      <vt:lpstr>Calibri</vt:lpstr>
      <vt:lpstr>PowerPoint Design</vt:lpstr>
      <vt:lpstr>海上入出荷計画業務システム（千葉）　2026年度スケジュール案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Design デザイン・テンプレート</dc:title>
  <dc:creator>鈴木　春人</dc:creator>
  <cp:lastModifiedBy>井上 ゆき</cp:lastModifiedBy>
  <cp:revision>8</cp:revision>
  <dcterms:created xsi:type="dcterms:W3CDTF">2013-06-19T15:30:58Z</dcterms:created>
  <dcterms:modified xsi:type="dcterms:W3CDTF">2025-12-12T00:20:21Z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0x0101008B207C222D4A704392DD812ABE7F848A</vt:lpwstr>
  </property>
  <property fmtid="{D5CDD505-2E9C-101B-9397-08002B2CF9AE}" pid="3" name="MediaServiceImageTags">
    <vt:lpwstr/>
  </property>
</Properties>
</file>