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24"/>
  </p:notesMasterIdLst>
  <p:sldIdLst>
    <p:sldId id="256" r:id="rId5"/>
    <p:sldId id="262" r:id="rId6"/>
    <p:sldId id="303" r:id="rId7"/>
    <p:sldId id="260" r:id="rId8"/>
    <p:sldId id="302" r:id="rId9"/>
    <p:sldId id="304" r:id="rId10"/>
    <p:sldId id="298" r:id="rId11"/>
    <p:sldId id="301" r:id="rId12"/>
    <p:sldId id="291" r:id="rId13"/>
    <p:sldId id="290" r:id="rId14"/>
    <p:sldId id="300" r:id="rId15"/>
    <p:sldId id="288" r:id="rId16"/>
    <p:sldId id="296" r:id="rId17"/>
    <p:sldId id="295" r:id="rId18"/>
    <p:sldId id="289" r:id="rId19"/>
    <p:sldId id="292" r:id="rId20"/>
    <p:sldId id="294" r:id="rId21"/>
    <p:sldId id="293" r:id="rId22"/>
    <p:sldId id="299"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B4B2"/>
    <a:srgbClr val="4472C4"/>
    <a:srgbClr val="E9ECF3"/>
    <a:srgbClr val="FF0066"/>
    <a:srgbClr val="CC99FF"/>
    <a:srgbClr val="FFFFFF"/>
    <a:srgbClr val="CFD5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329CA0-1254-4DB2-9B94-A62833791CD5}" v="129" dt="2024-09-04T08:10:44.00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康二 野村" userId="acaa808a-f809-4ef9-8028-a2ce14b82415" providerId="ADAL" clId="{0A07F177-850D-4B51-8CCF-3D28A186CDD4}"/>
    <pc:docChg chg="modSld">
      <pc:chgData name="康二 野村" userId="acaa808a-f809-4ef9-8028-a2ce14b82415" providerId="ADAL" clId="{0A07F177-850D-4B51-8CCF-3D28A186CDD4}" dt="2024-08-30T00:40:19.465" v="29" actId="255"/>
      <pc:docMkLst>
        <pc:docMk/>
      </pc:docMkLst>
      <pc:sldChg chg="modSp">
        <pc:chgData name="康二 野村" userId="acaa808a-f809-4ef9-8028-a2ce14b82415" providerId="ADAL" clId="{0A07F177-850D-4B51-8CCF-3D28A186CDD4}" dt="2024-08-30T00:35:06.786" v="2" actId="20577"/>
        <pc:sldMkLst>
          <pc:docMk/>
          <pc:sldMk cId="621306742" sldId="292"/>
        </pc:sldMkLst>
        <pc:spChg chg="mod">
          <ac:chgData name="康二 野村" userId="acaa808a-f809-4ef9-8028-a2ce14b82415" providerId="ADAL" clId="{0A07F177-850D-4B51-8CCF-3D28A186CDD4}" dt="2024-08-30T00:35:06.786" v="2" actId="20577"/>
          <ac:spMkLst>
            <pc:docMk/>
            <pc:sldMk cId="621306742" sldId="292"/>
            <ac:spMk id="5" creationId="{DF426062-DB20-F810-1F0B-A1469E4FF871}"/>
          </ac:spMkLst>
        </pc:spChg>
      </pc:sldChg>
      <pc:sldChg chg="modSp">
        <pc:chgData name="康二 野村" userId="acaa808a-f809-4ef9-8028-a2ce14b82415" providerId="ADAL" clId="{0A07F177-850D-4B51-8CCF-3D28A186CDD4}" dt="2024-08-30T00:32:30.599" v="0" actId="14100"/>
        <pc:sldMkLst>
          <pc:docMk/>
          <pc:sldMk cId="978315202" sldId="296"/>
        </pc:sldMkLst>
        <pc:spChg chg="mod">
          <ac:chgData name="康二 野村" userId="acaa808a-f809-4ef9-8028-a2ce14b82415" providerId="ADAL" clId="{0A07F177-850D-4B51-8CCF-3D28A186CDD4}" dt="2024-08-30T00:32:30.599" v="0" actId="14100"/>
          <ac:spMkLst>
            <pc:docMk/>
            <pc:sldMk cId="978315202" sldId="296"/>
            <ac:spMk id="29" creationId="{EEB31F7E-FEF0-9D39-9012-DC0F8AACC1FE}"/>
          </ac:spMkLst>
        </pc:spChg>
      </pc:sldChg>
      <pc:sldChg chg="modSp">
        <pc:chgData name="康二 野村" userId="acaa808a-f809-4ef9-8028-a2ce14b82415" providerId="ADAL" clId="{0A07F177-850D-4B51-8CCF-3D28A186CDD4}" dt="2024-08-30T00:40:19.465" v="29" actId="255"/>
        <pc:sldMkLst>
          <pc:docMk/>
          <pc:sldMk cId="3038568754" sldId="299"/>
        </pc:sldMkLst>
        <pc:spChg chg="mod">
          <ac:chgData name="康二 野村" userId="acaa808a-f809-4ef9-8028-a2ce14b82415" providerId="ADAL" clId="{0A07F177-850D-4B51-8CCF-3D28A186CDD4}" dt="2024-08-30T00:40:00.894" v="28" actId="20577"/>
          <ac:spMkLst>
            <pc:docMk/>
            <pc:sldMk cId="3038568754" sldId="299"/>
            <ac:spMk id="2" creationId="{00000000-0000-0000-0000-000000000000}"/>
          </ac:spMkLst>
        </pc:spChg>
        <pc:spChg chg="mod">
          <ac:chgData name="康二 野村" userId="acaa808a-f809-4ef9-8028-a2ce14b82415" providerId="ADAL" clId="{0A07F177-850D-4B51-8CCF-3D28A186CDD4}" dt="2024-08-30T00:40:19.465" v="29" actId="255"/>
          <ac:spMkLst>
            <pc:docMk/>
            <pc:sldMk cId="3038568754" sldId="299"/>
            <ac:spMk id="4" creationId="{FE85821C-7E1E-EF27-94A4-9BAD050CB86F}"/>
          </ac:spMkLst>
        </pc:spChg>
      </pc:sldChg>
    </pc:docChg>
  </pc:docChgLst>
  <pc:docChgLst>
    <pc:chgData name="川名翔太" userId="902a1c22-1104-4fc2-ba41-1ee47f89ed5e" providerId="ADAL" clId="{AD329CA0-1254-4DB2-9B94-A62833791CD5}"/>
    <pc:docChg chg="undo custSel modSld">
      <pc:chgData name="川名翔太" userId="902a1c22-1104-4fc2-ba41-1ee47f89ed5e" providerId="ADAL" clId="{AD329CA0-1254-4DB2-9B94-A62833791CD5}" dt="2024-09-04T08:10:44.004" v="128" actId="14100"/>
      <pc:docMkLst>
        <pc:docMk/>
      </pc:docMkLst>
      <pc:sldChg chg="modSp mod">
        <pc:chgData name="川名翔太" userId="902a1c22-1104-4fc2-ba41-1ee47f89ed5e" providerId="ADAL" clId="{AD329CA0-1254-4DB2-9B94-A62833791CD5}" dt="2024-09-04T08:09:31.075" v="9" actId="1076"/>
        <pc:sldMkLst>
          <pc:docMk/>
          <pc:sldMk cId="3141178388" sldId="291"/>
        </pc:sldMkLst>
        <pc:spChg chg="mod">
          <ac:chgData name="川名翔太" userId="902a1c22-1104-4fc2-ba41-1ee47f89ed5e" providerId="ADAL" clId="{AD329CA0-1254-4DB2-9B94-A62833791CD5}" dt="2024-09-04T08:09:31.075" v="9" actId="1076"/>
          <ac:spMkLst>
            <pc:docMk/>
            <pc:sldMk cId="3141178388" sldId="291"/>
            <ac:spMk id="7" creationId="{6D8C6C71-DD7E-C307-DEF5-C83A70B60254}"/>
          </ac:spMkLst>
        </pc:spChg>
      </pc:sldChg>
      <pc:sldChg chg="modSp mod">
        <pc:chgData name="川名翔太" userId="902a1c22-1104-4fc2-ba41-1ee47f89ed5e" providerId="ADAL" clId="{AD329CA0-1254-4DB2-9B94-A62833791CD5}" dt="2024-09-04T08:10:44.004" v="128" actId="14100"/>
        <pc:sldMkLst>
          <pc:docMk/>
          <pc:sldMk cId="3570337564" sldId="293"/>
        </pc:sldMkLst>
        <pc:spChg chg="mod">
          <ac:chgData name="川名翔太" userId="902a1c22-1104-4fc2-ba41-1ee47f89ed5e" providerId="ADAL" clId="{AD329CA0-1254-4DB2-9B94-A62833791CD5}" dt="2024-09-04T08:10:44.004" v="128" actId="14100"/>
          <ac:spMkLst>
            <pc:docMk/>
            <pc:sldMk cId="3570337564" sldId="293"/>
            <ac:spMk id="5" creationId="{7CF24D1E-3D67-2DD5-CFC7-96C490185229}"/>
          </ac:spMkLst>
        </pc:spChg>
      </pc:sldChg>
      <pc:sldChg chg="addSp modSp mod">
        <pc:chgData name="川名翔太" userId="902a1c22-1104-4fc2-ba41-1ee47f89ed5e" providerId="ADAL" clId="{AD329CA0-1254-4DB2-9B94-A62833791CD5}" dt="2024-09-04T08:10:20.816" v="121" actId="20577"/>
        <pc:sldMkLst>
          <pc:docMk/>
          <pc:sldMk cId="4044467434" sldId="294"/>
        </pc:sldMkLst>
        <pc:spChg chg="add mod">
          <ac:chgData name="川名翔太" userId="902a1c22-1104-4fc2-ba41-1ee47f89ed5e" providerId="ADAL" clId="{AD329CA0-1254-4DB2-9B94-A62833791CD5}" dt="2024-09-04T08:10:20.816" v="121" actId="20577"/>
          <ac:spMkLst>
            <pc:docMk/>
            <pc:sldMk cId="4044467434" sldId="294"/>
            <ac:spMk id="4" creationId="{6913C76D-C3B9-EEC8-6840-EFB46C751F3F}"/>
          </ac:spMkLst>
        </pc:spChg>
      </pc:sldChg>
    </pc:docChg>
  </pc:docChgLst>
  <pc:docChgLst>
    <pc:chgData name="川名翔太" userId="902a1c22-1104-4fc2-ba41-1ee47f89ed5e" providerId="ADAL" clId="{CF5B738B-B8EA-4779-B877-3645D77DD89A}"/>
    <pc:docChg chg="undo custSel addSld delSld modSld">
      <pc:chgData name="川名翔太" userId="902a1c22-1104-4fc2-ba41-1ee47f89ed5e" providerId="ADAL" clId="{CF5B738B-B8EA-4779-B877-3645D77DD89A}" dt="2024-08-30T04:45:01.686" v="3190" actId="6549"/>
      <pc:docMkLst>
        <pc:docMk/>
      </pc:docMkLst>
      <pc:sldChg chg="modSp mod">
        <pc:chgData name="川名翔太" userId="902a1c22-1104-4fc2-ba41-1ee47f89ed5e" providerId="ADAL" clId="{CF5B738B-B8EA-4779-B877-3645D77DD89A}" dt="2024-08-29T10:22:00.263" v="2151" actId="2711"/>
        <pc:sldMkLst>
          <pc:docMk/>
          <pc:sldMk cId="3958120630" sldId="256"/>
        </pc:sldMkLst>
        <pc:spChg chg="mod">
          <ac:chgData name="川名翔太" userId="902a1c22-1104-4fc2-ba41-1ee47f89ed5e" providerId="ADAL" clId="{CF5B738B-B8EA-4779-B877-3645D77DD89A}" dt="2024-08-29T10:21:53.710" v="2149" actId="2711"/>
          <ac:spMkLst>
            <pc:docMk/>
            <pc:sldMk cId="3958120630" sldId="256"/>
            <ac:spMk id="2" creationId="{85A95BB6-2D13-D24F-A314-EFFFA44DDAF1}"/>
          </ac:spMkLst>
        </pc:spChg>
        <pc:spChg chg="mod">
          <ac:chgData name="川名翔太" userId="902a1c22-1104-4fc2-ba41-1ee47f89ed5e" providerId="ADAL" clId="{CF5B738B-B8EA-4779-B877-3645D77DD89A}" dt="2024-08-29T10:21:53.722" v="2150" actId="27636"/>
          <ac:spMkLst>
            <pc:docMk/>
            <pc:sldMk cId="3958120630" sldId="256"/>
            <ac:spMk id="3" creationId="{D6448047-CEE5-2245-B601-7B450A3549F5}"/>
          </ac:spMkLst>
        </pc:spChg>
        <pc:spChg chg="mod">
          <ac:chgData name="川名翔太" userId="902a1c22-1104-4fc2-ba41-1ee47f89ed5e" providerId="ADAL" clId="{CF5B738B-B8EA-4779-B877-3645D77DD89A}" dt="2024-08-29T10:22:00.263" v="2151" actId="2711"/>
          <ac:spMkLst>
            <pc:docMk/>
            <pc:sldMk cId="3958120630" sldId="256"/>
            <ac:spMk id="6" creationId="{E2CCA44A-83DA-124D-B542-BF22EBDBF5B5}"/>
          </ac:spMkLst>
        </pc:spChg>
      </pc:sldChg>
      <pc:sldChg chg="addSp delSp modSp mod">
        <pc:chgData name="川名翔太" userId="902a1c22-1104-4fc2-ba41-1ee47f89ed5e" providerId="ADAL" clId="{CF5B738B-B8EA-4779-B877-3645D77DD89A}" dt="2024-08-29T10:41:32.282" v="2740" actId="113"/>
        <pc:sldMkLst>
          <pc:docMk/>
          <pc:sldMk cId="292093311" sldId="260"/>
        </pc:sldMkLst>
        <pc:spChg chg="mod">
          <ac:chgData name="川名翔太" userId="902a1c22-1104-4fc2-ba41-1ee47f89ed5e" providerId="ADAL" clId="{CF5B738B-B8EA-4779-B877-3645D77DD89A}" dt="2024-08-29T10:29:44.206" v="2197" actId="20577"/>
          <ac:spMkLst>
            <pc:docMk/>
            <pc:sldMk cId="292093311" sldId="260"/>
            <ac:spMk id="2" creationId="{00000000-0000-0000-0000-000000000000}"/>
          </ac:spMkLst>
        </pc:spChg>
        <pc:spChg chg="add mod">
          <ac:chgData name="川名翔太" userId="902a1c22-1104-4fc2-ba41-1ee47f89ed5e" providerId="ADAL" clId="{CF5B738B-B8EA-4779-B877-3645D77DD89A}" dt="2024-08-29T10:41:32.282" v="2740" actId="113"/>
          <ac:spMkLst>
            <pc:docMk/>
            <pc:sldMk cId="292093311" sldId="260"/>
            <ac:spMk id="4" creationId="{86E1D4F6-4BB2-29A0-9739-879B91836C5A}"/>
          </ac:spMkLst>
        </pc:spChg>
        <pc:picChg chg="add del mod">
          <ac:chgData name="川名翔太" userId="902a1c22-1104-4fc2-ba41-1ee47f89ed5e" providerId="ADAL" clId="{CF5B738B-B8EA-4779-B877-3645D77DD89A}" dt="2024-08-29T10:28:01.954" v="2183" actId="478"/>
          <ac:picMkLst>
            <pc:docMk/>
            <pc:sldMk cId="292093311" sldId="260"/>
            <ac:picMk id="5" creationId="{C89E2D74-50E3-2D12-B6C4-28575E4DA1AB}"/>
          </ac:picMkLst>
        </pc:picChg>
        <pc:picChg chg="add del mod">
          <ac:chgData name="川名翔太" userId="902a1c22-1104-4fc2-ba41-1ee47f89ed5e" providerId="ADAL" clId="{CF5B738B-B8EA-4779-B877-3645D77DD89A}" dt="2024-08-29T10:28:01.954" v="2183" actId="478"/>
          <ac:picMkLst>
            <pc:docMk/>
            <pc:sldMk cId="292093311" sldId="260"/>
            <ac:picMk id="7" creationId="{4F0FCDF3-5B34-2516-5F6B-3E6DC22D6B0F}"/>
          </ac:picMkLst>
        </pc:picChg>
        <pc:picChg chg="add mod">
          <ac:chgData name="川名翔太" userId="902a1c22-1104-4fc2-ba41-1ee47f89ed5e" providerId="ADAL" clId="{CF5B738B-B8EA-4779-B877-3645D77DD89A}" dt="2024-08-29T10:41:05.195" v="2728" actId="1076"/>
          <ac:picMkLst>
            <pc:docMk/>
            <pc:sldMk cId="292093311" sldId="260"/>
            <ac:picMk id="9" creationId="{DC267318-4900-ABC4-5A08-7DDAFC2AB8BB}"/>
          </ac:picMkLst>
        </pc:picChg>
      </pc:sldChg>
      <pc:sldChg chg="modSp mod">
        <pc:chgData name="川名翔太" userId="902a1c22-1104-4fc2-ba41-1ee47f89ed5e" providerId="ADAL" clId="{CF5B738B-B8EA-4779-B877-3645D77DD89A}" dt="2024-08-29T10:37:41.378" v="2693" actId="2710"/>
        <pc:sldMkLst>
          <pc:docMk/>
          <pc:sldMk cId="4057404559" sldId="262"/>
        </pc:sldMkLst>
        <pc:spChg chg="mod">
          <ac:chgData name="川名翔太" userId="902a1c22-1104-4fc2-ba41-1ee47f89ed5e" providerId="ADAL" clId="{CF5B738B-B8EA-4779-B877-3645D77DD89A}" dt="2024-08-29T10:37:41.378" v="2693" actId="2710"/>
          <ac:spMkLst>
            <pc:docMk/>
            <pc:sldMk cId="4057404559" sldId="262"/>
            <ac:spMk id="4" creationId="{6EE08A3A-3E2F-4DEE-ABEA-27E06DB1530C}"/>
          </ac:spMkLst>
        </pc:spChg>
      </pc:sldChg>
      <pc:sldChg chg="modSp del mod">
        <pc:chgData name="川名翔太" userId="902a1c22-1104-4fc2-ba41-1ee47f89ed5e" providerId="ADAL" clId="{CF5B738B-B8EA-4779-B877-3645D77DD89A}" dt="2024-08-29T09:25:50.126" v="33" actId="47"/>
        <pc:sldMkLst>
          <pc:docMk/>
          <pc:sldMk cId="3450135730" sldId="286"/>
        </pc:sldMkLst>
        <pc:spChg chg="mod">
          <ac:chgData name="川名翔太" userId="902a1c22-1104-4fc2-ba41-1ee47f89ed5e" providerId="ADAL" clId="{CF5B738B-B8EA-4779-B877-3645D77DD89A}" dt="2024-08-29T09:25:11.780" v="28" actId="20577"/>
          <ac:spMkLst>
            <pc:docMk/>
            <pc:sldMk cId="3450135730" sldId="286"/>
            <ac:spMk id="2" creationId="{00000000-0000-0000-0000-000000000000}"/>
          </ac:spMkLst>
        </pc:spChg>
      </pc:sldChg>
      <pc:sldChg chg="modSp mod">
        <pc:chgData name="川名翔太" userId="902a1c22-1104-4fc2-ba41-1ee47f89ed5e" providerId="ADAL" clId="{CF5B738B-B8EA-4779-B877-3645D77DD89A}" dt="2024-08-30T04:45:01.686" v="3190" actId="6549"/>
        <pc:sldMkLst>
          <pc:docMk/>
          <pc:sldMk cId="3254529596" sldId="288"/>
        </pc:sldMkLst>
        <pc:spChg chg="mod">
          <ac:chgData name="川名翔太" userId="902a1c22-1104-4fc2-ba41-1ee47f89ed5e" providerId="ADAL" clId="{CF5B738B-B8EA-4779-B877-3645D77DD89A}" dt="2024-08-29T10:23:18.806" v="2169" actId="2711"/>
          <ac:spMkLst>
            <pc:docMk/>
            <pc:sldMk cId="3254529596" sldId="288"/>
            <ac:spMk id="2" creationId="{00000000-0000-0000-0000-000000000000}"/>
          </ac:spMkLst>
        </pc:spChg>
        <pc:spChg chg="mod">
          <ac:chgData name="川名翔太" userId="902a1c22-1104-4fc2-ba41-1ee47f89ed5e" providerId="ADAL" clId="{CF5B738B-B8EA-4779-B877-3645D77DD89A}" dt="2024-08-29T10:23:18.806" v="2169" actId="2711"/>
          <ac:spMkLst>
            <pc:docMk/>
            <pc:sldMk cId="3254529596" sldId="288"/>
            <ac:spMk id="3" creationId="{00000000-0000-0000-0000-000000000000}"/>
          </ac:spMkLst>
        </pc:spChg>
        <pc:graphicFrameChg chg="modGraphic">
          <ac:chgData name="川名翔太" userId="902a1c22-1104-4fc2-ba41-1ee47f89ed5e" providerId="ADAL" clId="{CF5B738B-B8EA-4779-B877-3645D77DD89A}" dt="2024-08-30T04:45:01.686" v="3190" actId="6549"/>
          <ac:graphicFrameMkLst>
            <pc:docMk/>
            <pc:sldMk cId="3254529596" sldId="288"/>
            <ac:graphicFrameMk id="4" creationId="{06E787FF-FF19-30BB-0338-DF311CEAF318}"/>
          </ac:graphicFrameMkLst>
        </pc:graphicFrameChg>
      </pc:sldChg>
      <pc:sldChg chg="modSp mod">
        <pc:chgData name="川名翔太" userId="902a1c22-1104-4fc2-ba41-1ee47f89ed5e" providerId="ADAL" clId="{CF5B738B-B8EA-4779-B877-3645D77DD89A}" dt="2024-08-30T00:51:17.327" v="3157" actId="20577"/>
        <pc:sldMkLst>
          <pc:docMk/>
          <pc:sldMk cId="323703541" sldId="289"/>
        </pc:sldMkLst>
        <pc:spChg chg="mod">
          <ac:chgData name="川名翔太" userId="902a1c22-1104-4fc2-ba41-1ee47f89ed5e" providerId="ADAL" clId="{CF5B738B-B8EA-4779-B877-3645D77DD89A}" dt="2024-08-29T10:30:48.875" v="2222" actId="20577"/>
          <ac:spMkLst>
            <pc:docMk/>
            <pc:sldMk cId="323703541" sldId="289"/>
            <ac:spMk id="2" creationId="{00000000-0000-0000-0000-000000000000}"/>
          </ac:spMkLst>
        </pc:spChg>
        <pc:spChg chg="mod">
          <ac:chgData name="川名翔太" userId="902a1c22-1104-4fc2-ba41-1ee47f89ed5e" providerId="ADAL" clId="{CF5B738B-B8EA-4779-B877-3645D77DD89A}" dt="2024-08-29T10:23:47.693" v="2172" actId="2711"/>
          <ac:spMkLst>
            <pc:docMk/>
            <pc:sldMk cId="323703541" sldId="289"/>
            <ac:spMk id="3" creationId="{00000000-0000-0000-0000-000000000000}"/>
          </ac:spMkLst>
        </pc:spChg>
        <pc:spChg chg="mod">
          <ac:chgData name="川名翔太" userId="902a1c22-1104-4fc2-ba41-1ee47f89ed5e" providerId="ADAL" clId="{CF5B738B-B8EA-4779-B877-3645D77DD89A}" dt="2024-08-29T10:23:47.693" v="2172" actId="2711"/>
          <ac:spMkLst>
            <pc:docMk/>
            <pc:sldMk cId="323703541" sldId="289"/>
            <ac:spMk id="30" creationId="{8FDF6B95-0583-7D52-00CA-258C298F47C8}"/>
          </ac:spMkLst>
        </pc:spChg>
        <pc:spChg chg="mod">
          <ac:chgData name="川名翔太" userId="902a1c22-1104-4fc2-ba41-1ee47f89ed5e" providerId="ADAL" clId="{CF5B738B-B8EA-4779-B877-3645D77DD89A}" dt="2024-08-30T00:50:13.770" v="3036" actId="1035"/>
          <ac:spMkLst>
            <pc:docMk/>
            <pc:sldMk cId="323703541" sldId="289"/>
            <ac:spMk id="33" creationId="{FD9B247C-2121-4A96-8F01-EE267BB74FC4}"/>
          </ac:spMkLst>
        </pc:spChg>
        <pc:spChg chg="mod">
          <ac:chgData name="川名翔太" userId="902a1c22-1104-4fc2-ba41-1ee47f89ed5e" providerId="ADAL" clId="{CF5B738B-B8EA-4779-B877-3645D77DD89A}" dt="2024-08-29T10:23:47.693" v="2172" actId="2711"/>
          <ac:spMkLst>
            <pc:docMk/>
            <pc:sldMk cId="323703541" sldId="289"/>
            <ac:spMk id="34" creationId="{56C21FF2-C822-5DFE-7C7C-6D82544E4CD3}"/>
          </ac:spMkLst>
        </pc:spChg>
        <pc:graphicFrameChg chg="mod modGraphic">
          <ac:chgData name="川名翔太" userId="902a1c22-1104-4fc2-ba41-1ee47f89ed5e" providerId="ADAL" clId="{CF5B738B-B8EA-4779-B877-3645D77DD89A}" dt="2024-08-30T00:50:09.445" v="3025" actId="1035"/>
          <ac:graphicFrameMkLst>
            <pc:docMk/>
            <pc:sldMk cId="323703541" sldId="289"/>
            <ac:graphicFrameMk id="26" creationId="{2D47810F-BF1E-7084-E7E8-D944A8FF9D8B}"/>
          </ac:graphicFrameMkLst>
        </pc:graphicFrameChg>
        <pc:graphicFrameChg chg="mod modGraphic">
          <ac:chgData name="川名翔太" userId="902a1c22-1104-4fc2-ba41-1ee47f89ed5e" providerId="ADAL" clId="{CF5B738B-B8EA-4779-B877-3645D77DD89A}" dt="2024-08-30T00:51:17.327" v="3157" actId="20577"/>
          <ac:graphicFrameMkLst>
            <pc:docMk/>
            <pc:sldMk cId="323703541" sldId="289"/>
            <ac:graphicFrameMk id="27" creationId="{877A4769-798D-B009-6C28-C06973EE466A}"/>
          </ac:graphicFrameMkLst>
        </pc:graphicFrameChg>
      </pc:sldChg>
      <pc:sldChg chg="modSp mod">
        <pc:chgData name="川名翔太" userId="902a1c22-1104-4fc2-ba41-1ee47f89ed5e" providerId="ADAL" clId="{CF5B738B-B8EA-4779-B877-3645D77DD89A}" dt="2024-08-29T10:48:58.374" v="2848" actId="14734"/>
        <pc:sldMkLst>
          <pc:docMk/>
          <pc:sldMk cId="494586992" sldId="290"/>
        </pc:sldMkLst>
        <pc:spChg chg="mod">
          <ac:chgData name="川名翔太" userId="902a1c22-1104-4fc2-ba41-1ee47f89ed5e" providerId="ADAL" clId="{CF5B738B-B8EA-4779-B877-3645D77DD89A}" dt="2024-08-29T10:22:47.426" v="2157" actId="2711"/>
          <ac:spMkLst>
            <pc:docMk/>
            <pc:sldMk cId="494586992" sldId="290"/>
            <ac:spMk id="2" creationId="{00000000-0000-0000-0000-000000000000}"/>
          </ac:spMkLst>
        </pc:spChg>
        <pc:spChg chg="mod">
          <ac:chgData name="川名翔太" userId="902a1c22-1104-4fc2-ba41-1ee47f89ed5e" providerId="ADAL" clId="{CF5B738B-B8EA-4779-B877-3645D77DD89A}" dt="2024-08-29T10:48:23.365" v="2840" actId="14100"/>
          <ac:spMkLst>
            <pc:docMk/>
            <pc:sldMk cId="494586992" sldId="290"/>
            <ac:spMk id="20" creationId="{4AA4D773-ADBA-6B7E-5716-3C6E368760AF}"/>
          </ac:spMkLst>
        </pc:spChg>
        <pc:spChg chg="mod">
          <ac:chgData name="川名翔太" userId="902a1c22-1104-4fc2-ba41-1ee47f89ed5e" providerId="ADAL" clId="{CF5B738B-B8EA-4779-B877-3645D77DD89A}" dt="2024-08-29T10:48:30.489" v="2841" actId="554"/>
          <ac:spMkLst>
            <pc:docMk/>
            <pc:sldMk cId="494586992" sldId="290"/>
            <ac:spMk id="21" creationId="{9FD7D882-3EAF-132B-9648-3D41F87FF345}"/>
          </ac:spMkLst>
        </pc:spChg>
        <pc:spChg chg="mod">
          <ac:chgData name="川名翔太" userId="902a1c22-1104-4fc2-ba41-1ee47f89ed5e" providerId="ADAL" clId="{CF5B738B-B8EA-4779-B877-3645D77DD89A}" dt="2024-08-29T10:48:33.828" v="2842" actId="554"/>
          <ac:spMkLst>
            <pc:docMk/>
            <pc:sldMk cId="494586992" sldId="290"/>
            <ac:spMk id="22" creationId="{5D81A4AE-E9F9-3F15-08B4-9627B591D3F5}"/>
          </ac:spMkLst>
        </pc:spChg>
        <pc:spChg chg="mod">
          <ac:chgData name="川名翔太" userId="902a1c22-1104-4fc2-ba41-1ee47f89ed5e" providerId="ADAL" clId="{CF5B738B-B8EA-4779-B877-3645D77DD89A}" dt="2024-08-29T10:48:35.758" v="2843" actId="554"/>
          <ac:spMkLst>
            <pc:docMk/>
            <pc:sldMk cId="494586992" sldId="290"/>
            <ac:spMk id="23" creationId="{48FECF2C-64B9-3268-6A01-107D27A3AF83}"/>
          </ac:spMkLst>
        </pc:spChg>
        <pc:spChg chg="mod">
          <ac:chgData name="川名翔太" userId="902a1c22-1104-4fc2-ba41-1ee47f89ed5e" providerId="ADAL" clId="{CF5B738B-B8EA-4779-B877-3645D77DD89A}" dt="2024-08-29T10:48:23.365" v="2840" actId="14100"/>
          <ac:spMkLst>
            <pc:docMk/>
            <pc:sldMk cId="494586992" sldId="290"/>
            <ac:spMk id="24" creationId="{306DC1A2-AAD0-7CCC-E93E-9940EA18E921}"/>
          </ac:spMkLst>
        </pc:spChg>
        <pc:spChg chg="mod">
          <ac:chgData name="川名翔太" userId="902a1c22-1104-4fc2-ba41-1ee47f89ed5e" providerId="ADAL" clId="{CF5B738B-B8EA-4779-B877-3645D77DD89A}" dt="2024-08-29T10:48:38.935" v="2844" actId="554"/>
          <ac:spMkLst>
            <pc:docMk/>
            <pc:sldMk cId="494586992" sldId="290"/>
            <ac:spMk id="25" creationId="{E4446506-7A3D-BD0C-E212-57C43F8A9F63}"/>
          </ac:spMkLst>
        </pc:spChg>
        <pc:spChg chg="mod">
          <ac:chgData name="川名翔太" userId="902a1c22-1104-4fc2-ba41-1ee47f89ed5e" providerId="ADAL" clId="{CF5B738B-B8EA-4779-B877-3645D77DD89A}" dt="2024-08-29T10:48:30.489" v="2841" actId="554"/>
          <ac:spMkLst>
            <pc:docMk/>
            <pc:sldMk cId="494586992" sldId="290"/>
            <ac:spMk id="26" creationId="{B172F3D7-F9BD-614A-3FD8-01ADF46158E4}"/>
          </ac:spMkLst>
        </pc:spChg>
        <pc:spChg chg="mod">
          <ac:chgData name="川名翔太" userId="902a1c22-1104-4fc2-ba41-1ee47f89ed5e" providerId="ADAL" clId="{CF5B738B-B8EA-4779-B877-3645D77DD89A}" dt="2024-08-29T10:23:02.555" v="2167" actId="20577"/>
          <ac:spMkLst>
            <pc:docMk/>
            <pc:sldMk cId="494586992" sldId="290"/>
            <ac:spMk id="28" creationId="{00000000-0000-0000-0000-000000000000}"/>
          </ac:spMkLst>
        </pc:spChg>
        <pc:spChg chg="mod">
          <ac:chgData name="川名翔太" userId="902a1c22-1104-4fc2-ba41-1ee47f89ed5e" providerId="ADAL" clId="{CF5B738B-B8EA-4779-B877-3645D77DD89A}" dt="2024-08-29T10:48:33.828" v="2842" actId="554"/>
          <ac:spMkLst>
            <pc:docMk/>
            <pc:sldMk cId="494586992" sldId="290"/>
            <ac:spMk id="30" creationId="{B61ED379-7E41-2BEF-A039-AC892394CE28}"/>
          </ac:spMkLst>
        </pc:spChg>
        <pc:spChg chg="mod">
          <ac:chgData name="川名翔太" userId="902a1c22-1104-4fc2-ba41-1ee47f89ed5e" providerId="ADAL" clId="{CF5B738B-B8EA-4779-B877-3645D77DD89A}" dt="2024-08-29T10:48:38.935" v="2844" actId="554"/>
          <ac:spMkLst>
            <pc:docMk/>
            <pc:sldMk cId="494586992" sldId="290"/>
            <ac:spMk id="31" creationId="{20216E36-14CA-DBD1-E0A9-A06CAE7439B7}"/>
          </ac:spMkLst>
        </pc:spChg>
        <pc:spChg chg="mod">
          <ac:chgData name="川名翔太" userId="902a1c22-1104-4fc2-ba41-1ee47f89ed5e" providerId="ADAL" clId="{CF5B738B-B8EA-4779-B877-3645D77DD89A}" dt="2024-08-29T10:48:35.758" v="2843" actId="554"/>
          <ac:spMkLst>
            <pc:docMk/>
            <pc:sldMk cId="494586992" sldId="290"/>
            <ac:spMk id="32" creationId="{A325D4DE-D4A9-A12D-46C9-370C413A6134}"/>
          </ac:spMkLst>
        </pc:spChg>
        <pc:spChg chg="mod">
          <ac:chgData name="川名翔太" userId="902a1c22-1104-4fc2-ba41-1ee47f89ed5e" providerId="ADAL" clId="{CF5B738B-B8EA-4779-B877-3645D77DD89A}" dt="2024-08-29T10:22:47.426" v="2157" actId="2711"/>
          <ac:spMkLst>
            <pc:docMk/>
            <pc:sldMk cId="494586992" sldId="290"/>
            <ac:spMk id="37" creationId="{8472DECF-3495-813F-6ABC-52B1F91DE88C}"/>
          </ac:spMkLst>
        </pc:spChg>
        <pc:spChg chg="mod">
          <ac:chgData name="川名翔太" userId="902a1c22-1104-4fc2-ba41-1ee47f89ed5e" providerId="ADAL" clId="{CF5B738B-B8EA-4779-B877-3645D77DD89A}" dt="2024-08-29T10:22:47.426" v="2157" actId="2711"/>
          <ac:spMkLst>
            <pc:docMk/>
            <pc:sldMk cId="494586992" sldId="290"/>
            <ac:spMk id="41" creationId="{79629AC8-57A5-1BD3-E8B9-59F0018BB6D0}"/>
          </ac:spMkLst>
        </pc:spChg>
        <pc:spChg chg="mod">
          <ac:chgData name="川名翔太" userId="902a1c22-1104-4fc2-ba41-1ee47f89ed5e" providerId="ADAL" clId="{CF5B738B-B8EA-4779-B877-3645D77DD89A}" dt="2024-08-29T10:22:47.426" v="2157" actId="2711"/>
          <ac:spMkLst>
            <pc:docMk/>
            <pc:sldMk cId="494586992" sldId="290"/>
            <ac:spMk id="44" creationId="{DAAF2FBB-10DD-10D4-F4F7-043DAF93F8D8}"/>
          </ac:spMkLst>
        </pc:spChg>
        <pc:spChg chg="mod">
          <ac:chgData name="川名翔太" userId="902a1c22-1104-4fc2-ba41-1ee47f89ed5e" providerId="ADAL" clId="{CF5B738B-B8EA-4779-B877-3645D77DD89A}" dt="2024-08-29T10:22:47.426" v="2157" actId="2711"/>
          <ac:spMkLst>
            <pc:docMk/>
            <pc:sldMk cId="494586992" sldId="290"/>
            <ac:spMk id="47" creationId="{8077EEB7-4950-0C0F-9F41-C525DF0CA08F}"/>
          </ac:spMkLst>
        </pc:spChg>
        <pc:spChg chg="mod">
          <ac:chgData name="川名翔太" userId="902a1c22-1104-4fc2-ba41-1ee47f89ed5e" providerId="ADAL" clId="{CF5B738B-B8EA-4779-B877-3645D77DD89A}" dt="2024-08-29T10:22:47.426" v="2157" actId="2711"/>
          <ac:spMkLst>
            <pc:docMk/>
            <pc:sldMk cId="494586992" sldId="290"/>
            <ac:spMk id="50" creationId="{9578D6B4-A205-B0FB-26D3-E3EB0532A5E5}"/>
          </ac:spMkLst>
        </pc:spChg>
        <pc:spChg chg="mod">
          <ac:chgData name="川名翔太" userId="902a1c22-1104-4fc2-ba41-1ee47f89ed5e" providerId="ADAL" clId="{CF5B738B-B8EA-4779-B877-3645D77DD89A}" dt="2024-08-29T10:22:47.426" v="2157" actId="2711"/>
          <ac:spMkLst>
            <pc:docMk/>
            <pc:sldMk cId="494586992" sldId="290"/>
            <ac:spMk id="57" creationId="{C932AEB1-3800-D307-543B-501C342DC16A}"/>
          </ac:spMkLst>
        </pc:spChg>
        <pc:spChg chg="mod">
          <ac:chgData name="川名翔太" userId="902a1c22-1104-4fc2-ba41-1ee47f89ed5e" providerId="ADAL" clId="{CF5B738B-B8EA-4779-B877-3645D77DD89A}" dt="2024-08-29T10:22:47.426" v="2157" actId="2711"/>
          <ac:spMkLst>
            <pc:docMk/>
            <pc:sldMk cId="494586992" sldId="290"/>
            <ac:spMk id="79" creationId="{00000000-0000-0000-0000-000000000000}"/>
          </ac:spMkLst>
        </pc:spChg>
        <pc:spChg chg="mod">
          <ac:chgData name="川名翔太" userId="902a1c22-1104-4fc2-ba41-1ee47f89ed5e" providerId="ADAL" clId="{CF5B738B-B8EA-4779-B877-3645D77DD89A}" dt="2024-08-29T10:22:47.426" v="2157" actId="2711"/>
          <ac:spMkLst>
            <pc:docMk/>
            <pc:sldMk cId="494586992" sldId="290"/>
            <ac:spMk id="80" creationId="{00000000-0000-0000-0000-000000000000}"/>
          </ac:spMkLst>
        </pc:spChg>
        <pc:graphicFrameChg chg="mod modGraphic">
          <ac:chgData name="川名翔太" userId="902a1c22-1104-4fc2-ba41-1ee47f89ed5e" providerId="ADAL" clId="{CF5B738B-B8EA-4779-B877-3645D77DD89A}" dt="2024-08-29T10:48:58.374" v="2848" actId="14734"/>
          <ac:graphicFrameMkLst>
            <pc:docMk/>
            <pc:sldMk cId="494586992" sldId="290"/>
            <ac:graphicFrameMk id="27" creationId="{00000000-0000-0000-0000-000000000000}"/>
          </ac:graphicFrameMkLst>
        </pc:graphicFrameChg>
      </pc:sldChg>
      <pc:sldChg chg="modSp mod">
        <pc:chgData name="川名翔太" userId="902a1c22-1104-4fc2-ba41-1ee47f89ed5e" providerId="ADAL" clId="{CF5B738B-B8EA-4779-B877-3645D77DD89A}" dt="2024-08-30T00:52:24.261" v="3185" actId="20577"/>
        <pc:sldMkLst>
          <pc:docMk/>
          <pc:sldMk cId="3141178388" sldId="291"/>
        </pc:sldMkLst>
        <pc:spChg chg="mod">
          <ac:chgData name="川名翔太" userId="902a1c22-1104-4fc2-ba41-1ee47f89ed5e" providerId="ADAL" clId="{CF5B738B-B8EA-4779-B877-3645D77DD89A}" dt="2024-08-29T10:22:25.638" v="2154" actId="2711"/>
          <ac:spMkLst>
            <pc:docMk/>
            <pc:sldMk cId="3141178388" sldId="291"/>
            <ac:spMk id="2" creationId="{00000000-0000-0000-0000-000000000000}"/>
          </ac:spMkLst>
        </pc:spChg>
        <pc:spChg chg="mod">
          <ac:chgData name="川名翔太" userId="902a1c22-1104-4fc2-ba41-1ee47f89ed5e" providerId="ADAL" clId="{CF5B738B-B8EA-4779-B877-3645D77DD89A}" dt="2024-08-30T00:52:24.261" v="3185" actId="20577"/>
          <ac:spMkLst>
            <pc:docMk/>
            <pc:sldMk cId="3141178388" sldId="291"/>
            <ac:spMk id="5" creationId="{215582EA-1ACC-6F7A-1771-C6CA166847DB}"/>
          </ac:spMkLst>
        </pc:spChg>
      </pc:sldChg>
      <pc:sldChg chg="addSp delSp modSp mod">
        <pc:chgData name="川名翔太" userId="902a1c22-1104-4fc2-ba41-1ee47f89ed5e" providerId="ADAL" clId="{CF5B738B-B8EA-4779-B877-3645D77DD89A}" dt="2024-08-29T10:39:30.355" v="2726" actId="20577"/>
        <pc:sldMkLst>
          <pc:docMk/>
          <pc:sldMk cId="621306742" sldId="292"/>
        </pc:sldMkLst>
        <pc:spChg chg="mod">
          <ac:chgData name="川名翔太" userId="902a1c22-1104-4fc2-ba41-1ee47f89ed5e" providerId="ADAL" clId="{CF5B738B-B8EA-4779-B877-3645D77DD89A}" dt="2024-08-29T10:30:58.838" v="2225" actId="20577"/>
          <ac:spMkLst>
            <pc:docMk/>
            <pc:sldMk cId="621306742" sldId="292"/>
            <ac:spMk id="2" creationId="{00000000-0000-0000-0000-000000000000}"/>
          </ac:spMkLst>
        </pc:spChg>
        <pc:spChg chg="mod">
          <ac:chgData name="川名翔太" userId="902a1c22-1104-4fc2-ba41-1ee47f89ed5e" providerId="ADAL" clId="{CF5B738B-B8EA-4779-B877-3645D77DD89A}" dt="2024-08-29T09:35:41.049" v="795" actId="2711"/>
          <ac:spMkLst>
            <pc:docMk/>
            <pc:sldMk cId="621306742" sldId="292"/>
            <ac:spMk id="3" creationId="{00000000-0000-0000-0000-000000000000}"/>
          </ac:spMkLst>
        </pc:spChg>
        <pc:spChg chg="mod">
          <ac:chgData name="川名翔太" userId="902a1c22-1104-4fc2-ba41-1ee47f89ed5e" providerId="ADAL" clId="{CF5B738B-B8EA-4779-B877-3645D77DD89A}" dt="2024-08-29T09:38:44.301" v="1169" actId="20577"/>
          <ac:spMkLst>
            <pc:docMk/>
            <pc:sldMk cId="621306742" sldId="292"/>
            <ac:spMk id="4" creationId="{DDC3573E-EF4E-8DB2-500A-0561F4DEDA91}"/>
          </ac:spMkLst>
        </pc:spChg>
        <pc:spChg chg="add mod">
          <ac:chgData name="川名翔太" userId="902a1c22-1104-4fc2-ba41-1ee47f89ed5e" providerId="ADAL" clId="{CF5B738B-B8EA-4779-B877-3645D77DD89A}" dt="2024-08-29T10:39:30.355" v="2726" actId="20577"/>
          <ac:spMkLst>
            <pc:docMk/>
            <pc:sldMk cId="621306742" sldId="292"/>
            <ac:spMk id="5" creationId="{DF426062-DB20-F810-1F0B-A1469E4FF871}"/>
          </ac:spMkLst>
        </pc:spChg>
        <pc:graphicFrameChg chg="del">
          <ac:chgData name="川名翔太" userId="902a1c22-1104-4fc2-ba41-1ee47f89ed5e" providerId="ADAL" clId="{CF5B738B-B8EA-4779-B877-3645D77DD89A}" dt="2024-08-29T09:27:13.232" v="51" actId="21"/>
          <ac:graphicFrameMkLst>
            <pc:docMk/>
            <pc:sldMk cId="621306742" sldId="292"/>
            <ac:graphicFrameMk id="8" creationId="{BF48E11A-C674-476B-E533-A11AB213D478}"/>
          </ac:graphicFrameMkLst>
        </pc:graphicFrameChg>
        <pc:picChg chg="add mod">
          <ac:chgData name="川名翔太" userId="902a1c22-1104-4fc2-ba41-1ee47f89ed5e" providerId="ADAL" clId="{CF5B738B-B8EA-4779-B877-3645D77DD89A}" dt="2024-08-29T09:36:20.288" v="872" actId="1076"/>
          <ac:picMkLst>
            <pc:docMk/>
            <pc:sldMk cId="621306742" sldId="292"/>
            <ac:picMk id="7" creationId="{872244FE-1F8B-0273-52C3-7244BE206A96}"/>
          </ac:picMkLst>
        </pc:picChg>
        <pc:picChg chg="del">
          <ac:chgData name="川名翔太" userId="902a1c22-1104-4fc2-ba41-1ee47f89ed5e" providerId="ADAL" clId="{CF5B738B-B8EA-4779-B877-3645D77DD89A}" dt="2024-08-29T09:29:54.146" v="261" actId="478"/>
          <ac:picMkLst>
            <pc:docMk/>
            <pc:sldMk cId="621306742" sldId="292"/>
            <ac:picMk id="10" creationId="{8A064549-6860-3DEC-B9DA-DFC7949FDC23}"/>
          </ac:picMkLst>
        </pc:picChg>
      </pc:sldChg>
      <pc:sldChg chg="modSp mod">
        <pc:chgData name="川名翔太" userId="902a1c22-1104-4fc2-ba41-1ee47f89ed5e" providerId="ADAL" clId="{CF5B738B-B8EA-4779-B877-3645D77DD89A}" dt="2024-08-29T10:31:10.428" v="2229" actId="20577"/>
        <pc:sldMkLst>
          <pc:docMk/>
          <pc:sldMk cId="3570337564" sldId="293"/>
        </pc:sldMkLst>
        <pc:spChg chg="mod">
          <ac:chgData name="川名翔太" userId="902a1c22-1104-4fc2-ba41-1ee47f89ed5e" providerId="ADAL" clId="{CF5B738B-B8EA-4779-B877-3645D77DD89A}" dt="2024-08-29T10:31:10.428" v="2229" actId="20577"/>
          <ac:spMkLst>
            <pc:docMk/>
            <pc:sldMk cId="3570337564" sldId="293"/>
            <ac:spMk id="2" creationId="{00000000-0000-0000-0000-000000000000}"/>
          </ac:spMkLst>
        </pc:spChg>
        <pc:spChg chg="mod">
          <ac:chgData name="川名翔太" userId="902a1c22-1104-4fc2-ba41-1ee47f89ed5e" providerId="ADAL" clId="{CF5B738B-B8EA-4779-B877-3645D77DD89A}" dt="2024-08-29T10:24:18.289" v="2175" actId="2711"/>
          <ac:spMkLst>
            <pc:docMk/>
            <pc:sldMk cId="3570337564" sldId="293"/>
            <ac:spMk id="3" creationId="{00000000-0000-0000-0000-000000000000}"/>
          </ac:spMkLst>
        </pc:spChg>
      </pc:sldChg>
      <pc:sldChg chg="addSp delSp modSp mod">
        <pc:chgData name="川名翔太" userId="902a1c22-1104-4fc2-ba41-1ee47f89ed5e" providerId="ADAL" clId="{CF5B738B-B8EA-4779-B877-3645D77DD89A}" dt="2024-08-29T09:46:30.475" v="1738" actId="1076"/>
        <pc:sldMkLst>
          <pc:docMk/>
          <pc:sldMk cId="4044467434" sldId="294"/>
        </pc:sldMkLst>
        <pc:spChg chg="del">
          <ac:chgData name="川名翔太" userId="902a1c22-1104-4fc2-ba41-1ee47f89ed5e" providerId="ADAL" clId="{CF5B738B-B8EA-4779-B877-3645D77DD89A}" dt="2024-08-29T09:39:25.144" v="1170" actId="478"/>
          <ac:spMkLst>
            <pc:docMk/>
            <pc:sldMk cId="4044467434" sldId="294"/>
            <ac:spMk id="4" creationId="{DDC3573E-EF4E-8DB2-500A-0561F4DEDA91}"/>
          </ac:spMkLst>
        </pc:spChg>
        <pc:spChg chg="add mod">
          <ac:chgData name="川名翔太" userId="902a1c22-1104-4fc2-ba41-1ee47f89ed5e" providerId="ADAL" clId="{CF5B738B-B8EA-4779-B877-3645D77DD89A}" dt="2024-08-29T09:45:15.480" v="1724"/>
          <ac:spMkLst>
            <pc:docMk/>
            <pc:sldMk cId="4044467434" sldId="294"/>
            <ac:spMk id="5" creationId="{D4C22EAA-5225-BA0B-2846-BFED27AA512E}"/>
          </ac:spMkLst>
        </pc:spChg>
        <pc:picChg chg="add mod">
          <ac:chgData name="川名翔太" userId="902a1c22-1104-4fc2-ba41-1ee47f89ed5e" providerId="ADAL" clId="{CF5B738B-B8EA-4779-B877-3645D77DD89A}" dt="2024-08-29T09:46:02.914" v="1730" actId="1076"/>
          <ac:picMkLst>
            <pc:docMk/>
            <pc:sldMk cId="4044467434" sldId="294"/>
            <ac:picMk id="7" creationId="{A2E7FAF6-A9B8-9C09-9F7A-1AA73E4431F7}"/>
          </ac:picMkLst>
        </pc:picChg>
        <pc:picChg chg="add mod">
          <ac:chgData name="川名翔太" userId="902a1c22-1104-4fc2-ba41-1ee47f89ed5e" providerId="ADAL" clId="{CF5B738B-B8EA-4779-B877-3645D77DD89A}" dt="2024-08-29T09:46:28.287" v="1737" actId="1076"/>
          <ac:picMkLst>
            <pc:docMk/>
            <pc:sldMk cId="4044467434" sldId="294"/>
            <ac:picMk id="9" creationId="{464AD01F-21CB-380B-D156-5DCF51033ED4}"/>
          </ac:picMkLst>
        </pc:picChg>
        <pc:picChg chg="add mod">
          <ac:chgData name="川名翔太" userId="902a1c22-1104-4fc2-ba41-1ee47f89ed5e" providerId="ADAL" clId="{CF5B738B-B8EA-4779-B877-3645D77DD89A}" dt="2024-08-29T09:46:30.475" v="1738" actId="1076"/>
          <ac:picMkLst>
            <pc:docMk/>
            <pc:sldMk cId="4044467434" sldId="294"/>
            <ac:picMk id="11" creationId="{8B82504E-DDE7-9261-885E-451D6926234C}"/>
          </ac:picMkLst>
        </pc:picChg>
      </pc:sldChg>
      <pc:sldChg chg="modSp mod">
        <pc:chgData name="川名翔太" userId="902a1c22-1104-4fc2-ba41-1ee47f89ed5e" providerId="ADAL" clId="{CF5B738B-B8EA-4779-B877-3645D77DD89A}" dt="2024-08-29T10:30:41.209" v="2219"/>
        <pc:sldMkLst>
          <pc:docMk/>
          <pc:sldMk cId="1983772641" sldId="295"/>
        </pc:sldMkLst>
        <pc:spChg chg="mod">
          <ac:chgData name="川名翔太" userId="902a1c22-1104-4fc2-ba41-1ee47f89ed5e" providerId="ADAL" clId="{CF5B738B-B8EA-4779-B877-3645D77DD89A}" dt="2024-08-29T10:30:41.209" v="2219"/>
          <ac:spMkLst>
            <pc:docMk/>
            <pc:sldMk cId="1983772641" sldId="295"/>
            <ac:spMk id="2" creationId="{00000000-0000-0000-0000-000000000000}"/>
          </ac:spMkLst>
        </pc:spChg>
      </pc:sldChg>
      <pc:sldChg chg="modSp mod">
        <pc:chgData name="川名翔太" userId="902a1c22-1104-4fc2-ba41-1ee47f89ed5e" providerId="ADAL" clId="{CF5B738B-B8EA-4779-B877-3645D77DD89A}" dt="2024-08-29T10:30:22.335" v="2209" actId="20577"/>
        <pc:sldMkLst>
          <pc:docMk/>
          <pc:sldMk cId="978315202" sldId="296"/>
        </pc:sldMkLst>
        <pc:spChg chg="mod">
          <ac:chgData name="川名翔太" userId="902a1c22-1104-4fc2-ba41-1ee47f89ed5e" providerId="ADAL" clId="{CF5B738B-B8EA-4779-B877-3645D77DD89A}" dt="2024-08-29T10:30:22.335" v="2209" actId="20577"/>
          <ac:spMkLst>
            <pc:docMk/>
            <pc:sldMk cId="978315202" sldId="296"/>
            <ac:spMk id="2" creationId="{00000000-0000-0000-0000-000000000000}"/>
          </ac:spMkLst>
        </pc:spChg>
        <pc:spChg chg="mod">
          <ac:chgData name="川名翔太" userId="902a1c22-1104-4fc2-ba41-1ee47f89ed5e" providerId="ADAL" clId="{CF5B738B-B8EA-4779-B877-3645D77DD89A}" dt="2024-08-29T10:23:27.134" v="2170" actId="2711"/>
          <ac:spMkLst>
            <pc:docMk/>
            <pc:sldMk cId="978315202" sldId="296"/>
            <ac:spMk id="3" creationId="{00000000-0000-0000-0000-000000000000}"/>
          </ac:spMkLst>
        </pc:spChg>
        <pc:spChg chg="mod">
          <ac:chgData name="川名翔太" userId="902a1c22-1104-4fc2-ba41-1ee47f89ed5e" providerId="ADAL" clId="{CF5B738B-B8EA-4779-B877-3645D77DD89A}" dt="2024-08-29T10:23:28.409" v="2171" actId="2711"/>
          <ac:spMkLst>
            <pc:docMk/>
            <pc:sldMk cId="978315202" sldId="296"/>
            <ac:spMk id="4" creationId="{FC5A2376-7527-B281-BD0E-682FDFD8E13F}"/>
          </ac:spMkLst>
        </pc:spChg>
        <pc:spChg chg="mod">
          <ac:chgData name="川名翔太" userId="902a1c22-1104-4fc2-ba41-1ee47f89ed5e" providerId="ADAL" clId="{CF5B738B-B8EA-4779-B877-3645D77DD89A}" dt="2024-08-29T10:23:28.409" v="2171" actId="2711"/>
          <ac:spMkLst>
            <pc:docMk/>
            <pc:sldMk cId="978315202" sldId="296"/>
            <ac:spMk id="20" creationId="{48A0988E-5C5D-0948-C323-766F00DBBE87}"/>
          </ac:spMkLst>
        </pc:spChg>
        <pc:spChg chg="mod">
          <ac:chgData name="川名翔太" userId="902a1c22-1104-4fc2-ba41-1ee47f89ed5e" providerId="ADAL" clId="{CF5B738B-B8EA-4779-B877-3645D77DD89A}" dt="2024-08-29T10:23:28.409" v="2171" actId="2711"/>
          <ac:spMkLst>
            <pc:docMk/>
            <pc:sldMk cId="978315202" sldId="296"/>
            <ac:spMk id="21" creationId="{1FA18C56-977C-05A4-8B33-20CE97F1C7B8}"/>
          </ac:spMkLst>
        </pc:spChg>
        <pc:spChg chg="mod">
          <ac:chgData name="川名翔太" userId="902a1c22-1104-4fc2-ba41-1ee47f89ed5e" providerId="ADAL" clId="{CF5B738B-B8EA-4779-B877-3645D77DD89A}" dt="2024-08-29T10:23:27.134" v="2170" actId="2711"/>
          <ac:spMkLst>
            <pc:docMk/>
            <pc:sldMk cId="978315202" sldId="296"/>
            <ac:spMk id="23" creationId="{EDA88619-5F19-8DCE-5530-A11B91E9EF61}"/>
          </ac:spMkLst>
        </pc:spChg>
        <pc:spChg chg="mod">
          <ac:chgData name="川名翔太" userId="902a1c22-1104-4fc2-ba41-1ee47f89ed5e" providerId="ADAL" clId="{CF5B738B-B8EA-4779-B877-3645D77DD89A}" dt="2024-08-29T10:23:27.134" v="2170" actId="2711"/>
          <ac:spMkLst>
            <pc:docMk/>
            <pc:sldMk cId="978315202" sldId="296"/>
            <ac:spMk id="24" creationId="{4D5330BA-AF69-1D41-777B-2C301056B5FF}"/>
          </ac:spMkLst>
        </pc:spChg>
        <pc:spChg chg="mod">
          <ac:chgData name="川名翔太" userId="902a1c22-1104-4fc2-ba41-1ee47f89ed5e" providerId="ADAL" clId="{CF5B738B-B8EA-4779-B877-3645D77DD89A}" dt="2024-08-29T10:23:27.134" v="2170" actId="2711"/>
          <ac:spMkLst>
            <pc:docMk/>
            <pc:sldMk cId="978315202" sldId="296"/>
            <ac:spMk id="25" creationId="{859012B5-DAE1-5873-3BB3-A0C6FE64D036}"/>
          </ac:spMkLst>
        </pc:spChg>
        <pc:spChg chg="mod">
          <ac:chgData name="川名翔太" userId="902a1c22-1104-4fc2-ba41-1ee47f89ed5e" providerId="ADAL" clId="{CF5B738B-B8EA-4779-B877-3645D77DD89A}" dt="2024-08-29T10:23:27.134" v="2170" actId="2711"/>
          <ac:spMkLst>
            <pc:docMk/>
            <pc:sldMk cId="978315202" sldId="296"/>
            <ac:spMk id="29" creationId="{EEB31F7E-FEF0-9D39-9012-DC0F8AACC1FE}"/>
          </ac:spMkLst>
        </pc:spChg>
        <pc:spChg chg="mod">
          <ac:chgData name="川名翔太" userId="902a1c22-1104-4fc2-ba41-1ee47f89ed5e" providerId="ADAL" clId="{CF5B738B-B8EA-4779-B877-3645D77DD89A}" dt="2024-08-29T10:23:27.134" v="2170" actId="2711"/>
          <ac:spMkLst>
            <pc:docMk/>
            <pc:sldMk cId="978315202" sldId="296"/>
            <ac:spMk id="30" creationId="{D6941C43-07B5-F0A6-89DC-63D03BA43E78}"/>
          </ac:spMkLst>
        </pc:spChg>
        <pc:spChg chg="mod">
          <ac:chgData name="川名翔太" userId="902a1c22-1104-4fc2-ba41-1ee47f89ed5e" providerId="ADAL" clId="{CF5B738B-B8EA-4779-B877-3645D77DD89A}" dt="2024-08-29T10:23:27.134" v="2170" actId="2711"/>
          <ac:spMkLst>
            <pc:docMk/>
            <pc:sldMk cId="978315202" sldId="296"/>
            <ac:spMk id="31" creationId="{27E41C4A-9032-C9A6-9DFF-992D868F137F}"/>
          </ac:spMkLst>
        </pc:spChg>
        <pc:spChg chg="mod">
          <ac:chgData name="川名翔太" userId="902a1c22-1104-4fc2-ba41-1ee47f89ed5e" providerId="ADAL" clId="{CF5B738B-B8EA-4779-B877-3645D77DD89A}" dt="2024-08-29T10:23:27.134" v="2170" actId="2711"/>
          <ac:spMkLst>
            <pc:docMk/>
            <pc:sldMk cId="978315202" sldId="296"/>
            <ac:spMk id="35" creationId="{756F381B-E913-A36C-3AE1-8BE2BE530235}"/>
          </ac:spMkLst>
        </pc:spChg>
        <pc:spChg chg="mod">
          <ac:chgData name="川名翔太" userId="902a1c22-1104-4fc2-ba41-1ee47f89ed5e" providerId="ADAL" clId="{CF5B738B-B8EA-4779-B877-3645D77DD89A}" dt="2024-08-29T10:23:27.134" v="2170" actId="2711"/>
          <ac:spMkLst>
            <pc:docMk/>
            <pc:sldMk cId="978315202" sldId="296"/>
            <ac:spMk id="36" creationId="{ACC5B675-6B6B-BE90-BBE4-0470C0693A3F}"/>
          </ac:spMkLst>
        </pc:spChg>
        <pc:spChg chg="mod">
          <ac:chgData name="川名翔太" userId="902a1c22-1104-4fc2-ba41-1ee47f89ed5e" providerId="ADAL" clId="{CF5B738B-B8EA-4779-B877-3645D77DD89A}" dt="2024-08-29T10:23:27.134" v="2170" actId="2711"/>
          <ac:spMkLst>
            <pc:docMk/>
            <pc:sldMk cId="978315202" sldId="296"/>
            <ac:spMk id="37" creationId="{80F288F9-C70E-39F4-CC40-A0E017D1CDC7}"/>
          </ac:spMkLst>
        </pc:spChg>
        <pc:spChg chg="mod">
          <ac:chgData name="川名翔太" userId="902a1c22-1104-4fc2-ba41-1ee47f89ed5e" providerId="ADAL" clId="{CF5B738B-B8EA-4779-B877-3645D77DD89A}" dt="2024-08-29T10:30:14.181" v="2205" actId="21"/>
          <ac:spMkLst>
            <pc:docMk/>
            <pc:sldMk cId="978315202" sldId="296"/>
            <ac:spMk id="40" creationId="{6FD3DE6C-8CD9-6F3A-C78A-62F9F3A39F5E}"/>
          </ac:spMkLst>
        </pc:spChg>
        <pc:spChg chg="mod">
          <ac:chgData name="川名翔太" userId="902a1c22-1104-4fc2-ba41-1ee47f89ed5e" providerId="ADAL" clId="{CF5B738B-B8EA-4779-B877-3645D77DD89A}" dt="2024-08-29T10:23:27.134" v="2170" actId="2711"/>
          <ac:spMkLst>
            <pc:docMk/>
            <pc:sldMk cId="978315202" sldId="296"/>
            <ac:spMk id="41" creationId="{B7A46F2E-93B4-C97F-552A-E92CF3BD2987}"/>
          </ac:spMkLst>
        </pc:spChg>
        <pc:spChg chg="mod">
          <ac:chgData name="川名翔太" userId="902a1c22-1104-4fc2-ba41-1ee47f89ed5e" providerId="ADAL" clId="{CF5B738B-B8EA-4779-B877-3645D77DD89A}" dt="2024-08-29T10:23:27.134" v="2170" actId="2711"/>
          <ac:spMkLst>
            <pc:docMk/>
            <pc:sldMk cId="978315202" sldId="296"/>
            <ac:spMk id="42" creationId="{B1A9D234-CE17-838D-A19B-B84A3D3380E8}"/>
          </ac:spMkLst>
        </pc:spChg>
        <pc:spChg chg="mod">
          <ac:chgData name="川名翔太" userId="902a1c22-1104-4fc2-ba41-1ee47f89ed5e" providerId="ADAL" clId="{CF5B738B-B8EA-4779-B877-3645D77DD89A}" dt="2024-08-29T10:23:27.134" v="2170" actId="2711"/>
          <ac:spMkLst>
            <pc:docMk/>
            <pc:sldMk cId="978315202" sldId="296"/>
            <ac:spMk id="43" creationId="{7CD836AB-D7B1-E3FB-1F3E-565FB4379F8D}"/>
          </ac:spMkLst>
        </pc:spChg>
        <pc:spChg chg="mod">
          <ac:chgData name="川名翔太" userId="902a1c22-1104-4fc2-ba41-1ee47f89ed5e" providerId="ADAL" clId="{CF5B738B-B8EA-4779-B877-3645D77DD89A}" dt="2024-08-29T10:23:27.134" v="2170" actId="2711"/>
          <ac:spMkLst>
            <pc:docMk/>
            <pc:sldMk cId="978315202" sldId="296"/>
            <ac:spMk id="45" creationId="{CE8C2373-0FE6-934F-5D85-4F9AD1049D61}"/>
          </ac:spMkLst>
        </pc:spChg>
        <pc:spChg chg="mod">
          <ac:chgData name="川名翔太" userId="902a1c22-1104-4fc2-ba41-1ee47f89ed5e" providerId="ADAL" clId="{CF5B738B-B8EA-4779-B877-3645D77DD89A}" dt="2024-08-29T10:23:28.409" v="2171" actId="2711"/>
          <ac:spMkLst>
            <pc:docMk/>
            <pc:sldMk cId="978315202" sldId="296"/>
            <ac:spMk id="46" creationId="{40CFDB6C-5C32-5B6F-1551-6F76A9F26582}"/>
          </ac:spMkLst>
        </pc:spChg>
      </pc:sldChg>
      <pc:sldChg chg="modSp mod">
        <pc:chgData name="川名翔太" userId="902a1c22-1104-4fc2-ba41-1ee47f89ed5e" providerId="ADAL" clId="{CF5B738B-B8EA-4779-B877-3645D77DD89A}" dt="2024-08-29T10:22:08.049" v="2152" actId="2711"/>
        <pc:sldMkLst>
          <pc:docMk/>
          <pc:sldMk cId="4277728305" sldId="298"/>
        </pc:sldMkLst>
        <pc:spChg chg="mod">
          <ac:chgData name="川名翔太" userId="902a1c22-1104-4fc2-ba41-1ee47f89ed5e" providerId="ADAL" clId="{CF5B738B-B8EA-4779-B877-3645D77DD89A}" dt="2024-08-29T10:22:08.049" v="2152" actId="2711"/>
          <ac:spMkLst>
            <pc:docMk/>
            <pc:sldMk cId="4277728305" sldId="298"/>
            <ac:spMk id="2" creationId="{00000000-0000-0000-0000-000000000000}"/>
          </ac:spMkLst>
        </pc:spChg>
      </pc:sldChg>
      <pc:sldChg chg="addSp modSp mod">
        <pc:chgData name="川名翔太" userId="902a1c22-1104-4fc2-ba41-1ee47f89ed5e" providerId="ADAL" clId="{CF5B738B-B8EA-4779-B877-3645D77DD89A}" dt="2024-08-29T10:36:56.806" v="2666" actId="20577"/>
        <pc:sldMkLst>
          <pc:docMk/>
          <pc:sldMk cId="3038568754" sldId="299"/>
        </pc:sldMkLst>
        <pc:spChg chg="mod">
          <ac:chgData name="川名翔太" userId="902a1c22-1104-4fc2-ba41-1ee47f89ed5e" providerId="ADAL" clId="{CF5B738B-B8EA-4779-B877-3645D77DD89A}" dt="2024-08-29T10:36:56.806" v="2666" actId="20577"/>
          <ac:spMkLst>
            <pc:docMk/>
            <pc:sldMk cId="3038568754" sldId="299"/>
            <ac:spMk id="2" creationId="{00000000-0000-0000-0000-000000000000}"/>
          </ac:spMkLst>
        </pc:spChg>
        <pc:spChg chg="mod">
          <ac:chgData name="川名翔太" userId="902a1c22-1104-4fc2-ba41-1ee47f89ed5e" providerId="ADAL" clId="{CF5B738B-B8EA-4779-B877-3645D77DD89A}" dt="2024-08-29T10:24:07.157" v="2174" actId="2711"/>
          <ac:spMkLst>
            <pc:docMk/>
            <pc:sldMk cId="3038568754" sldId="299"/>
            <ac:spMk id="3" creationId="{00000000-0000-0000-0000-000000000000}"/>
          </ac:spMkLst>
        </pc:spChg>
        <pc:spChg chg="add mod">
          <ac:chgData name="川名翔太" userId="902a1c22-1104-4fc2-ba41-1ee47f89ed5e" providerId="ADAL" clId="{CF5B738B-B8EA-4779-B877-3645D77DD89A}" dt="2024-08-29T10:34:38.184" v="2663" actId="2710"/>
          <ac:spMkLst>
            <pc:docMk/>
            <pc:sldMk cId="3038568754" sldId="299"/>
            <ac:spMk id="4" creationId="{FE85821C-7E1E-EF27-94A4-9BAD050CB86F}"/>
          </ac:spMkLst>
        </pc:spChg>
      </pc:sldChg>
      <pc:sldChg chg="addSp delSp modSp mod">
        <pc:chgData name="川名翔太" userId="902a1c22-1104-4fc2-ba41-1ee47f89ed5e" providerId="ADAL" clId="{CF5B738B-B8EA-4779-B877-3645D77DD89A}" dt="2024-08-29T10:47:23.932" v="2826" actId="14100"/>
        <pc:sldMkLst>
          <pc:docMk/>
          <pc:sldMk cId="1647875071" sldId="300"/>
        </pc:sldMkLst>
        <pc:spChg chg="mod">
          <ac:chgData name="川名翔太" userId="902a1c22-1104-4fc2-ba41-1ee47f89ed5e" providerId="ADAL" clId="{CF5B738B-B8EA-4779-B877-3645D77DD89A}" dt="2024-08-29T10:23:12.984" v="2168" actId="2711"/>
          <ac:spMkLst>
            <pc:docMk/>
            <pc:sldMk cId="1647875071" sldId="300"/>
            <ac:spMk id="2" creationId="{00000000-0000-0000-0000-000000000000}"/>
          </ac:spMkLst>
        </pc:spChg>
        <pc:spChg chg="mod">
          <ac:chgData name="川名翔太" userId="902a1c22-1104-4fc2-ba41-1ee47f89ed5e" providerId="ADAL" clId="{CF5B738B-B8EA-4779-B877-3645D77DD89A}" dt="2024-08-29T10:23:12.984" v="2168" actId="2711"/>
          <ac:spMkLst>
            <pc:docMk/>
            <pc:sldMk cId="1647875071" sldId="300"/>
            <ac:spMk id="3" creationId="{00000000-0000-0000-0000-000000000000}"/>
          </ac:spMkLst>
        </pc:spChg>
        <pc:spChg chg="add mod">
          <ac:chgData name="川名翔太" userId="902a1c22-1104-4fc2-ba41-1ee47f89ed5e" providerId="ADAL" clId="{CF5B738B-B8EA-4779-B877-3645D77DD89A}" dt="2024-08-29T10:47:23.932" v="2826" actId="14100"/>
          <ac:spMkLst>
            <pc:docMk/>
            <pc:sldMk cId="1647875071" sldId="300"/>
            <ac:spMk id="4" creationId="{E872AAAF-A406-10DF-C11A-FCB8A4CBCA38}"/>
          </ac:spMkLst>
        </pc:spChg>
        <pc:spChg chg="mod">
          <ac:chgData name="川名翔太" userId="902a1c22-1104-4fc2-ba41-1ee47f89ed5e" providerId="ADAL" clId="{CF5B738B-B8EA-4779-B877-3645D77DD89A}" dt="2024-08-29T10:23:12.984" v="2168" actId="2711"/>
          <ac:spMkLst>
            <pc:docMk/>
            <pc:sldMk cId="1647875071" sldId="300"/>
            <ac:spMk id="5" creationId="{67453913-E7D5-FE8E-4FF5-BD2546B9BA91}"/>
          </ac:spMkLst>
        </pc:spChg>
        <pc:spChg chg="mod">
          <ac:chgData name="川名翔太" userId="902a1c22-1104-4fc2-ba41-1ee47f89ed5e" providerId="ADAL" clId="{CF5B738B-B8EA-4779-B877-3645D77DD89A}" dt="2024-08-29T10:23:12.984" v="2168" actId="2711"/>
          <ac:spMkLst>
            <pc:docMk/>
            <pc:sldMk cId="1647875071" sldId="300"/>
            <ac:spMk id="6" creationId="{A237273C-5332-8E5B-5A63-BC4216ED0924}"/>
          </ac:spMkLst>
        </pc:spChg>
        <pc:spChg chg="mod">
          <ac:chgData name="川名翔太" userId="902a1c22-1104-4fc2-ba41-1ee47f89ed5e" providerId="ADAL" clId="{CF5B738B-B8EA-4779-B877-3645D77DD89A}" dt="2024-08-29T10:23:12.984" v="2168" actId="2711"/>
          <ac:spMkLst>
            <pc:docMk/>
            <pc:sldMk cId="1647875071" sldId="300"/>
            <ac:spMk id="7" creationId="{E5EE64EB-7F8A-2FE5-18C8-E0F7B0D123BD}"/>
          </ac:spMkLst>
        </pc:spChg>
        <pc:spChg chg="mod">
          <ac:chgData name="川名翔太" userId="902a1c22-1104-4fc2-ba41-1ee47f89ed5e" providerId="ADAL" clId="{CF5B738B-B8EA-4779-B877-3645D77DD89A}" dt="2024-08-29T10:23:12.984" v="2168" actId="2711"/>
          <ac:spMkLst>
            <pc:docMk/>
            <pc:sldMk cId="1647875071" sldId="300"/>
            <ac:spMk id="9" creationId="{AEF6ED08-8D13-E29F-D7B6-36FC6EE4F691}"/>
          </ac:spMkLst>
        </pc:spChg>
        <pc:spChg chg="mod">
          <ac:chgData name="川名翔太" userId="902a1c22-1104-4fc2-ba41-1ee47f89ed5e" providerId="ADAL" clId="{CF5B738B-B8EA-4779-B877-3645D77DD89A}" dt="2024-08-29T10:23:12.984" v="2168" actId="2711"/>
          <ac:spMkLst>
            <pc:docMk/>
            <pc:sldMk cId="1647875071" sldId="300"/>
            <ac:spMk id="10" creationId="{5463D4E2-EC23-6C82-59C2-BB3AA6A578CC}"/>
          </ac:spMkLst>
        </pc:spChg>
        <pc:spChg chg="mod">
          <ac:chgData name="川名翔太" userId="902a1c22-1104-4fc2-ba41-1ee47f89ed5e" providerId="ADAL" clId="{CF5B738B-B8EA-4779-B877-3645D77DD89A}" dt="2024-08-29T10:23:12.984" v="2168" actId="2711"/>
          <ac:spMkLst>
            <pc:docMk/>
            <pc:sldMk cId="1647875071" sldId="300"/>
            <ac:spMk id="12" creationId="{FFCAC7DC-00E1-1203-EDDD-0FADAA7A963D}"/>
          </ac:spMkLst>
        </pc:spChg>
        <pc:spChg chg="mod">
          <ac:chgData name="川名翔太" userId="902a1c22-1104-4fc2-ba41-1ee47f89ed5e" providerId="ADAL" clId="{CF5B738B-B8EA-4779-B877-3645D77DD89A}" dt="2024-08-29T10:23:12.984" v="2168" actId="2711"/>
          <ac:spMkLst>
            <pc:docMk/>
            <pc:sldMk cId="1647875071" sldId="300"/>
            <ac:spMk id="13" creationId="{1744E7C0-CFCA-C18C-EDC2-7F3E804F9F32}"/>
          </ac:spMkLst>
        </pc:spChg>
        <pc:spChg chg="mod">
          <ac:chgData name="川名翔太" userId="902a1c22-1104-4fc2-ba41-1ee47f89ed5e" providerId="ADAL" clId="{CF5B738B-B8EA-4779-B877-3645D77DD89A}" dt="2024-08-29T10:23:12.984" v="2168" actId="2711"/>
          <ac:spMkLst>
            <pc:docMk/>
            <pc:sldMk cId="1647875071" sldId="300"/>
            <ac:spMk id="14" creationId="{E74DFCCF-3FE4-1138-7BD1-276CDE0E149B}"/>
          </ac:spMkLst>
        </pc:spChg>
        <pc:spChg chg="mod">
          <ac:chgData name="川名翔太" userId="902a1c22-1104-4fc2-ba41-1ee47f89ed5e" providerId="ADAL" clId="{CF5B738B-B8EA-4779-B877-3645D77DD89A}" dt="2024-08-29T10:23:12.984" v="2168" actId="2711"/>
          <ac:spMkLst>
            <pc:docMk/>
            <pc:sldMk cId="1647875071" sldId="300"/>
            <ac:spMk id="15" creationId="{48070A9C-11C9-2A1B-2D10-D39EF4422CE8}"/>
          </ac:spMkLst>
        </pc:spChg>
        <pc:spChg chg="mod">
          <ac:chgData name="川名翔太" userId="902a1c22-1104-4fc2-ba41-1ee47f89ed5e" providerId="ADAL" clId="{CF5B738B-B8EA-4779-B877-3645D77DD89A}" dt="2024-08-29T10:23:12.984" v="2168" actId="2711"/>
          <ac:spMkLst>
            <pc:docMk/>
            <pc:sldMk cId="1647875071" sldId="300"/>
            <ac:spMk id="17" creationId="{06B112CC-7210-847F-7875-F4E39D916390}"/>
          </ac:spMkLst>
        </pc:spChg>
        <pc:spChg chg="mod">
          <ac:chgData name="川名翔太" userId="902a1c22-1104-4fc2-ba41-1ee47f89ed5e" providerId="ADAL" clId="{CF5B738B-B8EA-4779-B877-3645D77DD89A}" dt="2024-08-29T10:23:12.984" v="2168" actId="2711"/>
          <ac:spMkLst>
            <pc:docMk/>
            <pc:sldMk cId="1647875071" sldId="300"/>
            <ac:spMk id="18" creationId="{DF9F60D7-1CC9-5A50-1FAF-42B77969E2E0}"/>
          </ac:spMkLst>
        </pc:spChg>
        <pc:spChg chg="mod">
          <ac:chgData name="川名翔太" userId="902a1c22-1104-4fc2-ba41-1ee47f89ed5e" providerId="ADAL" clId="{CF5B738B-B8EA-4779-B877-3645D77DD89A}" dt="2024-08-29T10:23:12.984" v="2168" actId="2711"/>
          <ac:spMkLst>
            <pc:docMk/>
            <pc:sldMk cId="1647875071" sldId="300"/>
            <ac:spMk id="20" creationId="{FC6731C9-B605-C0D9-9BA3-B697DB1F90D4}"/>
          </ac:spMkLst>
        </pc:spChg>
        <pc:spChg chg="mod">
          <ac:chgData name="川名翔太" userId="902a1c22-1104-4fc2-ba41-1ee47f89ed5e" providerId="ADAL" clId="{CF5B738B-B8EA-4779-B877-3645D77DD89A}" dt="2024-08-29T10:23:12.984" v="2168" actId="2711"/>
          <ac:spMkLst>
            <pc:docMk/>
            <pc:sldMk cId="1647875071" sldId="300"/>
            <ac:spMk id="21" creationId="{B24355FE-2CD7-2ACF-6A06-49C810F5C068}"/>
          </ac:spMkLst>
        </pc:spChg>
        <pc:spChg chg="mod">
          <ac:chgData name="川名翔太" userId="902a1c22-1104-4fc2-ba41-1ee47f89ed5e" providerId="ADAL" clId="{CF5B738B-B8EA-4779-B877-3645D77DD89A}" dt="2024-08-29T10:23:12.984" v="2168" actId="2711"/>
          <ac:spMkLst>
            <pc:docMk/>
            <pc:sldMk cId="1647875071" sldId="300"/>
            <ac:spMk id="22" creationId="{0071918E-F4B4-E38D-5AF7-A3A71204E43E}"/>
          </ac:spMkLst>
        </pc:spChg>
        <pc:spChg chg="mod">
          <ac:chgData name="川名翔太" userId="902a1c22-1104-4fc2-ba41-1ee47f89ed5e" providerId="ADAL" clId="{CF5B738B-B8EA-4779-B877-3645D77DD89A}" dt="2024-08-29T10:23:12.984" v="2168" actId="2711"/>
          <ac:spMkLst>
            <pc:docMk/>
            <pc:sldMk cId="1647875071" sldId="300"/>
            <ac:spMk id="28" creationId="{C602EA61-79CC-B5FC-9085-801032B820A4}"/>
          </ac:spMkLst>
        </pc:spChg>
        <pc:spChg chg="mod">
          <ac:chgData name="川名翔太" userId="902a1c22-1104-4fc2-ba41-1ee47f89ed5e" providerId="ADAL" clId="{CF5B738B-B8EA-4779-B877-3645D77DD89A}" dt="2024-08-29T10:23:12.984" v="2168" actId="2711"/>
          <ac:spMkLst>
            <pc:docMk/>
            <pc:sldMk cId="1647875071" sldId="300"/>
            <ac:spMk id="29" creationId="{66383E39-69E3-6A1D-F8BB-F61B5D21F624}"/>
          </ac:spMkLst>
        </pc:spChg>
        <pc:spChg chg="mod">
          <ac:chgData name="川名翔太" userId="902a1c22-1104-4fc2-ba41-1ee47f89ed5e" providerId="ADAL" clId="{CF5B738B-B8EA-4779-B877-3645D77DD89A}" dt="2024-08-29T10:23:12.984" v="2168" actId="2711"/>
          <ac:spMkLst>
            <pc:docMk/>
            <pc:sldMk cId="1647875071" sldId="300"/>
            <ac:spMk id="31" creationId="{AFD39CFE-AAA6-B616-2F02-3716E920441B}"/>
          </ac:spMkLst>
        </pc:spChg>
        <pc:spChg chg="mod">
          <ac:chgData name="川名翔太" userId="902a1c22-1104-4fc2-ba41-1ee47f89ed5e" providerId="ADAL" clId="{CF5B738B-B8EA-4779-B877-3645D77DD89A}" dt="2024-08-29T10:23:12.984" v="2168" actId="2711"/>
          <ac:spMkLst>
            <pc:docMk/>
            <pc:sldMk cId="1647875071" sldId="300"/>
            <ac:spMk id="32" creationId="{49ECCA0B-4F3E-5E7C-AFED-292AD26BF063}"/>
          </ac:spMkLst>
        </pc:spChg>
        <pc:spChg chg="mod">
          <ac:chgData name="川名翔太" userId="902a1c22-1104-4fc2-ba41-1ee47f89ed5e" providerId="ADAL" clId="{CF5B738B-B8EA-4779-B877-3645D77DD89A}" dt="2024-08-29T10:23:12.984" v="2168" actId="2711"/>
          <ac:spMkLst>
            <pc:docMk/>
            <pc:sldMk cId="1647875071" sldId="300"/>
            <ac:spMk id="99" creationId="{0B1C3D02-C022-7AC4-B6CC-FDBDE8A9A9C1}"/>
          </ac:spMkLst>
        </pc:spChg>
        <pc:spChg chg="mod">
          <ac:chgData name="川名翔太" userId="902a1c22-1104-4fc2-ba41-1ee47f89ed5e" providerId="ADAL" clId="{CF5B738B-B8EA-4779-B877-3645D77DD89A}" dt="2024-08-29T10:23:12.984" v="2168" actId="2711"/>
          <ac:spMkLst>
            <pc:docMk/>
            <pc:sldMk cId="1647875071" sldId="300"/>
            <ac:spMk id="100" creationId="{D40AACFE-9E21-5C3E-A7E2-F49BF1157503}"/>
          </ac:spMkLst>
        </pc:spChg>
        <pc:spChg chg="mod">
          <ac:chgData name="川名翔太" userId="902a1c22-1104-4fc2-ba41-1ee47f89ed5e" providerId="ADAL" clId="{CF5B738B-B8EA-4779-B877-3645D77DD89A}" dt="2024-08-29T10:23:12.984" v="2168" actId="2711"/>
          <ac:spMkLst>
            <pc:docMk/>
            <pc:sldMk cId="1647875071" sldId="300"/>
            <ac:spMk id="101" creationId="{301A3D24-BF32-FA95-29DB-2AF6354B0868}"/>
          </ac:spMkLst>
        </pc:spChg>
        <pc:spChg chg="mod">
          <ac:chgData name="川名翔太" userId="902a1c22-1104-4fc2-ba41-1ee47f89ed5e" providerId="ADAL" clId="{CF5B738B-B8EA-4779-B877-3645D77DD89A}" dt="2024-08-29T10:23:12.984" v="2168" actId="2711"/>
          <ac:spMkLst>
            <pc:docMk/>
            <pc:sldMk cId="1647875071" sldId="300"/>
            <ac:spMk id="102" creationId="{995C71F9-A8AF-98D4-24FC-13A80C3B18B6}"/>
          </ac:spMkLst>
        </pc:spChg>
        <pc:spChg chg="mod">
          <ac:chgData name="川名翔太" userId="902a1c22-1104-4fc2-ba41-1ee47f89ed5e" providerId="ADAL" clId="{CF5B738B-B8EA-4779-B877-3645D77DD89A}" dt="2024-08-29T10:23:12.984" v="2168" actId="2711"/>
          <ac:spMkLst>
            <pc:docMk/>
            <pc:sldMk cId="1647875071" sldId="300"/>
            <ac:spMk id="103" creationId="{46D023FB-7588-97F7-7869-2F2CED932CAB}"/>
          </ac:spMkLst>
        </pc:spChg>
        <pc:spChg chg="mod">
          <ac:chgData name="川名翔太" userId="902a1c22-1104-4fc2-ba41-1ee47f89ed5e" providerId="ADAL" clId="{CF5B738B-B8EA-4779-B877-3645D77DD89A}" dt="2024-08-29T10:23:12.984" v="2168" actId="2711"/>
          <ac:spMkLst>
            <pc:docMk/>
            <pc:sldMk cId="1647875071" sldId="300"/>
            <ac:spMk id="104" creationId="{DC3213A4-5246-E997-2814-3259CAC4B050}"/>
          </ac:spMkLst>
        </pc:spChg>
        <pc:spChg chg="mod">
          <ac:chgData name="川名翔太" userId="902a1c22-1104-4fc2-ba41-1ee47f89ed5e" providerId="ADAL" clId="{CF5B738B-B8EA-4779-B877-3645D77DD89A}" dt="2024-08-29T10:23:12.984" v="2168" actId="2711"/>
          <ac:spMkLst>
            <pc:docMk/>
            <pc:sldMk cId="1647875071" sldId="300"/>
            <ac:spMk id="105" creationId="{381A3CFF-1A8B-D62D-614E-DA1E924E3E9C}"/>
          </ac:spMkLst>
        </pc:spChg>
        <pc:spChg chg="mod">
          <ac:chgData name="川名翔太" userId="902a1c22-1104-4fc2-ba41-1ee47f89ed5e" providerId="ADAL" clId="{CF5B738B-B8EA-4779-B877-3645D77DD89A}" dt="2024-08-29T10:23:12.984" v="2168" actId="2711"/>
          <ac:spMkLst>
            <pc:docMk/>
            <pc:sldMk cId="1647875071" sldId="300"/>
            <ac:spMk id="106" creationId="{B10EF070-D073-C02B-4B61-DBC2AD6B8D9C}"/>
          </ac:spMkLst>
        </pc:spChg>
        <pc:spChg chg="mod">
          <ac:chgData name="川名翔太" userId="902a1c22-1104-4fc2-ba41-1ee47f89ed5e" providerId="ADAL" clId="{CF5B738B-B8EA-4779-B877-3645D77DD89A}" dt="2024-08-29T10:23:12.984" v="2168" actId="2711"/>
          <ac:spMkLst>
            <pc:docMk/>
            <pc:sldMk cId="1647875071" sldId="300"/>
            <ac:spMk id="109" creationId="{D1EEDF86-B342-A718-D356-932BBBB66C03}"/>
          </ac:spMkLst>
        </pc:spChg>
        <pc:spChg chg="mod">
          <ac:chgData name="川名翔太" userId="902a1c22-1104-4fc2-ba41-1ee47f89ed5e" providerId="ADAL" clId="{CF5B738B-B8EA-4779-B877-3645D77DD89A}" dt="2024-08-29T10:23:12.984" v="2168" actId="2711"/>
          <ac:spMkLst>
            <pc:docMk/>
            <pc:sldMk cId="1647875071" sldId="300"/>
            <ac:spMk id="110" creationId="{50475A12-9D21-55AD-EE58-DE3BB8A8D2FC}"/>
          </ac:spMkLst>
        </pc:spChg>
        <pc:spChg chg="mod">
          <ac:chgData name="川名翔太" userId="902a1c22-1104-4fc2-ba41-1ee47f89ed5e" providerId="ADAL" clId="{CF5B738B-B8EA-4779-B877-3645D77DD89A}" dt="2024-08-29T10:23:12.984" v="2168" actId="2711"/>
          <ac:spMkLst>
            <pc:docMk/>
            <pc:sldMk cId="1647875071" sldId="300"/>
            <ac:spMk id="119" creationId="{D940CA25-556B-61FE-50DA-93DB60DD55E9}"/>
          </ac:spMkLst>
        </pc:spChg>
        <pc:spChg chg="mod">
          <ac:chgData name="川名翔太" userId="902a1c22-1104-4fc2-ba41-1ee47f89ed5e" providerId="ADAL" clId="{CF5B738B-B8EA-4779-B877-3645D77DD89A}" dt="2024-08-29T10:23:12.984" v="2168" actId="2711"/>
          <ac:spMkLst>
            <pc:docMk/>
            <pc:sldMk cId="1647875071" sldId="300"/>
            <ac:spMk id="120" creationId="{DEFDE697-559E-2EA2-3BA1-5D4121F51E8C}"/>
          </ac:spMkLst>
        </pc:spChg>
        <pc:spChg chg="mod">
          <ac:chgData name="川名翔太" userId="902a1c22-1104-4fc2-ba41-1ee47f89ed5e" providerId="ADAL" clId="{CF5B738B-B8EA-4779-B877-3645D77DD89A}" dt="2024-08-29T10:23:12.984" v="2168" actId="2711"/>
          <ac:spMkLst>
            <pc:docMk/>
            <pc:sldMk cId="1647875071" sldId="300"/>
            <ac:spMk id="121" creationId="{0AEFBE77-B69E-777C-732C-D2EE72F11F13}"/>
          </ac:spMkLst>
        </pc:spChg>
        <pc:spChg chg="mod">
          <ac:chgData name="川名翔太" userId="902a1c22-1104-4fc2-ba41-1ee47f89ed5e" providerId="ADAL" clId="{CF5B738B-B8EA-4779-B877-3645D77DD89A}" dt="2024-08-29T10:23:12.984" v="2168" actId="2711"/>
          <ac:spMkLst>
            <pc:docMk/>
            <pc:sldMk cId="1647875071" sldId="300"/>
            <ac:spMk id="122" creationId="{2F02068E-6D79-EAB4-F541-7A7C4415AFDB}"/>
          </ac:spMkLst>
        </pc:spChg>
        <pc:spChg chg="mod">
          <ac:chgData name="川名翔太" userId="902a1c22-1104-4fc2-ba41-1ee47f89ed5e" providerId="ADAL" clId="{CF5B738B-B8EA-4779-B877-3645D77DD89A}" dt="2024-08-29T10:23:12.984" v="2168" actId="2711"/>
          <ac:spMkLst>
            <pc:docMk/>
            <pc:sldMk cId="1647875071" sldId="300"/>
            <ac:spMk id="127" creationId="{F27EA83D-9C9F-6AE0-593F-D7B7EB9D168C}"/>
          </ac:spMkLst>
        </pc:spChg>
        <pc:spChg chg="del mod">
          <ac:chgData name="川名翔太" userId="902a1c22-1104-4fc2-ba41-1ee47f89ed5e" providerId="ADAL" clId="{CF5B738B-B8EA-4779-B877-3645D77DD89A}" dt="2024-08-29T10:47:06.248" v="2811" actId="21"/>
          <ac:spMkLst>
            <pc:docMk/>
            <pc:sldMk cId="1647875071" sldId="300"/>
            <ac:spMk id="130" creationId="{16BFE47D-F5D2-BCBE-71C1-E5D703DA193F}"/>
          </ac:spMkLst>
        </pc:spChg>
        <pc:spChg chg="del mod">
          <ac:chgData name="川名翔太" userId="902a1c22-1104-4fc2-ba41-1ee47f89ed5e" providerId="ADAL" clId="{CF5B738B-B8EA-4779-B877-3645D77DD89A}" dt="2024-08-29T10:47:06.248" v="2811" actId="21"/>
          <ac:spMkLst>
            <pc:docMk/>
            <pc:sldMk cId="1647875071" sldId="300"/>
            <ac:spMk id="131" creationId="{91160DE2-F7B1-A6C0-4F4B-2F04976F8284}"/>
          </ac:spMkLst>
        </pc:spChg>
        <pc:cxnChg chg="mod">
          <ac:chgData name="川名翔太" userId="902a1c22-1104-4fc2-ba41-1ee47f89ed5e" providerId="ADAL" clId="{CF5B738B-B8EA-4779-B877-3645D77DD89A}" dt="2024-08-29T10:47:06.248" v="2811" actId="21"/>
          <ac:cxnSpMkLst>
            <pc:docMk/>
            <pc:sldMk cId="1647875071" sldId="300"/>
            <ac:cxnSpMk id="19" creationId="{DE8F4E26-A46A-C444-ED13-85BC52E9C061}"/>
          </ac:cxnSpMkLst>
        </pc:cxnChg>
        <pc:cxnChg chg="mod">
          <ac:chgData name="川名翔太" userId="902a1c22-1104-4fc2-ba41-1ee47f89ed5e" providerId="ADAL" clId="{CF5B738B-B8EA-4779-B877-3645D77DD89A}" dt="2024-08-29T10:47:06.248" v="2811" actId="21"/>
          <ac:cxnSpMkLst>
            <pc:docMk/>
            <pc:sldMk cId="1647875071" sldId="300"/>
            <ac:cxnSpMk id="35" creationId="{810340D2-A16A-1600-4E8B-D78AD2A5DFB7}"/>
          </ac:cxnSpMkLst>
        </pc:cxnChg>
      </pc:sldChg>
      <pc:sldChg chg="addSp delSp modSp add mod">
        <pc:chgData name="川名翔太" userId="902a1c22-1104-4fc2-ba41-1ee47f89ed5e" providerId="ADAL" clId="{CF5B738B-B8EA-4779-B877-3645D77DD89A}" dt="2024-08-29T10:22:16.853" v="2153" actId="2711"/>
        <pc:sldMkLst>
          <pc:docMk/>
          <pc:sldMk cId="3540052457" sldId="301"/>
        </pc:sldMkLst>
        <pc:spChg chg="mod">
          <ac:chgData name="川名翔太" userId="902a1c22-1104-4fc2-ba41-1ee47f89ed5e" providerId="ADAL" clId="{CF5B738B-B8EA-4779-B877-3645D77DD89A}" dt="2024-08-29T10:22:16.853" v="2153" actId="2711"/>
          <ac:spMkLst>
            <pc:docMk/>
            <pc:sldMk cId="3540052457" sldId="301"/>
            <ac:spMk id="2" creationId="{00000000-0000-0000-0000-000000000000}"/>
          </ac:spMkLst>
        </pc:spChg>
        <pc:spChg chg="del">
          <ac:chgData name="川名翔太" userId="902a1c22-1104-4fc2-ba41-1ee47f89ed5e" providerId="ADAL" clId="{CF5B738B-B8EA-4779-B877-3645D77DD89A}" dt="2024-08-29T09:25:39.759" v="30" actId="478"/>
          <ac:spMkLst>
            <pc:docMk/>
            <pc:sldMk cId="3540052457" sldId="301"/>
            <ac:spMk id="5" creationId="{A9BE0C08-CAE1-A72B-60AB-DE372F479EE9}"/>
          </ac:spMkLst>
        </pc:spChg>
        <pc:spChg chg="del">
          <ac:chgData name="川名翔太" userId="902a1c22-1104-4fc2-ba41-1ee47f89ed5e" providerId="ADAL" clId="{CF5B738B-B8EA-4779-B877-3645D77DD89A}" dt="2024-08-29T09:25:43.546" v="31" actId="478"/>
          <ac:spMkLst>
            <pc:docMk/>
            <pc:sldMk cId="3540052457" sldId="301"/>
            <ac:spMk id="7" creationId="{93F15F58-FDAA-235D-F8BC-72D66371C5D0}"/>
          </ac:spMkLst>
        </pc:spChg>
        <pc:spChg chg="del">
          <ac:chgData name="川名翔太" userId="902a1c22-1104-4fc2-ba41-1ee47f89ed5e" providerId="ADAL" clId="{CF5B738B-B8EA-4779-B877-3645D77DD89A}" dt="2024-08-29T09:25:39.759" v="30" actId="478"/>
          <ac:spMkLst>
            <pc:docMk/>
            <pc:sldMk cId="3540052457" sldId="301"/>
            <ac:spMk id="59" creationId="{9431839E-493D-231E-7C58-40A42DFDFF82}"/>
          </ac:spMkLst>
        </pc:spChg>
        <pc:spChg chg="del">
          <ac:chgData name="川名翔太" userId="902a1c22-1104-4fc2-ba41-1ee47f89ed5e" providerId="ADAL" clId="{CF5B738B-B8EA-4779-B877-3645D77DD89A}" dt="2024-08-29T09:25:39.759" v="30" actId="478"/>
          <ac:spMkLst>
            <pc:docMk/>
            <pc:sldMk cId="3540052457" sldId="301"/>
            <ac:spMk id="60" creationId="{A6FFB3C4-67FF-E280-CAC1-1946639E2BAC}"/>
          </ac:spMkLst>
        </pc:spChg>
        <pc:spChg chg="del">
          <ac:chgData name="川名翔太" userId="902a1c22-1104-4fc2-ba41-1ee47f89ed5e" providerId="ADAL" clId="{CF5B738B-B8EA-4779-B877-3645D77DD89A}" dt="2024-08-29T09:25:39.759" v="30" actId="478"/>
          <ac:spMkLst>
            <pc:docMk/>
            <pc:sldMk cId="3540052457" sldId="301"/>
            <ac:spMk id="61" creationId="{E2F1D9F1-5DFC-1F5E-C447-8DE1EE7DBCBE}"/>
          </ac:spMkLst>
        </pc:spChg>
        <pc:spChg chg="del">
          <ac:chgData name="川名翔太" userId="902a1c22-1104-4fc2-ba41-1ee47f89ed5e" providerId="ADAL" clId="{CF5B738B-B8EA-4779-B877-3645D77DD89A}" dt="2024-08-29T09:25:39.759" v="30" actId="478"/>
          <ac:spMkLst>
            <pc:docMk/>
            <pc:sldMk cId="3540052457" sldId="301"/>
            <ac:spMk id="62" creationId="{E0ABAE75-DC06-2549-FF84-AB6D3BC5F801}"/>
          </ac:spMkLst>
        </pc:spChg>
        <pc:spChg chg="del">
          <ac:chgData name="川名翔太" userId="902a1c22-1104-4fc2-ba41-1ee47f89ed5e" providerId="ADAL" clId="{CF5B738B-B8EA-4779-B877-3645D77DD89A}" dt="2024-08-29T09:25:39.759" v="30" actId="478"/>
          <ac:spMkLst>
            <pc:docMk/>
            <pc:sldMk cId="3540052457" sldId="301"/>
            <ac:spMk id="63" creationId="{28C7A976-B6D1-62AF-A8F6-F37C8ADD4347}"/>
          </ac:spMkLst>
        </pc:spChg>
        <pc:spChg chg="del">
          <ac:chgData name="川名翔太" userId="902a1c22-1104-4fc2-ba41-1ee47f89ed5e" providerId="ADAL" clId="{CF5B738B-B8EA-4779-B877-3645D77DD89A}" dt="2024-08-29T09:25:39.759" v="30" actId="478"/>
          <ac:spMkLst>
            <pc:docMk/>
            <pc:sldMk cId="3540052457" sldId="301"/>
            <ac:spMk id="64" creationId="{F93D6229-5C24-AB46-C6EC-02CB3EC2192E}"/>
          </ac:spMkLst>
        </pc:spChg>
        <pc:spChg chg="del">
          <ac:chgData name="川名翔太" userId="902a1c22-1104-4fc2-ba41-1ee47f89ed5e" providerId="ADAL" clId="{CF5B738B-B8EA-4779-B877-3645D77DD89A}" dt="2024-08-29T09:25:39.759" v="30" actId="478"/>
          <ac:spMkLst>
            <pc:docMk/>
            <pc:sldMk cId="3540052457" sldId="301"/>
            <ac:spMk id="65" creationId="{9DF380E5-C5DC-C6F1-D2BE-4DC1313D3729}"/>
          </ac:spMkLst>
        </pc:spChg>
        <pc:picChg chg="del">
          <ac:chgData name="川名翔太" userId="902a1c22-1104-4fc2-ba41-1ee47f89ed5e" providerId="ADAL" clId="{CF5B738B-B8EA-4779-B877-3645D77DD89A}" dt="2024-08-29T09:25:39.759" v="30" actId="478"/>
          <ac:picMkLst>
            <pc:docMk/>
            <pc:sldMk cId="3540052457" sldId="301"/>
            <ac:picMk id="4" creationId="{6BEE20B2-A7D3-3FB2-135F-ED09C8DFE86E}"/>
          </ac:picMkLst>
        </pc:picChg>
        <pc:picChg chg="add mod">
          <ac:chgData name="川名翔太" userId="902a1c22-1104-4fc2-ba41-1ee47f89ed5e" providerId="ADAL" clId="{CF5B738B-B8EA-4779-B877-3645D77DD89A}" dt="2024-08-29T09:25:43.788" v="32"/>
          <ac:picMkLst>
            <pc:docMk/>
            <pc:sldMk cId="3540052457" sldId="301"/>
            <ac:picMk id="8" creationId="{657BF25C-B2DD-ECA6-8FD1-D99F0478D6E3}"/>
          </ac:picMkLst>
        </pc:picChg>
        <pc:picChg chg="del">
          <ac:chgData name="川名翔太" userId="902a1c22-1104-4fc2-ba41-1ee47f89ed5e" providerId="ADAL" clId="{CF5B738B-B8EA-4779-B877-3645D77DD89A}" dt="2024-08-29T09:25:39.759" v="30" actId="478"/>
          <ac:picMkLst>
            <pc:docMk/>
            <pc:sldMk cId="3540052457" sldId="301"/>
            <ac:picMk id="66" creationId="{D2BB14BC-3142-76BE-E702-5387D7CFD486}"/>
          </ac:picMkLst>
        </pc:picChg>
        <pc:picChg chg="del">
          <ac:chgData name="川名翔太" userId="902a1c22-1104-4fc2-ba41-1ee47f89ed5e" providerId="ADAL" clId="{CF5B738B-B8EA-4779-B877-3645D77DD89A}" dt="2024-08-29T09:25:39.759" v="30" actId="478"/>
          <ac:picMkLst>
            <pc:docMk/>
            <pc:sldMk cId="3540052457" sldId="301"/>
            <ac:picMk id="67" creationId="{A8E2E560-E04D-BF38-224F-34FBC81A34CC}"/>
          </ac:picMkLst>
        </pc:picChg>
        <pc:cxnChg chg="del mod">
          <ac:chgData name="川名翔太" userId="902a1c22-1104-4fc2-ba41-1ee47f89ed5e" providerId="ADAL" clId="{CF5B738B-B8EA-4779-B877-3645D77DD89A}" dt="2024-08-29T09:25:39.759" v="30" actId="478"/>
          <ac:cxnSpMkLst>
            <pc:docMk/>
            <pc:sldMk cId="3540052457" sldId="301"/>
            <ac:cxnSpMk id="6" creationId="{6510155A-D505-FF60-6693-E7335910AC53}"/>
          </ac:cxnSpMkLst>
        </pc:cxnChg>
        <pc:cxnChg chg="del">
          <ac:chgData name="川名翔太" userId="902a1c22-1104-4fc2-ba41-1ee47f89ed5e" providerId="ADAL" clId="{CF5B738B-B8EA-4779-B877-3645D77DD89A}" dt="2024-08-29T09:25:39.759" v="30" actId="478"/>
          <ac:cxnSpMkLst>
            <pc:docMk/>
            <pc:sldMk cId="3540052457" sldId="301"/>
            <ac:cxnSpMk id="58" creationId="{295A2974-6BB4-F7FC-8D28-C691E006414E}"/>
          </ac:cxnSpMkLst>
        </pc:cxnChg>
      </pc:sldChg>
      <pc:sldChg chg="addSp delSp modSp add mod">
        <pc:chgData name="川名翔太" userId="902a1c22-1104-4fc2-ba41-1ee47f89ed5e" providerId="ADAL" clId="{CF5B738B-B8EA-4779-B877-3645D77DD89A}" dt="2024-08-29T10:42:16.222" v="2778" actId="20577"/>
        <pc:sldMkLst>
          <pc:docMk/>
          <pc:sldMk cId="1073070280" sldId="302"/>
        </pc:sldMkLst>
        <pc:spChg chg="mod">
          <ac:chgData name="川名翔太" userId="902a1c22-1104-4fc2-ba41-1ee47f89ed5e" providerId="ADAL" clId="{CF5B738B-B8EA-4779-B877-3645D77DD89A}" dt="2024-08-29T10:42:16.222" v="2778" actId="20577"/>
          <ac:spMkLst>
            <pc:docMk/>
            <pc:sldMk cId="1073070280" sldId="302"/>
            <ac:spMk id="2" creationId="{00000000-0000-0000-0000-000000000000}"/>
          </ac:spMkLst>
        </pc:spChg>
        <pc:spChg chg="add mod">
          <ac:chgData name="川名翔太" userId="902a1c22-1104-4fc2-ba41-1ee47f89ed5e" providerId="ADAL" clId="{CF5B738B-B8EA-4779-B877-3645D77DD89A}" dt="2024-08-29T10:42:15.149" v="2776" actId="20577"/>
          <ac:spMkLst>
            <pc:docMk/>
            <pc:sldMk cId="1073070280" sldId="302"/>
            <ac:spMk id="4" creationId="{A73CE9DA-8D81-5FC2-197E-780CB4E1449E}"/>
          </ac:spMkLst>
        </pc:spChg>
        <pc:picChg chg="add mod">
          <ac:chgData name="川名翔太" userId="902a1c22-1104-4fc2-ba41-1ee47f89ed5e" providerId="ADAL" clId="{CF5B738B-B8EA-4779-B877-3645D77DD89A}" dt="2024-08-29T10:41:42.426" v="2741" actId="1076"/>
          <ac:picMkLst>
            <pc:docMk/>
            <pc:sldMk cId="1073070280" sldId="302"/>
            <ac:picMk id="5" creationId="{45230CBC-145D-FBA2-11D5-84C406966841}"/>
          </ac:picMkLst>
        </pc:picChg>
        <pc:picChg chg="del">
          <ac:chgData name="川名翔太" userId="902a1c22-1104-4fc2-ba41-1ee47f89ed5e" providerId="ADAL" clId="{CF5B738B-B8EA-4779-B877-3645D77DD89A}" dt="2024-08-29T10:28:27.187" v="2189" actId="21"/>
          <ac:picMkLst>
            <pc:docMk/>
            <pc:sldMk cId="1073070280" sldId="302"/>
            <ac:picMk id="9" creationId="{DC267318-4900-ABC4-5A08-7DDAFC2AB8BB}"/>
          </ac:picMkLst>
        </pc:picChg>
      </pc:sldChg>
      <pc:sldChg chg="delSp modSp add del mod">
        <pc:chgData name="川名翔太" userId="902a1c22-1104-4fc2-ba41-1ee47f89ed5e" providerId="ADAL" clId="{CF5B738B-B8EA-4779-B877-3645D77DD89A}" dt="2024-08-30T00:58:16.602" v="3188" actId="47"/>
        <pc:sldMkLst>
          <pc:docMk/>
          <pc:sldMk cId="1687523884" sldId="303"/>
        </pc:sldMkLst>
        <pc:spChg chg="del">
          <ac:chgData name="川名翔太" userId="902a1c22-1104-4fc2-ba41-1ee47f89ed5e" providerId="ADAL" clId="{CF5B738B-B8EA-4779-B877-3645D77DD89A}" dt="2024-08-30T00:58:13.641" v="3187" actId="478"/>
          <ac:spMkLst>
            <pc:docMk/>
            <pc:sldMk cId="1687523884" sldId="303"/>
            <ac:spMk id="109" creationId="{D1EEDF86-B342-A718-D356-932BBBB66C03}"/>
          </ac:spMkLst>
        </pc:spChg>
        <pc:cxnChg chg="mod">
          <ac:chgData name="川名翔太" userId="902a1c22-1104-4fc2-ba41-1ee47f89ed5e" providerId="ADAL" clId="{CF5B738B-B8EA-4779-B877-3645D77DD89A}" dt="2024-08-30T00:58:13.641" v="3187" actId="478"/>
          <ac:cxnSpMkLst>
            <pc:docMk/>
            <pc:sldMk cId="1687523884" sldId="303"/>
            <ac:cxnSpMk id="114" creationId="{EA47740F-4718-48E3-537F-421B0DA7DC4D}"/>
          </ac:cxnSpMkLst>
        </pc:cxnChg>
      </pc:sldChg>
    </pc:docChg>
  </pc:docChgLst>
  <pc:docChgLst>
    <pc:chgData name="川名翔太" userId="902a1c22-1104-4fc2-ba41-1ee47f89ed5e" providerId="ADAL" clId="{0A2D78A7-670D-4B60-9B31-D2AAF697250F}"/>
    <pc:docChg chg="custSel modSld">
      <pc:chgData name="川名翔太" userId="902a1c22-1104-4fc2-ba41-1ee47f89ed5e" providerId="ADAL" clId="{0A2D78A7-670D-4B60-9B31-D2AAF697250F}" dt="2024-08-26T08:58:58.098" v="0" actId="27636"/>
      <pc:docMkLst>
        <pc:docMk/>
      </pc:docMkLst>
      <pc:sldChg chg="modSp mod">
        <pc:chgData name="川名翔太" userId="902a1c22-1104-4fc2-ba41-1ee47f89ed5e" providerId="ADAL" clId="{0A2D78A7-670D-4B60-9B31-D2AAF697250F}" dt="2024-08-26T08:58:58.098" v="0" actId="27636"/>
        <pc:sldMkLst>
          <pc:docMk/>
          <pc:sldMk cId="3958120630" sldId="256"/>
        </pc:sldMkLst>
        <pc:spChg chg="mod">
          <ac:chgData name="川名翔太" userId="902a1c22-1104-4fc2-ba41-1ee47f89ed5e" providerId="ADAL" clId="{0A2D78A7-670D-4B60-9B31-D2AAF697250F}" dt="2024-08-26T08:58:58.098" v="0" actId="27636"/>
          <ac:spMkLst>
            <pc:docMk/>
            <pc:sldMk cId="3958120630" sldId="256"/>
            <ac:spMk id="3" creationId="{D6448047-CEE5-2245-B601-7B450A3549F5}"/>
          </ac:spMkLst>
        </pc:spChg>
      </pc:sldChg>
    </pc:docChg>
  </pc:docChgLst>
  <pc:docChgLst>
    <pc:chgData name="髙浦祐朗" userId="d6d860fe-bc64-411b-9605-a16d1ba875f6" providerId="ADAL" clId="{27DFF45E-AA81-48D4-9332-87B43BB167E8}"/>
    <pc:docChg chg="undo custSel addSld delSld modSld">
      <pc:chgData name="髙浦祐朗" userId="d6d860fe-bc64-411b-9605-a16d1ba875f6" providerId="ADAL" clId="{27DFF45E-AA81-48D4-9332-87B43BB167E8}" dt="2024-08-30T03:02:12.913" v="818"/>
      <pc:docMkLst>
        <pc:docMk/>
      </pc:docMkLst>
      <pc:sldChg chg="addSp delSp modSp mod">
        <pc:chgData name="髙浦祐朗" userId="d6d860fe-bc64-411b-9605-a16d1ba875f6" providerId="ADAL" clId="{27DFF45E-AA81-48D4-9332-87B43BB167E8}" dt="2024-08-30T00:56:28.308" v="774" actId="408"/>
        <pc:sldMkLst>
          <pc:docMk/>
          <pc:sldMk cId="3958120630" sldId="256"/>
        </pc:sldMkLst>
        <pc:spChg chg="mod">
          <ac:chgData name="髙浦祐朗" userId="d6d860fe-bc64-411b-9605-a16d1ba875f6" providerId="ADAL" clId="{27DFF45E-AA81-48D4-9332-87B43BB167E8}" dt="2024-08-30T00:56:28.308" v="774" actId="408"/>
          <ac:spMkLst>
            <pc:docMk/>
            <pc:sldMk cId="3958120630" sldId="256"/>
            <ac:spMk id="2" creationId="{85A95BB6-2D13-D24F-A314-EFFFA44DDAF1}"/>
          </ac:spMkLst>
        </pc:spChg>
        <pc:spChg chg="del mod">
          <ac:chgData name="髙浦祐朗" userId="d6d860fe-bc64-411b-9605-a16d1ba875f6" providerId="ADAL" clId="{27DFF45E-AA81-48D4-9332-87B43BB167E8}" dt="2024-08-30T00:54:54.635" v="760" actId="478"/>
          <ac:spMkLst>
            <pc:docMk/>
            <pc:sldMk cId="3958120630" sldId="256"/>
            <ac:spMk id="3" creationId="{D6448047-CEE5-2245-B601-7B450A3549F5}"/>
          </ac:spMkLst>
        </pc:spChg>
        <pc:spChg chg="add del mod">
          <ac:chgData name="髙浦祐朗" userId="d6d860fe-bc64-411b-9605-a16d1ba875f6" providerId="ADAL" clId="{27DFF45E-AA81-48D4-9332-87B43BB167E8}" dt="2024-08-30T00:54:56.833" v="761" actId="478"/>
          <ac:spMkLst>
            <pc:docMk/>
            <pc:sldMk cId="3958120630" sldId="256"/>
            <ac:spMk id="5" creationId="{BBFC74B7-F213-22E5-C496-7B3B26594C2C}"/>
          </ac:spMkLst>
        </pc:spChg>
        <pc:spChg chg="add del mod">
          <ac:chgData name="髙浦祐朗" userId="d6d860fe-bc64-411b-9605-a16d1ba875f6" providerId="ADAL" clId="{27DFF45E-AA81-48D4-9332-87B43BB167E8}" dt="2024-08-30T00:56:02.701" v="771" actId="478"/>
          <ac:spMkLst>
            <pc:docMk/>
            <pc:sldMk cId="3958120630" sldId="256"/>
            <ac:spMk id="7" creationId="{E0D3268B-9008-B316-2F02-62F85971465B}"/>
          </ac:spMkLst>
        </pc:spChg>
      </pc:sldChg>
      <pc:sldChg chg="modSp mod">
        <pc:chgData name="髙浦祐朗" userId="d6d860fe-bc64-411b-9605-a16d1ba875f6" providerId="ADAL" clId="{27DFF45E-AA81-48D4-9332-87B43BB167E8}" dt="2024-08-30T03:01:17.448" v="797" actId="20577"/>
        <pc:sldMkLst>
          <pc:docMk/>
          <pc:sldMk cId="3254529596" sldId="288"/>
        </pc:sldMkLst>
        <pc:graphicFrameChg chg="mod modGraphic">
          <ac:chgData name="髙浦祐朗" userId="d6d860fe-bc64-411b-9605-a16d1ba875f6" providerId="ADAL" clId="{27DFF45E-AA81-48D4-9332-87B43BB167E8}" dt="2024-08-30T03:01:17.448" v="797" actId="20577"/>
          <ac:graphicFrameMkLst>
            <pc:docMk/>
            <pc:sldMk cId="3254529596" sldId="288"/>
            <ac:graphicFrameMk id="4" creationId="{06E787FF-FF19-30BB-0338-DF311CEAF318}"/>
          </ac:graphicFrameMkLst>
        </pc:graphicFrameChg>
      </pc:sldChg>
      <pc:sldChg chg="modSp mod">
        <pc:chgData name="髙浦祐朗" userId="d6d860fe-bc64-411b-9605-a16d1ba875f6" providerId="ADAL" clId="{27DFF45E-AA81-48D4-9332-87B43BB167E8}" dt="2024-08-29T08:35:58.514" v="500" actId="1036"/>
        <pc:sldMkLst>
          <pc:docMk/>
          <pc:sldMk cId="323703541" sldId="289"/>
        </pc:sldMkLst>
        <pc:spChg chg="mod">
          <ac:chgData name="髙浦祐朗" userId="d6d860fe-bc64-411b-9605-a16d1ba875f6" providerId="ADAL" clId="{27DFF45E-AA81-48D4-9332-87B43BB167E8}" dt="2024-08-29T08:35:58.514" v="500" actId="1036"/>
          <ac:spMkLst>
            <pc:docMk/>
            <pc:sldMk cId="323703541" sldId="289"/>
            <ac:spMk id="34" creationId="{56C21FF2-C822-5DFE-7C7C-6D82544E4CD3}"/>
          </ac:spMkLst>
        </pc:spChg>
        <pc:graphicFrameChg chg="mod modGraphic">
          <ac:chgData name="髙浦祐朗" userId="d6d860fe-bc64-411b-9605-a16d1ba875f6" providerId="ADAL" clId="{27DFF45E-AA81-48D4-9332-87B43BB167E8}" dt="2024-08-29T08:35:49.126" v="493" actId="20577"/>
          <ac:graphicFrameMkLst>
            <pc:docMk/>
            <pc:sldMk cId="323703541" sldId="289"/>
            <ac:graphicFrameMk id="27" creationId="{877A4769-798D-B009-6C28-C06973EE466A}"/>
          </ac:graphicFrameMkLst>
        </pc:graphicFrameChg>
      </pc:sldChg>
      <pc:sldChg chg="modSp mod">
        <pc:chgData name="髙浦祐朗" userId="d6d860fe-bc64-411b-9605-a16d1ba875f6" providerId="ADAL" clId="{27DFF45E-AA81-48D4-9332-87B43BB167E8}" dt="2024-08-29T07:56:11.786" v="19" actId="113"/>
        <pc:sldMkLst>
          <pc:docMk/>
          <pc:sldMk cId="494586992" sldId="290"/>
        </pc:sldMkLst>
        <pc:spChg chg="mod">
          <ac:chgData name="髙浦祐朗" userId="d6d860fe-bc64-411b-9605-a16d1ba875f6" providerId="ADAL" clId="{27DFF45E-AA81-48D4-9332-87B43BB167E8}" dt="2024-08-29T07:56:11.786" v="19" actId="113"/>
          <ac:spMkLst>
            <pc:docMk/>
            <pc:sldMk cId="494586992" sldId="290"/>
            <ac:spMk id="44" creationId="{DAAF2FBB-10DD-10D4-F4F7-043DAF93F8D8}"/>
          </ac:spMkLst>
        </pc:spChg>
      </pc:sldChg>
      <pc:sldChg chg="modSp mod">
        <pc:chgData name="髙浦祐朗" userId="d6d860fe-bc64-411b-9605-a16d1ba875f6" providerId="ADAL" clId="{27DFF45E-AA81-48D4-9332-87B43BB167E8}" dt="2024-08-30T00:51:48.384" v="741" actId="20577"/>
        <pc:sldMkLst>
          <pc:docMk/>
          <pc:sldMk cId="621306742" sldId="292"/>
        </pc:sldMkLst>
        <pc:spChg chg="mod">
          <ac:chgData name="髙浦祐朗" userId="d6d860fe-bc64-411b-9605-a16d1ba875f6" providerId="ADAL" clId="{27DFF45E-AA81-48D4-9332-87B43BB167E8}" dt="2024-08-30T00:51:48.384" v="741" actId="20577"/>
          <ac:spMkLst>
            <pc:docMk/>
            <pc:sldMk cId="621306742" sldId="292"/>
            <ac:spMk id="5" creationId="{DF426062-DB20-F810-1F0B-A1469E4FF871}"/>
          </ac:spMkLst>
        </pc:spChg>
      </pc:sldChg>
      <pc:sldChg chg="modSp mod">
        <pc:chgData name="髙浦祐朗" userId="d6d860fe-bc64-411b-9605-a16d1ba875f6" providerId="ADAL" clId="{27DFF45E-AA81-48D4-9332-87B43BB167E8}" dt="2024-08-30T03:02:12.913" v="818"/>
        <pc:sldMkLst>
          <pc:docMk/>
          <pc:sldMk cId="4044467434" sldId="294"/>
        </pc:sldMkLst>
        <pc:spChg chg="mod">
          <ac:chgData name="髙浦祐朗" userId="d6d860fe-bc64-411b-9605-a16d1ba875f6" providerId="ADAL" clId="{27DFF45E-AA81-48D4-9332-87B43BB167E8}" dt="2024-08-30T03:02:12.913" v="818"/>
          <ac:spMkLst>
            <pc:docMk/>
            <pc:sldMk cId="4044467434" sldId="294"/>
            <ac:spMk id="5" creationId="{D4C22EAA-5225-BA0B-2846-BFED27AA512E}"/>
          </ac:spMkLst>
        </pc:spChg>
      </pc:sldChg>
      <pc:sldChg chg="modSp mod">
        <pc:chgData name="髙浦祐朗" userId="d6d860fe-bc64-411b-9605-a16d1ba875f6" providerId="ADAL" clId="{27DFF45E-AA81-48D4-9332-87B43BB167E8}" dt="2024-08-29T23:50:24.713" v="653" actId="1076"/>
        <pc:sldMkLst>
          <pc:docMk/>
          <pc:sldMk cId="978315202" sldId="296"/>
        </pc:sldMkLst>
        <pc:spChg chg="mod">
          <ac:chgData name="髙浦祐朗" userId="d6d860fe-bc64-411b-9605-a16d1ba875f6" providerId="ADAL" clId="{27DFF45E-AA81-48D4-9332-87B43BB167E8}" dt="2024-08-29T23:50:24.713" v="653" actId="1076"/>
          <ac:spMkLst>
            <pc:docMk/>
            <pc:sldMk cId="978315202" sldId="296"/>
            <ac:spMk id="46" creationId="{40CFDB6C-5C32-5B6F-1551-6F76A9F26582}"/>
          </ac:spMkLst>
        </pc:spChg>
      </pc:sldChg>
      <pc:sldChg chg="del">
        <pc:chgData name="髙浦祐朗" userId="d6d860fe-bc64-411b-9605-a16d1ba875f6" providerId="ADAL" clId="{27DFF45E-AA81-48D4-9332-87B43BB167E8}" dt="2024-08-29T08:31:49.476" v="400" actId="47"/>
        <pc:sldMkLst>
          <pc:docMk/>
          <pc:sldMk cId="1055925003" sldId="297"/>
        </pc:sldMkLst>
      </pc:sldChg>
      <pc:sldChg chg="addSp delSp modSp add mod">
        <pc:chgData name="髙浦祐朗" userId="d6d860fe-bc64-411b-9605-a16d1ba875f6" providerId="ADAL" clId="{27DFF45E-AA81-48D4-9332-87B43BB167E8}" dt="2024-08-29T23:51:30.368" v="712" actId="1035"/>
        <pc:sldMkLst>
          <pc:docMk/>
          <pc:sldMk cId="1647875071" sldId="300"/>
        </pc:sldMkLst>
        <pc:spChg chg="mod">
          <ac:chgData name="髙浦祐朗" userId="d6d860fe-bc64-411b-9605-a16d1ba875f6" providerId="ADAL" clId="{27DFF45E-AA81-48D4-9332-87B43BB167E8}" dt="2024-08-29T08:31:56.594" v="401" actId="20577"/>
          <ac:spMkLst>
            <pc:docMk/>
            <pc:sldMk cId="1647875071" sldId="300"/>
            <ac:spMk id="2" creationId="{00000000-0000-0000-0000-000000000000}"/>
          </ac:spMkLst>
        </pc:spChg>
        <pc:spChg chg="add mod">
          <ac:chgData name="髙浦祐朗" userId="d6d860fe-bc64-411b-9605-a16d1ba875f6" providerId="ADAL" clId="{27DFF45E-AA81-48D4-9332-87B43BB167E8}" dt="2024-08-29T08:03:52.676" v="32" actId="1076"/>
          <ac:spMkLst>
            <pc:docMk/>
            <pc:sldMk cId="1647875071" sldId="300"/>
            <ac:spMk id="4" creationId="{383AF16D-E0F6-B739-72F8-F513DFF53BD0}"/>
          </ac:spMkLst>
        </pc:spChg>
        <pc:spChg chg="add del mod topLvl">
          <ac:chgData name="髙浦祐朗" userId="d6d860fe-bc64-411b-9605-a16d1ba875f6" providerId="ADAL" clId="{27DFF45E-AA81-48D4-9332-87B43BB167E8}" dt="2024-08-29T08:41:44.200" v="607" actId="1037"/>
          <ac:spMkLst>
            <pc:docMk/>
            <pc:sldMk cId="1647875071" sldId="300"/>
            <ac:spMk id="5" creationId="{67453913-E7D5-FE8E-4FF5-BD2546B9BA91}"/>
          </ac:spMkLst>
        </pc:spChg>
        <pc:spChg chg="add del mod topLvl">
          <ac:chgData name="髙浦祐朗" userId="d6d860fe-bc64-411b-9605-a16d1ba875f6" providerId="ADAL" clId="{27DFF45E-AA81-48D4-9332-87B43BB167E8}" dt="2024-08-29T08:41:44.200" v="607" actId="1037"/>
          <ac:spMkLst>
            <pc:docMk/>
            <pc:sldMk cId="1647875071" sldId="300"/>
            <ac:spMk id="6" creationId="{A237273C-5332-8E5B-5A63-BC4216ED0924}"/>
          </ac:spMkLst>
        </pc:spChg>
        <pc:spChg chg="add del mod topLvl">
          <ac:chgData name="髙浦祐朗" userId="d6d860fe-bc64-411b-9605-a16d1ba875f6" providerId="ADAL" clId="{27DFF45E-AA81-48D4-9332-87B43BB167E8}" dt="2024-08-29T08:41:44.200" v="607" actId="1037"/>
          <ac:spMkLst>
            <pc:docMk/>
            <pc:sldMk cId="1647875071" sldId="300"/>
            <ac:spMk id="7" creationId="{E5EE64EB-7F8A-2FE5-18C8-E0F7B0D123BD}"/>
          </ac:spMkLst>
        </pc:spChg>
        <pc:spChg chg="add del mod topLvl">
          <ac:chgData name="髙浦祐朗" userId="d6d860fe-bc64-411b-9605-a16d1ba875f6" providerId="ADAL" clId="{27DFF45E-AA81-48D4-9332-87B43BB167E8}" dt="2024-08-29T23:51:15.865" v="689" actId="1036"/>
          <ac:spMkLst>
            <pc:docMk/>
            <pc:sldMk cId="1647875071" sldId="300"/>
            <ac:spMk id="9" creationId="{AEF6ED08-8D13-E29F-D7B6-36FC6EE4F691}"/>
          </ac:spMkLst>
        </pc:spChg>
        <pc:spChg chg="add del mod topLvl">
          <ac:chgData name="髙浦祐朗" userId="d6d860fe-bc64-411b-9605-a16d1ba875f6" providerId="ADAL" clId="{27DFF45E-AA81-48D4-9332-87B43BB167E8}" dt="2024-08-29T23:51:15.865" v="689" actId="1036"/>
          <ac:spMkLst>
            <pc:docMk/>
            <pc:sldMk cId="1647875071" sldId="300"/>
            <ac:spMk id="10" creationId="{5463D4E2-EC23-6C82-59C2-BB3AA6A578CC}"/>
          </ac:spMkLst>
        </pc:spChg>
        <pc:spChg chg="add mod">
          <ac:chgData name="髙浦祐朗" userId="d6d860fe-bc64-411b-9605-a16d1ba875f6" providerId="ADAL" clId="{27DFF45E-AA81-48D4-9332-87B43BB167E8}" dt="2024-08-29T08:03:52.676" v="32" actId="1076"/>
          <ac:spMkLst>
            <pc:docMk/>
            <pc:sldMk cId="1647875071" sldId="300"/>
            <ac:spMk id="11" creationId="{0112BD9A-E6F7-63F9-C3C4-1FC44DB3C303}"/>
          </ac:spMkLst>
        </pc:spChg>
        <pc:spChg chg="add del mod topLvl">
          <ac:chgData name="髙浦祐朗" userId="d6d860fe-bc64-411b-9605-a16d1ba875f6" providerId="ADAL" clId="{27DFF45E-AA81-48D4-9332-87B43BB167E8}" dt="2024-08-29T23:51:15.865" v="689" actId="1036"/>
          <ac:spMkLst>
            <pc:docMk/>
            <pc:sldMk cId="1647875071" sldId="300"/>
            <ac:spMk id="12" creationId="{FFCAC7DC-00E1-1203-EDDD-0FADAA7A963D}"/>
          </ac:spMkLst>
        </pc:spChg>
        <pc:spChg chg="add del mod topLvl">
          <ac:chgData name="髙浦祐朗" userId="d6d860fe-bc64-411b-9605-a16d1ba875f6" providerId="ADAL" clId="{27DFF45E-AA81-48D4-9332-87B43BB167E8}" dt="2024-08-29T23:51:15.865" v="689" actId="1036"/>
          <ac:spMkLst>
            <pc:docMk/>
            <pc:sldMk cId="1647875071" sldId="300"/>
            <ac:spMk id="13" creationId="{1744E7C0-CFCA-C18C-EDC2-7F3E804F9F32}"/>
          </ac:spMkLst>
        </pc:spChg>
        <pc:spChg chg="add del mod topLvl">
          <ac:chgData name="髙浦祐朗" userId="d6d860fe-bc64-411b-9605-a16d1ba875f6" providerId="ADAL" clId="{27DFF45E-AA81-48D4-9332-87B43BB167E8}" dt="2024-08-29T23:51:30.368" v="712" actId="1035"/>
          <ac:spMkLst>
            <pc:docMk/>
            <pc:sldMk cId="1647875071" sldId="300"/>
            <ac:spMk id="14" creationId="{E74DFCCF-3FE4-1138-7BD1-276CDE0E149B}"/>
          </ac:spMkLst>
        </pc:spChg>
        <pc:spChg chg="add del mod topLvl">
          <ac:chgData name="髙浦祐朗" userId="d6d860fe-bc64-411b-9605-a16d1ba875f6" providerId="ADAL" clId="{27DFF45E-AA81-48D4-9332-87B43BB167E8}" dt="2024-08-29T23:51:30.368" v="712" actId="1035"/>
          <ac:spMkLst>
            <pc:docMk/>
            <pc:sldMk cId="1647875071" sldId="300"/>
            <ac:spMk id="15" creationId="{48070A9C-11C9-2A1B-2D10-D39EF4422CE8}"/>
          </ac:spMkLst>
        </pc:spChg>
        <pc:spChg chg="add del mod topLvl">
          <ac:chgData name="髙浦祐朗" userId="d6d860fe-bc64-411b-9605-a16d1ba875f6" providerId="ADAL" clId="{27DFF45E-AA81-48D4-9332-87B43BB167E8}" dt="2024-08-29T08:41:44.200" v="607" actId="1037"/>
          <ac:spMkLst>
            <pc:docMk/>
            <pc:sldMk cId="1647875071" sldId="300"/>
            <ac:spMk id="17" creationId="{06B112CC-7210-847F-7875-F4E39D916390}"/>
          </ac:spMkLst>
        </pc:spChg>
        <pc:spChg chg="add del mod topLvl">
          <ac:chgData name="髙浦祐朗" userId="d6d860fe-bc64-411b-9605-a16d1ba875f6" providerId="ADAL" clId="{27DFF45E-AA81-48D4-9332-87B43BB167E8}" dt="2024-08-29T08:41:44.200" v="607" actId="1037"/>
          <ac:spMkLst>
            <pc:docMk/>
            <pc:sldMk cId="1647875071" sldId="300"/>
            <ac:spMk id="18" creationId="{DF9F60D7-1CC9-5A50-1FAF-42B77969E2E0}"/>
          </ac:spMkLst>
        </pc:spChg>
        <pc:spChg chg="add del mod topLvl">
          <ac:chgData name="髙浦祐朗" userId="d6d860fe-bc64-411b-9605-a16d1ba875f6" providerId="ADAL" clId="{27DFF45E-AA81-48D4-9332-87B43BB167E8}" dt="2024-08-29T08:41:44.200" v="607" actId="1037"/>
          <ac:spMkLst>
            <pc:docMk/>
            <pc:sldMk cId="1647875071" sldId="300"/>
            <ac:spMk id="20" creationId="{FC6731C9-B605-C0D9-9BA3-B697DB1F90D4}"/>
          </ac:spMkLst>
        </pc:spChg>
        <pc:spChg chg="add del mod topLvl">
          <ac:chgData name="髙浦祐朗" userId="d6d860fe-bc64-411b-9605-a16d1ba875f6" providerId="ADAL" clId="{27DFF45E-AA81-48D4-9332-87B43BB167E8}" dt="2024-08-29T08:41:44.200" v="607" actId="1037"/>
          <ac:spMkLst>
            <pc:docMk/>
            <pc:sldMk cId="1647875071" sldId="300"/>
            <ac:spMk id="21" creationId="{B24355FE-2CD7-2ACF-6A06-49C810F5C068}"/>
          </ac:spMkLst>
        </pc:spChg>
        <pc:spChg chg="add del mod topLvl">
          <ac:chgData name="髙浦祐朗" userId="d6d860fe-bc64-411b-9605-a16d1ba875f6" providerId="ADAL" clId="{27DFF45E-AA81-48D4-9332-87B43BB167E8}" dt="2024-08-29T23:51:15.865" v="689" actId="1036"/>
          <ac:spMkLst>
            <pc:docMk/>
            <pc:sldMk cId="1647875071" sldId="300"/>
            <ac:spMk id="22" creationId="{0071918E-F4B4-E38D-5AF7-A3A71204E43E}"/>
          </ac:spMkLst>
        </pc:spChg>
        <pc:spChg chg="add mod">
          <ac:chgData name="髙浦祐朗" userId="d6d860fe-bc64-411b-9605-a16d1ba875f6" providerId="ADAL" clId="{27DFF45E-AA81-48D4-9332-87B43BB167E8}" dt="2024-08-29T08:03:52.676" v="32" actId="1076"/>
          <ac:spMkLst>
            <pc:docMk/>
            <pc:sldMk cId="1647875071" sldId="300"/>
            <ac:spMk id="26" creationId="{536E191E-2D53-EC7B-DFC6-AC0EB48B8061}"/>
          </ac:spMkLst>
        </pc:spChg>
        <pc:spChg chg="add mod">
          <ac:chgData name="髙浦祐朗" userId="d6d860fe-bc64-411b-9605-a16d1ba875f6" providerId="ADAL" clId="{27DFF45E-AA81-48D4-9332-87B43BB167E8}" dt="2024-08-29T08:03:52.676" v="32" actId="1076"/>
          <ac:spMkLst>
            <pc:docMk/>
            <pc:sldMk cId="1647875071" sldId="300"/>
            <ac:spMk id="27" creationId="{A21D3955-C76E-1DDE-54E7-E846DAEF50A2}"/>
          </ac:spMkLst>
        </pc:spChg>
        <pc:spChg chg="add del mod topLvl">
          <ac:chgData name="髙浦祐朗" userId="d6d860fe-bc64-411b-9605-a16d1ba875f6" providerId="ADAL" clId="{27DFF45E-AA81-48D4-9332-87B43BB167E8}" dt="2024-08-29T23:51:30.368" v="712" actId="1035"/>
          <ac:spMkLst>
            <pc:docMk/>
            <pc:sldMk cId="1647875071" sldId="300"/>
            <ac:spMk id="28" creationId="{C602EA61-79CC-B5FC-9085-801032B820A4}"/>
          </ac:spMkLst>
        </pc:spChg>
        <pc:spChg chg="add del mod topLvl">
          <ac:chgData name="髙浦祐朗" userId="d6d860fe-bc64-411b-9605-a16d1ba875f6" providerId="ADAL" clId="{27DFF45E-AA81-48D4-9332-87B43BB167E8}" dt="2024-08-29T23:51:30.368" v="712" actId="1035"/>
          <ac:spMkLst>
            <pc:docMk/>
            <pc:sldMk cId="1647875071" sldId="300"/>
            <ac:spMk id="29" creationId="{66383E39-69E3-6A1D-F8BB-F61B5D21F624}"/>
          </ac:spMkLst>
        </pc:spChg>
        <pc:spChg chg="add mod">
          <ac:chgData name="髙浦祐朗" userId="d6d860fe-bc64-411b-9605-a16d1ba875f6" providerId="ADAL" clId="{27DFF45E-AA81-48D4-9332-87B43BB167E8}" dt="2024-08-29T08:03:52.676" v="32" actId="1076"/>
          <ac:spMkLst>
            <pc:docMk/>
            <pc:sldMk cId="1647875071" sldId="300"/>
            <ac:spMk id="30" creationId="{439F8D76-904D-C9BC-D1A9-A0BF8E7D8F4E}"/>
          </ac:spMkLst>
        </pc:spChg>
        <pc:spChg chg="add del mod topLvl">
          <ac:chgData name="髙浦祐朗" userId="d6d860fe-bc64-411b-9605-a16d1ba875f6" providerId="ADAL" clId="{27DFF45E-AA81-48D4-9332-87B43BB167E8}" dt="2024-08-29T08:41:44.200" v="607" actId="1037"/>
          <ac:spMkLst>
            <pc:docMk/>
            <pc:sldMk cId="1647875071" sldId="300"/>
            <ac:spMk id="31" creationId="{AFD39CFE-AAA6-B616-2F02-3716E920441B}"/>
          </ac:spMkLst>
        </pc:spChg>
        <pc:spChg chg="add del mod topLvl">
          <ac:chgData name="髙浦祐朗" userId="d6d860fe-bc64-411b-9605-a16d1ba875f6" providerId="ADAL" clId="{27DFF45E-AA81-48D4-9332-87B43BB167E8}" dt="2024-08-29T08:41:44.200" v="607" actId="1037"/>
          <ac:spMkLst>
            <pc:docMk/>
            <pc:sldMk cId="1647875071" sldId="300"/>
            <ac:spMk id="32" creationId="{49ECCA0B-4F3E-5E7C-AFED-292AD26BF063}"/>
          </ac:spMkLst>
        </pc:spChg>
        <pc:spChg chg="add mod">
          <ac:chgData name="髙浦祐朗" userId="d6d860fe-bc64-411b-9605-a16d1ba875f6" providerId="ADAL" clId="{27DFF45E-AA81-48D4-9332-87B43BB167E8}" dt="2024-08-29T08:03:52.676" v="32" actId="1076"/>
          <ac:spMkLst>
            <pc:docMk/>
            <pc:sldMk cId="1647875071" sldId="300"/>
            <ac:spMk id="33" creationId="{1F283B7D-DA71-9049-1361-6AA9E54E0176}"/>
          </ac:spMkLst>
        </pc:spChg>
        <pc:spChg chg="add mod">
          <ac:chgData name="髙浦祐朗" userId="d6d860fe-bc64-411b-9605-a16d1ba875f6" providerId="ADAL" clId="{27DFF45E-AA81-48D4-9332-87B43BB167E8}" dt="2024-08-29T08:03:52.676" v="32" actId="1076"/>
          <ac:spMkLst>
            <pc:docMk/>
            <pc:sldMk cId="1647875071" sldId="300"/>
            <ac:spMk id="34" creationId="{6601CB7E-82E5-29F7-3168-4399A56F9588}"/>
          </ac:spMkLst>
        </pc:spChg>
        <pc:spChg chg="add mod">
          <ac:chgData name="髙浦祐朗" userId="d6d860fe-bc64-411b-9605-a16d1ba875f6" providerId="ADAL" clId="{27DFF45E-AA81-48D4-9332-87B43BB167E8}" dt="2024-08-29T08:03:52.676" v="32" actId="1076"/>
          <ac:spMkLst>
            <pc:docMk/>
            <pc:sldMk cId="1647875071" sldId="300"/>
            <ac:spMk id="36" creationId="{E3847A38-39A1-878E-59FF-44FB7D3BA08B}"/>
          </ac:spMkLst>
        </pc:spChg>
        <pc:spChg chg="add mod">
          <ac:chgData name="髙浦祐朗" userId="d6d860fe-bc64-411b-9605-a16d1ba875f6" providerId="ADAL" clId="{27DFF45E-AA81-48D4-9332-87B43BB167E8}" dt="2024-08-29T08:03:52.676" v="32" actId="1076"/>
          <ac:spMkLst>
            <pc:docMk/>
            <pc:sldMk cId="1647875071" sldId="300"/>
            <ac:spMk id="37" creationId="{D385CC10-9DBE-B6C7-A3EF-BAE422243F7A}"/>
          </ac:spMkLst>
        </pc:spChg>
        <pc:spChg chg="add mod">
          <ac:chgData name="髙浦祐朗" userId="d6d860fe-bc64-411b-9605-a16d1ba875f6" providerId="ADAL" clId="{27DFF45E-AA81-48D4-9332-87B43BB167E8}" dt="2024-08-29T08:03:52.676" v="32" actId="1076"/>
          <ac:spMkLst>
            <pc:docMk/>
            <pc:sldMk cId="1647875071" sldId="300"/>
            <ac:spMk id="39" creationId="{31D7E7EA-F9B1-1DD2-F4BA-09694E34CB42}"/>
          </ac:spMkLst>
        </pc:spChg>
        <pc:spChg chg="add mod">
          <ac:chgData name="髙浦祐朗" userId="d6d860fe-bc64-411b-9605-a16d1ba875f6" providerId="ADAL" clId="{27DFF45E-AA81-48D4-9332-87B43BB167E8}" dt="2024-08-29T08:03:52.676" v="32" actId="1076"/>
          <ac:spMkLst>
            <pc:docMk/>
            <pc:sldMk cId="1647875071" sldId="300"/>
            <ac:spMk id="40" creationId="{A07BD260-1018-BDFF-A721-C8824E860027}"/>
          </ac:spMkLst>
        </pc:spChg>
        <pc:spChg chg="add mod">
          <ac:chgData name="髙浦祐朗" userId="d6d860fe-bc64-411b-9605-a16d1ba875f6" providerId="ADAL" clId="{27DFF45E-AA81-48D4-9332-87B43BB167E8}" dt="2024-08-29T08:03:52.676" v="32" actId="1076"/>
          <ac:spMkLst>
            <pc:docMk/>
            <pc:sldMk cId="1647875071" sldId="300"/>
            <ac:spMk id="41" creationId="{CE3EB5C0-7FC4-1CA2-BEC9-07EEAA3E8571}"/>
          </ac:spMkLst>
        </pc:spChg>
        <pc:spChg chg="add mod">
          <ac:chgData name="髙浦祐朗" userId="d6d860fe-bc64-411b-9605-a16d1ba875f6" providerId="ADAL" clId="{27DFF45E-AA81-48D4-9332-87B43BB167E8}" dt="2024-08-29T08:03:52.676" v="32" actId="1076"/>
          <ac:spMkLst>
            <pc:docMk/>
            <pc:sldMk cId="1647875071" sldId="300"/>
            <ac:spMk id="42" creationId="{DB67E261-DD70-AF84-3A06-D204C6F65215}"/>
          </ac:spMkLst>
        </pc:spChg>
        <pc:spChg chg="add mod">
          <ac:chgData name="髙浦祐朗" userId="d6d860fe-bc64-411b-9605-a16d1ba875f6" providerId="ADAL" clId="{27DFF45E-AA81-48D4-9332-87B43BB167E8}" dt="2024-08-29T08:03:52.676" v="32" actId="1076"/>
          <ac:spMkLst>
            <pc:docMk/>
            <pc:sldMk cId="1647875071" sldId="300"/>
            <ac:spMk id="46" creationId="{3B62D92F-663A-2982-E33F-C4C8B7F381C0}"/>
          </ac:spMkLst>
        </pc:spChg>
        <pc:spChg chg="add mod">
          <ac:chgData name="髙浦祐朗" userId="d6d860fe-bc64-411b-9605-a16d1ba875f6" providerId="ADAL" clId="{27DFF45E-AA81-48D4-9332-87B43BB167E8}" dt="2024-08-29T08:03:52.676" v="32" actId="1076"/>
          <ac:spMkLst>
            <pc:docMk/>
            <pc:sldMk cId="1647875071" sldId="300"/>
            <ac:spMk id="47" creationId="{496D504D-D4E9-6089-3787-C247D55C390E}"/>
          </ac:spMkLst>
        </pc:spChg>
        <pc:spChg chg="add mod">
          <ac:chgData name="髙浦祐朗" userId="d6d860fe-bc64-411b-9605-a16d1ba875f6" providerId="ADAL" clId="{27DFF45E-AA81-48D4-9332-87B43BB167E8}" dt="2024-08-29T08:03:52.676" v="32" actId="1076"/>
          <ac:spMkLst>
            <pc:docMk/>
            <pc:sldMk cId="1647875071" sldId="300"/>
            <ac:spMk id="48" creationId="{03D2C06F-6321-6824-B5C6-C20E84EAEC89}"/>
          </ac:spMkLst>
        </pc:spChg>
        <pc:spChg chg="add mod">
          <ac:chgData name="髙浦祐朗" userId="d6d860fe-bc64-411b-9605-a16d1ba875f6" providerId="ADAL" clId="{27DFF45E-AA81-48D4-9332-87B43BB167E8}" dt="2024-08-29T08:03:52.676" v="32" actId="1076"/>
          <ac:spMkLst>
            <pc:docMk/>
            <pc:sldMk cId="1647875071" sldId="300"/>
            <ac:spMk id="49" creationId="{75E7FEF5-BA5E-FDC4-AFF2-28E0E911116A}"/>
          </ac:spMkLst>
        </pc:spChg>
        <pc:spChg chg="add mod">
          <ac:chgData name="髙浦祐朗" userId="d6d860fe-bc64-411b-9605-a16d1ba875f6" providerId="ADAL" clId="{27DFF45E-AA81-48D4-9332-87B43BB167E8}" dt="2024-08-29T08:03:52.676" v="32" actId="1076"/>
          <ac:spMkLst>
            <pc:docMk/>
            <pc:sldMk cId="1647875071" sldId="300"/>
            <ac:spMk id="50" creationId="{D082A183-6AD3-6738-12CA-C645623D57DC}"/>
          </ac:spMkLst>
        </pc:spChg>
        <pc:spChg chg="add mod">
          <ac:chgData name="髙浦祐朗" userId="d6d860fe-bc64-411b-9605-a16d1ba875f6" providerId="ADAL" clId="{27DFF45E-AA81-48D4-9332-87B43BB167E8}" dt="2024-08-29T08:03:52.676" v="32" actId="1076"/>
          <ac:spMkLst>
            <pc:docMk/>
            <pc:sldMk cId="1647875071" sldId="300"/>
            <ac:spMk id="51" creationId="{A911F5E9-2C09-FBDD-7073-0EB5FFB2D509}"/>
          </ac:spMkLst>
        </pc:spChg>
        <pc:spChg chg="add mod">
          <ac:chgData name="髙浦祐朗" userId="d6d860fe-bc64-411b-9605-a16d1ba875f6" providerId="ADAL" clId="{27DFF45E-AA81-48D4-9332-87B43BB167E8}" dt="2024-08-29T08:03:52.676" v="32" actId="1076"/>
          <ac:spMkLst>
            <pc:docMk/>
            <pc:sldMk cId="1647875071" sldId="300"/>
            <ac:spMk id="52" creationId="{6A78291E-E665-B2D8-C030-A297F624921E}"/>
          </ac:spMkLst>
        </pc:spChg>
        <pc:spChg chg="add mod">
          <ac:chgData name="髙浦祐朗" userId="d6d860fe-bc64-411b-9605-a16d1ba875f6" providerId="ADAL" clId="{27DFF45E-AA81-48D4-9332-87B43BB167E8}" dt="2024-08-29T08:03:52.676" v="32" actId="1076"/>
          <ac:spMkLst>
            <pc:docMk/>
            <pc:sldMk cId="1647875071" sldId="300"/>
            <ac:spMk id="53" creationId="{8213C7F7-8B7C-E071-C7C4-DFE19CAEA87D}"/>
          </ac:spMkLst>
        </pc:spChg>
        <pc:spChg chg="add mod">
          <ac:chgData name="髙浦祐朗" userId="d6d860fe-bc64-411b-9605-a16d1ba875f6" providerId="ADAL" clId="{27DFF45E-AA81-48D4-9332-87B43BB167E8}" dt="2024-08-29T08:03:52.676" v="32" actId="1076"/>
          <ac:spMkLst>
            <pc:docMk/>
            <pc:sldMk cId="1647875071" sldId="300"/>
            <ac:spMk id="54" creationId="{1576963E-D754-381E-42AD-696DB996460B}"/>
          </ac:spMkLst>
        </pc:spChg>
        <pc:spChg chg="add mod">
          <ac:chgData name="髙浦祐朗" userId="d6d860fe-bc64-411b-9605-a16d1ba875f6" providerId="ADAL" clId="{27DFF45E-AA81-48D4-9332-87B43BB167E8}" dt="2024-08-29T08:03:52.676" v="32" actId="1076"/>
          <ac:spMkLst>
            <pc:docMk/>
            <pc:sldMk cId="1647875071" sldId="300"/>
            <ac:spMk id="55" creationId="{96418357-2B6F-3167-7541-D780AE62A26B}"/>
          </ac:spMkLst>
        </pc:spChg>
        <pc:spChg chg="add mod">
          <ac:chgData name="髙浦祐朗" userId="d6d860fe-bc64-411b-9605-a16d1ba875f6" providerId="ADAL" clId="{27DFF45E-AA81-48D4-9332-87B43BB167E8}" dt="2024-08-29T08:03:52.676" v="32" actId="1076"/>
          <ac:spMkLst>
            <pc:docMk/>
            <pc:sldMk cId="1647875071" sldId="300"/>
            <ac:spMk id="56" creationId="{335A7C34-E14C-F0E7-4307-DD6E5953F0DA}"/>
          </ac:spMkLst>
        </pc:spChg>
        <pc:spChg chg="add mod">
          <ac:chgData name="髙浦祐朗" userId="d6d860fe-bc64-411b-9605-a16d1ba875f6" providerId="ADAL" clId="{27DFF45E-AA81-48D4-9332-87B43BB167E8}" dt="2024-08-29T08:03:52.676" v="32" actId="1076"/>
          <ac:spMkLst>
            <pc:docMk/>
            <pc:sldMk cId="1647875071" sldId="300"/>
            <ac:spMk id="60" creationId="{1876BC5F-2C70-519F-05D1-F7F765F69A4F}"/>
          </ac:spMkLst>
        </pc:spChg>
        <pc:spChg chg="add mod">
          <ac:chgData name="髙浦祐朗" userId="d6d860fe-bc64-411b-9605-a16d1ba875f6" providerId="ADAL" clId="{27DFF45E-AA81-48D4-9332-87B43BB167E8}" dt="2024-08-29T08:03:52.676" v="32" actId="1076"/>
          <ac:spMkLst>
            <pc:docMk/>
            <pc:sldMk cId="1647875071" sldId="300"/>
            <ac:spMk id="61" creationId="{B90E4A06-B117-A799-368D-BFE4C9FC8486}"/>
          </ac:spMkLst>
        </pc:spChg>
        <pc:spChg chg="add mod">
          <ac:chgData name="髙浦祐朗" userId="d6d860fe-bc64-411b-9605-a16d1ba875f6" providerId="ADAL" clId="{27DFF45E-AA81-48D4-9332-87B43BB167E8}" dt="2024-08-29T08:03:52.676" v="32" actId="1076"/>
          <ac:spMkLst>
            <pc:docMk/>
            <pc:sldMk cId="1647875071" sldId="300"/>
            <ac:spMk id="62" creationId="{8F208C4E-606A-4EB0-7ADD-957C0E3329C8}"/>
          </ac:spMkLst>
        </pc:spChg>
        <pc:spChg chg="add mod">
          <ac:chgData name="髙浦祐朗" userId="d6d860fe-bc64-411b-9605-a16d1ba875f6" providerId="ADAL" clId="{27DFF45E-AA81-48D4-9332-87B43BB167E8}" dt="2024-08-29T08:03:52.676" v="32" actId="1076"/>
          <ac:spMkLst>
            <pc:docMk/>
            <pc:sldMk cId="1647875071" sldId="300"/>
            <ac:spMk id="63" creationId="{062D4EFE-B7C1-DC30-B585-8B7D3B4D55E0}"/>
          </ac:spMkLst>
        </pc:spChg>
        <pc:spChg chg="add mod">
          <ac:chgData name="髙浦祐朗" userId="d6d860fe-bc64-411b-9605-a16d1ba875f6" providerId="ADAL" clId="{27DFF45E-AA81-48D4-9332-87B43BB167E8}" dt="2024-08-29T08:03:52.676" v="32" actId="1076"/>
          <ac:spMkLst>
            <pc:docMk/>
            <pc:sldMk cId="1647875071" sldId="300"/>
            <ac:spMk id="64" creationId="{4DF2B48D-0C1D-AE69-1582-ED432AA84549}"/>
          </ac:spMkLst>
        </pc:spChg>
        <pc:spChg chg="add mod">
          <ac:chgData name="髙浦祐朗" userId="d6d860fe-bc64-411b-9605-a16d1ba875f6" providerId="ADAL" clId="{27DFF45E-AA81-48D4-9332-87B43BB167E8}" dt="2024-08-29T08:03:52.676" v="32" actId="1076"/>
          <ac:spMkLst>
            <pc:docMk/>
            <pc:sldMk cId="1647875071" sldId="300"/>
            <ac:spMk id="65" creationId="{C0C2F465-57F3-9804-9E6D-464EF240748F}"/>
          </ac:spMkLst>
        </pc:spChg>
        <pc:spChg chg="add mod">
          <ac:chgData name="髙浦祐朗" userId="d6d860fe-bc64-411b-9605-a16d1ba875f6" providerId="ADAL" clId="{27DFF45E-AA81-48D4-9332-87B43BB167E8}" dt="2024-08-29T08:03:52.676" v="32" actId="1076"/>
          <ac:spMkLst>
            <pc:docMk/>
            <pc:sldMk cId="1647875071" sldId="300"/>
            <ac:spMk id="66" creationId="{97333836-39F2-BE11-6413-5A48D7888F97}"/>
          </ac:spMkLst>
        </pc:spChg>
        <pc:spChg chg="add mod">
          <ac:chgData name="髙浦祐朗" userId="d6d860fe-bc64-411b-9605-a16d1ba875f6" providerId="ADAL" clId="{27DFF45E-AA81-48D4-9332-87B43BB167E8}" dt="2024-08-29T08:03:52.676" v="32" actId="1076"/>
          <ac:spMkLst>
            <pc:docMk/>
            <pc:sldMk cId="1647875071" sldId="300"/>
            <ac:spMk id="67" creationId="{4F36C811-1B53-3EA6-0D09-409CCB93A0E4}"/>
          </ac:spMkLst>
        </pc:spChg>
        <pc:spChg chg="add mod">
          <ac:chgData name="髙浦祐朗" userId="d6d860fe-bc64-411b-9605-a16d1ba875f6" providerId="ADAL" clId="{27DFF45E-AA81-48D4-9332-87B43BB167E8}" dt="2024-08-29T08:03:52.676" v="32" actId="1076"/>
          <ac:spMkLst>
            <pc:docMk/>
            <pc:sldMk cId="1647875071" sldId="300"/>
            <ac:spMk id="68" creationId="{2728EFAD-2406-4685-A549-E1486D8FD37A}"/>
          </ac:spMkLst>
        </pc:spChg>
        <pc:spChg chg="add mod">
          <ac:chgData name="髙浦祐朗" userId="d6d860fe-bc64-411b-9605-a16d1ba875f6" providerId="ADAL" clId="{27DFF45E-AA81-48D4-9332-87B43BB167E8}" dt="2024-08-29T08:03:52.676" v="32" actId="1076"/>
          <ac:spMkLst>
            <pc:docMk/>
            <pc:sldMk cId="1647875071" sldId="300"/>
            <ac:spMk id="69" creationId="{4CA483FD-0A31-7F5F-BF68-0B693B192A15}"/>
          </ac:spMkLst>
        </pc:spChg>
        <pc:spChg chg="add mod">
          <ac:chgData name="髙浦祐朗" userId="d6d860fe-bc64-411b-9605-a16d1ba875f6" providerId="ADAL" clId="{27DFF45E-AA81-48D4-9332-87B43BB167E8}" dt="2024-08-29T08:03:52.676" v="32" actId="1076"/>
          <ac:spMkLst>
            <pc:docMk/>
            <pc:sldMk cId="1647875071" sldId="300"/>
            <ac:spMk id="70" creationId="{7385FD43-712A-A2DF-5A89-5DC44813589B}"/>
          </ac:spMkLst>
        </pc:spChg>
        <pc:spChg chg="add mod">
          <ac:chgData name="髙浦祐朗" userId="d6d860fe-bc64-411b-9605-a16d1ba875f6" providerId="ADAL" clId="{27DFF45E-AA81-48D4-9332-87B43BB167E8}" dt="2024-08-29T08:03:52.676" v="32" actId="1076"/>
          <ac:spMkLst>
            <pc:docMk/>
            <pc:sldMk cId="1647875071" sldId="300"/>
            <ac:spMk id="71" creationId="{090D6291-B9A4-0379-C4E4-40EA47D7022E}"/>
          </ac:spMkLst>
        </pc:spChg>
        <pc:spChg chg="add mod">
          <ac:chgData name="髙浦祐朗" userId="d6d860fe-bc64-411b-9605-a16d1ba875f6" providerId="ADAL" clId="{27DFF45E-AA81-48D4-9332-87B43BB167E8}" dt="2024-08-29T08:03:52.676" v="32" actId="1076"/>
          <ac:spMkLst>
            <pc:docMk/>
            <pc:sldMk cId="1647875071" sldId="300"/>
            <ac:spMk id="73" creationId="{B3D83B58-ADC4-8A16-93B2-F412BE39FC1B}"/>
          </ac:spMkLst>
        </pc:spChg>
        <pc:spChg chg="add mod">
          <ac:chgData name="髙浦祐朗" userId="d6d860fe-bc64-411b-9605-a16d1ba875f6" providerId="ADAL" clId="{27DFF45E-AA81-48D4-9332-87B43BB167E8}" dt="2024-08-29T08:03:52.676" v="32" actId="1076"/>
          <ac:spMkLst>
            <pc:docMk/>
            <pc:sldMk cId="1647875071" sldId="300"/>
            <ac:spMk id="74" creationId="{8C871324-1A08-2889-EE99-1BC8C8DD97CC}"/>
          </ac:spMkLst>
        </pc:spChg>
        <pc:spChg chg="add mod">
          <ac:chgData name="髙浦祐朗" userId="d6d860fe-bc64-411b-9605-a16d1ba875f6" providerId="ADAL" clId="{27DFF45E-AA81-48D4-9332-87B43BB167E8}" dt="2024-08-29T08:10:22.451" v="73"/>
          <ac:spMkLst>
            <pc:docMk/>
            <pc:sldMk cId="1647875071" sldId="300"/>
            <ac:spMk id="97" creationId="{95864175-48C4-3F59-96FA-F24C7ECA410A}"/>
          </ac:spMkLst>
        </pc:spChg>
        <pc:spChg chg="add mod">
          <ac:chgData name="髙浦祐朗" userId="d6d860fe-bc64-411b-9605-a16d1ba875f6" providerId="ADAL" clId="{27DFF45E-AA81-48D4-9332-87B43BB167E8}" dt="2024-08-29T08:10:22.451" v="73"/>
          <ac:spMkLst>
            <pc:docMk/>
            <pc:sldMk cId="1647875071" sldId="300"/>
            <ac:spMk id="98" creationId="{91BA7D80-E3B8-BFAC-13B2-84D72E7DAB6B}"/>
          </ac:spMkLst>
        </pc:spChg>
        <pc:spChg chg="add mod ord topLvl">
          <ac:chgData name="髙浦祐朗" userId="d6d860fe-bc64-411b-9605-a16d1ba875f6" providerId="ADAL" clId="{27DFF45E-AA81-48D4-9332-87B43BB167E8}" dt="2024-08-29T08:41:15.216" v="602" actId="165"/>
          <ac:spMkLst>
            <pc:docMk/>
            <pc:sldMk cId="1647875071" sldId="300"/>
            <ac:spMk id="99" creationId="{0B1C3D02-C022-7AC4-B6CC-FDBDE8A9A9C1}"/>
          </ac:spMkLst>
        </pc:spChg>
        <pc:spChg chg="add mod ord topLvl">
          <ac:chgData name="髙浦祐朗" userId="d6d860fe-bc64-411b-9605-a16d1ba875f6" providerId="ADAL" clId="{27DFF45E-AA81-48D4-9332-87B43BB167E8}" dt="2024-08-29T08:41:15.216" v="602" actId="165"/>
          <ac:spMkLst>
            <pc:docMk/>
            <pc:sldMk cId="1647875071" sldId="300"/>
            <ac:spMk id="100" creationId="{D40AACFE-9E21-5C3E-A7E2-F49BF1157503}"/>
          </ac:spMkLst>
        </pc:spChg>
        <pc:spChg chg="add mod topLvl">
          <ac:chgData name="髙浦祐朗" userId="d6d860fe-bc64-411b-9605-a16d1ba875f6" providerId="ADAL" clId="{27DFF45E-AA81-48D4-9332-87B43BB167E8}" dt="2024-08-29T08:41:15.216" v="602" actId="165"/>
          <ac:spMkLst>
            <pc:docMk/>
            <pc:sldMk cId="1647875071" sldId="300"/>
            <ac:spMk id="101" creationId="{301A3D24-BF32-FA95-29DB-2AF6354B0868}"/>
          </ac:spMkLst>
        </pc:spChg>
        <pc:spChg chg="add mod topLvl">
          <ac:chgData name="髙浦祐朗" userId="d6d860fe-bc64-411b-9605-a16d1ba875f6" providerId="ADAL" clId="{27DFF45E-AA81-48D4-9332-87B43BB167E8}" dt="2024-08-29T08:41:15.216" v="602" actId="165"/>
          <ac:spMkLst>
            <pc:docMk/>
            <pc:sldMk cId="1647875071" sldId="300"/>
            <ac:spMk id="102" creationId="{995C71F9-A8AF-98D4-24FC-13A80C3B18B6}"/>
          </ac:spMkLst>
        </pc:spChg>
        <pc:spChg chg="add mod topLvl">
          <ac:chgData name="髙浦祐朗" userId="d6d860fe-bc64-411b-9605-a16d1ba875f6" providerId="ADAL" clId="{27DFF45E-AA81-48D4-9332-87B43BB167E8}" dt="2024-08-29T08:41:15.216" v="602" actId="165"/>
          <ac:spMkLst>
            <pc:docMk/>
            <pc:sldMk cId="1647875071" sldId="300"/>
            <ac:spMk id="103" creationId="{46D023FB-7588-97F7-7869-2F2CED932CAB}"/>
          </ac:spMkLst>
        </pc:spChg>
        <pc:spChg chg="add mod topLvl">
          <ac:chgData name="髙浦祐朗" userId="d6d860fe-bc64-411b-9605-a16d1ba875f6" providerId="ADAL" clId="{27DFF45E-AA81-48D4-9332-87B43BB167E8}" dt="2024-08-29T08:43:06.896" v="652" actId="113"/>
          <ac:spMkLst>
            <pc:docMk/>
            <pc:sldMk cId="1647875071" sldId="300"/>
            <ac:spMk id="104" creationId="{DC3213A4-5246-E997-2814-3259CAC4B050}"/>
          </ac:spMkLst>
        </pc:spChg>
        <pc:spChg chg="add mod topLvl">
          <ac:chgData name="髙浦祐朗" userId="d6d860fe-bc64-411b-9605-a16d1ba875f6" providerId="ADAL" clId="{27DFF45E-AA81-48D4-9332-87B43BB167E8}" dt="2024-08-29T08:41:15.216" v="602" actId="165"/>
          <ac:spMkLst>
            <pc:docMk/>
            <pc:sldMk cId="1647875071" sldId="300"/>
            <ac:spMk id="105" creationId="{381A3CFF-1A8B-D62D-614E-DA1E924E3E9C}"/>
          </ac:spMkLst>
        </pc:spChg>
        <pc:spChg chg="add mod topLvl">
          <ac:chgData name="髙浦祐朗" userId="d6d860fe-bc64-411b-9605-a16d1ba875f6" providerId="ADAL" clId="{27DFF45E-AA81-48D4-9332-87B43BB167E8}" dt="2024-08-29T08:43:06.896" v="652" actId="113"/>
          <ac:spMkLst>
            <pc:docMk/>
            <pc:sldMk cId="1647875071" sldId="300"/>
            <ac:spMk id="106" creationId="{B10EF070-D073-C02B-4B61-DBC2AD6B8D9C}"/>
          </ac:spMkLst>
        </pc:spChg>
        <pc:spChg chg="add del mod">
          <ac:chgData name="髙浦祐朗" userId="d6d860fe-bc64-411b-9605-a16d1ba875f6" providerId="ADAL" clId="{27DFF45E-AA81-48D4-9332-87B43BB167E8}" dt="2024-08-29T08:25:31.657" v="249" actId="478"/>
          <ac:spMkLst>
            <pc:docMk/>
            <pc:sldMk cId="1647875071" sldId="300"/>
            <ac:spMk id="107" creationId="{90E1FD90-72CB-E831-9634-77859EAE3074}"/>
          </ac:spMkLst>
        </pc:spChg>
        <pc:spChg chg="add del mod">
          <ac:chgData name="髙浦祐朗" userId="d6d860fe-bc64-411b-9605-a16d1ba875f6" providerId="ADAL" clId="{27DFF45E-AA81-48D4-9332-87B43BB167E8}" dt="2024-08-29T08:25:31.657" v="249" actId="478"/>
          <ac:spMkLst>
            <pc:docMk/>
            <pc:sldMk cId="1647875071" sldId="300"/>
            <ac:spMk id="108" creationId="{2D08D409-2165-9F6C-9ED2-3F1AA083A7CD}"/>
          </ac:spMkLst>
        </pc:spChg>
        <pc:spChg chg="add mod topLvl">
          <ac:chgData name="髙浦祐朗" userId="d6d860fe-bc64-411b-9605-a16d1ba875f6" providerId="ADAL" clId="{27DFF45E-AA81-48D4-9332-87B43BB167E8}" dt="2024-08-29T08:41:15.216" v="602" actId="165"/>
          <ac:spMkLst>
            <pc:docMk/>
            <pc:sldMk cId="1647875071" sldId="300"/>
            <ac:spMk id="109" creationId="{D1EEDF86-B342-A718-D356-932BBBB66C03}"/>
          </ac:spMkLst>
        </pc:spChg>
        <pc:spChg chg="add mod topLvl">
          <ac:chgData name="髙浦祐朗" userId="d6d860fe-bc64-411b-9605-a16d1ba875f6" providerId="ADAL" clId="{27DFF45E-AA81-48D4-9332-87B43BB167E8}" dt="2024-08-29T08:43:06.896" v="652" actId="113"/>
          <ac:spMkLst>
            <pc:docMk/>
            <pc:sldMk cId="1647875071" sldId="300"/>
            <ac:spMk id="110" creationId="{50475A12-9D21-55AD-EE58-DE3BB8A8D2FC}"/>
          </ac:spMkLst>
        </pc:spChg>
        <pc:spChg chg="add mod topLvl">
          <ac:chgData name="髙浦祐朗" userId="d6d860fe-bc64-411b-9605-a16d1ba875f6" providerId="ADAL" clId="{27DFF45E-AA81-48D4-9332-87B43BB167E8}" dt="2024-08-29T08:41:15.216" v="602" actId="165"/>
          <ac:spMkLst>
            <pc:docMk/>
            <pc:sldMk cId="1647875071" sldId="300"/>
            <ac:spMk id="119" creationId="{D940CA25-556B-61FE-50DA-93DB60DD55E9}"/>
          </ac:spMkLst>
        </pc:spChg>
        <pc:spChg chg="add mod topLvl">
          <ac:chgData name="髙浦祐朗" userId="d6d860fe-bc64-411b-9605-a16d1ba875f6" providerId="ADAL" clId="{27DFF45E-AA81-48D4-9332-87B43BB167E8}" dt="2024-08-29T08:42:44.020" v="649" actId="113"/>
          <ac:spMkLst>
            <pc:docMk/>
            <pc:sldMk cId="1647875071" sldId="300"/>
            <ac:spMk id="120" creationId="{DEFDE697-559E-2EA2-3BA1-5D4121F51E8C}"/>
          </ac:spMkLst>
        </pc:spChg>
        <pc:spChg chg="add mod topLvl">
          <ac:chgData name="髙浦祐朗" userId="d6d860fe-bc64-411b-9605-a16d1ba875f6" providerId="ADAL" clId="{27DFF45E-AA81-48D4-9332-87B43BB167E8}" dt="2024-08-29T08:41:15.216" v="602" actId="165"/>
          <ac:spMkLst>
            <pc:docMk/>
            <pc:sldMk cId="1647875071" sldId="300"/>
            <ac:spMk id="121" creationId="{0AEFBE77-B69E-777C-732C-D2EE72F11F13}"/>
          </ac:spMkLst>
        </pc:spChg>
        <pc:spChg chg="add mod topLvl">
          <ac:chgData name="髙浦祐朗" userId="d6d860fe-bc64-411b-9605-a16d1ba875f6" providerId="ADAL" clId="{27DFF45E-AA81-48D4-9332-87B43BB167E8}" dt="2024-08-29T08:42:44.020" v="649" actId="113"/>
          <ac:spMkLst>
            <pc:docMk/>
            <pc:sldMk cId="1647875071" sldId="300"/>
            <ac:spMk id="122" creationId="{2F02068E-6D79-EAB4-F541-7A7C4415AFDB}"/>
          </ac:spMkLst>
        </pc:spChg>
        <pc:spChg chg="add mod topLvl">
          <ac:chgData name="髙浦祐朗" userId="d6d860fe-bc64-411b-9605-a16d1ba875f6" providerId="ADAL" clId="{27DFF45E-AA81-48D4-9332-87B43BB167E8}" dt="2024-08-29T08:41:15.216" v="602" actId="165"/>
          <ac:spMkLst>
            <pc:docMk/>
            <pc:sldMk cId="1647875071" sldId="300"/>
            <ac:spMk id="127" creationId="{F27EA83D-9C9F-6AE0-593F-D7B7EB9D168C}"/>
          </ac:spMkLst>
        </pc:spChg>
        <pc:spChg chg="add mod">
          <ac:chgData name="髙浦祐朗" userId="d6d860fe-bc64-411b-9605-a16d1ba875f6" providerId="ADAL" clId="{27DFF45E-AA81-48D4-9332-87B43BB167E8}" dt="2024-08-29T08:39:43.876" v="562"/>
          <ac:spMkLst>
            <pc:docMk/>
            <pc:sldMk cId="1647875071" sldId="300"/>
            <ac:spMk id="129" creationId="{282F2A66-B201-FF9D-A14F-3EA4A1F62B69}"/>
          </ac:spMkLst>
        </pc:spChg>
        <pc:spChg chg="add mod topLvl">
          <ac:chgData name="髙浦祐朗" userId="d6d860fe-bc64-411b-9605-a16d1ba875f6" providerId="ADAL" clId="{27DFF45E-AA81-48D4-9332-87B43BB167E8}" dt="2024-08-29T08:42:59.729" v="651" actId="255"/>
          <ac:spMkLst>
            <pc:docMk/>
            <pc:sldMk cId="1647875071" sldId="300"/>
            <ac:spMk id="130" creationId="{16BFE47D-F5D2-BCBE-71C1-E5D703DA193F}"/>
          </ac:spMkLst>
        </pc:spChg>
        <pc:spChg chg="add mod topLvl">
          <ac:chgData name="髙浦祐朗" userId="d6d860fe-bc64-411b-9605-a16d1ba875f6" providerId="ADAL" clId="{27DFF45E-AA81-48D4-9332-87B43BB167E8}" dt="2024-08-29T08:41:44.200" v="607" actId="1037"/>
          <ac:spMkLst>
            <pc:docMk/>
            <pc:sldMk cId="1647875071" sldId="300"/>
            <ac:spMk id="131" creationId="{91160DE2-F7B1-A6C0-4F4B-2F04976F8284}"/>
          </ac:spMkLst>
        </pc:spChg>
        <pc:grpChg chg="add del mod">
          <ac:chgData name="髙浦祐朗" userId="d6d860fe-bc64-411b-9605-a16d1ba875f6" providerId="ADAL" clId="{27DFF45E-AA81-48D4-9332-87B43BB167E8}" dt="2024-08-29T08:41:15.216" v="602" actId="165"/>
          <ac:grpSpMkLst>
            <pc:docMk/>
            <pc:sldMk cId="1647875071" sldId="300"/>
            <ac:grpSpMk id="136" creationId="{A5FC4796-5508-A778-9BC4-FD330A58152D}"/>
          </ac:grpSpMkLst>
        </pc:grpChg>
        <pc:cxnChg chg="add del mod topLvl">
          <ac:chgData name="髙浦祐朗" userId="d6d860fe-bc64-411b-9605-a16d1ba875f6" providerId="ADAL" clId="{27DFF45E-AA81-48D4-9332-87B43BB167E8}" dt="2024-08-29T23:51:15.865" v="689" actId="1036"/>
          <ac:cxnSpMkLst>
            <pc:docMk/>
            <pc:sldMk cId="1647875071" sldId="300"/>
            <ac:cxnSpMk id="8" creationId="{4B19B3F4-B465-CCCD-7C66-D82D1BD30FEE}"/>
          </ac:cxnSpMkLst>
        </pc:cxnChg>
        <pc:cxnChg chg="add del mod">
          <ac:chgData name="髙浦祐朗" userId="d6d860fe-bc64-411b-9605-a16d1ba875f6" providerId="ADAL" clId="{27DFF45E-AA81-48D4-9332-87B43BB167E8}" dt="2024-08-29T08:08:43.792" v="62" actId="478"/>
          <ac:cxnSpMkLst>
            <pc:docMk/>
            <pc:sldMk cId="1647875071" sldId="300"/>
            <ac:cxnSpMk id="16" creationId="{856BBBDE-5A41-A388-A4A8-4FE767AF8ACC}"/>
          </ac:cxnSpMkLst>
        </pc:cxnChg>
        <pc:cxnChg chg="add del mod topLvl">
          <ac:chgData name="髙浦祐朗" userId="d6d860fe-bc64-411b-9605-a16d1ba875f6" providerId="ADAL" clId="{27DFF45E-AA81-48D4-9332-87B43BB167E8}" dt="2024-08-29T08:41:44.200" v="607" actId="1037"/>
          <ac:cxnSpMkLst>
            <pc:docMk/>
            <pc:sldMk cId="1647875071" sldId="300"/>
            <ac:cxnSpMk id="19" creationId="{DE8F4E26-A46A-C444-ED13-85BC52E9C061}"/>
          </ac:cxnSpMkLst>
        </pc:cxnChg>
        <pc:cxnChg chg="add mod">
          <ac:chgData name="髙浦祐朗" userId="d6d860fe-bc64-411b-9605-a16d1ba875f6" providerId="ADAL" clId="{27DFF45E-AA81-48D4-9332-87B43BB167E8}" dt="2024-08-29T08:03:52.676" v="32" actId="1076"/>
          <ac:cxnSpMkLst>
            <pc:docMk/>
            <pc:sldMk cId="1647875071" sldId="300"/>
            <ac:cxnSpMk id="23" creationId="{301BE066-CC0F-326B-7BD4-C913AD1561B5}"/>
          </ac:cxnSpMkLst>
        </pc:cxnChg>
        <pc:cxnChg chg="add mod">
          <ac:chgData name="髙浦祐朗" userId="d6d860fe-bc64-411b-9605-a16d1ba875f6" providerId="ADAL" clId="{27DFF45E-AA81-48D4-9332-87B43BB167E8}" dt="2024-08-29T08:03:52.676" v="32" actId="1076"/>
          <ac:cxnSpMkLst>
            <pc:docMk/>
            <pc:sldMk cId="1647875071" sldId="300"/>
            <ac:cxnSpMk id="24" creationId="{2E2E69A0-A3E5-74E3-7317-A9B40597C780}"/>
          </ac:cxnSpMkLst>
        </pc:cxnChg>
        <pc:cxnChg chg="add mod">
          <ac:chgData name="髙浦祐朗" userId="d6d860fe-bc64-411b-9605-a16d1ba875f6" providerId="ADAL" clId="{27DFF45E-AA81-48D4-9332-87B43BB167E8}" dt="2024-08-29T08:03:52.676" v="32" actId="1076"/>
          <ac:cxnSpMkLst>
            <pc:docMk/>
            <pc:sldMk cId="1647875071" sldId="300"/>
            <ac:cxnSpMk id="25" creationId="{F44BF632-BBD6-AB34-8950-FEF680B0CD44}"/>
          </ac:cxnSpMkLst>
        </pc:cxnChg>
        <pc:cxnChg chg="add del mod topLvl">
          <ac:chgData name="髙浦祐朗" userId="d6d860fe-bc64-411b-9605-a16d1ba875f6" providerId="ADAL" clId="{27DFF45E-AA81-48D4-9332-87B43BB167E8}" dt="2024-08-29T08:41:44.200" v="607" actId="1037"/>
          <ac:cxnSpMkLst>
            <pc:docMk/>
            <pc:sldMk cId="1647875071" sldId="300"/>
            <ac:cxnSpMk id="35" creationId="{810340D2-A16A-1600-4E8B-D78AD2A5DFB7}"/>
          </ac:cxnSpMkLst>
        </pc:cxnChg>
        <pc:cxnChg chg="add del mod">
          <ac:chgData name="髙浦祐朗" userId="d6d860fe-bc64-411b-9605-a16d1ba875f6" providerId="ADAL" clId="{27DFF45E-AA81-48D4-9332-87B43BB167E8}" dt="2024-08-29T08:07:30.374" v="52" actId="478"/>
          <ac:cxnSpMkLst>
            <pc:docMk/>
            <pc:sldMk cId="1647875071" sldId="300"/>
            <ac:cxnSpMk id="38" creationId="{652AE88F-F00F-3903-A182-ED1253FD0564}"/>
          </ac:cxnSpMkLst>
        </pc:cxnChg>
        <pc:cxnChg chg="add mod">
          <ac:chgData name="髙浦祐朗" userId="d6d860fe-bc64-411b-9605-a16d1ba875f6" providerId="ADAL" clId="{27DFF45E-AA81-48D4-9332-87B43BB167E8}" dt="2024-08-29T08:03:52.676" v="32" actId="1076"/>
          <ac:cxnSpMkLst>
            <pc:docMk/>
            <pc:sldMk cId="1647875071" sldId="300"/>
            <ac:cxnSpMk id="43" creationId="{06C54210-643F-DE0D-709B-D17EA4C2CD64}"/>
          </ac:cxnSpMkLst>
        </pc:cxnChg>
        <pc:cxnChg chg="add mod">
          <ac:chgData name="髙浦祐朗" userId="d6d860fe-bc64-411b-9605-a16d1ba875f6" providerId="ADAL" clId="{27DFF45E-AA81-48D4-9332-87B43BB167E8}" dt="2024-08-29T08:03:52.676" v="32" actId="1076"/>
          <ac:cxnSpMkLst>
            <pc:docMk/>
            <pc:sldMk cId="1647875071" sldId="300"/>
            <ac:cxnSpMk id="44" creationId="{BB090FAA-1D15-974C-BEFD-B42FD180F2A0}"/>
          </ac:cxnSpMkLst>
        </pc:cxnChg>
        <pc:cxnChg chg="add mod">
          <ac:chgData name="髙浦祐朗" userId="d6d860fe-bc64-411b-9605-a16d1ba875f6" providerId="ADAL" clId="{27DFF45E-AA81-48D4-9332-87B43BB167E8}" dt="2024-08-29T08:03:52.676" v="32" actId="1076"/>
          <ac:cxnSpMkLst>
            <pc:docMk/>
            <pc:sldMk cId="1647875071" sldId="300"/>
            <ac:cxnSpMk id="45" creationId="{213689C2-29E7-CFD4-1FC9-7A81FF40F6FF}"/>
          </ac:cxnSpMkLst>
        </pc:cxnChg>
        <pc:cxnChg chg="add mod">
          <ac:chgData name="髙浦祐朗" userId="d6d860fe-bc64-411b-9605-a16d1ba875f6" providerId="ADAL" clId="{27DFF45E-AA81-48D4-9332-87B43BB167E8}" dt="2024-08-29T08:03:52.676" v="32" actId="1076"/>
          <ac:cxnSpMkLst>
            <pc:docMk/>
            <pc:sldMk cId="1647875071" sldId="300"/>
            <ac:cxnSpMk id="57" creationId="{F0213E30-C80C-D03D-14C4-1C7976732DAB}"/>
          </ac:cxnSpMkLst>
        </pc:cxnChg>
        <pc:cxnChg chg="add mod">
          <ac:chgData name="髙浦祐朗" userId="d6d860fe-bc64-411b-9605-a16d1ba875f6" providerId="ADAL" clId="{27DFF45E-AA81-48D4-9332-87B43BB167E8}" dt="2024-08-29T08:03:52.676" v="32" actId="1076"/>
          <ac:cxnSpMkLst>
            <pc:docMk/>
            <pc:sldMk cId="1647875071" sldId="300"/>
            <ac:cxnSpMk id="58" creationId="{08BCBD81-D4CE-1067-01B0-2587D7568441}"/>
          </ac:cxnSpMkLst>
        </pc:cxnChg>
        <pc:cxnChg chg="add mod">
          <ac:chgData name="髙浦祐朗" userId="d6d860fe-bc64-411b-9605-a16d1ba875f6" providerId="ADAL" clId="{27DFF45E-AA81-48D4-9332-87B43BB167E8}" dt="2024-08-29T08:03:52.676" v="32" actId="1076"/>
          <ac:cxnSpMkLst>
            <pc:docMk/>
            <pc:sldMk cId="1647875071" sldId="300"/>
            <ac:cxnSpMk id="59" creationId="{FE85F32A-FFE0-0E8E-52BA-D9F77D5D6160}"/>
          </ac:cxnSpMkLst>
        </pc:cxnChg>
        <pc:cxnChg chg="add mod">
          <ac:chgData name="髙浦祐朗" userId="d6d860fe-bc64-411b-9605-a16d1ba875f6" providerId="ADAL" clId="{27DFF45E-AA81-48D4-9332-87B43BB167E8}" dt="2024-08-29T08:03:52.676" v="32" actId="1076"/>
          <ac:cxnSpMkLst>
            <pc:docMk/>
            <pc:sldMk cId="1647875071" sldId="300"/>
            <ac:cxnSpMk id="72" creationId="{EDC5E6E6-FB47-1477-B853-53C1BAA7A1B1}"/>
          </ac:cxnSpMkLst>
        </pc:cxnChg>
        <pc:cxnChg chg="add mod topLvl">
          <ac:chgData name="髙浦祐朗" userId="d6d860fe-bc64-411b-9605-a16d1ba875f6" providerId="ADAL" clId="{27DFF45E-AA81-48D4-9332-87B43BB167E8}" dt="2024-08-29T23:51:15.865" v="689" actId="1036"/>
          <ac:cxnSpMkLst>
            <pc:docMk/>
            <pc:sldMk cId="1647875071" sldId="300"/>
            <ac:cxnSpMk id="89" creationId="{B287AB5A-A420-0698-A25C-0157FAD49ABE}"/>
          </ac:cxnSpMkLst>
        </pc:cxnChg>
        <pc:cxnChg chg="add mod topLvl">
          <ac:chgData name="髙浦祐朗" userId="d6d860fe-bc64-411b-9605-a16d1ba875f6" providerId="ADAL" clId="{27DFF45E-AA81-48D4-9332-87B43BB167E8}" dt="2024-08-29T23:51:30.368" v="712" actId="1035"/>
          <ac:cxnSpMkLst>
            <pc:docMk/>
            <pc:sldMk cId="1647875071" sldId="300"/>
            <ac:cxnSpMk id="94" creationId="{DC67E5D6-3F35-634D-4184-0A78F306E48B}"/>
          </ac:cxnSpMkLst>
        </pc:cxnChg>
        <pc:cxnChg chg="add mod topLvl">
          <ac:chgData name="髙浦祐朗" userId="d6d860fe-bc64-411b-9605-a16d1ba875f6" providerId="ADAL" clId="{27DFF45E-AA81-48D4-9332-87B43BB167E8}" dt="2024-08-29T08:41:15.216" v="602" actId="165"/>
          <ac:cxnSpMkLst>
            <pc:docMk/>
            <pc:sldMk cId="1647875071" sldId="300"/>
            <ac:cxnSpMk id="111" creationId="{EDADF5F9-F41C-7A43-B864-7A4640DD3805}"/>
          </ac:cxnSpMkLst>
        </pc:cxnChg>
        <pc:cxnChg chg="add mod topLvl">
          <ac:chgData name="髙浦祐朗" userId="d6d860fe-bc64-411b-9605-a16d1ba875f6" providerId="ADAL" clId="{27DFF45E-AA81-48D4-9332-87B43BB167E8}" dt="2024-08-29T08:41:15.216" v="602" actId="165"/>
          <ac:cxnSpMkLst>
            <pc:docMk/>
            <pc:sldMk cId="1647875071" sldId="300"/>
            <ac:cxnSpMk id="114" creationId="{EA47740F-4718-48E3-537F-421B0DA7DC4D}"/>
          </ac:cxnSpMkLst>
        </pc:cxnChg>
        <pc:cxnChg chg="add mod topLvl">
          <ac:chgData name="髙浦祐朗" userId="d6d860fe-bc64-411b-9605-a16d1ba875f6" providerId="ADAL" clId="{27DFF45E-AA81-48D4-9332-87B43BB167E8}" dt="2024-08-29T08:41:15.216" v="602" actId="165"/>
          <ac:cxnSpMkLst>
            <pc:docMk/>
            <pc:sldMk cId="1647875071" sldId="300"/>
            <ac:cxnSpMk id="123" creationId="{63C06397-388B-140A-0F18-EB63E5F6421E}"/>
          </ac:cxnSpMkLst>
        </pc:cxnChg>
      </pc:sldChg>
      <pc:sldChg chg="modSp mod">
        <pc:chgData name="髙浦祐朗" userId="d6d860fe-bc64-411b-9605-a16d1ba875f6" providerId="ADAL" clId="{27DFF45E-AA81-48D4-9332-87B43BB167E8}" dt="2024-08-30T00:49:21.308" v="739" actId="14100"/>
        <pc:sldMkLst>
          <pc:docMk/>
          <pc:sldMk cId="1073070280" sldId="302"/>
        </pc:sldMkLst>
        <pc:picChg chg="mod">
          <ac:chgData name="髙浦祐朗" userId="d6d860fe-bc64-411b-9605-a16d1ba875f6" providerId="ADAL" clId="{27DFF45E-AA81-48D4-9332-87B43BB167E8}" dt="2024-08-30T00:49:21.308" v="739" actId="14100"/>
          <ac:picMkLst>
            <pc:docMk/>
            <pc:sldMk cId="1073070280" sldId="302"/>
            <ac:picMk id="5" creationId="{45230CBC-145D-FBA2-11D5-84C406966841}"/>
          </ac:picMkLst>
        </pc:picChg>
      </pc:sldChg>
    </pc:docChg>
  </pc:docChgLst>
  <pc:docChgLst>
    <pc:chgData name="野村康二" userId="S::kouji.nomura@system-exe.jp::acaa808a-f809-4ef9-8028-a2ce14b82415" providerId="AD" clId="Web-{2DECE561-79D6-AFB3-29B6-68FE60C3A0C6}"/>
    <pc:docChg chg="addSld delSld modSld">
      <pc:chgData name="野村康二" userId="S::kouji.nomura@system-exe.jp::acaa808a-f809-4ef9-8028-a2ce14b82415" providerId="AD" clId="Web-{2DECE561-79D6-AFB3-29B6-68FE60C3A0C6}" dt="2024-08-30T00:12:02.434" v="367" actId="20577"/>
      <pc:docMkLst>
        <pc:docMk/>
      </pc:docMkLst>
      <pc:sldChg chg="modSp">
        <pc:chgData name="野村康二" userId="S::kouji.nomura@system-exe.jp::acaa808a-f809-4ef9-8028-a2ce14b82415" providerId="AD" clId="Web-{2DECE561-79D6-AFB3-29B6-68FE60C3A0C6}" dt="2024-08-30T00:12:02.434" v="367" actId="20577"/>
        <pc:sldMkLst>
          <pc:docMk/>
          <pc:sldMk cId="3038568754" sldId="299"/>
        </pc:sldMkLst>
        <pc:spChg chg="mod">
          <ac:chgData name="野村康二" userId="S::kouji.nomura@system-exe.jp::acaa808a-f809-4ef9-8028-a2ce14b82415" providerId="AD" clId="Web-{2DECE561-79D6-AFB3-29B6-68FE60C3A0C6}" dt="2024-08-30T00:12:02.434" v="367" actId="20577"/>
          <ac:spMkLst>
            <pc:docMk/>
            <pc:sldMk cId="3038568754" sldId="299"/>
            <ac:spMk id="4" creationId="{FE85821C-7E1E-EF27-94A4-9BAD050CB86F}"/>
          </ac:spMkLst>
        </pc:spChg>
      </pc:sldChg>
      <pc:sldChg chg="modSp add del replId">
        <pc:chgData name="野村康二" userId="S::kouji.nomura@system-exe.jp::acaa808a-f809-4ef9-8028-a2ce14b82415" providerId="AD" clId="Web-{2DECE561-79D6-AFB3-29B6-68FE60C3A0C6}" dt="2024-08-30T00:08:33.803" v="363"/>
        <pc:sldMkLst>
          <pc:docMk/>
          <pc:sldMk cId="1949886259" sldId="303"/>
        </pc:sldMkLst>
        <pc:spChg chg="mod">
          <ac:chgData name="野村康二" userId="S::kouji.nomura@system-exe.jp::acaa808a-f809-4ef9-8028-a2ce14b82415" providerId="AD" clId="Web-{2DECE561-79D6-AFB3-29B6-68FE60C3A0C6}" dt="2024-08-30T00:08:19.724" v="331" actId="14100"/>
          <ac:spMkLst>
            <pc:docMk/>
            <pc:sldMk cId="1949886259" sldId="303"/>
            <ac:spMk id="5" creationId="{67453913-E7D5-FE8E-4FF5-BD2546B9BA91}"/>
          </ac:spMkLst>
        </pc:spChg>
        <pc:spChg chg="mod">
          <ac:chgData name="野村康二" userId="S::kouji.nomura@system-exe.jp::acaa808a-f809-4ef9-8028-a2ce14b82415" providerId="AD" clId="Web-{2DECE561-79D6-AFB3-29B6-68FE60C3A0C6}" dt="2024-08-30T00:08:19.771" v="332" actId="14100"/>
          <ac:spMkLst>
            <pc:docMk/>
            <pc:sldMk cId="1949886259" sldId="303"/>
            <ac:spMk id="6" creationId="{A237273C-5332-8E5B-5A63-BC4216ED0924}"/>
          </ac:spMkLst>
        </pc:spChg>
        <pc:spChg chg="mod">
          <ac:chgData name="野村康二" userId="S::kouji.nomura@system-exe.jp::acaa808a-f809-4ef9-8028-a2ce14b82415" providerId="AD" clId="Web-{2DECE561-79D6-AFB3-29B6-68FE60C3A0C6}" dt="2024-08-30T00:08:19.834" v="334" actId="14100"/>
          <ac:spMkLst>
            <pc:docMk/>
            <pc:sldMk cId="1949886259" sldId="303"/>
            <ac:spMk id="9" creationId="{AEF6ED08-8D13-E29F-D7B6-36FC6EE4F691}"/>
          </ac:spMkLst>
        </pc:spChg>
        <pc:spChg chg="mod">
          <ac:chgData name="野村康二" userId="S::kouji.nomura@system-exe.jp::acaa808a-f809-4ef9-8028-a2ce14b82415" providerId="AD" clId="Web-{2DECE561-79D6-AFB3-29B6-68FE60C3A0C6}" dt="2024-08-30T00:08:19.881" v="335" actId="14100"/>
          <ac:spMkLst>
            <pc:docMk/>
            <pc:sldMk cId="1949886259" sldId="303"/>
            <ac:spMk id="10" creationId="{5463D4E2-EC23-6C82-59C2-BB3AA6A578CC}"/>
          </ac:spMkLst>
        </pc:spChg>
        <pc:spChg chg="mod">
          <ac:chgData name="野村康二" userId="S::kouji.nomura@system-exe.jp::acaa808a-f809-4ef9-8028-a2ce14b82415" providerId="AD" clId="Web-{2DECE561-79D6-AFB3-29B6-68FE60C3A0C6}" dt="2024-08-30T00:08:19.912" v="337" actId="14100"/>
          <ac:spMkLst>
            <pc:docMk/>
            <pc:sldMk cId="1949886259" sldId="303"/>
            <ac:spMk id="14" creationId="{E74DFCCF-3FE4-1138-7BD1-276CDE0E149B}"/>
          </ac:spMkLst>
        </pc:spChg>
        <pc:spChg chg="mod">
          <ac:chgData name="野村康二" userId="S::kouji.nomura@system-exe.jp::acaa808a-f809-4ef9-8028-a2ce14b82415" providerId="AD" clId="Web-{2DECE561-79D6-AFB3-29B6-68FE60C3A0C6}" dt="2024-08-30T00:08:19.959" v="338" actId="14100"/>
          <ac:spMkLst>
            <pc:docMk/>
            <pc:sldMk cId="1949886259" sldId="303"/>
            <ac:spMk id="15" creationId="{48070A9C-11C9-2A1B-2D10-D39EF4422CE8}"/>
          </ac:spMkLst>
        </pc:spChg>
        <pc:spChg chg="mod">
          <ac:chgData name="野村康二" userId="S::kouji.nomura@system-exe.jp::acaa808a-f809-4ef9-8028-a2ce14b82415" providerId="AD" clId="Web-{2DECE561-79D6-AFB3-29B6-68FE60C3A0C6}" dt="2024-08-30T00:08:20.006" v="339" actId="14100"/>
          <ac:spMkLst>
            <pc:docMk/>
            <pc:sldMk cId="1949886259" sldId="303"/>
            <ac:spMk id="17" creationId="{06B112CC-7210-847F-7875-F4E39D916390}"/>
          </ac:spMkLst>
        </pc:spChg>
        <pc:spChg chg="mod">
          <ac:chgData name="野村康二" userId="S::kouji.nomura@system-exe.jp::acaa808a-f809-4ef9-8028-a2ce14b82415" providerId="AD" clId="Web-{2DECE561-79D6-AFB3-29B6-68FE60C3A0C6}" dt="2024-08-30T00:08:20.021" v="340" actId="14100"/>
          <ac:spMkLst>
            <pc:docMk/>
            <pc:sldMk cId="1949886259" sldId="303"/>
            <ac:spMk id="18" creationId="{DF9F60D7-1CC9-5A50-1FAF-42B77969E2E0}"/>
          </ac:spMkLst>
        </pc:spChg>
        <pc:spChg chg="mod">
          <ac:chgData name="野村康二" userId="S::kouji.nomura@system-exe.jp::acaa808a-f809-4ef9-8028-a2ce14b82415" providerId="AD" clId="Web-{2DECE561-79D6-AFB3-29B6-68FE60C3A0C6}" dt="2024-08-30T00:08:20.099" v="342" actId="14100"/>
          <ac:spMkLst>
            <pc:docMk/>
            <pc:sldMk cId="1949886259" sldId="303"/>
            <ac:spMk id="20" creationId="{FC6731C9-B605-C0D9-9BA3-B697DB1F90D4}"/>
          </ac:spMkLst>
        </pc:spChg>
        <pc:spChg chg="mod">
          <ac:chgData name="野村康二" userId="S::kouji.nomura@system-exe.jp::acaa808a-f809-4ef9-8028-a2ce14b82415" providerId="AD" clId="Web-{2DECE561-79D6-AFB3-29B6-68FE60C3A0C6}" dt="2024-08-30T00:08:20.115" v="343" actId="14100"/>
          <ac:spMkLst>
            <pc:docMk/>
            <pc:sldMk cId="1949886259" sldId="303"/>
            <ac:spMk id="21" creationId="{B24355FE-2CD7-2ACF-6A06-49C810F5C068}"/>
          </ac:spMkLst>
        </pc:spChg>
        <pc:spChg chg="mod">
          <ac:chgData name="野村康二" userId="S::kouji.nomura@system-exe.jp::acaa808a-f809-4ef9-8028-a2ce14b82415" providerId="AD" clId="Web-{2DECE561-79D6-AFB3-29B6-68FE60C3A0C6}" dt="2024-08-30T00:08:20.146" v="344" actId="14100"/>
          <ac:spMkLst>
            <pc:docMk/>
            <pc:sldMk cId="1949886259" sldId="303"/>
            <ac:spMk id="28" creationId="{C602EA61-79CC-B5FC-9085-801032B820A4}"/>
          </ac:spMkLst>
        </pc:spChg>
        <pc:spChg chg="mod">
          <ac:chgData name="野村康二" userId="S::kouji.nomura@system-exe.jp::acaa808a-f809-4ef9-8028-a2ce14b82415" providerId="AD" clId="Web-{2DECE561-79D6-AFB3-29B6-68FE60C3A0C6}" dt="2024-08-30T00:08:20.193" v="345" actId="14100"/>
          <ac:spMkLst>
            <pc:docMk/>
            <pc:sldMk cId="1949886259" sldId="303"/>
            <ac:spMk id="29" creationId="{66383E39-69E3-6A1D-F8BB-F61B5D21F624}"/>
          </ac:spMkLst>
        </pc:spChg>
        <pc:spChg chg="mod">
          <ac:chgData name="野村康二" userId="S::kouji.nomura@system-exe.jp::acaa808a-f809-4ef9-8028-a2ce14b82415" providerId="AD" clId="Web-{2DECE561-79D6-AFB3-29B6-68FE60C3A0C6}" dt="2024-08-30T00:08:20.256" v="347" actId="14100"/>
          <ac:spMkLst>
            <pc:docMk/>
            <pc:sldMk cId="1949886259" sldId="303"/>
            <ac:spMk id="31" creationId="{AFD39CFE-AAA6-B616-2F02-3716E920441B}"/>
          </ac:spMkLst>
        </pc:spChg>
        <pc:spChg chg="mod">
          <ac:chgData name="野村康二" userId="S::kouji.nomura@system-exe.jp::acaa808a-f809-4ef9-8028-a2ce14b82415" providerId="AD" clId="Web-{2DECE561-79D6-AFB3-29B6-68FE60C3A0C6}" dt="2024-08-30T00:08:20.287" v="349" actId="14100"/>
          <ac:spMkLst>
            <pc:docMk/>
            <pc:sldMk cId="1949886259" sldId="303"/>
            <ac:spMk id="32" creationId="{49ECCA0B-4F3E-5E7C-AFED-292AD26BF063}"/>
          </ac:spMkLst>
        </pc:spChg>
        <pc:spChg chg="mod">
          <ac:chgData name="野村康二" userId="S::kouji.nomura@system-exe.jp::acaa808a-f809-4ef9-8028-a2ce14b82415" providerId="AD" clId="Web-{2DECE561-79D6-AFB3-29B6-68FE60C3A0C6}" dt="2024-08-30T00:08:20.334" v="350" actId="14100"/>
          <ac:spMkLst>
            <pc:docMk/>
            <pc:sldMk cId="1949886259" sldId="303"/>
            <ac:spMk id="103" creationId="{46D023FB-7588-97F7-7869-2F2CED932CAB}"/>
          </ac:spMkLst>
        </pc:spChg>
        <pc:spChg chg="mod">
          <ac:chgData name="野村康二" userId="S::kouji.nomura@system-exe.jp::acaa808a-f809-4ef9-8028-a2ce14b82415" providerId="AD" clId="Web-{2DECE561-79D6-AFB3-29B6-68FE60C3A0C6}" dt="2024-08-30T00:08:20.396" v="352" actId="14100"/>
          <ac:spMkLst>
            <pc:docMk/>
            <pc:sldMk cId="1949886259" sldId="303"/>
            <ac:spMk id="104" creationId="{DC3213A4-5246-E997-2814-3259CAC4B050}"/>
          </ac:spMkLst>
        </pc:spChg>
        <pc:spChg chg="mod">
          <ac:chgData name="野村康二" userId="S::kouji.nomura@system-exe.jp::acaa808a-f809-4ef9-8028-a2ce14b82415" providerId="AD" clId="Web-{2DECE561-79D6-AFB3-29B6-68FE60C3A0C6}" dt="2024-08-30T00:08:20.443" v="354" actId="14100"/>
          <ac:spMkLst>
            <pc:docMk/>
            <pc:sldMk cId="1949886259" sldId="303"/>
            <ac:spMk id="105" creationId="{381A3CFF-1A8B-D62D-614E-DA1E924E3E9C}"/>
          </ac:spMkLst>
        </pc:spChg>
        <pc:spChg chg="mod">
          <ac:chgData name="野村康二" userId="S::kouji.nomura@system-exe.jp::acaa808a-f809-4ef9-8028-a2ce14b82415" providerId="AD" clId="Web-{2DECE561-79D6-AFB3-29B6-68FE60C3A0C6}" dt="2024-08-30T00:08:20.490" v="355" actId="14100"/>
          <ac:spMkLst>
            <pc:docMk/>
            <pc:sldMk cId="1949886259" sldId="303"/>
            <ac:spMk id="106" creationId="{B10EF070-D073-C02B-4B61-DBC2AD6B8D9C}"/>
          </ac:spMkLst>
        </pc:spChg>
        <pc:spChg chg="mod">
          <ac:chgData name="野村康二" userId="S::kouji.nomura@system-exe.jp::acaa808a-f809-4ef9-8028-a2ce14b82415" providerId="AD" clId="Web-{2DECE561-79D6-AFB3-29B6-68FE60C3A0C6}" dt="2024-08-30T00:08:20.521" v="356" actId="14100"/>
          <ac:spMkLst>
            <pc:docMk/>
            <pc:sldMk cId="1949886259" sldId="303"/>
            <ac:spMk id="109" creationId="{D1EEDF86-B342-A718-D356-932BBBB66C03}"/>
          </ac:spMkLst>
        </pc:spChg>
        <pc:spChg chg="mod">
          <ac:chgData name="野村康二" userId="S::kouji.nomura@system-exe.jp::acaa808a-f809-4ef9-8028-a2ce14b82415" providerId="AD" clId="Web-{2DECE561-79D6-AFB3-29B6-68FE60C3A0C6}" dt="2024-08-30T00:08:20.553" v="357" actId="14100"/>
          <ac:spMkLst>
            <pc:docMk/>
            <pc:sldMk cId="1949886259" sldId="303"/>
            <ac:spMk id="110" creationId="{50475A12-9D21-55AD-EE58-DE3BB8A8D2FC}"/>
          </ac:spMkLst>
        </pc:spChg>
        <pc:spChg chg="mod">
          <ac:chgData name="野村康二" userId="S::kouji.nomura@system-exe.jp::acaa808a-f809-4ef9-8028-a2ce14b82415" providerId="AD" clId="Web-{2DECE561-79D6-AFB3-29B6-68FE60C3A0C6}" dt="2024-08-30T00:08:20.584" v="358" actId="14100"/>
          <ac:spMkLst>
            <pc:docMk/>
            <pc:sldMk cId="1949886259" sldId="303"/>
            <ac:spMk id="119" creationId="{D940CA25-556B-61FE-50DA-93DB60DD55E9}"/>
          </ac:spMkLst>
        </pc:spChg>
        <pc:spChg chg="mod">
          <ac:chgData name="野村康二" userId="S::kouji.nomura@system-exe.jp::acaa808a-f809-4ef9-8028-a2ce14b82415" providerId="AD" clId="Web-{2DECE561-79D6-AFB3-29B6-68FE60C3A0C6}" dt="2024-08-30T00:08:20.631" v="359" actId="14100"/>
          <ac:spMkLst>
            <pc:docMk/>
            <pc:sldMk cId="1949886259" sldId="303"/>
            <ac:spMk id="120" creationId="{DEFDE697-559E-2EA2-3BA1-5D4121F51E8C}"/>
          </ac:spMkLst>
        </pc:spChg>
        <pc:spChg chg="mod">
          <ac:chgData name="野村康二" userId="S::kouji.nomura@system-exe.jp::acaa808a-f809-4ef9-8028-a2ce14b82415" providerId="AD" clId="Web-{2DECE561-79D6-AFB3-29B6-68FE60C3A0C6}" dt="2024-08-30T00:08:20.693" v="361" actId="14100"/>
          <ac:spMkLst>
            <pc:docMk/>
            <pc:sldMk cId="1949886259" sldId="303"/>
            <ac:spMk id="121" creationId="{0AEFBE77-B69E-777C-732C-D2EE72F11F13}"/>
          </ac:spMkLst>
        </pc:spChg>
        <pc:spChg chg="mod">
          <ac:chgData name="野村康二" userId="S::kouji.nomura@system-exe.jp::acaa808a-f809-4ef9-8028-a2ce14b82415" providerId="AD" clId="Web-{2DECE561-79D6-AFB3-29B6-68FE60C3A0C6}" dt="2024-08-30T00:08:20.725" v="362" actId="14100"/>
          <ac:spMkLst>
            <pc:docMk/>
            <pc:sldMk cId="1949886259" sldId="303"/>
            <ac:spMk id="122" creationId="{2F02068E-6D79-EAB4-F541-7A7C4415AFDB}"/>
          </ac:spMkLst>
        </pc:spChg>
        <pc:cxnChg chg="mod">
          <ac:chgData name="野村康二" userId="S::kouji.nomura@system-exe.jp::acaa808a-f809-4ef9-8028-a2ce14b82415" providerId="AD" clId="Web-{2DECE561-79D6-AFB3-29B6-68FE60C3A0C6}" dt="2024-08-30T00:08:19.834" v="334" actId="14100"/>
          <ac:cxnSpMkLst>
            <pc:docMk/>
            <pc:sldMk cId="1949886259" sldId="303"/>
            <ac:cxnSpMk id="8" creationId="{4B19B3F4-B465-CCCD-7C66-D82D1BD30FEE}"/>
          </ac:cxnSpMkLst>
        </pc:cxnChg>
        <pc:cxnChg chg="mod">
          <ac:chgData name="野村康二" userId="S::kouji.nomura@system-exe.jp::acaa808a-f809-4ef9-8028-a2ce14b82415" providerId="AD" clId="Web-{2DECE561-79D6-AFB3-29B6-68FE60C3A0C6}" dt="2024-08-30T00:08:20.099" v="342" actId="14100"/>
          <ac:cxnSpMkLst>
            <pc:docMk/>
            <pc:sldMk cId="1949886259" sldId="303"/>
            <ac:cxnSpMk id="19" creationId="{DE8F4E26-A46A-C444-ED13-85BC52E9C061}"/>
          </ac:cxnSpMkLst>
        </pc:cxnChg>
        <pc:cxnChg chg="mod">
          <ac:chgData name="野村康二" userId="S::kouji.nomura@system-exe.jp::acaa808a-f809-4ef9-8028-a2ce14b82415" providerId="AD" clId="Web-{2DECE561-79D6-AFB3-29B6-68FE60C3A0C6}" dt="2024-08-30T00:08:20.271" v="348" actId="14100"/>
          <ac:cxnSpMkLst>
            <pc:docMk/>
            <pc:sldMk cId="1949886259" sldId="303"/>
            <ac:cxnSpMk id="35" creationId="{810340D2-A16A-1600-4E8B-D78AD2A5DFB7}"/>
          </ac:cxnSpMkLst>
        </pc:cxnChg>
        <pc:cxnChg chg="mod">
          <ac:chgData name="野村康二" userId="S::kouji.nomura@system-exe.jp::acaa808a-f809-4ef9-8028-a2ce14b82415" providerId="AD" clId="Web-{2DECE561-79D6-AFB3-29B6-68FE60C3A0C6}" dt="2024-08-30T00:08:20.006" v="339" actId="14100"/>
          <ac:cxnSpMkLst>
            <pc:docMk/>
            <pc:sldMk cId="1949886259" sldId="303"/>
            <ac:cxnSpMk id="89" creationId="{B287AB5A-A420-0698-A25C-0157FAD49ABE}"/>
          </ac:cxnSpMkLst>
        </pc:cxnChg>
        <pc:cxnChg chg="mod">
          <ac:chgData name="野村康二" userId="S::kouji.nomura@system-exe.jp::acaa808a-f809-4ef9-8028-a2ce14b82415" providerId="AD" clId="Web-{2DECE561-79D6-AFB3-29B6-68FE60C3A0C6}" dt="2024-08-30T00:08:20.209" v="346" actId="14100"/>
          <ac:cxnSpMkLst>
            <pc:docMk/>
            <pc:sldMk cId="1949886259" sldId="303"/>
            <ac:cxnSpMk id="94" creationId="{DC67E5D6-3F35-634D-4184-0A78F306E48B}"/>
          </ac:cxnSpMkLst>
        </pc:cxnChg>
        <pc:cxnChg chg="mod">
          <ac:chgData name="野村康二" userId="S::kouji.nomura@system-exe.jp::acaa808a-f809-4ef9-8028-a2ce14b82415" providerId="AD" clId="Web-{2DECE561-79D6-AFB3-29B6-68FE60C3A0C6}" dt="2024-08-30T00:08:20.490" v="355" actId="14100"/>
          <ac:cxnSpMkLst>
            <pc:docMk/>
            <pc:sldMk cId="1949886259" sldId="303"/>
            <ac:cxnSpMk id="111" creationId="{EDADF5F9-F41C-7A43-B864-7A4640DD3805}"/>
          </ac:cxnSpMkLst>
        </pc:cxnChg>
        <pc:cxnChg chg="mod">
          <ac:chgData name="野村康二" userId="S::kouji.nomura@system-exe.jp::acaa808a-f809-4ef9-8028-a2ce14b82415" providerId="AD" clId="Web-{2DECE561-79D6-AFB3-29B6-68FE60C3A0C6}" dt="2024-08-30T00:08:20.521" v="356" actId="14100"/>
          <ac:cxnSpMkLst>
            <pc:docMk/>
            <pc:sldMk cId="1949886259" sldId="303"/>
            <ac:cxnSpMk id="114" creationId="{EA47740F-4718-48E3-537F-421B0DA7DC4D}"/>
          </ac:cxnSpMkLst>
        </pc:cxnChg>
        <pc:cxnChg chg="mod">
          <ac:chgData name="野村康二" userId="S::kouji.nomura@system-exe.jp::acaa808a-f809-4ef9-8028-a2ce14b82415" providerId="AD" clId="Web-{2DECE561-79D6-AFB3-29B6-68FE60C3A0C6}" dt="2024-08-30T00:08:20.693" v="361" actId="14100"/>
          <ac:cxnSpMkLst>
            <pc:docMk/>
            <pc:sldMk cId="1949886259" sldId="303"/>
            <ac:cxnSpMk id="123" creationId="{63C06397-388B-140A-0F18-EB63E5F6421E}"/>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9FF120-A316-0848-898C-5F096073A265}" type="datetimeFigureOut">
              <a:rPr kumimoji="1" lang="ja-JP" altLang="en-US" smtClean="0"/>
              <a:t>2024/9/4</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2DF984-7E53-D84E-AC3B-72FE35197BB6}" type="slidenum">
              <a:rPr kumimoji="1" lang="ja-JP" altLang="en-US" smtClean="0"/>
              <a:t>‹#›</a:t>
            </a:fld>
            <a:endParaRPr kumimoji="1" lang="ja-JP" altLang="en-US"/>
          </a:p>
        </p:txBody>
      </p:sp>
    </p:spTree>
    <p:extLst>
      <p:ext uri="{BB962C8B-B14F-4D97-AF65-F5344CB8AC3E}">
        <p14:creationId xmlns:p14="http://schemas.microsoft.com/office/powerpoint/2010/main" val="130643272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11</a:t>
            </a:fld>
            <a:endParaRPr kumimoji="1" lang="ja-JP" altLang="en-US"/>
          </a:p>
        </p:txBody>
      </p:sp>
    </p:spTree>
    <p:extLst>
      <p:ext uri="{BB962C8B-B14F-4D97-AF65-F5344CB8AC3E}">
        <p14:creationId xmlns:p14="http://schemas.microsoft.com/office/powerpoint/2010/main" val="1714284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12</a:t>
            </a:fld>
            <a:endParaRPr kumimoji="1" lang="ja-JP" altLang="en-US"/>
          </a:p>
        </p:txBody>
      </p:sp>
    </p:spTree>
    <p:extLst>
      <p:ext uri="{BB962C8B-B14F-4D97-AF65-F5344CB8AC3E}">
        <p14:creationId xmlns:p14="http://schemas.microsoft.com/office/powerpoint/2010/main" val="2246886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13</a:t>
            </a:fld>
            <a:endParaRPr kumimoji="1" lang="ja-JP" altLang="en-US"/>
          </a:p>
        </p:txBody>
      </p:sp>
    </p:spTree>
    <p:extLst>
      <p:ext uri="{BB962C8B-B14F-4D97-AF65-F5344CB8AC3E}">
        <p14:creationId xmlns:p14="http://schemas.microsoft.com/office/powerpoint/2010/main" val="2999120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14</a:t>
            </a:fld>
            <a:endParaRPr kumimoji="1" lang="ja-JP" altLang="en-US"/>
          </a:p>
        </p:txBody>
      </p:sp>
    </p:spTree>
    <p:extLst>
      <p:ext uri="{BB962C8B-B14F-4D97-AF65-F5344CB8AC3E}">
        <p14:creationId xmlns:p14="http://schemas.microsoft.com/office/powerpoint/2010/main" val="2094628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15</a:t>
            </a:fld>
            <a:endParaRPr kumimoji="1" lang="ja-JP" altLang="en-US"/>
          </a:p>
        </p:txBody>
      </p:sp>
    </p:spTree>
    <p:extLst>
      <p:ext uri="{BB962C8B-B14F-4D97-AF65-F5344CB8AC3E}">
        <p14:creationId xmlns:p14="http://schemas.microsoft.com/office/powerpoint/2010/main" val="4105569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16</a:t>
            </a:fld>
            <a:endParaRPr kumimoji="1" lang="ja-JP" altLang="en-US"/>
          </a:p>
        </p:txBody>
      </p:sp>
    </p:spTree>
    <p:extLst>
      <p:ext uri="{BB962C8B-B14F-4D97-AF65-F5344CB8AC3E}">
        <p14:creationId xmlns:p14="http://schemas.microsoft.com/office/powerpoint/2010/main" val="28948251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17</a:t>
            </a:fld>
            <a:endParaRPr kumimoji="1" lang="ja-JP" altLang="en-US"/>
          </a:p>
        </p:txBody>
      </p:sp>
    </p:spTree>
    <p:extLst>
      <p:ext uri="{BB962C8B-B14F-4D97-AF65-F5344CB8AC3E}">
        <p14:creationId xmlns:p14="http://schemas.microsoft.com/office/powerpoint/2010/main" val="1531660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18</a:t>
            </a:fld>
            <a:endParaRPr kumimoji="1" lang="ja-JP" altLang="en-US"/>
          </a:p>
        </p:txBody>
      </p:sp>
    </p:spTree>
    <p:extLst>
      <p:ext uri="{BB962C8B-B14F-4D97-AF65-F5344CB8AC3E}">
        <p14:creationId xmlns:p14="http://schemas.microsoft.com/office/powerpoint/2010/main" val="25502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p:cNvSpPr>
            <a:spLocks noGrp="1"/>
          </p:cNvSpPr>
          <p:nvPr>
            <p:ph type="sldNum" sz="quarter" idx="10"/>
          </p:nvPr>
        </p:nvSpPr>
        <p:spPr/>
        <p:txBody>
          <a:bodyPr/>
          <a:lstStyle/>
          <a:p>
            <a:fld id="{C92DF984-7E53-D84E-AC3B-72FE35197BB6}" type="slidenum">
              <a:rPr kumimoji="1" lang="ja-JP" altLang="en-US" smtClean="0"/>
              <a:t>19</a:t>
            </a:fld>
            <a:endParaRPr kumimoji="1" lang="ja-JP" altLang="en-US"/>
          </a:p>
        </p:txBody>
      </p:sp>
    </p:spTree>
    <p:extLst>
      <p:ext uri="{BB962C8B-B14F-4D97-AF65-F5344CB8AC3E}">
        <p14:creationId xmlns:p14="http://schemas.microsoft.com/office/powerpoint/2010/main" val="19702524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pic>
        <p:nvPicPr>
          <p:cNvPr id="8" name="図 7" descr="スクリーンショット, 鳥, 花 が含まれている画像&#10;&#10;自動的に生成された説明">
            <a:extLst>
              <a:ext uri="{FF2B5EF4-FFF2-40B4-BE49-F238E27FC236}">
                <a16:creationId xmlns:a16="http://schemas.microsoft.com/office/drawing/2014/main" id="{16CE98C3-47F0-9A4D-97B8-459EDC445E28}"/>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noChangeAspect="1"/>
          </p:cNvSpPr>
          <p:nvPr>
            <p:ph type="ctrTitle"/>
          </p:nvPr>
        </p:nvSpPr>
        <p:spPr>
          <a:xfrm>
            <a:off x="1908001" y="2916000"/>
            <a:ext cx="6480000" cy="432000"/>
          </a:xfrm>
        </p:spPr>
        <p:txBody>
          <a:bodyPr vert="horz" lIns="0" tIns="72000" rIns="0" bIns="0" numCol="1" anchor="ctr" anchorCtr="0">
            <a:noAutofit/>
          </a:bodyPr>
          <a:lstStyle>
            <a:lvl1pPr algn="l">
              <a:defRPr sz="3000" b="0" i="0">
                <a:latin typeface="Meiryo" panose="020B0604030504040204" pitchFamily="34" charset="-128"/>
                <a:ea typeface="Meiryo" panose="020B0604030504040204" pitchFamily="34"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1908000" y="3420000"/>
            <a:ext cx="6480000" cy="324000"/>
          </a:xfrm>
        </p:spPr>
        <p:txBody>
          <a:bodyPr lIns="0" tIns="72000" rIns="0" bIns="0" anchor="ctr" anchorCtr="0">
            <a:noAutofit/>
          </a:bodyPr>
          <a:lstStyle>
            <a:lvl1pPr marL="0" indent="0" algn="l">
              <a:buNone/>
              <a:defRPr sz="2400" b="0" i="0">
                <a:latin typeface="Meiryo" panose="020B0604030504040204" pitchFamily="34" charset="-128"/>
                <a:ea typeface="Meiryo" panose="020B0604030504040204"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noChangeAspect="1"/>
          </p:cNvSpPr>
          <p:nvPr>
            <p:ph type="dt" sz="half" idx="10"/>
          </p:nvPr>
        </p:nvSpPr>
        <p:spPr>
          <a:xfrm>
            <a:off x="3492000" y="5400000"/>
            <a:ext cx="2160000" cy="288000"/>
          </a:xfrm>
        </p:spPr>
        <p:txBody>
          <a:bodyPr lIns="0" tIns="36000" rIns="0" bIns="0" anchor="ctr"/>
          <a:lstStyle>
            <a:lvl1pPr algn="ctr">
              <a:defRPr sz="1700" b="0" i="0">
                <a:solidFill>
                  <a:schemeClr val="tx1"/>
                </a:solidFill>
                <a:latin typeface="Meiryo" panose="020B0604030504040204" pitchFamily="34" charset="-128"/>
                <a:ea typeface="Meiryo" panose="020B0604030504040204" pitchFamily="34" charset="-128"/>
              </a:defRPr>
            </a:lvl1pPr>
          </a:lstStyle>
          <a:p>
            <a:endParaRPr kumimoji="1" lang="ja-JP" altLang="en-US"/>
          </a:p>
        </p:txBody>
      </p:sp>
    </p:spTree>
    <p:extLst>
      <p:ext uri="{BB962C8B-B14F-4D97-AF65-F5344CB8AC3E}">
        <p14:creationId xmlns:p14="http://schemas.microsoft.com/office/powerpoint/2010/main" val="2406918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pic>
        <p:nvPicPr>
          <p:cNvPr id="4" name="図 3" descr="スクリーンショット が含まれている画像&#10;&#10;自動的に生成された説明">
            <a:extLst>
              <a:ext uri="{FF2B5EF4-FFF2-40B4-BE49-F238E27FC236}">
                <a16:creationId xmlns:a16="http://schemas.microsoft.com/office/drawing/2014/main" id="{BDB12FB3-01CF-9C46-ABA3-CE2AF3627729}"/>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1116000" y="360000"/>
            <a:ext cx="7703999" cy="360000"/>
          </a:xfrm>
        </p:spPr>
        <p:txBody>
          <a:bodyPr lIns="0" tIns="72000" rIns="0" bIns="0">
            <a:noAutofit/>
          </a:bodyPr>
          <a:lstStyle>
            <a:lvl1pPr>
              <a:defRPr sz="2400" b="0" i="0">
                <a:latin typeface="Meiryo" panose="020B0604030504040204" pitchFamily="34" charset="-128"/>
                <a:ea typeface="Meiryo" panose="020B0604030504040204" pitchFamily="34" charset="-128"/>
              </a:defRPr>
            </a:lvl1pPr>
          </a:lstStyle>
          <a:p>
            <a:r>
              <a:rPr lang="ja-JP" altLang="en-US"/>
              <a:t>マスター タイトルの書式設定</a:t>
            </a:r>
            <a:endParaRPr lang="en-US"/>
          </a:p>
        </p:txBody>
      </p:sp>
      <p:sp>
        <p:nvSpPr>
          <p:cNvPr id="5" name="Slide Number Placeholder 4"/>
          <p:cNvSpPr>
            <a:spLocks noGrp="1"/>
          </p:cNvSpPr>
          <p:nvPr>
            <p:ph type="sldNum" sz="quarter" idx="12"/>
          </p:nvPr>
        </p:nvSpPr>
        <p:spPr>
          <a:xfrm>
            <a:off x="8532000" y="6624000"/>
            <a:ext cx="432000" cy="144000"/>
          </a:xfrm>
        </p:spPr>
        <p:txBody>
          <a:bodyPr lIns="0" tIns="0" rIns="0" bIns="0"/>
          <a:lstStyle>
            <a:lvl1pPr algn="r">
              <a:defRPr sz="800" b="0" i="0">
                <a:solidFill>
                  <a:schemeClr val="tx1"/>
                </a:solidFill>
                <a:latin typeface="Meiryo" panose="020B0604030504040204" pitchFamily="34" charset="-128"/>
                <a:ea typeface="Meiryo" panose="020B0604030504040204" pitchFamily="34" charset="-128"/>
              </a:defRPr>
            </a:lvl1pPr>
          </a:lstStyle>
          <a:p>
            <a:fld id="{59F857F7-C215-C24D-8BD9-19720E902953}" type="slidenum">
              <a:rPr kumimoji="1" lang="ja-JP" altLang="en-US" smtClean="0"/>
              <a:pPr/>
              <a:t>‹#›</a:t>
            </a:fld>
            <a:endParaRPr kumimoji="1" lang="ja-JP" altLang="en-US"/>
          </a:p>
        </p:txBody>
      </p:sp>
    </p:spTree>
    <p:extLst>
      <p:ext uri="{BB962C8B-B14F-4D97-AF65-F5344CB8AC3E}">
        <p14:creationId xmlns:p14="http://schemas.microsoft.com/office/powerpoint/2010/main" val="34298570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F857F7-C215-C24D-8BD9-19720E902953}" type="slidenum">
              <a:rPr kumimoji="1" lang="ja-JP" altLang="en-US" smtClean="0"/>
              <a:t>‹#›</a:t>
            </a:fld>
            <a:endParaRPr kumimoji="1" lang="ja-JP" altLang="en-US"/>
          </a:p>
        </p:txBody>
      </p:sp>
    </p:spTree>
    <p:extLst>
      <p:ext uri="{BB962C8B-B14F-4D97-AF65-F5344CB8AC3E}">
        <p14:creationId xmlns:p14="http://schemas.microsoft.com/office/powerpoint/2010/main" val="17394744"/>
      </p:ext>
    </p:extLst>
  </p:cSld>
  <p:clrMap bg1="lt1" tx1="dk1" bg2="lt2" tx2="dk2" accent1="accent1" accent2="accent2" accent3="accent3" accent4="accent4" accent5="accent5" accent6="accent6" hlink="hlink" folHlink="folHlink"/>
  <p:sldLayoutIdLst>
    <p:sldLayoutId id="2147483661" r:id="rId1"/>
    <p:sldLayoutId id="2147483666" r:id="rId2"/>
  </p:sldLayoutIdLst>
  <p:hf hdr="0" ft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A95BB6-2D13-D24F-A314-EFFFA44DDAF1}"/>
              </a:ext>
            </a:extLst>
          </p:cNvPr>
          <p:cNvSpPr>
            <a:spLocks noGrp="1"/>
          </p:cNvSpPr>
          <p:nvPr>
            <p:ph type="ctrTitle"/>
          </p:nvPr>
        </p:nvSpPr>
        <p:spPr>
          <a:xfrm>
            <a:off x="708200" y="2338939"/>
            <a:ext cx="7727601" cy="1462594"/>
          </a:xfrm>
        </p:spPr>
        <p:txBody>
          <a:bodyPr>
            <a:noAutofit/>
          </a:bodyPr>
          <a:lstStyle/>
          <a:p>
            <a:r>
              <a:rPr lang="en-US" altLang="ja-JP" sz="3200">
                <a:latin typeface="Meiryo UI" panose="020B0604030504040204" pitchFamily="50" charset="-128"/>
                <a:ea typeface="Meiryo UI" panose="020B0604030504040204" pitchFamily="50" charset="-128"/>
              </a:rPr>
              <a:t>【</a:t>
            </a:r>
            <a:r>
              <a:rPr lang="ja-JP" altLang="en-US" sz="3200">
                <a:latin typeface="Meiryo UI" panose="020B0604030504040204" pitchFamily="50" charset="-128"/>
                <a:ea typeface="Meiryo UI" panose="020B0604030504040204" pitchFamily="50" charset="-128"/>
              </a:rPr>
              <a:t>キックオフ資料</a:t>
            </a:r>
            <a:r>
              <a:rPr lang="en-US" altLang="ja-JP" sz="3200">
                <a:latin typeface="Meiryo UI" panose="020B0604030504040204" pitchFamily="50" charset="-128"/>
                <a:ea typeface="Meiryo UI" panose="020B0604030504040204" pitchFamily="50" charset="-128"/>
              </a:rPr>
              <a:t>】</a:t>
            </a:r>
            <a:br>
              <a:rPr lang="en-US" altLang="ja-JP" sz="3200">
                <a:latin typeface="Meiryo UI" panose="020B0604030504040204" pitchFamily="50" charset="-128"/>
                <a:ea typeface="Meiryo UI" panose="020B0604030504040204" pitchFamily="50" charset="-128"/>
              </a:rPr>
            </a:br>
            <a:r>
              <a:rPr kumimoji="1" lang="ja-JP" altLang="en-US">
                <a:latin typeface="Meiryo UI" panose="020B0604030504040204" pitchFamily="50" charset="-128"/>
                <a:ea typeface="Meiryo UI" panose="020B0604030504040204" pitchFamily="50" charset="-128"/>
              </a:rPr>
              <a:t>企業情報管理システム構築（要件定義フェーズ）</a:t>
            </a:r>
          </a:p>
        </p:txBody>
      </p:sp>
      <p:sp>
        <p:nvSpPr>
          <p:cNvPr id="6" name="日付プレースホルダー 5">
            <a:extLst>
              <a:ext uri="{FF2B5EF4-FFF2-40B4-BE49-F238E27FC236}">
                <a16:creationId xmlns:a16="http://schemas.microsoft.com/office/drawing/2014/main" id="{E2CCA44A-83DA-124D-B542-BF22EBDBF5B5}"/>
              </a:ext>
            </a:extLst>
          </p:cNvPr>
          <p:cNvSpPr>
            <a:spLocks noGrp="1"/>
          </p:cNvSpPr>
          <p:nvPr>
            <p:ph type="dt" sz="half" idx="10"/>
          </p:nvPr>
        </p:nvSpPr>
        <p:spPr/>
        <p:txBody>
          <a:bodyPr/>
          <a:lstStyle/>
          <a:p>
            <a:r>
              <a:rPr kumimoji="1" lang="en-US" altLang="ja-JP">
                <a:latin typeface="Meiryo UI" panose="020B0604030504040204" pitchFamily="50" charset="-128"/>
                <a:ea typeface="Meiryo UI" panose="020B0604030504040204" pitchFamily="50" charset="-128"/>
              </a:rPr>
              <a:t>2024</a:t>
            </a:r>
            <a:r>
              <a:rPr kumimoji="1" lang="ja-JP" altLang="en-US">
                <a:latin typeface="Meiryo UI" panose="020B0604030504040204" pitchFamily="50" charset="-128"/>
                <a:ea typeface="Meiryo UI" panose="020B0604030504040204" pitchFamily="50" charset="-128"/>
              </a:rPr>
              <a:t>年</a:t>
            </a:r>
            <a:r>
              <a:rPr kumimoji="1" lang="en-US" altLang="ja-JP">
                <a:latin typeface="Meiryo UI" panose="020B0604030504040204" pitchFamily="50" charset="-128"/>
                <a:ea typeface="Meiryo UI" panose="020B0604030504040204" pitchFamily="50" charset="-128"/>
              </a:rPr>
              <a:t>9</a:t>
            </a:r>
            <a:r>
              <a:rPr kumimoji="1" lang="ja-JP" altLang="en-US">
                <a:latin typeface="Meiryo UI" panose="020B0604030504040204" pitchFamily="50" charset="-128"/>
                <a:ea typeface="Meiryo UI" panose="020B0604030504040204" pitchFamily="50" charset="-128"/>
              </a:rPr>
              <a:t>月</a:t>
            </a:r>
            <a:r>
              <a:rPr kumimoji="1" lang="en-US" altLang="ja-JP">
                <a:latin typeface="Meiryo UI" panose="020B0604030504040204" pitchFamily="50" charset="-128"/>
                <a:ea typeface="Meiryo UI" panose="020B0604030504040204" pitchFamily="50" charset="-128"/>
              </a:rPr>
              <a:t>3</a:t>
            </a:r>
            <a:r>
              <a:rPr kumimoji="1" lang="ja-JP" altLang="en-US">
                <a:latin typeface="Meiryo UI" panose="020B0604030504040204" pitchFamily="50" charset="-128"/>
                <a:ea typeface="Meiryo UI" panose="020B0604030504040204" pitchFamily="50" charset="-128"/>
              </a:rPr>
              <a:t>日</a:t>
            </a:r>
          </a:p>
        </p:txBody>
      </p:sp>
    </p:spTree>
    <p:extLst>
      <p:ext uri="{BB962C8B-B14F-4D97-AF65-F5344CB8AC3E}">
        <p14:creationId xmlns:p14="http://schemas.microsoft.com/office/powerpoint/2010/main" val="3958120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改定履歴</a:t>
            </a:r>
            <a:endParaRPr kumimoji="1" lang="ja-JP" altLang="en-US"/>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2</a:t>
            </a:fld>
            <a:endParaRPr kumimoji="1" lang="ja-JP" altLang="en-US"/>
          </a:p>
        </p:txBody>
      </p:sp>
      <p:sp>
        <p:nvSpPr>
          <p:cNvPr id="4" name="Title 1">
            <a:extLst>
              <a:ext uri="{FF2B5EF4-FFF2-40B4-BE49-F238E27FC236}">
                <a16:creationId xmlns:a16="http://schemas.microsoft.com/office/drawing/2014/main" id="{6EE08A3A-3E2F-4DEE-ABEA-27E06DB1530C}"/>
              </a:ext>
            </a:extLst>
          </p:cNvPr>
          <p:cNvSpPr txBox="1">
            <a:spLocks/>
          </p:cNvSpPr>
          <p:nvPr/>
        </p:nvSpPr>
        <p:spPr>
          <a:xfrm>
            <a:off x="315060" y="1041423"/>
            <a:ext cx="8504940" cy="520845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2400" kern="1200">
                <a:solidFill>
                  <a:schemeClr val="tx1"/>
                </a:solidFill>
                <a:latin typeface="Meiryo UI" panose="020B0604030504040204" pitchFamily="50" charset="-128"/>
                <a:ea typeface="Meiryo UI" panose="020B0604030504040204" pitchFamily="50" charset="-128"/>
                <a:cs typeface="+mj-cs"/>
              </a:defRPr>
            </a:lvl1pPr>
          </a:lstStyle>
          <a:p>
            <a:pPr>
              <a:lnSpc>
                <a:spcPct val="150000"/>
              </a:lnSpc>
            </a:pPr>
            <a:r>
              <a:rPr lang="en-US" altLang="ja-JP" sz="1800">
                <a:cs typeface="メイリオ" panose="020B0604030504040204" pitchFamily="50" charset="-128"/>
              </a:rPr>
              <a:t>2024/8/30 </a:t>
            </a:r>
            <a:r>
              <a:rPr lang="ja-JP" altLang="en-US" sz="1800">
                <a:cs typeface="メイリオ" panose="020B0604030504040204" pitchFamily="50" charset="-128"/>
              </a:rPr>
              <a:t>初版</a:t>
            </a:r>
            <a:endParaRPr lang="en-US" altLang="ja-JP" sz="1800">
              <a:cs typeface="メイリオ" panose="020B0604030504040204" pitchFamily="50" charset="-128"/>
            </a:endParaRPr>
          </a:p>
          <a:p>
            <a:pPr>
              <a:lnSpc>
                <a:spcPct val="150000"/>
              </a:lnSpc>
            </a:pPr>
            <a:r>
              <a:rPr lang="en-US" altLang="ja-JP" sz="1800">
                <a:cs typeface="メイリオ" panose="020B0604030504040204" pitchFamily="50" charset="-128"/>
              </a:rPr>
              <a:t>2024/9/3   </a:t>
            </a:r>
            <a:r>
              <a:rPr lang="ja-JP" altLang="en-US" sz="1800">
                <a:cs typeface="メイリオ" panose="020B0604030504040204" pitchFamily="50" charset="-128"/>
              </a:rPr>
              <a:t>田中様からのご指摘を反映</a:t>
            </a:r>
            <a:endParaRPr lang="en-US" altLang="ja-JP" sz="1800">
              <a:cs typeface="メイリオ" panose="020B0604030504040204" pitchFamily="50" charset="-128"/>
            </a:endParaRPr>
          </a:p>
          <a:p>
            <a:pPr>
              <a:lnSpc>
                <a:spcPct val="150000"/>
              </a:lnSpc>
            </a:pPr>
            <a:r>
              <a:rPr lang="ja-JP" altLang="en-US" sz="1800">
                <a:cs typeface="メイリオ" panose="020B0604030504040204" pitchFamily="50" charset="-128"/>
              </a:rPr>
              <a:t>　　　　　　　　 キックオフ時の指摘修正</a:t>
            </a:r>
            <a:endParaRPr lang="en-US" altLang="ja-JP" sz="1800">
              <a:cs typeface="メイリオ" panose="020B0604030504040204" pitchFamily="50" charset="-128"/>
            </a:endParaRPr>
          </a:p>
        </p:txBody>
      </p:sp>
    </p:spTree>
    <p:extLst>
      <p:ext uri="{BB962C8B-B14F-4D97-AF65-F5344CB8AC3E}">
        <p14:creationId xmlns:p14="http://schemas.microsoft.com/office/powerpoint/2010/main" val="4057404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目次</a:t>
            </a: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3</a:t>
            </a:fld>
            <a:endParaRPr kumimoji="1" lang="ja-JP" altLang="en-US"/>
          </a:p>
        </p:txBody>
      </p:sp>
      <p:sp>
        <p:nvSpPr>
          <p:cNvPr id="4" name="Title 1">
            <a:extLst>
              <a:ext uri="{FF2B5EF4-FFF2-40B4-BE49-F238E27FC236}">
                <a16:creationId xmlns:a16="http://schemas.microsoft.com/office/drawing/2014/main" id="{6EE08A3A-3E2F-4DEE-ABEA-27E06DB1530C}"/>
              </a:ext>
            </a:extLst>
          </p:cNvPr>
          <p:cNvSpPr txBox="1">
            <a:spLocks/>
          </p:cNvSpPr>
          <p:nvPr/>
        </p:nvSpPr>
        <p:spPr>
          <a:xfrm>
            <a:off x="315060" y="1041423"/>
            <a:ext cx="8504940" cy="5208457"/>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2400" kern="1200">
                <a:solidFill>
                  <a:schemeClr val="tx1"/>
                </a:solidFill>
                <a:latin typeface="Meiryo UI" panose="020B0604030504040204" pitchFamily="50" charset="-128"/>
                <a:ea typeface="Meiryo UI" panose="020B0604030504040204" pitchFamily="50" charset="-128"/>
                <a:cs typeface="+mj-cs"/>
              </a:defRPr>
            </a:lvl1pPr>
          </a:lstStyle>
          <a:p>
            <a:pPr marL="342900" indent="-342900">
              <a:lnSpc>
                <a:spcPct val="150000"/>
              </a:lnSpc>
              <a:buAutoNum type="arabicPeriod"/>
            </a:pPr>
            <a:r>
              <a:rPr lang="ja-JP" altLang="en-US" sz="1800">
                <a:cs typeface="メイリオ" panose="020B0604030504040204" pitchFamily="50" charset="-128"/>
              </a:rPr>
              <a:t>背景・目的</a:t>
            </a:r>
          </a:p>
          <a:p>
            <a:pPr marL="342900" indent="-342900">
              <a:lnSpc>
                <a:spcPct val="150000"/>
              </a:lnSpc>
              <a:buAutoNum type="arabicPeriod"/>
            </a:pPr>
            <a:r>
              <a:rPr lang="ja-JP" altLang="en-US" sz="1800">
                <a:cs typeface="メイリオ" panose="020B0604030504040204" pitchFamily="50" charset="-128"/>
              </a:rPr>
              <a:t>プロジェクトのスコープ</a:t>
            </a:r>
          </a:p>
          <a:p>
            <a:pPr marL="342900" indent="-342900">
              <a:lnSpc>
                <a:spcPct val="150000"/>
              </a:lnSpc>
              <a:buAutoNum type="arabicPeriod"/>
            </a:pPr>
            <a:r>
              <a:rPr lang="ja-JP" altLang="en-US" sz="1800">
                <a:cs typeface="メイリオ" panose="020B0604030504040204" pitchFamily="50" charset="-128"/>
              </a:rPr>
              <a:t>要件定義のゴール</a:t>
            </a:r>
          </a:p>
          <a:p>
            <a:pPr marL="342900" indent="-342900">
              <a:lnSpc>
                <a:spcPct val="150000"/>
              </a:lnSpc>
              <a:buAutoNum type="arabicPeriod"/>
            </a:pPr>
            <a:r>
              <a:rPr lang="ja-JP" altLang="en-US" sz="1800">
                <a:cs typeface="メイリオ" panose="020B0604030504040204" pitchFamily="50" charset="-128"/>
              </a:rPr>
              <a:t>要件定義スケジュール</a:t>
            </a:r>
          </a:p>
          <a:p>
            <a:pPr marL="342900" indent="-342900">
              <a:lnSpc>
                <a:spcPct val="150000"/>
              </a:lnSpc>
              <a:buAutoNum type="arabicPeriod"/>
            </a:pPr>
            <a:r>
              <a:rPr lang="ja-JP" altLang="en-US" sz="1800">
                <a:cs typeface="メイリオ" panose="020B0604030504040204" pitchFamily="50" charset="-128"/>
              </a:rPr>
              <a:t>体制・役割</a:t>
            </a:r>
          </a:p>
          <a:p>
            <a:pPr marL="342900" indent="-342900">
              <a:lnSpc>
                <a:spcPct val="150000"/>
              </a:lnSpc>
              <a:buAutoNum type="arabicPeriod"/>
            </a:pPr>
            <a:r>
              <a:rPr lang="ja-JP" altLang="en-US" sz="1800">
                <a:cs typeface="メイリオ" panose="020B0604030504040204" pitchFamily="50" charset="-128"/>
              </a:rPr>
              <a:t>要件定義の進め方</a:t>
            </a:r>
          </a:p>
          <a:p>
            <a:pPr marL="342900" indent="-342900">
              <a:lnSpc>
                <a:spcPct val="150000"/>
              </a:lnSpc>
              <a:buAutoNum type="arabicPeriod"/>
            </a:pPr>
            <a:r>
              <a:rPr lang="ja-JP" altLang="en-US" sz="1800">
                <a:cs typeface="メイリオ" panose="020B0604030504040204" pitchFamily="50" charset="-128"/>
              </a:rPr>
              <a:t>コミュニケーション計画</a:t>
            </a:r>
            <a:r>
              <a:rPr lang="en-US" altLang="ja-JP" sz="1800">
                <a:cs typeface="メイリオ" panose="020B0604030504040204" pitchFamily="50" charset="-128"/>
              </a:rPr>
              <a:t>(</a:t>
            </a:r>
            <a:r>
              <a:rPr lang="ja-JP" altLang="en-US" sz="1800">
                <a:cs typeface="メイリオ" panose="020B0604030504040204" pitchFamily="50" charset="-128"/>
              </a:rPr>
              <a:t>会議体</a:t>
            </a:r>
            <a:r>
              <a:rPr lang="en-US" altLang="ja-JP" sz="1800">
                <a:cs typeface="メイリオ" panose="020B0604030504040204" pitchFamily="50" charset="-128"/>
              </a:rPr>
              <a:t>)</a:t>
            </a:r>
          </a:p>
          <a:p>
            <a:pPr marL="342900" indent="-342900">
              <a:lnSpc>
                <a:spcPct val="150000"/>
              </a:lnSpc>
              <a:buAutoNum type="arabicPeriod"/>
            </a:pPr>
            <a:r>
              <a:rPr lang="ja-JP" altLang="en-US" sz="1800">
                <a:cs typeface="メイリオ" panose="020B0604030504040204" pitchFamily="50" charset="-128"/>
              </a:rPr>
              <a:t>コミュニケーション計画</a:t>
            </a:r>
            <a:r>
              <a:rPr lang="en-US" altLang="ja-JP" sz="1800">
                <a:cs typeface="メイリオ" panose="020B0604030504040204" pitchFamily="50" charset="-128"/>
              </a:rPr>
              <a:t>(QA)</a:t>
            </a:r>
          </a:p>
          <a:p>
            <a:pPr marL="342900" indent="-342900">
              <a:lnSpc>
                <a:spcPct val="150000"/>
              </a:lnSpc>
              <a:buAutoNum type="arabicPeriod"/>
            </a:pPr>
            <a:r>
              <a:rPr lang="ja-JP" altLang="en-US" sz="1800">
                <a:cs typeface="メイリオ" panose="020B0604030504040204" pitchFamily="50" charset="-128"/>
              </a:rPr>
              <a:t>コミュニケーション計画</a:t>
            </a:r>
            <a:r>
              <a:rPr lang="en-US" altLang="ja-JP" sz="1800">
                <a:cs typeface="メイリオ" panose="020B0604030504040204" pitchFamily="50" charset="-128"/>
              </a:rPr>
              <a:t>(</a:t>
            </a:r>
            <a:r>
              <a:rPr lang="ja-JP" altLang="en-US" sz="1800">
                <a:cs typeface="メイリオ" panose="020B0604030504040204" pitchFamily="50" charset="-128"/>
              </a:rPr>
              <a:t>課題管理</a:t>
            </a:r>
            <a:r>
              <a:rPr lang="en-US" altLang="ja-JP" sz="1800">
                <a:cs typeface="メイリオ" panose="020B0604030504040204" pitchFamily="50" charset="-128"/>
              </a:rPr>
              <a:t>)</a:t>
            </a:r>
          </a:p>
          <a:p>
            <a:pPr marL="342900" indent="-342900">
              <a:lnSpc>
                <a:spcPct val="150000"/>
              </a:lnSpc>
              <a:buAutoNum type="arabicPeriod"/>
            </a:pPr>
            <a:r>
              <a:rPr lang="ja-JP" altLang="en-US" sz="1800">
                <a:cs typeface="メイリオ" panose="020B0604030504040204" pitchFamily="50" charset="-128"/>
              </a:rPr>
              <a:t>納品物</a:t>
            </a:r>
          </a:p>
          <a:p>
            <a:pPr marL="342900" indent="-342900">
              <a:lnSpc>
                <a:spcPct val="150000"/>
              </a:lnSpc>
              <a:buAutoNum type="arabicPeriod"/>
            </a:pPr>
            <a:r>
              <a:rPr lang="ja-JP" altLang="en-US" sz="1800">
                <a:cs typeface="メイリオ" panose="020B0604030504040204" pitchFamily="50" charset="-128"/>
              </a:rPr>
              <a:t>ご依頼事項</a:t>
            </a:r>
            <a:endParaRPr lang="en-US" altLang="ja-JP" sz="1800">
              <a:cs typeface="メイリオ" panose="020B0604030504040204" pitchFamily="50" charset="-128"/>
            </a:endParaRPr>
          </a:p>
        </p:txBody>
      </p:sp>
    </p:spTree>
    <p:extLst>
      <p:ext uri="{BB962C8B-B14F-4D97-AF65-F5344CB8AC3E}">
        <p14:creationId xmlns:p14="http://schemas.microsoft.com/office/powerpoint/2010/main" val="1370181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latin typeface="Meiryo UI" panose="020B0604030504040204" pitchFamily="50" charset="-128"/>
                <a:ea typeface="Meiryo UI" panose="020B0604030504040204" pitchFamily="50" charset="-128"/>
              </a:rPr>
              <a:t>１．</a:t>
            </a:r>
            <a:r>
              <a:rPr lang="ja-JP" altLang="en-US">
                <a:latin typeface="Meiryo UI" panose="020B0604030504040204" pitchFamily="50" charset="-128"/>
                <a:ea typeface="Meiryo UI" panose="020B0604030504040204" pitchFamily="50" charset="-128"/>
              </a:rPr>
              <a:t>背景・目的・全体図</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4</a:t>
            </a:fld>
            <a:endParaRPr kumimoji="1" lang="ja-JP" altLang="en-US"/>
          </a:p>
        </p:txBody>
      </p:sp>
      <p:sp>
        <p:nvSpPr>
          <p:cNvPr id="68" name="正方形/長方形 67">
            <a:extLst>
              <a:ext uri="{FF2B5EF4-FFF2-40B4-BE49-F238E27FC236}">
                <a16:creationId xmlns:a16="http://schemas.microsoft.com/office/drawing/2014/main" id="{AB30E424-9EBB-74A1-15AA-70D03CC42F8E}"/>
              </a:ext>
            </a:extLst>
          </p:cNvPr>
          <p:cNvSpPr/>
          <p:nvPr/>
        </p:nvSpPr>
        <p:spPr>
          <a:xfrm>
            <a:off x="6864905" y="427148"/>
            <a:ext cx="2248668" cy="33159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ja-JP" altLang="en-US"/>
              <a:t>総務部様の資料転用</a:t>
            </a:r>
          </a:p>
        </p:txBody>
      </p:sp>
      <p:sp>
        <p:nvSpPr>
          <p:cNvPr id="4" name="正方形/長方形 3">
            <a:extLst>
              <a:ext uri="{FF2B5EF4-FFF2-40B4-BE49-F238E27FC236}">
                <a16:creationId xmlns:a16="http://schemas.microsoft.com/office/drawing/2014/main" id="{86E1D4F6-4BB2-29A0-9739-879B91836C5A}"/>
              </a:ext>
            </a:extLst>
          </p:cNvPr>
          <p:cNvSpPr/>
          <p:nvPr/>
        </p:nvSpPr>
        <p:spPr>
          <a:xfrm>
            <a:off x="420635" y="930397"/>
            <a:ext cx="8302727" cy="11735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ja-JP" altLang="en-US" b="1">
                <a:solidFill>
                  <a:sysClr val="windowText" lastClr="000000"/>
                </a:solidFill>
                <a:latin typeface="Meiryo UI" panose="020B0604030504040204" pitchFamily="50" charset="-128"/>
                <a:ea typeface="Meiryo UI" panose="020B0604030504040204" pitchFamily="50" charset="-128"/>
              </a:rPr>
              <a:t>背景</a:t>
            </a:r>
          </a:p>
        </p:txBody>
      </p:sp>
      <p:pic>
        <p:nvPicPr>
          <p:cNvPr id="7" name="図 6">
            <a:extLst>
              <a:ext uri="{FF2B5EF4-FFF2-40B4-BE49-F238E27FC236}">
                <a16:creationId xmlns:a16="http://schemas.microsoft.com/office/drawing/2014/main" id="{D14A86DA-1BD5-8E6D-C598-7A0CFA5486EE}"/>
              </a:ext>
            </a:extLst>
          </p:cNvPr>
          <p:cNvPicPr>
            <a:picLocks noChangeAspect="1"/>
          </p:cNvPicPr>
          <p:nvPr/>
        </p:nvPicPr>
        <p:blipFill>
          <a:blip r:embed="rId2"/>
          <a:stretch>
            <a:fillRect/>
          </a:stretch>
        </p:blipFill>
        <p:spPr>
          <a:xfrm>
            <a:off x="661851" y="1266904"/>
            <a:ext cx="7095086" cy="5357096"/>
          </a:xfrm>
          <a:prstGeom prst="rect">
            <a:avLst/>
          </a:prstGeom>
          <a:ln>
            <a:solidFill>
              <a:schemeClr val="tx1"/>
            </a:solidFill>
          </a:ln>
        </p:spPr>
      </p:pic>
    </p:spTree>
    <p:extLst>
      <p:ext uri="{BB962C8B-B14F-4D97-AF65-F5344CB8AC3E}">
        <p14:creationId xmlns:p14="http://schemas.microsoft.com/office/powerpoint/2010/main" val="292093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１</a:t>
            </a:r>
            <a:r>
              <a:rPr kumimoji="1" lang="ja-JP" altLang="en-US">
                <a:latin typeface="Meiryo UI" panose="020B0604030504040204" pitchFamily="50" charset="-128"/>
                <a:ea typeface="Meiryo UI" panose="020B0604030504040204" pitchFamily="50" charset="-128"/>
              </a:rPr>
              <a:t>．</a:t>
            </a:r>
            <a:r>
              <a:rPr lang="ja-JP" altLang="en-US">
                <a:latin typeface="Meiryo UI" panose="020B0604030504040204" pitchFamily="50" charset="-128"/>
                <a:ea typeface="Meiryo UI" panose="020B0604030504040204" pitchFamily="50" charset="-128"/>
              </a:rPr>
              <a:t>背景・目的・全体図</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5</a:t>
            </a:fld>
            <a:endParaRPr kumimoji="1" lang="ja-JP" altLang="en-US"/>
          </a:p>
        </p:txBody>
      </p:sp>
      <p:sp>
        <p:nvSpPr>
          <p:cNvPr id="68" name="正方形/長方形 67">
            <a:extLst>
              <a:ext uri="{FF2B5EF4-FFF2-40B4-BE49-F238E27FC236}">
                <a16:creationId xmlns:a16="http://schemas.microsoft.com/office/drawing/2014/main" id="{AB30E424-9EBB-74A1-15AA-70D03CC42F8E}"/>
              </a:ext>
            </a:extLst>
          </p:cNvPr>
          <p:cNvSpPr/>
          <p:nvPr/>
        </p:nvSpPr>
        <p:spPr>
          <a:xfrm>
            <a:off x="6864905" y="427148"/>
            <a:ext cx="2248668" cy="33159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ja-JP" altLang="en-US"/>
              <a:t>総務部様の資料転用</a:t>
            </a:r>
          </a:p>
        </p:txBody>
      </p:sp>
      <p:sp>
        <p:nvSpPr>
          <p:cNvPr id="4" name="正方形/長方形 3">
            <a:extLst>
              <a:ext uri="{FF2B5EF4-FFF2-40B4-BE49-F238E27FC236}">
                <a16:creationId xmlns:a16="http://schemas.microsoft.com/office/drawing/2014/main" id="{A73CE9DA-8D81-5FC2-197E-780CB4E1449E}"/>
              </a:ext>
            </a:extLst>
          </p:cNvPr>
          <p:cNvSpPr/>
          <p:nvPr/>
        </p:nvSpPr>
        <p:spPr>
          <a:xfrm>
            <a:off x="420635" y="930397"/>
            <a:ext cx="8302727" cy="11735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ja-JP" altLang="en-US" b="1">
                <a:solidFill>
                  <a:sysClr val="windowText" lastClr="000000"/>
                </a:solidFill>
                <a:latin typeface="Meiryo UI" panose="020B0604030504040204" pitchFamily="50" charset="-128"/>
                <a:ea typeface="Meiryo UI" panose="020B0604030504040204" pitchFamily="50" charset="-128"/>
              </a:rPr>
              <a:t>目的</a:t>
            </a:r>
          </a:p>
        </p:txBody>
      </p:sp>
      <p:pic>
        <p:nvPicPr>
          <p:cNvPr id="8" name="図 7">
            <a:extLst>
              <a:ext uri="{FF2B5EF4-FFF2-40B4-BE49-F238E27FC236}">
                <a16:creationId xmlns:a16="http://schemas.microsoft.com/office/drawing/2014/main" id="{6704A5A7-3BBA-64AC-B73D-A268D59FF910}"/>
              </a:ext>
            </a:extLst>
          </p:cNvPr>
          <p:cNvPicPr>
            <a:picLocks noChangeAspect="1"/>
          </p:cNvPicPr>
          <p:nvPr/>
        </p:nvPicPr>
        <p:blipFill>
          <a:blip r:embed="rId2"/>
          <a:stretch>
            <a:fillRect/>
          </a:stretch>
        </p:blipFill>
        <p:spPr>
          <a:xfrm>
            <a:off x="625329" y="1292914"/>
            <a:ext cx="7334180" cy="5423716"/>
          </a:xfrm>
          <a:prstGeom prst="rect">
            <a:avLst/>
          </a:prstGeom>
          <a:ln>
            <a:solidFill>
              <a:schemeClr val="tx1"/>
            </a:solidFill>
          </a:ln>
        </p:spPr>
      </p:pic>
    </p:spTree>
    <p:extLst>
      <p:ext uri="{BB962C8B-B14F-4D97-AF65-F5344CB8AC3E}">
        <p14:creationId xmlns:p14="http://schemas.microsoft.com/office/powerpoint/2010/main" val="1073070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１</a:t>
            </a:r>
            <a:r>
              <a:rPr kumimoji="1" lang="ja-JP" altLang="en-US">
                <a:latin typeface="Meiryo UI" panose="020B0604030504040204" pitchFamily="50" charset="-128"/>
                <a:ea typeface="Meiryo UI" panose="020B0604030504040204" pitchFamily="50" charset="-128"/>
              </a:rPr>
              <a:t>．</a:t>
            </a:r>
            <a:r>
              <a:rPr lang="ja-JP" altLang="en-US">
                <a:latin typeface="Meiryo UI" panose="020B0604030504040204" pitchFamily="50" charset="-128"/>
                <a:ea typeface="Meiryo UI" panose="020B0604030504040204" pitchFamily="50" charset="-128"/>
              </a:rPr>
              <a:t>背景・目的・全体図</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6</a:t>
            </a:fld>
            <a:endParaRPr kumimoji="1" lang="ja-JP" altLang="en-US"/>
          </a:p>
        </p:txBody>
      </p:sp>
      <p:sp>
        <p:nvSpPr>
          <p:cNvPr id="68" name="正方形/長方形 67">
            <a:extLst>
              <a:ext uri="{FF2B5EF4-FFF2-40B4-BE49-F238E27FC236}">
                <a16:creationId xmlns:a16="http://schemas.microsoft.com/office/drawing/2014/main" id="{AB30E424-9EBB-74A1-15AA-70D03CC42F8E}"/>
              </a:ext>
            </a:extLst>
          </p:cNvPr>
          <p:cNvSpPr/>
          <p:nvPr/>
        </p:nvSpPr>
        <p:spPr>
          <a:xfrm>
            <a:off x="6864905" y="427148"/>
            <a:ext cx="2248668" cy="33159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ja-JP" altLang="en-US"/>
              <a:t>総務部様の資料転用</a:t>
            </a:r>
          </a:p>
        </p:txBody>
      </p:sp>
      <p:sp>
        <p:nvSpPr>
          <p:cNvPr id="4" name="正方形/長方形 3">
            <a:extLst>
              <a:ext uri="{FF2B5EF4-FFF2-40B4-BE49-F238E27FC236}">
                <a16:creationId xmlns:a16="http://schemas.microsoft.com/office/drawing/2014/main" id="{A73CE9DA-8D81-5FC2-197E-780CB4E1449E}"/>
              </a:ext>
            </a:extLst>
          </p:cNvPr>
          <p:cNvSpPr/>
          <p:nvPr/>
        </p:nvSpPr>
        <p:spPr>
          <a:xfrm>
            <a:off x="420635" y="930397"/>
            <a:ext cx="8302727" cy="11735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r>
              <a:rPr lang="ja-JP" altLang="en-US" b="1">
                <a:solidFill>
                  <a:sysClr val="windowText" lastClr="000000"/>
                </a:solidFill>
                <a:latin typeface="Meiryo UI" panose="020B0604030504040204" pitchFamily="50" charset="-128"/>
                <a:ea typeface="Meiryo UI" panose="020B0604030504040204" pitchFamily="50" charset="-128"/>
              </a:rPr>
              <a:t>全体図</a:t>
            </a:r>
          </a:p>
        </p:txBody>
      </p:sp>
      <p:pic>
        <p:nvPicPr>
          <p:cNvPr id="6" name="図 5">
            <a:extLst>
              <a:ext uri="{FF2B5EF4-FFF2-40B4-BE49-F238E27FC236}">
                <a16:creationId xmlns:a16="http://schemas.microsoft.com/office/drawing/2014/main" id="{20F93720-1998-2D99-2924-4B98B1BEE32F}"/>
              </a:ext>
            </a:extLst>
          </p:cNvPr>
          <p:cNvPicPr>
            <a:picLocks noChangeAspect="1"/>
          </p:cNvPicPr>
          <p:nvPr/>
        </p:nvPicPr>
        <p:blipFill>
          <a:blip r:embed="rId2"/>
          <a:stretch>
            <a:fillRect/>
          </a:stretch>
        </p:blipFill>
        <p:spPr>
          <a:xfrm>
            <a:off x="901335" y="1315880"/>
            <a:ext cx="7341326" cy="5308120"/>
          </a:xfrm>
          <a:prstGeom prst="rect">
            <a:avLst/>
          </a:prstGeom>
          <a:ln>
            <a:solidFill>
              <a:schemeClr val="tx1"/>
            </a:solidFill>
          </a:ln>
        </p:spPr>
      </p:pic>
    </p:spTree>
    <p:extLst>
      <p:ext uri="{BB962C8B-B14F-4D97-AF65-F5344CB8AC3E}">
        <p14:creationId xmlns:p14="http://schemas.microsoft.com/office/powerpoint/2010/main" val="3083859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latin typeface="Meiryo UI" panose="020B0604030504040204" pitchFamily="50" charset="-128"/>
                <a:ea typeface="Meiryo UI" panose="020B0604030504040204" pitchFamily="50" charset="-128"/>
              </a:rPr>
              <a:t>２．プロジェクトのスコープ</a:t>
            </a: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7</a:t>
            </a:fld>
            <a:endParaRPr kumimoji="1" lang="ja-JP" altLang="en-US"/>
          </a:p>
        </p:txBody>
      </p:sp>
      <p:pic>
        <p:nvPicPr>
          <p:cNvPr id="4" name="図 3">
            <a:extLst>
              <a:ext uri="{FF2B5EF4-FFF2-40B4-BE49-F238E27FC236}">
                <a16:creationId xmlns:a16="http://schemas.microsoft.com/office/drawing/2014/main" id="{6BEE20B2-A7D3-3FB2-135F-ED09C8DFE86E}"/>
              </a:ext>
            </a:extLst>
          </p:cNvPr>
          <p:cNvPicPr>
            <a:picLocks noChangeAspect="1"/>
          </p:cNvPicPr>
          <p:nvPr/>
        </p:nvPicPr>
        <p:blipFill rotWithShape="1">
          <a:blip r:embed="rId2"/>
          <a:srcRect t="13030"/>
          <a:stretch/>
        </p:blipFill>
        <p:spPr>
          <a:xfrm>
            <a:off x="718448" y="978408"/>
            <a:ext cx="8028000" cy="5236502"/>
          </a:xfrm>
          <a:prstGeom prst="rect">
            <a:avLst/>
          </a:prstGeom>
          <a:ln>
            <a:solidFill>
              <a:schemeClr val="accent1"/>
            </a:solidFill>
          </a:ln>
        </p:spPr>
      </p:pic>
      <p:sp>
        <p:nvSpPr>
          <p:cNvPr id="5" name="正方形/長方形 4">
            <a:extLst>
              <a:ext uri="{FF2B5EF4-FFF2-40B4-BE49-F238E27FC236}">
                <a16:creationId xmlns:a16="http://schemas.microsoft.com/office/drawing/2014/main" id="{A9BE0C08-CAE1-A72B-60AB-DE372F479EE9}"/>
              </a:ext>
            </a:extLst>
          </p:cNvPr>
          <p:cNvSpPr/>
          <p:nvPr/>
        </p:nvSpPr>
        <p:spPr>
          <a:xfrm>
            <a:off x="100584" y="2587752"/>
            <a:ext cx="1527048" cy="127492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latin typeface="メイリオ" panose="020B0604030504040204" pitchFamily="50" charset="-128"/>
                <a:ea typeface="メイリオ" panose="020B0604030504040204" pitchFamily="50" charset="-128"/>
              </a:rPr>
              <a:t>財務リスク</a:t>
            </a:r>
            <a:endParaRPr kumimoji="1" lang="en-US" altLang="ja-JP" b="1">
              <a:latin typeface="メイリオ" panose="020B0604030504040204" pitchFamily="50" charset="-128"/>
              <a:ea typeface="メイリオ" panose="020B0604030504040204" pitchFamily="50" charset="-128"/>
            </a:endParaRPr>
          </a:p>
          <a:p>
            <a:pPr algn="ctr"/>
            <a:r>
              <a:rPr kumimoji="1" lang="en-US" altLang="ja-JP" b="1">
                <a:latin typeface="メイリオ" panose="020B0604030504040204" pitchFamily="50" charset="-128"/>
                <a:ea typeface="メイリオ" panose="020B0604030504040204" pitchFamily="50" charset="-128"/>
              </a:rPr>
              <a:t>Excel</a:t>
            </a:r>
            <a:r>
              <a:rPr kumimoji="1" lang="ja-JP" altLang="en-US" b="1">
                <a:latin typeface="メイリオ" panose="020B0604030504040204" pitchFamily="50" charset="-128"/>
                <a:ea typeface="メイリオ" panose="020B0604030504040204" pitchFamily="50" charset="-128"/>
              </a:rPr>
              <a:t>マクロ</a:t>
            </a:r>
            <a:endParaRPr kumimoji="1" lang="en-US" altLang="ja-JP" b="1">
              <a:latin typeface="メイリオ" panose="020B0604030504040204" pitchFamily="50" charset="-128"/>
              <a:ea typeface="メイリオ" panose="020B0604030504040204" pitchFamily="50" charset="-128"/>
            </a:endParaRPr>
          </a:p>
          <a:p>
            <a:pPr algn="ctr"/>
            <a:r>
              <a:rPr kumimoji="1" lang="ja-JP" altLang="en-US" b="1">
                <a:latin typeface="メイリオ" panose="020B0604030504040204" pitchFamily="50" charset="-128"/>
                <a:ea typeface="メイリオ" panose="020B0604030504040204" pitchFamily="50" charset="-128"/>
              </a:rPr>
              <a:t>の機能</a:t>
            </a:r>
          </a:p>
        </p:txBody>
      </p:sp>
      <p:cxnSp>
        <p:nvCxnSpPr>
          <p:cNvPr id="6" name="直線矢印コネクタ 5">
            <a:extLst>
              <a:ext uri="{FF2B5EF4-FFF2-40B4-BE49-F238E27FC236}">
                <a16:creationId xmlns:a16="http://schemas.microsoft.com/office/drawing/2014/main" id="{6510155A-D505-FF60-6693-E7335910AC53}"/>
              </a:ext>
            </a:extLst>
          </p:cNvPr>
          <p:cNvCxnSpPr>
            <a:cxnSpLocks/>
            <a:stCxn id="7" idx="1"/>
          </p:cNvCxnSpPr>
          <p:nvPr/>
        </p:nvCxnSpPr>
        <p:spPr>
          <a:xfrm flipH="1" flipV="1">
            <a:off x="6429783" y="3319272"/>
            <a:ext cx="1092926" cy="1025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正方形/長方形 6">
            <a:extLst>
              <a:ext uri="{FF2B5EF4-FFF2-40B4-BE49-F238E27FC236}">
                <a16:creationId xmlns:a16="http://schemas.microsoft.com/office/drawing/2014/main" id="{93F15F58-FDAA-235D-F8BC-72D66371C5D0}"/>
              </a:ext>
            </a:extLst>
          </p:cNvPr>
          <p:cNvSpPr/>
          <p:nvPr/>
        </p:nvSpPr>
        <p:spPr>
          <a:xfrm>
            <a:off x="7522709" y="2980944"/>
            <a:ext cx="1673697" cy="881736"/>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latin typeface="メイリオ" panose="020B0604030504040204" pitchFamily="50" charset="-128"/>
                <a:ea typeface="メイリオ" panose="020B0604030504040204" pitchFamily="50" charset="-128"/>
              </a:rPr>
              <a:t>申請承認機能</a:t>
            </a:r>
            <a:endParaRPr kumimoji="1" lang="en-US" altLang="ja-JP" b="1">
              <a:latin typeface="メイリオ" panose="020B0604030504040204" pitchFamily="50" charset="-128"/>
              <a:ea typeface="メイリオ" panose="020B0604030504040204" pitchFamily="50" charset="-128"/>
            </a:endParaRPr>
          </a:p>
          <a:p>
            <a:pPr algn="ctr"/>
            <a:r>
              <a:rPr kumimoji="1" lang="ja-JP" altLang="en-US" sz="1400" b="1">
                <a:latin typeface="メイリオ" panose="020B0604030504040204" pitchFamily="50" charset="-128"/>
                <a:ea typeface="メイリオ" panose="020B0604030504040204" pitchFamily="50" charset="-128"/>
              </a:rPr>
              <a:t>（現：汎用</a:t>
            </a:r>
            <a:r>
              <a:rPr kumimoji="1" lang="en-US" altLang="ja-JP" sz="1400" b="1">
                <a:latin typeface="メイリオ" panose="020B0604030504040204" pitchFamily="50" charset="-128"/>
                <a:ea typeface="メイリオ" panose="020B0604030504040204" pitchFamily="50" charset="-128"/>
              </a:rPr>
              <a:t>WF</a:t>
            </a:r>
            <a:r>
              <a:rPr kumimoji="1" lang="ja-JP" altLang="en-US" sz="1400" b="1">
                <a:latin typeface="メイリオ" panose="020B0604030504040204" pitchFamily="50" charset="-128"/>
                <a:ea typeface="メイリオ" panose="020B0604030504040204" pitchFamily="50" charset="-128"/>
              </a:rPr>
              <a:t>）</a:t>
            </a:r>
          </a:p>
        </p:txBody>
      </p:sp>
      <p:cxnSp>
        <p:nvCxnSpPr>
          <p:cNvPr id="58" name="直線矢印コネクタ 57">
            <a:extLst>
              <a:ext uri="{FF2B5EF4-FFF2-40B4-BE49-F238E27FC236}">
                <a16:creationId xmlns:a16="http://schemas.microsoft.com/office/drawing/2014/main" id="{295A2974-6BB4-F7FC-8D28-C691E006414E}"/>
              </a:ext>
            </a:extLst>
          </p:cNvPr>
          <p:cNvCxnSpPr>
            <a:cxnSpLocks/>
          </p:cNvCxnSpPr>
          <p:nvPr/>
        </p:nvCxnSpPr>
        <p:spPr>
          <a:xfrm>
            <a:off x="1337143" y="3146980"/>
            <a:ext cx="765977" cy="1148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テキスト ボックス 58">
            <a:extLst>
              <a:ext uri="{FF2B5EF4-FFF2-40B4-BE49-F238E27FC236}">
                <a16:creationId xmlns:a16="http://schemas.microsoft.com/office/drawing/2014/main" id="{9431839E-493D-231E-7C58-40A42DFDFF82}"/>
              </a:ext>
            </a:extLst>
          </p:cNvPr>
          <p:cNvSpPr txBox="1"/>
          <p:nvPr/>
        </p:nvSpPr>
        <p:spPr>
          <a:xfrm>
            <a:off x="2492384" y="1856749"/>
            <a:ext cx="644897" cy="646331"/>
          </a:xfrm>
          <a:prstGeom prst="rect">
            <a:avLst/>
          </a:prstGeom>
          <a:noFill/>
        </p:spPr>
        <p:txBody>
          <a:bodyPr wrap="square" rtlCol="0">
            <a:spAutoFit/>
          </a:bodyPr>
          <a:lstStyle/>
          <a:p>
            <a:r>
              <a:rPr kumimoji="1" lang="ja-JP" altLang="en-US" sz="3600" b="1">
                <a:solidFill>
                  <a:srgbClr val="FF0000"/>
                </a:solidFill>
                <a:latin typeface="Meiryo UI" panose="020B0604030504040204" pitchFamily="50" charset="-128"/>
                <a:ea typeface="Meiryo UI" panose="020B0604030504040204" pitchFamily="50" charset="-128"/>
              </a:rPr>
              <a:t>①</a:t>
            </a:r>
          </a:p>
        </p:txBody>
      </p:sp>
      <p:sp>
        <p:nvSpPr>
          <p:cNvPr id="60" name="テキスト ボックス 59">
            <a:extLst>
              <a:ext uri="{FF2B5EF4-FFF2-40B4-BE49-F238E27FC236}">
                <a16:creationId xmlns:a16="http://schemas.microsoft.com/office/drawing/2014/main" id="{A6FFB3C4-67FF-E280-CAC1-1946639E2BAC}"/>
              </a:ext>
            </a:extLst>
          </p:cNvPr>
          <p:cNvSpPr txBox="1"/>
          <p:nvPr/>
        </p:nvSpPr>
        <p:spPr>
          <a:xfrm>
            <a:off x="5150240" y="1856749"/>
            <a:ext cx="644897" cy="646331"/>
          </a:xfrm>
          <a:prstGeom prst="rect">
            <a:avLst/>
          </a:prstGeom>
          <a:noFill/>
        </p:spPr>
        <p:txBody>
          <a:bodyPr wrap="square" rtlCol="0">
            <a:spAutoFit/>
          </a:bodyPr>
          <a:lstStyle/>
          <a:p>
            <a:r>
              <a:rPr kumimoji="1" lang="ja-JP" altLang="en-US" sz="3600" b="1">
                <a:solidFill>
                  <a:srgbClr val="FF0000"/>
                </a:solidFill>
                <a:latin typeface="Meiryo UI" panose="020B0604030504040204" pitchFamily="50" charset="-128"/>
                <a:ea typeface="Meiryo UI" panose="020B0604030504040204" pitchFamily="50" charset="-128"/>
              </a:rPr>
              <a:t>②</a:t>
            </a:r>
            <a:endParaRPr kumimoji="1" lang="en-US" altLang="ja-JP" sz="3600" b="1">
              <a:solidFill>
                <a:srgbClr val="FF0000"/>
              </a:solidFill>
              <a:latin typeface="Meiryo UI" panose="020B0604030504040204" pitchFamily="50" charset="-128"/>
              <a:ea typeface="Meiryo UI" panose="020B0604030504040204" pitchFamily="50" charset="-128"/>
            </a:endParaRPr>
          </a:p>
        </p:txBody>
      </p:sp>
      <p:sp>
        <p:nvSpPr>
          <p:cNvPr id="61" name="テキスト ボックス 60">
            <a:extLst>
              <a:ext uri="{FF2B5EF4-FFF2-40B4-BE49-F238E27FC236}">
                <a16:creationId xmlns:a16="http://schemas.microsoft.com/office/drawing/2014/main" id="{E2F1D9F1-5DFC-1F5E-C447-8DE1EE7DBCBE}"/>
              </a:ext>
            </a:extLst>
          </p:cNvPr>
          <p:cNvSpPr txBox="1"/>
          <p:nvPr/>
        </p:nvSpPr>
        <p:spPr>
          <a:xfrm>
            <a:off x="6278026" y="1941421"/>
            <a:ext cx="1800320" cy="646331"/>
          </a:xfrm>
          <a:prstGeom prst="rect">
            <a:avLst/>
          </a:prstGeom>
          <a:noFill/>
        </p:spPr>
        <p:txBody>
          <a:bodyPr wrap="square" lIns="91440" tIns="45720" rIns="91440" bIns="45720" rtlCol="0" anchor="t">
            <a:spAutoFit/>
          </a:bodyPr>
          <a:lstStyle/>
          <a:p>
            <a:r>
              <a:rPr kumimoji="1" lang="ja-JP" altLang="en-US" sz="3600" b="1">
                <a:solidFill>
                  <a:srgbClr val="FF0000"/>
                </a:solidFill>
                <a:latin typeface="Meiryo UI"/>
                <a:ea typeface="Meiryo UI"/>
              </a:rPr>
              <a:t>（③）</a:t>
            </a:r>
            <a:endParaRPr kumimoji="1" lang="en-US" altLang="ja-JP" sz="3600" b="1">
              <a:solidFill>
                <a:srgbClr val="FF0000"/>
              </a:solidFill>
              <a:latin typeface="Meiryo UI"/>
              <a:ea typeface="Meiryo UI"/>
            </a:endParaRPr>
          </a:p>
        </p:txBody>
      </p:sp>
      <p:sp>
        <p:nvSpPr>
          <p:cNvPr id="62" name="テキスト ボックス 61">
            <a:extLst>
              <a:ext uri="{FF2B5EF4-FFF2-40B4-BE49-F238E27FC236}">
                <a16:creationId xmlns:a16="http://schemas.microsoft.com/office/drawing/2014/main" id="{E0ABAE75-DC06-2549-FF84-AB6D3BC5F801}"/>
              </a:ext>
            </a:extLst>
          </p:cNvPr>
          <p:cNvSpPr txBox="1"/>
          <p:nvPr/>
        </p:nvSpPr>
        <p:spPr>
          <a:xfrm>
            <a:off x="6625894" y="3819952"/>
            <a:ext cx="644897" cy="646331"/>
          </a:xfrm>
          <a:prstGeom prst="rect">
            <a:avLst/>
          </a:prstGeom>
          <a:noFill/>
        </p:spPr>
        <p:txBody>
          <a:bodyPr wrap="square" rtlCol="0">
            <a:spAutoFit/>
          </a:bodyPr>
          <a:lstStyle/>
          <a:p>
            <a:r>
              <a:rPr kumimoji="1" lang="ja-JP" altLang="en-US" sz="3600" b="1">
                <a:solidFill>
                  <a:srgbClr val="FF0000"/>
                </a:solidFill>
                <a:latin typeface="Meiryo UI" panose="020B0604030504040204" pitchFamily="50" charset="-128"/>
                <a:ea typeface="Meiryo UI" panose="020B0604030504040204" pitchFamily="50" charset="-128"/>
              </a:rPr>
              <a:t>④</a:t>
            </a:r>
            <a:endParaRPr kumimoji="1" lang="en-US" altLang="ja-JP" sz="3600" b="1">
              <a:solidFill>
                <a:srgbClr val="FF0000"/>
              </a:solidFill>
              <a:latin typeface="Meiryo UI" panose="020B0604030504040204" pitchFamily="50" charset="-128"/>
              <a:ea typeface="Meiryo UI" panose="020B0604030504040204" pitchFamily="50" charset="-128"/>
            </a:endParaRPr>
          </a:p>
        </p:txBody>
      </p:sp>
      <p:sp>
        <p:nvSpPr>
          <p:cNvPr id="63" name="テキスト ボックス 62">
            <a:extLst>
              <a:ext uri="{FF2B5EF4-FFF2-40B4-BE49-F238E27FC236}">
                <a16:creationId xmlns:a16="http://schemas.microsoft.com/office/drawing/2014/main" id="{28C7A976-B6D1-62AF-A8F6-F37C8ADD4347}"/>
              </a:ext>
            </a:extLst>
          </p:cNvPr>
          <p:cNvSpPr txBox="1"/>
          <p:nvPr/>
        </p:nvSpPr>
        <p:spPr>
          <a:xfrm>
            <a:off x="1109781" y="3862680"/>
            <a:ext cx="1850014" cy="646331"/>
          </a:xfrm>
          <a:prstGeom prst="rect">
            <a:avLst/>
          </a:prstGeom>
          <a:noFill/>
        </p:spPr>
        <p:txBody>
          <a:bodyPr wrap="square" lIns="91440" tIns="45720" rIns="91440" bIns="45720" rtlCol="0" anchor="t">
            <a:spAutoFit/>
          </a:bodyPr>
          <a:lstStyle/>
          <a:p>
            <a:r>
              <a:rPr kumimoji="1" lang="ja-JP" altLang="en-US" sz="3600" b="1">
                <a:solidFill>
                  <a:srgbClr val="FF0000"/>
                </a:solidFill>
                <a:latin typeface="Meiryo UI"/>
                <a:ea typeface="Meiryo UI"/>
              </a:rPr>
              <a:t>（⑤）</a:t>
            </a:r>
            <a:endParaRPr kumimoji="1" lang="en-US" altLang="ja-JP" sz="3600" b="1">
              <a:solidFill>
                <a:srgbClr val="FF0000"/>
              </a:solidFill>
              <a:latin typeface="Meiryo UI"/>
              <a:ea typeface="Meiryo UI"/>
            </a:endParaRPr>
          </a:p>
        </p:txBody>
      </p:sp>
      <p:sp>
        <p:nvSpPr>
          <p:cNvPr id="64" name="テキスト ボックス 63">
            <a:extLst>
              <a:ext uri="{FF2B5EF4-FFF2-40B4-BE49-F238E27FC236}">
                <a16:creationId xmlns:a16="http://schemas.microsoft.com/office/drawing/2014/main" id="{F93D6229-5C24-AB46-C6EC-02CB3EC2192E}"/>
              </a:ext>
            </a:extLst>
          </p:cNvPr>
          <p:cNvSpPr txBox="1"/>
          <p:nvPr/>
        </p:nvSpPr>
        <p:spPr>
          <a:xfrm>
            <a:off x="145047" y="1948189"/>
            <a:ext cx="644897" cy="646331"/>
          </a:xfrm>
          <a:prstGeom prst="rect">
            <a:avLst/>
          </a:prstGeom>
          <a:noFill/>
        </p:spPr>
        <p:txBody>
          <a:bodyPr wrap="square" rtlCol="0">
            <a:spAutoFit/>
          </a:bodyPr>
          <a:lstStyle/>
          <a:p>
            <a:r>
              <a:rPr kumimoji="1" lang="ja-JP" altLang="en-US" sz="3600" b="1">
                <a:solidFill>
                  <a:srgbClr val="FF0000"/>
                </a:solidFill>
                <a:latin typeface="Meiryo UI" panose="020B0604030504040204" pitchFamily="50" charset="-128"/>
                <a:ea typeface="Meiryo UI" panose="020B0604030504040204" pitchFamily="50" charset="-128"/>
              </a:rPr>
              <a:t>⑥</a:t>
            </a:r>
            <a:endParaRPr kumimoji="1" lang="en-US" altLang="ja-JP" sz="3600" b="1">
              <a:solidFill>
                <a:srgbClr val="FF0000"/>
              </a:solidFill>
              <a:latin typeface="Meiryo UI" panose="020B0604030504040204" pitchFamily="50" charset="-128"/>
              <a:ea typeface="Meiryo UI" panose="020B0604030504040204" pitchFamily="50" charset="-128"/>
            </a:endParaRPr>
          </a:p>
        </p:txBody>
      </p:sp>
      <p:sp>
        <p:nvSpPr>
          <p:cNvPr id="65" name="テキスト ボックス 64">
            <a:extLst>
              <a:ext uri="{FF2B5EF4-FFF2-40B4-BE49-F238E27FC236}">
                <a16:creationId xmlns:a16="http://schemas.microsoft.com/office/drawing/2014/main" id="{9DF380E5-C5DC-C6F1-D2BE-4DC1313D3729}"/>
              </a:ext>
            </a:extLst>
          </p:cNvPr>
          <p:cNvSpPr txBox="1"/>
          <p:nvPr/>
        </p:nvSpPr>
        <p:spPr>
          <a:xfrm>
            <a:off x="7363722" y="2485921"/>
            <a:ext cx="644897" cy="646331"/>
          </a:xfrm>
          <a:prstGeom prst="rect">
            <a:avLst/>
          </a:prstGeom>
          <a:noFill/>
        </p:spPr>
        <p:txBody>
          <a:bodyPr wrap="square" rtlCol="0">
            <a:spAutoFit/>
          </a:bodyPr>
          <a:lstStyle/>
          <a:p>
            <a:r>
              <a:rPr kumimoji="1" lang="ja-JP" altLang="en-US" sz="3600" b="1">
                <a:solidFill>
                  <a:srgbClr val="FF0000"/>
                </a:solidFill>
                <a:latin typeface="Meiryo UI" panose="020B0604030504040204" pitchFamily="50" charset="-128"/>
                <a:ea typeface="Meiryo UI" panose="020B0604030504040204" pitchFamily="50" charset="-128"/>
              </a:rPr>
              <a:t>⑦</a:t>
            </a:r>
            <a:endParaRPr kumimoji="1" lang="en-US" altLang="ja-JP" sz="3600" b="1">
              <a:solidFill>
                <a:srgbClr val="FF0000"/>
              </a:solidFill>
              <a:latin typeface="Meiryo UI" panose="020B0604030504040204" pitchFamily="50" charset="-128"/>
              <a:ea typeface="Meiryo UI" panose="020B0604030504040204" pitchFamily="50" charset="-128"/>
            </a:endParaRPr>
          </a:p>
        </p:txBody>
      </p:sp>
      <p:pic>
        <p:nvPicPr>
          <p:cNvPr id="66" name="図 65">
            <a:extLst>
              <a:ext uri="{FF2B5EF4-FFF2-40B4-BE49-F238E27FC236}">
                <a16:creationId xmlns:a16="http://schemas.microsoft.com/office/drawing/2014/main" id="{D2BB14BC-3142-76BE-E702-5387D7CFD486}"/>
              </a:ext>
            </a:extLst>
          </p:cNvPr>
          <p:cNvPicPr>
            <a:picLocks noChangeAspect="1"/>
          </p:cNvPicPr>
          <p:nvPr/>
        </p:nvPicPr>
        <p:blipFill>
          <a:blip r:embed="rId3"/>
          <a:stretch>
            <a:fillRect/>
          </a:stretch>
        </p:blipFill>
        <p:spPr>
          <a:xfrm>
            <a:off x="38042" y="3633580"/>
            <a:ext cx="771426" cy="646330"/>
          </a:xfrm>
          <a:prstGeom prst="rect">
            <a:avLst/>
          </a:prstGeom>
        </p:spPr>
      </p:pic>
      <p:pic>
        <p:nvPicPr>
          <p:cNvPr id="67" name="図 66">
            <a:extLst>
              <a:ext uri="{FF2B5EF4-FFF2-40B4-BE49-F238E27FC236}">
                <a16:creationId xmlns:a16="http://schemas.microsoft.com/office/drawing/2014/main" id="{A8E2E560-E04D-BF38-224F-34FBC81A34CC}"/>
              </a:ext>
            </a:extLst>
          </p:cNvPr>
          <p:cNvPicPr>
            <a:picLocks noChangeAspect="1"/>
          </p:cNvPicPr>
          <p:nvPr/>
        </p:nvPicPr>
        <p:blipFill rotWithShape="1">
          <a:blip r:embed="rId4"/>
          <a:srcRect l="70758" t="3103"/>
          <a:stretch/>
        </p:blipFill>
        <p:spPr>
          <a:xfrm>
            <a:off x="7415392" y="3696590"/>
            <a:ext cx="573847" cy="360000"/>
          </a:xfrm>
          <a:prstGeom prst="rect">
            <a:avLst/>
          </a:prstGeom>
        </p:spPr>
      </p:pic>
      <p:sp>
        <p:nvSpPr>
          <p:cNvPr id="68" name="正方形/長方形 67">
            <a:extLst>
              <a:ext uri="{FF2B5EF4-FFF2-40B4-BE49-F238E27FC236}">
                <a16:creationId xmlns:a16="http://schemas.microsoft.com/office/drawing/2014/main" id="{AB30E424-9EBB-74A1-15AA-70D03CC42F8E}"/>
              </a:ext>
            </a:extLst>
          </p:cNvPr>
          <p:cNvSpPr/>
          <p:nvPr/>
        </p:nvSpPr>
        <p:spPr>
          <a:xfrm>
            <a:off x="6864905" y="427148"/>
            <a:ext cx="2248668" cy="33159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ja-JP" altLang="en-US"/>
              <a:t>総務部様の資料転用</a:t>
            </a:r>
          </a:p>
        </p:txBody>
      </p:sp>
    </p:spTree>
    <p:extLst>
      <p:ext uri="{BB962C8B-B14F-4D97-AF65-F5344CB8AC3E}">
        <p14:creationId xmlns:p14="http://schemas.microsoft.com/office/powerpoint/2010/main" val="4277728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latin typeface="Meiryo UI" panose="020B0604030504040204" pitchFamily="50" charset="-128"/>
                <a:ea typeface="Meiryo UI" panose="020B0604030504040204" pitchFamily="50" charset="-128"/>
              </a:rPr>
              <a:t>２．プロジェクトのスコープ</a:t>
            </a: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8</a:t>
            </a:fld>
            <a:endParaRPr kumimoji="1" lang="ja-JP" altLang="en-US"/>
          </a:p>
        </p:txBody>
      </p:sp>
      <p:sp>
        <p:nvSpPr>
          <p:cNvPr id="68" name="正方形/長方形 67">
            <a:extLst>
              <a:ext uri="{FF2B5EF4-FFF2-40B4-BE49-F238E27FC236}">
                <a16:creationId xmlns:a16="http://schemas.microsoft.com/office/drawing/2014/main" id="{AB30E424-9EBB-74A1-15AA-70D03CC42F8E}"/>
              </a:ext>
            </a:extLst>
          </p:cNvPr>
          <p:cNvSpPr/>
          <p:nvPr/>
        </p:nvSpPr>
        <p:spPr>
          <a:xfrm>
            <a:off x="6864905" y="427148"/>
            <a:ext cx="2248668" cy="33159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ja-JP" altLang="en-US"/>
              <a:t>総務部様の資料転用</a:t>
            </a:r>
          </a:p>
        </p:txBody>
      </p:sp>
      <p:pic>
        <p:nvPicPr>
          <p:cNvPr id="8" name="図 7">
            <a:extLst>
              <a:ext uri="{FF2B5EF4-FFF2-40B4-BE49-F238E27FC236}">
                <a16:creationId xmlns:a16="http://schemas.microsoft.com/office/drawing/2014/main" id="{657BF25C-B2DD-ECA6-8FD1-D99F0478D6E3}"/>
              </a:ext>
            </a:extLst>
          </p:cNvPr>
          <p:cNvPicPr>
            <a:picLocks noChangeAspect="1"/>
          </p:cNvPicPr>
          <p:nvPr/>
        </p:nvPicPr>
        <p:blipFill>
          <a:blip r:embed="rId2"/>
          <a:stretch>
            <a:fillRect/>
          </a:stretch>
        </p:blipFill>
        <p:spPr>
          <a:xfrm>
            <a:off x="497163" y="862245"/>
            <a:ext cx="7885743" cy="5833755"/>
          </a:xfrm>
          <a:prstGeom prst="rect">
            <a:avLst/>
          </a:prstGeom>
        </p:spPr>
      </p:pic>
    </p:spTree>
    <p:extLst>
      <p:ext uri="{BB962C8B-B14F-4D97-AF65-F5344CB8AC3E}">
        <p14:creationId xmlns:p14="http://schemas.microsoft.com/office/powerpoint/2010/main" val="3540052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３</a:t>
            </a:r>
            <a:r>
              <a:rPr kumimoji="1" lang="ja-JP" altLang="en-US">
                <a:latin typeface="Meiryo UI" panose="020B0604030504040204" pitchFamily="50" charset="-128"/>
                <a:ea typeface="Meiryo UI" panose="020B0604030504040204" pitchFamily="50" charset="-128"/>
              </a:rPr>
              <a:t>．要件定義のゴール</a:t>
            </a: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pPr/>
              <a:t>9</a:t>
            </a:fld>
            <a:endParaRPr kumimoji="1" lang="ja-JP" altLang="en-US"/>
          </a:p>
        </p:txBody>
      </p:sp>
      <p:pic>
        <p:nvPicPr>
          <p:cNvPr id="4" name="図 3">
            <a:extLst>
              <a:ext uri="{FF2B5EF4-FFF2-40B4-BE49-F238E27FC236}">
                <a16:creationId xmlns:a16="http://schemas.microsoft.com/office/drawing/2014/main" id="{7E8A8C2C-4FC1-40ED-982B-DC329C8BC04E}"/>
              </a:ext>
            </a:extLst>
          </p:cNvPr>
          <p:cNvPicPr>
            <a:picLocks noChangeAspect="1"/>
          </p:cNvPicPr>
          <p:nvPr/>
        </p:nvPicPr>
        <p:blipFill>
          <a:blip r:embed="rId2"/>
          <a:stretch>
            <a:fillRect/>
          </a:stretch>
        </p:blipFill>
        <p:spPr>
          <a:xfrm>
            <a:off x="420636" y="2173218"/>
            <a:ext cx="7513689" cy="4257634"/>
          </a:xfrm>
          <a:prstGeom prst="rect">
            <a:avLst/>
          </a:prstGeom>
          <a:ln>
            <a:solidFill>
              <a:sysClr val="windowText" lastClr="000000"/>
            </a:solidFill>
          </a:ln>
        </p:spPr>
      </p:pic>
      <p:sp>
        <p:nvSpPr>
          <p:cNvPr id="5" name="正方形/長方形 4">
            <a:extLst>
              <a:ext uri="{FF2B5EF4-FFF2-40B4-BE49-F238E27FC236}">
                <a16:creationId xmlns:a16="http://schemas.microsoft.com/office/drawing/2014/main" id="{215582EA-1ACC-6F7A-1771-C6CA166847DB}"/>
              </a:ext>
            </a:extLst>
          </p:cNvPr>
          <p:cNvSpPr/>
          <p:nvPr/>
        </p:nvSpPr>
        <p:spPr>
          <a:xfrm>
            <a:off x="420636" y="825894"/>
            <a:ext cx="8302727" cy="11735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ja-JP" altLang="en-US">
                <a:solidFill>
                  <a:sysClr val="windowText" lastClr="000000"/>
                </a:solidFill>
                <a:latin typeface="Meiryo UI" panose="020B0604030504040204" pitchFamily="50" charset="-128"/>
                <a:ea typeface="Meiryo UI" panose="020B0604030504040204" pitchFamily="50" charset="-128"/>
              </a:rPr>
              <a:t>① </a:t>
            </a:r>
            <a:r>
              <a:rPr lang="en-US" altLang="ja-JP">
                <a:solidFill>
                  <a:sysClr val="windowText" lastClr="000000"/>
                </a:solidFill>
                <a:latin typeface="Meiryo UI" panose="020B0604030504040204" pitchFamily="50" charset="-128"/>
                <a:ea typeface="Meiryo UI" panose="020B0604030504040204" pitchFamily="50" charset="-128"/>
              </a:rPr>
              <a:t>P.8</a:t>
            </a:r>
            <a:r>
              <a:rPr lang="ja-JP" altLang="en-US">
                <a:solidFill>
                  <a:sysClr val="windowText" lastClr="000000"/>
                </a:solidFill>
                <a:latin typeface="Meiryo UI" panose="020B0604030504040204" pitchFamily="50" charset="-128"/>
                <a:ea typeface="Meiryo UI" panose="020B0604030504040204" pitchFamily="50" charset="-128"/>
              </a:rPr>
              <a:t>スライドの</a:t>
            </a:r>
            <a:r>
              <a:rPr lang="en-US" altLang="ja-JP">
                <a:solidFill>
                  <a:sysClr val="windowText" lastClr="000000"/>
                </a:solidFill>
                <a:latin typeface="Meiryo UI" panose="020B0604030504040204" pitchFamily="50" charset="-128"/>
                <a:ea typeface="Meiryo UI" panose="020B0604030504040204" pitchFamily="50" charset="-128"/>
              </a:rPr>
              <a:t>1</a:t>
            </a:r>
            <a:r>
              <a:rPr lang="ja-JP" altLang="en-US">
                <a:solidFill>
                  <a:sysClr val="windowText" lastClr="000000"/>
                </a:solidFill>
                <a:latin typeface="Meiryo UI" panose="020B0604030504040204" pitchFamily="50" charset="-128"/>
                <a:ea typeface="Meiryo UI" panose="020B0604030504040204" pitchFamily="50" charset="-128"/>
              </a:rPr>
              <a:t>～</a:t>
            </a:r>
            <a:r>
              <a:rPr lang="en-US" altLang="ja-JP">
                <a:solidFill>
                  <a:sysClr val="windowText" lastClr="000000"/>
                </a:solidFill>
                <a:latin typeface="Meiryo UI" panose="020B0604030504040204" pitchFamily="50" charset="-128"/>
                <a:ea typeface="Meiryo UI" panose="020B0604030504040204" pitchFamily="50" charset="-128"/>
              </a:rPr>
              <a:t>4</a:t>
            </a:r>
            <a:r>
              <a:rPr lang="ja-JP" altLang="en-US">
                <a:solidFill>
                  <a:sysClr val="windowText" lastClr="000000"/>
                </a:solidFill>
                <a:latin typeface="Meiryo UI" panose="020B0604030504040204" pitchFamily="50" charset="-128"/>
                <a:ea typeface="Meiryo UI" panose="020B0604030504040204" pitchFamily="50" charset="-128"/>
              </a:rPr>
              <a:t>の開発範囲・開発スケジュールの確定</a:t>
            </a:r>
          </a:p>
          <a:p>
            <a:r>
              <a:rPr lang="ja-JP" altLang="en-US">
                <a:solidFill>
                  <a:sysClr val="windowText" lastClr="000000"/>
                </a:solidFill>
                <a:latin typeface="Meiryo UI" panose="020B0604030504040204" pitchFamily="50" charset="-128"/>
                <a:ea typeface="Meiryo UI" panose="020B0604030504040204" pitchFamily="50" charset="-128"/>
              </a:rPr>
              <a:t>② </a:t>
            </a:r>
            <a:r>
              <a:rPr lang="en-US" altLang="ja-JP">
                <a:solidFill>
                  <a:sysClr val="windowText" lastClr="000000"/>
                </a:solidFill>
                <a:latin typeface="Meiryo UI" panose="020B0604030504040204" pitchFamily="50" charset="-128"/>
                <a:ea typeface="Meiryo UI" panose="020B0604030504040204" pitchFamily="50" charset="-128"/>
              </a:rPr>
              <a:t>P.8</a:t>
            </a:r>
            <a:r>
              <a:rPr lang="ja-JP" altLang="en-US">
                <a:solidFill>
                  <a:sysClr val="windowText" lastClr="000000"/>
                </a:solidFill>
                <a:latin typeface="Meiryo UI" panose="020B0604030504040204" pitchFamily="50" charset="-128"/>
                <a:ea typeface="Meiryo UI" panose="020B0604030504040204" pitchFamily="50" charset="-128"/>
              </a:rPr>
              <a:t>スライドの</a:t>
            </a:r>
            <a:r>
              <a:rPr lang="en-US" altLang="ja-JP">
                <a:solidFill>
                  <a:sysClr val="windowText" lastClr="000000"/>
                </a:solidFill>
                <a:latin typeface="Meiryo UI" panose="020B0604030504040204" pitchFamily="50" charset="-128"/>
                <a:ea typeface="Meiryo UI" panose="020B0604030504040204" pitchFamily="50" charset="-128"/>
              </a:rPr>
              <a:t>1</a:t>
            </a:r>
            <a:r>
              <a:rPr lang="ja-JP" altLang="en-US">
                <a:solidFill>
                  <a:sysClr val="windowText" lastClr="000000"/>
                </a:solidFill>
                <a:latin typeface="Meiryo UI" panose="020B0604030504040204" pitchFamily="50" charset="-128"/>
                <a:ea typeface="Meiryo UI" panose="020B0604030504040204" pitchFamily="50" charset="-128"/>
              </a:rPr>
              <a:t>～</a:t>
            </a:r>
            <a:r>
              <a:rPr lang="en-US" altLang="ja-JP">
                <a:solidFill>
                  <a:sysClr val="windowText" lastClr="000000"/>
                </a:solidFill>
                <a:latin typeface="Meiryo UI" panose="020B0604030504040204" pitchFamily="50" charset="-128"/>
                <a:ea typeface="Meiryo UI" panose="020B0604030504040204" pitchFamily="50" charset="-128"/>
              </a:rPr>
              <a:t>4</a:t>
            </a:r>
            <a:r>
              <a:rPr lang="ja-JP" altLang="en-US">
                <a:solidFill>
                  <a:sysClr val="windowText" lastClr="000000"/>
                </a:solidFill>
                <a:latin typeface="Meiryo UI" panose="020B0604030504040204" pitchFamily="50" charset="-128"/>
                <a:ea typeface="Meiryo UI" panose="020B0604030504040204" pitchFamily="50" charset="-128"/>
              </a:rPr>
              <a:t>の正式見積の提示</a:t>
            </a:r>
          </a:p>
          <a:p>
            <a:r>
              <a:rPr lang="ja-JP" altLang="en-US" strike="sngStrike">
                <a:solidFill>
                  <a:srgbClr val="FF0000"/>
                </a:solidFill>
                <a:latin typeface="Meiryo UI" panose="020B0604030504040204" pitchFamily="50" charset="-128"/>
                <a:ea typeface="Meiryo UI" panose="020B0604030504040204" pitchFamily="50" charset="-128"/>
              </a:rPr>
              <a:t>③ </a:t>
            </a:r>
            <a:r>
              <a:rPr lang="en-US" altLang="ja-JP" strike="sngStrike">
                <a:solidFill>
                  <a:srgbClr val="FF0000"/>
                </a:solidFill>
                <a:latin typeface="Meiryo UI" panose="020B0604030504040204" pitchFamily="50" charset="-128"/>
                <a:ea typeface="Meiryo UI" panose="020B0604030504040204" pitchFamily="50" charset="-128"/>
              </a:rPr>
              <a:t>P.8</a:t>
            </a:r>
            <a:r>
              <a:rPr lang="ja-JP" altLang="en-US" strike="sngStrike">
                <a:solidFill>
                  <a:srgbClr val="FF0000"/>
                </a:solidFill>
                <a:latin typeface="Meiryo UI" panose="020B0604030504040204" pitchFamily="50" charset="-128"/>
                <a:ea typeface="Meiryo UI" panose="020B0604030504040204" pitchFamily="50" charset="-128"/>
              </a:rPr>
              <a:t>スライドの</a:t>
            </a:r>
            <a:r>
              <a:rPr lang="en-US" altLang="ja-JP" strike="sngStrike">
                <a:solidFill>
                  <a:srgbClr val="FF0000"/>
                </a:solidFill>
                <a:latin typeface="Meiryo UI" panose="020B0604030504040204" pitchFamily="50" charset="-128"/>
                <a:ea typeface="Meiryo UI" panose="020B0604030504040204" pitchFamily="50" charset="-128"/>
              </a:rPr>
              <a:t>1</a:t>
            </a:r>
            <a:r>
              <a:rPr lang="ja-JP" altLang="en-US" strike="sngStrike">
                <a:solidFill>
                  <a:srgbClr val="FF0000"/>
                </a:solidFill>
                <a:latin typeface="Meiryo UI" panose="020B0604030504040204" pitchFamily="50" charset="-128"/>
                <a:ea typeface="Meiryo UI" panose="020B0604030504040204" pitchFamily="50" charset="-128"/>
              </a:rPr>
              <a:t>～</a:t>
            </a:r>
            <a:r>
              <a:rPr lang="en-US" altLang="ja-JP" strike="sngStrike">
                <a:solidFill>
                  <a:srgbClr val="FF0000"/>
                </a:solidFill>
                <a:latin typeface="Meiryo UI" panose="020B0604030504040204" pitchFamily="50" charset="-128"/>
                <a:ea typeface="Meiryo UI" panose="020B0604030504040204" pitchFamily="50" charset="-128"/>
              </a:rPr>
              <a:t>4</a:t>
            </a:r>
            <a:r>
              <a:rPr lang="ja-JP" altLang="en-US" strike="sngStrike">
                <a:solidFill>
                  <a:srgbClr val="FF0000"/>
                </a:solidFill>
                <a:latin typeface="Meiryo UI" panose="020B0604030504040204" pitchFamily="50" charset="-128"/>
                <a:ea typeface="Meiryo UI" panose="020B0604030504040204" pitchFamily="50" charset="-128"/>
              </a:rPr>
              <a:t>の中で</a:t>
            </a:r>
            <a:r>
              <a:rPr lang="en-US" altLang="ja-JP" strike="sngStrike">
                <a:solidFill>
                  <a:srgbClr val="FF0000"/>
                </a:solidFill>
                <a:latin typeface="Meiryo UI" panose="020B0604030504040204" pitchFamily="50" charset="-128"/>
                <a:ea typeface="Meiryo UI" panose="020B0604030504040204" pitchFamily="50" charset="-128"/>
              </a:rPr>
              <a:t>"24G1D074"</a:t>
            </a:r>
            <a:r>
              <a:rPr lang="ja-JP" altLang="en-US" strike="sngStrike">
                <a:solidFill>
                  <a:srgbClr val="FF0000"/>
                </a:solidFill>
                <a:latin typeface="Meiryo UI" panose="020B0604030504040204" pitchFamily="50" charset="-128"/>
                <a:ea typeface="Meiryo UI" panose="020B0604030504040204" pitchFamily="50" charset="-128"/>
              </a:rPr>
              <a:t>の内容については未確定な部分があるため</a:t>
            </a:r>
          </a:p>
          <a:p>
            <a:r>
              <a:rPr lang="ja-JP" altLang="en-US" strike="sngStrike">
                <a:solidFill>
                  <a:srgbClr val="FF0000"/>
                </a:solidFill>
                <a:latin typeface="Meiryo UI" panose="020B0604030504040204" pitchFamily="50" charset="-128"/>
                <a:ea typeface="Meiryo UI" panose="020B0604030504040204" pitchFamily="50" charset="-128"/>
              </a:rPr>
              <a:t>　　概要部分のみヒアリングし</a:t>
            </a:r>
            <a:r>
              <a:rPr lang="en-US" altLang="ja-JP" strike="sngStrike">
                <a:solidFill>
                  <a:srgbClr val="FF0000"/>
                </a:solidFill>
                <a:latin typeface="Meiryo UI" panose="020B0604030504040204" pitchFamily="50" charset="-128"/>
                <a:ea typeface="Meiryo UI" panose="020B0604030504040204" pitchFamily="50" charset="-128"/>
              </a:rPr>
              <a:t>2025</a:t>
            </a:r>
            <a:r>
              <a:rPr lang="ja-JP" altLang="en-US" strike="sngStrike">
                <a:solidFill>
                  <a:srgbClr val="FF0000"/>
                </a:solidFill>
                <a:latin typeface="Meiryo UI" panose="020B0604030504040204" pitchFamily="50" charset="-128"/>
                <a:ea typeface="Meiryo UI" panose="020B0604030504040204" pitchFamily="50" charset="-128"/>
              </a:rPr>
              <a:t>年度に別案件として詳細の要件確認</a:t>
            </a:r>
          </a:p>
        </p:txBody>
      </p:sp>
      <p:sp>
        <p:nvSpPr>
          <p:cNvPr id="6" name="正方形/長方形 5">
            <a:extLst>
              <a:ext uri="{FF2B5EF4-FFF2-40B4-BE49-F238E27FC236}">
                <a16:creationId xmlns:a16="http://schemas.microsoft.com/office/drawing/2014/main" id="{AB30E424-9EBB-74A1-15AA-70D03CC42F8E}"/>
              </a:ext>
            </a:extLst>
          </p:cNvPr>
          <p:cNvSpPr/>
          <p:nvPr/>
        </p:nvSpPr>
        <p:spPr>
          <a:xfrm>
            <a:off x="5685657" y="2173218"/>
            <a:ext cx="2248668" cy="33159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en-US" altLang="ja-JP"/>
              <a:t>DI</a:t>
            </a:r>
            <a:r>
              <a:rPr kumimoji="1" lang="ja-JP" altLang="en-US"/>
              <a:t>部様の資料転用</a:t>
            </a:r>
          </a:p>
        </p:txBody>
      </p:sp>
      <p:sp>
        <p:nvSpPr>
          <p:cNvPr id="7" name="正方形/長方形 6">
            <a:extLst>
              <a:ext uri="{FF2B5EF4-FFF2-40B4-BE49-F238E27FC236}">
                <a16:creationId xmlns:a16="http://schemas.microsoft.com/office/drawing/2014/main" id="{6D8C6C71-DD7E-C307-DEF5-C83A70B60254}"/>
              </a:ext>
            </a:extLst>
          </p:cNvPr>
          <p:cNvSpPr/>
          <p:nvPr/>
        </p:nvSpPr>
        <p:spPr>
          <a:xfrm>
            <a:off x="560790" y="3257132"/>
            <a:ext cx="5949896" cy="343886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kumimoji="1" lang="ja-JP" altLang="en-US" sz="1000">
                <a:latin typeface="Meiryo UI" panose="020B0604030504040204" pitchFamily="50" charset="-128"/>
                <a:ea typeface="Meiryo UI" panose="020B0604030504040204" pitchFamily="50" charset="-128"/>
              </a:rPr>
              <a:t>以下③の部分の表記削除希望</a:t>
            </a:r>
          </a:p>
          <a:p>
            <a:r>
              <a:rPr kumimoji="1" lang="en-US" altLang="ja-JP" sz="1000">
                <a:latin typeface="Meiryo UI" panose="020B0604030504040204" pitchFamily="50" charset="-128"/>
                <a:ea typeface="Meiryo UI" panose="020B0604030504040204" pitchFamily="50" charset="-128"/>
              </a:rPr>
              <a:t>2</a:t>
            </a:r>
            <a:r>
              <a:rPr kumimoji="1" lang="ja-JP" altLang="en-US" sz="1000">
                <a:latin typeface="Meiryo UI" panose="020B0604030504040204" pitchFamily="50" charset="-128"/>
                <a:ea typeface="Meiryo UI" panose="020B0604030504040204" pitchFamily="50" charset="-128"/>
              </a:rPr>
              <a:t>回目の打ち合わせで会話させていただいた部分、この</a:t>
            </a:r>
            <a:r>
              <a:rPr kumimoji="1" lang="en-US" altLang="ja-JP" sz="1000">
                <a:latin typeface="Meiryo UI" panose="020B0604030504040204" pitchFamily="50" charset="-128"/>
                <a:ea typeface="Meiryo UI" panose="020B0604030504040204" pitchFamily="50" charset="-128"/>
              </a:rPr>
              <a:t>3</a:t>
            </a:r>
            <a:r>
              <a:rPr kumimoji="1" lang="ja-JP" altLang="en-US" sz="1000">
                <a:latin typeface="Meiryo UI" panose="020B0604030504040204" pitchFamily="50" charset="-128"/>
                <a:ea typeface="Meiryo UI" panose="020B0604030504040204" pitchFamily="50" charset="-128"/>
              </a:rPr>
              <a:t>か月間の要件定義にて、弊社として一番メインで見積もりを提示してほしい項目が、「</a:t>
            </a:r>
            <a:r>
              <a:rPr kumimoji="1" lang="en-US" altLang="ja-JP" sz="1000">
                <a:latin typeface="Meiryo UI" panose="020B0604030504040204" pitchFamily="50" charset="-128"/>
                <a:ea typeface="Meiryo UI" panose="020B0604030504040204" pitchFamily="50" charset="-128"/>
              </a:rPr>
              <a:t>24G1D074</a:t>
            </a:r>
            <a:r>
              <a:rPr kumimoji="1" lang="ja-JP" altLang="en-US" sz="1000">
                <a:latin typeface="Meiryo UI" panose="020B0604030504040204" pitchFamily="50" charset="-128"/>
                <a:ea typeface="Meiryo UI" panose="020B0604030504040204" pitchFamily="50" charset="-128"/>
              </a:rPr>
              <a:t>」に該当する項目です（理由：主目的に該当する部分はこの</a:t>
            </a:r>
            <a:r>
              <a:rPr kumimoji="1" lang="en-US" altLang="ja-JP" sz="1000">
                <a:latin typeface="Meiryo UI" panose="020B0604030504040204" pitchFamily="50" charset="-128"/>
                <a:ea typeface="Meiryo UI" panose="020B0604030504040204" pitchFamily="50" charset="-128"/>
              </a:rPr>
              <a:t>74</a:t>
            </a:r>
            <a:r>
              <a:rPr kumimoji="1" lang="ja-JP" altLang="en-US" sz="1000">
                <a:latin typeface="Meiryo UI" panose="020B0604030504040204" pitchFamily="50" charset="-128"/>
                <a:ea typeface="Meiryo UI" panose="020B0604030504040204" pitchFamily="50" charset="-128"/>
              </a:rPr>
              <a:t>の項目のため　</a:t>
            </a:r>
            <a:r>
              <a:rPr kumimoji="1" lang="en-US" altLang="ja-JP" sz="1000">
                <a:latin typeface="Meiryo UI" panose="020B0604030504040204" pitchFamily="50" charset="-128"/>
                <a:ea typeface="Meiryo UI" panose="020B0604030504040204" pitchFamily="50" charset="-128"/>
              </a:rPr>
              <a:t>※</a:t>
            </a:r>
            <a:r>
              <a:rPr kumimoji="1" lang="ja-JP" altLang="en-US" sz="1000">
                <a:latin typeface="Meiryo UI" panose="020B0604030504040204" pitchFamily="50" charset="-128"/>
                <a:ea typeface="Meiryo UI" panose="020B0604030504040204" pitchFamily="50" charset="-128"/>
              </a:rPr>
              <a:t>検索・表示・計算・申請承認だと計算するの後半）。</a:t>
            </a:r>
          </a:p>
          <a:p>
            <a:r>
              <a:rPr kumimoji="1" lang="ja-JP" altLang="en-US" sz="1000">
                <a:latin typeface="Meiryo UI" panose="020B0604030504040204" pitchFamily="50" charset="-128"/>
                <a:ea typeface="Meiryo UI" panose="020B0604030504040204" pitchFamily="50" charset="-128"/>
              </a:rPr>
              <a:t>次頁</a:t>
            </a:r>
            <a:r>
              <a:rPr kumimoji="1" lang="en-US" altLang="ja-JP" sz="1000">
                <a:latin typeface="Meiryo UI" panose="020B0604030504040204" pitchFamily="50" charset="-128"/>
                <a:ea typeface="Meiryo UI" panose="020B0604030504040204" pitchFamily="50" charset="-128"/>
              </a:rPr>
              <a:t>p.8</a:t>
            </a:r>
            <a:r>
              <a:rPr kumimoji="1" lang="ja-JP" altLang="en-US" sz="1000">
                <a:latin typeface="Meiryo UI" panose="020B0604030504040204" pitchFamily="50" charset="-128"/>
                <a:ea typeface="Meiryo UI" panose="020B0604030504040204" pitchFamily="50" charset="-128"/>
              </a:rPr>
              <a:t>のスケジュールを見ると、この</a:t>
            </a:r>
            <a:r>
              <a:rPr kumimoji="1" lang="en-US" altLang="ja-JP" sz="1000">
                <a:latin typeface="Meiryo UI" panose="020B0604030504040204" pitchFamily="50" charset="-128"/>
                <a:ea typeface="Meiryo UI" panose="020B0604030504040204" pitchFamily="50" charset="-128"/>
              </a:rPr>
              <a:t>74</a:t>
            </a:r>
            <a:r>
              <a:rPr kumimoji="1" lang="ja-JP" altLang="en-US" sz="1000">
                <a:latin typeface="Meiryo UI" panose="020B0604030504040204" pitchFamily="50" charset="-128"/>
                <a:ea typeface="Meiryo UI" panose="020B0604030504040204" pitchFamily="50" charset="-128"/>
              </a:rPr>
              <a:t>の項目も含め、要件定義・概算見積→正式見積もりを出してもらう流れになると思いますので、①②で網羅されており、③の文言は不要かと思います。</a:t>
            </a:r>
          </a:p>
          <a:p>
            <a:r>
              <a:rPr kumimoji="1" lang="ja-JP" altLang="en-US" sz="1000">
                <a:latin typeface="Meiryo UI" panose="020B0604030504040204" pitchFamily="50" charset="-128"/>
                <a:ea typeface="Meiryo UI" panose="020B0604030504040204" pitchFamily="50" charset="-128"/>
              </a:rPr>
              <a:t>この点、現在の弊社側の認識と貴社で理解してもらっている内容の間にずれが発生しているようにも感じています。相談当初や過去資料には明記していなかったため、先々週の契約前</a:t>
            </a:r>
            <a:r>
              <a:rPr kumimoji="1" lang="en-US" altLang="ja-JP" sz="1000">
                <a:latin typeface="Meiryo UI" panose="020B0604030504040204" pitchFamily="50" charset="-128"/>
                <a:ea typeface="Meiryo UI" panose="020B0604030504040204" pitchFamily="50" charset="-128"/>
              </a:rPr>
              <a:t>2</a:t>
            </a:r>
            <a:r>
              <a:rPr kumimoji="1" lang="ja-JP" altLang="en-US" sz="1000">
                <a:latin typeface="Meiryo UI" panose="020B0604030504040204" pitchFamily="50" charset="-128"/>
                <a:ea typeface="Meiryo UI" panose="020B0604030504040204" pitchFamily="50" charset="-128"/>
              </a:rPr>
              <a:t>回の打ち合わせで伝わりきらなかったようでしたら申し訳ないですが、</a:t>
            </a:r>
          </a:p>
          <a:p>
            <a:r>
              <a:rPr kumimoji="1" lang="ja-JP" altLang="en-US" sz="1000">
                <a:latin typeface="Meiryo UI" panose="020B0604030504040204" pitchFamily="50" charset="-128"/>
                <a:ea typeface="Meiryo UI" panose="020B0604030504040204" pitchFamily="50" charset="-128"/>
              </a:rPr>
              <a:t>現時点での当システムの開発主目的はこの</a:t>
            </a:r>
            <a:r>
              <a:rPr kumimoji="1" lang="en-US" altLang="ja-JP" sz="1000">
                <a:latin typeface="Meiryo UI" panose="020B0604030504040204" pitchFamily="50" charset="-128"/>
                <a:ea typeface="Meiryo UI" panose="020B0604030504040204" pitchFamily="50" charset="-128"/>
              </a:rPr>
              <a:t>74</a:t>
            </a:r>
            <a:r>
              <a:rPr kumimoji="1" lang="ja-JP" altLang="en-US" sz="1000">
                <a:latin typeface="Meiryo UI" panose="020B0604030504040204" pitchFamily="50" charset="-128"/>
                <a:ea typeface="Meiryo UI" panose="020B0604030504040204" pitchFamily="50" charset="-128"/>
              </a:rPr>
              <a:t>に相当する項目に置いていますので、この点ご認識いただきたくお願いします。</a:t>
            </a:r>
          </a:p>
          <a:p>
            <a:r>
              <a:rPr kumimoji="1" lang="ja-JP" altLang="en-US" sz="1000">
                <a:latin typeface="Meiryo UI" panose="020B0604030504040204" pitchFamily="50" charset="-128"/>
                <a:ea typeface="Meiryo UI" panose="020B0604030504040204" pitchFamily="50" charset="-128"/>
              </a:rPr>
              <a:t> </a:t>
            </a:r>
            <a:endParaRPr kumimoji="1" lang="en-US" altLang="ja-JP" sz="1000">
              <a:latin typeface="Meiryo UI" panose="020B0604030504040204" pitchFamily="50" charset="-128"/>
              <a:ea typeface="Meiryo UI" panose="020B0604030504040204" pitchFamily="50" charset="-128"/>
            </a:endParaRPr>
          </a:p>
          <a:p>
            <a:r>
              <a:rPr kumimoji="1" lang="ja-JP" altLang="en-US" sz="1000">
                <a:latin typeface="Meiryo UI" panose="020B0604030504040204" pitchFamily="50" charset="-128"/>
                <a:ea typeface="Meiryo UI" panose="020B0604030504040204" pitchFamily="50" charset="-128"/>
              </a:rPr>
              <a:t>→ 上記について記載方法があいまいになっており申し訳ございません。</a:t>
            </a:r>
            <a:endParaRPr kumimoji="1" lang="en-US" altLang="ja-JP" sz="1000">
              <a:latin typeface="Meiryo UI" panose="020B0604030504040204" pitchFamily="50" charset="-128"/>
              <a:ea typeface="Meiryo UI" panose="020B0604030504040204" pitchFamily="50" charset="-128"/>
            </a:endParaRPr>
          </a:p>
          <a:p>
            <a:r>
              <a:rPr kumimoji="1" lang="ja-JP" altLang="en-US" sz="1000">
                <a:latin typeface="Meiryo UI" panose="020B0604030504040204" pitchFamily="50" charset="-128"/>
                <a:ea typeface="Meiryo UI" panose="020B0604030504040204" pitchFamily="50" charset="-128"/>
              </a:rPr>
              <a:t>　　「</a:t>
            </a:r>
            <a:r>
              <a:rPr kumimoji="1" lang="en-US" altLang="ja-JP" sz="1000">
                <a:latin typeface="Meiryo UI" panose="020B0604030504040204" pitchFamily="50" charset="-128"/>
                <a:ea typeface="Meiryo UI" panose="020B0604030504040204" pitchFamily="50" charset="-128"/>
              </a:rPr>
              <a:t>24G1D074</a:t>
            </a:r>
            <a:r>
              <a:rPr kumimoji="1" lang="ja-JP" altLang="en-US" sz="1000">
                <a:latin typeface="Meiryo UI" panose="020B0604030504040204" pitchFamily="50" charset="-128"/>
                <a:ea typeface="Meiryo UI" panose="020B0604030504040204" pitchFamily="50" charset="-128"/>
              </a:rPr>
              <a:t>」が要件定義の中に含まれている点については弊社も把握できております。</a:t>
            </a:r>
            <a:endParaRPr kumimoji="1" lang="en-US" altLang="ja-JP" sz="1000">
              <a:latin typeface="Meiryo UI" panose="020B0604030504040204" pitchFamily="50" charset="-128"/>
              <a:ea typeface="Meiryo UI" panose="020B0604030504040204" pitchFamily="50" charset="-128"/>
            </a:endParaRPr>
          </a:p>
          <a:p>
            <a:r>
              <a:rPr kumimoji="1" lang="ja-JP" altLang="en-US" sz="1000">
                <a:latin typeface="Meiryo UI" panose="020B0604030504040204" pitchFamily="50" charset="-128"/>
                <a:ea typeface="Meiryo UI" panose="020B0604030504040204" pitchFamily="50" charset="-128"/>
              </a:rPr>
              <a:t>　　ただし現時点で未確定な部分があると伺っておりましたのでその部分については</a:t>
            </a:r>
            <a:endParaRPr kumimoji="1" lang="en-US" altLang="ja-JP" sz="1000">
              <a:latin typeface="Meiryo UI" panose="020B0604030504040204" pitchFamily="50" charset="-128"/>
              <a:ea typeface="Meiryo UI" panose="020B0604030504040204" pitchFamily="50" charset="-128"/>
            </a:endParaRPr>
          </a:p>
          <a:p>
            <a:r>
              <a:rPr kumimoji="1" lang="ja-JP" altLang="en-US" sz="1000">
                <a:latin typeface="Meiryo UI" panose="020B0604030504040204" pitchFamily="50" charset="-128"/>
                <a:ea typeface="Meiryo UI" panose="020B0604030504040204" pitchFamily="50" charset="-128"/>
              </a:rPr>
              <a:t>　　概要のみを聞かせていただき、要件定義の業務フローなどにも聞いた範囲で記載いたします。</a:t>
            </a:r>
            <a:endParaRPr kumimoji="1" lang="en-US" altLang="ja-JP" sz="1000">
              <a:latin typeface="Meiryo UI" panose="020B0604030504040204" pitchFamily="50" charset="-128"/>
              <a:ea typeface="Meiryo UI" panose="020B0604030504040204" pitchFamily="50" charset="-128"/>
            </a:endParaRPr>
          </a:p>
          <a:p>
            <a:r>
              <a:rPr kumimoji="1" lang="ja-JP" altLang="en-US" sz="1000">
                <a:latin typeface="Meiryo UI" panose="020B0604030504040204" pitchFamily="50" charset="-128"/>
                <a:ea typeface="Meiryo UI" panose="020B0604030504040204" pitchFamily="50" charset="-128"/>
              </a:rPr>
              <a:t>　　正式見積については概要部分のみとなってしまうので対象外とさせていただき、</a:t>
            </a:r>
            <a:endParaRPr kumimoji="1" lang="en-US" altLang="ja-JP" sz="1000">
              <a:latin typeface="Meiryo UI" panose="020B0604030504040204" pitchFamily="50" charset="-128"/>
              <a:ea typeface="Meiryo UI" panose="020B0604030504040204" pitchFamily="50" charset="-128"/>
            </a:endParaRPr>
          </a:p>
          <a:p>
            <a:r>
              <a:rPr kumimoji="1" lang="ja-JP" altLang="en-US" sz="1000">
                <a:latin typeface="Meiryo UI" panose="020B0604030504040204" pitchFamily="50" charset="-128"/>
                <a:ea typeface="Meiryo UI" panose="020B0604030504040204" pitchFamily="50" charset="-128"/>
              </a:rPr>
              <a:t>　　</a:t>
            </a:r>
            <a:r>
              <a:rPr kumimoji="1" lang="en-US" altLang="ja-JP" sz="1000">
                <a:latin typeface="Meiryo UI" panose="020B0604030504040204" pitchFamily="50" charset="-128"/>
                <a:ea typeface="Meiryo UI" panose="020B0604030504040204" pitchFamily="50" charset="-128"/>
              </a:rPr>
              <a:t>2025</a:t>
            </a:r>
            <a:r>
              <a:rPr kumimoji="1" lang="ja-JP" altLang="en-US" sz="1000">
                <a:latin typeface="Meiryo UI" panose="020B0604030504040204" pitchFamily="50" charset="-128"/>
                <a:ea typeface="Meiryo UI" panose="020B0604030504040204" pitchFamily="50" charset="-128"/>
              </a:rPr>
              <a:t>年度に詳細要件の確認完了後に正式御見積とさせてください。</a:t>
            </a:r>
          </a:p>
          <a:p>
            <a:r>
              <a:rPr kumimoji="1" lang="ja-JP" altLang="en-US" sz="1000">
                <a:latin typeface="Meiryo UI" panose="020B0604030504040204" pitchFamily="50" charset="-128"/>
                <a:ea typeface="Meiryo UI" panose="020B0604030504040204" pitchFamily="50" charset="-128"/>
              </a:rPr>
              <a:t>  　</a:t>
            </a:r>
            <a:r>
              <a:rPr kumimoji="1" lang="en-US" altLang="ja-JP" sz="1000">
                <a:latin typeface="Meiryo UI" panose="020B0604030504040204" pitchFamily="50" charset="-128"/>
                <a:ea typeface="Meiryo UI" panose="020B0604030504040204" pitchFamily="50" charset="-128"/>
              </a:rPr>
              <a:t>※</a:t>
            </a:r>
            <a:r>
              <a:rPr kumimoji="1" lang="ja-JP" altLang="en-US" sz="1000">
                <a:latin typeface="Meiryo UI" panose="020B0604030504040204" pitchFamily="50" charset="-128"/>
                <a:ea typeface="Meiryo UI" panose="020B0604030504040204" pitchFamily="50" charset="-128"/>
              </a:rPr>
              <a:t>概算であれば今回の要件定義のタイミングで提出可能です。 </a:t>
            </a:r>
            <a:endParaRPr kumimoji="1" lang="en-US" altLang="ja-JP" sz="1000">
              <a:latin typeface="Meiryo UI" panose="020B0604030504040204" pitchFamily="50" charset="-128"/>
              <a:ea typeface="Meiryo UI" panose="020B0604030504040204" pitchFamily="50" charset="-128"/>
            </a:endParaRPr>
          </a:p>
          <a:p>
            <a:r>
              <a:rPr kumimoji="1" lang="ja-JP" altLang="en-US" sz="1000" b="1">
                <a:solidFill>
                  <a:srgbClr val="FF0000"/>
                </a:solidFill>
                <a:latin typeface="Meiryo UI" panose="020B0604030504040204" pitchFamily="50" charset="-128"/>
                <a:ea typeface="Meiryo UI" panose="020B0604030504040204" pitchFamily="50" charset="-128"/>
              </a:rPr>
              <a:t>　　</a:t>
            </a:r>
            <a:r>
              <a:rPr kumimoji="1" lang="en-US" altLang="ja-JP" sz="1000" b="1">
                <a:solidFill>
                  <a:srgbClr val="FF0000"/>
                </a:solidFill>
                <a:latin typeface="Meiryo UI" panose="020B0604030504040204" pitchFamily="50" charset="-128"/>
                <a:ea typeface="Meiryo UI" panose="020B0604030504040204" pitchFamily="50" charset="-128"/>
              </a:rPr>
              <a:t> 24G1D074</a:t>
            </a:r>
            <a:r>
              <a:rPr kumimoji="1" lang="ja-JP" altLang="en-US" sz="1000" b="1">
                <a:solidFill>
                  <a:srgbClr val="FF0000"/>
                </a:solidFill>
                <a:latin typeface="Meiryo UI" panose="020B0604030504040204" pitchFamily="50" charset="-128"/>
                <a:ea typeface="Meiryo UI" panose="020B0604030504040204" pitchFamily="50" charset="-128"/>
              </a:rPr>
              <a:t>については</a:t>
            </a:r>
            <a:r>
              <a:rPr kumimoji="1" lang="en-US" altLang="ja-JP" sz="1000" b="1" err="1">
                <a:solidFill>
                  <a:srgbClr val="FF0000"/>
                </a:solidFill>
                <a:latin typeface="Meiryo UI" panose="020B0604030504040204" pitchFamily="50" charset="-128"/>
                <a:ea typeface="Meiryo UI" panose="020B0604030504040204" pitchFamily="50" charset="-128"/>
              </a:rPr>
              <a:t>PowerBI</a:t>
            </a:r>
            <a:r>
              <a:rPr kumimoji="1" lang="ja-JP" altLang="en-US" sz="1000" b="1">
                <a:solidFill>
                  <a:srgbClr val="FF0000"/>
                </a:solidFill>
                <a:latin typeface="Meiryo UI" panose="020B0604030504040204" pitchFamily="50" charset="-128"/>
                <a:ea typeface="Meiryo UI" panose="020B0604030504040204" pitchFamily="50" charset="-128"/>
              </a:rPr>
              <a:t>ではなく、システム内で表示する方針</a:t>
            </a:r>
            <a:endParaRPr kumimoji="1" lang="en-US" altLang="ja-JP" sz="1000" b="1">
              <a:solidFill>
                <a:srgbClr val="FF0000"/>
              </a:solidFill>
              <a:latin typeface="Meiryo UI" panose="020B0604030504040204" pitchFamily="50" charset="-128"/>
              <a:ea typeface="Meiryo UI" panose="020B0604030504040204" pitchFamily="50" charset="-128"/>
            </a:endParaRPr>
          </a:p>
          <a:p>
            <a:r>
              <a:rPr kumimoji="1" lang="ja-JP" altLang="en-US" sz="1000" b="1">
                <a:solidFill>
                  <a:srgbClr val="FF0000"/>
                </a:solidFill>
                <a:latin typeface="Meiryo UI" panose="020B0604030504040204" pitchFamily="50" charset="-128"/>
                <a:ea typeface="Meiryo UI" panose="020B0604030504040204" pitchFamily="50" charset="-128"/>
              </a:rPr>
              <a:t>　　</a:t>
            </a:r>
            <a:r>
              <a:rPr kumimoji="1" lang="en-US" altLang="ja-JP" sz="1000" b="1">
                <a:solidFill>
                  <a:srgbClr val="FF0000"/>
                </a:solidFill>
                <a:latin typeface="Meiryo UI" panose="020B0604030504040204" pitchFamily="50" charset="-128"/>
                <a:ea typeface="Meiryo UI" panose="020B0604030504040204" pitchFamily="50" charset="-128"/>
              </a:rPr>
              <a:t>SAP</a:t>
            </a:r>
            <a:r>
              <a:rPr kumimoji="1" lang="ja-JP" altLang="en-US" sz="1000" b="1">
                <a:solidFill>
                  <a:srgbClr val="FF0000"/>
                </a:solidFill>
                <a:latin typeface="Meiryo UI" panose="020B0604030504040204" pitchFamily="50" charset="-128"/>
                <a:ea typeface="Meiryo UI" panose="020B0604030504040204" pitchFamily="50" charset="-128"/>
              </a:rPr>
              <a:t>の名寄せ部分については他ベンダー調整が必要になるので課題となる可能性あり。</a:t>
            </a:r>
            <a:endParaRPr kumimoji="1" lang="en-US" altLang="ja-JP" sz="1000" b="1">
              <a:solidFill>
                <a:srgbClr val="FF0000"/>
              </a:solidFill>
              <a:latin typeface="Meiryo UI" panose="020B0604030504040204" pitchFamily="50" charset="-128"/>
              <a:ea typeface="Meiryo UI" panose="020B0604030504040204" pitchFamily="50" charset="-128"/>
            </a:endParaRPr>
          </a:p>
          <a:p>
            <a:r>
              <a:rPr kumimoji="1" lang="ja-JP" altLang="en-US" sz="1000" b="1">
                <a:solidFill>
                  <a:srgbClr val="FF0000"/>
                </a:solidFill>
                <a:latin typeface="Meiryo UI" panose="020B0604030504040204" pitchFamily="50" charset="-128"/>
                <a:ea typeface="Meiryo UI" panose="020B0604030504040204" pitchFamily="50" charset="-128"/>
              </a:rPr>
              <a:t>　　</a:t>
            </a:r>
            <a:r>
              <a:rPr kumimoji="1" lang="en-US" altLang="ja-JP" sz="1000" b="1">
                <a:solidFill>
                  <a:srgbClr val="FF0000"/>
                </a:solidFill>
                <a:latin typeface="Meiryo UI" panose="020B0604030504040204" pitchFamily="50" charset="-128"/>
                <a:ea typeface="Meiryo UI" panose="020B0604030504040204" pitchFamily="50" charset="-128"/>
              </a:rPr>
              <a:t>74</a:t>
            </a:r>
            <a:r>
              <a:rPr kumimoji="1" lang="ja-JP" altLang="en-US" sz="1000" b="1">
                <a:solidFill>
                  <a:srgbClr val="FF0000"/>
                </a:solidFill>
                <a:latin typeface="Meiryo UI" panose="020B0604030504040204" pitchFamily="50" charset="-128"/>
                <a:ea typeface="Meiryo UI" panose="020B0604030504040204" pitchFamily="50" charset="-128"/>
              </a:rPr>
              <a:t>については表示方法、他システム連携部分等で条件（前提）付きでの正式見積となる見込み。</a:t>
            </a:r>
            <a:endParaRPr kumimoji="1" lang="en-US" altLang="ja-JP" sz="1000" b="1">
              <a:solidFill>
                <a:srgbClr val="FF0000"/>
              </a:solidFill>
              <a:latin typeface="Meiryo UI" panose="020B0604030504040204" pitchFamily="50" charset="-128"/>
              <a:ea typeface="Meiryo UI" panose="020B0604030504040204" pitchFamily="50" charset="-128"/>
            </a:endParaRPr>
          </a:p>
          <a:p>
            <a:r>
              <a:rPr kumimoji="1" lang="ja-JP" altLang="en-US" sz="1000" b="1">
                <a:solidFill>
                  <a:srgbClr val="FF0000"/>
                </a:solidFill>
                <a:latin typeface="Meiryo UI" panose="020B0604030504040204" pitchFamily="50" charset="-128"/>
                <a:ea typeface="Meiryo UI" panose="020B0604030504040204" pitchFamily="50" charset="-128"/>
              </a:rPr>
              <a:t>　　後日要件が変更になる場合は再度要件定義、再見積とする。</a:t>
            </a:r>
          </a:p>
        </p:txBody>
      </p:sp>
    </p:spTree>
    <p:extLst>
      <p:ext uri="{BB962C8B-B14F-4D97-AF65-F5344CB8AC3E}">
        <p14:creationId xmlns:p14="http://schemas.microsoft.com/office/powerpoint/2010/main" val="3141178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コンテンツ プレースホルダー 5"/>
          <p:cNvGraphicFramePr>
            <a:graphicFrameLocks/>
          </p:cNvGraphicFramePr>
          <p:nvPr>
            <p:extLst>
              <p:ext uri="{D42A27DB-BD31-4B8C-83A1-F6EECF244321}">
                <p14:modId xmlns:p14="http://schemas.microsoft.com/office/powerpoint/2010/main" val="1511376880"/>
              </p:ext>
            </p:extLst>
          </p:nvPr>
        </p:nvGraphicFramePr>
        <p:xfrm>
          <a:off x="319620" y="992255"/>
          <a:ext cx="8500377" cy="5434674"/>
        </p:xfrm>
        <a:graphic>
          <a:graphicData uri="http://schemas.openxmlformats.org/drawingml/2006/table">
            <a:tbl>
              <a:tblPr firstRow="1" bandRow="1">
                <a:tableStyleId>{5C22544A-7EE6-4342-B048-85BDC9FD1C3A}</a:tableStyleId>
              </a:tblPr>
              <a:tblGrid>
                <a:gridCol w="377066">
                  <a:extLst>
                    <a:ext uri="{9D8B030D-6E8A-4147-A177-3AD203B41FA5}">
                      <a16:colId xmlns:a16="http://schemas.microsoft.com/office/drawing/2014/main" val="20000"/>
                    </a:ext>
                  </a:extLst>
                </a:gridCol>
                <a:gridCol w="1766595">
                  <a:extLst>
                    <a:ext uri="{9D8B030D-6E8A-4147-A177-3AD203B41FA5}">
                      <a16:colId xmlns:a16="http://schemas.microsoft.com/office/drawing/2014/main" val="3366360077"/>
                    </a:ext>
                  </a:extLst>
                </a:gridCol>
                <a:gridCol w="493334">
                  <a:extLst>
                    <a:ext uri="{9D8B030D-6E8A-4147-A177-3AD203B41FA5}">
                      <a16:colId xmlns:a16="http://schemas.microsoft.com/office/drawing/2014/main" val="20005"/>
                    </a:ext>
                  </a:extLst>
                </a:gridCol>
                <a:gridCol w="418813">
                  <a:extLst>
                    <a:ext uri="{9D8B030D-6E8A-4147-A177-3AD203B41FA5}">
                      <a16:colId xmlns:a16="http://schemas.microsoft.com/office/drawing/2014/main" val="20006"/>
                    </a:ext>
                  </a:extLst>
                </a:gridCol>
                <a:gridCol w="418813">
                  <a:extLst>
                    <a:ext uri="{9D8B030D-6E8A-4147-A177-3AD203B41FA5}">
                      <a16:colId xmlns:a16="http://schemas.microsoft.com/office/drawing/2014/main" val="1299980280"/>
                    </a:ext>
                  </a:extLst>
                </a:gridCol>
                <a:gridCol w="418813">
                  <a:extLst>
                    <a:ext uri="{9D8B030D-6E8A-4147-A177-3AD203B41FA5}">
                      <a16:colId xmlns:a16="http://schemas.microsoft.com/office/drawing/2014/main" val="20007"/>
                    </a:ext>
                  </a:extLst>
                </a:gridCol>
                <a:gridCol w="418813">
                  <a:extLst>
                    <a:ext uri="{9D8B030D-6E8A-4147-A177-3AD203B41FA5}">
                      <a16:colId xmlns:a16="http://schemas.microsoft.com/office/drawing/2014/main" val="20011"/>
                    </a:ext>
                  </a:extLst>
                </a:gridCol>
                <a:gridCol w="418813">
                  <a:extLst>
                    <a:ext uri="{9D8B030D-6E8A-4147-A177-3AD203B41FA5}">
                      <a16:colId xmlns:a16="http://schemas.microsoft.com/office/drawing/2014/main" val="3618036802"/>
                    </a:ext>
                  </a:extLst>
                </a:gridCol>
                <a:gridCol w="418813">
                  <a:extLst>
                    <a:ext uri="{9D8B030D-6E8A-4147-A177-3AD203B41FA5}">
                      <a16:colId xmlns:a16="http://schemas.microsoft.com/office/drawing/2014/main" val="20012"/>
                    </a:ext>
                  </a:extLst>
                </a:gridCol>
                <a:gridCol w="418813">
                  <a:extLst>
                    <a:ext uri="{9D8B030D-6E8A-4147-A177-3AD203B41FA5}">
                      <a16:colId xmlns:a16="http://schemas.microsoft.com/office/drawing/2014/main" val="20013"/>
                    </a:ext>
                  </a:extLst>
                </a:gridCol>
                <a:gridCol w="418813">
                  <a:extLst>
                    <a:ext uri="{9D8B030D-6E8A-4147-A177-3AD203B41FA5}">
                      <a16:colId xmlns:a16="http://schemas.microsoft.com/office/drawing/2014/main" val="2518569583"/>
                    </a:ext>
                  </a:extLst>
                </a:gridCol>
                <a:gridCol w="418813">
                  <a:extLst>
                    <a:ext uri="{9D8B030D-6E8A-4147-A177-3AD203B41FA5}">
                      <a16:colId xmlns:a16="http://schemas.microsoft.com/office/drawing/2014/main" val="1507895920"/>
                    </a:ext>
                  </a:extLst>
                </a:gridCol>
                <a:gridCol w="418813">
                  <a:extLst>
                    <a:ext uri="{9D8B030D-6E8A-4147-A177-3AD203B41FA5}">
                      <a16:colId xmlns:a16="http://schemas.microsoft.com/office/drawing/2014/main" val="979430947"/>
                    </a:ext>
                  </a:extLst>
                </a:gridCol>
                <a:gridCol w="418813">
                  <a:extLst>
                    <a:ext uri="{9D8B030D-6E8A-4147-A177-3AD203B41FA5}">
                      <a16:colId xmlns:a16="http://schemas.microsoft.com/office/drawing/2014/main" val="2192601346"/>
                    </a:ext>
                  </a:extLst>
                </a:gridCol>
                <a:gridCol w="418813">
                  <a:extLst>
                    <a:ext uri="{9D8B030D-6E8A-4147-A177-3AD203B41FA5}">
                      <a16:colId xmlns:a16="http://schemas.microsoft.com/office/drawing/2014/main" val="20014"/>
                    </a:ext>
                  </a:extLst>
                </a:gridCol>
                <a:gridCol w="418813">
                  <a:extLst>
                    <a:ext uri="{9D8B030D-6E8A-4147-A177-3AD203B41FA5}">
                      <a16:colId xmlns:a16="http://schemas.microsoft.com/office/drawing/2014/main" val="20015"/>
                    </a:ext>
                  </a:extLst>
                </a:gridCol>
                <a:gridCol w="418813">
                  <a:extLst>
                    <a:ext uri="{9D8B030D-6E8A-4147-A177-3AD203B41FA5}">
                      <a16:colId xmlns:a16="http://schemas.microsoft.com/office/drawing/2014/main" val="20016"/>
                    </a:ext>
                  </a:extLst>
                </a:gridCol>
              </a:tblGrid>
              <a:tr h="273240">
                <a:tc rowSpan="2" gridSpan="2">
                  <a:txBody>
                    <a:bodyPr/>
                    <a:lstStyle/>
                    <a:p>
                      <a:r>
                        <a:rPr kumimoji="1" lang="ja-JP" altLang="en-US" sz="1400" b="1">
                          <a:solidFill>
                            <a:schemeClr val="bg1"/>
                          </a:solidFill>
                          <a:latin typeface="Meiryo UI" panose="020B0604030504040204" pitchFamily="50" charset="-128"/>
                          <a:ea typeface="Meiryo UI" panose="020B0604030504040204" pitchFamily="50" charset="-128"/>
                        </a:rPr>
                        <a:t>工程</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rowSpan="2" hMerge="1">
                  <a:txBody>
                    <a:bodyPr/>
                    <a:lstStyle/>
                    <a:p>
                      <a:endParaRPr kumimoji="1" lang="ja-JP" altLang="en-US"/>
                    </a:p>
                  </a:txBody>
                  <a:tcPr/>
                </a:tc>
                <a:tc gridSpan="15">
                  <a:txBody>
                    <a:bodyPr/>
                    <a:lstStyle/>
                    <a:p>
                      <a:pPr algn="ctr"/>
                      <a:r>
                        <a:rPr kumimoji="1" lang="en-US" altLang="ja-JP" sz="1400" b="1">
                          <a:solidFill>
                            <a:schemeClr val="bg1"/>
                          </a:solidFill>
                          <a:latin typeface="Meiryo UI" panose="020B0604030504040204" pitchFamily="50" charset="-128"/>
                          <a:ea typeface="Meiryo UI" panose="020B0604030504040204" pitchFamily="50" charset="-128"/>
                        </a:rPr>
                        <a:t>2024</a:t>
                      </a:r>
                      <a:r>
                        <a:rPr kumimoji="1" lang="ja-JP" altLang="en-US" sz="1400" b="1">
                          <a:solidFill>
                            <a:schemeClr val="bg1"/>
                          </a:solidFill>
                          <a:latin typeface="Meiryo UI" panose="020B0604030504040204" pitchFamily="50" charset="-128"/>
                          <a:ea typeface="Meiryo UI" panose="020B0604030504040204" pitchFamily="50" charset="-128"/>
                        </a:rPr>
                        <a:t>年度</a:t>
                      </a: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endParaRPr kumimoji="1" lang="ja-JP" altLang="en-US"/>
                    </a:p>
                  </a:txBody>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endParaRPr kumimoji="1" lang="ja-JP" altLang="en-US"/>
                    </a:p>
                  </a:txBody>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endParaRPr kumimoji="1" lang="ja-JP" altLang="en-US"/>
                    </a:p>
                  </a:txBody>
                  <a:tcPr>
                    <a:lnL w="6350" cap="flat" cmpd="sng" algn="ctr">
                      <a:solidFill>
                        <a:schemeClr val="bg1">
                          <a:lumMod val="7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255813">
                <a:tc gridSpan="2" vMerge="1">
                  <a:txBody>
                    <a:bodyPr/>
                    <a:lstStyle/>
                    <a:p>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vMerge="1">
                  <a:txBody>
                    <a:bodyPr/>
                    <a:lstStyle/>
                    <a:p>
                      <a:endParaRPr kumimoji="1" lang="ja-JP" altLang="en-US"/>
                    </a:p>
                  </a:txBody>
                  <a:tcPr/>
                </a:tc>
                <a:tc gridSpan="4">
                  <a:txBody>
                    <a:bodyPr/>
                    <a:lstStyle/>
                    <a:p>
                      <a:pPr algn="ctr"/>
                      <a:r>
                        <a:rPr kumimoji="1" lang="ja-JP" altLang="en-US" sz="1400" b="1">
                          <a:solidFill>
                            <a:schemeClr val="bg1"/>
                          </a:solidFill>
                          <a:latin typeface="Meiryo UI" panose="020B0604030504040204" pitchFamily="50" charset="-128"/>
                          <a:ea typeface="Meiryo UI" panose="020B0604030504040204" pitchFamily="50" charset="-128"/>
                        </a:rPr>
                        <a:t>９月</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endParaRPr kumimoji="1" lang="ja-JP" altLang="en-US"/>
                    </a:p>
                  </a:txBody>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gridSpan="4">
                  <a:txBody>
                    <a:bodyPr/>
                    <a:lstStyle/>
                    <a:p>
                      <a:pPr algn="ctr"/>
                      <a:r>
                        <a:rPr kumimoji="1" lang="en-US" altLang="ja-JP" sz="1400" b="1">
                          <a:solidFill>
                            <a:schemeClr val="bg1"/>
                          </a:solidFill>
                          <a:latin typeface="Meiryo UI" panose="020B0604030504040204" pitchFamily="50" charset="-128"/>
                          <a:ea typeface="Meiryo UI" panose="020B0604030504040204" pitchFamily="50" charset="-128"/>
                        </a:rPr>
                        <a:t>10</a:t>
                      </a:r>
                      <a:r>
                        <a:rPr kumimoji="1" lang="ja-JP" altLang="en-US" sz="1400" b="1">
                          <a:solidFill>
                            <a:schemeClr val="bg1"/>
                          </a:solidFill>
                          <a:latin typeface="Meiryo UI" panose="020B0604030504040204" pitchFamily="50" charset="-128"/>
                          <a:ea typeface="Meiryo UI" panose="020B0604030504040204" pitchFamily="50" charset="-128"/>
                        </a:rPr>
                        <a:t>月</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endParaRPr kumimoji="1" lang="ja-JP" altLang="en-US"/>
                    </a:p>
                  </a:txBody>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gridSpan="4">
                  <a:txBody>
                    <a:bodyPr/>
                    <a:lstStyle/>
                    <a:p>
                      <a:pPr algn="ctr"/>
                      <a:r>
                        <a:rPr kumimoji="1" lang="en-US" altLang="ja-JP" sz="1400" b="1">
                          <a:solidFill>
                            <a:schemeClr val="bg1"/>
                          </a:solidFill>
                          <a:latin typeface="Meiryo UI" panose="020B0604030504040204" pitchFamily="50" charset="-128"/>
                          <a:ea typeface="Meiryo UI" panose="020B0604030504040204" pitchFamily="50" charset="-128"/>
                        </a:rPr>
                        <a:t>11</a:t>
                      </a:r>
                      <a:r>
                        <a:rPr kumimoji="1" lang="ja-JP" altLang="en-US" sz="1400" b="1">
                          <a:solidFill>
                            <a:schemeClr val="bg1"/>
                          </a:solidFill>
                          <a:latin typeface="Meiryo UI" panose="020B0604030504040204" pitchFamily="50" charset="-128"/>
                          <a:ea typeface="Meiryo UI" panose="020B0604030504040204" pitchFamily="50" charset="-128"/>
                        </a:rPr>
                        <a:t>月</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endParaRPr kumimoji="1" lang="ja-JP" altLang="en-US"/>
                    </a:p>
                  </a:txBody>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a:solidFill>
                            <a:schemeClr val="bg1"/>
                          </a:solidFill>
                          <a:latin typeface="Meiryo UI" panose="020B0604030504040204" pitchFamily="50" charset="-128"/>
                          <a:ea typeface="Meiryo UI" panose="020B0604030504040204" pitchFamily="50" charset="-128"/>
                        </a:rPr>
                        <a:t>12</a:t>
                      </a:r>
                      <a:r>
                        <a:rPr kumimoji="1" lang="ja-JP" altLang="en-US" sz="1400" b="1">
                          <a:solidFill>
                            <a:schemeClr val="bg1"/>
                          </a:solidFill>
                          <a:latin typeface="Meiryo UI" panose="020B0604030504040204" pitchFamily="50" charset="-128"/>
                          <a:ea typeface="Meiryo UI" panose="020B0604030504040204" pitchFamily="50" charset="-128"/>
                        </a:rPr>
                        <a:t>月</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1068421">
                <a:tc gridSpan="2">
                  <a:txBody>
                    <a:bodyPr/>
                    <a:lstStyle/>
                    <a:p>
                      <a:r>
                        <a:rPr kumimoji="1" lang="ja-JP" altLang="en-US" sz="1400" b="1">
                          <a:latin typeface="Meiryo UI" panose="020B0604030504040204" pitchFamily="50" charset="-128"/>
                          <a:ea typeface="Meiryo UI" panose="020B0604030504040204" pitchFamily="50" charset="-128"/>
                        </a:rPr>
                        <a:t>マイルストーン</a:t>
                      </a:r>
                      <a:endParaRPr kumimoji="1" lang="en-US" altLang="ja-JP" sz="1400" b="0">
                        <a:latin typeface="Meiryo UI" panose="020B0604030504040204" pitchFamily="50" charset="-128"/>
                        <a:ea typeface="Meiryo UI" panose="020B0604030504040204" pitchFamily="50" charset="-128"/>
                      </a:endParaRPr>
                    </a:p>
                    <a:p>
                      <a:endParaRPr kumimoji="1" lang="en-US" altLang="ja-JP" sz="1400" b="0">
                        <a:latin typeface="Meiryo UI" panose="020B0604030504040204" pitchFamily="50" charset="-128"/>
                        <a:ea typeface="Meiryo UI" panose="020B0604030504040204"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ja-JP" altLang="en-US"/>
                    </a:p>
                  </a:txBody>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9525" cap="flat" cmpd="sng" algn="ctr">
                      <a:solidFill>
                        <a:schemeClr val="bg1">
                          <a:lumMod val="85000"/>
                        </a:schemeClr>
                      </a:solidFill>
                      <a:prstDash val="sys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9525" cap="flat" cmpd="sng" algn="ctr">
                      <a:solidFill>
                        <a:schemeClr val="bg1">
                          <a:lumMod val="85000"/>
                        </a:schemeClr>
                      </a:solidFill>
                      <a:prstDash val="sysDash"/>
                      <a:round/>
                      <a:headEnd type="none" w="med" len="med"/>
                      <a:tailEnd type="none" w="med" len="med"/>
                    </a:lnL>
                    <a:lnR w="9525" cap="flat" cmpd="sng" algn="ctr">
                      <a:solidFill>
                        <a:schemeClr val="bg1">
                          <a:lumMod val="85000"/>
                        </a:schemeClr>
                      </a:solidFill>
                      <a:prstDash val="sys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9525" cap="flat" cmpd="sng" algn="ctr">
                      <a:solidFill>
                        <a:schemeClr val="bg1">
                          <a:lumMod val="85000"/>
                        </a:schemeClr>
                      </a:solidFill>
                      <a:prstDash val="sysDash"/>
                      <a:round/>
                      <a:headEnd type="none" w="med" len="med"/>
                      <a:tailEnd type="none" w="med" len="med"/>
                    </a:lnL>
                    <a:lnR w="9525" cap="flat" cmpd="sng" algn="ctr">
                      <a:solidFill>
                        <a:schemeClr val="bg1">
                          <a:lumMod val="85000"/>
                        </a:schemeClr>
                      </a:solidFill>
                      <a:prstDash val="sys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9525" cap="flat" cmpd="sng" algn="ctr">
                      <a:solidFill>
                        <a:schemeClr val="bg1">
                          <a:lumMod val="85000"/>
                        </a:schemeClr>
                      </a:solidFill>
                      <a:prstDash val="sys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83732">
                <a:tc rowSpan="6">
                  <a:txBody>
                    <a:bodyPr/>
                    <a:lstStyle/>
                    <a:p>
                      <a:r>
                        <a:rPr kumimoji="1" lang="ja-JP" altLang="en-US" sz="1400" b="1">
                          <a:latin typeface="Meiryo UI" panose="020B0604030504040204" pitchFamily="50" charset="-128"/>
                          <a:ea typeface="Meiryo UI" panose="020B0604030504040204" pitchFamily="50" charset="-128"/>
                        </a:rPr>
                        <a:t>企業情報管理システム</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en-US" altLang="ja-JP" sz="1400" b="1">
                          <a:latin typeface="Meiryo UI" panose="020B0604030504040204" pitchFamily="50" charset="-128"/>
                          <a:ea typeface="Meiryo UI" panose="020B0604030504040204" pitchFamily="50" charset="-128"/>
                        </a:rPr>
                        <a:t>QA/</a:t>
                      </a:r>
                      <a:r>
                        <a:rPr kumimoji="1" lang="ja-JP" altLang="en-US" sz="1400" b="1">
                          <a:latin typeface="Meiryo UI" panose="020B0604030504040204" pitchFamily="50" charset="-128"/>
                          <a:ea typeface="Meiryo UI" panose="020B0604030504040204" pitchFamily="50" charset="-128"/>
                        </a:rPr>
                        <a:t>ヒアリング</a:t>
                      </a:r>
                      <a:endParaRPr kumimoji="1" lang="en-US" altLang="ja-JP" sz="1400" b="1">
                        <a:latin typeface="Meiryo UI" panose="020B0604030504040204" pitchFamily="50" charset="-128"/>
                        <a:ea typeface="Meiryo UI" panose="020B0604030504040204"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9525" cap="flat" cmpd="sng" algn="ctr">
                      <a:solidFill>
                        <a:schemeClr val="bg1">
                          <a:lumMod val="85000"/>
                        </a:schemeClr>
                      </a:solidFill>
                      <a:prstDash val="sys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9525" cap="flat" cmpd="sng" algn="ctr">
                      <a:solidFill>
                        <a:schemeClr val="bg1">
                          <a:lumMod val="85000"/>
                        </a:schemeClr>
                      </a:solidFill>
                      <a:prstDash val="sysDash"/>
                      <a:round/>
                      <a:headEnd type="none" w="med" len="med"/>
                      <a:tailEnd type="none" w="med" len="med"/>
                    </a:lnL>
                    <a:lnR w="9525" cap="flat" cmpd="sng" algn="ctr">
                      <a:solidFill>
                        <a:schemeClr val="bg1">
                          <a:lumMod val="85000"/>
                        </a:schemeClr>
                      </a:solidFill>
                      <a:prstDash val="sys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9525" cap="flat" cmpd="sng" algn="ctr">
                      <a:solidFill>
                        <a:schemeClr val="bg1">
                          <a:lumMod val="85000"/>
                        </a:schemeClr>
                      </a:solidFill>
                      <a:prstDash val="sysDash"/>
                      <a:round/>
                      <a:headEnd type="none" w="med" len="med"/>
                      <a:tailEnd type="none" w="med" len="med"/>
                    </a:lnL>
                    <a:lnR w="9525" cap="flat" cmpd="sng" algn="ctr">
                      <a:solidFill>
                        <a:schemeClr val="bg1">
                          <a:lumMod val="85000"/>
                        </a:schemeClr>
                      </a:solidFill>
                      <a:prstDash val="sys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9525" cap="flat" cmpd="sng" algn="ctr">
                      <a:solidFill>
                        <a:schemeClr val="bg1">
                          <a:lumMod val="85000"/>
                        </a:schemeClr>
                      </a:solidFill>
                      <a:prstDash val="sys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7509442"/>
                  </a:ext>
                </a:extLst>
              </a:tr>
              <a:tr h="655776">
                <a:tc vMerge="1">
                  <a:txBody>
                    <a:bodyPr/>
                    <a:lstStyle/>
                    <a:p>
                      <a:endParaRPr kumimoji="1" lang="en-US" altLang="ja-JP" sz="1400" b="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b="1">
                          <a:latin typeface="Meiryo UI" panose="020B0604030504040204" pitchFamily="50" charset="-128"/>
                          <a:ea typeface="Meiryo UI" panose="020B0604030504040204" pitchFamily="50" charset="-128"/>
                        </a:rPr>
                        <a:t>業務フロー作成</a:t>
                      </a:r>
                      <a:endParaRPr kumimoji="1" lang="en-US" altLang="ja-JP" sz="1400" b="1">
                        <a:latin typeface="Meiryo UI" panose="020B0604030504040204" pitchFamily="50" charset="-128"/>
                        <a:ea typeface="Meiryo UI" panose="020B0604030504040204" pitchFamily="50" charset="-128"/>
                      </a:endParaRPr>
                    </a:p>
                    <a:p>
                      <a:r>
                        <a:rPr kumimoji="1" lang="ja-JP" altLang="en-US" sz="1400" b="1">
                          <a:latin typeface="Meiryo UI" panose="020B0604030504040204" pitchFamily="50" charset="-128"/>
                          <a:ea typeface="Meiryo UI" panose="020B0604030504040204" pitchFamily="50" charset="-128"/>
                        </a:rPr>
                        <a:t>　検索する</a:t>
                      </a:r>
                      <a:endParaRPr kumimoji="1" lang="en-US" altLang="ja-JP" sz="1400" b="1">
                        <a:latin typeface="Meiryo UI" panose="020B0604030504040204" pitchFamily="50" charset="-128"/>
                        <a:ea typeface="Meiryo UI" panose="020B0604030504040204" pitchFamily="50" charset="-128"/>
                      </a:endParaRPr>
                    </a:p>
                    <a:p>
                      <a:r>
                        <a:rPr kumimoji="1" lang="ja-JP" altLang="en-US" sz="1400" b="1">
                          <a:latin typeface="Meiryo UI" panose="020B0604030504040204" pitchFamily="50" charset="-128"/>
                          <a:ea typeface="Meiryo UI" panose="020B0604030504040204" pitchFamily="50" charset="-128"/>
                        </a:rPr>
                        <a:t>　表示する</a:t>
                      </a:r>
                      <a:endParaRPr kumimoji="1" lang="en-US" altLang="ja-JP" sz="1400" b="1">
                        <a:latin typeface="Meiryo UI" panose="020B0604030504040204" pitchFamily="50" charset="-128"/>
                        <a:ea typeface="Meiryo UI" panose="020B0604030504040204"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9525" cap="flat" cmpd="sng" algn="ctr">
                      <a:solidFill>
                        <a:schemeClr val="bg1">
                          <a:lumMod val="85000"/>
                        </a:schemeClr>
                      </a:solidFill>
                      <a:prstDash val="sys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9525" cap="flat" cmpd="sng" algn="ctr">
                      <a:solidFill>
                        <a:schemeClr val="bg1">
                          <a:lumMod val="85000"/>
                        </a:schemeClr>
                      </a:solidFill>
                      <a:prstDash val="sysDash"/>
                      <a:round/>
                      <a:headEnd type="none" w="med" len="med"/>
                      <a:tailEnd type="none" w="med" len="med"/>
                    </a:lnL>
                    <a:lnR w="9525" cap="flat" cmpd="sng" algn="ctr">
                      <a:solidFill>
                        <a:schemeClr val="bg1">
                          <a:lumMod val="85000"/>
                        </a:schemeClr>
                      </a:solidFill>
                      <a:prstDash val="sys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9525" cap="flat" cmpd="sng" algn="ctr">
                      <a:solidFill>
                        <a:schemeClr val="bg1">
                          <a:lumMod val="85000"/>
                        </a:schemeClr>
                      </a:solidFill>
                      <a:prstDash val="sysDash"/>
                      <a:round/>
                      <a:headEnd type="none" w="med" len="med"/>
                      <a:tailEnd type="none" w="med" len="med"/>
                    </a:lnL>
                    <a:lnR w="9525" cap="flat" cmpd="sng" algn="ctr">
                      <a:solidFill>
                        <a:schemeClr val="bg1">
                          <a:lumMod val="85000"/>
                        </a:schemeClr>
                      </a:solidFill>
                      <a:prstDash val="sys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9525" cap="flat" cmpd="sng" algn="ctr">
                      <a:solidFill>
                        <a:schemeClr val="bg1">
                          <a:lumMod val="85000"/>
                        </a:schemeClr>
                      </a:solidFill>
                      <a:prstDash val="sys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14227">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a:latin typeface="Meiryo UI" panose="020B0604030504040204" pitchFamily="50" charset="-128"/>
                          <a:ea typeface="Meiryo UI" panose="020B0604030504040204" pitchFamily="50" charset="-128"/>
                        </a:rPr>
                        <a:t>業務フロー作成</a:t>
                      </a:r>
                      <a:endParaRPr kumimoji="1" lang="en-US" altLang="ja-JP" sz="1400" b="1">
                        <a:latin typeface="Meiryo UI" panose="020B0604030504040204" pitchFamily="50" charset="-128"/>
                        <a:ea typeface="Meiryo UI" panose="020B0604030504040204" pitchFamily="50" charset="-128"/>
                      </a:endParaRPr>
                    </a:p>
                    <a:p>
                      <a:r>
                        <a:rPr kumimoji="1" lang="ja-JP" altLang="en-US" sz="1400" b="1">
                          <a:latin typeface="Meiryo UI" panose="020B0604030504040204" pitchFamily="50" charset="-128"/>
                          <a:ea typeface="Meiryo UI" panose="020B0604030504040204" pitchFamily="50" charset="-128"/>
                        </a:rPr>
                        <a:t>　計算する</a:t>
                      </a:r>
                      <a:endParaRPr kumimoji="1" lang="en-US" altLang="ja-JP" sz="1400" b="1">
                        <a:latin typeface="Meiryo UI" panose="020B0604030504040204" pitchFamily="50" charset="-128"/>
                        <a:ea typeface="Meiryo UI" panose="020B0604030504040204"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53153446"/>
                  </a:ext>
                </a:extLst>
              </a:tr>
              <a:tr h="614227">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a:latin typeface="Meiryo UI" panose="020B0604030504040204" pitchFamily="50" charset="-128"/>
                          <a:ea typeface="Meiryo UI" panose="020B0604030504040204" pitchFamily="50" charset="-128"/>
                        </a:rPr>
                        <a:t>業務フロー作成</a:t>
                      </a:r>
                      <a:endParaRPr kumimoji="1" lang="en-US" altLang="ja-JP" sz="1400" b="1">
                        <a:latin typeface="Meiryo UI" panose="020B0604030504040204" pitchFamily="50" charset="-128"/>
                        <a:ea typeface="Meiryo UI" panose="020B0604030504040204" pitchFamily="50" charset="-128"/>
                      </a:endParaRPr>
                    </a:p>
                    <a:p>
                      <a:r>
                        <a:rPr kumimoji="1" lang="ja-JP" altLang="en-US" sz="1400" b="1">
                          <a:latin typeface="Meiryo UI" panose="020B0604030504040204" pitchFamily="50" charset="-128"/>
                          <a:ea typeface="Meiryo UI" panose="020B0604030504040204" pitchFamily="50" charset="-128"/>
                        </a:rPr>
                        <a:t>　申請・承認する</a:t>
                      </a:r>
                      <a:endParaRPr kumimoji="1" lang="en-US" altLang="ja-JP" sz="1400" b="1">
                        <a:latin typeface="Meiryo UI" panose="020B0604030504040204" pitchFamily="50" charset="-128"/>
                        <a:ea typeface="Meiryo UI" panose="020B0604030504040204"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62984519"/>
                  </a:ext>
                </a:extLst>
              </a:tr>
              <a:tr h="614227">
                <a:tc vMerge="1">
                  <a:txBody>
                    <a:bodyPr/>
                    <a:lstStyle/>
                    <a:p>
                      <a:endParaRPr kumimoji="1" lang="ja-JP" altLang="en-US"/>
                    </a:p>
                  </a:txBody>
                  <a:tcPr/>
                </a:tc>
                <a:tc>
                  <a:txBody>
                    <a:bodyPr/>
                    <a:lstStyle/>
                    <a:p>
                      <a:r>
                        <a:rPr kumimoji="1" lang="ja-JP" altLang="en-US" sz="1400" b="1">
                          <a:latin typeface="Meiryo UI" panose="020B0604030504040204" pitchFamily="50" charset="-128"/>
                          <a:ea typeface="Meiryo UI" panose="020B0604030504040204" pitchFamily="50" charset="-128"/>
                        </a:rPr>
                        <a:t>非機能要件</a:t>
                      </a:r>
                      <a:endParaRPr kumimoji="1" lang="en-US" altLang="ja-JP" sz="1400" b="1">
                        <a:latin typeface="Meiryo UI" panose="020B0604030504040204" pitchFamily="50" charset="-128"/>
                        <a:ea typeface="Meiryo UI" panose="020B0604030504040204" pitchFamily="50" charset="-128"/>
                      </a:endParaRPr>
                    </a:p>
                    <a:p>
                      <a:r>
                        <a:rPr kumimoji="1" lang="ja-JP" altLang="en-US" sz="1400" b="1">
                          <a:latin typeface="Meiryo UI" panose="020B0604030504040204" pitchFamily="50" charset="-128"/>
                          <a:ea typeface="Meiryo UI" panose="020B0604030504040204" pitchFamily="50" charset="-128"/>
                        </a:rPr>
                        <a:t>　ヒアリング</a:t>
                      </a:r>
                      <a:endParaRPr kumimoji="1" lang="en-US" altLang="ja-JP" sz="1400" b="1">
                        <a:latin typeface="Meiryo UI" panose="020B0604030504040204" pitchFamily="50" charset="-128"/>
                        <a:ea typeface="Meiryo UI" panose="020B0604030504040204"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45758349"/>
                  </a:ext>
                </a:extLst>
              </a:tr>
              <a:tr h="334054">
                <a:tc vMerge="1">
                  <a:txBody>
                    <a:bodyPr/>
                    <a:lstStyle/>
                    <a:p>
                      <a:endParaRPr kumimoji="1" lang="en-US" altLang="ja-JP" sz="1400" b="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b="1">
                          <a:latin typeface="Meiryo UI" panose="020B0604030504040204" pitchFamily="50" charset="-128"/>
                          <a:ea typeface="Meiryo UI" panose="020B0604030504040204" pitchFamily="50" charset="-128"/>
                        </a:rPr>
                        <a:t>モック作成</a:t>
                      </a:r>
                      <a:endParaRPr kumimoji="1" lang="en-US" altLang="ja-JP" sz="1400" b="1">
                        <a:latin typeface="Meiryo UI" panose="020B0604030504040204" pitchFamily="50" charset="-128"/>
                        <a:ea typeface="Meiryo UI" panose="020B0604030504040204" pitchFamily="50" charset="-128"/>
                      </a:endParaRPr>
                    </a:p>
                    <a:p>
                      <a:endParaRPr kumimoji="1" lang="en-US" altLang="ja-JP" sz="1400" b="1">
                        <a:latin typeface="Meiryo UI" panose="020B0604030504040204" pitchFamily="50" charset="-128"/>
                        <a:ea typeface="Meiryo UI" panose="020B0604030504040204"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9525" cap="flat" cmpd="sng" algn="ctr">
                      <a:solidFill>
                        <a:schemeClr val="bg1">
                          <a:lumMod val="85000"/>
                        </a:schemeClr>
                      </a:solidFill>
                      <a:prstDash val="sys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9525" cap="flat" cmpd="sng" algn="ctr">
                      <a:solidFill>
                        <a:schemeClr val="bg1">
                          <a:lumMod val="85000"/>
                        </a:schemeClr>
                      </a:solidFill>
                      <a:prstDash val="sysDash"/>
                      <a:round/>
                      <a:headEnd type="none" w="med" len="med"/>
                      <a:tailEnd type="none" w="med" len="med"/>
                    </a:lnL>
                    <a:lnR w="9525" cap="flat" cmpd="sng" algn="ctr">
                      <a:solidFill>
                        <a:schemeClr val="bg1">
                          <a:lumMod val="85000"/>
                        </a:schemeClr>
                      </a:solidFill>
                      <a:prstDash val="sys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9525" cap="flat" cmpd="sng" algn="ctr">
                      <a:solidFill>
                        <a:schemeClr val="bg1">
                          <a:lumMod val="85000"/>
                        </a:schemeClr>
                      </a:solidFill>
                      <a:prstDash val="sysDash"/>
                      <a:round/>
                      <a:headEnd type="none" w="med" len="med"/>
                      <a:tailEnd type="none" w="med" len="med"/>
                    </a:lnL>
                    <a:lnR w="9525" cap="flat" cmpd="sng" algn="ctr">
                      <a:solidFill>
                        <a:schemeClr val="bg1">
                          <a:lumMod val="85000"/>
                        </a:schemeClr>
                      </a:solidFill>
                      <a:prstDash val="sys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9525" cap="flat" cmpd="sng" algn="ctr">
                      <a:solidFill>
                        <a:schemeClr val="bg1">
                          <a:lumMod val="85000"/>
                        </a:schemeClr>
                      </a:solidFill>
                      <a:prstDash val="sys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anose="020B0604030504040204"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 name="タイトル 1"/>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４</a:t>
            </a:r>
            <a:r>
              <a:rPr kumimoji="1" lang="ja-JP" altLang="en-US">
                <a:latin typeface="Meiryo UI" panose="020B0604030504040204" pitchFamily="50" charset="-128"/>
                <a:ea typeface="Meiryo UI" panose="020B0604030504040204" pitchFamily="50" charset="-128"/>
              </a:rPr>
              <a:t>．要件定義スケジュール</a:t>
            </a:r>
          </a:p>
        </p:txBody>
      </p:sp>
      <p:sp>
        <p:nvSpPr>
          <p:cNvPr id="28" name="角丸四角形 27"/>
          <p:cNvSpPr/>
          <p:nvPr/>
        </p:nvSpPr>
        <p:spPr>
          <a:xfrm>
            <a:off x="6733311" y="115358"/>
            <a:ext cx="2312508" cy="1027306"/>
          </a:xfrm>
          <a:prstGeom prst="roundRect">
            <a:avLst>
              <a:gd name="adj" fmla="val 5188"/>
            </a:avLst>
          </a:prstGeom>
          <a:solidFill>
            <a:schemeClr val="bg1"/>
          </a:solidFill>
          <a:ln>
            <a:solidFill>
              <a:schemeClr val="accent3"/>
            </a:solidFill>
          </a:ln>
        </p:spPr>
        <p:style>
          <a:lnRef idx="2">
            <a:schemeClr val="accent3"/>
          </a:lnRef>
          <a:fillRef idx="1">
            <a:schemeClr val="lt1"/>
          </a:fillRef>
          <a:effectRef idx="0">
            <a:schemeClr val="accent3"/>
          </a:effectRef>
          <a:fontRef idx="minor">
            <a:schemeClr val="dk1"/>
          </a:fontRef>
        </p:style>
        <p:txBody>
          <a:bodyPr rtlCol="0" anchor="t" anchorCtr="0"/>
          <a:lstStyle/>
          <a:p>
            <a:pPr>
              <a:spcBef>
                <a:spcPts val="300"/>
              </a:spcBef>
            </a:pPr>
            <a:r>
              <a:rPr kumimoji="1" lang="ja-JP" altLang="en-US" sz="1200">
                <a:latin typeface="Meiryo UI" panose="020B0604030504040204" pitchFamily="50" charset="-128"/>
                <a:ea typeface="Meiryo UI" panose="020B0604030504040204" pitchFamily="50" charset="-128"/>
              </a:rPr>
              <a:t>凡例</a:t>
            </a:r>
            <a:endParaRPr kumimoji="1" lang="en-US" altLang="ja-JP" sz="1200">
              <a:latin typeface="Meiryo UI" panose="020B0604030504040204" pitchFamily="50" charset="-128"/>
              <a:ea typeface="Meiryo UI" panose="020B0604030504040204" pitchFamily="50" charset="-128"/>
            </a:endParaRPr>
          </a:p>
          <a:p>
            <a:pPr>
              <a:spcBef>
                <a:spcPts val="300"/>
              </a:spcBef>
            </a:pPr>
            <a:r>
              <a:rPr lang="ja-JP" altLang="en-US" sz="1200">
                <a:latin typeface="Meiryo UI" panose="020B0604030504040204" pitchFamily="50" charset="-128"/>
                <a:ea typeface="Meiryo UI" panose="020B0604030504040204" pitchFamily="50" charset="-128"/>
              </a:rPr>
              <a:t>　　　　　　マイルストーン</a:t>
            </a:r>
            <a:endParaRPr lang="en-US" altLang="ja-JP" sz="1200">
              <a:latin typeface="Meiryo UI" panose="020B0604030504040204" pitchFamily="50" charset="-128"/>
              <a:ea typeface="Meiryo UI" panose="020B0604030504040204" pitchFamily="50" charset="-128"/>
            </a:endParaRPr>
          </a:p>
          <a:p>
            <a:pPr>
              <a:spcBef>
                <a:spcPts val="300"/>
              </a:spcBef>
            </a:pPr>
            <a:r>
              <a:rPr kumimoji="1" lang="ja-JP" altLang="en-US" sz="1200">
                <a:latin typeface="Meiryo UI" panose="020B0604030504040204" pitchFamily="50" charset="-128"/>
                <a:ea typeface="Meiryo UI" panose="020B0604030504040204" pitchFamily="50" charset="-128"/>
              </a:rPr>
              <a:t>　　　　　　弊社主体作業</a:t>
            </a:r>
            <a:endParaRPr kumimoji="1" lang="en-US" altLang="ja-JP" sz="1200">
              <a:latin typeface="Meiryo UI" panose="020B0604030504040204" pitchFamily="50" charset="-128"/>
              <a:ea typeface="Meiryo UI" panose="020B0604030504040204" pitchFamily="50" charset="-128"/>
            </a:endParaRPr>
          </a:p>
          <a:p>
            <a:pPr>
              <a:spcBef>
                <a:spcPts val="300"/>
              </a:spcBef>
            </a:pPr>
            <a:r>
              <a:rPr lang="ja-JP" altLang="en-US" sz="1200">
                <a:latin typeface="Meiryo UI" panose="020B0604030504040204" pitchFamily="50" charset="-128"/>
                <a:ea typeface="Meiryo UI" panose="020B0604030504040204" pitchFamily="50" charset="-128"/>
              </a:rPr>
              <a:t>　　　　　　弊社・貴社共同作業</a:t>
            </a:r>
            <a:endParaRPr lang="en-US" altLang="ja-JP" sz="1200">
              <a:latin typeface="Meiryo UI" panose="020B0604030504040204" pitchFamily="50" charset="-128"/>
              <a:ea typeface="Meiryo UI" panose="020B0604030504040204" pitchFamily="50" charset="-128"/>
            </a:endParaRPr>
          </a:p>
          <a:p>
            <a:pPr>
              <a:spcBef>
                <a:spcPts val="300"/>
              </a:spcBef>
            </a:pPr>
            <a:r>
              <a:rPr kumimoji="1" lang="ja-JP" altLang="en-US" sz="1200">
                <a:latin typeface="Meiryo UI" panose="020B0604030504040204" pitchFamily="50" charset="-128"/>
                <a:ea typeface="Meiryo UI" panose="020B0604030504040204" pitchFamily="50" charset="-128"/>
              </a:rPr>
              <a:t>　　　　</a:t>
            </a:r>
          </a:p>
        </p:txBody>
      </p:sp>
      <p:cxnSp>
        <p:nvCxnSpPr>
          <p:cNvPr id="29" name="直線コネクタ 28"/>
          <p:cNvCxnSpPr/>
          <p:nvPr/>
        </p:nvCxnSpPr>
        <p:spPr>
          <a:xfrm>
            <a:off x="6882753" y="475490"/>
            <a:ext cx="360000" cy="0"/>
          </a:xfrm>
          <a:prstGeom prst="line">
            <a:avLst/>
          </a:prstGeom>
          <a:ln w="38100">
            <a:solidFill>
              <a:schemeClr val="accent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79" name="ホームベース 78"/>
          <p:cNvSpPr/>
          <p:nvPr/>
        </p:nvSpPr>
        <p:spPr>
          <a:xfrm>
            <a:off x="6846753" y="601490"/>
            <a:ext cx="432000" cy="180000"/>
          </a:xfrm>
          <a:prstGeom prst="homePlate">
            <a:avLst>
              <a:gd name="adj" fmla="val 23219"/>
            </a:avLst>
          </a:prstGeom>
          <a:ln/>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kumimoji="1" lang="ja-JP" altLang="en-US" sz="1200">
              <a:ln w="3175">
                <a:noFill/>
              </a:ln>
              <a:solidFill>
                <a:schemeClr val="tx1"/>
              </a:solidFill>
              <a:effectLst/>
              <a:latin typeface="Meiryo UI" panose="020B0604030504040204" pitchFamily="50" charset="-128"/>
              <a:ea typeface="Meiryo UI" panose="020B0604030504040204" pitchFamily="50" charset="-128"/>
            </a:endParaRPr>
          </a:p>
        </p:txBody>
      </p:sp>
      <p:sp>
        <p:nvSpPr>
          <p:cNvPr id="80" name="ホームベース 79"/>
          <p:cNvSpPr/>
          <p:nvPr/>
        </p:nvSpPr>
        <p:spPr>
          <a:xfrm>
            <a:off x="6846753" y="835358"/>
            <a:ext cx="432000" cy="180000"/>
          </a:xfrm>
          <a:prstGeom prst="homePlate">
            <a:avLst>
              <a:gd name="adj" fmla="val 23219"/>
            </a:avLst>
          </a:prstGeom>
          <a:ln/>
        </p:spPr>
        <p:style>
          <a:lnRef idx="1">
            <a:schemeClr val="accent6"/>
          </a:lnRef>
          <a:fillRef idx="2">
            <a:schemeClr val="accent6"/>
          </a:fillRef>
          <a:effectRef idx="1">
            <a:schemeClr val="accent6"/>
          </a:effectRef>
          <a:fontRef idx="minor">
            <a:schemeClr val="dk1"/>
          </a:fontRef>
        </p:style>
        <p:txBody>
          <a:bodyPr wrap="none" rtlCol="0" anchor="ctr"/>
          <a:lstStyle/>
          <a:p>
            <a:pPr algn="ctr"/>
            <a:endParaRPr kumimoji="1" lang="ja-JP" altLang="en-US" sz="1200">
              <a:ln w="3175">
                <a:noFill/>
              </a:ln>
              <a:solidFill>
                <a:schemeClr val="tx1"/>
              </a:solidFill>
              <a:effectLst/>
              <a:latin typeface="Meiryo UI" panose="020B0604030504040204" pitchFamily="50" charset="-128"/>
              <a:ea typeface="Meiryo UI" panose="020B0604030504040204" pitchFamily="50" charset="-128"/>
            </a:endParaRPr>
          </a:p>
        </p:txBody>
      </p:sp>
      <p:sp>
        <p:nvSpPr>
          <p:cNvPr id="20" name="ホームベース 78">
            <a:extLst>
              <a:ext uri="{FF2B5EF4-FFF2-40B4-BE49-F238E27FC236}">
                <a16:creationId xmlns:a16="http://schemas.microsoft.com/office/drawing/2014/main" id="{4AA4D773-ADBA-6B7E-5716-3C6E368760AF}"/>
              </a:ext>
            </a:extLst>
          </p:cNvPr>
          <p:cNvSpPr/>
          <p:nvPr/>
        </p:nvSpPr>
        <p:spPr>
          <a:xfrm>
            <a:off x="2478871" y="2784968"/>
            <a:ext cx="1326511" cy="360000"/>
          </a:xfrm>
          <a:prstGeom prst="homePlate">
            <a:avLst>
              <a:gd name="adj" fmla="val 23219"/>
            </a:avLst>
          </a:prstGeom>
          <a:ln/>
        </p:spPr>
        <p:style>
          <a:lnRef idx="1">
            <a:schemeClr val="accent6"/>
          </a:lnRef>
          <a:fillRef idx="2">
            <a:schemeClr val="accent6"/>
          </a:fillRef>
          <a:effectRef idx="1">
            <a:schemeClr val="accent6"/>
          </a:effectRef>
          <a:fontRef idx="minor">
            <a:schemeClr val="dk1"/>
          </a:fontRef>
        </p:style>
        <p:txBody>
          <a:bodyPr wrap="none" rtlCol="0" anchor="ctr"/>
          <a:lstStyle/>
          <a:p>
            <a:pPr algn="ctr"/>
            <a:r>
              <a:rPr kumimoji="1" lang="en-US" altLang="ja-JP" sz="1200">
                <a:ln w="3175">
                  <a:noFill/>
                </a:ln>
                <a:solidFill>
                  <a:schemeClr val="tx1"/>
                </a:solidFill>
                <a:effectLst/>
                <a:latin typeface="Meiryo UI" panose="020B0604030504040204" pitchFamily="50" charset="-128"/>
                <a:ea typeface="Meiryo UI" panose="020B0604030504040204" pitchFamily="50" charset="-128"/>
              </a:rPr>
              <a:t>QA</a:t>
            </a:r>
            <a:endParaRPr kumimoji="1" lang="ja-JP" altLang="en-US" sz="1200">
              <a:ln w="3175">
                <a:noFill/>
              </a:ln>
              <a:solidFill>
                <a:schemeClr val="tx1"/>
              </a:solidFill>
              <a:effectLst/>
              <a:latin typeface="Meiryo UI" panose="020B0604030504040204" pitchFamily="50" charset="-128"/>
              <a:ea typeface="Meiryo UI" panose="020B0604030504040204" pitchFamily="50" charset="-128"/>
            </a:endParaRPr>
          </a:p>
        </p:txBody>
      </p:sp>
      <p:sp>
        <p:nvSpPr>
          <p:cNvPr id="21" name="ホームベース 78">
            <a:extLst>
              <a:ext uri="{FF2B5EF4-FFF2-40B4-BE49-F238E27FC236}">
                <a16:creationId xmlns:a16="http://schemas.microsoft.com/office/drawing/2014/main" id="{9FD7D882-3EAF-132B-9648-3D41F87FF345}"/>
              </a:ext>
            </a:extLst>
          </p:cNvPr>
          <p:cNvSpPr/>
          <p:nvPr/>
        </p:nvSpPr>
        <p:spPr>
          <a:xfrm>
            <a:off x="3805382" y="3491455"/>
            <a:ext cx="1247808" cy="360000"/>
          </a:xfrm>
          <a:prstGeom prst="homePlate">
            <a:avLst>
              <a:gd name="adj" fmla="val 23219"/>
            </a:avLst>
          </a:prstGeom>
          <a:ln/>
        </p:spPr>
        <p:style>
          <a:lnRef idx="1">
            <a:schemeClr val="accent6"/>
          </a:lnRef>
          <a:fillRef idx="2">
            <a:schemeClr val="accent6"/>
          </a:fillRef>
          <a:effectRef idx="1">
            <a:schemeClr val="accent6"/>
          </a:effectRef>
          <a:fontRef idx="minor">
            <a:schemeClr val="dk1"/>
          </a:fontRef>
        </p:style>
        <p:txBody>
          <a:bodyPr wrap="none" rtlCol="0" anchor="ctr"/>
          <a:lstStyle/>
          <a:p>
            <a:pPr algn="ctr"/>
            <a:r>
              <a:rPr kumimoji="1" lang="ja-JP" altLang="en-US" sz="1200">
                <a:ln w="3175">
                  <a:noFill/>
                </a:ln>
                <a:solidFill>
                  <a:schemeClr val="tx1"/>
                </a:solidFill>
                <a:effectLst/>
                <a:latin typeface="Meiryo UI" panose="020B0604030504040204" pitchFamily="50" charset="-128"/>
                <a:ea typeface="Meiryo UI" panose="020B0604030504040204" pitchFamily="50" charset="-128"/>
              </a:rPr>
              <a:t>検討</a:t>
            </a:r>
          </a:p>
        </p:txBody>
      </p:sp>
      <p:sp>
        <p:nvSpPr>
          <p:cNvPr id="22" name="ホームベース 78">
            <a:extLst>
              <a:ext uri="{FF2B5EF4-FFF2-40B4-BE49-F238E27FC236}">
                <a16:creationId xmlns:a16="http://schemas.microsoft.com/office/drawing/2014/main" id="{5D81A4AE-E9F9-3F15-08B4-9627B591D3F5}"/>
              </a:ext>
            </a:extLst>
          </p:cNvPr>
          <p:cNvSpPr/>
          <p:nvPr/>
        </p:nvSpPr>
        <p:spPr>
          <a:xfrm>
            <a:off x="5053190" y="4175548"/>
            <a:ext cx="876247" cy="360000"/>
          </a:xfrm>
          <a:prstGeom prst="homePlate">
            <a:avLst>
              <a:gd name="adj" fmla="val 23219"/>
            </a:avLst>
          </a:prstGeom>
          <a:ln/>
        </p:spPr>
        <p:style>
          <a:lnRef idx="1">
            <a:schemeClr val="accent6"/>
          </a:lnRef>
          <a:fillRef idx="2">
            <a:schemeClr val="accent6"/>
          </a:fillRef>
          <a:effectRef idx="1">
            <a:schemeClr val="accent6"/>
          </a:effectRef>
          <a:fontRef idx="minor">
            <a:schemeClr val="dk1"/>
          </a:fontRef>
        </p:style>
        <p:txBody>
          <a:bodyPr wrap="none" rtlCol="0" anchor="ctr"/>
          <a:lstStyle/>
          <a:p>
            <a:pPr algn="ctr"/>
            <a:r>
              <a:rPr kumimoji="1" lang="ja-JP" altLang="en-US" sz="1200">
                <a:ln w="3175">
                  <a:noFill/>
                </a:ln>
                <a:solidFill>
                  <a:schemeClr val="tx1"/>
                </a:solidFill>
                <a:effectLst/>
                <a:latin typeface="Meiryo UI" panose="020B0604030504040204" pitchFamily="50" charset="-128"/>
                <a:ea typeface="Meiryo UI" panose="020B0604030504040204" pitchFamily="50" charset="-128"/>
              </a:rPr>
              <a:t>検討</a:t>
            </a:r>
          </a:p>
        </p:txBody>
      </p:sp>
      <p:sp>
        <p:nvSpPr>
          <p:cNvPr id="23" name="ホームベース 78">
            <a:extLst>
              <a:ext uri="{FF2B5EF4-FFF2-40B4-BE49-F238E27FC236}">
                <a16:creationId xmlns:a16="http://schemas.microsoft.com/office/drawing/2014/main" id="{48FECF2C-64B9-3268-6A01-107D27A3AF83}"/>
              </a:ext>
            </a:extLst>
          </p:cNvPr>
          <p:cNvSpPr/>
          <p:nvPr/>
        </p:nvSpPr>
        <p:spPr>
          <a:xfrm>
            <a:off x="5883565" y="4798943"/>
            <a:ext cx="849746" cy="360000"/>
          </a:xfrm>
          <a:prstGeom prst="homePlate">
            <a:avLst>
              <a:gd name="adj" fmla="val 23219"/>
            </a:avLst>
          </a:prstGeom>
          <a:ln/>
        </p:spPr>
        <p:style>
          <a:lnRef idx="1">
            <a:schemeClr val="accent6"/>
          </a:lnRef>
          <a:fillRef idx="2">
            <a:schemeClr val="accent6"/>
          </a:fillRef>
          <a:effectRef idx="1">
            <a:schemeClr val="accent6"/>
          </a:effectRef>
          <a:fontRef idx="minor">
            <a:schemeClr val="dk1"/>
          </a:fontRef>
        </p:style>
        <p:txBody>
          <a:bodyPr wrap="none" rtlCol="0" anchor="ctr"/>
          <a:lstStyle/>
          <a:p>
            <a:pPr algn="ctr"/>
            <a:r>
              <a:rPr kumimoji="1" lang="ja-JP" altLang="en-US" sz="1200">
                <a:ln w="3175">
                  <a:noFill/>
                </a:ln>
                <a:solidFill>
                  <a:schemeClr val="tx1"/>
                </a:solidFill>
                <a:effectLst/>
                <a:latin typeface="Meiryo UI" panose="020B0604030504040204" pitchFamily="50" charset="-128"/>
                <a:ea typeface="Meiryo UI" panose="020B0604030504040204" pitchFamily="50" charset="-128"/>
              </a:rPr>
              <a:t>検討</a:t>
            </a:r>
          </a:p>
        </p:txBody>
      </p:sp>
      <p:sp>
        <p:nvSpPr>
          <p:cNvPr id="24" name="ホームベース 78">
            <a:extLst>
              <a:ext uri="{FF2B5EF4-FFF2-40B4-BE49-F238E27FC236}">
                <a16:creationId xmlns:a16="http://schemas.microsoft.com/office/drawing/2014/main" id="{306DC1A2-AAD0-7CCC-E93E-9940EA18E921}"/>
              </a:ext>
            </a:extLst>
          </p:cNvPr>
          <p:cNvSpPr/>
          <p:nvPr/>
        </p:nvSpPr>
        <p:spPr>
          <a:xfrm>
            <a:off x="5458692" y="5416002"/>
            <a:ext cx="849746" cy="360000"/>
          </a:xfrm>
          <a:prstGeom prst="homePlate">
            <a:avLst>
              <a:gd name="adj" fmla="val 23219"/>
            </a:avLst>
          </a:prstGeom>
          <a:ln/>
        </p:spPr>
        <p:style>
          <a:lnRef idx="1">
            <a:schemeClr val="accent6"/>
          </a:lnRef>
          <a:fillRef idx="2">
            <a:schemeClr val="accent6"/>
          </a:fillRef>
          <a:effectRef idx="1">
            <a:schemeClr val="accent6"/>
          </a:effectRef>
          <a:fontRef idx="minor">
            <a:schemeClr val="dk1"/>
          </a:fontRef>
        </p:style>
        <p:txBody>
          <a:bodyPr wrap="none" rtlCol="0" anchor="ctr"/>
          <a:lstStyle/>
          <a:p>
            <a:pPr algn="ctr"/>
            <a:r>
              <a:rPr kumimoji="1" lang="ja-JP" altLang="en-US" sz="1200">
                <a:ln w="3175">
                  <a:noFill/>
                </a:ln>
                <a:solidFill>
                  <a:schemeClr val="tx1"/>
                </a:solidFill>
                <a:effectLst/>
                <a:latin typeface="Meiryo UI" panose="020B0604030504040204" pitchFamily="50" charset="-128"/>
                <a:ea typeface="Meiryo UI" panose="020B0604030504040204" pitchFamily="50" charset="-128"/>
              </a:rPr>
              <a:t>検討</a:t>
            </a:r>
          </a:p>
        </p:txBody>
      </p:sp>
      <p:sp>
        <p:nvSpPr>
          <p:cNvPr id="25" name="ホームベース 78">
            <a:extLst>
              <a:ext uri="{FF2B5EF4-FFF2-40B4-BE49-F238E27FC236}">
                <a16:creationId xmlns:a16="http://schemas.microsoft.com/office/drawing/2014/main" id="{E4446506-7A3D-BD0C-E212-57C43F8A9F63}"/>
              </a:ext>
            </a:extLst>
          </p:cNvPr>
          <p:cNvSpPr/>
          <p:nvPr/>
        </p:nvSpPr>
        <p:spPr>
          <a:xfrm>
            <a:off x="5458692" y="5972364"/>
            <a:ext cx="1274619" cy="360000"/>
          </a:xfrm>
          <a:prstGeom prst="homePlate">
            <a:avLst>
              <a:gd name="adj" fmla="val 23219"/>
            </a:avLst>
          </a:prstGeom>
          <a:ln/>
        </p:spPr>
        <p:style>
          <a:lnRef idx="1">
            <a:schemeClr val="accent6"/>
          </a:lnRef>
          <a:fillRef idx="2">
            <a:schemeClr val="accent6"/>
          </a:fillRef>
          <a:effectRef idx="1">
            <a:schemeClr val="accent6"/>
          </a:effectRef>
          <a:fontRef idx="minor">
            <a:schemeClr val="dk1"/>
          </a:fontRef>
        </p:style>
        <p:txBody>
          <a:bodyPr wrap="none" rtlCol="0" anchor="ctr"/>
          <a:lstStyle/>
          <a:p>
            <a:pPr algn="ctr"/>
            <a:r>
              <a:rPr kumimoji="1" lang="ja-JP" altLang="en-US" sz="1200">
                <a:ln w="3175">
                  <a:noFill/>
                </a:ln>
                <a:solidFill>
                  <a:schemeClr val="tx1"/>
                </a:solidFill>
                <a:effectLst/>
                <a:latin typeface="Meiryo UI" panose="020B0604030504040204" pitchFamily="50" charset="-128"/>
                <a:ea typeface="Meiryo UI" panose="020B0604030504040204" pitchFamily="50" charset="-128"/>
              </a:rPr>
              <a:t>検討</a:t>
            </a:r>
          </a:p>
        </p:txBody>
      </p:sp>
      <p:sp>
        <p:nvSpPr>
          <p:cNvPr id="26" name="ホームベース 79">
            <a:extLst>
              <a:ext uri="{FF2B5EF4-FFF2-40B4-BE49-F238E27FC236}">
                <a16:creationId xmlns:a16="http://schemas.microsoft.com/office/drawing/2014/main" id="{B172F3D7-F9BD-614A-3FD8-01ADF46158E4}"/>
              </a:ext>
            </a:extLst>
          </p:cNvPr>
          <p:cNvSpPr/>
          <p:nvPr/>
        </p:nvSpPr>
        <p:spPr>
          <a:xfrm>
            <a:off x="2926126" y="3491455"/>
            <a:ext cx="879256" cy="360000"/>
          </a:xfrm>
          <a:prstGeom prst="homePlate">
            <a:avLst>
              <a:gd name="adj" fmla="val 23219"/>
            </a:avLst>
          </a:prstGeom>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200">
                <a:ln w="3175">
                  <a:noFill/>
                </a:ln>
                <a:solidFill>
                  <a:schemeClr val="tx1"/>
                </a:solidFill>
                <a:effectLst/>
                <a:latin typeface="Meiryo UI" panose="020B0604030504040204" pitchFamily="50" charset="-128"/>
                <a:ea typeface="Meiryo UI" panose="020B0604030504040204" pitchFamily="50" charset="-128"/>
              </a:rPr>
              <a:t>作成</a:t>
            </a:r>
          </a:p>
        </p:txBody>
      </p:sp>
      <p:sp>
        <p:nvSpPr>
          <p:cNvPr id="30" name="ホームベース 79">
            <a:extLst>
              <a:ext uri="{FF2B5EF4-FFF2-40B4-BE49-F238E27FC236}">
                <a16:creationId xmlns:a16="http://schemas.microsoft.com/office/drawing/2014/main" id="{B61ED379-7E41-2BEF-A039-AC892394CE28}"/>
              </a:ext>
            </a:extLst>
          </p:cNvPr>
          <p:cNvSpPr/>
          <p:nvPr/>
        </p:nvSpPr>
        <p:spPr>
          <a:xfrm>
            <a:off x="4210880" y="4175548"/>
            <a:ext cx="842310" cy="360000"/>
          </a:xfrm>
          <a:prstGeom prst="homePlate">
            <a:avLst>
              <a:gd name="adj" fmla="val 23219"/>
            </a:avLst>
          </a:prstGeom>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200">
                <a:ln w="3175">
                  <a:noFill/>
                </a:ln>
                <a:solidFill>
                  <a:schemeClr val="tx1"/>
                </a:solidFill>
                <a:effectLst/>
                <a:latin typeface="Meiryo UI" panose="020B0604030504040204" pitchFamily="50" charset="-128"/>
                <a:ea typeface="Meiryo UI" panose="020B0604030504040204" pitchFamily="50" charset="-128"/>
              </a:rPr>
              <a:t>作成</a:t>
            </a:r>
          </a:p>
        </p:txBody>
      </p:sp>
      <p:sp>
        <p:nvSpPr>
          <p:cNvPr id="31" name="ホームベース 79">
            <a:extLst>
              <a:ext uri="{FF2B5EF4-FFF2-40B4-BE49-F238E27FC236}">
                <a16:creationId xmlns:a16="http://schemas.microsoft.com/office/drawing/2014/main" id="{20216E36-14CA-DBD1-E0A9-A06CAE7439B7}"/>
              </a:ext>
            </a:extLst>
          </p:cNvPr>
          <p:cNvSpPr/>
          <p:nvPr/>
        </p:nvSpPr>
        <p:spPr>
          <a:xfrm>
            <a:off x="4230253" y="5972364"/>
            <a:ext cx="1228440" cy="360000"/>
          </a:xfrm>
          <a:prstGeom prst="homePlate">
            <a:avLst>
              <a:gd name="adj" fmla="val 23219"/>
            </a:avLst>
          </a:prstGeom>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200">
                <a:ln w="3175">
                  <a:noFill/>
                </a:ln>
                <a:solidFill>
                  <a:schemeClr val="tx1"/>
                </a:solidFill>
                <a:effectLst/>
                <a:latin typeface="Meiryo UI" panose="020B0604030504040204" pitchFamily="50" charset="-128"/>
                <a:ea typeface="Meiryo UI" panose="020B0604030504040204" pitchFamily="50" charset="-128"/>
              </a:rPr>
              <a:t>作成</a:t>
            </a:r>
          </a:p>
        </p:txBody>
      </p:sp>
      <p:sp>
        <p:nvSpPr>
          <p:cNvPr id="32" name="ホームベース 79">
            <a:extLst>
              <a:ext uri="{FF2B5EF4-FFF2-40B4-BE49-F238E27FC236}">
                <a16:creationId xmlns:a16="http://schemas.microsoft.com/office/drawing/2014/main" id="{A325D4DE-D4A9-A12D-46C9-370C413A6134}"/>
              </a:ext>
            </a:extLst>
          </p:cNvPr>
          <p:cNvSpPr/>
          <p:nvPr/>
        </p:nvSpPr>
        <p:spPr>
          <a:xfrm>
            <a:off x="5053190" y="4798943"/>
            <a:ext cx="842310" cy="360000"/>
          </a:xfrm>
          <a:prstGeom prst="homePlate">
            <a:avLst>
              <a:gd name="adj" fmla="val 23219"/>
            </a:avLst>
          </a:prstGeom>
          <a:ln/>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200">
                <a:ln w="3175">
                  <a:noFill/>
                </a:ln>
                <a:solidFill>
                  <a:schemeClr val="tx1"/>
                </a:solidFill>
                <a:effectLst/>
                <a:latin typeface="Meiryo UI" panose="020B0604030504040204" pitchFamily="50" charset="-128"/>
                <a:ea typeface="Meiryo UI" panose="020B0604030504040204" pitchFamily="50" charset="-128"/>
              </a:rPr>
              <a:t>作成</a:t>
            </a:r>
          </a:p>
        </p:txBody>
      </p:sp>
      <p:grpSp>
        <p:nvGrpSpPr>
          <p:cNvPr id="35" name="グループ化 34">
            <a:extLst>
              <a:ext uri="{FF2B5EF4-FFF2-40B4-BE49-F238E27FC236}">
                <a16:creationId xmlns:a16="http://schemas.microsoft.com/office/drawing/2014/main" id="{9F84C3BF-CF11-073F-6E31-B0551508B04D}"/>
              </a:ext>
            </a:extLst>
          </p:cNvPr>
          <p:cNvGrpSpPr/>
          <p:nvPr/>
        </p:nvGrpSpPr>
        <p:grpSpPr>
          <a:xfrm>
            <a:off x="4581748" y="1650215"/>
            <a:ext cx="1514253" cy="565194"/>
            <a:chOff x="2073600" y="2196000"/>
            <a:chExt cx="1260000" cy="565194"/>
          </a:xfrm>
        </p:grpSpPr>
        <p:cxnSp>
          <p:nvCxnSpPr>
            <p:cNvPr id="36" name="直線コネクタ 35">
              <a:extLst>
                <a:ext uri="{FF2B5EF4-FFF2-40B4-BE49-F238E27FC236}">
                  <a16:creationId xmlns:a16="http://schemas.microsoft.com/office/drawing/2014/main" id="{5150D005-5AFA-188B-5173-7B674CEEE91B}"/>
                </a:ext>
              </a:extLst>
            </p:cNvPr>
            <p:cNvCxnSpPr>
              <a:cxnSpLocks/>
            </p:cNvCxnSpPr>
            <p:nvPr/>
          </p:nvCxnSpPr>
          <p:spPr>
            <a:xfrm>
              <a:off x="2480508" y="2196000"/>
              <a:ext cx="277853" cy="0"/>
            </a:xfrm>
            <a:prstGeom prst="line">
              <a:avLst/>
            </a:prstGeom>
            <a:ln w="38100">
              <a:solidFill>
                <a:schemeClr val="accent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8472DECF-3495-813F-6ABC-52B1F91DE88C}"/>
                </a:ext>
              </a:extLst>
            </p:cNvPr>
            <p:cNvSpPr txBox="1"/>
            <p:nvPr/>
          </p:nvSpPr>
          <p:spPr>
            <a:xfrm>
              <a:off x="2073600" y="2231999"/>
              <a:ext cx="1260000" cy="529195"/>
            </a:xfrm>
            <a:prstGeom prst="rect">
              <a:avLst/>
            </a:prstGeom>
            <a:noFill/>
          </p:spPr>
          <p:txBody>
            <a:bodyPr wrap="none" lIns="36000" rIns="0" rtlCol="0">
              <a:noAutofit/>
            </a:bodyPr>
            <a:lstStyle/>
            <a:p>
              <a:pPr algn="ctr"/>
              <a:r>
                <a:rPr lang="ja-JP" altLang="en-US" sz="1200">
                  <a:latin typeface="Meiryo UI" panose="020B0604030504040204" pitchFamily="50" charset="-128"/>
                  <a:ea typeface="Meiryo UI" panose="020B0604030504040204" pitchFamily="50" charset="-128"/>
                </a:rPr>
                <a:t>概算見積提出</a:t>
              </a:r>
              <a:endParaRPr lang="en-US" altLang="ja-JP" sz="1200">
                <a:latin typeface="Meiryo UI" panose="020B0604030504040204" pitchFamily="50" charset="-128"/>
                <a:ea typeface="Meiryo UI" panose="020B0604030504040204" pitchFamily="50" charset="-128"/>
              </a:endParaRPr>
            </a:p>
            <a:p>
              <a:pPr algn="ctr"/>
              <a:r>
                <a:rPr lang="en-US" altLang="ja-JP" sz="1200">
                  <a:latin typeface="Meiryo UI" panose="020B0604030504040204" pitchFamily="50" charset="-128"/>
                  <a:ea typeface="Meiryo UI" panose="020B0604030504040204" pitchFamily="50" charset="-128"/>
                </a:rPr>
                <a:t>(</a:t>
              </a:r>
              <a:r>
                <a:rPr lang="ja-JP" altLang="en-US" sz="1200">
                  <a:latin typeface="Meiryo UI" panose="020B0604030504040204" pitchFamily="50" charset="-128"/>
                  <a:ea typeface="Meiryo UI" panose="020B0604030504040204" pitchFamily="50" charset="-128"/>
                </a:rPr>
                <a:t>検索する</a:t>
              </a:r>
              <a:endParaRPr lang="en-US" altLang="ja-JP" sz="1200">
                <a:latin typeface="Meiryo UI" panose="020B0604030504040204" pitchFamily="50" charset="-128"/>
                <a:ea typeface="Meiryo UI" panose="020B0604030504040204" pitchFamily="50" charset="-128"/>
              </a:endParaRPr>
            </a:p>
            <a:p>
              <a:pPr algn="ctr"/>
              <a:r>
                <a:rPr lang="ja-JP" altLang="en-US" sz="1200">
                  <a:latin typeface="Meiryo UI" panose="020B0604030504040204" pitchFamily="50" charset="-128"/>
                  <a:ea typeface="Meiryo UI" panose="020B0604030504040204" pitchFamily="50" charset="-128"/>
                </a:rPr>
                <a:t>表示する</a:t>
              </a:r>
              <a:r>
                <a:rPr lang="en-US" altLang="ja-JP" sz="1200">
                  <a:latin typeface="Meiryo UI" panose="020B0604030504040204" pitchFamily="50" charset="-128"/>
                  <a:ea typeface="Meiryo UI" panose="020B0604030504040204" pitchFamily="50" charset="-128"/>
                </a:rPr>
                <a:t>)</a:t>
              </a:r>
              <a:endParaRPr kumimoji="1" lang="ja-JP" altLang="en-US" sz="1200">
                <a:latin typeface="Meiryo UI" panose="020B0604030504040204" pitchFamily="50" charset="-128"/>
                <a:ea typeface="Meiryo UI" panose="020B0604030504040204" pitchFamily="50" charset="-128"/>
              </a:endParaRPr>
            </a:p>
          </p:txBody>
        </p:sp>
      </p:grpSp>
      <p:grpSp>
        <p:nvGrpSpPr>
          <p:cNvPr id="39" name="グループ化 38">
            <a:extLst>
              <a:ext uri="{FF2B5EF4-FFF2-40B4-BE49-F238E27FC236}">
                <a16:creationId xmlns:a16="http://schemas.microsoft.com/office/drawing/2014/main" id="{D677CE68-6F9E-3B62-EAD9-205EC4510551}"/>
              </a:ext>
            </a:extLst>
          </p:cNvPr>
          <p:cNvGrpSpPr/>
          <p:nvPr/>
        </p:nvGrpSpPr>
        <p:grpSpPr>
          <a:xfrm>
            <a:off x="6284524" y="1688990"/>
            <a:ext cx="1514253" cy="565194"/>
            <a:chOff x="2073600" y="2196000"/>
            <a:chExt cx="1260000" cy="565194"/>
          </a:xfrm>
        </p:grpSpPr>
        <p:cxnSp>
          <p:nvCxnSpPr>
            <p:cNvPr id="40" name="直線コネクタ 39">
              <a:extLst>
                <a:ext uri="{FF2B5EF4-FFF2-40B4-BE49-F238E27FC236}">
                  <a16:creationId xmlns:a16="http://schemas.microsoft.com/office/drawing/2014/main" id="{1BB68C6C-BA03-A38B-11A0-BCA0A4D5D5DA}"/>
                </a:ext>
              </a:extLst>
            </p:cNvPr>
            <p:cNvCxnSpPr>
              <a:cxnSpLocks/>
            </p:cNvCxnSpPr>
            <p:nvPr/>
          </p:nvCxnSpPr>
          <p:spPr>
            <a:xfrm>
              <a:off x="2480508" y="2196000"/>
              <a:ext cx="277853" cy="0"/>
            </a:xfrm>
            <a:prstGeom prst="line">
              <a:avLst/>
            </a:prstGeom>
            <a:ln w="38100">
              <a:solidFill>
                <a:schemeClr val="accent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79629AC8-57A5-1BD3-E8B9-59F0018BB6D0}"/>
                </a:ext>
              </a:extLst>
            </p:cNvPr>
            <p:cNvSpPr txBox="1"/>
            <p:nvPr/>
          </p:nvSpPr>
          <p:spPr>
            <a:xfrm>
              <a:off x="2073600" y="2231999"/>
              <a:ext cx="1260000" cy="529195"/>
            </a:xfrm>
            <a:prstGeom prst="rect">
              <a:avLst/>
            </a:prstGeom>
            <a:noFill/>
          </p:spPr>
          <p:txBody>
            <a:bodyPr wrap="none" lIns="36000" rIns="0" rtlCol="0">
              <a:noAutofit/>
            </a:bodyPr>
            <a:lstStyle/>
            <a:p>
              <a:pPr algn="ctr"/>
              <a:r>
                <a:rPr lang="ja-JP" altLang="en-US" sz="1200" b="1">
                  <a:solidFill>
                    <a:srgbClr val="FF0000"/>
                  </a:solidFill>
                  <a:latin typeface="Meiryo UI" panose="020B0604030504040204" pitchFamily="50" charset="-128"/>
                  <a:ea typeface="Meiryo UI" panose="020B0604030504040204" pitchFamily="50" charset="-128"/>
                </a:rPr>
                <a:t>要件確定</a:t>
              </a:r>
              <a:endParaRPr lang="en-US" altLang="ja-JP" sz="1200" b="1">
                <a:solidFill>
                  <a:srgbClr val="FF0000"/>
                </a:solidFill>
                <a:latin typeface="Meiryo UI" panose="020B0604030504040204" pitchFamily="50" charset="-128"/>
                <a:ea typeface="Meiryo UI" panose="020B0604030504040204" pitchFamily="50" charset="-128"/>
              </a:endParaRPr>
            </a:p>
            <a:p>
              <a:pPr algn="ctr"/>
              <a:r>
                <a:rPr lang="ja-JP" altLang="en-US" sz="1200" b="1">
                  <a:solidFill>
                    <a:srgbClr val="FF0000"/>
                  </a:solidFill>
                  <a:latin typeface="Meiryo UI" panose="020B0604030504040204" pitchFamily="50" charset="-128"/>
                  <a:ea typeface="Meiryo UI" panose="020B0604030504040204" pitchFamily="50" charset="-128"/>
                </a:rPr>
                <a:t>正式見積提出</a:t>
              </a:r>
              <a:endParaRPr lang="en-US" altLang="ja-JP" sz="1200" b="1">
                <a:solidFill>
                  <a:srgbClr val="FF0000"/>
                </a:solidFill>
                <a:latin typeface="Meiryo UI" panose="020B0604030504040204" pitchFamily="50" charset="-128"/>
                <a:ea typeface="Meiryo UI" panose="020B0604030504040204" pitchFamily="50" charset="-128"/>
              </a:endParaRPr>
            </a:p>
          </p:txBody>
        </p:sp>
      </p:grpSp>
      <p:grpSp>
        <p:nvGrpSpPr>
          <p:cNvPr id="42" name="グループ化 41">
            <a:extLst>
              <a:ext uri="{FF2B5EF4-FFF2-40B4-BE49-F238E27FC236}">
                <a16:creationId xmlns:a16="http://schemas.microsoft.com/office/drawing/2014/main" id="{2AC7C918-E1DA-A6FC-7E14-529B60876259}"/>
              </a:ext>
            </a:extLst>
          </p:cNvPr>
          <p:cNvGrpSpPr/>
          <p:nvPr/>
        </p:nvGrpSpPr>
        <p:grpSpPr>
          <a:xfrm>
            <a:off x="6672320" y="2451322"/>
            <a:ext cx="1514253" cy="565194"/>
            <a:chOff x="2073600" y="2196000"/>
            <a:chExt cx="1260000" cy="565194"/>
          </a:xfrm>
        </p:grpSpPr>
        <p:cxnSp>
          <p:nvCxnSpPr>
            <p:cNvPr id="43" name="直線コネクタ 42">
              <a:extLst>
                <a:ext uri="{FF2B5EF4-FFF2-40B4-BE49-F238E27FC236}">
                  <a16:creationId xmlns:a16="http://schemas.microsoft.com/office/drawing/2014/main" id="{AEEDEFD6-3AB9-727F-D804-8189BFC2654B}"/>
                </a:ext>
              </a:extLst>
            </p:cNvPr>
            <p:cNvCxnSpPr>
              <a:cxnSpLocks/>
            </p:cNvCxnSpPr>
            <p:nvPr/>
          </p:nvCxnSpPr>
          <p:spPr>
            <a:xfrm>
              <a:off x="2480508" y="2196000"/>
              <a:ext cx="277853" cy="0"/>
            </a:xfrm>
            <a:prstGeom prst="line">
              <a:avLst/>
            </a:prstGeom>
            <a:ln w="38100">
              <a:solidFill>
                <a:schemeClr val="accent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DAAF2FBB-10DD-10D4-F4F7-043DAF93F8D8}"/>
                </a:ext>
              </a:extLst>
            </p:cNvPr>
            <p:cNvSpPr txBox="1"/>
            <p:nvPr/>
          </p:nvSpPr>
          <p:spPr>
            <a:xfrm>
              <a:off x="2073600" y="2231999"/>
              <a:ext cx="1260000" cy="529195"/>
            </a:xfrm>
            <a:prstGeom prst="rect">
              <a:avLst/>
            </a:prstGeom>
            <a:noFill/>
          </p:spPr>
          <p:txBody>
            <a:bodyPr wrap="none" lIns="36000" rIns="0" rtlCol="0">
              <a:noAutofit/>
            </a:bodyPr>
            <a:lstStyle/>
            <a:p>
              <a:pPr algn="ctr"/>
              <a:r>
                <a:rPr kumimoji="1" lang="ja-JP" altLang="en-US" sz="1200" b="1">
                  <a:solidFill>
                    <a:srgbClr val="FF0000"/>
                  </a:solidFill>
                  <a:latin typeface="Meiryo UI" panose="020B0604030504040204" pitchFamily="50" charset="-128"/>
                  <a:ea typeface="Meiryo UI" panose="020B0604030504040204" pitchFamily="50" charset="-128"/>
                </a:rPr>
                <a:t>開発工程</a:t>
              </a:r>
              <a:endParaRPr kumimoji="1" lang="en-US" altLang="ja-JP" sz="1200" b="1">
                <a:solidFill>
                  <a:srgbClr val="FF0000"/>
                </a:solidFill>
                <a:latin typeface="Meiryo UI" panose="020B0604030504040204" pitchFamily="50" charset="-128"/>
                <a:ea typeface="Meiryo UI" panose="020B0604030504040204" pitchFamily="50" charset="-128"/>
              </a:endParaRPr>
            </a:p>
            <a:p>
              <a:pPr algn="ctr"/>
              <a:r>
                <a:rPr kumimoji="1" lang="ja-JP" altLang="en-US" sz="1200" b="1">
                  <a:solidFill>
                    <a:srgbClr val="FF0000"/>
                  </a:solidFill>
                  <a:latin typeface="Meiryo UI" panose="020B0604030504040204" pitchFamily="50" charset="-128"/>
                  <a:ea typeface="Meiryo UI" panose="020B0604030504040204" pitchFamily="50" charset="-128"/>
                </a:rPr>
                <a:t>契約締結</a:t>
              </a:r>
            </a:p>
          </p:txBody>
        </p:sp>
      </p:grpSp>
      <p:grpSp>
        <p:nvGrpSpPr>
          <p:cNvPr id="45" name="グループ化 44">
            <a:extLst>
              <a:ext uri="{FF2B5EF4-FFF2-40B4-BE49-F238E27FC236}">
                <a16:creationId xmlns:a16="http://schemas.microsoft.com/office/drawing/2014/main" id="{8ADCFCE3-C6A7-7AE1-A9CF-AF782635C8EC}"/>
              </a:ext>
            </a:extLst>
          </p:cNvPr>
          <p:cNvGrpSpPr/>
          <p:nvPr/>
        </p:nvGrpSpPr>
        <p:grpSpPr>
          <a:xfrm>
            <a:off x="2036539" y="1686214"/>
            <a:ext cx="1514253" cy="565194"/>
            <a:chOff x="2073600" y="2196000"/>
            <a:chExt cx="1260000" cy="565194"/>
          </a:xfrm>
        </p:grpSpPr>
        <p:cxnSp>
          <p:nvCxnSpPr>
            <p:cNvPr id="46" name="直線コネクタ 45">
              <a:extLst>
                <a:ext uri="{FF2B5EF4-FFF2-40B4-BE49-F238E27FC236}">
                  <a16:creationId xmlns:a16="http://schemas.microsoft.com/office/drawing/2014/main" id="{FD46F184-4457-3417-E304-F0890BBC65D4}"/>
                </a:ext>
              </a:extLst>
            </p:cNvPr>
            <p:cNvCxnSpPr>
              <a:cxnSpLocks/>
            </p:cNvCxnSpPr>
            <p:nvPr/>
          </p:nvCxnSpPr>
          <p:spPr>
            <a:xfrm>
              <a:off x="2480508" y="2196000"/>
              <a:ext cx="277853" cy="0"/>
            </a:xfrm>
            <a:prstGeom prst="line">
              <a:avLst/>
            </a:prstGeom>
            <a:ln w="38100">
              <a:solidFill>
                <a:schemeClr val="accent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8077EEB7-4950-0C0F-9F41-C525DF0CA08F}"/>
                </a:ext>
              </a:extLst>
            </p:cNvPr>
            <p:cNvSpPr txBox="1"/>
            <p:nvPr/>
          </p:nvSpPr>
          <p:spPr>
            <a:xfrm>
              <a:off x="2073600" y="2231999"/>
              <a:ext cx="1260000" cy="529195"/>
            </a:xfrm>
            <a:prstGeom prst="rect">
              <a:avLst/>
            </a:prstGeom>
            <a:noFill/>
          </p:spPr>
          <p:txBody>
            <a:bodyPr wrap="none" lIns="36000" rIns="0" rtlCol="0">
              <a:noAutofit/>
            </a:bodyPr>
            <a:lstStyle/>
            <a:p>
              <a:pPr algn="ctr"/>
              <a:r>
                <a:rPr lang="ja-JP" altLang="en-US" sz="1200">
                  <a:latin typeface="Meiryo UI" panose="020B0604030504040204" pitchFamily="50" charset="-128"/>
                  <a:ea typeface="Meiryo UI" panose="020B0604030504040204" pitchFamily="50" charset="-128"/>
                </a:rPr>
                <a:t>キックオフ</a:t>
              </a:r>
              <a:endParaRPr kumimoji="1" lang="ja-JP" altLang="en-US" sz="1200">
                <a:latin typeface="Meiryo UI" panose="020B0604030504040204" pitchFamily="50" charset="-128"/>
                <a:ea typeface="Meiryo UI" panose="020B0604030504040204" pitchFamily="50" charset="-128"/>
              </a:endParaRPr>
            </a:p>
          </p:txBody>
        </p:sp>
      </p:grpSp>
      <p:grpSp>
        <p:nvGrpSpPr>
          <p:cNvPr id="48" name="グループ化 47">
            <a:extLst>
              <a:ext uri="{FF2B5EF4-FFF2-40B4-BE49-F238E27FC236}">
                <a16:creationId xmlns:a16="http://schemas.microsoft.com/office/drawing/2014/main" id="{5B8A30B1-1FE6-3192-F704-7C896D98EC73}"/>
              </a:ext>
            </a:extLst>
          </p:cNvPr>
          <p:cNvGrpSpPr/>
          <p:nvPr/>
        </p:nvGrpSpPr>
        <p:grpSpPr>
          <a:xfrm>
            <a:off x="7136293" y="2070156"/>
            <a:ext cx="1712536" cy="565194"/>
            <a:chOff x="2073600" y="2196000"/>
            <a:chExt cx="1424990" cy="565194"/>
          </a:xfrm>
        </p:grpSpPr>
        <p:cxnSp>
          <p:nvCxnSpPr>
            <p:cNvPr id="49" name="直線コネクタ 48">
              <a:extLst>
                <a:ext uri="{FF2B5EF4-FFF2-40B4-BE49-F238E27FC236}">
                  <a16:creationId xmlns:a16="http://schemas.microsoft.com/office/drawing/2014/main" id="{4313B211-FF33-026C-FACD-4FD9B5B3963B}"/>
                </a:ext>
              </a:extLst>
            </p:cNvPr>
            <p:cNvCxnSpPr>
              <a:cxnSpLocks/>
            </p:cNvCxnSpPr>
            <p:nvPr/>
          </p:nvCxnSpPr>
          <p:spPr>
            <a:xfrm>
              <a:off x="2480508" y="2196000"/>
              <a:ext cx="1018082" cy="0"/>
            </a:xfrm>
            <a:prstGeom prst="line">
              <a:avLst/>
            </a:prstGeom>
            <a:ln w="38100">
              <a:solidFill>
                <a:schemeClr val="accent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578D6B4-A205-B0FB-26D3-E3EB0532A5E5}"/>
                </a:ext>
              </a:extLst>
            </p:cNvPr>
            <p:cNvSpPr txBox="1"/>
            <p:nvPr/>
          </p:nvSpPr>
          <p:spPr>
            <a:xfrm>
              <a:off x="2073600" y="2231999"/>
              <a:ext cx="1260000" cy="529195"/>
            </a:xfrm>
            <a:prstGeom prst="rect">
              <a:avLst/>
            </a:prstGeom>
            <a:noFill/>
          </p:spPr>
          <p:txBody>
            <a:bodyPr wrap="none" lIns="36000" rIns="0" rtlCol="0">
              <a:noAutofit/>
            </a:bodyPr>
            <a:lstStyle/>
            <a:p>
              <a:pPr algn="ctr"/>
              <a:r>
                <a:rPr lang="ja-JP" altLang="en-US" sz="1200">
                  <a:latin typeface="Meiryo UI" panose="020B0604030504040204" pitchFamily="50" charset="-128"/>
                  <a:ea typeface="Meiryo UI" panose="020B0604030504040204" pitchFamily="50" charset="-128"/>
                </a:rPr>
                <a:t>開発工程開始</a:t>
              </a:r>
              <a:endParaRPr lang="en-US" altLang="ja-JP" sz="1200">
                <a:latin typeface="Meiryo UI" panose="020B0604030504040204" pitchFamily="50" charset="-128"/>
                <a:ea typeface="Meiryo UI" panose="020B0604030504040204" pitchFamily="50" charset="-128"/>
              </a:endParaRPr>
            </a:p>
            <a:p>
              <a:pPr algn="ctr"/>
              <a:r>
                <a:rPr lang="en-US" altLang="ja-JP" sz="1200">
                  <a:latin typeface="Meiryo UI" panose="020B0604030504040204" pitchFamily="50" charset="-128"/>
                  <a:ea typeface="Meiryo UI" panose="020B0604030504040204" pitchFamily="50" charset="-128"/>
                </a:rPr>
                <a:t>(</a:t>
              </a:r>
              <a:r>
                <a:rPr lang="ja-JP" altLang="en-US" sz="1200">
                  <a:latin typeface="Meiryo UI" panose="020B0604030504040204" pitchFamily="50" charset="-128"/>
                  <a:ea typeface="Meiryo UI" panose="020B0604030504040204" pitchFamily="50" charset="-128"/>
                </a:rPr>
                <a:t>設計～</a:t>
              </a:r>
              <a:r>
                <a:rPr lang="en-US" altLang="ja-JP" sz="1200">
                  <a:latin typeface="Meiryo UI" panose="020B0604030504040204" pitchFamily="50" charset="-128"/>
                  <a:ea typeface="Meiryo UI" panose="020B0604030504040204" pitchFamily="50" charset="-128"/>
                </a:rPr>
                <a:t>)</a:t>
              </a:r>
            </a:p>
          </p:txBody>
        </p:sp>
      </p:grpSp>
      <p:grpSp>
        <p:nvGrpSpPr>
          <p:cNvPr id="52" name="グループ化 51">
            <a:extLst>
              <a:ext uri="{FF2B5EF4-FFF2-40B4-BE49-F238E27FC236}">
                <a16:creationId xmlns:a16="http://schemas.microsoft.com/office/drawing/2014/main" id="{D757F479-B931-4BF3-E203-950CFF7D8B5B}"/>
              </a:ext>
            </a:extLst>
          </p:cNvPr>
          <p:cNvGrpSpPr/>
          <p:nvPr/>
        </p:nvGrpSpPr>
        <p:grpSpPr>
          <a:xfrm>
            <a:off x="5626745" y="2469154"/>
            <a:ext cx="1514253" cy="565194"/>
            <a:chOff x="2073600" y="2196000"/>
            <a:chExt cx="1260000" cy="565194"/>
          </a:xfrm>
        </p:grpSpPr>
        <p:cxnSp>
          <p:nvCxnSpPr>
            <p:cNvPr id="56" name="直線コネクタ 55">
              <a:extLst>
                <a:ext uri="{FF2B5EF4-FFF2-40B4-BE49-F238E27FC236}">
                  <a16:creationId xmlns:a16="http://schemas.microsoft.com/office/drawing/2014/main" id="{B4FD97FC-D0A8-EED8-6F6D-95C70EDB3091}"/>
                </a:ext>
              </a:extLst>
            </p:cNvPr>
            <p:cNvCxnSpPr>
              <a:cxnSpLocks/>
            </p:cNvCxnSpPr>
            <p:nvPr/>
          </p:nvCxnSpPr>
          <p:spPr>
            <a:xfrm>
              <a:off x="2480508" y="2196000"/>
              <a:ext cx="277853" cy="0"/>
            </a:xfrm>
            <a:prstGeom prst="line">
              <a:avLst/>
            </a:prstGeom>
            <a:ln w="38100">
              <a:solidFill>
                <a:schemeClr val="accent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57" name="テキスト ボックス 56">
              <a:extLst>
                <a:ext uri="{FF2B5EF4-FFF2-40B4-BE49-F238E27FC236}">
                  <a16:creationId xmlns:a16="http://schemas.microsoft.com/office/drawing/2014/main" id="{C932AEB1-3800-D307-543B-501C342DC16A}"/>
                </a:ext>
              </a:extLst>
            </p:cNvPr>
            <p:cNvSpPr txBox="1"/>
            <p:nvPr/>
          </p:nvSpPr>
          <p:spPr>
            <a:xfrm>
              <a:off x="2073600" y="2231999"/>
              <a:ext cx="1260000" cy="529195"/>
            </a:xfrm>
            <a:prstGeom prst="rect">
              <a:avLst/>
            </a:prstGeom>
            <a:noFill/>
          </p:spPr>
          <p:txBody>
            <a:bodyPr wrap="none" lIns="36000" rIns="0" rtlCol="0">
              <a:noAutofit/>
            </a:bodyPr>
            <a:lstStyle/>
            <a:p>
              <a:pPr algn="ctr"/>
              <a:r>
                <a:rPr lang="ja-JP" altLang="en-US" sz="1200">
                  <a:latin typeface="Meiryo UI" panose="020B0604030504040204" pitchFamily="50" charset="-128"/>
                  <a:ea typeface="Meiryo UI" panose="020B0604030504040204" pitchFamily="50" charset="-128"/>
                </a:rPr>
                <a:t>概算見積提出</a:t>
              </a:r>
              <a:endParaRPr lang="en-US" altLang="ja-JP" sz="1200">
                <a:latin typeface="Meiryo UI" panose="020B0604030504040204" pitchFamily="50" charset="-128"/>
                <a:ea typeface="Meiryo UI" panose="020B0604030504040204" pitchFamily="50" charset="-128"/>
              </a:endParaRPr>
            </a:p>
            <a:p>
              <a:pPr algn="ctr"/>
              <a:r>
                <a:rPr lang="en-US" altLang="ja-JP" sz="1200">
                  <a:latin typeface="Meiryo UI" panose="020B0604030504040204" pitchFamily="50" charset="-128"/>
                  <a:ea typeface="Meiryo UI" panose="020B0604030504040204" pitchFamily="50" charset="-128"/>
                </a:rPr>
                <a:t>(</a:t>
              </a:r>
              <a:r>
                <a:rPr lang="ja-JP" altLang="en-US" sz="1200">
                  <a:latin typeface="Meiryo UI" panose="020B0604030504040204" pitchFamily="50" charset="-128"/>
                  <a:ea typeface="Meiryo UI" panose="020B0604030504040204" pitchFamily="50" charset="-128"/>
                </a:rPr>
                <a:t>計算する</a:t>
              </a:r>
              <a:r>
                <a:rPr lang="en-US" altLang="ja-JP" sz="1200">
                  <a:latin typeface="Meiryo UI" panose="020B0604030504040204" pitchFamily="50" charset="-128"/>
                  <a:ea typeface="Meiryo UI" panose="020B0604030504040204" pitchFamily="50" charset="-128"/>
                </a:rPr>
                <a:t>)</a:t>
              </a:r>
              <a:endParaRPr kumimoji="1" lang="ja-JP" altLang="en-US" sz="1200">
                <a:latin typeface="Meiryo UI" panose="020B0604030504040204" pitchFamily="50" charset="-128"/>
                <a:ea typeface="Meiryo UI" panose="020B0604030504040204" pitchFamily="50" charset="-128"/>
              </a:endParaRPr>
            </a:p>
          </p:txBody>
        </p:sp>
      </p:grpSp>
      <p:sp>
        <p:nvSpPr>
          <p:cNvPr id="3" name="吹き出し: 四角形 2">
            <a:extLst>
              <a:ext uri="{FF2B5EF4-FFF2-40B4-BE49-F238E27FC236}">
                <a16:creationId xmlns:a16="http://schemas.microsoft.com/office/drawing/2014/main" id="{CD27461B-295B-062F-85B3-6DAB16C39A75}"/>
              </a:ext>
            </a:extLst>
          </p:cNvPr>
          <p:cNvSpPr/>
          <p:nvPr/>
        </p:nvSpPr>
        <p:spPr>
          <a:xfrm>
            <a:off x="6308438" y="3264744"/>
            <a:ext cx="3559990" cy="1786224"/>
          </a:xfrm>
          <a:prstGeom prst="wedgeRectCallout">
            <a:avLst>
              <a:gd name="adj1" fmla="val -62723"/>
              <a:gd name="adj2" fmla="val 15792"/>
            </a:avLst>
          </a:prstGeom>
        </p:spPr>
        <p:style>
          <a:lnRef idx="2">
            <a:schemeClr val="accent2"/>
          </a:lnRef>
          <a:fillRef idx="1">
            <a:schemeClr val="lt1"/>
          </a:fillRef>
          <a:effectRef idx="0">
            <a:schemeClr val="accent2"/>
          </a:effectRef>
          <a:fontRef idx="minor">
            <a:schemeClr val="dk1"/>
          </a:fontRef>
        </p:style>
        <p:txBody>
          <a:bodyPr rtlCol="0" anchor="ctr"/>
          <a:lstStyle/>
          <a:p>
            <a:r>
              <a:rPr kumimoji="1" lang="ja-JP" altLang="en-US" sz="1200"/>
              <a:t>記載方法がわかりづらく申し訳ございません。</a:t>
            </a:r>
            <a:endParaRPr kumimoji="1" lang="en-US" altLang="ja-JP" sz="1200"/>
          </a:p>
          <a:p>
            <a:r>
              <a:rPr kumimoji="1" lang="en-US" altLang="ja-JP" sz="1200"/>
              <a:t>10</a:t>
            </a:r>
            <a:r>
              <a:rPr kumimoji="1" lang="ja-JP" altLang="en-US" sz="1200"/>
              <a:t>月は</a:t>
            </a:r>
            <a:r>
              <a:rPr kumimoji="1" lang="en-US" altLang="ja-JP" sz="1200"/>
              <a:t>5</a:t>
            </a:r>
            <a:r>
              <a:rPr kumimoji="1" lang="ja-JP" altLang="en-US" sz="1200"/>
              <a:t>週あるため、</a:t>
            </a:r>
            <a:endParaRPr kumimoji="1" lang="en-US" altLang="ja-JP" sz="1200"/>
          </a:p>
          <a:p>
            <a:r>
              <a:rPr kumimoji="1" lang="ja-JP" altLang="en-US" sz="1200"/>
              <a:t>計算するの検討に</a:t>
            </a:r>
            <a:r>
              <a:rPr kumimoji="1" lang="en-US" altLang="ja-JP" sz="1200"/>
              <a:t>3</a:t>
            </a:r>
            <a:r>
              <a:rPr kumimoji="1" lang="ja-JP" altLang="en-US" sz="1200"/>
              <a:t>週間利用できるためスケジュール的にはこのままで問題ありません。</a:t>
            </a:r>
            <a:endParaRPr kumimoji="1" lang="en-US" altLang="ja-JP" sz="1200"/>
          </a:p>
          <a:p>
            <a:r>
              <a:rPr kumimoji="1" lang="ja-JP" altLang="en-US" sz="1200"/>
              <a:t>キックオフで計算するのボリュームが大きいことは把握しましたので</a:t>
            </a:r>
            <a:r>
              <a:rPr kumimoji="1" lang="en-US" altLang="ja-JP" sz="1200"/>
              <a:t>QA</a:t>
            </a:r>
            <a:r>
              <a:rPr kumimoji="1" lang="ja-JP" altLang="en-US" sz="1200"/>
              <a:t>のタイミングで総務部様に確認する内容を細かくし検討時の手戻りが少なくなるように対応させていただきます。</a:t>
            </a:r>
            <a:endParaRPr kumimoji="1" lang="en-US" altLang="ja-JP" sz="1200"/>
          </a:p>
        </p:txBody>
      </p:sp>
    </p:spTree>
    <p:extLst>
      <p:ext uri="{BB962C8B-B14F-4D97-AF65-F5344CB8AC3E}">
        <p14:creationId xmlns:p14="http://schemas.microsoft.com/office/powerpoint/2010/main" val="494586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５．体制・役割</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11</a:t>
            </a:fld>
            <a:endParaRPr kumimoji="1" lang="ja-JP" altLang="en-US">
              <a:latin typeface="Meiryo UI" panose="020B0604030504040204" pitchFamily="50" charset="-128"/>
              <a:ea typeface="Meiryo UI" panose="020B0604030504040204" pitchFamily="50" charset="-128"/>
            </a:endParaRPr>
          </a:p>
        </p:txBody>
      </p:sp>
      <p:sp>
        <p:nvSpPr>
          <p:cNvPr id="99" name="正方形/長方形 98">
            <a:extLst>
              <a:ext uri="{FF2B5EF4-FFF2-40B4-BE49-F238E27FC236}">
                <a16:creationId xmlns:a16="http://schemas.microsoft.com/office/drawing/2014/main" id="{0B1C3D02-C022-7AC4-B6CC-FDBDE8A9A9C1}"/>
              </a:ext>
            </a:extLst>
          </p:cNvPr>
          <p:cNvSpPr/>
          <p:nvPr/>
        </p:nvSpPr>
        <p:spPr>
          <a:xfrm>
            <a:off x="2749964" y="1398595"/>
            <a:ext cx="6101949" cy="4900671"/>
          </a:xfrm>
          <a:prstGeom prst="rect">
            <a:avLst/>
          </a:prstGeom>
          <a:solidFill>
            <a:srgbClr val="A5B592">
              <a:lumMod val="20000"/>
              <a:lumOff val="80000"/>
            </a:srgbClr>
          </a:solidFill>
          <a:ln w="12700" cap="flat" cmpd="sng" algn="ctr">
            <a:solidFill>
              <a:srgbClr val="A5B59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100" name="四角形: 上の 2 つの角を丸める 99">
            <a:extLst>
              <a:ext uri="{FF2B5EF4-FFF2-40B4-BE49-F238E27FC236}">
                <a16:creationId xmlns:a16="http://schemas.microsoft.com/office/drawing/2014/main" id="{D40AACFE-9E21-5C3E-A7E2-F49BF1157503}"/>
              </a:ext>
            </a:extLst>
          </p:cNvPr>
          <p:cNvSpPr/>
          <p:nvPr/>
        </p:nvSpPr>
        <p:spPr>
          <a:xfrm>
            <a:off x="2749964" y="1038596"/>
            <a:ext cx="6101949" cy="360000"/>
          </a:xfrm>
          <a:prstGeom prst="round2SameRect">
            <a:avLst/>
          </a:prstGeom>
          <a:solidFill>
            <a:srgbClr val="A5B592"/>
          </a:solidFill>
          <a:ln w="12700" cap="flat" cmpd="sng" algn="ctr">
            <a:solidFill>
              <a:srgbClr val="A5B59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システムエグゼ</a:t>
            </a:r>
          </a:p>
        </p:txBody>
      </p:sp>
      <p:sp>
        <p:nvSpPr>
          <p:cNvPr id="5" name="正方形/長方形 4">
            <a:extLst>
              <a:ext uri="{FF2B5EF4-FFF2-40B4-BE49-F238E27FC236}">
                <a16:creationId xmlns:a16="http://schemas.microsoft.com/office/drawing/2014/main" id="{67453913-E7D5-FE8E-4FF5-BD2546B9BA91}"/>
              </a:ext>
            </a:extLst>
          </p:cNvPr>
          <p:cNvSpPr/>
          <p:nvPr/>
        </p:nvSpPr>
        <p:spPr>
          <a:xfrm>
            <a:off x="4925764" y="1545249"/>
            <a:ext cx="1800200" cy="252000"/>
          </a:xfrm>
          <a:prstGeom prst="rect">
            <a:avLst/>
          </a:prstGeom>
          <a:solidFill>
            <a:srgbClr val="4F81BD"/>
          </a:solidFill>
          <a:ln>
            <a:solidFill>
              <a:schemeClr val="accent1"/>
            </a:solidFill>
          </a:ln>
          <a:effectLst/>
        </p:spPr>
        <p:style>
          <a:lnRef idx="1">
            <a:schemeClr val="accent6"/>
          </a:lnRef>
          <a:fillRef idx="3">
            <a:schemeClr val="accent6"/>
          </a:fillRef>
          <a:effectRef idx="2">
            <a:schemeClr val="accent6"/>
          </a:effectRef>
          <a:fontRef idx="minor">
            <a:schemeClr val="lt1"/>
          </a:fontRef>
        </p:style>
        <p:txBody>
          <a:bodyPr tIns="72000" rtlCol="0" anchor="ctr" anchorCtr="0"/>
          <a:lstStyle/>
          <a:p>
            <a:pPr algn="ctr"/>
            <a:r>
              <a:rPr lang="ja-JP" altLang="en-US" sz="1200" b="1">
                <a:latin typeface="Meiryo UI" panose="020B0604030504040204" pitchFamily="50" charset="-128"/>
                <a:ea typeface="Meiryo UI" panose="020B0604030504040204" pitchFamily="50" charset="-128"/>
                <a:cs typeface="メイリオ" pitchFamily="50" charset="-128"/>
              </a:rPr>
              <a:t>責任者</a:t>
            </a:r>
            <a:endParaRPr kumimoji="1" lang="ja-JP" altLang="en-US" sz="1200" b="1">
              <a:latin typeface="Meiryo UI" panose="020B0604030504040204" pitchFamily="50" charset="-128"/>
              <a:ea typeface="Meiryo UI" panose="020B0604030504040204" pitchFamily="50" charset="-128"/>
              <a:cs typeface="メイリオ" pitchFamily="50" charset="-128"/>
            </a:endParaRPr>
          </a:p>
        </p:txBody>
      </p:sp>
      <p:sp>
        <p:nvSpPr>
          <p:cNvPr id="6" name="正方形/長方形 5">
            <a:extLst>
              <a:ext uri="{FF2B5EF4-FFF2-40B4-BE49-F238E27FC236}">
                <a16:creationId xmlns:a16="http://schemas.microsoft.com/office/drawing/2014/main" id="{A237273C-5332-8E5B-5A63-BC4216ED0924}"/>
              </a:ext>
            </a:extLst>
          </p:cNvPr>
          <p:cNvSpPr/>
          <p:nvPr/>
        </p:nvSpPr>
        <p:spPr>
          <a:xfrm>
            <a:off x="4925764" y="1797672"/>
            <a:ext cx="1800200" cy="386974"/>
          </a:xfrm>
          <a:prstGeom prst="rect">
            <a:avLst/>
          </a:prstGeom>
          <a:solidFill>
            <a:schemeClr val="bg1"/>
          </a:solidFill>
          <a:ln>
            <a:solidFill>
              <a:schemeClr val="accent1"/>
            </a:solidFill>
          </a:ln>
          <a:effectLst/>
        </p:spPr>
        <p:style>
          <a:lnRef idx="1">
            <a:schemeClr val="accent6"/>
          </a:lnRef>
          <a:fillRef idx="3">
            <a:schemeClr val="accent6"/>
          </a:fillRef>
          <a:effectRef idx="2">
            <a:schemeClr val="accent6"/>
          </a:effectRef>
          <a:fontRef idx="minor">
            <a:schemeClr val="lt1"/>
          </a:fontRef>
        </p:style>
        <p:txBody>
          <a:bodyPr tIns="72000" rtlCol="0" anchor="ctr" anchorCtr="0"/>
          <a:lstStyle/>
          <a:p>
            <a:pPr algn="ctr"/>
            <a:r>
              <a:rPr lang="ja-JP" altLang="en-US" sz="1200">
                <a:solidFill>
                  <a:schemeClr val="tx1"/>
                </a:solidFill>
                <a:latin typeface="Meiryo UI" panose="020B0604030504040204" pitchFamily="50" charset="-128"/>
                <a:ea typeface="Meiryo UI" panose="020B0604030504040204" pitchFamily="50" charset="-128"/>
                <a:cs typeface="メイリオ" pitchFamily="50" charset="-128"/>
              </a:rPr>
              <a:t>福井 将敏</a:t>
            </a:r>
          </a:p>
        </p:txBody>
      </p:sp>
      <p:sp>
        <p:nvSpPr>
          <p:cNvPr id="7" name="円/楕円 66">
            <a:extLst>
              <a:ext uri="{FF2B5EF4-FFF2-40B4-BE49-F238E27FC236}">
                <a16:creationId xmlns:a16="http://schemas.microsoft.com/office/drawing/2014/main" id="{E5EE64EB-7F8A-2FE5-18C8-E0F7B0D123BD}"/>
              </a:ext>
            </a:extLst>
          </p:cNvPr>
          <p:cNvSpPr/>
          <p:nvPr/>
        </p:nvSpPr>
        <p:spPr>
          <a:xfrm>
            <a:off x="4519513" y="1603845"/>
            <a:ext cx="597600" cy="597600"/>
          </a:xfrm>
          <a:prstGeom prst="ellipse">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ja-JP" altLang="en-US" sz="900">
                <a:solidFill>
                  <a:schemeClr val="tx1"/>
                </a:solidFill>
                <a:latin typeface="Meiryo UI" panose="020B0604030504040204" pitchFamily="50" charset="-128"/>
                <a:ea typeface="Meiryo UI" panose="020B0604030504040204" pitchFamily="50" charset="-128"/>
                <a:cs typeface="Meiryo UI" panose="020B0604030504040204" pitchFamily="50" charset="-128"/>
              </a:rPr>
              <a:t>責任者</a:t>
            </a:r>
          </a:p>
        </p:txBody>
      </p:sp>
      <p:cxnSp>
        <p:nvCxnSpPr>
          <p:cNvPr id="8" name="直線コネクタ 7">
            <a:extLst>
              <a:ext uri="{FF2B5EF4-FFF2-40B4-BE49-F238E27FC236}">
                <a16:creationId xmlns:a16="http://schemas.microsoft.com/office/drawing/2014/main" id="{4B19B3F4-B465-CCCD-7C66-D82D1BD30FEE}"/>
              </a:ext>
            </a:extLst>
          </p:cNvPr>
          <p:cNvCxnSpPr>
            <a:cxnSpLocks/>
            <a:stCxn id="6" idx="2"/>
            <a:endCxn id="9" idx="0"/>
          </p:cNvCxnSpPr>
          <p:nvPr/>
        </p:nvCxnSpPr>
        <p:spPr>
          <a:xfrm>
            <a:off x="5825864" y="2184646"/>
            <a:ext cx="0" cy="1097691"/>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AEF6ED08-8D13-E29F-D7B6-36FC6EE4F691}"/>
              </a:ext>
            </a:extLst>
          </p:cNvPr>
          <p:cNvSpPr/>
          <p:nvPr/>
        </p:nvSpPr>
        <p:spPr>
          <a:xfrm>
            <a:off x="4925764" y="3282337"/>
            <a:ext cx="1800200" cy="252000"/>
          </a:xfrm>
          <a:prstGeom prst="rect">
            <a:avLst/>
          </a:prstGeom>
          <a:solidFill>
            <a:srgbClr val="4F81BD"/>
          </a:solidFill>
          <a:ln>
            <a:solidFill>
              <a:schemeClr val="accent1"/>
            </a:solidFill>
          </a:ln>
          <a:effectLst/>
        </p:spPr>
        <p:style>
          <a:lnRef idx="1">
            <a:schemeClr val="accent6"/>
          </a:lnRef>
          <a:fillRef idx="3">
            <a:schemeClr val="accent6"/>
          </a:fillRef>
          <a:effectRef idx="2">
            <a:schemeClr val="accent6"/>
          </a:effectRef>
          <a:fontRef idx="minor">
            <a:schemeClr val="lt1"/>
          </a:fontRef>
        </p:style>
        <p:txBody>
          <a:bodyPr tIns="72000" rtlCol="0" anchor="ctr" anchorCtr="0"/>
          <a:lstStyle/>
          <a:p>
            <a:pPr algn="ctr"/>
            <a:r>
              <a:rPr lang="ja-JP" altLang="en-US" sz="1200" b="1">
                <a:solidFill>
                  <a:schemeClr val="bg1"/>
                </a:solidFill>
                <a:latin typeface="Meiryo UI" panose="020B0604030504040204" pitchFamily="50" charset="-128"/>
                <a:ea typeface="Meiryo UI" panose="020B0604030504040204" pitchFamily="50" charset="-128"/>
              </a:rPr>
              <a:t>プロジェクトマネージャ</a:t>
            </a:r>
            <a:r>
              <a:rPr lang="en-US" altLang="ja-JP" sz="1200" b="1">
                <a:solidFill>
                  <a:schemeClr val="bg1"/>
                </a:solidFill>
                <a:latin typeface="Meiryo UI" panose="020B0604030504040204" pitchFamily="50" charset="-128"/>
                <a:ea typeface="Meiryo UI" panose="020B0604030504040204" pitchFamily="50" charset="-128"/>
                <a:cs typeface="メイリオ" pitchFamily="50" charset="-128"/>
              </a:rPr>
              <a:t> </a:t>
            </a:r>
            <a:endParaRPr kumimoji="1" lang="ja-JP" altLang="en-US" sz="1200" b="1">
              <a:solidFill>
                <a:schemeClr val="bg1"/>
              </a:solidFill>
              <a:latin typeface="Meiryo UI" panose="020B0604030504040204" pitchFamily="50" charset="-128"/>
              <a:ea typeface="Meiryo UI" panose="020B0604030504040204" pitchFamily="50" charset="-128"/>
              <a:cs typeface="メイリオ" pitchFamily="50" charset="-128"/>
            </a:endParaRPr>
          </a:p>
        </p:txBody>
      </p:sp>
      <p:sp>
        <p:nvSpPr>
          <p:cNvPr id="10" name="正方形/長方形 9">
            <a:extLst>
              <a:ext uri="{FF2B5EF4-FFF2-40B4-BE49-F238E27FC236}">
                <a16:creationId xmlns:a16="http://schemas.microsoft.com/office/drawing/2014/main" id="{5463D4E2-EC23-6C82-59C2-BB3AA6A578CC}"/>
              </a:ext>
            </a:extLst>
          </p:cNvPr>
          <p:cNvSpPr/>
          <p:nvPr/>
        </p:nvSpPr>
        <p:spPr>
          <a:xfrm>
            <a:off x="4925764" y="3534760"/>
            <a:ext cx="1800200" cy="386974"/>
          </a:xfrm>
          <a:prstGeom prst="rect">
            <a:avLst/>
          </a:prstGeom>
          <a:solidFill>
            <a:schemeClr val="bg1"/>
          </a:solidFill>
          <a:ln>
            <a:solidFill>
              <a:schemeClr val="accent1"/>
            </a:solidFill>
          </a:ln>
          <a:effectLst/>
        </p:spPr>
        <p:style>
          <a:lnRef idx="1">
            <a:schemeClr val="accent6"/>
          </a:lnRef>
          <a:fillRef idx="3">
            <a:schemeClr val="accent6"/>
          </a:fillRef>
          <a:effectRef idx="2">
            <a:schemeClr val="accent6"/>
          </a:effectRef>
          <a:fontRef idx="minor">
            <a:schemeClr val="lt1"/>
          </a:fontRef>
        </p:style>
        <p:txBody>
          <a:bodyPr tIns="72000" rtlCol="0" anchor="ctr" anchorCtr="0"/>
          <a:lstStyle/>
          <a:p>
            <a:pPr algn="ctr"/>
            <a:r>
              <a:rPr lang="ja-JP" altLang="en-US" sz="1200">
                <a:solidFill>
                  <a:schemeClr val="tx1"/>
                </a:solidFill>
                <a:latin typeface="Meiryo UI" panose="020B0604030504040204" pitchFamily="50" charset="-128"/>
                <a:ea typeface="Meiryo UI" panose="020B0604030504040204" pitchFamily="50" charset="-128"/>
                <a:cs typeface="メイリオ" pitchFamily="50" charset="-128"/>
              </a:rPr>
              <a:t>川名 翔太</a:t>
            </a:r>
          </a:p>
        </p:txBody>
      </p:sp>
      <p:sp>
        <p:nvSpPr>
          <p:cNvPr id="12" name="円/楕円 84">
            <a:extLst>
              <a:ext uri="{FF2B5EF4-FFF2-40B4-BE49-F238E27FC236}">
                <a16:creationId xmlns:a16="http://schemas.microsoft.com/office/drawing/2014/main" id="{FFCAC7DC-00E1-1203-EDDD-0FADAA7A963D}"/>
              </a:ext>
            </a:extLst>
          </p:cNvPr>
          <p:cNvSpPr/>
          <p:nvPr/>
        </p:nvSpPr>
        <p:spPr>
          <a:xfrm>
            <a:off x="4477163" y="3386282"/>
            <a:ext cx="623085" cy="605944"/>
          </a:xfrm>
          <a:prstGeom prst="ellipse">
            <a:avLst/>
          </a:prstGeom>
          <a:solidFill>
            <a:schemeClr val="accent6">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defRPr/>
            </a:pPr>
            <a:r>
              <a:rPr lang="ja-JP" altLang="en-US" sz="900">
                <a:solidFill>
                  <a:schemeClr val="tx1"/>
                </a:solidFill>
                <a:latin typeface="Meiryo UI" panose="020B0604030504040204" pitchFamily="50" charset="-128"/>
                <a:ea typeface="Meiryo UI" panose="020B0604030504040204" pitchFamily="50" charset="-128"/>
                <a:cs typeface="Meiryo UI" panose="020B0604030504040204" pitchFamily="50" charset="-128"/>
              </a:rPr>
              <a:t>ＰＪ</a:t>
            </a:r>
            <a:endParaRPr lang="en-US" altLang="ja-JP" sz="9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defRPr/>
            </a:pPr>
            <a:r>
              <a:rPr lang="ja-JP" altLang="en-US" sz="900">
                <a:solidFill>
                  <a:schemeClr val="tx1"/>
                </a:solidFill>
                <a:latin typeface="Meiryo UI" panose="020B0604030504040204" pitchFamily="50" charset="-128"/>
                <a:ea typeface="Meiryo UI" panose="020B0604030504040204" pitchFamily="50" charset="-128"/>
                <a:cs typeface="Meiryo UI" panose="020B0604030504040204" pitchFamily="50" charset="-128"/>
              </a:rPr>
              <a:t>管理</a:t>
            </a:r>
          </a:p>
        </p:txBody>
      </p:sp>
      <p:sp>
        <p:nvSpPr>
          <p:cNvPr id="13" name="円/楕円 83">
            <a:extLst>
              <a:ext uri="{FF2B5EF4-FFF2-40B4-BE49-F238E27FC236}">
                <a16:creationId xmlns:a16="http://schemas.microsoft.com/office/drawing/2014/main" id="{1744E7C0-CFCA-C18C-EDC2-7F3E804F9F32}"/>
              </a:ext>
            </a:extLst>
          </p:cNvPr>
          <p:cNvSpPr/>
          <p:nvPr/>
        </p:nvSpPr>
        <p:spPr>
          <a:xfrm>
            <a:off x="4019258" y="3384533"/>
            <a:ext cx="623085" cy="605944"/>
          </a:xfrm>
          <a:prstGeom prst="ellipse">
            <a:avLst/>
          </a:prstGeom>
          <a:solidFill>
            <a:schemeClr val="accent6">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ja-JP" altLang="en-US" sz="800">
                <a:solidFill>
                  <a:schemeClr val="tx1"/>
                </a:solidFill>
                <a:latin typeface="Meiryo UI" panose="020B0604030504040204" pitchFamily="50" charset="-128"/>
                <a:ea typeface="Meiryo UI" panose="020B0604030504040204" pitchFamily="50" charset="-128"/>
                <a:cs typeface="Meiryo UI" panose="020B0604030504040204" pitchFamily="50" charset="-128"/>
              </a:rPr>
              <a:t>レビュ</a:t>
            </a:r>
            <a:endParaRPr lang="en-US" altLang="ja-JP" sz="8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algn="ctr">
              <a:defRPr/>
            </a:pPr>
            <a:r>
              <a:rPr lang="ja-JP" altLang="en-US" sz="800">
                <a:solidFill>
                  <a:schemeClr val="tx1"/>
                </a:solidFill>
                <a:latin typeface="Meiryo UI" panose="020B0604030504040204" pitchFamily="50" charset="-128"/>
                <a:ea typeface="Meiryo UI" panose="020B0604030504040204" pitchFamily="50" charset="-128"/>
                <a:cs typeface="Meiryo UI" panose="020B0604030504040204" pitchFamily="50" charset="-128"/>
              </a:rPr>
              <a:t>アー</a:t>
            </a:r>
          </a:p>
        </p:txBody>
      </p:sp>
      <p:sp>
        <p:nvSpPr>
          <p:cNvPr id="14" name="正方形/長方形 13">
            <a:extLst>
              <a:ext uri="{FF2B5EF4-FFF2-40B4-BE49-F238E27FC236}">
                <a16:creationId xmlns:a16="http://schemas.microsoft.com/office/drawing/2014/main" id="{E74DFCCF-3FE4-1138-7BD1-276CDE0E149B}"/>
              </a:ext>
            </a:extLst>
          </p:cNvPr>
          <p:cNvSpPr/>
          <p:nvPr/>
        </p:nvSpPr>
        <p:spPr>
          <a:xfrm>
            <a:off x="6935315" y="2384497"/>
            <a:ext cx="1800200" cy="252000"/>
          </a:xfrm>
          <a:prstGeom prst="rect">
            <a:avLst/>
          </a:prstGeom>
          <a:solidFill>
            <a:srgbClr val="4F81BD"/>
          </a:solidFill>
          <a:ln>
            <a:solidFill>
              <a:schemeClr val="accent1"/>
            </a:solidFill>
          </a:ln>
          <a:effectLst/>
        </p:spPr>
        <p:style>
          <a:lnRef idx="1">
            <a:schemeClr val="accent6"/>
          </a:lnRef>
          <a:fillRef idx="3">
            <a:schemeClr val="accent6"/>
          </a:fillRef>
          <a:effectRef idx="2">
            <a:schemeClr val="accent6"/>
          </a:effectRef>
          <a:fontRef idx="minor">
            <a:schemeClr val="lt1"/>
          </a:fontRef>
        </p:style>
        <p:txBody>
          <a:bodyPr tIns="72000" rtlCol="0" anchor="ctr" anchorCtr="0"/>
          <a:lstStyle/>
          <a:p>
            <a:pPr algn="ctr"/>
            <a:r>
              <a:rPr kumimoji="1" lang="ja-JP" altLang="en-US" sz="1200" b="1">
                <a:latin typeface="Meiryo UI" panose="020B0604030504040204" pitchFamily="50" charset="-128"/>
                <a:ea typeface="Meiryo UI" panose="020B0604030504040204" pitchFamily="50" charset="-128"/>
                <a:cs typeface="メイリオ" pitchFamily="50" charset="-128"/>
              </a:rPr>
              <a:t>営業窓口</a:t>
            </a:r>
          </a:p>
        </p:txBody>
      </p:sp>
      <p:sp>
        <p:nvSpPr>
          <p:cNvPr id="15" name="正方形/長方形 14">
            <a:extLst>
              <a:ext uri="{FF2B5EF4-FFF2-40B4-BE49-F238E27FC236}">
                <a16:creationId xmlns:a16="http://schemas.microsoft.com/office/drawing/2014/main" id="{48070A9C-11C9-2A1B-2D10-D39EF4422CE8}"/>
              </a:ext>
            </a:extLst>
          </p:cNvPr>
          <p:cNvSpPr/>
          <p:nvPr/>
        </p:nvSpPr>
        <p:spPr>
          <a:xfrm>
            <a:off x="6935315" y="2636920"/>
            <a:ext cx="1800200" cy="386974"/>
          </a:xfrm>
          <a:prstGeom prst="rect">
            <a:avLst/>
          </a:prstGeom>
          <a:solidFill>
            <a:schemeClr val="bg1"/>
          </a:solidFill>
          <a:ln>
            <a:solidFill>
              <a:schemeClr val="accent1"/>
            </a:solidFill>
          </a:ln>
          <a:effectLst/>
        </p:spPr>
        <p:style>
          <a:lnRef idx="1">
            <a:schemeClr val="accent6"/>
          </a:lnRef>
          <a:fillRef idx="3">
            <a:schemeClr val="accent6"/>
          </a:fillRef>
          <a:effectRef idx="2">
            <a:schemeClr val="accent6"/>
          </a:effectRef>
          <a:fontRef idx="minor">
            <a:schemeClr val="lt1"/>
          </a:fontRef>
        </p:style>
        <p:txBody>
          <a:bodyPr tIns="72000" rtlCol="0" anchor="ctr" anchorCtr="0"/>
          <a:lstStyle/>
          <a:p>
            <a:pPr algn="ctr"/>
            <a:r>
              <a:rPr lang="ja-JP" altLang="en-US" sz="1200">
                <a:solidFill>
                  <a:schemeClr val="tx1"/>
                </a:solidFill>
                <a:latin typeface="Meiryo UI" panose="020B0604030504040204" pitchFamily="50" charset="-128"/>
                <a:ea typeface="Meiryo UI" panose="020B0604030504040204" pitchFamily="50" charset="-128"/>
                <a:cs typeface="メイリオ" pitchFamily="50" charset="-128"/>
              </a:rPr>
              <a:t>髙浦 祐朗</a:t>
            </a:r>
          </a:p>
        </p:txBody>
      </p:sp>
      <p:sp>
        <p:nvSpPr>
          <p:cNvPr id="17" name="正方形/長方形 16">
            <a:extLst>
              <a:ext uri="{FF2B5EF4-FFF2-40B4-BE49-F238E27FC236}">
                <a16:creationId xmlns:a16="http://schemas.microsoft.com/office/drawing/2014/main" id="{06B112CC-7210-847F-7875-F4E39D916390}"/>
              </a:ext>
            </a:extLst>
          </p:cNvPr>
          <p:cNvSpPr/>
          <p:nvPr/>
        </p:nvSpPr>
        <p:spPr>
          <a:xfrm>
            <a:off x="4925764" y="4860884"/>
            <a:ext cx="1800200" cy="482437"/>
          </a:xfrm>
          <a:prstGeom prst="rect">
            <a:avLst/>
          </a:prstGeom>
          <a:solidFill>
            <a:srgbClr val="4F81BD"/>
          </a:solidFill>
          <a:ln>
            <a:solidFill>
              <a:schemeClr val="accent1"/>
            </a:solidFill>
          </a:ln>
          <a:effectLst/>
        </p:spPr>
        <p:style>
          <a:lnRef idx="1">
            <a:schemeClr val="accent6"/>
          </a:lnRef>
          <a:fillRef idx="3">
            <a:schemeClr val="accent6"/>
          </a:fillRef>
          <a:effectRef idx="2">
            <a:schemeClr val="accent6"/>
          </a:effectRef>
          <a:fontRef idx="minor">
            <a:schemeClr val="lt1"/>
          </a:fontRef>
        </p:style>
        <p:txBody>
          <a:bodyPr tIns="72000" rtlCol="0" anchor="ctr" anchorCtr="0"/>
          <a:lstStyle/>
          <a:p>
            <a:pPr algn="ctr"/>
            <a:r>
              <a:rPr lang="ja-JP" altLang="en-US" sz="1200" b="1">
                <a:latin typeface="Meiryo UI" panose="020B0604030504040204" pitchFamily="50" charset="-128"/>
                <a:ea typeface="Meiryo UI" panose="020B0604030504040204" pitchFamily="50" charset="-128"/>
                <a:cs typeface="メイリオ" pitchFamily="50" charset="-128"/>
              </a:rPr>
              <a:t>業務フロー</a:t>
            </a:r>
            <a:endParaRPr lang="en-US" altLang="ja-JP" sz="1200" b="1">
              <a:latin typeface="Meiryo UI" panose="020B0604030504040204" pitchFamily="50" charset="-128"/>
              <a:ea typeface="Meiryo UI" panose="020B0604030504040204" pitchFamily="50" charset="-128"/>
              <a:cs typeface="メイリオ" pitchFamily="50" charset="-128"/>
            </a:endParaRPr>
          </a:p>
          <a:p>
            <a:pPr algn="ctr"/>
            <a:r>
              <a:rPr kumimoji="1" lang="en-US" altLang="ja-JP" sz="1050" b="1">
                <a:latin typeface="Meiryo UI" panose="020B0604030504040204" pitchFamily="50" charset="-128"/>
                <a:ea typeface="Meiryo UI" panose="020B0604030504040204" pitchFamily="50" charset="-128"/>
                <a:cs typeface="メイリオ" pitchFamily="50" charset="-128"/>
              </a:rPr>
              <a:t>(</a:t>
            </a:r>
            <a:r>
              <a:rPr kumimoji="1" lang="ja-JP" altLang="en-US" sz="1050" b="1">
                <a:latin typeface="Meiryo UI" panose="020B0604030504040204" pitchFamily="50" charset="-128"/>
                <a:ea typeface="Meiryo UI" panose="020B0604030504040204" pitchFamily="50" charset="-128"/>
                <a:cs typeface="メイリオ" pitchFamily="50" charset="-128"/>
              </a:rPr>
              <a:t>計算する</a:t>
            </a:r>
            <a:r>
              <a:rPr kumimoji="1" lang="en-US" altLang="ja-JP" sz="1050" b="1">
                <a:latin typeface="Meiryo UI" panose="020B0604030504040204" pitchFamily="50" charset="-128"/>
                <a:ea typeface="Meiryo UI" panose="020B0604030504040204" pitchFamily="50" charset="-128"/>
                <a:cs typeface="メイリオ" pitchFamily="50" charset="-128"/>
              </a:rPr>
              <a:t>/</a:t>
            </a:r>
            <a:r>
              <a:rPr kumimoji="1" lang="ja-JP" altLang="en-US" sz="1050" b="1">
                <a:latin typeface="Meiryo UI" panose="020B0604030504040204" pitchFamily="50" charset="-128"/>
                <a:ea typeface="Meiryo UI" panose="020B0604030504040204" pitchFamily="50" charset="-128"/>
                <a:cs typeface="メイリオ" pitchFamily="50" charset="-128"/>
              </a:rPr>
              <a:t>申請・承認する</a:t>
            </a:r>
            <a:r>
              <a:rPr kumimoji="1" lang="en-US" altLang="ja-JP" sz="1050" b="1">
                <a:latin typeface="Meiryo UI" panose="020B0604030504040204" pitchFamily="50" charset="-128"/>
                <a:ea typeface="Meiryo UI" panose="020B0604030504040204" pitchFamily="50" charset="-128"/>
                <a:cs typeface="メイリオ" pitchFamily="50" charset="-128"/>
              </a:rPr>
              <a:t>)</a:t>
            </a:r>
            <a:endParaRPr kumimoji="1" lang="ja-JP" altLang="en-US" sz="1050" b="1">
              <a:latin typeface="Meiryo UI" panose="020B0604030504040204" pitchFamily="50" charset="-128"/>
              <a:ea typeface="Meiryo UI" panose="020B0604030504040204" pitchFamily="50" charset="-128"/>
              <a:cs typeface="メイリオ" pitchFamily="50" charset="-128"/>
            </a:endParaRPr>
          </a:p>
        </p:txBody>
      </p:sp>
      <p:sp>
        <p:nvSpPr>
          <p:cNvPr id="18" name="正方形/長方形 17">
            <a:extLst>
              <a:ext uri="{FF2B5EF4-FFF2-40B4-BE49-F238E27FC236}">
                <a16:creationId xmlns:a16="http://schemas.microsoft.com/office/drawing/2014/main" id="{DF9F60D7-1CC9-5A50-1FAF-42B77969E2E0}"/>
              </a:ext>
            </a:extLst>
          </p:cNvPr>
          <p:cNvSpPr/>
          <p:nvPr/>
        </p:nvSpPr>
        <p:spPr>
          <a:xfrm>
            <a:off x="4925764" y="5351371"/>
            <a:ext cx="1800200" cy="726550"/>
          </a:xfrm>
          <a:prstGeom prst="rect">
            <a:avLst/>
          </a:prstGeom>
          <a:solidFill>
            <a:schemeClr val="bg1"/>
          </a:solidFill>
          <a:ln>
            <a:solidFill>
              <a:schemeClr val="accent1"/>
            </a:solidFill>
          </a:ln>
          <a:effectLst/>
        </p:spPr>
        <p:style>
          <a:lnRef idx="1">
            <a:schemeClr val="accent6"/>
          </a:lnRef>
          <a:fillRef idx="3">
            <a:schemeClr val="accent6"/>
          </a:fillRef>
          <a:effectRef idx="2">
            <a:schemeClr val="accent6"/>
          </a:effectRef>
          <a:fontRef idx="minor">
            <a:schemeClr val="lt1"/>
          </a:fontRef>
        </p:style>
        <p:txBody>
          <a:bodyPr tIns="72000" rtlCol="0" anchor="ctr" anchorCtr="0"/>
          <a:lstStyle/>
          <a:p>
            <a:pPr algn="ctr"/>
            <a:r>
              <a:rPr lang="ja-JP" altLang="en-US" sz="1200" b="0" i="0">
                <a:solidFill>
                  <a:srgbClr val="333333"/>
                </a:solidFill>
                <a:effectLst/>
                <a:highlight>
                  <a:srgbClr val="F9F9F9"/>
                </a:highlight>
                <a:latin typeface="Meiryo UI" panose="020B0604030504040204" pitchFamily="50" charset="-128"/>
                <a:ea typeface="Meiryo UI" panose="020B0604030504040204" pitchFamily="50" charset="-128"/>
              </a:rPr>
              <a:t>★朴 邦彦</a:t>
            </a:r>
            <a:r>
              <a:rPr lang="en-US" altLang="ja-JP" sz="1200" b="0" i="0">
                <a:solidFill>
                  <a:srgbClr val="333333"/>
                </a:solidFill>
                <a:effectLst/>
                <a:highlight>
                  <a:srgbClr val="F9F9F9"/>
                </a:highlight>
                <a:latin typeface="Meiryo UI" panose="020B0604030504040204" pitchFamily="50" charset="-128"/>
                <a:ea typeface="Meiryo UI" panose="020B0604030504040204" pitchFamily="50" charset="-128"/>
              </a:rPr>
              <a:t>(10</a:t>
            </a:r>
            <a:r>
              <a:rPr lang="ja-JP" altLang="en-US" sz="1200" b="0" i="0">
                <a:solidFill>
                  <a:srgbClr val="333333"/>
                </a:solidFill>
                <a:effectLst/>
                <a:highlight>
                  <a:srgbClr val="F9F9F9"/>
                </a:highlight>
                <a:latin typeface="Meiryo UI" panose="020B0604030504040204" pitchFamily="50" charset="-128"/>
                <a:ea typeface="Meiryo UI" panose="020B0604030504040204" pitchFamily="50" charset="-128"/>
              </a:rPr>
              <a:t>月～</a:t>
            </a:r>
            <a:r>
              <a:rPr lang="en-US" altLang="ja-JP" sz="1200" b="0" i="0">
                <a:solidFill>
                  <a:srgbClr val="333333"/>
                </a:solidFill>
                <a:effectLst/>
                <a:highlight>
                  <a:srgbClr val="F9F9F9"/>
                </a:highlight>
                <a:latin typeface="Meiryo UI" panose="020B0604030504040204" pitchFamily="50" charset="-128"/>
                <a:ea typeface="Meiryo UI" panose="020B0604030504040204" pitchFamily="50" charset="-128"/>
              </a:rPr>
              <a:t>)</a:t>
            </a:r>
          </a:p>
          <a:p>
            <a:pPr algn="ctr"/>
            <a:r>
              <a:rPr lang="ja-JP" altLang="en-US" sz="1200" b="0" i="0">
                <a:solidFill>
                  <a:srgbClr val="333333"/>
                </a:solidFill>
                <a:effectLst/>
                <a:highlight>
                  <a:srgbClr val="F9F9F9"/>
                </a:highlight>
                <a:latin typeface="Meiryo UI" panose="020B0604030504040204" pitchFamily="50" charset="-128"/>
                <a:ea typeface="Meiryo UI" panose="020B0604030504040204" pitchFamily="50" charset="-128"/>
              </a:rPr>
              <a:t>伊藤 信吾</a:t>
            </a:r>
            <a:r>
              <a:rPr lang="en-US" altLang="ja-JP" sz="1200" b="0" i="0">
                <a:solidFill>
                  <a:srgbClr val="333333"/>
                </a:solidFill>
                <a:effectLst/>
                <a:highlight>
                  <a:srgbClr val="F9F9F9"/>
                </a:highlight>
                <a:latin typeface="Meiryo UI" panose="020B0604030504040204" pitchFamily="50" charset="-128"/>
                <a:ea typeface="Meiryo UI" panose="020B0604030504040204" pitchFamily="50" charset="-128"/>
              </a:rPr>
              <a:t>(10</a:t>
            </a:r>
            <a:r>
              <a:rPr lang="ja-JP" altLang="en-US" sz="1200" b="0" i="0">
                <a:solidFill>
                  <a:srgbClr val="333333"/>
                </a:solidFill>
                <a:effectLst/>
                <a:highlight>
                  <a:srgbClr val="F9F9F9"/>
                </a:highlight>
                <a:latin typeface="Meiryo UI" panose="020B0604030504040204" pitchFamily="50" charset="-128"/>
                <a:ea typeface="Meiryo UI" panose="020B0604030504040204" pitchFamily="50" charset="-128"/>
              </a:rPr>
              <a:t>月～</a:t>
            </a:r>
            <a:r>
              <a:rPr lang="en-US" altLang="ja-JP" sz="1200" b="0" i="0">
                <a:solidFill>
                  <a:srgbClr val="333333"/>
                </a:solidFill>
                <a:effectLst/>
                <a:highlight>
                  <a:srgbClr val="F9F9F9"/>
                </a:highlight>
                <a:latin typeface="Meiryo UI" panose="020B0604030504040204" pitchFamily="50" charset="-128"/>
                <a:ea typeface="Meiryo UI" panose="020B0604030504040204" pitchFamily="50" charset="-128"/>
              </a:rPr>
              <a:t>)</a:t>
            </a:r>
          </a:p>
        </p:txBody>
      </p:sp>
      <p:cxnSp>
        <p:nvCxnSpPr>
          <p:cNvPr id="19" name="カギ線コネクタ 18">
            <a:extLst>
              <a:ext uri="{FF2B5EF4-FFF2-40B4-BE49-F238E27FC236}">
                <a16:creationId xmlns:a16="http://schemas.microsoft.com/office/drawing/2014/main" id="{DE8F4E26-A46A-C444-ED13-85BC52E9C061}"/>
              </a:ext>
            </a:extLst>
          </p:cNvPr>
          <p:cNvCxnSpPr>
            <a:cxnSpLocks/>
            <a:stCxn id="20" idx="0"/>
          </p:cNvCxnSpPr>
          <p:nvPr/>
        </p:nvCxnSpPr>
        <p:spPr>
          <a:xfrm rot="5400000" flipH="1" flipV="1">
            <a:off x="4545995" y="3581016"/>
            <a:ext cx="550185" cy="2009553"/>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FC6731C9-B605-C0D9-9BA3-B697DB1F90D4}"/>
              </a:ext>
            </a:extLst>
          </p:cNvPr>
          <p:cNvSpPr/>
          <p:nvPr/>
        </p:nvSpPr>
        <p:spPr>
          <a:xfrm>
            <a:off x="2916211" y="4860884"/>
            <a:ext cx="1800200" cy="494829"/>
          </a:xfrm>
          <a:prstGeom prst="rect">
            <a:avLst/>
          </a:prstGeom>
          <a:solidFill>
            <a:srgbClr val="4F81BD"/>
          </a:solidFill>
          <a:ln>
            <a:solidFill>
              <a:schemeClr val="accent1"/>
            </a:solidFill>
          </a:ln>
          <a:effectLst/>
        </p:spPr>
        <p:style>
          <a:lnRef idx="1">
            <a:schemeClr val="accent6"/>
          </a:lnRef>
          <a:fillRef idx="3">
            <a:schemeClr val="accent6"/>
          </a:fillRef>
          <a:effectRef idx="2">
            <a:schemeClr val="accent6"/>
          </a:effectRef>
          <a:fontRef idx="minor">
            <a:schemeClr val="lt1"/>
          </a:fontRef>
        </p:style>
        <p:txBody>
          <a:bodyPr tIns="72000" rtlCol="0" anchor="ctr" anchorCtr="0"/>
          <a:lstStyle/>
          <a:p>
            <a:pPr algn="ctr"/>
            <a:r>
              <a:rPr kumimoji="1" lang="ja-JP" altLang="en-US" sz="1200" b="1">
                <a:latin typeface="Meiryo UI" panose="020B0604030504040204" pitchFamily="50" charset="-128"/>
                <a:ea typeface="Meiryo UI" panose="020B0604030504040204" pitchFamily="50" charset="-128"/>
                <a:cs typeface="メイリオ" pitchFamily="50" charset="-128"/>
              </a:rPr>
              <a:t>業務フロー</a:t>
            </a:r>
            <a:endParaRPr kumimoji="1" lang="en-US" altLang="ja-JP" sz="1200" b="1">
              <a:latin typeface="Meiryo UI" panose="020B0604030504040204" pitchFamily="50" charset="-128"/>
              <a:ea typeface="Meiryo UI" panose="020B0604030504040204" pitchFamily="50" charset="-128"/>
              <a:cs typeface="メイリオ" pitchFamily="50" charset="-128"/>
            </a:endParaRPr>
          </a:p>
          <a:p>
            <a:pPr algn="ctr"/>
            <a:r>
              <a:rPr kumimoji="1" lang="en-US" altLang="ja-JP" sz="1200" b="1">
                <a:latin typeface="Meiryo UI" panose="020B0604030504040204" pitchFamily="50" charset="-128"/>
                <a:ea typeface="Meiryo UI" panose="020B0604030504040204" pitchFamily="50" charset="-128"/>
                <a:cs typeface="メイリオ" pitchFamily="50" charset="-128"/>
              </a:rPr>
              <a:t>(</a:t>
            </a:r>
            <a:r>
              <a:rPr kumimoji="1" lang="ja-JP" altLang="en-US" sz="1200" b="1">
                <a:latin typeface="Meiryo UI" panose="020B0604030504040204" pitchFamily="50" charset="-128"/>
                <a:ea typeface="Meiryo UI" panose="020B0604030504040204" pitchFamily="50" charset="-128"/>
                <a:cs typeface="メイリオ" pitchFamily="50" charset="-128"/>
              </a:rPr>
              <a:t>検索する</a:t>
            </a:r>
            <a:r>
              <a:rPr kumimoji="1" lang="en-US" altLang="ja-JP" sz="1200" b="1">
                <a:latin typeface="Meiryo UI" panose="020B0604030504040204" pitchFamily="50" charset="-128"/>
                <a:ea typeface="Meiryo UI" panose="020B0604030504040204" pitchFamily="50" charset="-128"/>
                <a:cs typeface="メイリオ" pitchFamily="50" charset="-128"/>
              </a:rPr>
              <a:t>/</a:t>
            </a:r>
            <a:r>
              <a:rPr kumimoji="1" lang="ja-JP" altLang="en-US" sz="1200" b="1">
                <a:latin typeface="Meiryo UI" panose="020B0604030504040204" pitchFamily="50" charset="-128"/>
                <a:ea typeface="Meiryo UI" panose="020B0604030504040204" pitchFamily="50" charset="-128"/>
                <a:cs typeface="メイリオ" pitchFamily="50" charset="-128"/>
              </a:rPr>
              <a:t>表示する</a:t>
            </a:r>
            <a:r>
              <a:rPr kumimoji="1" lang="en-US" altLang="ja-JP" sz="1200" b="1">
                <a:latin typeface="Meiryo UI" panose="020B0604030504040204" pitchFamily="50" charset="-128"/>
                <a:ea typeface="Meiryo UI" panose="020B0604030504040204" pitchFamily="50" charset="-128"/>
                <a:cs typeface="メイリオ" pitchFamily="50" charset="-128"/>
              </a:rPr>
              <a:t>)</a:t>
            </a:r>
          </a:p>
        </p:txBody>
      </p:sp>
      <p:sp>
        <p:nvSpPr>
          <p:cNvPr id="21" name="正方形/長方形 20">
            <a:extLst>
              <a:ext uri="{FF2B5EF4-FFF2-40B4-BE49-F238E27FC236}">
                <a16:creationId xmlns:a16="http://schemas.microsoft.com/office/drawing/2014/main" id="{B24355FE-2CD7-2ACF-6A06-49C810F5C068}"/>
              </a:ext>
            </a:extLst>
          </p:cNvPr>
          <p:cNvSpPr/>
          <p:nvPr/>
        </p:nvSpPr>
        <p:spPr>
          <a:xfrm>
            <a:off x="2916211" y="5351371"/>
            <a:ext cx="1800200" cy="726550"/>
          </a:xfrm>
          <a:prstGeom prst="rect">
            <a:avLst/>
          </a:prstGeom>
          <a:solidFill>
            <a:schemeClr val="bg1"/>
          </a:solidFill>
          <a:ln>
            <a:solidFill>
              <a:schemeClr val="accent1"/>
            </a:solidFill>
          </a:ln>
          <a:effectLst/>
        </p:spPr>
        <p:style>
          <a:lnRef idx="1">
            <a:schemeClr val="accent6"/>
          </a:lnRef>
          <a:fillRef idx="3">
            <a:schemeClr val="accent6"/>
          </a:fillRef>
          <a:effectRef idx="2">
            <a:schemeClr val="accent6"/>
          </a:effectRef>
          <a:fontRef idx="minor">
            <a:schemeClr val="lt1"/>
          </a:fontRef>
        </p:style>
        <p:txBody>
          <a:bodyPr tIns="72000" rtlCol="0" anchor="ctr" anchorCtr="0"/>
          <a:lstStyle/>
          <a:p>
            <a:pPr algn="ctr"/>
            <a:r>
              <a:rPr lang="ja-JP" altLang="en-US" sz="1200" b="0" i="0">
                <a:solidFill>
                  <a:srgbClr val="333333"/>
                </a:solidFill>
                <a:effectLst/>
                <a:highlight>
                  <a:srgbClr val="F9F9F9"/>
                </a:highlight>
                <a:latin typeface="Meiryo UI" panose="020B0604030504040204" pitchFamily="50" charset="-128"/>
                <a:ea typeface="Meiryo UI" panose="020B0604030504040204" pitchFamily="50" charset="-128"/>
              </a:rPr>
              <a:t>★</a:t>
            </a:r>
            <a:r>
              <a:rPr lang="ja-JP" altLang="en-US" sz="1200">
                <a:solidFill>
                  <a:schemeClr val="tx1"/>
                </a:solidFill>
                <a:latin typeface="Meiryo UI" panose="020B0604030504040204" pitchFamily="50" charset="-128"/>
                <a:ea typeface="Meiryo UI" panose="020B0604030504040204" pitchFamily="50" charset="-128"/>
                <a:cs typeface="メイリオ" pitchFamily="50" charset="-128"/>
              </a:rPr>
              <a:t>上木 利文</a:t>
            </a:r>
          </a:p>
        </p:txBody>
      </p:sp>
      <p:sp>
        <p:nvSpPr>
          <p:cNvPr id="22" name="円/楕円 84">
            <a:extLst>
              <a:ext uri="{FF2B5EF4-FFF2-40B4-BE49-F238E27FC236}">
                <a16:creationId xmlns:a16="http://schemas.microsoft.com/office/drawing/2014/main" id="{0071918E-F4B4-E38D-5AF7-A3A71204E43E}"/>
              </a:ext>
            </a:extLst>
          </p:cNvPr>
          <p:cNvSpPr/>
          <p:nvPr/>
        </p:nvSpPr>
        <p:spPr>
          <a:xfrm>
            <a:off x="3515354" y="3378418"/>
            <a:ext cx="623085" cy="605944"/>
          </a:xfrm>
          <a:prstGeom prst="ellipse">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defRPr/>
            </a:pPr>
            <a:r>
              <a:rPr lang="ja-JP" altLang="en-US" sz="900">
                <a:solidFill>
                  <a:schemeClr val="tx1"/>
                </a:solidFill>
                <a:latin typeface="Meiryo UI" panose="020B0604030504040204" pitchFamily="50" charset="-128"/>
                <a:ea typeface="Meiryo UI" panose="020B0604030504040204" pitchFamily="50" charset="-128"/>
                <a:cs typeface="Meiryo UI" panose="020B0604030504040204" pitchFamily="50" charset="-128"/>
              </a:rPr>
              <a:t>課題管理</a:t>
            </a:r>
          </a:p>
        </p:txBody>
      </p:sp>
      <p:sp>
        <p:nvSpPr>
          <p:cNvPr id="28" name="正方形/長方形 27">
            <a:extLst>
              <a:ext uri="{FF2B5EF4-FFF2-40B4-BE49-F238E27FC236}">
                <a16:creationId xmlns:a16="http://schemas.microsoft.com/office/drawing/2014/main" id="{C602EA61-79CC-B5FC-9085-801032B820A4}"/>
              </a:ext>
            </a:extLst>
          </p:cNvPr>
          <p:cNvSpPr/>
          <p:nvPr/>
        </p:nvSpPr>
        <p:spPr>
          <a:xfrm>
            <a:off x="2880937" y="2379246"/>
            <a:ext cx="1800200" cy="252000"/>
          </a:xfrm>
          <a:prstGeom prst="rect">
            <a:avLst/>
          </a:prstGeom>
          <a:solidFill>
            <a:srgbClr val="4F81BD"/>
          </a:solidFill>
          <a:ln>
            <a:solidFill>
              <a:schemeClr val="accent1"/>
            </a:solidFill>
          </a:ln>
          <a:effectLst/>
        </p:spPr>
        <p:style>
          <a:lnRef idx="1">
            <a:schemeClr val="accent6"/>
          </a:lnRef>
          <a:fillRef idx="3">
            <a:schemeClr val="accent6"/>
          </a:fillRef>
          <a:effectRef idx="2">
            <a:schemeClr val="accent6"/>
          </a:effectRef>
          <a:fontRef idx="minor">
            <a:schemeClr val="lt1"/>
          </a:fontRef>
        </p:style>
        <p:txBody>
          <a:bodyPr tIns="72000" rtlCol="0" anchor="ctr" anchorCtr="0"/>
          <a:lstStyle/>
          <a:p>
            <a:pPr algn="ctr"/>
            <a:r>
              <a:rPr kumimoji="1" lang="ja-JP" altLang="en-US" sz="1200" b="1">
                <a:latin typeface="Meiryo UI" panose="020B0604030504040204" pitchFamily="50" charset="-128"/>
                <a:ea typeface="Meiryo UI" panose="020B0604030504040204" pitchFamily="50" charset="-128"/>
                <a:cs typeface="メイリオ" pitchFamily="50" charset="-128"/>
              </a:rPr>
              <a:t>オブザーバ</a:t>
            </a:r>
          </a:p>
        </p:txBody>
      </p:sp>
      <p:sp>
        <p:nvSpPr>
          <p:cNvPr id="29" name="正方形/長方形 28">
            <a:extLst>
              <a:ext uri="{FF2B5EF4-FFF2-40B4-BE49-F238E27FC236}">
                <a16:creationId xmlns:a16="http://schemas.microsoft.com/office/drawing/2014/main" id="{66383E39-69E3-6A1D-F8BB-F61B5D21F624}"/>
              </a:ext>
            </a:extLst>
          </p:cNvPr>
          <p:cNvSpPr/>
          <p:nvPr/>
        </p:nvSpPr>
        <p:spPr>
          <a:xfrm>
            <a:off x="2880937" y="2631669"/>
            <a:ext cx="1800200" cy="386974"/>
          </a:xfrm>
          <a:prstGeom prst="rect">
            <a:avLst/>
          </a:prstGeom>
          <a:solidFill>
            <a:schemeClr val="bg1"/>
          </a:solidFill>
          <a:ln>
            <a:solidFill>
              <a:schemeClr val="accent1"/>
            </a:solidFill>
          </a:ln>
          <a:effectLst/>
        </p:spPr>
        <p:style>
          <a:lnRef idx="1">
            <a:schemeClr val="accent6"/>
          </a:lnRef>
          <a:fillRef idx="3">
            <a:schemeClr val="accent6"/>
          </a:fillRef>
          <a:effectRef idx="2">
            <a:schemeClr val="accent6"/>
          </a:effectRef>
          <a:fontRef idx="minor">
            <a:schemeClr val="lt1"/>
          </a:fontRef>
        </p:style>
        <p:txBody>
          <a:bodyPr tIns="72000" rtlCol="0" anchor="ctr" anchorCtr="0"/>
          <a:lstStyle/>
          <a:p>
            <a:pPr algn="ctr"/>
            <a:r>
              <a:rPr lang="ja-JP" altLang="en-US" sz="1200">
                <a:solidFill>
                  <a:schemeClr val="tx1"/>
                </a:solidFill>
                <a:latin typeface="Meiryo UI" panose="020B0604030504040204" pitchFamily="50" charset="-128"/>
                <a:ea typeface="Meiryo UI" panose="020B0604030504040204" pitchFamily="50" charset="-128"/>
                <a:cs typeface="メイリオ" pitchFamily="50" charset="-128"/>
              </a:rPr>
              <a:t>野村 康二</a:t>
            </a:r>
          </a:p>
        </p:txBody>
      </p:sp>
      <p:sp>
        <p:nvSpPr>
          <p:cNvPr id="31" name="正方形/長方形 30">
            <a:extLst>
              <a:ext uri="{FF2B5EF4-FFF2-40B4-BE49-F238E27FC236}">
                <a16:creationId xmlns:a16="http://schemas.microsoft.com/office/drawing/2014/main" id="{AFD39CFE-AAA6-B616-2F02-3716E920441B}"/>
              </a:ext>
            </a:extLst>
          </p:cNvPr>
          <p:cNvSpPr/>
          <p:nvPr/>
        </p:nvSpPr>
        <p:spPr>
          <a:xfrm>
            <a:off x="6935315" y="4860884"/>
            <a:ext cx="1800200" cy="482437"/>
          </a:xfrm>
          <a:prstGeom prst="rect">
            <a:avLst/>
          </a:prstGeom>
          <a:solidFill>
            <a:srgbClr val="4F81BD"/>
          </a:solidFill>
          <a:ln>
            <a:solidFill>
              <a:schemeClr val="accent1"/>
            </a:solidFill>
          </a:ln>
          <a:effectLst/>
        </p:spPr>
        <p:style>
          <a:lnRef idx="1">
            <a:schemeClr val="accent6"/>
          </a:lnRef>
          <a:fillRef idx="3">
            <a:schemeClr val="accent6"/>
          </a:fillRef>
          <a:effectRef idx="2">
            <a:schemeClr val="accent6"/>
          </a:effectRef>
          <a:fontRef idx="minor">
            <a:schemeClr val="lt1"/>
          </a:fontRef>
        </p:style>
        <p:txBody>
          <a:bodyPr tIns="72000" rtlCol="0" anchor="ctr" anchorCtr="0"/>
          <a:lstStyle/>
          <a:p>
            <a:pPr algn="ctr"/>
            <a:r>
              <a:rPr lang="ja-JP" altLang="en-US" sz="1200" b="1">
                <a:latin typeface="Meiryo UI" panose="020B0604030504040204" pitchFamily="50" charset="-128"/>
                <a:ea typeface="Meiryo UI" panose="020B0604030504040204" pitchFamily="50" charset="-128"/>
                <a:cs typeface="メイリオ" pitchFamily="50" charset="-128"/>
              </a:rPr>
              <a:t>モック作成</a:t>
            </a:r>
            <a:endParaRPr kumimoji="1" lang="ja-JP" altLang="en-US" sz="1050" b="1">
              <a:latin typeface="Meiryo UI" panose="020B0604030504040204" pitchFamily="50" charset="-128"/>
              <a:ea typeface="Meiryo UI" panose="020B0604030504040204" pitchFamily="50" charset="-128"/>
              <a:cs typeface="メイリオ" pitchFamily="50" charset="-128"/>
            </a:endParaRPr>
          </a:p>
        </p:txBody>
      </p:sp>
      <p:sp>
        <p:nvSpPr>
          <p:cNvPr id="32" name="正方形/長方形 31">
            <a:extLst>
              <a:ext uri="{FF2B5EF4-FFF2-40B4-BE49-F238E27FC236}">
                <a16:creationId xmlns:a16="http://schemas.microsoft.com/office/drawing/2014/main" id="{49ECCA0B-4F3E-5E7C-AFED-292AD26BF063}"/>
              </a:ext>
            </a:extLst>
          </p:cNvPr>
          <p:cNvSpPr/>
          <p:nvPr/>
        </p:nvSpPr>
        <p:spPr>
          <a:xfrm>
            <a:off x="6935315" y="5351371"/>
            <a:ext cx="1800200" cy="726550"/>
          </a:xfrm>
          <a:prstGeom prst="rect">
            <a:avLst/>
          </a:prstGeom>
          <a:solidFill>
            <a:schemeClr val="bg1"/>
          </a:solidFill>
          <a:ln>
            <a:solidFill>
              <a:schemeClr val="accent1"/>
            </a:solidFill>
          </a:ln>
          <a:effectLst/>
        </p:spPr>
        <p:style>
          <a:lnRef idx="1">
            <a:schemeClr val="accent6"/>
          </a:lnRef>
          <a:fillRef idx="3">
            <a:schemeClr val="accent6"/>
          </a:fillRef>
          <a:effectRef idx="2">
            <a:schemeClr val="accent6"/>
          </a:effectRef>
          <a:fontRef idx="minor">
            <a:schemeClr val="lt1"/>
          </a:fontRef>
        </p:style>
        <p:txBody>
          <a:bodyPr tIns="72000" rtlCol="0" anchor="ctr" anchorCtr="0"/>
          <a:lstStyle/>
          <a:p>
            <a:pPr algn="ctr"/>
            <a:r>
              <a:rPr lang="ja-JP" altLang="en-US" sz="1200" b="0" i="0">
                <a:solidFill>
                  <a:srgbClr val="333333"/>
                </a:solidFill>
                <a:effectLst/>
                <a:highlight>
                  <a:srgbClr val="F9F9F9"/>
                </a:highlight>
                <a:latin typeface="Meiryo UI" panose="020B0604030504040204" pitchFamily="50" charset="-128"/>
                <a:ea typeface="Meiryo UI" panose="020B0604030504040204" pitchFamily="50" charset="-128"/>
              </a:rPr>
              <a:t>★</a:t>
            </a:r>
            <a:r>
              <a:rPr lang="ja-JP" altLang="en-US" sz="1200">
                <a:solidFill>
                  <a:schemeClr val="tx1"/>
                </a:solidFill>
                <a:latin typeface="Meiryo UI" panose="020B0604030504040204" pitchFamily="50" charset="-128"/>
                <a:ea typeface="Meiryo UI" panose="020B0604030504040204" pitchFamily="50" charset="-128"/>
                <a:cs typeface="メイリオ" pitchFamily="50" charset="-128"/>
              </a:rPr>
              <a:t>上木 利文</a:t>
            </a:r>
            <a:r>
              <a:rPr lang="en-US" altLang="ja-JP" sz="1200">
                <a:solidFill>
                  <a:srgbClr val="333333"/>
                </a:solidFill>
                <a:highlight>
                  <a:srgbClr val="F9F9F9"/>
                </a:highlight>
                <a:latin typeface="Meiryo UI" panose="020B0604030504040204" pitchFamily="50" charset="-128"/>
                <a:ea typeface="Meiryo UI" panose="020B0604030504040204" pitchFamily="50" charset="-128"/>
                <a:cs typeface="メイリオ" pitchFamily="50" charset="-128"/>
              </a:rPr>
              <a:t>※</a:t>
            </a:r>
            <a:r>
              <a:rPr lang="ja-JP" altLang="en-US" sz="1200">
                <a:solidFill>
                  <a:srgbClr val="333333"/>
                </a:solidFill>
                <a:highlight>
                  <a:srgbClr val="F9F9F9"/>
                </a:highlight>
                <a:latin typeface="Meiryo UI" panose="020B0604030504040204" pitchFamily="50" charset="-128"/>
                <a:ea typeface="Meiryo UI" panose="020B0604030504040204" pitchFamily="50" charset="-128"/>
                <a:cs typeface="メイリオ" pitchFamily="50" charset="-128"/>
              </a:rPr>
              <a:t>兼</a:t>
            </a:r>
            <a:endParaRPr lang="en-US" altLang="ja-JP" sz="1200" b="0" i="0">
              <a:solidFill>
                <a:srgbClr val="333333"/>
              </a:solidFill>
              <a:effectLst/>
              <a:highlight>
                <a:srgbClr val="F9F9F9"/>
              </a:highlight>
              <a:latin typeface="Meiryo UI" panose="020B0604030504040204" pitchFamily="50" charset="-128"/>
              <a:ea typeface="Meiryo UI" panose="020B0604030504040204" pitchFamily="50" charset="-128"/>
            </a:endParaRPr>
          </a:p>
          <a:p>
            <a:pPr algn="ctr"/>
            <a:r>
              <a:rPr lang="ja-JP" altLang="en-US" sz="1200" b="0" i="0">
                <a:solidFill>
                  <a:srgbClr val="333333"/>
                </a:solidFill>
                <a:effectLst/>
                <a:highlight>
                  <a:srgbClr val="F9F9F9"/>
                </a:highlight>
                <a:latin typeface="Meiryo UI" panose="020B0604030504040204" pitchFamily="50" charset="-128"/>
                <a:ea typeface="Meiryo UI" panose="020B0604030504040204" pitchFamily="50" charset="-128"/>
              </a:rPr>
              <a:t>青木 瑛志</a:t>
            </a:r>
            <a:endParaRPr lang="en-US" altLang="ja-JP" sz="1200" b="0" i="0">
              <a:solidFill>
                <a:srgbClr val="333333"/>
              </a:solidFill>
              <a:effectLst/>
              <a:highlight>
                <a:srgbClr val="F9F9F9"/>
              </a:highlight>
              <a:latin typeface="Meiryo UI" panose="020B0604030504040204" pitchFamily="50" charset="-128"/>
              <a:ea typeface="Meiryo UI" panose="020B0604030504040204" pitchFamily="50" charset="-128"/>
            </a:endParaRPr>
          </a:p>
          <a:p>
            <a:pPr algn="ctr"/>
            <a:r>
              <a:rPr lang="en-US" altLang="ja-JP" sz="1200" b="0" i="0">
                <a:solidFill>
                  <a:srgbClr val="333333"/>
                </a:solidFill>
                <a:effectLst/>
                <a:highlight>
                  <a:srgbClr val="F9F9F9"/>
                </a:highlight>
                <a:latin typeface="Meiryo UI" panose="020B0604030504040204" pitchFamily="50" charset="-128"/>
                <a:ea typeface="Meiryo UI" panose="020B0604030504040204" pitchFamily="50" charset="-128"/>
              </a:rPr>
              <a:t>TBD(10</a:t>
            </a:r>
            <a:r>
              <a:rPr lang="ja-JP" altLang="en-US" sz="1200" b="0" i="0">
                <a:solidFill>
                  <a:srgbClr val="333333"/>
                </a:solidFill>
                <a:effectLst/>
                <a:highlight>
                  <a:srgbClr val="F9F9F9"/>
                </a:highlight>
                <a:latin typeface="Meiryo UI" panose="020B0604030504040204" pitchFamily="50" charset="-128"/>
                <a:ea typeface="Meiryo UI" panose="020B0604030504040204" pitchFamily="50" charset="-128"/>
              </a:rPr>
              <a:t>月～</a:t>
            </a:r>
            <a:r>
              <a:rPr lang="en-US" altLang="ja-JP" sz="1200" b="0" i="0">
                <a:solidFill>
                  <a:srgbClr val="333333"/>
                </a:solidFill>
                <a:effectLst/>
                <a:highlight>
                  <a:srgbClr val="F9F9F9"/>
                </a:highlight>
                <a:latin typeface="Meiryo UI" panose="020B0604030504040204" pitchFamily="50" charset="-128"/>
                <a:ea typeface="Meiryo UI" panose="020B0604030504040204" pitchFamily="50" charset="-128"/>
              </a:rPr>
              <a:t>)</a:t>
            </a:r>
          </a:p>
        </p:txBody>
      </p:sp>
      <p:cxnSp>
        <p:nvCxnSpPr>
          <p:cNvPr id="35" name="カギ線コネクタ 18">
            <a:extLst>
              <a:ext uri="{FF2B5EF4-FFF2-40B4-BE49-F238E27FC236}">
                <a16:creationId xmlns:a16="http://schemas.microsoft.com/office/drawing/2014/main" id="{810340D2-A16A-1600-4E8B-D78AD2A5DFB7}"/>
              </a:ext>
            </a:extLst>
          </p:cNvPr>
          <p:cNvCxnSpPr>
            <a:cxnSpLocks/>
            <a:stCxn id="31" idx="0"/>
          </p:cNvCxnSpPr>
          <p:nvPr/>
        </p:nvCxnSpPr>
        <p:spPr>
          <a:xfrm rot="16200000" flipV="1">
            <a:off x="6555548" y="3581016"/>
            <a:ext cx="550185" cy="2009551"/>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B287AB5A-A420-0698-A25C-0157FAD49ABE}"/>
              </a:ext>
            </a:extLst>
          </p:cNvPr>
          <p:cNvCxnSpPr>
            <a:cxnSpLocks/>
            <a:stCxn id="10" idx="2"/>
            <a:endCxn id="17" idx="0"/>
          </p:cNvCxnSpPr>
          <p:nvPr/>
        </p:nvCxnSpPr>
        <p:spPr>
          <a:xfrm>
            <a:off x="5825864" y="3921734"/>
            <a:ext cx="0" cy="939150"/>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DC67E5D6-3F35-634D-4184-0A78F306E48B}"/>
              </a:ext>
            </a:extLst>
          </p:cNvPr>
          <p:cNvCxnSpPr>
            <a:cxnSpLocks/>
            <a:stCxn id="29" idx="3"/>
            <a:endCxn id="15" idx="1"/>
          </p:cNvCxnSpPr>
          <p:nvPr/>
        </p:nvCxnSpPr>
        <p:spPr>
          <a:xfrm>
            <a:off x="4681137" y="2825156"/>
            <a:ext cx="2254178" cy="0"/>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01" name="正方形/長方形 100">
            <a:extLst>
              <a:ext uri="{FF2B5EF4-FFF2-40B4-BE49-F238E27FC236}">
                <a16:creationId xmlns:a16="http://schemas.microsoft.com/office/drawing/2014/main" id="{301A3D24-BF32-FA95-29DB-2AF6354B0868}"/>
              </a:ext>
            </a:extLst>
          </p:cNvPr>
          <p:cNvSpPr/>
          <p:nvPr/>
        </p:nvSpPr>
        <p:spPr>
          <a:xfrm>
            <a:off x="292087" y="1398596"/>
            <a:ext cx="2371221" cy="4900670"/>
          </a:xfrm>
          <a:prstGeom prst="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02" name="四角形: 上の 2 つの角を丸める 101">
            <a:extLst>
              <a:ext uri="{FF2B5EF4-FFF2-40B4-BE49-F238E27FC236}">
                <a16:creationId xmlns:a16="http://schemas.microsoft.com/office/drawing/2014/main" id="{995C71F9-A8AF-98D4-24FC-13A80C3B18B6}"/>
              </a:ext>
            </a:extLst>
          </p:cNvPr>
          <p:cNvSpPr/>
          <p:nvPr/>
        </p:nvSpPr>
        <p:spPr>
          <a:xfrm>
            <a:off x="292088" y="1038596"/>
            <a:ext cx="2371221" cy="360000"/>
          </a:xfrm>
          <a:prstGeom prst="round2Same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Meiryo UI" panose="020B0604030504040204" pitchFamily="50" charset="-128"/>
                <a:ea typeface="Meiryo UI" panose="020B0604030504040204" pitchFamily="50" charset="-128"/>
              </a:rPr>
              <a:t>出光興産様</a:t>
            </a:r>
          </a:p>
        </p:txBody>
      </p:sp>
      <p:sp>
        <p:nvSpPr>
          <p:cNvPr id="105" name="正方形/長方形 104">
            <a:extLst>
              <a:ext uri="{FF2B5EF4-FFF2-40B4-BE49-F238E27FC236}">
                <a16:creationId xmlns:a16="http://schemas.microsoft.com/office/drawing/2014/main" id="{381A3CFF-1A8B-D62D-614E-DA1E924E3E9C}"/>
              </a:ext>
            </a:extLst>
          </p:cNvPr>
          <p:cNvSpPr/>
          <p:nvPr/>
        </p:nvSpPr>
        <p:spPr>
          <a:xfrm>
            <a:off x="575558" y="2945713"/>
            <a:ext cx="1800000" cy="485708"/>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lIns="91440" tIns="45720" rIns="91440" bIns="45720" rtlCol="0" anchor="ctr"/>
          <a:lstStyle/>
          <a:p>
            <a:pPr algn="ctr"/>
            <a:r>
              <a:rPr lang="ja-JP" altLang="en-US" sz="1200">
                <a:solidFill>
                  <a:srgbClr val="000000"/>
                </a:solidFill>
                <a:latin typeface="Meiryo UI" panose="020B0604030504040204" pitchFamily="50" charset="-128"/>
                <a:ea typeface="Meiryo UI" panose="020B0604030504040204" pitchFamily="50" charset="-128"/>
              </a:rPr>
              <a:t>金子 竜也様</a:t>
            </a:r>
            <a:endParaRPr lang="en-US" altLang="ja-JP" sz="1200">
              <a:solidFill>
                <a:srgbClr val="000000"/>
              </a:solidFill>
              <a:latin typeface="Meiryo UI" panose="020B0604030504040204" pitchFamily="50" charset="-128"/>
              <a:ea typeface="Meiryo UI" panose="020B0604030504040204" pitchFamily="50" charset="-128"/>
            </a:endParaRPr>
          </a:p>
          <a:p>
            <a:pPr algn="ctr"/>
            <a:r>
              <a:rPr kumimoji="1" lang="ja-JP" altLang="en-US" sz="1200">
                <a:solidFill>
                  <a:sysClr val="windowText" lastClr="000000"/>
                </a:solidFill>
                <a:latin typeface="Meiryo UI" panose="020B0604030504040204" pitchFamily="50" charset="-128"/>
                <a:ea typeface="Meiryo UI" panose="020B0604030504040204" pitchFamily="50" charset="-128"/>
              </a:rPr>
              <a:t>山本 晃弘</a:t>
            </a:r>
            <a:r>
              <a:rPr kumimoji="1" lang="ja-JP" altLang="en-US" sz="1200">
                <a:solidFill>
                  <a:srgbClr val="000000"/>
                </a:solidFill>
                <a:latin typeface="Meiryo UI" panose="020B0604030504040204" pitchFamily="50" charset="-128"/>
                <a:ea typeface="Meiryo UI" panose="020B0604030504040204" pitchFamily="50" charset="-128"/>
              </a:rPr>
              <a:t>様</a:t>
            </a:r>
            <a:endParaRPr kumimoji="1" lang="ja-JP" altLang="en-US" sz="1200">
              <a:solidFill>
                <a:sysClr val="windowText" lastClr="000000"/>
              </a:solidFill>
              <a:latin typeface="Meiryo UI" panose="020B0604030504040204" pitchFamily="50" charset="-128"/>
              <a:ea typeface="Meiryo UI" panose="020B0604030504040204" pitchFamily="50" charset="-128"/>
            </a:endParaRPr>
          </a:p>
        </p:txBody>
      </p:sp>
      <p:sp>
        <p:nvSpPr>
          <p:cNvPr id="106" name="正方形/長方形 105">
            <a:extLst>
              <a:ext uri="{FF2B5EF4-FFF2-40B4-BE49-F238E27FC236}">
                <a16:creationId xmlns:a16="http://schemas.microsoft.com/office/drawing/2014/main" id="{B10EF070-D073-C02B-4B61-DBC2AD6B8D9C}"/>
              </a:ext>
            </a:extLst>
          </p:cNvPr>
          <p:cNvSpPr/>
          <p:nvPr/>
        </p:nvSpPr>
        <p:spPr>
          <a:xfrm>
            <a:off x="575558" y="2656641"/>
            <a:ext cx="1800000" cy="288000"/>
          </a:xfrm>
          <a:prstGeom prst="rect">
            <a:avLst/>
          </a:prstGeom>
          <a:solidFill>
            <a:schemeClr val="accent4"/>
          </a:solidFill>
          <a:ln>
            <a:solidFill>
              <a:schemeClr val="bg1">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ja-JP" altLang="en-US" sz="1200" b="1">
                <a:solidFill>
                  <a:srgbClr val="000000"/>
                </a:solidFill>
                <a:latin typeface="Meiryo UI" panose="020B0604030504040204" pitchFamily="50" charset="-128"/>
                <a:ea typeface="Meiryo UI" panose="020B0604030504040204" pitchFamily="50" charset="-128"/>
              </a:rPr>
              <a:t>メンバー</a:t>
            </a:r>
            <a:endParaRPr kumimoji="1" lang="ja-JP" altLang="en-US" sz="1200" b="1">
              <a:solidFill>
                <a:sysClr val="windowText" lastClr="000000"/>
              </a:solidFill>
              <a:latin typeface="Meiryo UI" panose="020B0604030504040204" pitchFamily="50" charset="-128"/>
              <a:ea typeface="Meiryo UI" panose="020B0604030504040204" pitchFamily="50" charset="-128"/>
            </a:endParaRPr>
          </a:p>
        </p:txBody>
      </p:sp>
      <p:sp>
        <p:nvSpPr>
          <p:cNvPr id="109" name="正方形/長方形 108">
            <a:extLst>
              <a:ext uri="{FF2B5EF4-FFF2-40B4-BE49-F238E27FC236}">
                <a16:creationId xmlns:a16="http://schemas.microsoft.com/office/drawing/2014/main" id="{D1EEDF86-B342-A718-D356-932BBBB66C03}"/>
              </a:ext>
            </a:extLst>
          </p:cNvPr>
          <p:cNvSpPr/>
          <p:nvPr/>
        </p:nvSpPr>
        <p:spPr>
          <a:xfrm>
            <a:off x="575558" y="1817899"/>
            <a:ext cx="1800000" cy="3240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1200">
                <a:solidFill>
                  <a:srgbClr val="000000"/>
                </a:solidFill>
                <a:latin typeface="Meiryo UI" panose="020B0604030504040204" pitchFamily="50" charset="-128"/>
                <a:ea typeface="Meiryo UI" panose="020B0604030504040204" pitchFamily="50" charset="-128"/>
              </a:rPr>
              <a:t>村橋 一彦様</a:t>
            </a:r>
            <a:endParaRPr kumimoji="1" lang="ja-JP" altLang="en-US" sz="1200">
              <a:solidFill>
                <a:sysClr val="windowText" lastClr="000000"/>
              </a:solidFill>
              <a:latin typeface="Meiryo UI" panose="020B0604030504040204" pitchFamily="50" charset="-128"/>
              <a:ea typeface="Meiryo UI" panose="020B0604030504040204" pitchFamily="50" charset="-128"/>
            </a:endParaRPr>
          </a:p>
        </p:txBody>
      </p:sp>
      <p:sp>
        <p:nvSpPr>
          <p:cNvPr id="110" name="正方形/長方形 109">
            <a:extLst>
              <a:ext uri="{FF2B5EF4-FFF2-40B4-BE49-F238E27FC236}">
                <a16:creationId xmlns:a16="http://schemas.microsoft.com/office/drawing/2014/main" id="{50475A12-9D21-55AD-EE58-DE3BB8A8D2FC}"/>
              </a:ext>
            </a:extLst>
          </p:cNvPr>
          <p:cNvSpPr/>
          <p:nvPr/>
        </p:nvSpPr>
        <p:spPr>
          <a:xfrm>
            <a:off x="575558" y="1545249"/>
            <a:ext cx="1800000" cy="288000"/>
          </a:xfrm>
          <a:prstGeom prst="rect">
            <a:avLst/>
          </a:prstGeom>
          <a:solidFill>
            <a:schemeClr val="accent4"/>
          </a:solidFill>
          <a:ln>
            <a:solidFill>
              <a:schemeClr val="bg1">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ja-JP" altLang="en-US" sz="1200" b="1">
                <a:solidFill>
                  <a:srgbClr val="000000"/>
                </a:solidFill>
                <a:latin typeface="Meiryo UI" panose="020B0604030504040204" pitchFamily="50" charset="-128"/>
                <a:ea typeface="Meiryo UI" panose="020B0604030504040204" pitchFamily="50" charset="-128"/>
              </a:rPr>
              <a:t>責任者</a:t>
            </a:r>
            <a:endParaRPr kumimoji="1" lang="ja-JP" altLang="en-US" sz="1200" b="1">
              <a:solidFill>
                <a:sysClr val="windowText" lastClr="000000"/>
              </a:solidFill>
              <a:latin typeface="Meiryo UI" panose="020B0604030504040204" pitchFamily="50" charset="-128"/>
              <a:ea typeface="Meiryo UI" panose="020B0604030504040204" pitchFamily="50" charset="-128"/>
            </a:endParaRPr>
          </a:p>
        </p:txBody>
      </p:sp>
      <p:cxnSp>
        <p:nvCxnSpPr>
          <p:cNvPr id="114" name="直線コネクタ 113">
            <a:extLst>
              <a:ext uri="{FF2B5EF4-FFF2-40B4-BE49-F238E27FC236}">
                <a16:creationId xmlns:a16="http://schemas.microsoft.com/office/drawing/2014/main" id="{EA47740F-4718-48E3-537F-421B0DA7DC4D}"/>
              </a:ext>
            </a:extLst>
          </p:cNvPr>
          <p:cNvCxnSpPr>
            <a:cxnSpLocks/>
            <a:stCxn id="109" idx="2"/>
            <a:endCxn id="106" idx="0"/>
          </p:cNvCxnSpPr>
          <p:nvPr/>
        </p:nvCxnSpPr>
        <p:spPr>
          <a:xfrm>
            <a:off x="1475558" y="2141899"/>
            <a:ext cx="0" cy="514742"/>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19" name="正方形/長方形 118">
            <a:extLst>
              <a:ext uri="{FF2B5EF4-FFF2-40B4-BE49-F238E27FC236}">
                <a16:creationId xmlns:a16="http://schemas.microsoft.com/office/drawing/2014/main" id="{D940CA25-556B-61FE-50DA-93DB60DD55E9}"/>
              </a:ext>
            </a:extLst>
          </p:cNvPr>
          <p:cNvSpPr/>
          <p:nvPr/>
        </p:nvSpPr>
        <p:spPr>
          <a:xfrm>
            <a:off x="575558" y="5314352"/>
            <a:ext cx="1800000" cy="607425"/>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1200">
                <a:solidFill>
                  <a:srgbClr val="000000"/>
                </a:solidFill>
                <a:latin typeface="Meiryo UI" panose="020B0604030504040204" pitchFamily="50" charset="-128"/>
                <a:ea typeface="Meiryo UI" panose="020B0604030504040204" pitchFamily="50" charset="-128"/>
              </a:rPr>
              <a:t>川原田 但様</a:t>
            </a:r>
            <a:endParaRPr lang="en-US" altLang="ja-JP" sz="1200">
              <a:solidFill>
                <a:srgbClr val="000000"/>
              </a:solidFill>
              <a:latin typeface="Meiryo UI" panose="020B0604030504040204" pitchFamily="50" charset="-128"/>
              <a:ea typeface="Meiryo UI" panose="020B0604030504040204" pitchFamily="50" charset="-128"/>
            </a:endParaRPr>
          </a:p>
          <a:p>
            <a:pPr algn="ctr"/>
            <a:r>
              <a:rPr lang="ja-JP" altLang="en-US" sz="1200">
                <a:solidFill>
                  <a:srgbClr val="000000"/>
                </a:solidFill>
                <a:latin typeface="Meiryo UI" panose="020B0604030504040204" pitchFamily="50" charset="-128"/>
                <a:ea typeface="Meiryo UI" panose="020B0604030504040204" pitchFamily="50" charset="-128"/>
              </a:rPr>
              <a:t>田中 沙織様</a:t>
            </a:r>
            <a:endParaRPr lang="en-US" altLang="ja-JP" sz="1200">
              <a:solidFill>
                <a:srgbClr val="000000"/>
              </a:solidFill>
              <a:latin typeface="Meiryo UI" panose="020B0604030504040204" pitchFamily="50" charset="-128"/>
              <a:ea typeface="Meiryo UI" panose="020B0604030504040204" pitchFamily="50" charset="-128"/>
            </a:endParaRPr>
          </a:p>
          <a:p>
            <a:pPr algn="ctr"/>
            <a:r>
              <a:rPr kumimoji="1" lang="ja-JP" altLang="en-US" sz="1200">
                <a:solidFill>
                  <a:srgbClr val="000000"/>
                </a:solidFill>
                <a:latin typeface="Meiryo UI" panose="020B0604030504040204" pitchFamily="50" charset="-128"/>
                <a:ea typeface="Meiryo UI" panose="020B0604030504040204" pitchFamily="50" charset="-128"/>
              </a:rPr>
              <a:t>金城 千秋様</a:t>
            </a:r>
            <a:endParaRPr kumimoji="1" lang="ja-JP" altLang="en-US" sz="1200">
              <a:solidFill>
                <a:sysClr val="windowText" lastClr="000000"/>
              </a:solidFill>
              <a:latin typeface="Meiryo UI" panose="020B0604030504040204" pitchFamily="50" charset="-128"/>
              <a:ea typeface="Meiryo UI" panose="020B0604030504040204" pitchFamily="50" charset="-128"/>
            </a:endParaRPr>
          </a:p>
        </p:txBody>
      </p:sp>
      <p:sp>
        <p:nvSpPr>
          <p:cNvPr id="120" name="正方形/長方形 119">
            <a:extLst>
              <a:ext uri="{FF2B5EF4-FFF2-40B4-BE49-F238E27FC236}">
                <a16:creationId xmlns:a16="http://schemas.microsoft.com/office/drawing/2014/main" id="{DEFDE697-559E-2EA2-3BA1-5D4121F51E8C}"/>
              </a:ext>
            </a:extLst>
          </p:cNvPr>
          <p:cNvSpPr/>
          <p:nvPr/>
        </p:nvSpPr>
        <p:spPr>
          <a:xfrm>
            <a:off x="575558" y="5024927"/>
            <a:ext cx="1800000" cy="288000"/>
          </a:xfrm>
          <a:prstGeom prst="rect">
            <a:avLst/>
          </a:prstGeom>
          <a:solidFill>
            <a:srgbClr val="F4B4B2"/>
          </a:solidFill>
          <a:ln>
            <a:solidFill>
              <a:schemeClr val="bg1">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ja-JP" altLang="en-US" sz="1200" b="1">
                <a:solidFill>
                  <a:srgbClr val="000000"/>
                </a:solidFill>
                <a:latin typeface="Meiryo UI" panose="020B0604030504040204" pitchFamily="50" charset="-128"/>
                <a:ea typeface="Meiryo UI" panose="020B0604030504040204" pitchFamily="50" charset="-128"/>
              </a:rPr>
              <a:t>メンバー</a:t>
            </a:r>
            <a:endParaRPr kumimoji="1" lang="ja-JP" altLang="en-US" sz="1200" b="1">
              <a:solidFill>
                <a:sysClr val="windowText" lastClr="000000"/>
              </a:solidFill>
              <a:latin typeface="Meiryo UI" panose="020B0604030504040204" pitchFamily="50" charset="-128"/>
              <a:ea typeface="Meiryo UI" panose="020B0604030504040204" pitchFamily="50" charset="-128"/>
            </a:endParaRPr>
          </a:p>
        </p:txBody>
      </p:sp>
      <p:sp>
        <p:nvSpPr>
          <p:cNvPr id="121" name="正方形/長方形 120">
            <a:extLst>
              <a:ext uri="{FF2B5EF4-FFF2-40B4-BE49-F238E27FC236}">
                <a16:creationId xmlns:a16="http://schemas.microsoft.com/office/drawing/2014/main" id="{0AEFBE77-B69E-777C-732C-D2EE72F11F13}"/>
              </a:ext>
            </a:extLst>
          </p:cNvPr>
          <p:cNvSpPr/>
          <p:nvPr/>
        </p:nvSpPr>
        <p:spPr>
          <a:xfrm>
            <a:off x="574992" y="4526884"/>
            <a:ext cx="1800000" cy="324000"/>
          </a:xfrm>
          <a:prstGeom prst="rect">
            <a:avLst/>
          </a:prstGeom>
          <a:ln>
            <a:solidFill>
              <a:schemeClr val="bg1">
                <a:lumMod val="7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1200">
                <a:solidFill>
                  <a:srgbClr val="000000"/>
                </a:solidFill>
                <a:latin typeface="Meiryo UI" panose="020B0604030504040204" pitchFamily="50" charset="-128"/>
                <a:ea typeface="Meiryo UI" panose="020B0604030504040204" pitchFamily="50" charset="-128"/>
              </a:rPr>
              <a:t>田中 健嗣様</a:t>
            </a:r>
            <a:endParaRPr kumimoji="1" lang="ja-JP" altLang="en-US" sz="1200">
              <a:solidFill>
                <a:sysClr val="windowText" lastClr="000000"/>
              </a:solidFill>
              <a:latin typeface="Meiryo UI" panose="020B0604030504040204" pitchFamily="50" charset="-128"/>
              <a:ea typeface="Meiryo UI" panose="020B0604030504040204" pitchFamily="50" charset="-128"/>
            </a:endParaRPr>
          </a:p>
        </p:txBody>
      </p:sp>
      <p:sp>
        <p:nvSpPr>
          <p:cNvPr id="122" name="正方形/長方形 121">
            <a:extLst>
              <a:ext uri="{FF2B5EF4-FFF2-40B4-BE49-F238E27FC236}">
                <a16:creationId xmlns:a16="http://schemas.microsoft.com/office/drawing/2014/main" id="{2F02068E-6D79-EAB4-F541-7A7C4415AFDB}"/>
              </a:ext>
            </a:extLst>
          </p:cNvPr>
          <p:cNvSpPr/>
          <p:nvPr/>
        </p:nvSpPr>
        <p:spPr>
          <a:xfrm>
            <a:off x="575558" y="4254234"/>
            <a:ext cx="1800000" cy="288000"/>
          </a:xfrm>
          <a:prstGeom prst="rect">
            <a:avLst/>
          </a:prstGeom>
          <a:solidFill>
            <a:srgbClr val="F4B4B2"/>
          </a:solidFill>
          <a:ln>
            <a:solidFill>
              <a:schemeClr val="bg1">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wrap="none" rtlCol="0" anchor="ctr"/>
          <a:lstStyle/>
          <a:p>
            <a:pPr algn="ctr"/>
            <a:r>
              <a:rPr lang="ja-JP" altLang="en-US" sz="1200" b="1">
                <a:solidFill>
                  <a:srgbClr val="000000"/>
                </a:solidFill>
                <a:latin typeface="Meiryo UI" panose="020B0604030504040204" pitchFamily="50" charset="-128"/>
                <a:ea typeface="Meiryo UI" panose="020B0604030504040204" pitchFamily="50" charset="-128"/>
              </a:rPr>
              <a:t>責任者</a:t>
            </a:r>
            <a:endParaRPr kumimoji="1" lang="ja-JP" altLang="en-US" sz="1200" b="1">
              <a:solidFill>
                <a:sysClr val="windowText" lastClr="000000"/>
              </a:solidFill>
              <a:latin typeface="Meiryo UI" panose="020B0604030504040204" pitchFamily="50" charset="-128"/>
              <a:ea typeface="Meiryo UI" panose="020B0604030504040204" pitchFamily="50" charset="-128"/>
            </a:endParaRPr>
          </a:p>
        </p:txBody>
      </p:sp>
      <p:cxnSp>
        <p:nvCxnSpPr>
          <p:cNvPr id="123" name="直線コネクタ 122">
            <a:extLst>
              <a:ext uri="{FF2B5EF4-FFF2-40B4-BE49-F238E27FC236}">
                <a16:creationId xmlns:a16="http://schemas.microsoft.com/office/drawing/2014/main" id="{63C06397-388B-140A-0F18-EB63E5F6421E}"/>
              </a:ext>
            </a:extLst>
          </p:cNvPr>
          <p:cNvCxnSpPr>
            <a:cxnSpLocks/>
            <a:stCxn id="121" idx="2"/>
            <a:endCxn id="120" idx="0"/>
          </p:cNvCxnSpPr>
          <p:nvPr/>
        </p:nvCxnSpPr>
        <p:spPr>
          <a:xfrm>
            <a:off x="1474992" y="4850884"/>
            <a:ext cx="566" cy="174043"/>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27" name="テキスト ボックス 126">
            <a:extLst>
              <a:ext uri="{FF2B5EF4-FFF2-40B4-BE49-F238E27FC236}">
                <a16:creationId xmlns:a16="http://schemas.microsoft.com/office/drawing/2014/main" id="{F27EA83D-9C9F-6AE0-593F-D7B7EB9D168C}"/>
              </a:ext>
            </a:extLst>
          </p:cNvPr>
          <p:cNvSpPr txBox="1"/>
          <p:nvPr/>
        </p:nvSpPr>
        <p:spPr>
          <a:xfrm>
            <a:off x="387765" y="3897159"/>
            <a:ext cx="2174584" cy="307777"/>
          </a:xfrm>
          <a:prstGeom prst="rect">
            <a:avLst/>
          </a:prstGeom>
          <a:noFill/>
          <a:ln>
            <a:noFill/>
          </a:ln>
        </p:spPr>
        <p:txBody>
          <a:bodyPr wrap="square">
            <a:spAutoFit/>
          </a:bodyPr>
          <a:lstStyle/>
          <a:p>
            <a:pPr algn="ct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総務部財務リスク課</a:t>
            </a:r>
            <a:r>
              <a:rPr lang="en-US" altLang="ja-JP" sz="1400">
                <a:latin typeface="Meiryo UI" panose="020B0604030504040204" pitchFamily="50" charset="-128"/>
                <a:ea typeface="Meiryo UI" panose="020B0604030504040204" pitchFamily="50" charset="-128"/>
              </a:rPr>
              <a:t>】</a:t>
            </a:r>
            <a:endParaRPr lang="ja-JP" altLang="en-US" sz="1400">
              <a:latin typeface="Meiryo UI" panose="020B0604030504040204" pitchFamily="50" charset="-128"/>
              <a:ea typeface="Meiryo UI" panose="020B0604030504040204" pitchFamily="50" charset="-128"/>
            </a:endParaRPr>
          </a:p>
        </p:txBody>
      </p:sp>
      <p:sp>
        <p:nvSpPr>
          <p:cNvPr id="4" name="角丸四角形 27">
            <a:extLst>
              <a:ext uri="{FF2B5EF4-FFF2-40B4-BE49-F238E27FC236}">
                <a16:creationId xmlns:a16="http://schemas.microsoft.com/office/drawing/2014/main" id="{E872AAAF-A406-10DF-C11A-FCB8A4CBCA38}"/>
              </a:ext>
            </a:extLst>
          </p:cNvPr>
          <p:cNvSpPr/>
          <p:nvPr/>
        </p:nvSpPr>
        <p:spPr>
          <a:xfrm>
            <a:off x="7292914" y="1429079"/>
            <a:ext cx="1527086" cy="360000"/>
          </a:xfrm>
          <a:prstGeom prst="roundRect">
            <a:avLst>
              <a:gd name="adj" fmla="val 5188"/>
            </a:avLst>
          </a:prstGeom>
          <a:solidFill>
            <a:schemeClr val="bg1"/>
          </a:solidFill>
          <a:ln>
            <a:solidFill>
              <a:schemeClr val="accent3"/>
            </a:solidFill>
          </a:ln>
        </p:spPr>
        <p:style>
          <a:lnRef idx="2">
            <a:schemeClr val="accent3"/>
          </a:lnRef>
          <a:fillRef idx="1">
            <a:schemeClr val="lt1"/>
          </a:fillRef>
          <a:effectRef idx="0">
            <a:schemeClr val="accent3"/>
          </a:effectRef>
          <a:fontRef idx="minor">
            <a:schemeClr val="dk1"/>
          </a:fontRef>
        </p:style>
        <p:txBody>
          <a:bodyPr rtlCol="0" anchor="t" anchorCtr="0"/>
          <a:lstStyle/>
          <a:p>
            <a:pPr>
              <a:spcBef>
                <a:spcPts val="300"/>
              </a:spcBef>
            </a:pPr>
            <a:r>
              <a:rPr kumimoji="1" lang="ja-JP" altLang="en-US" sz="1200">
                <a:latin typeface="Meiryo UI" panose="020B0604030504040204" pitchFamily="50" charset="-128"/>
                <a:ea typeface="Meiryo UI" panose="020B0604030504040204" pitchFamily="50" charset="-128"/>
              </a:rPr>
              <a:t>★：プロジェクトリーダ</a:t>
            </a:r>
            <a:endParaRPr kumimoji="1" lang="en-US" altLang="ja-JP"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47875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５．体制・役割</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12</a:t>
            </a:fld>
            <a:endParaRPr kumimoji="1" lang="ja-JP" altLang="en-US">
              <a:latin typeface="Meiryo UI" panose="020B0604030504040204" pitchFamily="50" charset="-128"/>
              <a:ea typeface="Meiryo UI" panose="020B0604030504040204" pitchFamily="50" charset="-128"/>
            </a:endParaRPr>
          </a:p>
        </p:txBody>
      </p:sp>
      <p:graphicFrame>
        <p:nvGraphicFramePr>
          <p:cNvPr id="4" name="Group 251">
            <a:extLst>
              <a:ext uri="{FF2B5EF4-FFF2-40B4-BE49-F238E27FC236}">
                <a16:creationId xmlns:a16="http://schemas.microsoft.com/office/drawing/2014/main" id="{06E787FF-FF19-30BB-0338-DF311CEAF318}"/>
              </a:ext>
            </a:extLst>
          </p:cNvPr>
          <p:cNvGraphicFramePr>
            <a:graphicFrameLocks/>
          </p:cNvGraphicFramePr>
          <p:nvPr>
            <p:extLst>
              <p:ext uri="{D42A27DB-BD31-4B8C-83A1-F6EECF244321}">
                <p14:modId xmlns:p14="http://schemas.microsoft.com/office/powerpoint/2010/main" val="1478084350"/>
              </p:ext>
            </p:extLst>
          </p:nvPr>
        </p:nvGraphicFramePr>
        <p:xfrm>
          <a:off x="251520" y="1089591"/>
          <a:ext cx="8640960" cy="4199760"/>
        </p:xfrm>
        <a:graphic>
          <a:graphicData uri="http://schemas.openxmlformats.org/drawingml/2006/table">
            <a:tbl>
              <a:tblPr firstRow="1">
                <a:tableStyleId>{5C22544A-7EE6-4342-B048-85BDC9FD1C3A}</a:tableStyleId>
              </a:tblPr>
              <a:tblGrid>
                <a:gridCol w="2195037">
                  <a:extLst>
                    <a:ext uri="{9D8B030D-6E8A-4147-A177-3AD203B41FA5}">
                      <a16:colId xmlns:a16="http://schemas.microsoft.com/office/drawing/2014/main" val="20000"/>
                    </a:ext>
                  </a:extLst>
                </a:gridCol>
                <a:gridCol w="6445923">
                  <a:extLst>
                    <a:ext uri="{9D8B030D-6E8A-4147-A177-3AD203B41FA5}">
                      <a16:colId xmlns:a16="http://schemas.microsoft.com/office/drawing/2014/main" val="20001"/>
                    </a:ext>
                  </a:extLst>
                </a:gridCol>
              </a:tblGrid>
              <a:tr h="243819">
                <a:tc>
                  <a:txBody>
                    <a:bodyPr/>
                    <a:lstStyle/>
                    <a:p>
                      <a:pPr marL="0" marR="0" lvl="0" indent="0" algn="ctr" defTabSz="914400" rtl="0" eaLnBrk="1" fontAlgn="base" latinLnBrk="0" hangingPunct="1">
                        <a:lnSpc>
                          <a:spcPct val="100000"/>
                        </a:lnSpc>
                        <a:spcBef>
                          <a:spcPct val="35000"/>
                        </a:spcBef>
                        <a:spcAft>
                          <a:spcPct val="15000"/>
                        </a:spcAft>
                        <a:buClr>
                          <a:schemeClr val="accent2"/>
                        </a:buClr>
                        <a:buSzTx/>
                        <a:buFont typeface="Wingdings" pitchFamily="2" charset="2"/>
                        <a:buNone/>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役　　割</a:t>
                      </a:r>
                      <a:endParaRPr kumimoji="0" lang="ja-JP" altLang="en-US" sz="1200" b="1" i="0" u="none" strike="noStrike" cap="none" normalizeH="0" baseline="0">
                        <a:ln>
                          <a:noFill/>
                        </a:ln>
                        <a:solidFill>
                          <a:schemeClr val="bg1"/>
                        </a:solidFill>
                        <a:effectLst/>
                        <a:latin typeface="Meiryo UI" pitchFamily="50" charset="-128"/>
                        <a:ea typeface="Meiryo UI" pitchFamily="50" charset="-128"/>
                        <a:cs typeface="Meiryo UI" pitchFamily="50" charset="-128"/>
                      </a:endParaRPr>
                    </a:p>
                  </a:txBody>
                  <a:tcPr marL="90000" marR="90000" marT="46800" marB="46800" anchor="ctr" horzOverflow="overflow"/>
                </a:tc>
                <a:tc>
                  <a:txBody>
                    <a:bodyPr/>
                    <a:lstStyle/>
                    <a:p>
                      <a:pPr marL="0" marR="0" lvl="0" indent="0" algn="ctr" defTabSz="914400" rtl="0" eaLnBrk="1" fontAlgn="base" latinLnBrk="0" hangingPunct="1">
                        <a:lnSpc>
                          <a:spcPct val="100000"/>
                        </a:lnSpc>
                        <a:spcBef>
                          <a:spcPct val="35000"/>
                        </a:spcBef>
                        <a:spcAft>
                          <a:spcPct val="15000"/>
                        </a:spcAft>
                        <a:buClr>
                          <a:schemeClr val="accent2"/>
                        </a:buClr>
                        <a:buSzTx/>
                        <a:buFont typeface="Wingdings" pitchFamily="2" charset="2"/>
                        <a:buNone/>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責任（作業内容）</a:t>
                      </a:r>
                      <a:endParaRPr kumimoji="0" lang="ja-JP" altLang="en-US" sz="1200" b="1" i="0" u="none" strike="noStrike" cap="none" normalizeH="0" baseline="0">
                        <a:ln>
                          <a:noFill/>
                        </a:ln>
                        <a:solidFill>
                          <a:schemeClr val="bg1"/>
                        </a:solidFill>
                        <a:effectLst/>
                        <a:latin typeface="Meiryo UI" pitchFamily="50" charset="-128"/>
                        <a:ea typeface="Meiryo UI" pitchFamily="50" charset="-128"/>
                        <a:cs typeface="Meiryo UI" pitchFamily="50" charset="-128"/>
                      </a:endParaRPr>
                    </a:p>
                  </a:txBody>
                  <a:tcPr marL="90000" marR="90000" marT="46800" marB="46800" anchor="ctr" horzOverflow="overflow"/>
                </a:tc>
                <a:extLst>
                  <a:ext uri="{0D108BD9-81ED-4DB2-BD59-A6C34878D82A}">
                    <a16:rowId xmlns:a16="http://schemas.microsoft.com/office/drawing/2014/main" val="10000"/>
                  </a:ext>
                </a:extLst>
              </a:tr>
              <a:tr h="337156">
                <a:tc>
                  <a:txBody>
                    <a:bodyPr/>
                    <a:lstStyle/>
                    <a:p>
                      <a:pPr marL="0" marR="0" lvl="0" indent="0" algn="l" defTabSz="914400" rtl="0" eaLnBrk="1" fontAlgn="base" latinLnBrk="0" hangingPunct="1">
                        <a:lnSpc>
                          <a:spcPct val="100000"/>
                        </a:lnSpc>
                        <a:spcBef>
                          <a:spcPct val="35000"/>
                        </a:spcBef>
                        <a:spcAft>
                          <a:spcPct val="15000"/>
                        </a:spcAft>
                        <a:buClr>
                          <a:schemeClr val="accent2"/>
                        </a:buClr>
                        <a:buSzTx/>
                        <a:buFont typeface="Wingdings" pitchFamily="2" charset="2"/>
                        <a:buNone/>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責任者</a:t>
                      </a:r>
                      <a:endParaRPr kumimoji="0" lang="ja-JP" altLang="en-US" sz="12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108000" marR="0" marT="54000" marB="54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 プロジェクト全般にわたる責任者</a:t>
                      </a:r>
                    </a:p>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 プロジェクト全体方針の確認</a:t>
                      </a:r>
                      <a:endParaRPr kumimoji="0" lang="en-US" altLang="ja-JP" sz="120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108000" marR="0" marT="54000" marB="54000" horzOverflow="overflow"/>
                </a:tc>
                <a:extLst>
                  <a:ext uri="{0D108BD9-81ED-4DB2-BD59-A6C34878D82A}">
                    <a16:rowId xmlns:a16="http://schemas.microsoft.com/office/drawing/2014/main" val="10002"/>
                  </a:ext>
                </a:extLst>
              </a:tr>
              <a:tr h="941941">
                <a:tc>
                  <a:txBody>
                    <a:bodyPr/>
                    <a:lstStyle/>
                    <a:p>
                      <a:pPr marL="0" marR="0" lvl="0" indent="0" algn="l" defTabSz="914400" rtl="0" eaLnBrk="1" fontAlgn="base" latinLnBrk="0" hangingPunct="1">
                        <a:lnSpc>
                          <a:spcPct val="100000"/>
                        </a:lnSpc>
                        <a:spcBef>
                          <a:spcPct val="35000"/>
                        </a:spcBef>
                        <a:spcAft>
                          <a:spcPct val="15000"/>
                        </a:spcAft>
                        <a:buClr>
                          <a:schemeClr val="accent2"/>
                        </a:buClr>
                        <a:buSzTx/>
                        <a:buFont typeface="Wingdings" pitchFamily="2" charset="2"/>
                        <a:buNone/>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プロジェクトマネージャ</a:t>
                      </a:r>
                      <a:endParaRPr kumimoji="0" lang="en-US" altLang="ja-JP" sz="1200" u="none" strike="noStrike" cap="none" normalizeH="0" baseline="0">
                        <a:ln>
                          <a:noFill/>
                        </a:ln>
                        <a:effectLst/>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5000"/>
                        </a:spcBef>
                        <a:spcAft>
                          <a:spcPct val="15000"/>
                        </a:spcAft>
                        <a:buClr>
                          <a:schemeClr val="accent2"/>
                        </a:buClr>
                        <a:buSzTx/>
                        <a:buFont typeface="Wingdings" pitchFamily="2" charset="2"/>
                        <a:buNone/>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（略称：</a:t>
                      </a:r>
                      <a:r>
                        <a:rPr kumimoji="0" lang="en-US" altLang="ja-JP" sz="1200" u="none" strike="noStrike" cap="none" normalizeH="0" baseline="0">
                          <a:ln>
                            <a:noFill/>
                          </a:ln>
                          <a:effectLst/>
                          <a:latin typeface="Meiryo UI" panose="020B0604030504040204" pitchFamily="50" charset="-128"/>
                          <a:ea typeface="Meiryo UI" panose="020B0604030504040204" pitchFamily="50" charset="-128"/>
                        </a:rPr>
                        <a:t>PM</a:t>
                      </a: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a:t>
                      </a:r>
                      <a:endParaRPr kumimoji="0" lang="en-US" altLang="ja-JP" sz="120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108000" marR="0" marT="54000" marB="54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defRPr/>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 プロジェクト全般にかかわる重要方針の確認</a:t>
                      </a:r>
                      <a:endParaRPr kumimoji="0" lang="en-US" altLang="ja-JP" sz="1200" u="none" strike="noStrike" cap="none" normalizeH="0" baseline="0">
                        <a:ln>
                          <a:noFill/>
                        </a:ln>
                        <a:effectLst/>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defRPr/>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 プロジェクト全体の運営管理（目標、範囲、予算、スケジュール、要員等）</a:t>
                      </a:r>
                      <a:endParaRPr kumimoji="0" lang="en-US" altLang="ja-JP" sz="1200" u="none" strike="noStrike" cap="none" normalizeH="0" baseline="0">
                        <a:ln>
                          <a:noFill/>
                        </a:ln>
                        <a:effectLst/>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 リスク管理（リスクの認識、およびエスカレーション）</a:t>
                      </a:r>
                      <a:endParaRPr kumimoji="0" lang="en-US" altLang="ja-JP" sz="1200" u="none" strike="noStrike" cap="none" normalizeH="0" baseline="0">
                        <a:ln>
                          <a:noFill/>
                        </a:ln>
                        <a:effectLst/>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 プロジェクト決定事項のメンバーへの周知</a:t>
                      </a:r>
                    </a:p>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 プロジェクト全体の品質管理（主要成果物のレビュー）</a:t>
                      </a:r>
                    </a:p>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 プロジェクト全体の課題管理　（課題に対する対応策の提案、および検討）</a:t>
                      </a:r>
                      <a:endParaRPr kumimoji="0" lang="en-US" altLang="ja-JP" sz="1200" u="none" strike="noStrike" cap="none" normalizeH="0" baseline="0">
                        <a:ln>
                          <a:noFill/>
                        </a:ln>
                        <a:effectLst/>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pPr>
                      <a:endParaRPr kumimoji="0" lang="en-US" altLang="ja-JP" sz="1200" u="none" strike="noStrike" cap="none" normalizeH="0" baseline="0">
                        <a:ln>
                          <a:noFill/>
                        </a:ln>
                        <a:effectLst/>
                        <a:latin typeface="Meiryo UI" panose="020B0604030504040204" pitchFamily="50" charset="-128"/>
                        <a:ea typeface="Meiryo UI" panose="020B0604030504040204" pitchFamily="50" charset="-128"/>
                      </a:endParaRPr>
                    </a:p>
                  </a:txBody>
                  <a:tcPr marL="108000" marR="0" marT="54000" marB="54000" horzOverflow="overflow"/>
                </a:tc>
                <a:extLst>
                  <a:ext uri="{0D108BD9-81ED-4DB2-BD59-A6C34878D82A}">
                    <a16:rowId xmlns:a16="http://schemas.microsoft.com/office/drawing/2014/main" val="10003"/>
                  </a:ext>
                </a:extLst>
              </a:tr>
              <a:tr h="458113">
                <a:tc>
                  <a:txBody>
                    <a:bodyPr/>
                    <a:lstStyle/>
                    <a:p>
                      <a:pPr marL="0" marR="0" lvl="0" indent="0" algn="l" defTabSz="914400" rtl="0" eaLnBrk="1" fontAlgn="base" latinLnBrk="0" hangingPunct="1">
                        <a:lnSpc>
                          <a:spcPct val="100000"/>
                        </a:lnSpc>
                        <a:spcBef>
                          <a:spcPct val="35000"/>
                        </a:spcBef>
                        <a:spcAft>
                          <a:spcPct val="15000"/>
                        </a:spcAft>
                        <a:buClr>
                          <a:schemeClr val="accent2"/>
                        </a:buClr>
                        <a:buSzTx/>
                        <a:buFont typeface="Wingdings" pitchFamily="2" charset="2"/>
                        <a:buNone/>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プロジェクトリーダ</a:t>
                      </a:r>
                      <a:endParaRPr kumimoji="0" lang="en-US" altLang="ja-JP" sz="1200" u="none" strike="noStrike" cap="none" normalizeH="0" baseline="0">
                        <a:ln>
                          <a:noFill/>
                        </a:ln>
                        <a:effectLst/>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5000"/>
                        </a:spcBef>
                        <a:spcAft>
                          <a:spcPct val="15000"/>
                        </a:spcAft>
                        <a:buClr>
                          <a:schemeClr val="accent2"/>
                        </a:buClr>
                        <a:buSzTx/>
                        <a:buFont typeface="Wingdings" pitchFamily="2" charset="2"/>
                        <a:buNone/>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（略称：</a:t>
                      </a:r>
                      <a:r>
                        <a:rPr kumimoji="0" lang="en-US" altLang="ja-JP" sz="1200" u="none" strike="noStrike" cap="none" normalizeH="0" baseline="0">
                          <a:ln>
                            <a:noFill/>
                          </a:ln>
                          <a:effectLst/>
                          <a:latin typeface="Meiryo UI" panose="020B0604030504040204" pitchFamily="50" charset="-128"/>
                          <a:ea typeface="Meiryo UI" panose="020B0604030504040204" pitchFamily="50" charset="-128"/>
                        </a:rPr>
                        <a:t>PL</a:t>
                      </a: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a:t>
                      </a:r>
                    </a:p>
                  </a:txBody>
                  <a:tcPr marL="108000" marR="0" marT="54000" marB="54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defRPr/>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 各種成果物の作成・レビュー</a:t>
                      </a:r>
                      <a:endParaRPr kumimoji="0" lang="en-US" altLang="ja-JP" sz="1200" u="none" strike="noStrike" cap="none" normalizeH="0" baseline="0">
                        <a:ln>
                          <a:noFill/>
                        </a:ln>
                        <a:effectLst/>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defRPr/>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 各種成果物の説明</a:t>
                      </a:r>
                      <a:endParaRPr kumimoji="0" lang="en-US" altLang="ja-JP" sz="1200" u="none" strike="noStrike" cap="none" normalizeH="0" baseline="0">
                        <a:ln>
                          <a:noFill/>
                        </a:ln>
                        <a:effectLst/>
                        <a:latin typeface="Meiryo UI" panose="020B0604030504040204" pitchFamily="50" charset="-128"/>
                        <a:ea typeface="Meiryo UI" panose="020B0604030504040204" pitchFamily="50" charset="-128"/>
                      </a:endParaRPr>
                    </a:p>
                  </a:txBody>
                  <a:tcPr marL="108000" marR="0" marT="54000" marB="54000" horzOverflow="overflow"/>
                </a:tc>
                <a:extLst>
                  <a:ext uri="{0D108BD9-81ED-4DB2-BD59-A6C34878D82A}">
                    <a16:rowId xmlns:a16="http://schemas.microsoft.com/office/drawing/2014/main" val="10005"/>
                  </a:ext>
                </a:extLst>
              </a:tr>
              <a:tr h="458113">
                <a:tc>
                  <a:txBody>
                    <a:bodyPr/>
                    <a:lstStyle/>
                    <a:p>
                      <a:pPr marL="0" marR="0" lvl="0" indent="0" algn="l" defTabSz="914400" rtl="0" eaLnBrk="1" fontAlgn="base" latinLnBrk="0" hangingPunct="1">
                        <a:lnSpc>
                          <a:spcPct val="100000"/>
                        </a:lnSpc>
                        <a:spcBef>
                          <a:spcPct val="35000"/>
                        </a:spcBef>
                        <a:spcAft>
                          <a:spcPct val="15000"/>
                        </a:spcAft>
                        <a:buClr>
                          <a:schemeClr val="accent2"/>
                        </a:buClr>
                        <a:buSzTx/>
                        <a:buFont typeface="Wingdings" pitchFamily="2" charset="2"/>
                        <a:buNone/>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システムエンジニア</a:t>
                      </a:r>
                      <a:endParaRPr kumimoji="0" lang="en-US" altLang="ja-JP" sz="1200" u="none" strike="noStrike" cap="none" normalizeH="0" baseline="0">
                        <a:ln>
                          <a:noFill/>
                        </a:ln>
                        <a:effectLst/>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5000"/>
                        </a:spcBef>
                        <a:spcAft>
                          <a:spcPct val="15000"/>
                        </a:spcAft>
                        <a:buClr>
                          <a:schemeClr val="accent2"/>
                        </a:buClr>
                        <a:buSzTx/>
                        <a:buFont typeface="Wingdings" pitchFamily="2" charset="2"/>
                        <a:buNone/>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（略称：</a:t>
                      </a:r>
                      <a:r>
                        <a:rPr kumimoji="0" lang="en-US" altLang="ja-JP" sz="1200" u="none" strike="noStrike" cap="none" normalizeH="0" baseline="0">
                          <a:ln>
                            <a:noFill/>
                          </a:ln>
                          <a:effectLst/>
                          <a:latin typeface="Meiryo UI" panose="020B0604030504040204" pitchFamily="50" charset="-128"/>
                          <a:ea typeface="Meiryo UI" panose="020B0604030504040204" pitchFamily="50" charset="-128"/>
                        </a:rPr>
                        <a:t>SE</a:t>
                      </a: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a:t>
                      </a:r>
                    </a:p>
                    <a:p>
                      <a:pPr marL="0" marR="0" lvl="0" indent="0" algn="l" defTabSz="914400" rtl="0" eaLnBrk="1" fontAlgn="base" latinLnBrk="0" hangingPunct="1">
                        <a:lnSpc>
                          <a:spcPct val="100000"/>
                        </a:lnSpc>
                        <a:spcBef>
                          <a:spcPct val="35000"/>
                        </a:spcBef>
                        <a:spcAft>
                          <a:spcPct val="15000"/>
                        </a:spcAft>
                        <a:buClr>
                          <a:schemeClr val="accent2"/>
                        </a:buClr>
                        <a:buSzTx/>
                        <a:buFont typeface="Wingdings" pitchFamily="2" charset="2"/>
                        <a:buNone/>
                        <a:tabLst/>
                      </a:pPr>
                      <a:endParaRPr kumimoji="0" lang="ja-JP" altLang="en-US" sz="1200" u="none" strike="noStrike" cap="none" normalizeH="0" baseline="0">
                        <a:ln>
                          <a:noFill/>
                        </a:ln>
                        <a:effectLst/>
                        <a:latin typeface="Meiryo UI" panose="020B0604030504040204" pitchFamily="50" charset="-128"/>
                        <a:ea typeface="Meiryo UI" panose="020B0604030504040204" pitchFamily="50" charset="-128"/>
                      </a:endParaRPr>
                    </a:p>
                  </a:txBody>
                  <a:tcPr marL="108000" marR="0" marT="54000" marB="54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defRPr/>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 各種成果物の作成</a:t>
                      </a:r>
                      <a:endParaRPr kumimoji="0" lang="en-US" altLang="ja-JP" sz="1200" u="none" strike="noStrike" cap="none" normalizeH="0" baseline="0">
                        <a:ln>
                          <a:noFill/>
                        </a:ln>
                        <a:effectLst/>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pPr>
                      <a:endParaRPr kumimoji="0" lang="en-US" altLang="ja-JP" sz="1200" u="none" strike="noStrike" cap="none" normalizeH="0" baseline="0">
                        <a:ln>
                          <a:noFill/>
                        </a:ln>
                        <a:effectLst/>
                        <a:latin typeface="Meiryo UI" panose="020B0604030504040204" pitchFamily="50" charset="-128"/>
                        <a:ea typeface="Meiryo UI" panose="020B0604030504040204" pitchFamily="50" charset="-128"/>
                      </a:endParaRPr>
                    </a:p>
                  </a:txBody>
                  <a:tcPr marL="108000" marR="0" marT="54000" marB="54000" horzOverflow="overflow"/>
                </a:tc>
                <a:extLst>
                  <a:ext uri="{0D108BD9-81ED-4DB2-BD59-A6C34878D82A}">
                    <a16:rowId xmlns:a16="http://schemas.microsoft.com/office/drawing/2014/main" val="1402977600"/>
                  </a:ext>
                </a:extLst>
              </a:tr>
              <a:tr h="458113">
                <a:tc>
                  <a:txBody>
                    <a:bodyPr/>
                    <a:lstStyle/>
                    <a:p>
                      <a:pPr marL="0" marR="0" lvl="0" indent="0" algn="l" defTabSz="914400" rtl="0" eaLnBrk="1" fontAlgn="base" latinLnBrk="0" hangingPunct="1">
                        <a:lnSpc>
                          <a:spcPct val="100000"/>
                        </a:lnSpc>
                        <a:spcBef>
                          <a:spcPct val="35000"/>
                        </a:spcBef>
                        <a:spcAft>
                          <a:spcPct val="15000"/>
                        </a:spcAft>
                        <a:buClr>
                          <a:schemeClr val="accent2"/>
                        </a:buClr>
                        <a:buSzTx/>
                        <a:buFont typeface="Wingdings" pitchFamily="2" charset="2"/>
                        <a:buNone/>
                        <a:tabLst/>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オブザーバ</a:t>
                      </a:r>
                    </a:p>
                  </a:txBody>
                  <a:tcPr marL="108000" marR="0" marT="54000" marB="54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defRPr/>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 現行システムの整合性確認</a:t>
                      </a:r>
                      <a:endParaRPr kumimoji="0" lang="en-US" altLang="ja-JP" sz="1200" u="none" strike="noStrike" cap="none" normalizeH="0" baseline="0">
                        <a:ln>
                          <a:noFill/>
                        </a:ln>
                        <a:effectLst/>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defRPr/>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 「出光開発標準」での開発支援</a:t>
                      </a:r>
                      <a:endParaRPr kumimoji="0" lang="en-US" altLang="ja-JP" sz="1200" u="none" strike="noStrike" cap="none" normalizeH="0" baseline="0">
                        <a:ln>
                          <a:noFill/>
                        </a:ln>
                        <a:effectLst/>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pPr>
                      <a:endParaRPr kumimoji="0" lang="en-US" altLang="ja-JP" sz="1200" u="none" strike="noStrike" cap="none" normalizeH="0" baseline="0">
                        <a:ln>
                          <a:noFill/>
                        </a:ln>
                        <a:effectLst/>
                        <a:latin typeface="Meiryo UI" panose="020B0604030504040204" pitchFamily="50" charset="-128"/>
                        <a:ea typeface="Meiryo UI" panose="020B0604030504040204" pitchFamily="50" charset="-128"/>
                      </a:endParaRPr>
                    </a:p>
                  </a:txBody>
                  <a:tcPr marL="108000" marR="0" marT="54000" marB="54000" horzOverflow="overflow"/>
                </a:tc>
                <a:extLst>
                  <a:ext uri="{0D108BD9-81ED-4DB2-BD59-A6C34878D82A}">
                    <a16:rowId xmlns:a16="http://schemas.microsoft.com/office/drawing/2014/main" val="3334596301"/>
                  </a:ext>
                </a:extLst>
              </a:tr>
            </a:tbl>
          </a:graphicData>
        </a:graphic>
      </p:graphicFrame>
    </p:spTree>
    <p:extLst>
      <p:ext uri="{BB962C8B-B14F-4D97-AF65-F5344CB8AC3E}">
        <p14:creationId xmlns:p14="http://schemas.microsoft.com/office/powerpoint/2010/main" val="3254529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６．要件定義の進め方</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13</a:t>
            </a:fld>
            <a:endParaRPr kumimoji="1" lang="ja-JP" altLang="en-US">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FC5A2376-7527-B281-BD0E-682FDFD8E13F}"/>
              </a:ext>
            </a:extLst>
          </p:cNvPr>
          <p:cNvSpPr>
            <a:spLocks/>
          </p:cNvSpPr>
          <p:nvPr/>
        </p:nvSpPr>
        <p:spPr>
          <a:xfrm>
            <a:off x="576000" y="1368000"/>
            <a:ext cx="2664000" cy="4968000"/>
          </a:xfrm>
          <a:prstGeom prst="rect">
            <a:avLst/>
          </a:prstGeom>
          <a:solidFill>
            <a:schemeClr val="accent1">
              <a:lumMod val="20000"/>
              <a:lumOff val="80000"/>
            </a:schemeClr>
          </a:solidFill>
          <a:ln>
            <a:noFill/>
          </a:ln>
        </p:spPr>
        <p:txBody>
          <a:bodyPr wrap="square" lIns="91440" tIns="45720" rIns="91440" bIns="45720" rtlCol="0" anchor="t">
            <a:spAutoFit/>
          </a:bodyPr>
          <a:lstStyle/>
          <a:p>
            <a:pPr algn="l"/>
            <a:endParaRPr kumimoji="1" lang="ja-JP" altLang="en-US" sz="1600" b="1">
              <a:latin typeface="游ゴシック"/>
              <a:ea typeface="游ゴシック"/>
            </a:endParaRPr>
          </a:p>
        </p:txBody>
      </p:sp>
      <p:sp>
        <p:nvSpPr>
          <p:cNvPr id="20" name="正方形/長方形 19">
            <a:extLst>
              <a:ext uri="{FF2B5EF4-FFF2-40B4-BE49-F238E27FC236}">
                <a16:creationId xmlns:a16="http://schemas.microsoft.com/office/drawing/2014/main" id="{48A0988E-5C5D-0948-C323-766F00DBBE87}"/>
              </a:ext>
            </a:extLst>
          </p:cNvPr>
          <p:cNvSpPr>
            <a:spLocks/>
          </p:cNvSpPr>
          <p:nvPr/>
        </p:nvSpPr>
        <p:spPr>
          <a:xfrm>
            <a:off x="3368400" y="1368000"/>
            <a:ext cx="2664000" cy="4968000"/>
          </a:xfrm>
          <a:prstGeom prst="rect">
            <a:avLst/>
          </a:prstGeom>
          <a:solidFill>
            <a:schemeClr val="accent3">
              <a:lumMod val="20000"/>
              <a:lumOff val="80000"/>
            </a:schemeClr>
          </a:solidFill>
          <a:ln>
            <a:noFill/>
          </a:ln>
        </p:spPr>
        <p:txBody>
          <a:bodyPr wrap="square" lIns="91440" tIns="45720" rIns="91440" bIns="45720" rtlCol="0" anchor="t">
            <a:spAutoFit/>
          </a:bodyPr>
          <a:lstStyle/>
          <a:p>
            <a:pPr algn="l"/>
            <a:endParaRPr kumimoji="1" lang="ja-JP" altLang="en-US" sz="1600" b="1">
              <a:latin typeface="游ゴシック"/>
              <a:ea typeface="游ゴシック"/>
            </a:endParaRPr>
          </a:p>
        </p:txBody>
      </p:sp>
      <p:sp>
        <p:nvSpPr>
          <p:cNvPr id="21" name="正方形/長方形 20">
            <a:extLst>
              <a:ext uri="{FF2B5EF4-FFF2-40B4-BE49-F238E27FC236}">
                <a16:creationId xmlns:a16="http://schemas.microsoft.com/office/drawing/2014/main" id="{1FA18C56-977C-05A4-8B33-20CE97F1C7B8}"/>
              </a:ext>
            </a:extLst>
          </p:cNvPr>
          <p:cNvSpPr>
            <a:spLocks/>
          </p:cNvSpPr>
          <p:nvPr/>
        </p:nvSpPr>
        <p:spPr>
          <a:xfrm>
            <a:off x="6160800" y="1368000"/>
            <a:ext cx="2664000" cy="4968000"/>
          </a:xfrm>
          <a:prstGeom prst="rect">
            <a:avLst/>
          </a:prstGeom>
          <a:solidFill>
            <a:schemeClr val="accent2">
              <a:lumMod val="20000"/>
              <a:lumOff val="80000"/>
            </a:schemeClr>
          </a:solidFill>
          <a:ln>
            <a:noFill/>
          </a:ln>
        </p:spPr>
        <p:txBody>
          <a:bodyPr wrap="square" lIns="91440" tIns="45720" rIns="91440" bIns="45720" rtlCol="0" anchor="t">
            <a:spAutoFit/>
          </a:bodyPr>
          <a:lstStyle/>
          <a:p>
            <a:pPr algn="l"/>
            <a:endParaRPr kumimoji="1" lang="ja-JP" altLang="en-US" sz="1600" b="1">
              <a:latin typeface="游ゴシック"/>
              <a:ea typeface="游ゴシック"/>
            </a:endParaRPr>
          </a:p>
        </p:txBody>
      </p:sp>
      <p:sp>
        <p:nvSpPr>
          <p:cNvPr id="23" name="四角形: 角を丸くする 22">
            <a:extLst>
              <a:ext uri="{FF2B5EF4-FFF2-40B4-BE49-F238E27FC236}">
                <a16:creationId xmlns:a16="http://schemas.microsoft.com/office/drawing/2014/main" id="{EDA88619-5F19-8DCE-5530-A11B91E9EF61}"/>
              </a:ext>
            </a:extLst>
          </p:cNvPr>
          <p:cNvSpPr/>
          <p:nvPr/>
        </p:nvSpPr>
        <p:spPr>
          <a:xfrm>
            <a:off x="718800" y="1584000"/>
            <a:ext cx="2376000" cy="432000"/>
          </a:xfrm>
          <a:prstGeom prst="roundRect">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a:solidFill>
                  <a:schemeClr val="tx1"/>
                </a:solidFill>
                <a:latin typeface="Meiryo UI" panose="020B0604030504040204" pitchFamily="50" charset="-128"/>
                <a:ea typeface="Meiryo UI" panose="020B0604030504040204" pitchFamily="50" charset="-128"/>
              </a:rPr>
              <a:t>ヒアリング</a:t>
            </a:r>
          </a:p>
        </p:txBody>
      </p:sp>
      <p:sp>
        <p:nvSpPr>
          <p:cNvPr id="24" name="四角形: 角を丸くする 23">
            <a:extLst>
              <a:ext uri="{FF2B5EF4-FFF2-40B4-BE49-F238E27FC236}">
                <a16:creationId xmlns:a16="http://schemas.microsoft.com/office/drawing/2014/main" id="{4D5330BA-AF69-1D41-777B-2C301056B5FF}"/>
              </a:ext>
            </a:extLst>
          </p:cNvPr>
          <p:cNvSpPr/>
          <p:nvPr/>
        </p:nvSpPr>
        <p:spPr>
          <a:xfrm>
            <a:off x="3512400" y="1584000"/>
            <a:ext cx="2376000" cy="432000"/>
          </a:xfrm>
          <a:prstGeom prst="roundRect">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a:solidFill>
                  <a:schemeClr val="tx1"/>
                </a:solidFill>
                <a:latin typeface="Meiryo UI" panose="020B0604030504040204" pitchFamily="50" charset="-128"/>
                <a:ea typeface="Meiryo UI" panose="020B0604030504040204" pitchFamily="50" charset="-128"/>
              </a:rPr>
              <a:t>要求の分析</a:t>
            </a:r>
          </a:p>
        </p:txBody>
      </p:sp>
      <p:sp>
        <p:nvSpPr>
          <p:cNvPr id="25" name="四角形: 角を丸くする 24">
            <a:extLst>
              <a:ext uri="{FF2B5EF4-FFF2-40B4-BE49-F238E27FC236}">
                <a16:creationId xmlns:a16="http://schemas.microsoft.com/office/drawing/2014/main" id="{859012B5-DAE1-5873-3BB3-A0C6FE64D036}"/>
              </a:ext>
            </a:extLst>
          </p:cNvPr>
          <p:cNvSpPr/>
          <p:nvPr/>
        </p:nvSpPr>
        <p:spPr>
          <a:xfrm>
            <a:off x="6304800" y="1584000"/>
            <a:ext cx="2376000" cy="432000"/>
          </a:xfrm>
          <a:prstGeom prst="roundRect">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a:solidFill>
                  <a:schemeClr val="tx1"/>
                </a:solidFill>
                <a:latin typeface="Meiryo UI" panose="020B0604030504040204" pitchFamily="50" charset="-128"/>
                <a:ea typeface="Meiryo UI" panose="020B0604030504040204" pitchFamily="50" charset="-128"/>
              </a:rPr>
              <a:t>要件定義書の作成</a:t>
            </a:r>
          </a:p>
        </p:txBody>
      </p:sp>
      <p:cxnSp>
        <p:nvCxnSpPr>
          <p:cNvPr id="26" name="直線矢印コネクタ 25">
            <a:extLst>
              <a:ext uri="{FF2B5EF4-FFF2-40B4-BE49-F238E27FC236}">
                <a16:creationId xmlns:a16="http://schemas.microsoft.com/office/drawing/2014/main" id="{B7C82023-5620-3610-B93D-F381F953E623}"/>
              </a:ext>
            </a:extLst>
          </p:cNvPr>
          <p:cNvCxnSpPr>
            <a:stCxn id="23" idx="3"/>
            <a:endCxn id="24" idx="1"/>
          </p:cNvCxnSpPr>
          <p:nvPr/>
        </p:nvCxnSpPr>
        <p:spPr>
          <a:xfrm>
            <a:off x="3094800" y="1800000"/>
            <a:ext cx="417600" cy="0"/>
          </a:xfrm>
          <a:prstGeom prst="straightConnector1">
            <a:avLst/>
          </a:prstGeom>
          <a:ln w="38100">
            <a:solidFill>
              <a:schemeClr val="bg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7C8BBB84-6180-F019-D7FF-43311F73668A}"/>
              </a:ext>
            </a:extLst>
          </p:cNvPr>
          <p:cNvCxnSpPr>
            <a:cxnSpLocks/>
            <a:stCxn id="24" idx="3"/>
            <a:endCxn id="25" idx="1"/>
          </p:cNvCxnSpPr>
          <p:nvPr/>
        </p:nvCxnSpPr>
        <p:spPr>
          <a:xfrm>
            <a:off x="5888400" y="1800000"/>
            <a:ext cx="416400" cy="0"/>
          </a:xfrm>
          <a:prstGeom prst="straightConnector1">
            <a:avLst/>
          </a:prstGeom>
          <a:ln w="38100">
            <a:solidFill>
              <a:schemeClr val="bg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EEB31F7E-FEF0-9D39-9012-DC0F8AACC1FE}"/>
              </a:ext>
            </a:extLst>
          </p:cNvPr>
          <p:cNvSpPr/>
          <p:nvPr/>
        </p:nvSpPr>
        <p:spPr>
          <a:xfrm>
            <a:off x="6304800" y="5400000"/>
            <a:ext cx="2376000" cy="860123"/>
          </a:xfrm>
          <a:prstGeom prst="rect">
            <a:avLst/>
          </a:prstGeom>
          <a:solidFill>
            <a:schemeClr val="bg1"/>
          </a:solidFill>
          <a:ln>
            <a:solidFill>
              <a:schemeClr val="bg1">
                <a:lumMod val="75000"/>
              </a:schemeClr>
            </a:solidFill>
          </a:ln>
        </p:spPr>
        <p:txBody>
          <a:bodyPr wrap="square" lIns="91440" tIns="45720" rIns="91440" bIns="45720" rtlCol="0" anchor="ctr">
            <a:noAutofit/>
          </a:bodyPr>
          <a:lstStyle/>
          <a:p>
            <a:pPr algn="ctr"/>
            <a:r>
              <a:rPr kumimoji="1" lang="ja-JP" altLang="en-US" sz="1400">
                <a:latin typeface="Meiryo UI" panose="020B0604030504040204" pitchFamily="50" charset="-128"/>
                <a:ea typeface="Meiryo UI" panose="020B0604030504040204" pitchFamily="50" charset="-128"/>
              </a:rPr>
              <a:t>新業務フロー</a:t>
            </a:r>
            <a:endParaRPr kumimoji="1" lang="en-US" altLang="ja-JP" sz="1400">
              <a:latin typeface="Meiryo UI" panose="020B0604030504040204" pitchFamily="50" charset="-128"/>
              <a:ea typeface="Meiryo UI" panose="020B0604030504040204" pitchFamily="50" charset="-128"/>
            </a:endParaRPr>
          </a:p>
          <a:p>
            <a:pPr algn="ctr"/>
            <a:r>
              <a:rPr kumimoji="1" lang="ja-JP" altLang="en-US" sz="1400">
                <a:latin typeface="Meiryo UI" panose="020B0604030504040204" pitchFamily="50" charset="-128"/>
                <a:ea typeface="Meiryo UI" panose="020B0604030504040204" pitchFamily="50" charset="-128"/>
              </a:rPr>
              <a:t>画面一覧</a:t>
            </a:r>
            <a:r>
              <a:rPr kumimoji="1" lang="en-US" altLang="ja-JP" sz="1400">
                <a:latin typeface="Meiryo UI" panose="020B0604030504040204" pitchFamily="50" charset="-128"/>
                <a:ea typeface="Meiryo UI" panose="020B0604030504040204" pitchFamily="50" charset="-128"/>
              </a:rPr>
              <a:t>,</a:t>
            </a:r>
            <a:r>
              <a:rPr kumimoji="1" lang="ja-JP" altLang="en-US" sz="1400">
                <a:latin typeface="Meiryo UI" panose="020B0604030504040204" pitchFamily="50" charset="-128"/>
                <a:ea typeface="Meiryo UI" panose="020B0604030504040204" pitchFamily="50" charset="-128"/>
              </a:rPr>
              <a:t>帳票一覧</a:t>
            </a:r>
            <a:endParaRPr kumimoji="1" lang="en-US" altLang="ja-JP" sz="1400">
              <a:latin typeface="Meiryo UI" panose="020B0604030504040204" pitchFamily="50" charset="-128"/>
              <a:ea typeface="Meiryo UI" panose="020B0604030504040204" pitchFamily="50" charset="-128"/>
            </a:endParaRPr>
          </a:p>
          <a:p>
            <a:pPr algn="ctr"/>
            <a:r>
              <a:rPr kumimoji="1" lang="ja-JP" altLang="en-US" sz="1400">
                <a:latin typeface="Meiryo UI" panose="020B0604030504040204" pitchFamily="50" charset="-128"/>
                <a:ea typeface="Meiryo UI" panose="020B0604030504040204" pitchFamily="50" charset="-128"/>
              </a:rPr>
              <a:t>バッチ一覧</a:t>
            </a:r>
            <a:r>
              <a:rPr kumimoji="1" lang="en-US" altLang="ja-JP" sz="1400">
                <a:latin typeface="Meiryo UI" panose="020B0604030504040204" pitchFamily="50" charset="-128"/>
                <a:ea typeface="Meiryo UI" panose="020B0604030504040204" pitchFamily="50" charset="-128"/>
              </a:rPr>
              <a:t>,</a:t>
            </a:r>
            <a:r>
              <a:rPr kumimoji="1" lang="ja-JP" altLang="en-US" sz="1400">
                <a:latin typeface="Meiryo UI" panose="020B0604030504040204" pitchFamily="50" charset="-128"/>
                <a:ea typeface="Meiryo UI" panose="020B0604030504040204" pitchFamily="50" charset="-128"/>
              </a:rPr>
              <a:t>メール一覧</a:t>
            </a:r>
            <a:endParaRPr kumimoji="1" lang="en-US" altLang="ja-JP" sz="1400">
              <a:latin typeface="Meiryo UI" panose="020B0604030504040204" pitchFamily="50" charset="-128"/>
              <a:ea typeface="Meiryo UI" panose="020B0604030504040204" pitchFamily="50" charset="-128"/>
            </a:endParaRPr>
          </a:p>
          <a:p>
            <a:pPr algn="ctr"/>
            <a:r>
              <a:rPr kumimoji="1" lang="ja-JP" altLang="en-US" sz="1400">
                <a:latin typeface="Meiryo UI" panose="020B0604030504040204" pitchFamily="50" charset="-128"/>
                <a:ea typeface="Meiryo UI" panose="020B0604030504040204" pitchFamily="50" charset="-128"/>
              </a:rPr>
              <a:t>外部</a:t>
            </a:r>
            <a:r>
              <a:rPr kumimoji="1" lang="en-US" altLang="ja-JP" sz="1400">
                <a:latin typeface="Meiryo UI" panose="020B0604030504040204" pitchFamily="50" charset="-128"/>
                <a:ea typeface="Meiryo UI" panose="020B0604030504040204" pitchFamily="50" charset="-128"/>
              </a:rPr>
              <a:t>IF</a:t>
            </a:r>
            <a:r>
              <a:rPr kumimoji="1" lang="ja-JP" altLang="en-US" sz="1400">
                <a:latin typeface="Meiryo UI" panose="020B0604030504040204" pitchFamily="50" charset="-128"/>
                <a:ea typeface="Meiryo UI" panose="020B0604030504040204" pitchFamily="50" charset="-128"/>
              </a:rPr>
              <a:t>一覧</a:t>
            </a:r>
          </a:p>
        </p:txBody>
      </p:sp>
      <p:sp>
        <p:nvSpPr>
          <p:cNvPr id="30" name="正方形/長方形 29">
            <a:extLst>
              <a:ext uri="{FF2B5EF4-FFF2-40B4-BE49-F238E27FC236}">
                <a16:creationId xmlns:a16="http://schemas.microsoft.com/office/drawing/2014/main" id="{D6941C43-07B5-F0A6-89DC-63D03BA43E78}"/>
              </a:ext>
            </a:extLst>
          </p:cNvPr>
          <p:cNvSpPr/>
          <p:nvPr/>
        </p:nvSpPr>
        <p:spPr>
          <a:xfrm>
            <a:off x="720000" y="5400000"/>
            <a:ext cx="2376000" cy="360000"/>
          </a:xfrm>
          <a:prstGeom prst="rect">
            <a:avLst/>
          </a:prstGeom>
          <a:solidFill>
            <a:schemeClr val="bg1"/>
          </a:solidFill>
          <a:ln>
            <a:solidFill>
              <a:schemeClr val="bg1">
                <a:lumMod val="75000"/>
              </a:schemeClr>
            </a:solidFill>
          </a:ln>
        </p:spPr>
        <p:txBody>
          <a:bodyPr wrap="square" lIns="91440" tIns="45720" rIns="91440" bIns="45720" rtlCol="0" anchor="ctr">
            <a:noAutofit/>
          </a:bodyPr>
          <a:lstStyle/>
          <a:p>
            <a:pPr algn="ctr"/>
            <a:r>
              <a:rPr kumimoji="1" lang="en-US" altLang="ja-JP" sz="1400">
                <a:latin typeface="Meiryo UI" panose="020B0604030504040204" pitchFamily="50" charset="-128"/>
                <a:ea typeface="Meiryo UI" panose="020B0604030504040204" pitchFamily="50" charset="-128"/>
              </a:rPr>
              <a:t>QA</a:t>
            </a:r>
            <a:r>
              <a:rPr kumimoji="1" lang="ja-JP" altLang="en-US" sz="1400">
                <a:latin typeface="Meiryo UI" panose="020B0604030504040204" pitchFamily="50" charset="-128"/>
                <a:ea typeface="Meiryo UI" panose="020B0604030504040204" pitchFamily="50" charset="-128"/>
              </a:rPr>
              <a:t>表</a:t>
            </a:r>
          </a:p>
        </p:txBody>
      </p:sp>
      <p:sp>
        <p:nvSpPr>
          <p:cNvPr id="31" name="正方形/長方形 30">
            <a:extLst>
              <a:ext uri="{FF2B5EF4-FFF2-40B4-BE49-F238E27FC236}">
                <a16:creationId xmlns:a16="http://schemas.microsoft.com/office/drawing/2014/main" id="{27E41C4A-9032-C9A6-9DFF-992D868F137F}"/>
              </a:ext>
            </a:extLst>
          </p:cNvPr>
          <p:cNvSpPr/>
          <p:nvPr/>
        </p:nvSpPr>
        <p:spPr>
          <a:xfrm>
            <a:off x="3512400" y="5400000"/>
            <a:ext cx="2376000" cy="360000"/>
          </a:xfrm>
          <a:prstGeom prst="rect">
            <a:avLst/>
          </a:prstGeom>
          <a:solidFill>
            <a:schemeClr val="bg1"/>
          </a:solidFill>
          <a:ln>
            <a:solidFill>
              <a:schemeClr val="bg1">
                <a:lumMod val="75000"/>
              </a:schemeClr>
            </a:solidFill>
          </a:ln>
        </p:spPr>
        <p:txBody>
          <a:bodyPr wrap="square" lIns="91440" tIns="45720" rIns="91440" bIns="45720" rtlCol="0" anchor="ctr">
            <a:noAutofit/>
          </a:bodyPr>
          <a:lstStyle/>
          <a:p>
            <a:pPr algn="ctr"/>
            <a:r>
              <a:rPr kumimoji="1" lang="ja-JP" altLang="en-US" sz="1400">
                <a:latin typeface="Meiryo UI" panose="020B0604030504040204" pitchFamily="50" charset="-128"/>
                <a:ea typeface="Meiryo UI" panose="020B0604030504040204" pitchFamily="50" charset="-128"/>
              </a:rPr>
              <a:t>機能・非機能要件一覧</a:t>
            </a:r>
          </a:p>
        </p:txBody>
      </p:sp>
      <p:sp>
        <p:nvSpPr>
          <p:cNvPr id="35" name="正方形/長方形 34">
            <a:extLst>
              <a:ext uri="{FF2B5EF4-FFF2-40B4-BE49-F238E27FC236}">
                <a16:creationId xmlns:a16="http://schemas.microsoft.com/office/drawing/2014/main" id="{756F381B-E913-A36C-3AE1-8BE2BE530235}"/>
              </a:ext>
            </a:extLst>
          </p:cNvPr>
          <p:cNvSpPr/>
          <p:nvPr/>
        </p:nvSpPr>
        <p:spPr>
          <a:xfrm>
            <a:off x="720000" y="2652610"/>
            <a:ext cx="2376000" cy="2016000"/>
          </a:xfrm>
          <a:prstGeom prst="rect">
            <a:avLst/>
          </a:prstGeom>
          <a:noFill/>
          <a:ln>
            <a:noFill/>
          </a:ln>
        </p:spPr>
        <p:txBody>
          <a:bodyPr wrap="square" lIns="91440" tIns="45720" rIns="91440" bIns="45720" rtlCol="0" anchor="t">
            <a:noAutofit/>
          </a:bodyPr>
          <a:lstStyle/>
          <a:p>
            <a:pPr algn="l"/>
            <a:r>
              <a:rPr kumimoji="1" lang="ja-JP" altLang="en-US" sz="1400">
                <a:latin typeface="Meiryo UI" panose="020B0604030504040204" pitchFamily="50" charset="-128"/>
                <a:ea typeface="Meiryo UI" panose="020B0604030504040204" pitchFamily="50" charset="-128"/>
              </a:rPr>
              <a:t>ユーザーの潜在的な要求を掘り起こすことを目的として、現行業務および要望についてヒアリングを実施します。</a:t>
            </a:r>
            <a:endParaRPr kumimoji="1" lang="en-US" altLang="ja-JP" sz="1400">
              <a:latin typeface="Meiryo UI" panose="020B0604030504040204" pitchFamily="50" charset="-128"/>
              <a:ea typeface="Meiryo UI" panose="020B0604030504040204" pitchFamily="50" charset="-128"/>
            </a:endParaRPr>
          </a:p>
          <a:p>
            <a:pPr algn="l"/>
            <a:r>
              <a:rPr kumimoji="1" lang="ja-JP" altLang="en-US" sz="1400">
                <a:latin typeface="Meiryo UI" panose="020B0604030504040204" pitchFamily="50" charset="-128"/>
                <a:ea typeface="Meiryo UI" panose="020B0604030504040204" pitchFamily="50" charset="-128"/>
              </a:rPr>
              <a:t>また、同時に前回のヒアリング事項についての、弊社の認識に間違いがないかの確認を行います。</a:t>
            </a:r>
          </a:p>
        </p:txBody>
      </p:sp>
      <p:sp>
        <p:nvSpPr>
          <p:cNvPr id="36" name="正方形/長方形 35">
            <a:extLst>
              <a:ext uri="{FF2B5EF4-FFF2-40B4-BE49-F238E27FC236}">
                <a16:creationId xmlns:a16="http://schemas.microsoft.com/office/drawing/2014/main" id="{ACC5B675-6B6B-BE90-BBE4-0470C0693A3F}"/>
              </a:ext>
            </a:extLst>
          </p:cNvPr>
          <p:cNvSpPr/>
          <p:nvPr/>
        </p:nvSpPr>
        <p:spPr>
          <a:xfrm>
            <a:off x="3512400" y="2652610"/>
            <a:ext cx="2376000" cy="2016000"/>
          </a:xfrm>
          <a:prstGeom prst="rect">
            <a:avLst/>
          </a:prstGeom>
          <a:noFill/>
          <a:ln>
            <a:noFill/>
          </a:ln>
        </p:spPr>
        <p:txBody>
          <a:bodyPr wrap="square" lIns="91440" tIns="45720" rIns="91440" bIns="45720" rtlCol="0" anchor="t">
            <a:noAutofit/>
          </a:bodyPr>
          <a:lstStyle/>
          <a:p>
            <a:pPr algn="l"/>
            <a:r>
              <a:rPr kumimoji="1" lang="ja-JP" altLang="en-US" sz="1400">
                <a:latin typeface="Meiryo UI" panose="020B0604030504040204" pitchFamily="50" charset="-128"/>
                <a:ea typeface="Meiryo UI" panose="020B0604030504040204" pitchFamily="50" charset="-128"/>
              </a:rPr>
              <a:t>ヒアリングによりまとめた要求を細分化し、要件・内容を決めていきます。要望通りのシステムとして動くために「必要な機能」を洗い出します。</a:t>
            </a:r>
            <a:endParaRPr kumimoji="1" lang="en-US" altLang="ja-JP" sz="1400">
              <a:latin typeface="Meiryo UI" panose="020B0604030504040204" pitchFamily="50" charset="-128"/>
              <a:ea typeface="Meiryo UI" panose="020B0604030504040204" pitchFamily="50" charset="-128"/>
            </a:endParaRPr>
          </a:p>
          <a:p>
            <a:pPr algn="l"/>
            <a:r>
              <a:rPr kumimoji="1" lang="ja-JP" altLang="en-US" sz="1400">
                <a:latin typeface="Meiryo UI" panose="020B0604030504040204" pitchFamily="50" charset="-128"/>
                <a:ea typeface="Meiryo UI" panose="020B0604030504040204" pitchFamily="50" charset="-128"/>
              </a:rPr>
              <a:t>また、それぞれの要求に対し優先順位付けをおこないます。</a:t>
            </a:r>
          </a:p>
        </p:txBody>
      </p:sp>
      <p:sp>
        <p:nvSpPr>
          <p:cNvPr id="37" name="正方形/長方形 36">
            <a:extLst>
              <a:ext uri="{FF2B5EF4-FFF2-40B4-BE49-F238E27FC236}">
                <a16:creationId xmlns:a16="http://schemas.microsoft.com/office/drawing/2014/main" id="{80F288F9-C70E-39F4-CC40-A0E017D1CDC7}"/>
              </a:ext>
            </a:extLst>
          </p:cNvPr>
          <p:cNvSpPr/>
          <p:nvPr/>
        </p:nvSpPr>
        <p:spPr>
          <a:xfrm>
            <a:off x="6304800" y="2652610"/>
            <a:ext cx="2376000" cy="2016000"/>
          </a:xfrm>
          <a:prstGeom prst="rect">
            <a:avLst/>
          </a:prstGeom>
          <a:noFill/>
          <a:ln>
            <a:noFill/>
          </a:ln>
        </p:spPr>
        <p:txBody>
          <a:bodyPr wrap="square" lIns="91440" tIns="45720" rIns="91440" bIns="45720" rtlCol="0" anchor="t">
            <a:noAutofit/>
          </a:bodyPr>
          <a:lstStyle/>
          <a:p>
            <a:pPr algn="l"/>
            <a:r>
              <a:rPr kumimoji="1" lang="ja-JP" altLang="en-US" sz="1400">
                <a:latin typeface="Meiryo UI" panose="020B0604030504040204" pitchFamily="50" charset="-128"/>
                <a:ea typeface="Meiryo UI" panose="020B0604030504040204" pitchFamily="50" charset="-128"/>
              </a:rPr>
              <a:t>ユーザーからヒアリングし、細分化した「要求」を、要件定義書として、体系的に分析・整理します。</a:t>
            </a:r>
            <a:endParaRPr kumimoji="1" lang="en-US" altLang="ja-JP" sz="1400">
              <a:latin typeface="Meiryo UI" panose="020B0604030504040204" pitchFamily="50" charset="-128"/>
              <a:ea typeface="Meiryo UI" panose="020B0604030504040204" pitchFamily="50" charset="-128"/>
            </a:endParaRPr>
          </a:p>
          <a:p>
            <a:pPr algn="l"/>
            <a:r>
              <a:rPr kumimoji="1" lang="ja-JP" altLang="en-US" sz="1400">
                <a:latin typeface="Meiryo UI" panose="020B0604030504040204" pitchFamily="50" charset="-128"/>
                <a:ea typeface="Meiryo UI" panose="020B0604030504040204" pitchFamily="50" charset="-128"/>
              </a:rPr>
              <a:t>また、</a:t>
            </a:r>
            <a:r>
              <a:rPr kumimoji="1" lang="ja-JP" altLang="en-US" sz="1400">
                <a:solidFill>
                  <a:srgbClr val="0000FF"/>
                </a:solidFill>
                <a:latin typeface="Meiryo UI" panose="020B0604030504040204" pitchFamily="50" charset="-128"/>
                <a:ea typeface="Meiryo UI" panose="020B0604030504040204" pitchFamily="50" charset="-128"/>
              </a:rPr>
              <a:t>要求の優先順位をもとにシステム化方針およびシステム化範囲の検討</a:t>
            </a:r>
            <a:r>
              <a:rPr kumimoji="1" lang="ja-JP" altLang="en-US" sz="1400">
                <a:latin typeface="Meiryo UI" panose="020B0604030504040204" pitchFamily="50" charset="-128"/>
                <a:ea typeface="Meiryo UI" panose="020B0604030504040204" pitchFamily="50" charset="-128"/>
              </a:rPr>
              <a:t>をおこないます。</a:t>
            </a:r>
          </a:p>
        </p:txBody>
      </p:sp>
      <p:sp>
        <p:nvSpPr>
          <p:cNvPr id="40" name="正方形/長方形 39">
            <a:extLst>
              <a:ext uri="{FF2B5EF4-FFF2-40B4-BE49-F238E27FC236}">
                <a16:creationId xmlns:a16="http://schemas.microsoft.com/office/drawing/2014/main" id="{6FD3DE6C-8CD9-6F3A-C78A-62F9F3A39F5E}"/>
              </a:ext>
            </a:extLst>
          </p:cNvPr>
          <p:cNvSpPr/>
          <p:nvPr/>
        </p:nvSpPr>
        <p:spPr>
          <a:xfrm>
            <a:off x="576000" y="936000"/>
            <a:ext cx="11041200" cy="360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tIns="46800" bIns="46800" rtlCol="0" anchor="t"/>
          <a:lstStyle/>
          <a:p>
            <a:pPr latinLnBrk="1"/>
            <a:endParaRPr lang="en-US" altLang="ja-JP" sz="16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1" name="矢印: 下 40">
            <a:extLst>
              <a:ext uri="{FF2B5EF4-FFF2-40B4-BE49-F238E27FC236}">
                <a16:creationId xmlns:a16="http://schemas.microsoft.com/office/drawing/2014/main" id="{B7A46F2E-93B4-C97F-552A-E92CF3BD2987}"/>
              </a:ext>
            </a:extLst>
          </p:cNvPr>
          <p:cNvSpPr/>
          <p:nvPr/>
        </p:nvSpPr>
        <p:spPr>
          <a:xfrm>
            <a:off x="1404000" y="4680000"/>
            <a:ext cx="1008000" cy="449878"/>
          </a:xfrm>
          <a:prstGeom prst="downArrow">
            <a:avLst/>
          </a:prstGeom>
          <a:gradFill>
            <a:gsLst>
              <a:gs pos="0">
                <a:schemeClr val="accent1">
                  <a:lumMod val="20000"/>
                  <a:lumOff val="80000"/>
                </a:schemeClr>
              </a:gs>
              <a:gs pos="100000">
                <a:schemeClr val="accent1">
                  <a:lumMod val="75000"/>
                </a:schemeClr>
              </a:gs>
            </a:gsLst>
            <a:lin ang="5400000" scaled="1"/>
          </a:gradFill>
          <a:ln>
            <a:noFill/>
          </a:ln>
        </p:spPr>
        <p:txBody>
          <a:bodyPr wrap="square" lIns="91440" tIns="45720" rIns="91440" bIns="45720" rtlCol="0" anchor="t">
            <a:spAutoFit/>
          </a:bodyPr>
          <a:lstStyle/>
          <a:p>
            <a:pPr algn="l"/>
            <a:endParaRPr kumimoji="1" lang="ja-JP" altLang="en-US" sz="1600" b="1">
              <a:latin typeface="Meiryo UI" panose="020B0604030504040204" pitchFamily="50" charset="-128"/>
              <a:ea typeface="Meiryo UI" panose="020B0604030504040204" pitchFamily="50" charset="-128"/>
            </a:endParaRPr>
          </a:p>
        </p:txBody>
      </p:sp>
      <p:sp>
        <p:nvSpPr>
          <p:cNvPr id="42" name="矢印: 下 41">
            <a:extLst>
              <a:ext uri="{FF2B5EF4-FFF2-40B4-BE49-F238E27FC236}">
                <a16:creationId xmlns:a16="http://schemas.microsoft.com/office/drawing/2014/main" id="{B1A9D234-CE17-838D-A19B-B84A3D3380E8}"/>
              </a:ext>
            </a:extLst>
          </p:cNvPr>
          <p:cNvSpPr/>
          <p:nvPr/>
        </p:nvSpPr>
        <p:spPr>
          <a:xfrm>
            <a:off x="4196400" y="4680000"/>
            <a:ext cx="1008000" cy="449878"/>
          </a:xfrm>
          <a:prstGeom prst="downArrow">
            <a:avLst/>
          </a:prstGeom>
          <a:gradFill>
            <a:gsLst>
              <a:gs pos="0">
                <a:schemeClr val="accent3">
                  <a:lumMod val="20000"/>
                  <a:lumOff val="80000"/>
                </a:schemeClr>
              </a:gs>
              <a:gs pos="100000">
                <a:schemeClr val="accent3">
                  <a:lumMod val="75000"/>
                </a:schemeClr>
              </a:gs>
            </a:gsLst>
            <a:lin ang="5400000" scaled="1"/>
          </a:gradFill>
          <a:ln>
            <a:noFill/>
          </a:ln>
        </p:spPr>
        <p:txBody>
          <a:bodyPr wrap="square" lIns="91440" tIns="45720" rIns="91440" bIns="45720" rtlCol="0" anchor="t">
            <a:spAutoFit/>
          </a:bodyPr>
          <a:lstStyle/>
          <a:p>
            <a:pPr algn="l"/>
            <a:endParaRPr kumimoji="1" lang="ja-JP" altLang="en-US" sz="1600" b="1">
              <a:latin typeface="Meiryo UI" panose="020B0604030504040204" pitchFamily="50" charset="-128"/>
              <a:ea typeface="Meiryo UI" panose="020B0604030504040204" pitchFamily="50" charset="-128"/>
            </a:endParaRPr>
          </a:p>
        </p:txBody>
      </p:sp>
      <p:sp>
        <p:nvSpPr>
          <p:cNvPr id="43" name="矢印: 下 42">
            <a:extLst>
              <a:ext uri="{FF2B5EF4-FFF2-40B4-BE49-F238E27FC236}">
                <a16:creationId xmlns:a16="http://schemas.microsoft.com/office/drawing/2014/main" id="{7CD836AB-D7B1-E3FB-1F3E-565FB4379F8D}"/>
              </a:ext>
            </a:extLst>
          </p:cNvPr>
          <p:cNvSpPr/>
          <p:nvPr/>
        </p:nvSpPr>
        <p:spPr>
          <a:xfrm>
            <a:off x="6988800" y="4680000"/>
            <a:ext cx="1008000" cy="449878"/>
          </a:xfrm>
          <a:prstGeom prst="downArrow">
            <a:avLst/>
          </a:prstGeom>
          <a:gradFill>
            <a:gsLst>
              <a:gs pos="0">
                <a:schemeClr val="accent2">
                  <a:lumMod val="20000"/>
                  <a:lumOff val="80000"/>
                </a:schemeClr>
              </a:gs>
              <a:gs pos="100000">
                <a:schemeClr val="accent2">
                  <a:lumMod val="75000"/>
                </a:schemeClr>
              </a:gs>
            </a:gsLst>
            <a:lin ang="5400000" scaled="1"/>
          </a:gradFill>
          <a:ln>
            <a:noFill/>
          </a:ln>
        </p:spPr>
        <p:txBody>
          <a:bodyPr wrap="square" lIns="91440" tIns="45720" rIns="91440" bIns="45720" rtlCol="0" anchor="t">
            <a:spAutoFit/>
          </a:bodyPr>
          <a:lstStyle/>
          <a:p>
            <a:pPr algn="l"/>
            <a:endParaRPr kumimoji="1" lang="ja-JP" altLang="en-US" sz="1600" b="1">
              <a:latin typeface="Meiryo UI" panose="020B0604030504040204" pitchFamily="50" charset="-128"/>
              <a:ea typeface="Meiryo UI" panose="020B0604030504040204" pitchFamily="50" charset="-128"/>
            </a:endParaRPr>
          </a:p>
        </p:txBody>
      </p:sp>
      <p:sp>
        <p:nvSpPr>
          <p:cNvPr id="45" name="吹き出し: 四角形 44">
            <a:extLst>
              <a:ext uri="{FF2B5EF4-FFF2-40B4-BE49-F238E27FC236}">
                <a16:creationId xmlns:a16="http://schemas.microsoft.com/office/drawing/2014/main" id="{CE8C2373-0FE6-934F-5D85-4F9AD1049D61}"/>
              </a:ext>
            </a:extLst>
          </p:cNvPr>
          <p:cNvSpPr/>
          <p:nvPr/>
        </p:nvSpPr>
        <p:spPr>
          <a:xfrm>
            <a:off x="4315801" y="952223"/>
            <a:ext cx="4648199" cy="307777"/>
          </a:xfrm>
          <a:prstGeom prst="wedgeRectCallout">
            <a:avLst>
              <a:gd name="adj1" fmla="val -18594"/>
              <a:gd name="adj2" fmla="val 102732"/>
            </a:avLst>
          </a:prstGeom>
          <a:solidFill>
            <a:schemeClr val="bg1">
              <a:lumMod val="95000"/>
            </a:schemeClr>
          </a:solidFill>
          <a:ln>
            <a:solidFill>
              <a:schemeClr val="bg1">
                <a:lumMod val="75000"/>
              </a:schemeClr>
            </a:solidFill>
          </a:ln>
        </p:spPr>
        <p:txBody>
          <a:bodyPr wrap="square" lIns="91440" tIns="45720" rIns="91440" bIns="45720" rtlCol="0" anchor="t">
            <a:spAutoFit/>
          </a:bodyPr>
          <a:lstStyle/>
          <a:p>
            <a:pPr algn="l"/>
            <a:r>
              <a:rPr kumimoji="1" lang="ja-JP" altLang="en-US" sz="1400">
                <a:latin typeface="Meiryo UI" panose="020B0604030504040204" pitchFamily="50" charset="-128"/>
                <a:ea typeface="Meiryo UI" panose="020B0604030504040204" pitchFamily="50" charset="-128"/>
              </a:rPr>
              <a:t>ヒアリング～要件定義書の作成は複数回繰り返します。</a:t>
            </a:r>
          </a:p>
        </p:txBody>
      </p:sp>
      <p:sp>
        <p:nvSpPr>
          <p:cNvPr id="46" name="四角形: 角を丸くする 45">
            <a:extLst>
              <a:ext uri="{FF2B5EF4-FFF2-40B4-BE49-F238E27FC236}">
                <a16:creationId xmlns:a16="http://schemas.microsoft.com/office/drawing/2014/main" id="{40CFDB6C-5C32-5B6F-1551-6F76A9F26582}"/>
              </a:ext>
            </a:extLst>
          </p:cNvPr>
          <p:cNvSpPr/>
          <p:nvPr/>
        </p:nvSpPr>
        <p:spPr>
          <a:xfrm>
            <a:off x="682734" y="1612714"/>
            <a:ext cx="8101199" cy="374571"/>
          </a:xfrm>
          <a:prstGeom prst="roundRect">
            <a:avLst/>
          </a:prstGeom>
          <a:noFill/>
          <a:ln w="19050">
            <a:solidFill>
              <a:srgbClr val="FF0000"/>
            </a:solidFill>
            <a:prstDash val="lgDash"/>
          </a:ln>
        </p:spPr>
        <p:txBody>
          <a:bodyPr wrap="square" lIns="91440" tIns="45720" rIns="91440" bIns="45720" rtlCol="0" anchor="t">
            <a:spAutoFit/>
          </a:bodyPr>
          <a:lstStyle/>
          <a:p>
            <a:pPr algn="l"/>
            <a:endParaRPr kumimoji="1" lang="ja-JP" altLang="en-US" sz="1600" b="1">
              <a:latin typeface="Meiryo UI" panose="020B0604030504040204" pitchFamily="50" charset="-128"/>
              <a:ea typeface="Meiryo UI" panose="020B0604030504040204" pitchFamily="50" charset="-128"/>
            </a:endParaRPr>
          </a:p>
        </p:txBody>
      </p:sp>
      <p:cxnSp>
        <p:nvCxnSpPr>
          <p:cNvPr id="47" name="コネクタ: カギ線 46">
            <a:extLst>
              <a:ext uri="{FF2B5EF4-FFF2-40B4-BE49-F238E27FC236}">
                <a16:creationId xmlns:a16="http://schemas.microsoft.com/office/drawing/2014/main" id="{CE2E9EF5-9322-E5CF-4D09-36A5FDE87152}"/>
              </a:ext>
            </a:extLst>
          </p:cNvPr>
          <p:cNvCxnSpPr>
            <a:cxnSpLocks/>
            <a:stCxn id="25" idx="2"/>
            <a:endCxn id="23" idx="2"/>
          </p:cNvCxnSpPr>
          <p:nvPr/>
        </p:nvCxnSpPr>
        <p:spPr>
          <a:xfrm rot="5400000">
            <a:off x="4699800" y="-777000"/>
            <a:ext cx="12700" cy="5586000"/>
          </a:xfrm>
          <a:prstGeom prst="bentConnector3">
            <a:avLst>
              <a:gd name="adj1" fmla="val 2700000"/>
            </a:avLst>
          </a:prstGeom>
          <a:ln w="38100">
            <a:solidFill>
              <a:schemeClr val="bg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8315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６．要件定義の進め方</a:t>
            </a: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14</a:t>
            </a:fld>
            <a:endParaRPr kumimoji="1" lang="ja-JP" altLang="en-US">
              <a:latin typeface="Meiryo UI" panose="020B0604030504040204" pitchFamily="50" charset="-128"/>
              <a:ea typeface="Meiryo UI" panose="020B0604030504040204" pitchFamily="50" charset="-128"/>
            </a:endParaRPr>
          </a:p>
        </p:txBody>
      </p:sp>
      <p:sp>
        <p:nvSpPr>
          <p:cNvPr id="5" name="四角形: 角を丸くする 4">
            <a:extLst>
              <a:ext uri="{FF2B5EF4-FFF2-40B4-BE49-F238E27FC236}">
                <a16:creationId xmlns:a16="http://schemas.microsoft.com/office/drawing/2014/main" id="{E1D6B5DD-55F0-3239-624F-A8ADAEB1D6F9}"/>
              </a:ext>
            </a:extLst>
          </p:cNvPr>
          <p:cNvSpPr/>
          <p:nvPr/>
        </p:nvSpPr>
        <p:spPr>
          <a:xfrm>
            <a:off x="574799" y="1872000"/>
            <a:ext cx="8389201" cy="4248000"/>
          </a:xfrm>
          <a:prstGeom prst="roundRect">
            <a:avLst>
              <a:gd name="adj" fmla="val 1495"/>
            </a:avLst>
          </a:prstGeom>
          <a:solidFill>
            <a:schemeClr val="bg1">
              <a:lumMod val="95000"/>
            </a:schemeClr>
          </a:solidFill>
        </p:spPr>
        <p:txBody>
          <a:bodyPr wrap="square" lIns="91440" tIns="45720" rIns="91440" bIns="45720" rtlCol="0" anchor="t">
            <a:noAutofit/>
          </a:bodyPr>
          <a:lstStyle/>
          <a:p>
            <a:pPr algn="l"/>
            <a:endParaRPr kumimoji="1" lang="ja-JP" altLang="en-US" sz="1600">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2CD5AC32-5ADF-6814-6A85-4B0F0C00B33B}"/>
              </a:ext>
            </a:extLst>
          </p:cNvPr>
          <p:cNvSpPr txBox="1"/>
          <p:nvPr/>
        </p:nvSpPr>
        <p:spPr>
          <a:xfrm>
            <a:off x="576000" y="935999"/>
            <a:ext cx="8463225" cy="864000"/>
          </a:xfrm>
          <a:prstGeom prst="rect">
            <a:avLst/>
          </a:prstGeom>
          <a:noFill/>
        </p:spPr>
        <p:txBody>
          <a:bodyPr wrap="square" rtlCol="0">
            <a:noAutofit/>
          </a:bodyPr>
          <a:lstStyle/>
          <a:p>
            <a:pPr>
              <a:spcBef>
                <a:spcPts val="600"/>
              </a:spcBef>
            </a:pPr>
            <a:r>
              <a:rPr kumimoji="1" lang="ja-JP" altLang="en-US" sz="1400">
                <a:latin typeface="Meiryo UI" panose="020B0604030504040204" pitchFamily="50" charset="-128"/>
                <a:ea typeface="Meiryo UI" panose="020B0604030504040204" pitchFamily="50" charset="-128"/>
              </a:rPr>
              <a:t>要件定義工程は、「全体を最適化した業務・システムの新しい姿の定義」「プロジェクトスコープ（機能）の確定」「プロジェクト規模の見積り」を行う非常に重要な工程であり、また、後続フェーズの指針となるため、手戻り・検討漏れがないよう最終形を見据えたものである必要があります。これらを実現するため、以下を心がけて実施します。</a:t>
            </a:r>
          </a:p>
        </p:txBody>
      </p:sp>
      <p:grpSp>
        <p:nvGrpSpPr>
          <p:cNvPr id="7" name="グループ化 6">
            <a:extLst>
              <a:ext uri="{FF2B5EF4-FFF2-40B4-BE49-F238E27FC236}">
                <a16:creationId xmlns:a16="http://schemas.microsoft.com/office/drawing/2014/main" id="{09FF87EB-6740-26AB-E6FC-8EAE32B288BC}"/>
              </a:ext>
            </a:extLst>
          </p:cNvPr>
          <p:cNvGrpSpPr/>
          <p:nvPr/>
        </p:nvGrpSpPr>
        <p:grpSpPr>
          <a:xfrm>
            <a:off x="720000" y="2088000"/>
            <a:ext cx="8244000" cy="1080000"/>
            <a:chOff x="720000" y="2088000"/>
            <a:chExt cx="8244000" cy="1080000"/>
          </a:xfrm>
        </p:grpSpPr>
        <p:sp>
          <p:nvSpPr>
            <p:cNvPr id="8" name="テキスト ボックス 7">
              <a:extLst>
                <a:ext uri="{FF2B5EF4-FFF2-40B4-BE49-F238E27FC236}">
                  <a16:creationId xmlns:a16="http://schemas.microsoft.com/office/drawing/2014/main" id="{FEB15067-07A2-839D-0CF9-AD20F2EB65B4}"/>
                </a:ext>
              </a:extLst>
            </p:cNvPr>
            <p:cNvSpPr txBox="1"/>
            <p:nvPr/>
          </p:nvSpPr>
          <p:spPr>
            <a:xfrm>
              <a:off x="1224000" y="2124000"/>
              <a:ext cx="7740000" cy="360000"/>
            </a:xfrm>
            <a:prstGeom prst="rect">
              <a:avLst/>
            </a:prstGeom>
            <a:noFill/>
          </p:spPr>
          <p:txBody>
            <a:bodyPr wrap="square" lIns="108000" rIns="108000" rtlCol="0" anchor="ctr">
              <a:noAutofit/>
            </a:bodyPr>
            <a:lstStyle/>
            <a:p>
              <a:r>
                <a:rPr kumimoji="1" lang="ja-JP" altLang="en-US" b="1">
                  <a:solidFill>
                    <a:schemeClr val="tx1">
                      <a:lumMod val="75000"/>
                      <a:lumOff val="25000"/>
                    </a:schemeClr>
                  </a:solidFill>
                  <a:latin typeface="Meiryo UI" panose="020B0604030504040204" pitchFamily="50" charset="-128"/>
                  <a:ea typeface="Meiryo UI" panose="020B0604030504040204" pitchFamily="50" charset="-128"/>
                </a:rPr>
                <a:t>業務の理解に努め、ユーザーの言葉で、ユーザーの理解できる記載を行う</a:t>
              </a:r>
            </a:p>
          </p:txBody>
        </p:sp>
        <p:sp>
          <p:nvSpPr>
            <p:cNvPr id="9" name="テキスト ボックス 8">
              <a:extLst>
                <a:ext uri="{FF2B5EF4-FFF2-40B4-BE49-F238E27FC236}">
                  <a16:creationId xmlns:a16="http://schemas.microsoft.com/office/drawing/2014/main" id="{08E0A0B0-D7F6-B157-19F4-364138D26253}"/>
                </a:ext>
              </a:extLst>
            </p:cNvPr>
            <p:cNvSpPr txBox="1"/>
            <p:nvPr/>
          </p:nvSpPr>
          <p:spPr>
            <a:xfrm>
              <a:off x="720000" y="2592000"/>
              <a:ext cx="8244000" cy="576000"/>
            </a:xfrm>
            <a:prstGeom prst="rect">
              <a:avLst/>
            </a:prstGeom>
            <a:noFill/>
          </p:spPr>
          <p:txBody>
            <a:bodyPr wrap="square" lIns="108000" rIns="108000" rtlCol="0" anchor="t">
              <a:noAutofit/>
            </a:bodyPr>
            <a:lstStyle/>
            <a:p>
              <a:r>
                <a:rPr lang="ja-JP" altLang="en-US" sz="1400">
                  <a:latin typeface="Meiryo UI" panose="020B0604030504040204" pitchFamily="50" charset="-128"/>
                  <a:ea typeface="Meiryo UI" panose="020B0604030504040204" pitchFamily="50" charset="-128"/>
                </a:rPr>
                <a:t>システム開発の言葉は、ユーザーには解りづらいものであります。ユーザーとの認識齟齬を発生させないために、要件定義書は「ユーザーの言葉」で記述します。</a:t>
              </a:r>
            </a:p>
          </p:txBody>
        </p:sp>
        <p:sp>
          <p:nvSpPr>
            <p:cNvPr id="10" name="楕円 9">
              <a:extLst>
                <a:ext uri="{FF2B5EF4-FFF2-40B4-BE49-F238E27FC236}">
                  <a16:creationId xmlns:a16="http://schemas.microsoft.com/office/drawing/2014/main" id="{77E3EFD9-ED36-D41A-1404-233897EEE156}"/>
                </a:ext>
              </a:extLst>
            </p:cNvPr>
            <p:cNvSpPr>
              <a:spLocks/>
            </p:cNvSpPr>
            <p:nvPr/>
          </p:nvSpPr>
          <p:spPr>
            <a:xfrm>
              <a:off x="720000" y="2088000"/>
              <a:ext cx="432000" cy="432000"/>
            </a:xfrm>
            <a:prstGeom prst="ellipse">
              <a:avLst/>
            </a:prstGeom>
            <a:solidFill>
              <a:schemeClr val="accent1"/>
            </a:solidFill>
            <a:ln w="76200">
              <a:solidFill>
                <a:schemeClr val="accent1">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eiryo UI" panose="020B0604030504040204" pitchFamily="50" charset="-128"/>
                  <a:ea typeface="Meiryo UI" panose="020B0604030504040204" pitchFamily="50" charset="-128"/>
                </a:rPr>
                <a:t>1</a:t>
              </a:r>
              <a:endParaRPr kumimoji="1" lang="ja-JP" altLang="en-US" sz="1600" b="1">
                <a:latin typeface="Meiryo UI" panose="020B0604030504040204" pitchFamily="50" charset="-128"/>
                <a:ea typeface="Meiryo UI" panose="020B0604030504040204" pitchFamily="50" charset="-128"/>
              </a:endParaRPr>
            </a:p>
          </p:txBody>
        </p:sp>
      </p:grpSp>
      <p:grpSp>
        <p:nvGrpSpPr>
          <p:cNvPr id="11" name="グループ化 10">
            <a:extLst>
              <a:ext uri="{FF2B5EF4-FFF2-40B4-BE49-F238E27FC236}">
                <a16:creationId xmlns:a16="http://schemas.microsoft.com/office/drawing/2014/main" id="{0E35EE28-8F63-6924-D5EC-2FBFE864C6F5}"/>
              </a:ext>
            </a:extLst>
          </p:cNvPr>
          <p:cNvGrpSpPr/>
          <p:nvPr/>
        </p:nvGrpSpPr>
        <p:grpSpPr>
          <a:xfrm>
            <a:off x="720000" y="3384000"/>
            <a:ext cx="10728000" cy="1080000"/>
            <a:chOff x="720000" y="3240000"/>
            <a:chExt cx="10728000" cy="1080000"/>
          </a:xfrm>
        </p:grpSpPr>
        <p:sp>
          <p:nvSpPr>
            <p:cNvPr id="12" name="テキスト ボックス 11">
              <a:extLst>
                <a:ext uri="{FF2B5EF4-FFF2-40B4-BE49-F238E27FC236}">
                  <a16:creationId xmlns:a16="http://schemas.microsoft.com/office/drawing/2014/main" id="{A107CF2F-A07D-C3E1-F569-8DA6B94B5239}"/>
                </a:ext>
              </a:extLst>
            </p:cNvPr>
            <p:cNvSpPr txBox="1"/>
            <p:nvPr/>
          </p:nvSpPr>
          <p:spPr>
            <a:xfrm>
              <a:off x="1224000" y="3276000"/>
              <a:ext cx="10224000" cy="360000"/>
            </a:xfrm>
            <a:prstGeom prst="rect">
              <a:avLst/>
            </a:prstGeom>
            <a:noFill/>
          </p:spPr>
          <p:txBody>
            <a:bodyPr wrap="square" lIns="108000" rIns="108000" rtlCol="0" anchor="ctr">
              <a:noAutofit/>
            </a:bodyPr>
            <a:lstStyle/>
            <a:p>
              <a:r>
                <a:rPr kumimoji="1" lang="ja-JP" altLang="en-US" b="1">
                  <a:solidFill>
                    <a:schemeClr val="tx1">
                      <a:lumMod val="75000"/>
                      <a:lumOff val="25000"/>
                    </a:schemeClr>
                  </a:solidFill>
                  <a:latin typeface="Meiryo UI" panose="020B0604030504040204" pitchFamily="50" charset="-128"/>
                  <a:ea typeface="Meiryo UI" panose="020B0604030504040204" pitchFamily="50" charset="-128"/>
                </a:rPr>
                <a:t>全体を表したうえで、どの範囲を記載するのか、全体⇒詳細の記載を行う</a:t>
              </a:r>
            </a:p>
          </p:txBody>
        </p:sp>
        <p:sp>
          <p:nvSpPr>
            <p:cNvPr id="13" name="テキスト ボックス 12">
              <a:extLst>
                <a:ext uri="{FF2B5EF4-FFF2-40B4-BE49-F238E27FC236}">
                  <a16:creationId xmlns:a16="http://schemas.microsoft.com/office/drawing/2014/main" id="{6BAFBA0D-4DC1-4E6D-D0E3-6EB6F9417A74}"/>
                </a:ext>
              </a:extLst>
            </p:cNvPr>
            <p:cNvSpPr txBox="1"/>
            <p:nvPr/>
          </p:nvSpPr>
          <p:spPr>
            <a:xfrm>
              <a:off x="720000" y="3744000"/>
              <a:ext cx="8244000" cy="576000"/>
            </a:xfrm>
            <a:prstGeom prst="rect">
              <a:avLst/>
            </a:prstGeom>
            <a:noFill/>
          </p:spPr>
          <p:txBody>
            <a:bodyPr wrap="square" lIns="108000" rIns="108000" rtlCol="0" anchor="t">
              <a:noAutofit/>
            </a:bodyPr>
            <a:lstStyle/>
            <a:p>
              <a:r>
                <a:rPr lang="ja-JP" altLang="en-US" sz="1400">
                  <a:latin typeface="Meiryo UI" panose="020B0604030504040204" pitchFamily="50" charset="-128"/>
                  <a:ea typeface="Meiryo UI" panose="020B0604030504040204" pitchFamily="50" charset="-128"/>
                </a:rPr>
                <a:t>個々の詳細から確認するのではなく、ユーザーの頭の整理をさせるため、全体から詳細につながる記述をします。また、マトリクスなどを用いて、システム全体を俯瞰した資料でまとめて確認するなど工夫します。</a:t>
              </a:r>
              <a:endParaRPr lang="en-US" altLang="ja-JP" sz="1400">
                <a:latin typeface="Meiryo UI" panose="020B0604030504040204" pitchFamily="50" charset="-128"/>
                <a:ea typeface="Meiryo UI" panose="020B0604030504040204" pitchFamily="50" charset="-128"/>
              </a:endParaRPr>
            </a:p>
          </p:txBody>
        </p:sp>
        <p:sp>
          <p:nvSpPr>
            <p:cNvPr id="14" name="楕円 13">
              <a:extLst>
                <a:ext uri="{FF2B5EF4-FFF2-40B4-BE49-F238E27FC236}">
                  <a16:creationId xmlns:a16="http://schemas.microsoft.com/office/drawing/2014/main" id="{EB7B05B4-6E4A-DCDD-6943-1C90B0FD2171}"/>
                </a:ext>
              </a:extLst>
            </p:cNvPr>
            <p:cNvSpPr>
              <a:spLocks/>
            </p:cNvSpPr>
            <p:nvPr/>
          </p:nvSpPr>
          <p:spPr>
            <a:xfrm>
              <a:off x="720000" y="3240000"/>
              <a:ext cx="432000" cy="432000"/>
            </a:xfrm>
            <a:prstGeom prst="ellipse">
              <a:avLst/>
            </a:prstGeom>
            <a:solidFill>
              <a:schemeClr val="accent3"/>
            </a:solidFill>
            <a:ln w="762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eiryo UI" panose="020B0604030504040204" pitchFamily="50" charset="-128"/>
                  <a:ea typeface="Meiryo UI" panose="020B0604030504040204" pitchFamily="50" charset="-128"/>
                </a:rPr>
                <a:t>2</a:t>
              </a:r>
              <a:endParaRPr kumimoji="1" lang="ja-JP" altLang="en-US" sz="1600" b="1">
                <a:latin typeface="Meiryo UI" panose="020B0604030504040204" pitchFamily="50" charset="-128"/>
                <a:ea typeface="Meiryo UI" panose="020B0604030504040204" pitchFamily="50" charset="-128"/>
              </a:endParaRPr>
            </a:p>
          </p:txBody>
        </p:sp>
      </p:grpSp>
      <p:grpSp>
        <p:nvGrpSpPr>
          <p:cNvPr id="15" name="グループ化 14">
            <a:extLst>
              <a:ext uri="{FF2B5EF4-FFF2-40B4-BE49-F238E27FC236}">
                <a16:creationId xmlns:a16="http://schemas.microsoft.com/office/drawing/2014/main" id="{46802AA4-42E1-5289-F848-A72396117DA4}"/>
              </a:ext>
            </a:extLst>
          </p:cNvPr>
          <p:cNvGrpSpPr/>
          <p:nvPr/>
        </p:nvGrpSpPr>
        <p:grpSpPr>
          <a:xfrm>
            <a:off x="720000" y="4680000"/>
            <a:ext cx="8244000" cy="1296000"/>
            <a:chOff x="720000" y="4392000"/>
            <a:chExt cx="8244000" cy="1296000"/>
          </a:xfrm>
        </p:grpSpPr>
        <p:sp>
          <p:nvSpPr>
            <p:cNvPr id="16" name="テキスト ボックス 15">
              <a:extLst>
                <a:ext uri="{FF2B5EF4-FFF2-40B4-BE49-F238E27FC236}">
                  <a16:creationId xmlns:a16="http://schemas.microsoft.com/office/drawing/2014/main" id="{7EEBCFA2-B15C-D7E3-2E22-667A969A0B60}"/>
                </a:ext>
              </a:extLst>
            </p:cNvPr>
            <p:cNvSpPr txBox="1"/>
            <p:nvPr/>
          </p:nvSpPr>
          <p:spPr>
            <a:xfrm>
              <a:off x="1224000" y="4428000"/>
              <a:ext cx="7740000" cy="360000"/>
            </a:xfrm>
            <a:prstGeom prst="rect">
              <a:avLst/>
            </a:prstGeom>
            <a:noFill/>
          </p:spPr>
          <p:txBody>
            <a:bodyPr wrap="square" lIns="108000" rIns="108000" rtlCol="0" anchor="ctr">
              <a:noAutofit/>
            </a:bodyPr>
            <a:lstStyle/>
            <a:p>
              <a:r>
                <a:rPr lang="ja-JP" altLang="en-US" b="1">
                  <a:solidFill>
                    <a:schemeClr val="tx1">
                      <a:lumMod val="75000"/>
                      <a:lumOff val="25000"/>
                    </a:schemeClr>
                  </a:solidFill>
                  <a:latin typeface="Meiryo UI" panose="020B0604030504040204" pitchFamily="50" charset="-128"/>
                  <a:ea typeface="Meiryo UI" panose="020B0604030504040204" pitchFamily="50" charset="-128"/>
                </a:rPr>
                <a:t>「網羅性（パターン）」を重視し、すべての業務パターンを記載する</a:t>
              </a:r>
              <a:endParaRPr kumimoji="1" lang="ja-JP" altLang="en-US"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テキスト ボックス 16">
              <a:extLst>
                <a:ext uri="{FF2B5EF4-FFF2-40B4-BE49-F238E27FC236}">
                  <a16:creationId xmlns:a16="http://schemas.microsoft.com/office/drawing/2014/main" id="{B95393AE-6943-F420-6239-A2C2332010BC}"/>
                </a:ext>
              </a:extLst>
            </p:cNvPr>
            <p:cNvSpPr txBox="1"/>
            <p:nvPr/>
          </p:nvSpPr>
          <p:spPr>
            <a:xfrm>
              <a:off x="720000" y="4896000"/>
              <a:ext cx="8244000" cy="792000"/>
            </a:xfrm>
            <a:prstGeom prst="rect">
              <a:avLst/>
            </a:prstGeom>
            <a:noFill/>
          </p:spPr>
          <p:txBody>
            <a:bodyPr wrap="square" lIns="108000" rIns="108000" rtlCol="0" anchor="t">
              <a:noAutofit/>
            </a:bodyPr>
            <a:lstStyle/>
            <a:p>
              <a:pPr>
                <a:spcBef>
                  <a:spcPts val="600"/>
                </a:spcBef>
              </a:pPr>
              <a:r>
                <a:rPr lang="ja-JP" altLang="en-US" sz="1400">
                  <a:latin typeface="Meiryo UI" panose="020B0604030504040204" pitchFamily="50" charset="-128"/>
                  <a:ea typeface="Meiryo UI" panose="020B0604030504040204" pitchFamily="50" charset="-128"/>
                </a:rPr>
                <a:t>ユーザーからのヒアリングですべてのパターンを拾うことは難しいものとなります。まず全体の範囲（業務のパターン）を明確にし、漏れのないように表等を使用してパターンごとに記述します。</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（もし○○の時～、の記載をしたならば、必ず対となる○○以外の時～を記述されるようにします）</a:t>
              </a:r>
              <a:endParaRPr lang="en-US" altLang="ja-JP" sz="1400">
                <a:latin typeface="Meiryo UI" panose="020B0604030504040204" pitchFamily="50" charset="-128"/>
                <a:ea typeface="Meiryo UI" panose="020B0604030504040204" pitchFamily="50" charset="-128"/>
              </a:endParaRPr>
            </a:p>
          </p:txBody>
        </p:sp>
        <p:sp>
          <p:nvSpPr>
            <p:cNvPr id="18" name="楕円 17">
              <a:extLst>
                <a:ext uri="{FF2B5EF4-FFF2-40B4-BE49-F238E27FC236}">
                  <a16:creationId xmlns:a16="http://schemas.microsoft.com/office/drawing/2014/main" id="{977C3CA0-FF8C-D07C-3A79-7A3EC46D75E1}"/>
                </a:ext>
              </a:extLst>
            </p:cNvPr>
            <p:cNvSpPr>
              <a:spLocks/>
            </p:cNvSpPr>
            <p:nvPr/>
          </p:nvSpPr>
          <p:spPr>
            <a:xfrm>
              <a:off x="720000" y="4392000"/>
              <a:ext cx="432000" cy="432000"/>
            </a:xfrm>
            <a:prstGeom prst="ellipse">
              <a:avLst/>
            </a:prstGeom>
            <a:solidFill>
              <a:schemeClr val="accent2"/>
            </a:solidFill>
            <a:ln w="76200">
              <a:solidFill>
                <a:schemeClr val="accent2">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ja-JP" sz="1600" b="1">
                  <a:latin typeface="Meiryo UI" panose="020B0604030504040204" pitchFamily="50" charset="-128"/>
                  <a:ea typeface="Meiryo UI" panose="020B0604030504040204" pitchFamily="50" charset="-128"/>
                </a:rPr>
                <a:t>3</a:t>
              </a:r>
              <a:endParaRPr kumimoji="1" lang="ja-JP" altLang="en-US" sz="1600" b="1">
                <a:latin typeface="Meiryo UI" panose="020B0604030504040204" pitchFamily="50" charset="-128"/>
                <a:ea typeface="Meiryo UI" panose="020B0604030504040204" pitchFamily="50" charset="-128"/>
              </a:endParaRPr>
            </a:p>
          </p:txBody>
        </p:sp>
      </p:grpSp>
      <p:sp>
        <p:nvSpPr>
          <p:cNvPr id="19" name="テキスト ボックス 18">
            <a:extLst>
              <a:ext uri="{FF2B5EF4-FFF2-40B4-BE49-F238E27FC236}">
                <a16:creationId xmlns:a16="http://schemas.microsoft.com/office/drawing/2014/main" id="{A87A9D88-EBB9-D369-3ED7-D0B60E1D7E42}"/>
              </a:ext>
            </a:extLst>
          </p:cNvPr>
          <p:cNvSpPr txBox="1"/>
          <p:nvPr/>
        </p:nvSpPr>
        <p:spPr>
          <a:xfrm>
            <a:off x="575999" y="6192000"/>
            <a:ext cx="11041200" cy="276999"/>
          </a:xfrm>
          <a:prstGeom prst="rect">
            <a:avLst/>
          </a:prstGeom>
          <a:noFill/>
        </p:spPr>
        <p:txBody>
          <a:bodyPr wrap="none" rtlCol="0" anchor="b">
            <a:noAutofit/>
          </a:bodyPr>
          <a:lstStyle/>
          <a:p>
            <a:r>
              <a:rPr kumimoji="1" lang="ja-JP" altLang="en-US" sz="1200">
                <a:latin typeface="Meiryo UI" panose="020B0604030504040204" pitchFamily="50" charset="-128"/>
                <a:ea typeface="Meiryo UI" panose="020B0604030504040204" pitchFamily="50" charset="-128"/>
              </a:rPr>
              <a:t>注</a:t>
            </a:r>
            <a:r>
              <a:rPr kumimoji="1" lang="en-US" altLang="ja-JP" sz="1200">
                <a:latin typeface="Meiryo UI" panose="020B0604030504040204" pitchFamily="50" charset="-128"/>
                <a:ea typeface="Meiryo UI" panose="020B0604030504040204" pitchFamily="50" charset="-128"/>
              </a:rPr>
              <a:t>1</a:t>
            </a:r>
            <a:r>
              <a:rPr kumimoji="1" lang="ja-JP" altLang="en-US" sz="1200">
                <a:latin typeface="Meiryo UI" panose="020B0604030504040204" pitchFamily="50" charset="-128"/>
                <a:ea typeface="Meiryo UI" panose="020B0604030504040204" pitchFamily="50" charset="-128"/>
              </a:rPr>
              <a:t> 上記は、弊社プロジェクトガイドラインからの抜粋</a:t>
            </a:r>
            <a:endParaRPr kumimoji="1" lang="en-US" altLang="ja-JP"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983772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７．コミュニケーション計画</a:t>
            </a:r>
            <a:r>
              <a:rPr lang="en-US" altLang="ja-JP">
                <a:latin typeface="Meiryo UI" panose="020B0604030504040204" pitchFamily="50" charset="-128"/>
                <a:ea typeface="Meiryo UI" panose="020B0604030504040204" pitchFamily="50" charset="-128"/>
              </a:rPr>
              <a:t>(</a:t>
            </a:r>
            <a:r>
              <a:rPr lang="ja-JP" altLang="en-US">
                <a:latin typeface="Meiryo UI" panose="020B0604030504040204" pitchFamily="50" charset="-128"/>
                <a:ea typeface="Meiryo UI" panose="020B0604030504040204" pitchFamily="50" charset="-128"/>
              </a:rPr>
              <a:t>会議体</a:t>
            </a:r>
            <a:r>
              <a:rPr lang="en-US" altLang="ja-JP">
                <a:latin typeface="Meiryo UI" panose="020B0604030504040204" pitchFamily="50" charset="-128"/>
                <a:ea typeface="Meiryo UI" panose="020B0604030504040204" pitchFamily="50" charset="-128"/>
              </a:rPr>
              <a:t>)</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15</a:t>
            </a:fld>
            <a:endParaRPr kumimoji="1" lang="ja-JP" altLang="en-US">
              <a:latin typeface="Meiryo UI" panose="020B0604030504040204" pitchFamily="50" charset="-128"/>
              <a:ea typeface="Meiryo UI" panose="020B0604030504040204" pitchFamily="50" charset="-128"/>
            </a:endParaRPr>
          </a:p>
        </p:txBody>
      </p:sp>
      <p:graphicFrame>
        <p:nvGraphicFramePr>
          <p:cNvPr id="26" name="表 25">
            <a:extLst>
              <a:ext uri="{FF2B5EF4-FFF2-40B4-BE49-F238E27FC236}">
                <a16:creationId xmlns:a16="http://schemas.microsoft.com/office/drawing/2014/main" id="{2D47810F-BF1E-7084-E7E8-D944A8FF9D8B}"/>
              </a:ext>
            </a:extLst>
          </p:cNvPr>
          <p:cNvGraphicFramePr>
            <a:graphicFrameLocks noGrp="1"/>
          </p:cNvGraphicFramePr>
          <p:nvPr>
            <p:extLst>
              <p:ext uri="{D42A27DB-BD31-4B8C-83A1-F6EECF244321}">
                <p14:modId xmlns:p14="http://schemas.microsoft.com/office/powerpoint/2010/main" val="2996615187"/>
              </p:ext>
            </p:extLst>
          </p:nvPr>
        </p:nvGraphicFramePr>
        <p:xfrm>
          <a:off x="251520" y="1245092"/>
          <a:ext cx="8553760" cy="1432080"/>
        </p:xfrm>
        <a:graphic>
          <a:graphicData uri="http://schemas.openxmlformats.org/drawingml/2006/table">
            <a:tbl>
              <a:tblPr firstRow="1" bandRow="1">
                <a:tableStyleId>{5C22544A-7EE6-4342-B048-85BDC9FD1C3A}</a:tableStyleId>
              </a:tblPr>
              <a:tblGrid>
                <a:gridCol w="1728192">
                  <a:extLst>
                    <a:ext uri="{9D8B030D-6E8A-4147-A177-3AD203B41FA5}">
                      <a16:colId xmlns:a16="http://schemas.microsoft.com/office/drawing/2014/main" val="20000"/>
                    </a:ext>
                  </a:extLst>
                </a:gridCol>
                <a:gridCol w="1784869">
                  <a:extLst>
                    <a:ext uri="{9D8B030D-6E8A-4147-A177-3AD203B41FA5}">
                      <a16:colId xmlns:a16="http://schemas.microsoft.com/office/drawing/2014/main" val="20001"/>
                    </a:ext>
                  </a:extLst>
                </a:gridCol>
                <a:gridCol w="2165439">
                  <a:extLst>
                    <a:ext uri="{9D8B030D-6E8A-4147-A177-3AD203B41FA5}">
                      <a16:colId xmlns:a16="http://schemas.microsoft.com/office/drawing/2014/main" val="20002"/>
                    </a:ext>
                  </a:extLst>
                </a:gridCol>
                <a:gridCol w="2875260">
                  <a:extLst>
                    <a:ext uri="{9D8B030D-6E8A-4147-A177-3AD203B41FA5}">
                      <a16:colId xmlns:a16="http://schemas.microsoft.com/office/drawing/2014/main" val="20003"/>
                    </a:ext>
                  </a:extLst>
                </a:gridCol>
              </a:tblGrid>
              <a:tr h="349132">
                <a:tc>
                  <a:txBody>
                    <a:bodyPr/>
                    <a:lstStyle/>
                    <a:p>
                      <a:pPr algn="ctr"/>
                      <a:r>
                        <a:rPr kumimoji="1" lang="ja-JP" altLang="en-US" sz="1600">
                          <a:latin typeface="Meiryo UI" panose="020B0604030504040204" pitchFamily="50" charset="-128"/>
                          <a:ea typeface="Meiryo UI" panose="020B0604030504040204" pitchFamily="50" charset="-128"/>
                        </a:rPr>
                        <a:t>会議名</a:t>
                      </a:r>
                      <a:endParaRPr kumimoji="1" lang="ja-JP" altLang="en-US" sz="1600">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algn="ctr"/>
                      <a:r>
                        <a:rPr kumimoji="1" lang="ja-JP" altLang="en-US" sz="1600">
                          <a:latin typeface="Meiryo UI" panose="020B0604030504040204" pitchFamily="50" charset="-128"/>
                          <a:ea typeface="Meiryo UI" panose="020B0604030504040204" pitchFamily="50" charset="-128"/>
                        </a:rPr>
                        <a:t>会議内容</a:t>
                      </a:r>
                      <a:endParaRPr kumimoji="1" lang="ja-JP" altLang="en-US" sz="1600">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algn="ctr"/>
                      <a:r>
                        <a:rPr kumimoji="1" lang="ja-JP" altLang="en-US" sz="1600">
                          <a:latin typeface="Meiryo UI" panose="020B0604030504040204" pitchFamily="50" charset="-128"/>
                          <a:ea typeface="Meiryo UI" panose="020B0604030504040204" pitchFamily="50" charset="-128"/>
                        </a:rPr>
                        <a:t>開催頻度</a:t>
                      </a:r>
                      <a:endParaRPr kumimoji="1" lang="ja-JP" altLang="en-US" sz="1600">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algn="ctr"/>
                      <a:r>
                        <a:rPr kumimoji="1" lang="ja-JP" altLang="en-US" sz="1600">
                          <a:latin typeface="Meiryo UI" panose="020B0604030504040204" pitchFamily="50" charset="-128"/>
                          <a:ea typeface="Meiryo UI" panose="020B0604030504040204" pitchFamily="50" charset="-128"/>
                        </a:rPr>
                        <a:t>参加者</a:t>
                      </a:r>
                      <a:endParaRPr kumimoji="1" lang="ja-JP" altLang="en-US" sz="1600">
                        <a:latin typeface="Meiryo UI" panose="020B0604030504040204" pitchFamily="50" charset="-128"/>
                        <a:ea typeface="Meiryo UI" panose="020B0604030504040204" pitchFamily="50" charset="-128"/>
                        <a:cs typeface="Meiryo UI" panose="020B0604030504040204" pitchFamily="50" charset="-128"/>
                      </a:endParaRPr>
                    </a:p>
                  </a:txBody>
                  <a:tcPr anchor="ctr"/>
                </a:tc>
                <a:extLst>
                  <a:ext uri="{0D108BD9-81ED-4DB2-BD59-A6C34878D82A}">
                    <a16:rowId xmlns:a16="http://schemas.microsoft.com/office/drawing/2014/main" val="10000"/>
                  </a:ext>
                </a:extLst>
              </a:tr>
              <a:tr h="442868">
                <a:tc>
                  <a:txBody>
                    <a:bodyPr/>
                    <a:lstStyle/>
                    <a:p>
                      <a:r>
                        <a:rPr kumimoji="1" lang="ja-JP" altLang="en-US" sz="1200">
                          <a:latin typeface="Meiryo UI" panose="020B0604030504040204" pitchFamily="50" charset="-128"/>
                          <a:ea typeface="Meiryo UI" panose="020B0604030504040204" pitchFamily="50" charset="-128"/>
                          <a:cs typeface="Meiryo UI" panose="020B0604030504040204" pitchFamily="50" charset="-128"/>
                        </a:rPr>
                        <a:t>朝会</a:t>
                      </a:r>
                    </a:p>
                  </a:txBody>
                  <a:tcPr anchor="ctr">
                    <a:solidFill>
                      <a:srgbClr val="E9EDF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u="none" strike="noStrike" cap="none" normalizeH="0" baseline="0">
                          <a:ln>
                            <a:noFill/>
                          </a:ln>
                          <a:effectLst/>
                          <a:latin typeface="Meiryo UI" panose="020B0604030504040204" pitchFamily="50" charset="-128"/>
                          <a:ea typeface="Meiryo UI" panose="020B0604030504040204" pitchFamily="50" charset="-128"/>
                        </a:rPr>
                        <a:t>・進捗報告、課題共有</a:t>
                      </a:r>
                      <a:endParaRPr kumimoji="0"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u="none" strike="noStrike">
                          <a:latin typeface="Meiryo UI" panose="020B0604030504040204" pitchFamily="50" charset="-128"/>
                          <a:ea typeface="Meiryo UI" panose="020B0604030504040204" pitchFamily="50" charset="-128"/>
                        </a:rPr>
                        <a:t>日次</a:t>
                      </a:r>
                      <a:endPar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n-cs"/>
                        </a:rPr>
                        <a:t>開発メンバー</a:t>
                      </a:r>
                      <a:endPar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extLst>
                  <a:ext uri="{0D108BD9-81ED-4DB2-BD59-A6C34878D82A}">
                    <a16:rowId xmlns:a16="http://schemas.microsoft.com/office/drawing/2014/main" val="10001"/>
                  </a:ext>
                </a:extLst>
              </a:tr>
              <a:tr h="4428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定例ヒアリング</a:t>
                      </a:r>
                      <a:endParaRPr kumimoji="1"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フィードバック</a:t>
                      </a:r>
                    </a:p>
                  </a:txBody>
                  <a:tcPr anchor="ctr">
                    <a:solidFill>
                      <a:srgbClr val="E9EDF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・定例ヒアリングの内容を内部で</a:t>
                      </a:r>
                      <a:r>
                        <a:rPr kumimoji="0"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FB</a:t>
                      </a:r>
                      <a:r>
                        <a:rPr kumimoji="0"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する</a:t>
                      </a:r>
                      <a:endParaRPr kumimoji="0"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・宿題の担当確認</a:t>
                      </a:r>
                    </a:p>
                  </a:txBody>
                  <a:tcPr anchor="ctr">
                    <a:solidFill>
                      <a:srgbClr val="E9EDF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毎週金曜日　</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16</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時～</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17</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時</a:t>
                      </a:r>
                      <a:endPar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n-cs"/>
                        </a:rPr>
                        <a:t>開発メンバー</a:t>
                      </a:r>
                      <a:endPar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extLst>
                  <a:ext uri="{0D108BD9-81ED-4DB2-BD59-A6C34878D82A}">
                    <a16:rowId xmlns:a16="http://schemas.microsoft.com/office/drawing/2014/main" val="3332677396"/>
                  </a:ext>
                </a:extLst>
              </a:tr>
            </a:tbl>
          </a:graphicData>
        </a:graphic>
      </p:graphicFrame>
      <p:graphicFrame>
        <p:nvGraphicFramePr>
          <p:cNvPr id="27" name="表 26">
            <a:extLst>
              <a:ext uri="{FF2B5EF4-FFF2-40B4-BE49-F238E27FC236}">
                <a16:creationId xmlns:a16="http://schemas.microsoft.com/office/drawing/2014/main" id="{877A4769-798D-B009-6C28-C06973EE466A}"/>
              </a:ext>
            </a:extLst>
          </p:cNvPr>
          <p:cNvGraphicFramePr>
            <a:graphicFrameLocks noGrp="1"/>
          </p:cNvGraphicFramePr>
          <p:nvPr>
            <p:extLst>
              <p:ext uri="{D42A27DB-BD31-4B8C-83A1-F6EECF244321}">
                <p14:modId xmlns:p14="http://schemas.microsoft.com/office/powerpoint/2010/main" val="1932800880"/>
              </p:ext>
            </p:extLst>
          </p:nvPr>
        </p:nvGraphicFramePr>
        <p:xfrm>
          <a:off x="251520" y="3025979"/>
          <a:ext cx="8553760" cy="2875260"/>
        </p:xfrm>
        <a:graphic>
          <a:graphicData uri="http://schemas.openxmlformats.org/drawingml/2006/table">
            <a:tbl>
              <a:tblPr firstRow="1" bandRow="1">
                <a:tableStyleId>{5C22544A-7EE6-4342-B048-85BDC9FD1C3A}</a:tableStyleId>
              </a:tblPr>
              <a:tblGrid>
                <a:gridCol w="1728192">
                  <a:extLst>
                    <a:ext uri="{9D8B030D-6E8A-4147-A177-3AD203B41FA5}">
                      <a16:colId xmlns:a16="http://schemas.microsoft.com/office/drawing/2014/main" val="20000"/>
                    </a:ext>
                  </a:extLst>
                </a:gridCol>
                <a:gridCol w="1784869">
                  <a:extLst>
                    <a:ext uri="{9D8B030D-6E8A-4147-A177-3AD203B41FA5}">
                      <a16:colId xmlns:a16="http://schemas.microsoft.com/office/drawing/2014/main" val="20001"/>
                    </a:ext>
                  </a:extLst>
                </a:gridCol>
                <a:gridCol w="2913310">
                  <a:extLst>
                    <a:ext uri="{9D8B030D-6E8A-4147-A177-3AD203B41FA5}">
                      <a16:colId xmlns:a16="http://schemas.microsoft.com/office/drawing/2014/main" val="20002"/>
                    </a:ext>
                  </a:extLst>
                </a:gridCol>
                <a:gridCol w="2127389">
                  <a:extLst>
                    <a:ext uri="{9D8B030D-6E8A-4147-A177-3AD203B41FA5}">
                      <a16:colId xmlns:a16="http://schemas.microsoft.com/office/drawing/2014/main" val="20003"/>
                    </a:ext>
                  </a:extLst>
                </a:gridCol>
              </a:tblGrid>
              <a:tr h="164858">
                <a:tc>
                  <a:txBody>
                    <a:bodyPr/>
                    <a:lstStyle/>
                    <a:p>
                      <a:pPr algn="ctr"/>
                      <a:r>
                        <a:rPr kumimoji="1" lang="ja-JP" altLang="en-US" sz="1600">
                          <a:latin typeface="Meiryo UI" panose="020B0604030504040204" pitchFamily="50" charset="-128"/>
                          <a:ea typeface="Meiryo UI" panose="020B0604030504040204" pitchFamily="50" charset="-128"/>
                        </a:rPr>
                        <a:t>会議名</a:t>
                      </a:r>
                      <a:endParaRPr kumimoji="1" lang="ja-JP" altLang="en-US" sz="1600">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algn="ctr"/>
                      <a:r>
                        <a:rPr kumimoji="1" lang="ja-JP" altLang="en-US" sz="1600">
                          <a:latin typeface="Meiryo UI" panose="020B0604030504040204" pitchFamily="50" charset="-128"/>
                          <a:ea typeface="Meiryo UI" panose="020B0604030504040204" pitchFamily="50" charset="-128"/>
                        </a:rPr>
                        <a:t>会議内容</a:t>
                      </a:r>
                      <a:endParaRPr kumimoji="1" lang="ja-JP" altLang="en-US" sz="1600">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algn="ctr"/>
                      <a:r>
                        <a:rPr kumimoji="1" lang="ja-JP" altLang="en-US" sz="1600">
                          <a:latin typeface="Meiryo UI" panose="020B0604030504040204" pitchFamily="50" charset="-128"/>
                          <a:ea typeface="Meiryo UI" panose="020B0604030504040204" pitchFamily="50" charset="-128"/>
                        </a:rPr>
                        <a:t>開催頻度</a:t>
                      </a:r>
                      <a:endParaRPr kumimoji="1" lang="ja-JP" altLang="en-US" sz="1600">
                        <a:latin typeface="Meiryo UI" panose="020B0604030504040204" pitchFamily="50" charset="-128"/>
                        <a:ea typeface="Meiryo UI" panose="020B0604030504040204" pitchFamily="50" charset="-128"/>
                        <a:cs typeface="Meiryo UI" panose="020B0604030504040204" pitchFamily="50" charset="-128"/>
                      </a:endParaRPr>
                    </a:p>
                  </a:txBody>
                  <a:tcPr anchor="ctr"/>
                </a:tc>
                <a:tc>
                  <a:txBody>
                    <a:bodyPr/>
                    <a:lstStyle/>
                    <a:p>
                      <a:pPr algn="ctr"/>
                      <a:r>
                        <a:rPr kumimoji="1" lang="ja-JP" altLang="en-US" sz="1600">
                          <a:latin typeface="Meiryo UI" panose="020B0604030504040204" pitchFamily="50" charset="-128"/>
                          <a:ea typeface="Meiryo UI" panose="020B0604030504040204" pitchFamily="50" charset="-128"/>
                        </a:rPr>
                        <a:t>参加者</a:t>
                      </a:r>
                      <a:endParaRPr kumimoji="1" lang="ja-JP" altLang="en-US" sz="1600">
                        <a:latin typeface="Meiryo UI" panose="020B0604030504040204" pitchFamily="50" charset="-128"/>
                        <a:ea typeface="Meiryo UI" panose="020B0604030504040204" pitchFamily="50" charset="-128"/>
                        <a:cs typeface="Meiryo UI" panose="020B0604030504040204" pitchFamily="50" charset="-128"/>
                      </a:endParaRPr>
                    </a:p>
                  </a:txBody>
                  <a:tcPr anchor="ctr"/>
                </a:tc>
                <a:extLst>
                  <a:ext uri="{0D108BD9-81ED-4DB2-BD59-A6C34878D82A}">
                    <a16:rowId xmlns:a16="http://schemas.microsoft.com/office/drawing/2014/main" val="10000"/>
                  </a:ext>
                </a:extLst>
              </a:tr>
              <a:tr h="3022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キックオフ会議</a:t>
                      </a:r>
                    </a:p>
                  </a:txBody>
                  <a:tcPr anchor="ctr">
                    <a:solidFill>
                      <a:srgbClr val="E9EDF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・スコープの確認</a:t>
                      </a:r>
                      <a:endParaRPr kumimoji="1"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・スケジュールの確認</a:t>
                      </a:r>
                      <a:endParaRPr kumimoji="1"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・進め方確認</a:t>
                      </a:r>
                    </a:p>
                  </a:txBody>
                  <a:tcPr anchor="ctr">
                    <a:solidFill>
                      <a:srgbClr val="E9EDF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2024/9/3</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 </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16</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時～</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17</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時</a:t>
                      </a:r>
                    </a:p>
                  </a:txBody>
                  <a:tcPr anchor="ctr">
                    <a:solidFill>
                      <a:srgbClr val="E9EDF4"/>
                    </a:solidFill>
                  </a:tcPr>
                </a:tc>
                <a:tc rowSpan="5">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出光興産様</a:t>
                      </a:r>
                      <a:endPar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　</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DI</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部</a:t>
                      </a:r>
                      <a:endPar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　　金子様、山本様</a:t>
                      </a:r>
                      <a:endPar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　総務部</a:t>
                      </a:r>
                      <a:endPar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　　田中健嗣様</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任意</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a:t>
                      </a: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　　川原田様</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任意</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a:t>
                      </a: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　　田中沙織様、金城様</a:t>
                      </a:r>
                      <a:endPar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システムエグゼ</a:t>
                      </a:r>
                      <a:endPar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　　川名、野村、上木、朴</a:t>
                      </a:r>
                      <a:endPar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　　</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そのほかのメンバーは随時</a:t>
                      </a:r>
                    </a:p>
                  </a:txBody>
                  <a:tcPr anchor="ctr">
                    <a:solidFill>
                      <a:srgbClr val="E9EDF4"/>
                    </a:solidFill>
                  </a:tcPr>
                </a:tc>
                <a:extLst>
                  <a:ext uri="{0D108BD9-81ED-4DB2-BD59-A6C34878D82A}">
                    <a16:rowId xmlns:a16="http://schemas.microsoft.com/office/drawing/2014/main" val="2768284020"/>
                  </a:ext>
                </a:extLst>
              </a:tr>
              <a:tr h="2158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進捗会議</a:t>
                      </a:r>
                    </a:p>
                  </a:txBody>
                  <a:tcPr anchor="ctr">
                    <a:solidFill>
                      <a:srgbClr val="E9EDF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・課題管理</a:t>
                      </a:r>
                      <a:endParaRPr kumimoji="1"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・進捗報告</a:t>
                      </a:r>
                      <a:endParaRPr kumimoji="1" lang="en-US" altLang="ja-JP" sz="1200">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毎週水曜日　</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15</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時～</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16</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時</a:t>
                      </a:r>
                      <a:endPar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a:t>
                      </a:r>
                      <a:r>
                        <a:rPr lang="en-US" altLang="ja-JP" sz="1200" b="1" i="0" u="none" strike="no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1</a:t>
                      </a:r>
                      <a:r>
                        <a:rPr lang="ja-JP" altLang="en-US" sz="1200" b="1" i="0" u="none" strike="no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回目のみ</a:t>
                      </a:r>
                      <a:r>
                        <a:rPr lang="en-US" altLang="ja-JP" sz="1200" b="1" i="0" u="none" strike="no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9/11(</a:t>
                      </a:r>
                      <a:r>
                        <a:rPr lang="ja-JP" altLang="en-US" sz="1200" b="1" i="0" u="none" strike="no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水</a:t>
                      </a:r>
                      <a:r>
                        <a:rPr lang="en-US" altLang="ja-JP" sz="1200" b="1" i="0" u="none" strike="no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 10</a:t>
                      </a:r>
                      <a:r>
                        <a:rPr lang="ja-JP" altLang="en-US" sz="1200" b="1" i="0" u="none" strike="no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時～</a:t>
                      </a:r>
                      <a:r>
                        <a:rPr lang="en-US" altLang="ja-JP" sz="1200" b="1" i="0" u="none" strike="no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11</a:t>
                      </a:r>
                      <a:r>
                        <a:rPr lang="ja-JP" altLang="en-US" sz="1200" b="1" i="0" u="none" strike="noStrike">
                          <a:solidFill>
                            <a:srgbClr val="FF0000"/>
                          </a:solidFill>
                          <a:latin typeface="Meiryo UI" panose="020B0604030504040204" pitchFamily="50" charset="-128"/>
                          <a:ea typeface="Meiryo UI" panose="020B0604030504040204" pitchFamily="50" charset="-128"/>
                          <a:cs typeface="Meiryo UI" panose="020B0604030504040204" pitchFamily="50" charset="-128"/>
                        </a:rPr>
                        <a:t>時</a:t>
                      </a:r>
                      <a:endParaRPr lang="en-US" altLang="ja-JP" sz="1200" b="1" i="0" u="none" strike="noStrike">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extLst>
                  <a:ext uri="{0D108BD9-81ED-4DB2-BD59-A6C34878D82A}">
                    <a16:rowId xmlns:a16="http://schemas.microsoft.com/office/drawing/2014/main" val="1203155313"/>
                  </a:ext>
                </a:extLst>
              </a:tr>
              <a:tr h="2158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定例ヒアリング</a:t>
                      </a:r>
                    </a:p>
                  </a:txBody>
                  <a:tcPr anchor="ctr">
                    <a:solidFill>
                      <a:srgbClr val="E9EDF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a:latin typeface="Meiryo UI" panose="020B0604030504040204" pitchFamily="50" charset="-128"/>
                          <a:ea typeface="Meiryo UI" panose="020B0604030504040204" pitchFamily="50" charset="-128"/>
                          <a:cs typeface="Meiryo UI" panose="020B0604030504040204" pitchFamily="50" charset="-128"/>
                        </a:rPr>
                        <a:t>QA</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・業務フロー検討</a:t>
                      </a:r>
                      <a:endParaRPr kumimoji="1" lang="en-US" altLang="ja-JP" sz="1200">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毎週金曜日 </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13</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時～</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15</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時</a:t>
                      </a:r>
                      <a:endPar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※1</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回目のみ</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9/5(</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木</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 13</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時～</a:t>
                      </a: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15</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時</a:t>
                      </a:r>
                      <a:endPar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tc vMerge="1">
                  <a:txBody>
                    <a:bodyPr/>
                    <a:lstStyle/>
                    <a:p>
                      <a:endParaRPr kumimoji="1" lang="ja-JP" altLang="en-US"/>
                    </a:p>
                  </a:txBody>
                  <a:tcPr/>
                </a:tc>
                <a:extLst>
                  <a:ext uri="{0D108BD9-81ED-4DB2-BD59-A6C34878D82A}">
                    <a16:rowId xmlns:a16="http://schemas.microsoft.com/office/drawing/2014/main" val="1126571151"/>
                  </a:ext>
                </a:extLst>
              </a:tr>
              <a:tr h="34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要件定義完了報告会</a:t>
                      </a:r>
                    </a:p>
                  </a:txBody>
                  <a:tcPr anchor="ctr">
                    <a:solidFill>
                      <a:srgbClr val="E9EDF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 要件確定</a:t>
                      </a:r>
                      <a:endParaRPr kumimoji="1"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 開発スケジュール確定</a:t>
                      </a:r>
                      <a:endParaRPr kumimoji="1" lang="en-US" altLang="ja-JP" sz="1200">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 正式見積の提示</a:t>
                      </a:r>
                      <a:endParaRPr kumimoji="1" lang="en-US" altLang="ja-JP" sz="1200">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rPr>
                        <a:t>11</a:t>
                      </a: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月後半で調整</a:t>
                      </a:r>
                      <a:endPar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extLst>
                  <a:ext uri="{0D108BD9-81ED-4DB2-BD59-A6C34878D82A}">
                    <a16:rowId xmlns:a16="http://schemas.microsoft.com/office/drawing/2014/main" val="1085422062"/>
                  </a:ext>
                </a:extLst>
              </a:tr>
              <a:tr h="34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課題検討</a:t>
                      </a:r>
                    </a:p>
                  </a:txBody>
                  <a:tcPr anchor="ctr">
                    <a:solidFill>
                      <a:srgbClr val="E9EDF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cs typeface="Meiryo UI" panose="020B0604030504040204" pitchFamily="50" charset="-128"/>
                        </a:rPr>
                        <a:t>・課題の検討</a:t>
                      </a:r>
                      <a:endParaRPr kumimoji="1" lang="en-US" altLang="ja-JP" sz="1200">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rPr>
                        <a:t>随時</a:t>
                      </a:r>
                      <a:endParaRPr lang="en-US" altLang="ja-JP" sz="1200" b="0" i="0" u="none" strike="noStrike">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200" b="0" i="0" u="none" strike="noStrike">
                        <a:latin typeface="Meiryo UI" panose="020B0604030504040204" pitchFamily="50" charset="-128"/>
                        <a:ea typeface="Meiryo UI" panose="020B0604030504040204" pitchFamily="50" charset="-128"/>
                        <a:cs typeface="Meiryo UI" panose="020B0604030504040204" pitchFamily="50" charset="-128"/>
                      </a:endParaRPr>
                    </a:p>
                  </a:txBody>
                  <a:tcPr anchor="ctr">
                    <a:solidFill>
                      <a:srgbClr val="E9EDF4"/>
                    </a:solidFill>
                  </a:tcPr>
                </a:tc>
                <a:extLst>
                  <a:ext uri="{0D108BD9-81ED-4DB2-BD59-A6C34878D82A}">
                    <a16:rowId xmlns:a16="http://schemas.microsoft.com/office/drawing/2014/main" val="3094629204"/>
                  </a:ext>
                </a:extLst>
              </a:tr>
            </a:tbl>
          </a:graphicData>
        </a:graphic>
      </p:graphicFrame>
      <p:sp>
        <p:nvSpPr>
          <p:cNvPr id="30" name="正方形/長方形 29">
            <a:extLst>
              <a:ext uri="{FF2B5EF4-FFF2-40B4-BE49-F238E27FC236}">
                <a16:creationId xmlns:a16="http://schemas.microsoft.com/office/drawing/2014/main" id="{8FDF6B95-0583-7D52-00CA-258C298F47C8}"/>
              </a:ext>
            </a:extLst>
          </p:cNvPr>
          <p:cNvSpPr/>
          <p:nvPr/>
        </p:nvSpPr>
        <p:spPr>
          <a:xfrm>
            <a:off x="251520" y="919718"/>
            <a:ext cx="8302727" cy="3043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ja-JP" altLang="en-US" b="1">
                <a:solidFill>
                  <a:sysClr val="windowText" lastClr="000000"/>
                </a:solidFill>
                <a:latin typeface="Meiryo UI" panose="020B0604030504040204" pitchFamily="50" charset="-128"/>
                <a:ea typeface="Meiryo UI" panose="020B0604030504040204" pitchFamily="50" charset="-128"/>
              </a:rPr>
              <a:t>システムエグゼ内部</a:t>
            </a:r>
            <a:endParaRPr kumimoji="1" lang="ja-JP" altLang="en-US" b="1">
              <a:solidFill>
                <a:sysClr val="windowText" lastClr="000000"/>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FD9B247C-2121-4A96-8F01-EE267BB74FC4}"/>
              </a:ext>
            </a:extLst>
          </p:cNvPr>
          <p:cNvSpPr/>
          <p:nvPr/>
        </p:nvSpPr>
        <p:spPr>
          <a:xfrm>
            <a:off x="251520" y="2713797"/>
            <a:ext cx="8302727" cy="3043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lang="ja-JP" altLang="en-US" b="1">
                <a:solidFill>
                  <a:sysClr val="windowText" lastClr="000000"/>
                </a:solidFill>
                <a:latin typeface="Meiryo UI" panose="020B0604030504040204" pitchFamily="50" charset="-128"/>
                <a:ea typeface="Meiryo UI" panose="020B0604030504040204" pitchFamily="50" charset="-128"/>
              </a:rPr>
              <a:t>全体</a:t>
            </a:r>
            <a:endParaRPr kumimoji="1" lang="ja-JP" altLang="en-US" b="1">
              <a:solidFill>
                <a:sysClr val="windowText" lastClr="000000"/>
              </a:solidFill>
              <a:latin typeface="Meiryo UI" panose="020B0604030504040204" pitchFamily="50" charset="-128"/>
              <a:ea typeface="Meiryo UI" panose="020B0604030504040204" pitchFamily="50" charset="-128"/>
            </a:endParaRPr>
          </a:p>
        </p:txBody>
      </p:sp>
      <p:sp>
        <p:nvSpPr>
          <p:cNvPr id="34" name="テキスト ボックス 33">
            <a:extLst>
              <a:ext uri="{FF2B5EF4-FFF2-40B4-BE49-F238E27FC236}">
                <a16:creationId xmlns:a16="http://schemas.microsoft.com/office/drawing/2014/main" id="{56C21FF2-C822-5DFE-7C7C-6D82544E4CD3}"/>
              </a:ext>
            </a:extLst>
          </p:cNvPr>
          <p:cNvSpPr txBox="1"/>
          <p:nvPr/>
        </p:nvSpPr>
        <p:spPr>
          <a:xfrm>
            <a:off x="251520" y="6087686"/>
            <a:ext cx="6953157" cy="307777"/>
          </a:xfrm>
          <a:prstGeom prst="rect">
            <a:avLst/>
          </a:prstGeom>
          <a:noFill/>
        </p:spPr>
        <p:txBody>
          <a:bodyPr wrap="square" rtlCol="0">
            <a:spAutoFit/>
          </a:bodyPr>
          <a:lstStyle/>
          <a:p>
            <a:r>
              <a:rPr lang="en-US" altLang="ja-JP" sz="1400">
                <a:latin typeface="Meiryo UI" panose="020B0604030504040204" pitchFamily="50" charset="-128"/>
                <a:ea typeface="Meiryo UI" panose="020B0604030504040204" pitchFamily="50" charset="-128"/>
                <a:cs typeface="Meiryo UI" panose="020B0604030504040204" pitchFamily="50" charset="-128"/>
              </a:rPr>
              <a:t>※</a:t>
            </a:r>
            <a:r>
              <a:rPr lang="ja-JP" altLang="en-US" sz="1400">
                <a:latin typeface="Meiryo UI" panose="020B0604030504040204" pitchFamily="50" charset="-128"/>
                <a:ea typeface="Meiryo UI" panose="020B0604030504040204" pitchFamily="50" charset="-128"/>
                <a:cs typeface="Meiryo UI" panose="020B0604030504040204" pitchFamily="50" charset="-128"/>
              </a:rPr>
              <a:t>上記の他に、必要に応じてお打合せをご依頼する場合がございます</a:t>
            </a:r>
            <a:endParaRPr lang="en-US" altLang="ja-JP" sz="140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23703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８．コミュニケーション計画</a:t>
            </a:r>
            <a:r>
              <a:rPr lang="en-US" altLang="ja-JP">
                <a:latin typeface="Meiryo UI" panose="020B0604030504040204" pitchFamily="50" charset="-128"/>
                <a:ea typeface="Meiryo UI" panose="020B0604030504040204" pitchFamily="50" charset="-128"/>
              </a:rPr>
              <a:t>(QA)</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16</a:t>
            </a:fld>
            <a:endParaRPr kumimoji="1" lang="ja-JP" altLang="en-US">
              <a:latin typeface="Meiryo UI" panose="020B0604030504040204" pitchFamily="50" charset="-128"/>
              <a:ea typeface="Meiryo UI" panose="020B0604030504040204" pitchFamily="50" charset="-128"/>
            </a:endParaRPr>
          </a:p>
        </p:txBody>
      </p:sp>
      <p:sp>
        <p:nvSpPr>
          <p:cNvPr id="4" name="Title 1">
            <a:extLst>
              <a:ext uri="{FF2B5EF4-FFF2-40B4-BE49-F238E27FC236}">
                <a16:creationId xmlns:a16="http://schemas.microsoft.com/office/drawing/2014/main" id="{DDC3573E-EF4E-8DB2-500A-0561F4DEDA91}"/>
              </a:ext>
            </a:extLst>
          </p:cNvPr>
          <p:cNvSpPr txBox="1">
            <a:spLocks/>
          </p:cNvSpPr>
          <p:nvPr/>
        </p:nvSpPr>
        <p:spPr>
          <a:xfrm>
            <a:off x="315060" y="1041424"/>
            <a:ext cx="8504940" cy="120538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2400" kern="1200">
                <a:solidFill>
                  <a:schemeClr val="tx1"/>
                </a:solidFill>
                <a:latin typeface="Meiryo UI" panose="020B0604030504040204" pitchFamily="50" charset="-128"/>
                <a:ea typeface="Meiryo UI" panose="020B0604030504040204" pitchFamily="50" charset="-128"/>
                <a:cs typeface="+mj-cs"/>
              </a:defRPr>
            </a:lvl1pPr>
          </a:lstStyle>
          <a:p>
            <a:pPr>
              <a:lnSpc>
                <a:spcPct val="100000"/>
              </a:lnSpc>
            </a:pPr>
            <a:r>
              <a:rPr lang="ja-JP" altLang="en-US" sz="1600">
                <a:cs typeface="メイリオ" panose="020B0604030504040204" pitchFamily="50" charset="-128"/>
              </a:rPr>
              <a:t>要件定義でヒアリングする業務内容については金子様から共有いただきました</a:t>
            </a:r>
            <a:endParaRPr lang="en-US" altLang="ja-JP" sz="1600">
              <a:cs typeface="メイリオ" panose="020B0604030504040204" pitchFamily="50" charset="-128"/>
            </a:endParaRPr>
          </a:p>
          <a:p>
            <a:pPr>
              <a:lnSpc>
                <a:spcPct val="100000"/>
              </a:lnSpc>
            </a:pPr>
            <a:r>
              <a:rPr lang="ja-JP" altLang="en-US" sz="1600">
                <a:cs typeface="メイリオ" panose="020B0604030504040204" pitchFamily="50" charset="-128"/>
              </a:rPr>
              <a:t>「コミュニケーションシート」を使用して実施いたします。</a:t>
            </a:r>
            <a:r>
              <a:rPr lang="en-US" altLang="ja-JP" sz="1600">
                <a:cs typeface="メイリオ" panose="020B0604030504040204" pitchFamily="50" charset="-128"/>
              </a:rPr>
              <a:t>※</a:t>
            </a:r>
            <a:r>
              <a:rPr lang="ja-JP" altLang="en-US" sz="1600">
                <a:cs typeface="メイリオ" panose="020B0604030504040204" pitchFamily="50" charset="-128"/>
              </a:rPr>
              <a:t>業務名、状態、期限の列を追加しています。</a:t>
            </a:r>
            <a:endParaRPr lang="en-US" altLang="ja-JP" sz="1600">
              <a:cs typeface="メイリオ" panose="020B0604030504040204" pitchFamily="50" charset="-128"/>
            </a:endParaRPr>
          </a:p>
          <a:p>
            <a:pPr>
              <a:lnSpc>
                <a:spcPct val="100000"/>
              </a:lnSpc>
            </a:pPr>
            <a:r>
              <a:rPr lang="ja-JP" altLang="en-US" sz="1600">
                <a:cs typeface="メイリオ" panose="020B0604030504040204" pitchFamily="50" charset="-128"/>
              </a:rPr>
              <a:t>資料は</a:t>
            </a:r>
            <a:r>
              <a:rPr lang="en-US" altLang="ja-JP" sz="1600">
                <a:cs typeface="メイリオ" panose="020B0604030504040204" pitchFamily="50" charset="-128"/>
              </a:rPr>
              <a:t>Box</a:t>
            </a:r>
            <a:r>
              <a:rPr lang="ja-JP" altLang="en-US" sz="1600">
                <a:cs typeface="メイリオ" panose="020B0604030504040204" pitchFamily="50" charset="-128"/>
              </a:rPr>
              <a:t>内で管理</a:t>
            </a:r>
            <a:r>
              <a:rPr lang="en-US" altLang="ja-JP" sz="1600">
                <a:cs typeface="メイリオ" panose="020B0604030504040204" pitchFamily="50" charset="-128"/>
              </a:rPr>
              <a:t>(https://idemitsu.box.com/s/wrrv1uk0euzldwr0ojxr628ure8wfixh)</a:t>
            </a:r>
          </a:p>
          <a:p>
            <a:pPr>
              <a:lnSpc>
                <a:spcPct val="100000"/>
              </a:lnSpc>
            </a:pPr>
            <a:endParaRPr lang="en-US" altLang="ja-JP" sz="1600">
              <a:cs typeface="メイリオ" panose="020B0604030504040204" pitchFamily="50" charset="-128"/>
            </a:endParaRPr>
          </a:p>
          <a:p>
            <a:pPr>
              <a:lnSpc>
                <a:spcPct val="100000"/>
              </a:lnSpc>
            </a:pPr>
            <a:endParaRPr lang="en-US" altLang="ja-JP" sz="1600">
              <a:cs typeface="メイリオ" panose="020B0604030504040204" pitchFamily="50" charset="-128"/>
            </a:endParaRPr>
          </a:p>
          <a:p>
            <a:pPr>
              <a:lnSpc>
                <a:spcPct val="100000"/>
              </a:lnSpc>
            </a:pPr>
            <a:endParaRPr lang="en-US" altLang="ja-JP" sz="1600">
              <a:cs typeface="メイリオ" panose="020B0604030504040204" pitchFamily="50" charset="-128"/>
            </a:endParaRPr>
          </a:p>
          <a:p>
            <a:pPr>
              <a:lnSpc>
                <a:spcPct val="100000"/>
              </a:lnSpc>
            </a:pPr>
            <a:endParaRPr lang="en-US" altLang="ja-JP" sz="1600">
              <a:cs typeface="メイリオ" panose="020B0604030504040204" pitchFamily="50" charset="-128"/>
            </a:endParaRPr>
          </a:p>
          <a:p>
            <a:pPr>
              <a:lnSpc>
                <a:spcPct val="100000"/>
              </a:lnSpc>
            </a:pPr>
            <a:endParaRPr lang="en-US" altLang="ja-JP" sz="1600">
              <a:cs typeface="メイリオ" panose="020B0604030504040204" pitchFamily="50" charset="-128"/>
            </a:endParaRPr>
          </a:p>
          <a:p>
            <a:pPr>
              <a:lnSpc>
                <a:spcPct val="100000"/>
              </a:lnSpc>
            </a:pPr>
            <a:endParaRPr lang="en-US" altLang="ja-JP" sz="1600">
              <a:cs typeface="メイリオ" panose="020B0604030504040204" pitchFamily="50" charset="-128"/>
            </a:endParaRPr>
          </a:p>
          <a:p>
            <a:pPr>
              <a:lnSpc>
                <a:spcPct val="100000"/>
              </a:lnSpc>
            </a:pPr>
            <a:r>
              <a:rPr lang="ja-JP" altLang="en-US" sz="1600">
                <a:cs typeface="メイリオ" panose="020B0604030504040204" pitchFamily="50" charset="-128"/>
              </a:rPr>
              <a:t>　</a:t>
            </a:r>
            <a:endParaRPr lang="en-US" altLang="ja-JP" sz="1600">
              <a:cs typeface="メイリオ" panose="020B0604030504040204" pitchFamily="50" charset="-128"/>
            </a:endParaRPr>
          </a:p>
        </p:txBody>
      </p:sp>
      <p:sp>
        <p:nvSpPr>
          <p:cNvPr id="5" name="Title 1">
            <a:extLst>
              <a:ext uri="{FF2B5EF4-FFF2-40B4-BE49-F238E27FC236}">
                <a16:creationId xmlns:a16="http://schemas.microsoft.com/office/drawing/2014/main" id="{DF426062-DB20-F810-1F0B-A1469E4FF871}"/>
              </a:ext>
            </a:extLst>
          </p:cNvPr>
          <p:cNvSpPr txBox="1">
            <a:spLocks/>
          </p:cNvSpPr>
          <p:nvPr/>
        </p:nvSpPr>
        <p:spPr>
          <a:xfrm>
            <a:off x="315059" y="2969623"/>
            <a:ext cx="8504940" cy="3165136"/>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2400" kern="1200">
                <a:solidFill>
                  <a:schemeClr val="tx1"/>
                </a:solidFill>
                <a:latin typeface="Meiryo UI" panose="020B0604030504040204" pitchFamily="50" charset="-128"/>
                <a:ea typeface="Meiryo UI" panose="020B0604030504040204" pitchFamily="50" charset="-128"/>
                <a:cs typeface="+mj-cs"/>
              </a:defRPr>
            </a:lvl1pPr>
          </a:lstStyle>
          <a:p>
            <a:r>
              <a:rPr lang="en-US" altLang="ja-JP" sz="1800">
                <a:cs typeface="メイリオ" panose="020B0604030504040204" pitchFamily="50" charset="-128"/>
              </a:rPr>
              <a:t>《</a:t>
            </a:r>
            <a:r>
              <a:rPr lang="ja-JP" altLang="en-US" sz="1800">
                <a:cs typeface="メイリオ" panose="020B0604030504040204" pitchFamily="50" charset="-128"/>
              </a:rPr>
              <a:t>運用ルール</a:t>
            </a:r>
            <a:r>
              <a:rPr lang="en-US" altLang="ja-JP" sz="1800">
                <a:cs typeface="メイリオ" panose="020B0604030504040204" pitchFamily="50" charset="-128"/>
              </a:rPr>
              <a:t>》</a:t>
            </a:r>
          </a:p>
          <a:p>
            <a:pPr marL="285750" indent="-285750">
              <a:lnSpc>
                <a:spcPct val="100000"/>
              </a:lnSpc>
              <a:buFont typeface="Arial" panose="020B0604020202020204" pitchFamily="34" charset="0"/>
              <a:buChar char="•"/>
            </a:pPr>
            <a:r>
              <a:rPr lang="ja-JP" altLang="en-US" sz="1800">
                <a:cs typeface="メイリオ" panose="020B0604030504040204" pitchFamily="50" charset="-128"/>
              </a:rPr>
              <a:t>質問・回答更新後は</a:t>
            </a:r>
            <a:r>
              <a:rPr lang="en-US" altLang="ja-JP" sz="1800">
                <a:cs typeface="メイリオ" panose="020B0604030504040204" pitchFamily="50" charset="-128"/>
              </a:rPr>
              <a:t>Teams</a:t>
            </a:r>
            <a:r>
              <a:rPr lang="ja-JP" altLang="en-US" sz="1800">
                <a:cs typeface="メイリオ" panose="020B0604030504040204" pitchFamily="50" charset="-128"/>
              </a:rPr>
              <a:t>のチャットで報告をお願いいたします。</a:t>
            </a:r>
            <a:br>
              <a:rPr lang="en-US" altLang="ja-JP" sz="1800">
                <a:cs typeface="メイリオ" panose="020B0604030504040204" pitchFamily="50" charset="-128"/>
              </a:rPr>
            </a:br>
            <a:r>
              <a:rPr lang="en-US" altLang="ja-JP" sz="1400">
                <a:cs typeface="メイリオ" panose="020B0604030504040204" pitchFamily="50" charset="-128"/>
              </a:rPr>
              <a:t>※</a:t>
            </a:r>
            <a:r>
              <a:rPr lang="ja-JP" altLang="en-US" sz="1400">
                <a:cs typeface="メイリオ" panose="020B0604030504040204" pitchFamily="50" charset="-128"/>
              </a:rPr>
              <a:t>専用のスレッドを作成します。</a:t>
            </a:r>
            <a:endParaRPr lang="en-US" altLang="ja-JP" sz="1400">
              <a:cs typeface="メイリオ" panose="020B0604030504040204" pitchFamily="50" charset="-128"/>
            </a:endParaRPr>
          </a:p>
          <a:p>
            <a:pPr marL="285750" indent="-285750">
              <a:lnSpc>
                <a:spcPct val="100000"/>
              </a:lnSpc>
              <a:buFont typeface="Arial" panose="020B0604020202020204" pitchFamily="34" charset="0"/>
              <a:buChar char="•"/>
            </a:pPr>
            <a:r>
              <a:rPr lang="ja-JP" altLang="en-US" sz="1800">
                <a:cs typeface="メイリオ" panose="020B0604030504040204" pitchFamily="50" charset="-128"/>
              </a:rPr>
              <a:t>期限日は定例ヒアリングの日にちとして、それまでに回答をお願いいたします。</a:t>
            </a:r>
            <a:br>
              <a:rPr lang="en-US" altLang="ja-JP" sz="1800">
                <a:cs typeface="メイリオ" panose="020B0604030504040204" pitchFamily="50" charset="-128"/>
              </a:rPr>
            </a:br>
            <a:r>
              <a:rPr lang="ja-JP" altLang="en-US" sz="1800">
                <a:cs typeface="メイリオ" panose="020B0604030504040204" pitchFamily="50" charset="-128"/>
              </a:rPr>
              <a:t>設定されている期限日に認識合わせを実施させてください。</a:t>
            </a:r>
            <a:br>
              <a:rPr lang="en-US" altLang="ja-JP" sz="1800">
                <a:cs typeface="メイリオ" panose="020B0604030504040204" pitchFamily="50" charset="-128"/>
              </a:rPr>
            </a:br>
            <a:r>
              <a:rPr lang="en-US" altLang="ja-JP" sz="1400">
                <a:cs typeface="メイリオ" panose="020B0604030504040204" pitchFamily="50" charset="-128"/>
              </a:rPr>
              <a:t>※</a:t>
            </a:r>
            <a:r>
              <a:rPr lang="ja-JP" altLang="en-US" sz="1400">
                <a:cs typeface="メイリオ" panose="020B0604030504040204" pitchFamily="50" charset="-128"/>
              </a:rPr>
              <a:t>期限までに回答が難しい場合はチャットで報告をお願いいたします。</a:t>
            </a:r>
            <a:endParaRPr lang="en-US" altLang="ja-JP" sz="1400">
              <a:cs typeface="メイリオ" panose="020B0604030504040204" pitchFamily="50" charset="-128"/>
            </a:endParaRPr>
          </a:p>
          <a:p>
            <a:pPr marL="285750" indent="-285750">
              <a:lnSpc>
                <a:spcPct val="100000"/>
              </a:lnSpc>
              <a:buFont typeface="Arial" panose="020B0604020202020204" pitchFamily="34" charset="0"/>
              <a:buChar char="•"/>
            </a:pPr>
            <a:r>
              <a:rPr lang="ja-JP" altLang="en-US" sz="1800">
                <a:cs typeface="メイリオ" panose="020B0604030504040204" pitchFamily="50" charset="-128"/>
              </a:rPr>
              <a:t>状態は以下のルールとさせてください。</a:t>
            </a:r>
            <a:br>
              <a:rPr lang="en-US" altLang="ja-JP" sz="1800">
                <a:cs typeface="メイリオ" panose="020B0604030504040204" pitchFamily="50" charset="-128"/>
              </a:rPr>
            </a:br>
            <a:r>
              <a:rPr lang="ja-JP" altLang="en-US" sz="1800">
                <a:cs typeface="メイリオ" panose="020B0604030504040204" pitchFamily="50" charset="-128"/>
              </a:rPr>
              <a:t>質問中：質問起票時の状態</a:t>
            </a:r>
            <a:br>
              <a:rPr lang="en-US" altLang="ja-JP" sz="1800">
                <a:cs typeface="メイリオ" panose="020B0604030504040204" pitchFamily="50" charset="-128"/>
              </a:rPr>
            </a:br>
            <a:r>
              <a:rPr lang="ja-JP" altLang="en-US" sz="1800">
                <a:cs typeface="メイリオ" panose="020B0604030504040204" pitchFamily="50" charset="-128"/>
              </a:rPr>
              <a:t>回答済：回答記載時の状態</a:t>
            </a:r>
            <a:br>
              <a:rPr lang="en-US" altLang="ja-JP" sz="1800">
                <a:cs typeface="メイリオ" panose="020B0604030504040204" pitchFamily="50" charset="-128"/>
              </a:rPr>
            </a:br>
            <a:r>
              <a:rPr lang="ja-JP" altLang="en-US" sz="1800">
                <a:cs typeface="メイリオ" panose="020B0604030504040204" pitchFamily="50" charset="-128"/>
              </a:rPr>
              <a:t>完了　 ：定例ヒアリングで認識合わせが完了した状態</a:t>
            </a:r>
            <a:endParaRPr lang="en-US" altLang="ja-JP" sz="1800">
              <a:cs typeface="メイリオ" panose="020B0604030504040204" pitchFamily="50" charset="-128"/>
            </a:endParaRPr>
          </a:p>
          <a:p>
            <a:pPr marL="285750" indent="-285750">
              <a:lnSpc>
                <a:spcPct val="100000"/>
              </a:lnSpc>
              <a:buFont typeface="Arial" panose="020B0604020202020204" pitchFamily="34" charset="0"/>
              <a:buChar char="•"/>
            </a:pPr>
            <a:r>
              <a:rPr lang="ja-JP" altLang="en-US" sz="1800">
                <a:solidFill>
                  <a:srgbClr val="FF0000"/>
                </a:solidFill>
                <a:cs typeface="メイリオ" panose="020B0604030504040204" pitchFamily="50" charset="-128"/>
              </a:rPr>
              <a:t>コミュニケーションシートの質問・回答で画像など別ファイルが必要な場合は</a:t>
            </a:r>
            <a:r>
              <a:rPr lang="en-US" altLang="ja-JP" sz="1800">
                <a:solidFill>
                  <a:srgbClr val="FF0000"/>
                </a:solidFill>
                <a:cs typeface="メイリオ" panose="020B0604030504040204" pitchFamily="50" charset="-128"/>
              </a:rPr>
              <a:t>Box</a:t>
            </a:r>
            <a:r>
              <a:rPr lang="ja-JP" altLang="en-US" sz="1800">
                <a:solidFill>
                  <a:srgbClr val="FF0000"/>
                </a:solidFill>
                <a:cs typeface="メイリオ" panose="020B0604030504040204" pitchFamily="50" charset="-128"/>
              </a:rPr>
              <a:t>内に格納しリンクを質問内容、回答内容に記載する。</a:t>
            </a:r>
            <a:br>
              <a:rPr lang="en-US" altLang="ja-JP" sz="1800">
                <a:solidFill>
                  <a:srgbClr val="FF0000"/>
                </a:solidFill>
                <a:cs typeface="メイリオ" panose="020B0604030504040204" pitchFamily="50" charset="-128"/>
              </a:rPr>
            </a:br>
            <a:r>
              <a:rPr lang="ja-JP" altLang="en-US" sz="1200">
                <a:solidFill>
                  <a:srgbClr val="FF0000"/>
                </a:solidFill>
                <a:cs typeface="メイリオ" panose="020B0604030504040204" pitchFamily="50" charset="-128"/>
              </a:rPr>
              <a:t>添付資料拡張場所：</a:t>
            </a:r>
            <a:r>
              <a:rPr lang="en-US" altLang="ja-JP" sz="1200">
                <a:solidFill>
                  <a:srgbClr val="FF0000"/>
                </a:solidFill>
                <a:cs typeface="メイリオ" panose="020B0604030504040204" pitchFamily="50" charset="-128"/>
              </a:rPr>
              <a:t>https://idemitsu.box.com/s/qygvq5czkh6gwdaipw7qtzb5rsc9m5te</a:t>
            </a:r>
            <a:br>
              <a:rPr lang="en-US" altLang="ja-JP" sz="1800">
                <a:cs typeface="メイリオ" panose="020B0604030504040204" pitchFamily="50" charset="-128"/>
              </a:rPr>
            </a:br>
            <a:endParaRPr lang="en-US" altLang="ja-JP" sz="1800">
              <a:cs typeface="メイリオ" panose="020B0604030504040204" pitchFamily="50" charset="-128"/>
            </a:endParaRPr>
          </a:p>
          <a:p>
            <a:pPr marL="285750" indent="-285750">
              <a:buFont typeface="Arial" panose="020B0604020202020204" pitchFamily="34" charset="0"/>
              <a:buChar char="•"/>
            </a:pPr>
            <a:endParaRPr lang="en-US" altLang="ja-JP" sz="1800">
              <a:cs typeface="メイリオ" panose="020B0604030504040204" pitchFamily="50" charset="-128"/>
            </a:endParaRPr>
          </a:p>
          <a:p>
            <a:pPr marL="285750" indent="-285750">
              <a:buFont typeface="Arial" panose="020B0604020202020204" pitchFamily="34" charset="0"/>
              <a:buChar char="•"/>
            </a:pPr>
            <a:endParaRPr lang="en-US" altLang="ja-JP" sz="1800">
              <a:cs typeface="メイリオ" panose="020B0604030504040204" pitchFamily="50" charset="-128"/>
            </a:endParaRPr>
          </a:p>
          <a:p>
            <a:pPr marL="285750" indent="-285750">
              <a:buFont typeface="Arial" panose="020B0604020202020204" pitchFamily="34" charset="0"/>
              <a:buChar char="•"/>
            </a:pPr>
            <a:endParaRPr lang="en-US" altLang="ja-JP" sz="1800">
              <a:cs typeface="メイリオ" panose="020B0604030504040204" pitchFamily="50" charset="-128"/>
            </a:endParaRPr>
          </a:p>
          <a:p>
            <a:endParaRPr lang="en-US" altLang="ja-JP" sz="1800">
              <a:cs typeface="メイリオ" panose="020B0604030504040204" pitchFamily="50" charset="-128"/>
            </a:endParaRPr>
          </a:p>
          <a:p>
            <a:endParaRPr lang="en-US" altLang="ja-JP" sz="1800">
              <a:cs typeface="メイリオ" panose="020B0604030504040204" pitchFamily="50" charset="-128"/>
            </a:endParaRPr>
          </a:p>
          <a:p>
            <a:endParaRPr lang="en-US" altLang="ja-JP" sz="1800">
              <a:cs typeface="メイリオ" panose="020B0604030504040204" pitchFamily="50" charset="-128"/>
            </a:endParaRPr>
          </a:p>
          <a:p>
            <a:r>
              <a:rPr lang="ja-JP" altLang="en-US" sz="1800">
                <a:cs typeface="メイリオ" panose="020B0604030504040204" pitchFamily="50" charset="-128"/>
              </a:rPr>
              <a:t>　</a:t>
            </a:r>
            <a:endParaRPr lang="en-US" altLang="ja-JP" sz="1800">
              <a:cs typeface="メイリオ" panose="020B0604030504040204" pitchFamily="50" charset="-128"/>
            </a:endParaRPr>
          </a:p>
        </p:txBody>
      </p:sp>
      <p:pic>
        <p:nvPicPr>
          <p:cNvPr id="7" name="図 6">
            <a:extLst>
              <a:ext uri="{FF2B5EF4-FFF2-40B4-BE49-F238E27FC236}">
                <a16:creationId xmlns:a16="http://schemas.microsoft.com/office/drawing/2014/main" id="{872244FE-1F8B-0273-52C3-7244BE206A96}"/>
              </a:ext>
            </a:extLst>
          </p:cNvPr>
          <p:cNvPicPr>
            <a:picLocks noChangeAspect="1"/>
          </p:cNvPicPr>
          <p:nvPr/>
        </p:nvPicPr>
        <p:blipFill>
          <a:blip r:embed="rId3"/>
          <a:srcRect b="18537"/>
          <a:stretch/>
        </p:blipFill>
        <p:spPr>
          <a:xfrm>
            <a:off x="315059" y="2134782"/>
            <a:ext cx="8567684" cy="834841"/>
          </a:xfrm>
          <a:prstGeom prst="rect">
            <a:avLst/>
          </a:prstGeom>
          <a:ln>
            <a:solidFill>
              <a:schemeClr val="tx1"/>
            </a:solidFill>
          </a:ln>
        </p:spPr>
      </p:pic>
    </p:spTree>
    <p:extLst>
      <p:ext uri="{BB962C8B-B14F-4D97-AF65-F5344CB8AC3E}">
        <p14:creationId xmlns:p14="http://schemas.microsoft.com/office/powerpoint/2010/main" val="621306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９．コミュニケーション計画</a:t>
            </a:r>
            <a:r>
              <a:rPr lang="en-US" altLang="ja-JP">
                <a:latin typeface="Meiryo UI" panose="020B0604030504040204" pitchFamily="50" charset="-128"/>
                <a:ea typeface="Meiryo UI" panose="020B0604030504040204" pitchFamily="50" charset="-128"/>
              </a:rPr>
              <a:t>(</a:t>
            </a:r>
            <a:r>
              <a:rPr lang="ja-JP" altLang="en-US">
                <a:latin typeface="Meiryo UI" panose="020B0604030504040204" pitchFamily="50" charset="-128"/>
                <a:ea typeface="Meiryo UI" panose="020B0604030504040204" pitchFamily="50" charset="-128"/>
              </a:rPr>
              <a:t>課題管理</a:t>
            </a:r>
            <a:r>
              <a:rPr lang="en-US" altLang="ja-JP">
                <a:latin typeface="Meiryo UI" panose="020B0604030504040204" pitchFamily="50" charset="-128"/>
                <a:ea typeface="Meiryo UI" panose="020B0604030504040204" pitchFamily="50" charset="-128"/>
              </a:rPr>
              <a:t>)</a:t>
            </a:r>
            <a:endParaRPr kumimoji="1" lang="ja-JP" altLang="en-US">
              <a:latin typeface="Meiryo UI" panose="020B0604030504040204" pitchFamily="50" charset="-128"/>
              <a:ea typeface="Meiryo UI" panose="020B0604030504040204" pitchFamily="50" charset="-128"/>
            </a:endParaRP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17</a:t>
            </a:fld>
            <a:endParaRPr kumimoji="1" lang="ja-JP" altLang="en-US">
              <a:latin typeface="Meiryo UI" panose="020B0604030504040204" pitchFamily="50" charset="-128"/>
              <a:ea typeface="Meiryo UI" panose="020B0604030504040204" pitchFamily="50" charset="-128"/>
            </a:endParaRPr>
          </a:p>
        </p:txBody>
      </p:sp>
      <p:sp>
        <p:nvSpPr>
          <p:cNvPr id="5" name="Title 1">
            <a:extLst>
              <a:ext uri="{FF2B5EF4-FFF2-40B4-BE49-F238E27FC236}">
                <a16:creationId xmlns:a16="http://schemas.microsoft.com/office/drawing/2014/main" id="{D4C22EAA-5225-BA0B-2846-BFED27AA512E}"/>
              </a:ext>
            </a:extLst>
          </p:cNvPr>
          <p:cNvSpPr txBox="1">
            <a:spLocks/>
          </p:cNvSpPr>
          <p:nvPr/>
        </p:nvSpPr>
        <p:spPr>
          <a:xfrm>
            <a:off x="315060" y="1041424"/>
            <a:ext cx="8504940" cy="120538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2400" kern="1200">
                <a:solidFill>
                  <a:schemeClr val="tx1"/>
                </a:solidFill>
                <a:latin typeface="Meiryo UI" panose="020B0604030504040204" pitchFamily="50" charset="-128"/>
                <a:ea typeface="Meiryo UI" panose="020B0604030504040204" pitchFamily="50" charset="-128"/>
                <a:cs typeface="+mj-cs"/>
              </a:defRPr>
            </a:lvl1pPr>
          </a:lstStyle>
          <a:p>
            <a:pPr>
              <a:lnSpc>
                <a:spcPct val="100000"/>
              </a:lnSpc>
            </a:pPr>
            <a:r>
              <a:rPr lang="ja-JP" altLang="en-US" sz="1600">
                <a:cs typeface="メイリオ" panose="020B0604030504040204" pitchFamily="50" charset="-128"/>
              </a:rPr>
              <a:t>要件定義で発生したプロジェクト内の課題は</a:t>
            </a:r>
            <a:r>
              <a:rPr lang="en-US" altLang="ja-JP" sz="1600">
                <a:cs typeface="メイリオ" panose="020B0604030504040204" pitchFamily="50" charset="-128"/>
              </a:rPr>
              <a:t>”Backlog”</a:t>
            </a:r>
            <a:r>
              <a:rPr lang="ja-JP" altLang="en-US" sz="1600">
                <a:cs typeface="メイリオ" panose="020B0604030504040204" pitchFamily="50" charset="-128"/>
              </a:rPr>
              <a:t>というサービスを使用し、管理させていただきたい</a:t>
            </a:r>
            <a:endParaRPr lang="en-US" altLang="ja-JP" sz="1600">
              <a:cs typeface="メイリオ" panose="020B0604030504040204" pitchFamily="50" charset="-128"/>
            </a:endParaRPr>
          </a:p>
          <a:p>
            <a:pPr>
              <a:lnSpc>
                <a:spcPct val="100000"/>
              </a:lnSpc>
            </a:pPr>
            <a:endParaRPr lang="en-US" altLang="ja-JP" sz="1600">
              <a:cs typeface="メイリオ" panose="020B0604030504040204" pitchFamily="50" charset="-128"/>
            </a:endParaRPr>
          </a:p>
          <a:p>
            <a:pPr>
              <a:lnSpc>
                <a:spcPct val="100000"/>
              </a:lnSpc>
            </a:pPr>
            <a:r>
              <a:rPr lang="en-US" altLang="ja-JP" sz="1600">
                <a:cs typeface="メイリオ" panose="020B0604030504040204" pitchFamily="50" charset="-128"/>
              </a:rPr>
              <a:t>※</a:t>
            </a:r>
            <a:r>
              <a:rPr lang="ja-JP" altLang="en-US" sz="1600">
                <a:cs typeface="メイリオ" panose="020B0604030504040204" pitchFamily="50" charset="-128"/>
              </a:rPr>
              <a:t>弊社で契約している</a:t>
            </a:r>
            <a:r>
              <a:rPr lang="en-US" altLang="ja-JP" sz="1600">
                <a:cs typeface="メイリオ" panose="020B0604030504040204" pitchFamily="50" charset="-128"/>
              </a:rPr>
              <a:t>Backlog</a:t>
            </a:r>
            <a:r>
              <a:rPr lang="ja-JP" altLang="en-US" sz="1600">
                <a:cs typeface="メイリオ" panose="020B0604030504040204" pitchFamily="50" charset="-128"/>
              </a:rPr>
              <a:t>の使用を想定しております。</a:t>
            </a:r>
            <a:endParaRPr lang="en-US" altLang="ja-JP" sz="1600">
              <a:cs typeface="メイリオ" panose="020B0604030504040204" pitchFamily="50" charset="-128"/>
            </a:endParaRPr>
          </a:p>
          <a:p>
            <a:pPr>
              <a:lnSpc>
                <a:spcPct val="100000"/>
              </a:lnSpc>
            </a:pPr>
            <a:r>
              <a:rPr lang="ja-JP" altLang="en-US" sz="1600">
                <a:cs typeface="メイリオ" panose="020B0604030504040204" pitchFamily="50" charset="-128"/>
              </a:rPr>
              <a:t>　　</a:t>
            </a:r>
            <a:r>
              <a:rPr lang="en-US" altLang="ja-JP" sz="1600">
                <a:cs typeface="メイリオ" panose="020B0604030504040204" pitchFamily="50" charset="-128"/>
              </a:rPr>
              <a:t>《URL》</a:t>
            </a:r>
            <a:r>
              <a:rPr lang="ja-JP" altLang="en-US" sz="1600">
                <a:cs typeface="メイリオ" panose="020B0604030504040204" pitchFamily="50" charset="-128"/>
              </a:rPr>
              <a:t> </a:t>
            </a:r>
            <a:r>
              <a:rPr lang="en-US" altLang="ja-JP" sz="1600">
                <a:cs typeface="メイリオ" panose="020B0604030504040204" pitchFamily="50" charset="-128"/>
              </a:rPr>
              <a:t>https://backlog.com/ja/</a:t>
            </a:r>
          </a:p>
          <a:p>
            <a:pPr>
              <a:lnSpc>
                <a:spcPct val="100000"/>
              </a:lnSpc>
            </a:pPr>
            <a:endParaRPr lang="en-US" altLang="ja-JP" sz="1600">
              <a:cs typeface="メイリオ" panose="020B0604030504040204" pitchFamily="50" charset="-128"/>
            </a:endParaRPr>
          </a:p>
          <a:p>
            <a:pPr>
              <a:lnSpc>
                <a:spcPct val="100000"/>
              </a:lnSpc>
            </a:pPr>
            <a:endParaRPr lang="en-US" altLang="ja-JP" sz="1600">
              <a:cs typeface="メイリオ" panose="020B0604030504040204" pitchFamily="50" charset="-128"/>
            </a:endParaRPr>
          </a:p>
          <a:p>
            <a:pPr>
              <a:lnSpc>
                <a:spcPct val="100000"/>
              </a:lnSpc>
            </a:pPr>
            <a:endParaRPr lang="en-US" altLang="ja-JP" sz="1600">
              <a:cs typeface="メイリオ" panose="020B0604030504040204" pitchFamily="50" charset="-128"/>
            </a:endParaRPr>
          </a:p>
          <a:p>
            <a:pPr>
              <a:lnSpc>
                <a:spcPct val="100000"/>
              </a:lnSpc>
            </a:pPr>
            <a:r>
              <a:rPr lang="ja-JP" altLang="en-US" sz="1600">
                <a:cs typeface="メイリオ" panose="020B0604030504040204" pitchFamily="50" charset="-128"/>
              </a:rPr>
              <a:t>　</a:t>
            </a:r>
            <a:endParaRPr lang="en-US" altLang="ja-JP" sz="1600">
              <a:cs typeface="メイリオ" panose="020B0604030504040204" pitchFamily="50" charset="-128"/>
            </a:endParaRPr>
          </a:p>
        </p:txBody>
      </p:sp>
      <p:pic>
        <p:nvPicPr>
          <p:cNvPr id="7" name="図 6">
            <a:extLst>
              <a:ext uri="{FF2B5EF4-FFF2-40B4-BE49-F238E27FC236}">
                <a16:creationId xmlns:a16="http://schemas.microsoft.com/office/drawing/2014/main" id="{A2E7FAF6-A9B8-9C09-9F7A-1AA73E4431F7}"/>
              </a:ext>
            </a:extLst>
          </p:cNvPr>
          <p:cNvPicPr>
            <a:picLocks noChangeAspect="1"/>
          </p:cNvPicPr>
          <p:nvPr/>
        </p:nvPicPr>
        <p:blipFill>
          <a:blip r:embed="rId3"/>
          <a:stretch>
            <a:fillRect/>
          </a:stretch>
        </p:blipFill>
        <p:spPr>
          <a:xfrm>
            <a:off x="117846" y="2121842"/>
            <a:ext cx="5229217" cy="2185757"/>
          </a:xfrm>
          <a:prstGeom prst="rect">
            <a:avLst/>
          </a:prstGeom>
          <a:ln>
            <a:solidFill>
              <a:schemeClr val="tx1"/>
            </a:solidFill>
          </a:ln>
        </p:spPr>
      </p:pic>
      <p:pic>
        <p:nvPicPr>
          <p:cNvPr id="9" name="図 8">
            <a:extLst>
              <a:ext uri="{FF2B5EF4-FFF2-40B4-BE49-F238E27FC236}">
                <a16:creationId xmlns:a16="http://schemas.microsoft.com/office/drawing/2014/main" id="{464AD01F-21CB-380B-D156-5DCF51033ED4}"/>
              </a:ext>
            </a:extLst>
          </p:cNvPr>
          <p:cNvPicPr>
            <a:picLocks noChangeAspect="1"/>
          </p:cNvPicPr>
          <p:nvPr/>
        </p:nvPicPr>
        <p:blipFill>
          <a:blip r:embed="rId4"/>
          <a:stretch>
            <a:fillRect/>
          </a:stretch>
        </p:blipFill>
        <p:spPr>
          <a:xfrm>
            <a:off x="491754" y="3375247"/>
            <a:ext cx="6096000" cy="2102617"/>
          </a:xfrm>
          <a:prstGeom prst="rect">
            <a:avLst/>
          </a:prstGeom>
          <a:ln>
            <a:solidFill>
              <a:schemeClr val="tx1"/>
            </a:solidFill>
          </a:ln>
        </p:spPr>
      </p:pic>
      <p:pic>
        <p:nvPicPr>
          <p:cNvPr id="11" name="図 10">
            <a:extLst>
              <a:ext uri="{FF2B5EF4-FFF2-40B4-BE49-F238E27FC236}">
                <a16:creationId xmlns:a16="http://schemas.microsoft.com/office/drawing/2014/main" id="{8B82504E-DDE7-9261-885E-451D6926234C}"/>
              </a:ext>
            </a:extLst>
          </p:cNvPr>
          <p:cNvPicPr>
            <a:picLocks noChangeAspect="1"/>
          </p:cNvPicPr>
          <p:nvPr/>
        </p:nvPicPr>
        <p:blipFill>
          <a:blip r:embed="rId5"/>
          <a:stretch>
            <a:fillRect/>
          </a:stretch>
        </p:blipFill>
        <p:spPr>
          <a:xfrm>
            <a:off x="2963794" y="4473196"/>
            <a:ext cx="6000206" cy="2024804"/>
          </a:xfrm>
          <a:prstGeom prst="rect">
            <a:avLst/>
          </a:prstGeom>
          <a:ln>
            <a:solidFill>
              <a:schemeClr val="tx1"/>
            </a:solidFill>
          </a:ln>
        </p:spPr>
      </p:pic>
      <p:sp>
        <p:nvSpPr>
          <p:cNvPr id="4" name="正方形/長方形 3">
            <a:extLst>
              <a:ext uri="{FF2B5EF4-FFF2-40B4-BE49-F238E27FC236}">
                <a16:creationId xmlns:a16="http://schemas.microsoft.com/office/drawing/2014/main" id="{6913C76D-C3B9-EEC8-6840-EFB46C751F3F}"/>
              </a:ext>
            </a:extLst>
          </p:cNvPr>
          <p:cNvSpPr/>
          <p:nvPr/>
        </p:nvSpPr>
        <p:spPr>
          <a:xfrm>
            <a:off x="2702350" y="2214376"/>
            <a:ext cx="5949896" cy="36022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kumimoji="1" lang="ja-JP" altLang="en-US" sz="1200">
                <a:latin typeface="Meiryo UI" panose="020B0604030504040204" pitchFamily="50" charset="-128"/>
                <a:ea typeface="Meiryo UI" panose="020B0604030504040204" pitchFamily="50" charset="-128"/>
              </a:rPr>
              <a:t>現在</a:t>
            </a:r>
            <a:r>
              <a:rPr kumimoji="1" lang="en-US" altLang="ja-JP" sz="1200">
                <a:latin typeface="Meiryo UI" panose="020B0604030504040204" pitchFamily="50" charset="-128"/>
                <a:ea typeface="Meiryo UI" panose="020B0604030504040204" pitchFamily="50" charset="-128"/>
              </a:rPr>
              <a:t>Teams</a:t>
            </a:r>
            <a:r>
              <a:rPr kumimoji="1" lang="ja-JP" altLang="en-US" sz="1200">
                <a:latin typeface="Meiryo UI" panose="020B0604030504040204" pitchFamily="50" charset="-128"/>
                <a:ea typeface="Meiryo UI" panose="020B0604030504040204" pitchFamily="50" charset="-128"/>
              </a:rPr>
              <a:t>で金子様と協議中 </a:t>
            </a:r>
            <a:endParaRPr kumimoji="1" lang="en-US" altLang="ja-JP" sz="1200">
              <a:latin typeface="Meiryo UI" panose="020B0604030504040204" pitchFamily="50" charset="-128"/>
              <a:ea typeface="Meiryo UI" panose="020B0604030504040204" pitchFamily="50" charset="-128"/>
            </a:endParaRPr>
          </a:p>
          <a:p>
            <a:r>
              <a:rPr kumimoji="1" lang="ja-JP" altLang="en-US" sz="1200">
                <a:latin typeface="Meiryo UI" panose="020B0604030504040204" pitchFamily="50" charset="-128"/>
                <a:ea typeface="Meiryo UI" panose="020B0604030504040204" pitchFamily="50" charset="-128"/>
              </a:rPr>
              <a:t>確定しましたらプロジェクト内で共有させていただきます。</a:t>
            </a:r>
          </a:p>
        </p:txBody>
      </p:sp>
    </p:spTree>
    <p:extLst>
      <p:ext uri="{BB962C8B-B14F-4D97-AF65-F5344CB8AC3E}">
        <p14:creationId xmlns:p14="http://schemas.microsoft.com/office/powerpoint/2010/main" val="4044467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１０．納品物</a:t>
            </a:r>
            <a:endParaRPr kumimoji="1" lang="ja-JP" altLang="en-US" sz="1800">
              <a:latin typeface="Meiryo UI" panose="020B0604030504040204" pitchFamily="50" charset="-128"/>
              <a:ea typeface="Meiryo UI" panose="020B0604030504040204" pitchFamily="50" charset="-128"/>
            </a:endParaRP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18</a:t>
            </a:fld>
            <a:endParaRPr kumimoji="1" lang="ja-JP" altLang="en-US">
              <a:latin typeface="Meiryo UI" panose="020B0604030504040204" pitchFamily="50" charset="-128"/>
              <a:ea typeface="Meiryo UI" panose="020B0604030504040204" pitchFamily="50" charset="-128"/>
            </a:endParaRPr>
          </a:p>
        </p:txBody>
      </p:sp>
      <p:graphicFrame>
        <p:nvGraphicFramePr>
          <p:cNvPr id="4" name="表 3">
            <a:extLst>
              <a:ext uri="{FF2B5EF4-FFF2-40B4-BE49-F238E27FC236}">
                <a16:creationId xmlns:a16="http://schemas.microsoft.com/office/drawing/2014/main" id="{FB294E71-00B9-5590-6F54-CEF3EC4A2726}"/>
              </a:ext>
            </a:extLst>
          </p:cNvPr>
          <p:cNvGraphicFramePr>
            <a:graphicFrameLocks noGrp="1"/>
          </p:cNvGraphicFramePr>
          <p:nvPr>
            <p:extLst>
              <p:ext uri="{D42A27DB-BD31-4B8C-83A1-F6EECF244321}">
                <p14:modId xmlns:p14="http://schemas.microsoft.com/office/powerpoint/2010/main" val="2292427298"/>
              </p:ext>
            </p:extLst>
          </p:nvPr>
        </p:nvGraphicFramePr>
        <p:xfrm>
          <a:off x="242626" y="1173480"/>
          <a:ext cx="8721374" cy="3725832"/>
        </p:xfrm>
        <a:graphic>
          <a:graphicData uri="http://schemas.openxmlformats.org/drawingml/2006/table">
            <a:tbl>
              <a:tblPr firstRow="1" bandRow="1">
                <a:tableStyleId>{5940675A-B579-460E-94D1-54222C63F5DA}</a:tableStyleId>
              </a:tblPr>
              <a:tblGrid>
                <a:gridCol w="1419105">
                  <a:extLst>
                    <a:ext uri="{9D8B030D-6E8A-4147-A177-3AD203B41FA5}">
                      <a16:colId xmlns:a16="http://schemas.microsoft.com/office/drawing/2014/main" val="2023518490"/>
                    </a:ext>
                  </a:extLst>
                </a:gridCol>
                <a:gridCol w="1520531">
                  <a:extLst>
                    <a:ext uri="{9D8B030D-6E8A-4147-A177-3AD203B41FA5}">
                      <a16:colId xmlns:a16="http://schemas.microsoft.com/office/drawing/2014/main" val="3267161819"/>
                    </a:ext>
                  </a:extLst>
                </a:gridCol>
                <a:gridCol w="3336652">
                  <a:extLst>
                    <a:ext uri="{9D8B030D-6E8A-4147-A177-3AD203B41FA5}">
                      <a16:colId xmlns:a16="http://schemas.microsoft.com/office/drawing/2014/main" val="1616917508"/>
                    </a:ext>
                  </a:extLst>
                </a:gridCol>
                <a:gridCol w="2445086">
                  <a:extLst>
                    <a:ext uri="{9D8B030D-6E8A-4147-A177-3AD203B41FA5}">
                      <a16:colId xmlns:a16="http://schemas.microsoft.com/office/drawing/2014/main" val="4084538006"/>
                    </a:ext>
                  </a:extLst>
                </a:gridCol>
              </a:tblGrid>
              <a:tr h="249581">
                <a:tc gridSpan="2">
                  <a:txBody>
                    <a:bodyPr/>
                    <a:lstStyle/>
                    <a:p>
                      <a:pPr algn="ctr"/>
                      <a:r>
                        <a:rPr kumimoji="1" lang="ja-JP" altLang="en-US" sz="1400" b="1">
                          <a:solidFill>
                            <a:schemeClr val="bg1"/>
                          </a:solidFill>
                          <a:latin typeface="Meiryo UI" panose="020B0604030504040204" pitchFamily="50" charset="-128"/>
                          <a:ea typeface="Meiryo UI" panose="020B0604030504040204" pitchFamily="50" charset="-128"/>
                        </a:rPr>
                        <a:t>工程</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eiryo UI" panose="020B0604030504040204" pitchFamily="50" charset="-128"/>
                          <a:ea typeface="Meiryo UI" panose="020B0604030504040204" pitchFamily="50" charset="-128"/>
                        </a:rPr>
                        <a:t>作業概要</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eiryo UI" panose="020B0604030504040204" pitchFamily="50" charset="-128"/>
                          <a:ea typeface="Meiryo UI" panose="020B0604030504040204" pitchFamily="50" charset="-128"/>
                        </a:rPr>
                        <a:t>成果物・納品物</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2301751277"/>
                  </a:ext>
                </a:extLst>
              </a:tr>
              <a:tr h="424287">
                <a:tc>
                  <a:txBody>
                    <a:bodyPr/>
                    <a:lstStyle/>
                    <a:p>
                      <a:pPr algn="l"/>
                      <a:r>
                        <a:rPr kumimoji="1" lang="ja-JP" altLang="en-US" sz="1400">
                          <a:latin typeface="Meiryo UI" panose="020B0604030504040204" pitchFamily="50" charset="-128"/>
                          <a:ea typeface="Meiryo UI" panose="020B0604030504040204" pitchFamily="50" charset="-128"/>
                        </a:rPr>
                        <a:t>プロジェクト開始</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400">
                          <a:latin typeface="Meiryo UI" panose="020B0604030504040204" pitchFamily="50" charset="-128"/>
                          <a:ea typeface="Meiryo UI" panose="020B0604030504040204" pitchFamily="50" charset="-128"/>
                        </a:rPr>
                        <a:t>プロジェクト計画</a:t>
                      </a:r>
                      <a:endParaRPr kumimoji="1" lang="en-US" altLang="ja-JP" sz="14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プロジェクト計画を実施する。</a:t>
                      </a:r>
                      <a:endPar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a:t>
                      </a: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今回は要件定義工程のみ</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プロジェクト計画書</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00029036"/>
                  </a:ext>
                </a:extLst>
              </a:tr>
              <a:tr h="2171352">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eiryo UI" panose="020B0604030504040204" pitchFamily="50" charset="-128"/>
                          <a:ea typeface="Meiryo UI" panose="020B0604030504040204" pitchFamily="50" charset="-128"/>
                        </a:rPr>
                        <a:t>要件定義</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400">
                          <a:latin typeface="Meiryo UI" panose="020B0604030504040204" pitchFamily="50" charset="-128"/>
                          <a:ea typeface="Meiryo UI" panose="020B0604030504040204" pitchFamily="50" charset="-128"/>
                        </a:rPr>
                        <a:t>要件定義</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要求を整理し、解決の方向性を検討する。</a:t>
                      </a:r>
                      <a:endPar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新業務フローなどを作成し、システム化範囲を明確にするとともに、実現のためのシステム要件（機能要件、非機能要件）を明確にする。</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画面一覧</a:t>
                      </a:r>
                      <a:endPar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帳票一覧</a:t>
                      </a:r>
                      <a:endPar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バッチ一覧</a:t>
                      </a:r>
                      <a:endPar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メール一覧</a:t>
                      </a:r>
                      <a:endPar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外部</a:t>
                      </a: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IF</a:t>
                      </a: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一覧</a:t>
                      </a:r>
                      <a:endPar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システム構成図</a:t>
                      </a:r>
                      <a:endPar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システム全体図</a:t>
                      </a:r>
                      <a:endPar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機能・非機能要件一覧</a:t>
                      </a:r>
                      <a:endPar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新業務フロー</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0646683"/>
                  </a:ext>
                </a:extLst>
              </a:tr>
              <a:tr h="424287">
                <a:tc vMerge="1">
                  <a:txBody>
                    <a:bodyPr/>
                    <a:lstStyle/>
                    <a:p>
                      <a:pPr algn="l"/>
                      <a:endParaRPr kumimoji="1" lang="ja-JP" altLang="en-US" sz="14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r>
                        <a:rPr kumimoji="1" lang="ja-JP" altLang="en-US" sz="1400">
                          <a:latin typeface="Meiryo UI" panose="020B0604030504040204" pitchFamily="50" charset="-128"/>
                          <a:ea typeface="Meiryo UI" panose="020B0604030504040204" pitchFamily="50" charset="-128"/>
                        </a:rPr>
                        <a:t>モックアップ作成</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itchFamily="50" charset="-128"/>
                        </a:rPr>
                        <a:t>貴社とのイメージを共有するため、視覚的に判別可能な画面モックアップ（</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itchFamily="50" charset="-128"/>
                        </a:rPr>
                        <a:t>5</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itchFamily="50" charset="-128"/>
                        </a:rPr>
                        <a:t>画面程度）を作成する。</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画面モックアップ</a:t>
                      </a:r>
                      <a:b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b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主要画面</a:t>
                      </a:r>
                      <a:endPar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0500704"/>
                  </a:ext>
                </a:extLst>
              </a:tr>
            </a:tbl>
          </a:graphicData>
        </a:graphic>
      </p:graphicFrame>
      <p:sp>
        <p:nvSpPr>
          <p:cNvPr id="5" name="正方形/長方形 4">
            <a:extLst>
              <a:ext uri="{FF2B5EF4-FFF2-40B4-BE49-F238E27FC236}">
                <a16:creationId xmlns:a16="http://schemas.microsoft.com/office/drawing/2014/main" id="{7CF24D1E-3D67-2DD5-CFC7-96C490185229}"/>
              </a:ext>
            </a:extLst>
          </p:cNvPr>
          <p:cNvSpPr/>
          <p:nvPr/>
        </p:nvSpPr>
        <p:spPr>
          <a:xfrm>
            <a:off x="-164139" y="2524280"/>
            <a:ext cx="7035202" cy="36022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kumimoji="1" lang="ja-JP" altLang="en-US" sz="1200">
                <a:latin typeface="Meiryo UI" panose="020B0604030504040204" pitchFamily="50" charset="-128"/>
                <a:ea typeface="Meiryo UI" panose="020B0604030504040204" pitchFamily="50" charset="-128"/>
              </a:rPr>
              <a:t>納品物のイメージ品（見本）を本日の打ち合わせで見せていただくことは可能でしょうか。</a:t>
            </a:r>
          </a:p>
          <a:p>
            <a:r>
              <a:rPr kumimoji="1" lang="ja-JP" altLang="en-US" sz="1200">
                <a:latin typeface="Meiryo UI" panose="020B0604030504040204" pitchFamily="50" charset="-128"/>
                <a:ea typeface="Meiryo UI" panose="020B0604030504040204" pitchFamily="50" charset="-128"/>
              </a:rPr>
              <a:t> → 来週</a:t>
            </a:r>
            <a:r>
              <a:rPr kumimoji="1" lang="en-US" altLang="ja-JP" sz="1200">
                <a:latin typeface="Meiryo UI" panose="020B0604030504040204" pitchFamily="50" charset="-128"/>
                <a:ea typeface="Meiryo UI" panose="020B0604030504040204" pitchFamily="50" charset="-128"/>
              </a:rPr>
              <a:t>(9/10)</a:t>
            </a:r>
            <a:r>
              <a:rPr kumimoji="1" lang="ja-JP" altLang="en-US" sz="1200">
                <a:latin typeface="Meiryo UI" panose="020B0604030504040204" pitchFamily="50" charset="-128"/>
                <a:ea typeface="Meiryo UI" panose="020B0604030504040204" pitchFamily="50" charset="-128"/>
              </a:rPr>
              <a:t>に各フォーマットの準備をさせていただくでもよろしいでしょうか？</a:t>
            </a:r>
            <a:endParaRPr kumimoji="1" lang="en-US" altLang="ja-JP" sz="1200">
              <a:latin typeface="Meiryo UI" panose="020B0604030504040204" pitchFamily="50" charset="-128"/>
              <a:ea typeface="Meiryo UI" panose="020B0604030504040204" pitchFamily="50" charset="-128"/>
            </a:endParaRPr>
          </a:p>
          <a:p>
            <a:endParaRPr kumimoji="1" lang="en-US" altLang="ja-JP" sz="1200">
              <a:latin typeface="Meiryo UI" panose="020B0604030504040204" pitchFamily="50" charset="-128"/>
              <a:ea typeface="Meiryo UI" panose="020B0604030504040204" pitchFamily="50" charset="-128"/>
            </a:endParaRPr>
          </a:p>
          <a:p>
            <a:endParaRPr kumimoji="1" lang="en-US" altLang="ja-JP" sz="1200">
              <a:latin typeface="Meiryo UI" panose="020B0604030504040204" pitchFamily="50" charset="-128"/>
              <a:ea typeface="Meiryo UI" panose="020B0604030504040204" pitchFamily="50" charset="-128"/>
            </a:endParaRPr>
          </a:p>
          <a:p>
            <a:r>
              <a:rPr kumimoji="1" lang="en-US" altLang="ja-JP" sz="1200">
                <a:latin typeface="Meiryo UI" panose="020B0604030504040204" pitchFamily="50" charset="-128"/>
                <a:ea typeface="Meiryo UI" panose="020B0604030504040204" pitchFamily="50" charset="-128"/>
              </a:rPr>
              <a:t>QA</a:t>
            </a:r>
            <a:r>
              <a:rPr kumimoji="1" lang="ja-JP" altLang="en-US" sz="1200">
                <a:latin typeface="Meiryo UI" panose="020B0604030504040204" pitchFamily="50" charset="-128"/>
                <a:ea typeface="Meiryo UI" panose="020B0604030504040204" pitchFamily="50" charset="-128"/>
              </a:rPr>
              <a:t>の迅速な回答等承知いたしました。万が一ですが、</a:t>
            </a:r>
            <a:r>
              <a:rPr kumimoji="1" lang="en-US" altLang="ja-JP" sz="1200">
                <a:latin typeface="Meiryo UI" panose="020B0604030504040204" pitchFamily="50" charset="-128"/>
                <a:ea typeface="Meiryo UI" panose="020B0604030504040204" pitchFamily="50" charset="-128"/>
              </a:rPr>
              <a:t>3</a:t>
            </a:r>
            <a:r>
              <a:rPr kumimoji="1" lang="ja-JP" altLang="en-US" sz="1200">
                <a:latin typeface="Meiryo UI" panose="020B0604030504040204" pitchFamily="50" charset="-128"/>
                <a:ea typeface="Meiryo UI" panose="020B0604030504040204" pitchFamily="50" charset="-128"/>
              </a:rPr>
              <a:t>か月間で</a:t>
            </a:r>
            <a:r>
              <a:rPr kumimoji="1" lang="en-US" altLang="ja-JP" sz="1200">
                <a:latin typeface="Meiryo UI" panose="020B0604030504040204" pitchFamily="50" charset="-128"/>
                <a:ea typeface="Meiryo UI" panose="020B0604030504040204" pitchFamily="50" charset="-128"/>
              </a:rPr>
              <a:t>p.16</a:t>
            </a:r>
            <a:r>
              <a:rPr kumimoji="1" lang="ja-JP" altLang="en-US" sz="1200">
                <a:latin typeface="Meiryo UI" panose="020B0604030504040204" pitchFamily="50" charset="-128"/>
                <a:ea typeface="Meiryo UI" panose="020B0604030504040204" pitchFamily="50" charset="-128"/>
              </a:rPr>
              <a:t>の予定していた納品物が用意できなかった場合はどうなるのでしょうか。</a:t>
            </a:r>
          </a:p>
          <a:p>
            <a:r>
              <a:rPr kumimoji="1" lang="ja-JP" altLang="en-US" sz="1200">
                <a:latin typeface="Meiryo UI" panose="020B0604030504040204" pitchFamily="50" charset="-128"/>
                <a:ea typeface="Meiryo UI" panose="020B0604030504040204" pitchFamily="50" charset="-128"/>
              </a:rPr>
              <a:t>契約内容にもかかわると思いますが事前に認識合わせをしておきたくお願いします。</a:t>
            </a:r>
            <a:endParaRPr kumimoji="1" lang="en-US" altLang="ja-JP" sz="1200">
              <a:latin typeface="Meiryo UI" panose="020B0604030504040204" pitchFamily="50" charset="-128"/>
              <a:ea typeface="Meiryo UI" panose="020B0604030504040204" pitchFamily="50" charset="-128"/>
            </a:endParaRPr>
          </a:p>
          <a:p>
            <a:r>
              <a:rPr kumimoji="1" lang="ja-JP" altLang="en-US" sz="1200">
                <a:latin typeface="Meiryo UI" panose="020B0604030504040204" pitchFamily="50" charset="-128"/>
                <a:ea typeface="Meiryo UI" panose="020B0604030504040204" pitchFamily="50" charset="-128"/>
              </a:rPr>
              <a:t>　→ 前提としては</a:t>
            </a:r>
            <a:r>
              <a:rPr kumimoji="1" lang="en-US" altLang="ja-JP" sz="1200">
                <a:latin typeface="Meiryo UI" panose="020B0604030504040204" pitchFamily="50" charset="-128"/>
                <a:ea typeface="Meiryo UI" panose="020B0604030504040204" pitchFamily="50" charset="-128"/>
              </a:rPr>
              <a:t>3</a:t>
            </a:r>
            <a:r>
              <a:rPr kumimoji="1" lang="ja-JP" altLang="en-US" sz="1200">
                <a:latin typeface="Meiryo UI" panose="020B0604030504040204" pitchFamily="50" charset="-128"/>
                <a:ea typeface="Meiryo UI" panose="020B0604030504040204" pitchFamily="50" charset="-128"/>
              </a:rPr>
              <a:t>か月の間で作成を完了できるように努力いたします。</a:t>
            </a:r>
            <a:endParaRPr kumimoji="1" lang="en-US" altLang="ja-JP" sz="1200">
              <a:latin typeface="Meiryo UI" panose="020B0604030504040204" pitchFamily="50" charset="-128"/>
              <a:ea typeface="Meiryo UI" panose="020B0604030504040204" pitchFamily="50" charset="-128"/>
            </a:endParaRPr>
          </a:p>
          <a:p>
            <a:r>
              <a:rPr kumimoji="1" lang="ja-JP" altLang="en-US" sz="1200">
                <a:latin typeface="Meiryo UI" panose="020B0604030504040204" pitchFamily="50" charset="-128"/>
                <a:ea typeface="Meiryo UI" panose="020B0604030504040204" pitchFamily="50" charset="-128"/>
              </a:rPr>
              <a:t>　　　その中で一部、課題が残る場合は、両社協議の上、次工程の作業とさせていただく可能性はあるかと思います。</a:t>
            </a:r>
            <a:endParaRPr kumimoji="1" lang="en-US" altLang="ja-JP" sz="1200">
              <a:latin typeface="Meiryo UI" panose="020B0604030504040204" pitchFamily="50" charset="-128"/>
              <a:ea typeface="Meiryo UI" panose="020B0604030504040204" pitchFamily="50" charset="-128"/>
            </a:endParaRPr>
          </a:p>
          <a:p>
            <a:r>
              <a:rPr kumimoji="1" lang="ja-JP" altLang="en-US" sz="1200">
                <a:latin typeface="Meiryo UI" panose="020B0604030504040204" pitchFamily="50" charset="-128"/>
                <a:ea typeface="Meiryo UI" panose="020B0604030504040204" pitchFamily="50" charset="-128"/>
              </a:rPr>
              <a:t>　　　要件定義がまとまらず、ヒアリングの期間が足りないと判断した場合は、</a:t>
            </a:r>
            <a:endParaRPr kumimoji="1" lang="en-US" altLang="ja-JP" sz="1200">
              <a:latin typeface="Meiryo UI" panose="020B0604030504040204" pitchFamily="50" charset="-128"/>
              <a:ea typeface="Meiryo UI" panose="020B0604030504040204" pitchFamily="50" charset="-128"/>
            </a:endParaRPr>
          </a:p>
          <a:p>
            <a:r>
              <a:rPr kumimoji="1" lang="ja-JP" altLang="en-US" sz="1200">
                <a:latin typeface="Meiryo UI" panose="020B0604030504040204" pitchFamily="50" charset="-128"/>
                <a:ea typeface="Meiryo UI" panose="020B0604030504040204" pitchFamily="50" charset="-128"/>
              </a:rPr>
              <a:t>　　　別途費用のご相談をさせていただく可能性もございます。</a:t>
            </a:r>
            <a:endParaRPr kumimoji="1" lang="en-US" altLang="ja-JP" sz="1200">
              <a:latin typeface="Meiryo UI" panose="020B0604030504040204" pitchFamily="50" charset="-128"/>
              <a:ea typeface="Meiryo UI" panose="020B0604030504040204" pitchFamily="50" charset="-128"/>
            </a:endParaRPr>
          </a:p>
          <a:p>
            <a:r>
              <a:rPr kumimoji="1" lang="ja-JP" altLang="en-US" sz="1200">
                <a:latin typeface="Meiryo UI" panose="020B0604030504040204" pitchFamily="50" charset="-128"/>
                <a:ea typeface="Meiryo UI" panose="020B0604030504040204" pitchFamily="50" charset="-128"/>
              </a:rPr>
              <a:t>　　　</a:t>
            </a:r>
            <a:endParaRPr kumimoji="1" lang="en-US" altLang="ja-JP" sz="1200">
              <a:latin typeface="Meiryo UI" panose="020B0604030504040204" pitchFamily="50" charset="-128"/>
              <a:ea typeface="Meiryo UI" panose="020B0604030504040204" pitchFamily="50" charset="-128"/>
            </a:endParaRPr>
          </a:p>
          <a:p>
            <a:r>
              <a:rPr kumimoji="1" lang="ja-JP" altLang="en-US" sz="1200">
                <a:latin typeface="Meiryo UI" panose="020B0604030504040204" pitchFamily="50" charset="-128"/>
                <a:ea typeface="Meiryo UI" panose="020B0604030504040204" pitchFamily="50" charset="-128"/>
              </a:rPr>
              <a:t>　　　上記のようなことが突然発生しないように毎週の進捗報告の場で</a:t>
            </a:r>
            <a:endParaRPr kumimoji="1" lang="en-US" altLang="ja-JP" sz="1200">
              <a:latin typeface="Meiryo UI" panose="020B0604030504040204" pitchFamily="50" charset="-128"/>
              <a:ea typeface="Meiryo UI" panose="020B0604030504040204" pitchFamily="50" charset="-128"/>
            </a:endParaRPr>
          </a:p>
          <a:p>
            <a:r>
              <a:rPr kumimoji="1" lang="ja-JP" altLang="en-US" sz="1200">
                <a:latin typeface="Meiryo UI" panose="020B0604030504040204" pitchFamily="50" charset="-128"/>
                <a:ea typeface="Meiryo UI" panose="020B0604030504040204" pitchFamily="50" charset="-128"/>
              </a:rPr>
              <a:t>　　　現在の要件定義のヒアリングが順調にいっているか、課題が置き去りになっていないかなど</a:t>
            </a:r>
            <a:endParaRPr kumimoji="1" lang="en-US" altLang="ja-JP" sz="1200">
              <a:latin typeface="Meiryo UI" panose="020B0604030504040204" pitchFamily="50" charset="-128"/>
              <a:ea typeface="Meiryo UI" panose="020B0604030504040204" pitchFamily="50" charset="-128"/>
            </a:endParaRPr>
          </a:p>
          <a:p>
            <a:r>
              <a:rPr kumimoji="1" lang="ja-JP" altLang="en-US" sz="1200">
                <a:latin typeface="Meiryo UI" panose="020B0604030504040204" pitchFamily="50" charset="-128"/>
                <a:ea typeface="Meiryo UI" panose="020B0604030504040204" pitchFamily="50" charset="-128"/>
              </a:rPr>
              <a:t>　　　共有をさせていただく予定となっております。</a:t>
            </a:r>
            <a:endParaRPr kumimoji="1" lang="en-US" altLang="ja-JP" sz="1200">
              <a:latin typeface="Meiryo UI" panose="020B0604030504040204" pitchFamily="50" charset="-128"/>
              <a:ea typeface="Meiryo UI" panose="020B0604030504040204" pitchFamily="50" charset="-128"/>
            </a:endParaRPr>
          </a:p>
          <a:p>
            <a:endParaRPr kumimoji="1" lang="en-US" altLang="ja-JP" sz="1200">
              <a:latin typeface="Meiryo UI" panose="020B0604030504040204" pitchFamily="50" charset="-128"/>
              <a:ea typeface="Meiryo UI" panose="020B0604030504040204" pitchFamily="50" charset="-128"/>
            </a:endParaRPr>
          </a:p>
          <a:p>
            <a:r>
              <a:rPr kumimoji="1" lang="ja-JP" altLang="en-US" sz="1200">
                <a:latin typeface="Meiryo UI" panose="020B0604030504040204" pitchFamily="50" charset="-128"/>
                <a:ea typeface="Meiryo UI" panose="020B0604030504040204" pitchFamily="50" charset="-128"/>
              </a:rPr>
              <a:t>　</a:t>
            </a:r>
            <a:r>
              <a:rPr kumimoji="1" lang="ja-JP" altLang="en-US" sz="1200" b="1">
                <a:solidFill>
                  <a:srgbClr val="FF0000"/>
                </a:solidFill>
                <a:latin typeface="Meiryo UI" panose="020B0604030504040204" pitchFamily="50" charset="-128"/>
                <a:ea typeface="Meiryo UI" panose="020B0604030504040204" pitchFamily="50" charset="-128"/>
              </a:rPr>
              <a:t>　週次の中で予定を共有いただけると優先順位を総務部様のほうでつけることができる。</a:t>
            </a:r>
            <a:endParaRPr kumimoji="1" lang="en-US" altLang="ja-JP" sz="1200" b="1">
              <a:solidFill>
                <a:srgbClr val="FF0000"/>
              </a:solidFill>
              <a:latin typeface="Meiryo UI" panose="020B0604030504040204" pitchFamily="50" charset="-128"/>
              <a:ea typeface="Meiryo UI" panose="020B0604030504040204" pitchFamily="50" charset="-128"/>
            </a:endParaRPr>
          </a:p>
          <a:p>
            <a:r>
              <a:rPr kumimoji="1" lang="ja-JP" altLang="en-US" sz="1200" b="1">
                <a:solidFill>
                  <a:srgbClr val="FF0000"/>
                </a:solidFill>
                <a:latin typeface="Meiryo UI" panose="020B0604030504040204" pitchFamily="50" charset="-128"/>
                <a:ea typeface="Meiryo UI" panose="020B0604030504040204" pitchFamily="50" charset="-128"/>
              </a:rPr>
              <a:t>　　</a:t>
            </a:r>
            <a:r>
              <a:rPr lang="ja-JP" altLang="en-US" sz="1200" b="1">
                <a:solidFill>
                  <a:srgbClr val="FF0000"/>
                </a:solidFill>
              </a:rPr>
              <a:t>要件定義内容（検索・表示する、計算する等）を細分化し、総務部様と優先順位決めを行う。</a:t>
            </a:r>
            <a:endParaRPr kumimoji="1" lang="en-US" altLang="ja-JP" sz="1200" b="1">
              <a:solidFill>
                <a:srgbClr val="FF0000"/>
              </a:solidFill>
              <a:latin typeface="Meiryo UI" panose="020B0604030504040204" pitchFamily="50" charset="-128"/>
              <a:ea typeface="Meiryo UI" panose="020B0604030504040204" pitchFamily="50" charset="-128"/>
            </a:endParaRPr>
          </a:p>
          <a:p>
            <a:r>
              <a:rPr kumimoji="1" lang="ja-JP" altLang="en-US" sz="1200">
                <a:latin typeface="Meiryo UI" panose="020B0604030504040204" pitchFamily="50" charset="-128"/>
                <a:ea typeface="Meiryo UI" panose="020B0604030504040204" pitchFamily="50" charset="-128"/>
              </a:rPr>
              <a:t>　　　</a:t>
            </a:r>
          </a:p>
          <a:p>
            <a:r>
              <a:rPr kumimoji="1" lang="ja-JP" altLang="en-US" sz="1200">
                <a:latin typeface="Meiryo UI" panose="020B0604030504040204" pitchFamily="50" charset="-128"/>
                <a:ea typeface="Meiryo UI" panose="020B0604030504040204" pitchFamily="50" charset="-128"/>
              </a:rPr>
              <a:t> </a:t>
            </a:r>
          </a:p>
        </p:txBody>
      </p:sp>
    </p:spTree>
    <p:extLst>
      <p:ext uri="{BB962C8B-B14F-4D97-AF65-F5344CB8AC3E}">
        <p14:creationId xmlns:p14="http://schemas.microsoft.com/office/powerpoint/2010/main" val="3570337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Meiryo UI" panose="020B0604030504040204" pitchFamily="50" charset="-128"/>
                <a:ea typeface="Meiryo UI" panose="020B0604030504040204" pitchFamily="50" charset="-128"/>
              </a:rPr>
              <a:t>１１．依頼事項</a:t>
            </a:r>
            <a:endParaRPr kumimoji="1" lang="ja-JP" altLang="en-US" sz="1800">
              <a:latin typeface="Meiryo UI" panose="020B0604030504040204" pitchFamily="50" charset="-128"/>
              <a:ea typeface="Meiryo UI" panose="020B0604030504040204" pitchFamily="50" charset="-128"/>
            </a:endParaRPr>
          </a:p>
        </p:txBody>
      </p:sp>
      <p:sp>
        <p:nvSpPr>
          <p:cNvPr id="3" name="スライド番号プレースホルダー 2"/>
          <p:cNvSpPr>
            <a:spLocks noGrp="1"/>
          </p:cNvSpPr>
          <p:nvPr>
            <p:ph type="sldNum" sz="quarter" idx="12"/>
          </p:nvPr>
        </p:nvSpPr>
        <p:spPr/>
        <p:txBody>
          <a:bodyPr/>
          <a:lstStyle/>
          <a:p>
            <a:fld id="{59F857F7-C215-C24D-8BD9-19720E902953}" type="slidenum">
              <a:rPr kumimoji="1" lang="ja-JP" altLang="en-US" smtClean="0">
                <a:latin typeface="Meiryo UI" panose="020B0604030504040204" pitchFamily="50" charset="-128"/>
                <a:ea typeface="Meiryo UI" panose="020B0604030504040204" pitchFamily="50" charset="-128"/>
              </a:rPr>
              <a:pPr/>
              <a:t>19</a:t>
            </a:fld>
            <a:endParaRPr kumimoji="1" lang="ja-JP" altLang="en-US">
              <a:latin typeface="Meiryo UI" panose="020B0604030504040204" pitchFamily="50" charset="-128"/>
              <a:ea typeface="Meiryo UI" panose="020B0604030504040204" pitchFamily="50" charset="-128"/>
            </a:endParaRPr>
          </a:p>
        </p:txBody>
      </p:sp>
      <p:sp>
        <p:nvSpPr>
          <p:cNvPr id="4" name="Title 1">
            <a:extLst>
              <a:ext uri="{FF2B5EF4-FFF2-40B4-BE49-F238E27FC236}">
                <a16:creationId xmlns:a16="http://schemas.microsoft.com/office/drawing/2014/main" id="{FE85821C-7E1E-EF27-94A4-9BAD050CB86F}"/>
              </a:ext>
            </a:extLst>
          </p:cNvPr>
          <p:cNvSpPr txBox="1">
            <a:spLocks/>
          </p:cNvSpPr>
          <p:nvPr/>
        </p:nvSpPr>
        <p:spPr>
          <a:xfrm>
            <a:off x="319530" y="1067230"/>
            <a:ext cx="8504940" cy="3165136"/>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2400" kern="1200">
                <a:solidFill>
                  <a:schemeClr val="tx1"/>
                </a:solidFill>
                <a:latin typeface="Meiryo UI" panose="020B0604030504040204" pitchFamily="50" charset="-128"/>
                <a:ea typeface="Meiryo UI" panose="020B0604030504040204" pitchFamily="50" charset="-128"/>
                <a:cs typeface="+mj-cs"/>
              </a:defRPr>
            </a:lvl1pPr>
          </a:lstStyle>
          <a:p>
            <a:pPr marL="285750" indent="-285750">
              <a:lnSpc>
                <a:spcPct val="150000"/>
              </a:lnSpc>
              <a:buFont typeface="Arial" panose="020B0604020202020204" pitchFamily="34" charset="0"/>
              <a:buChar char="•"/>
            </a:pPr>
            <a:r>
              <a:rPr lang="ja-JP" altLang="en-US" sz="1800">
                <a:cs typeface="メイリオ" panose="020B0604030504040204" pitchFamily="50" charset="-128"/>
              </a:rPr>
              <a:t>プロジェクトメンバー青木および、</a:t>
            </a:r>
            <a:r>
              <a:rPr lang="en-US" altLang="ja-JP" sz="1800">
                <a:cs typeface="メイリオ" panose="020B0604030504040204" pitchFamily="50" charset="-128"/>
              </a:rPr>
              <a:t>TBD</a:t>
            </a:r>
            <a:r>
              <a:rPr lang="ja-JP" altLang="en-US" sz="1800">
                <a:cs typeface="メイリオ" panose="020B0604030504040204" pitchFamily="50" charset="-128"/>
              </a:rPr>
              <a:t>の出光様アカウントの発行依頼をさせていただきますので、ご対応をよろしくお願いいたします。</a:t>
            </a:r>
            <a:br>
              <a:rPr lang="en-US" altLang="ja-JP" sz="1800">
                <a:cs typeface="メイリオ" panose="020B0604030504040204" pitchFamily="50" charset="-128"/>
              </a:rPr>
            </a:br>
            <a:r>
              <a:rPr lang="en-US" altLang="ja-JP" sz="1600">
                <a:cs typeface="メイリオ" panose="020B0604030504040204" pitchFamily="50" charset="-128"/>
              </a:rPr>
              <a:t>※</a:t>
            </a:r>
            <a:r>
              <a:rPr lang="ja-JP" altLang="en-US" sz="1600">
                <a:cs typeface="メイリオ" panose="020B0604030504040204" pitchFamily="50" charset="-128"/>
              </a:rPr>
              <a:t>朴に関しては出光様の他プロジェクトで発行済みです。</a:t>
            </a:r>
            <a:endParaRPr lang="en-US" altLang="ja-JP" sz="1600">
              <a:cs typeface="メイリオ" panose="020B0604030504040204" pitchFamily="50" charset="-128"/>
            </a:endParaRPr>
          </a:p>
          <a:p>
            <a:pPr marL="285750" indent="-285750">
              <a:lnSpc>
                <a:spcPct val="150000"/>
              </a:lnSpc>
              <a:buFont typeface="Arial" panose="020B0604020202020204" pitchFamily="34" charset="0"/>
              <a:buChar char="•"/>
            </a:pPr>
            <a:endParaRPr lang="ja-JP" altLang="en-US" sz="1600">
              <a:latin typeface="Meiryo UI"/>
              <a:ea typeface="Meiryo UI"/>
              <a:cs typeface="メイリオ" panose="020B0604030504040204" pitchFamily="50" charset="-128"/>
            </a:endParaRPr>
          </a:p>
          <a:p>
            <a:pPr marL="285750" indent="-285750">
              <a:lnSpc>
                <a:spcPct val="150000"/>
              </a:lnSpc>
              <a:buFont typeface="Arial" panose="020B0604020202020204" pitchFamily="34" charset="0"/>
              <a:buChar char="•"/>
            </a:pPr>
            <a:r>
              <a:rPr lang="ja-JP" altLang="en-US" sz="1800">
                <a:latin typeface="Meiryo UI"/>
                <a:ea typeface="Meiryo UI"/>
                <a:cs typeface="メイリオ" panose="020B0604030504040204" pitchFamily="50" charset="-128"/>
              </a:rPr>
              <a:t>出光様内での調整</a:t>
            </a:r>
            <a:r>
              <a:rPr lang="en-US" altLang="ja-JP" sz="1800">
                <a:latin typeface="Meiryo UI"/>
                <a:ea typeface="Meiryo UI"/>
                <a:cs typeface="メイリオ" panose="020B0604030504040204" pitchFamily="50" charset="-128"/>
              </a:rPr>
              <a:t>(DX</a:t>
            </a:r>
            <a:r>
              <a:rPr lang="ja-JP" altLang="en-US" sz="1800">
                <a:latin typeface="Meiryo UI"/>
                <a:ea typeface="Meiryo UI"/>
                <a:cs typeface="メイリオ" panose="020B0604030504040204" pitchFamily="50" charset="-128"/>
              </a:rPr>
              <a:t>技術戦略課</a:t>
            </a:r>
            <a:r>
              <a:rPr lang="en-US" altLang="ja-JP" sz="1800">
                <a:latin typeface="Meiryo UI"/>
                <a:ea typeface="Meiryo UI"/>
                <a:cs typeface="メイリオ" panose="020B0604030504040204" pitchFamily="50" charset="-128"/>
              </a:rPr>
              <a:t>,DP</a:t>
            </a:r>
            <a:r>
              <a:rPr lang="ja-JP" altLang="en-US" sz="1800">
                <a:latin typeface="Meiryo UI"/>
                <a:ea typeface="Meiryo UI"/>
                <a:cs typeface="メイリオ" panose="020B0604030504040204" pitchFamily="50" charset="-128"/>
              </a:rPr>
              <a:t>課</a:t>
            </a:r>
            <a:r>
              <a:rPr lang="en-US" altLang="ja-JP" sz="1800">
                <a:latin typeface="Meiryo UI"/>
                <a:ea typeface="Meiryo UI"/>
                <a:cs typeface="メイリオ" panose="020B0604030504040204" pitchFamily="50" charset="-128"/>
              </a:rPr>
              <a:t>)</a:t>
            </a:r>
            <a:r>
              <a:rPr lang="ja-JP" altLang="en-US" sz="1800">
                <a:latin typeface="Meiryo UI"/>
                <a:ea typeface="Meiryo UI"/>
                <a:cs typeface="メイリオ" panose="020B0604030504040204" pitchFamily="50" charset="-128"/>
              </a:rPr>
              <a:t>についてご依頼することがあると思いますので、よろしくお願いいたします。</a:t>
            </a:r>
            <a:br>
              <a:rPr lang="ja-JP" altLang="en-US" sz="1800">
                <a:latin typeface="Meiryo UI"/>
                <a:ea typeface="Meiryo UI"/>
                <a:cs typeface="メイリオ" panose="020B0604030504040204" pitchFamily="50" charset="-128"/>
              </a:rPr>
            </a:br>
            <a:r>
              <a:rPr lang="en-US" altLang="ja-JP" sz="1600">
                <a:latin typeface="Meiryo UI"/>
                <a:ea typeface="Meiryo UI"/>
                <a:cs typeface="メイリオ" panose="020B0604030504040204" pitchFamily="50" charset="-128"/>
              </a:rPr>
              <a:t>※</a:t>
            </a:r>
            <a:r>
              <a:rPr lang="ja-JP" altLang="en-US" sz="1600">
                <a:latin typeface="Meiryo UI"/>
                <a:ea typeface="Meiryo UI"/>
                <a:cs typeface="メイリオ" panose="020B0604030504040204" pitchFamily="50" charset="-128"/>
              </a:rPr>
              <a:t>必要な資料等は要件定義内で作成予定</a:t>
            </a:r>
            <a:r>
              <a:rPr lang="en-US" altLang="ja-JP" sz="1600">
                <a:latin typeface="Meiryo UI"/>
                <a:ea typeface="Meiryo UI"/>
                <a:cs typeface="メイリオ" panose="020B0604030504040204" pitchFamily="50" charset="-128"/>
              </a:rPr>
              <a:t>(</a:t>
            </a:r>
            <a:r>
              <a:rPr lang="ja-JP" altLang="en-US" sz="1600">
                <a:latin typeface="Meiryo UI"/>
                <a:ea typeface="Meiryo UI"/>
                <a:cs typeface="メイリオ" panose="020B0604030504040204" pitchFamily="50" charset="-128"/>
              </a:rPr>
              <a:t>システム構成図など</a:t>
            </a:r>
            <a:r>
              <a:rPr lang="en-US" altLang="ja-JP" sz="1600">
                <a:latin typeface="Meiryo UI"/>
                <a:ea typeface="Meiryo UI"/>
                <a:cs typeface="メイリオ" panose="020B0604030504040204" pitchFamily="50" charset="-128"/>
              </a:rPr>
              <a:t>)</a:t>
            </a:r>
          </a:p>
          <a:p>
            <a:pPr marL="285750" indent="-285750">
              <a:lnSpc>
                <a:spcPct val="150000"/>
              </a:lnSpc>
              <a:buFont typeface="Arial" panose="020B0604020202020204" pitchFamily="34" charset="0"/>
              <a:buChar char="•"/>
            </a:pPr>
            <a:endParaRPr lang="en-US" altLang="ja-JP" sz="1800">
              <a:latin typeface="Meiryo UI"/>
              <a:ea typeface="Meiryo UI"/>
              <a:cs typeface="メイリオ" panose="020B0604030504040204" pitchFamily="50" charset="-128"/>
            </a:endParaRPr>
          </a:p>
          <a:p>
            <a:pPr marL="285750" indent="-285750">
              <a:lnSpc>
                <a:spcPct val="150000"/>
              </a:lnSpc>
              <a:buFont typeface="Arial" panose="020B0604020202020204" pitchFamily="34" charset="0"/>
              <a:buChar char="•"/>
            </a:pPr>
            <a:r>
              <a:rPr lang="en-US" altLang="ja-JP" sz="1800">
                <a:cs typeface="メイリオ" panose="020B0604030504040204" pitchFamily="50" charset="-128"/>
              </a:rPr>
              <a:t>QA</a:t>
            </a:r>
            <a:r>
              <a:rPr lang="ja-JP" altLang="en-US" sz="1800">
                <a:cs typeface="メイリオ" panose="020B0604030504040204" pitchFamily="50" charset="-128"/>
              </a:rPr>
              <a:t>の回答など、短納期での対応をお願いすることが多くなると思いますので、お忙しいところ恐縮ですが、ご対応のほどよろしくお願いいたします。</a:t>
            </a:r>
            <a:endParaRPr lang="en-US" altLang="ja-JP" sz="1800">
              <a:cs typeface="メイリオ" panose="020B0604030504040204" pitchFamily="50" charset="-128"/>
            </a:endParaRPr>
          </a:p>
        </p:txBody>
      </p:sp>
    </p:spTree>
    <p:extLst>
      <p:ext uri="{BB962C8B-B14F-4D97-AF65-F5344CB8AC3E}">
        <p14:creationId xmlns:p14="http://schemas.microsoft.com/office/powerpoint/2010/main" val="3038568754"/>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4" ma:contentTypeDescription="新しいドキュメントを作成します。" ma:contentTypeScope="" ma:versionID="8d136f6bca879cb90346a66279902dfa">
  <xsd:schema xmlns:xsd="http://www.w3.org/2001/XMLSchema" xmlns:xs="http://www.w3.org/2001/XMLSchema" xmlns:p="http://schemas.microsoft.com/office/2006/metadata/properties" xmlns:ns2="2fd442da-66a9-4fa6-ba31-eb0d54ad1381" targetNamespace="http://schemas.microsoft.com/office/2006/metadata/properties" ma:root="true" ma:fieldsID="5b8a779dc52d08a32251a6f3465a5e55"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7B4A9E-42FF-456A-9232-772E75F47BF2}"/>
</file>

<file path=customXml/itemProps2.xml><?xml version="1.0" encoding="utf-8"?>
<ds:datastoreItem xmlns:ds="http://schemas.openxmlformats.org/officeDocument/2006/customXml" ds:itemID="{B13DB9AE-BF48-4304-A111-99867B20B0A1}">
  <ds:schemaRefs>
    <ds:schemaRef ds:uri="643f46bb-494d-4cd6-a016-362fe97bb37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6DAAFDD-9D4B-4107-8655-B47C02B610C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On-screen Show (4:3)</PresentationFormat>
  <Slides>19</Slides>
  <Notes>9</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テーマ</vt:lpstr>
      <vt:lpstr>【キックオフ資料】 企業情報管理システム構築（要件定義フェーズ）</vt:lpstr>
      <vt:lpstr>改定履歴</vt:lpstr>
      <vt:lpstr>目次</vt:lpstr>
      <vt:lpstr>１．背景・目的・全体図</vt:lpstr>
      <vt:lpstr>１．背景・目的・全体図</vt:lpstr>
      <vt:lpstr>１．背景・目的・全体図</vt:lpstr>
      <vt:lpstr>２．プロジェクトのスコープ</vt:lpstr>
      <vt:lpstr>２．プロジェクトのスコープ</vt:lpstr>
      <vt:lpstr>３．要件定義のゴール</vt:lpstr>
      <vt:lpstr>４．要件定義スケジュール</vt:lpstr>
      <vt:lpstr>５．体制・役割</vt:lpstr>
      <vt:lpstr>５．体制・役割</vt:lpstr>
      <vt:lpstr>６．要件定義の進め方</vt:lpstr>
      <vt:lpstr>６．要件定義の進め方</vt:lpstr>
      <vt:lpstr>７．コミュニケーション計画(会議体)</vt:lpstr>
      <vt:lpstr>８．コミュニケーション計画(QA)</vt:lpstr>
      <vt:lpstr>９．コミュニケーション計画(課題管理)</vt:lpstr>
      <vt:lpstr>１０．納品物</vt:lpstr>
      <vt:lpstr>１１．依頼事項</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細川 光夫</dc:creator>
  <cp:revision>1</cp:revision>
  <dcterms:created xsi:type="dcterms:W3CDTF">2020-06-11T12:09:45Z</dcterms:created>
  <dcterms:modified xsi:type="dcterms:W3CDTF">2024-09-04T08:10:46Z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ies>
</file>