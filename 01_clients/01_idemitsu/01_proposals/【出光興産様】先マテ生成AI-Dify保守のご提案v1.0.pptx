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34"/>
  </p:notesMasterIdLst>
  <p:handoutMasterIdLst>
    <p:handoutMasterId r:id="rId35"/>
  </p:handoutMasterIdLst>
  <p:sldIdLst>
    <p:sldId id="714" r:id="rId5"/>
    <p:sldId id="828" r:id="rId6"/>
    <p:sldId id="1303" r:id="rId7"/>
    <p:sldId id="1081" r:id="rId8"/>
    <p:sldId id="1317" r:id="rId9"/>
    <p:sldId id="1271" r:id="rId10"/>
    <p:sldId id="1330" r:id="rId11"/>
    <p:sldId id="748" r:id="rId12"/>
    <p:sldId id="1325" r:id="rId13"/>
    <p:sldId id="1327" r:id="rId14"/>
    <p:sldId id="1300" r:id="rId15"/>
    <p:sldId id="1319" r:id="rId16"/>
    <p:sldId id="1328" r:id="rId17"/>
    <p:sldId id="1320" r:id="rId18"/>
    <p:sldId id="1302" r:id="rId19"/>
    <p:sldId id="1102" r:id="rId20"/>
    <p:sldId id="1260" r:id="rId21"/>
    <p:sldId id="1329" r:id="rId22"/>
    <p:sldId id="1318" r:id="rId23"/>
    <p:sldId id="1267" r:id="rId24"/>
    <p:sldId id="1321" r:id="rId25"/>
    <p:sldId id="1096" r:id="rId26"/>
    <p:sldId id="1331" r:id="rId27"/>
    <p:sldId id="1268" r:id="rId28"/>
    <p:sldId id="1282" r:id="rId29"/>
    <p:sldId id="851" r:id="rId30"/>
    <p:sldId id="843" r:id="rId31"/>
    <p:sldId id="853" r:id="rId32"/>
    <p:sldId id="656"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DBDD"/>
    <a:srgbClr val="143C3E"/>
    <a:srgbClr val="0875B8"/>
    <a:srgbClr val="702942"/>
    <a:srgbClr val="FF0000"/>
    <a:srgbClr val="FFA347"/>
    <a:srgbClr val="CFEBFD"/>
    <a:srgbClr val="3D9599"/>
    <a:srgbClr val="0D0DFF"/>
    <a:srgbClr val="E0E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2FE17C-7A6B-452F-9B51-4812421FCA57}" v="572" dt="2025-12-16T04:27:56.339"/>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636" y="10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藤崎弘己" userId="S::hiroki.fujisaki@system-exe.jp::97985075-4269-41e0-a361-178600f3b69c" providerId="AD" clId="Web-{55685074-0627-42C0-8122-31FFDB8E8093}"/>
    <pc:docChg chg="modSld">
      <pc:chgData name="藤崎弘己" userId="S::hiroki.fujisaki@system-exe.jp::97985075-4269-41e0-a361-178600f3b69c" providerId="AD" clId="Web-{55685074-0627-42C0-8122-31FFDB8E8093}" dt="2025-11-27T00:39:39.080" v="123"/>
      <pc:docMkLst>
        <pc:docMk/>
      </pc:docMkLst>
    </pc:docChg>
  </pc:docChgLst>
  <pc:docChgLst>
    <pc:chgData name="髙浦祐朗" userId="d6d860fe-bc64-411b-9605-a16d1ba875f6" providerId="ADAL" clId="{A65FDE6D-D768-44DB-ADF3-5348D2950BED}"/>
    <pc:docChg chg="undo custSel modSld">
      <pc:chgData name="髙浦祐朗" userId="d6d860fe-bc64-411b-9605-a16d1ba875f6" providerId="ADAL" clId="{A65FDE6D-D768-44DB-ADF3-5348D2950BED}" dt="2025-12-16T04:27:56.339" v="1231"/>
      <pc:docMkLst>
        <pc:docMk/>
      </pc:docMkLst>
      <pc:sldChg chg="modSp mod">
        <pc:chgData name="髙浦祐朗" userId="d6d860fe-bc64-411b-9605-a16d1ba875f6" providerId="ADAL" clId="{A65FDE6D-D768-44DB-ADF3-5348D2950BED}" dt="2025-12-11T09:16:21.219" v="81" actId="20577"/>
        <pc:sldMkLst>
          <pc:docMk/>
          <pc:sldMk cId="2405740042" sldId="656"/>
        </pc:sldMkLst>
        <pc:spChg chg="mod">
          <ac:chgData name="髙浦祐朗" userId="d6d860fe-bc64-411b-9605-a16d1ba875f6" providerId="ADAL" clId="{A65FDE6D-D768-44DB-ADF3-5348D2950BED}" dt="2025-12-11T09:16:04.198" v="36"/>
          <ac:spMkLst>
            <pc:docMk/>
            <pc:sldMk cId="2405740042" sldId="656"/>
            <ac:spMk id="6" creationId="{00000000-0000-0000-0000-000000000000}"/>
          </ac:spMkLst>
        </pc:spChg>
        <pc:spChg chg="mod">
          <ac:chgData name="髙浦祐朗" userId="d6d860fe-bc64-411b-9605-a16d1ba875f6" providerId="ADAL" clId="{A65FDE6D-D768-44DB-ADF3-5348D2950BED}" dt="2025-12-11T09:16:21.219" v="81" actId="20577"/>
          <ac:spMkLst>
            <pc:docMk/>
            <pc:sldMk cId="2405740042" sldId="656"/>
            <ac:spMk id="8" creationId="{00000000-0000-0000-0000-000000000000}"/>
          </ac:spMkLst>
        </pc:spChg>
      </pc:sldChg>
      <pc:sldChg chg="modSp mod">
        <pc:chgData name="髙浦祐朗" userId="d6d860fe-bc64-411b-9605-a16d1ba875f6" providerId="ADAL" clId="{A65FDE6D-D768-44DB-ADF3-5348D2950BED}" dt="2025-12-11T09:15:42.173" v="2" actId="20577"/>
        <pc:sldMkLst>
          <pc:docMk/>
          <pc:sldMk cId="3201888243" sldId="714"/>
        </pc:sldMkLst>
        <pc:spChg chg="mod">
          <ac:chgData name="髙浦祐朗" userId="d6d860fe-bc64-411b-9605-a16d1ba875f6" providerId="ADAL" clId="{A65FDE6D-D768-44DB-ADF3-5348D2950BED}" dt="2025-12-11T09:15:42.173" v="2" actId="20577"/>
          <ac:spMkLst>
            <pc:docMk/>
            <pc:sldMk cId="3201888243" sldId="714"/>
            <ac:spMk id="8" creationId="{107CDF1A-DF69-D1B9-6346-1200847D9738}"/>
          </ac:spMkLst>
        </pc:spChg>
      </pc:sldChg>
      <pc:sldChg chg="addSp delSp modSp mod">
        <pc:chgData name="髙浦祐朗" userId="d6d860fe-bc64-411b-9605-a16d1ba875f6" providerId="ADAL" clId="{A65FDE6D-D768-44DB-ADF3-5348D2950BED}" dt="2025-12-16T04:26:25.726" v="1222" actId="20577"/>
        <pc:sldMkLst>
          <pc:docMk/>
          <pc:sldMk cId="2513257283" sldId="1096"/>
        </pc:sldMkLst>
        <pc:spChg chg="mod">
          <ac:chgData name="髙浦祐朗" userId="d6d860fe-bc64-411b-9605-a16d1ba875f6" providerId="ADAL" clId="{A65FDE6D-D768-44DB-ADF3-5348D2950BED}" dt="2025-12-16T04:26:25.726" v="1222" actId="20577"/>
          <ac:spMkLst>
            <pc:docMk/>
            <pc:sldMk cId="2513257283" sldId="1096"/>
            <ac:spMk id="8" creationId="{6AE8CC45-2A20-B6E7-E20B-802E66F6B3D5}"/>
          </ac:spMkLst>
        </pc:spChg>
      </pc:sldChg>
      <pc:sldChg chg="addSp delSp modSp mod">
        <pc:chgData name="髙浦祐朗" userId="d6d860fe-bc64-411b-9605-a16d1ba875f6" providerId="ADAL" clId="{A65FDE6D-D768-44DB-ADF3-5348D2950BED}" dt="2025-12-16T04:27:56.339" v="1231"/>
        <pc:sldMkLst>
          <pc:docMk/>
          <pc:sldMk cId="3703131428" sldId="1102"/>
        </pc:sldMkLst>
        <pc:spChg chg="mod">
          <ac:chgData name="髙浦祐朗" userId="d6d860fe-bc64-411b-9605-a16d1ba875f6" providerId="ADAL" clId="{A65FDE6D-D768-44DB-ADF3-5348D2950BED}" dt="2025-12-12T00:08:50.959" v="86"/>
          <ac:spMkLst>
            <pc:docMk/>
            <pc:sldMk cId="3703131428" sldId="1102"/>
            <ac:spMk id="9" creationId="{C79D0866-A090-E43E-100C-598415F04C38}"/>
          </ac:spMkLst>
        </pc:spChg>
        <pc:spChg chg="mod">
          <ac:chgData name="髙浦祐朗" userId="d6d860fe-bc64-411b-9605-a16d1ba875f6" providerId="ADAL" clId="{A65FDE6D-D768-44DB-ADF3-5348D2950BED}" dt="2025-12-12T00:09:05.079" v="103"/>
          <ac:spMkLst>
            <pc:docMk/>
            <pc:sldMk cId="3703131428" sldId="1102"/>
            <ac:spMk id="10" creationId="{F60769B9-F840-043F-1DA0-41AA3A3E95C4}"/>
          </ac:spMkLst>
        </pc:spChg>
        <pc:spChg chg="mod">
          <ac:chgData name="髙浦祐朗" userId="d6d860fe-bc64-411b-9605-a16d1ba875f6" providerId="ADAL" clId="{A65FDE6D-D768-44DB-ADF3-5348D2950BED}" dt="2025-12-12T07:26:50.163" v="425" actId="14100"/>
          <ac:spMkLst>
            <pc:docMk/>
            <pc:sldMk cId="3703131428" sldId="1102"/>
            <ac:spMk id="24" creationId="{9981E65E-52D1-06E7-B62C-88E5C962C4BB}"/>
          </ac:spMkLst>
        </pc:spChg>
        <pc:spChg chg="mod">
          <ac:chgData name="髙浦祐朗" userId="d6d860fe-bc64-411b-9605-a16d1ba875f6" providerId="ADAL" clId="{A65FDE6D-D768-44DB-ADF3-5348D2950BED}" dt="2025-12-12T07:27:16.619" v="430" actId="12788"/>
          <ac:spMkLst>
            <pc:docMk/>
            <pc:sldMk cId="3703131428" sldId="1102"/>
            <ac:spMk id="30" creationId="{E49C9C00-4C88-3DED-AD78-80F24A61AE28}"/>
          </ac:spMkLst>
        </pc:spChg>
        <pc:spChg chg="mod">
          <ac:chgData name="髙浦祐朗" userId="d6d860fe-bc64-411b-9605-a16d1ba875f6" providerId="ADAL" clId="{A65FDE6D-D768-44DB-ADF3-5348D2950BED}" dt="2025-12-12T00:09:32.763" v="126"/>
          <ac:spMkLst>
            <pc:docMk/>
            <pc:sldMk cId="3703131428" sldId="1102"/>
            <ac:spMk id="37" creationId="{6047EE92-E8BB-2DBA-0F69-181A834BA675}"/>
          </ac:spMkLst>
        </pc:spChg>
        <pc:spChg chg="mod">
          <ac:chgData name="髙浦祐朗" userId="d6d860fe-bc64-411b-9605-a16d1ba875f6" providerId="ADAL" clId="{A65FDE6D-D768-44DB-ADF3-5348D2950BED}" dt="2025-12-12T07:26:59.737" v="427" actId="1076"/>
          <ac:spMkLst>
            <pc:docMk/>
            <pc:sldMk cId="3703131428" sldId="1102"/>
            <ac:spMk id="38" creationId="{2AD9E013-F686-2FD1-698C-D175FBC3E2BC}"/>
          </ac:spMkLst>
        </pc:spChg>
        <pc:spChg chg="mod">
          <ac:chgData name="髙浦祐朗" userId="d6d860fe-bc64-411b-9605-a16d1ba875f6" providerId="ADAL" clId="{A65FDE6D-D768-44DB-ADF3-5348D2950BED}" dt="2025-12-12T07:26:59.737" v="427" actId="1076"/>
          <ac:spMkLst>
            <pc:docMk/>
            <pc:sldMk cId="3703131428" sldId="1102"/>
            <ac:spMk id="39" creationId="{E8F7F3A3-58F5-FEA7-E58E-7F9FDD0E2C69}"/>
          </ac:spMkLst>
        </pc:spChg>
        <pc:spChg chg="mod">
          <ac:chgData name="髙浦祐朗" userId="d6d860fe-bc64-411b-9605-a16d1ba875f6" providerId="ADAL" clId="{A65FDE6D-D768-44DB-ADF3-5348D2950BED}" dt="2025-12-16T04:27:56.339" v="1231"/>
          <ac:spMkLst>
            <pc:docMk/>
            <pc:sldMk cId="3703131428" sldId="1102"/>
            <ac:spMk id="64" creationId="{E73CD72B-6DA5-068C-262A-4401C4D9DA54}"/>
          </ac:spMkLst>
        </pc:spChg>
        <pc:spChg chg="mod">
          <ac:chgData name="髙浦祐朗" userId="d6d860fe-bc64-411b-9605-a16d1ba875f6" providerId="ADAL" clId="{A65FDE6D-D768-44DB-ADF3-5348D2950BED}" dt="2025-12-16T04:19:52.170" v="962" actId="553"/>
          <ac:spMkLst>
            <pc:docMk/>
            <pc:sldMk cId="3703131428" sldId="1102"/>
            <ac:spMk id="87" creationId="{E326D6E4-DC31-1435-808A-3B0131517697}"/>
          </ac:spMkLst>
        </pc:spChg>
        <pc:spChg chg="mod">
          <ac:chgData name="髙浦祐朗" userId="d6d860fe-bc64-411b-9605-a16d1ba875f6" providerId="ADAL" clId="{A65FDE6D-D768-44DB-ADF3-5348D2950BED}" dt="2025-12-16T04:19:52.170" v="962" actId="553"/>
          <ac:spMkLst>
            <pc:docMk/>
            <pc:sldMk cId="3703131428" sldId="1102"/>
            <ac:spMk id="88" creationId="{358B10C0-7217-1F66-B3D7-FBF916B25408}"/>
          </ac:spMkLst>
        </pc:spChg>
        <pc:grpChg chg="add mod">
          <ac:chgData name="髙浦祐朗" userId="d6d860fe-bc64-411b-9605-a16d1ba875f6" providerId="ADAL" clId="{A65FDE6D-D768-44DB-ADF3-5348D2950BED}" dt="2025-12-12T07:27:16.619" v="430" actId="12788"/>
          <ac:grpSpMkLst>
            <pc:docMk/>
            <pc:sldMk cId="3703131428" sldId="1102"/>
            <ac:grpSpMk id="8" creationId="{232D9611-4ED4-843A-9D9F-7A5A53FD1D55}"/>
          </ac:grpSpMkLst>
        </pc:grpChg>
        <pc:grpChg chg="mod">
          <ac:chgData name="髙浦祐朗" userId="d6d860fe-bc64-411b-9605-a16d1ba875f6" providerId="ADAL" clId="{A65FDE6D-D768-44DB-ADF3-5348D2950BED}" dt="2025-12-12T00:08:41.181" v="85" actId="14100"/>
          <ac:grpSpMkLst>
            <pc:docMk/>
            <pc:sldMk cId="3703131428" sldId="1102"/>
            <ac:grpSpMk id="14" creationId="{DDA90344-18AB-3A2A-E52C-87B67DFD8143}"/>
          </ac:grpSpMkLst>
        </pc:grpChg>
        <pc:grpChg chg="mod">
          <ac:chgData name="髙浦祐朗" userId="d6d860fe-bc64-411b-9605-a16d1ba875f6" providerId="ADAL" clId="{A65FDE6D-D768-44DB-ADF3-5348D2950BED}" dt="2025-12-12T07:27:16.619" v="430" actId="12788"/>
          <ac:grpSpMkLst>
            <pc:docMk/>
            <pc:sldMk cId="3703131428" sldId="1102"/>
            <ac:grpSpMk id="36" creationId="{74BE4F1A-CB53-048B-FB84-5853BC955DAB}"/>
          </ac:grpSpMkLst>
        </pc:grpChg>
        <pc:grpChg chg="mod">
          <ac:chgData name="髙浦祐朗" userId="d6d860fe-bc64-411b-9605-a16d1ba875f6" providerId="ADAL" clId="{A65FDE6D-D768-44DB-ADF3-5348D2950BED}" dt="2025-12-12T00:08:41.181" v="85" actId="14100"/>
          <ac:grpSpMkLst>
            <pc:docMk/>
            <pc:sldMk cId="3703131428" sldId="1102"/>
            <ac:grpSpMk id="40" creationId="{7D45572A-6564-039D-42E2-D100FDD3A02A}"/>
          </ac:grpSpMkLst>
        </pc:grpChg>
        <pc:grpChg chg="mod">
          <ac:chgData name="髙浦祐朗" userId="d6d860fe-bc64-411b-9605-a16d1ba875f6" providerId="ADAL" clId="{A65FDE6D-D768-44DB-ADF3-5348D2950BED}" dt="2025-12-12T00:11:07.679" v="194" actId="465"/>
          <ac:grpSpMkLst>
            <pc:docMk/>
            <pc:sldMk cId="3703131428" sldId="1102"/>
            <ac:grpSpMk id="43" creationId="{FEA875BE-D9E8-79FD-65C7-EFEA23812683}"/>
          </ac:grpSpMkLst>
        </pc:grpChg>
        <pc:grpChg chg="mod">
          <ac:chgData name="髙浦祐朗" userId="d6d860fe-bc64-411b-9605-a16d1ba875f6" providerId="ADAL" clId="{A65FDE6D-D768-44DB-ADF3-5348D2950BED}" dt="2025-12-12T00:11:07.679" v="194" actId="465"/>
          <ac:grpSpMkLst>
            <pc:docMk/>
            <pc:sldMk cId="3703131428" sldId="1102"/>
            <ac:grpSpMk id="56" creationId="{73ACBD6B-7455-0EDD-4932-D0A6D9353ACF}"/>
          </ac:grpSpMkLst>
        </pc:grpChg>
        <pc:grpChg chg="mod">
          <ac:chgData name="髙浦祐朗" userId="d6d860fe-bc64-411b-9605-a16d1ba875f6" providerId="ADAL" clId="{A65FDE6D-D768-44DB-ADF3-5348D2950BED}" dt="2025-12-12T07:27:16.619" v="430" actId="12788"/>
          <ac:grpSpMkLst>
            <pc:docMk/>
            <pc:sldMk cId="3703131428" sldId="1102"/>
            <ac:grpSpMk id="61" creationId="{BF9B8D69-5C51-0F59-7C7B-B4AA7FED1961}"/>
          </ac:grpSpMkLst>
        </pc:grpChg>
        <pc:cxnChg chg="mod">
          <ac:chgData name="髙浦祐朗" userId="d6d860fe-bc64-411b-9605-a16d1ba875f6" providerId="ADAL" clId="{A65FDE6D-D768-44DB-ADF3-5348D2950BED}" dt="2025-12-12T07:27:16.619" v="430" actId="12788"/>
          <ac:cxnSpMkLst>
            <pc:docMk/>
            <pc:sldMk cId="3703131428" sldId="1102"/>
            <ac:cxnSpMk id="34" creationId="{804F6137-3497-2C14-7346-DC041DFD9FE0}"/>
          </ac:cxnSpMkLst>
        </pc:cxnChg>
        <pc:cxnChg chg="mod">
          <ac:chgData name="髙浦祐朗" userId="d6d860fe-bc64-411b-9605-a16d1ba875f6" providerId="ADAL" clId="{A65FDE6D-D768-44DB-ADF3-5348D2950BED}" dt="2025-12-12T00:11:07.679" v="194" actId="465"/>
          <ac:cxnSpMkLst>
            <pc:docMk/>
            <pc:sldMk cId="3703131428" sldId="1102"/>
            <ac:cxnSpMk id="48" creationId="{B02D2D4D-3924-332F-F7F5-F534F737B379}"/>
          </ac:cxnSpMkLst>
        </pc:cxnChg>
        <pc:cxnChg chg="mod">
          <ac:chgData name="髙浦祐朗" userId="d6d860fe-bc64-411b-9605-a16d1ba875f6" providerId="ADAL" clId="{A65FDE6D-D768-44DB-ADF3-5348D2950BED}" dt="2025-12-12T07:27:16.619" v="430" actId="12788"/>
          <ac:cxnSpMkLst>
            <pc:docMk/>
            <pc:sldMk cId="3703131428" sldId="1102"/>
            <ac:cxnSpMk id="52" creationId="{53C5D386-012F-B920-5ECE-044F4C5EC6EF}"/>
          </ac:cxnSpMkLst>
        </pc:cxnChg>
        <pc:cxnChg chg="mod">
          <ac:chgData name="髙浦祐朗" userId="d6d860fe-bc64-411b-9605-a16d1ba875f6" providerId="ADAL" clId="{A65FDE6D-D768-44DB-ADF3-5348D2950BED}" dt="2025-12-16T04:19:52.170" v="962" actId="553"/>
          <ac:cxnSpMkLst>
            <pc:docMk/>
            <pc:sldMk cId="3703131428" sldId="1102"/>
            <ac:cxnSpMk id="59" creationId="{6C5BF4C1-2748-3C2D-D135-958049E0D3B7}"/>
          </ac:cxnSpMkLst>
        </pc:cxnChg>
        <pc:cxnChg chg="mod">
          <ac:chgData name="髙浦祐朗" userId="d6d860fe-bc64-411b-9605-a16d1ba875f6" providerId="ADAL" clId="{A65FDE6D-D768-44DB-ADF3-5348D2950BED}" dt="2025-12-12T00:11:14.514" v="196" actId="14100"/>
          <ac:cxnSpMkLst>
            <pc:docMk/>
            <pc:sldMk cId="3703131428" sldId="1102"/>
            <ac:cxnSpMk id="72" creationId="{73A7776E-EDE7-9544-B058-8773197D39DB}"/>
          </ac:cxnSpMkLst>
        </pc:cxnChg>
      </pc:sldChg>
      <pc:sldChg chg="modSp mod">
        <pc:chgData name="髙浦祐朗" userId="d6d860fe-bc64-411b-9605-a16d1ba875f6" providerId="ADAL" clId="{A65FDE6D-D768-44DB-ADF3-5348D2950BED}" dt="2025-12-16T04:20:33.218" v="968"/>
        <pc:sldMkLst>
          <pc:docMk/>
          <pc:sldMk cId="33298405" sldId="1260"/>
        </pc:sldMkLst>
        <pc:graphicFrameChg chg="mod modGraphic">
          <ac:chgData name="髙浦祐朗" userId="d6d860fe-bc64-411b-9605-a16d1ba875f6" providerId="ADAL" clId="{A65FDE6D-D768-44DB-ADF3-5348D2950BED}" dt="2025-12-16T04:20:33.218" v="968"/>
          <ac:graphicFrameMkLst>
            <pc:docMk/>
            <pc:sldMk cId="33298405" sldId="1260"/>
            <ac:graphicFrameMk id="6" creationId="{7A3D85B5-5C12-D3E4-86FF-2A45B0260640}"/>
          </ac:graphicFrameMkLst>
        </pc:graphicFrameChg>
      </pc:sldChg>
      <pc:sldChg chg="modSp mod">
        <pc:chgData name="髙浦祐朗" userId="d6d860fe-bc64-411b-9605-a16d1ba875f6" providerId="ADAL" clId="{A65FDE6D-D768-44DB-ADF3-5348D2950BED}" dt="2025-12-12T07:26:16.520" v="413"/>
        <pc:sldMkLst>
          <pc:docMk/>
          <pc:sldMk cId="206295735" sldId="1302"/>
        </pc:sldMkLst>
        <pc:graphicFrameChg chg="mod modGraphic">
          <ac:chgData name="髙浦祐朗" userId="d6d860fe-bc64-411b-9605-a16d1ba875f6" providerId="ADAL" clId="{A65FDE6D-D768-44DB-ADF3-5348D2950BED}" dt="2025-12-12T07:26:16.520" v="413"/>
          <ac:graphicFrameMkLst>
            <pc:docMk/>
            <pc:sldMk cId="206295735" sldId="1302"/>
            <ac:graphicFrameMk id="6" creationId="{4F98FCB3-C730-C554-3FF9-F3B1F69497DB}"/>
          </ac:graphicFrameMkLst>
        </pc:graphicFrameChg>
      </pc:sldChg>
      <pc:sldChg chg="addSp delSp modSp mod">
        <pc:chgData name="髙浦祐朗" userId="d6d860fe-bc64-411b-9605-a16d1ba875f6" providerId="ADAL" clId="{A65FDE6D-D768-44DB-ADF3-5348D2950BED}" dt="2025-12-16T04:18:36.325" v="957" actId="113"/>
        <pc:sldMkLst>
          <pc:docMk/>
          <pc:sldMk cId="3362232684" sldId="1317"/>
        </pc:sldMkLst>
        <pc:spChg chg="mod">
          <ac:chgData name="髙浦祐朗" userId="d6d860fe-bc64-411b-9605-a16d1ba875f6" providerId="ADAL" clId="{A65FDE6D-D768-44DB-ADF3-5348D2950BED}" dt="2025-12-12T00:15:25.983" v="295" actId="6549"/>
          <ac:spMkLst>
            <pc:docMk/>
            <pc:sldMk cId="3362232684" sldId="1317"/>
            <ac:spMk id="2" creationId="{F7929B1B-B99D-7955-5320-4C7D4ECBE560}"/>
          </ac:spMkLst>
        </pc:spChg>
        <pc:spChg chg="add mod">
          <ac:chgData name="髙浦祐朗" userId="d6d860fe-bc64-411b-9605-a16d1ba875f6" providerId="ADAL" clId="{A65FDE6D-D768-44DB-ADF3-5348D2950BED}" dt="2025-12-12T00:13:58.642" v="213" actId="1076"/>
          <ac:spMkLst>
            <pc:docMk/>
            <pc:sldMk cId="3362232684" sldId="1317"/>
            <ac:spMk id="3" creationId="{CF306B20-4D3A-5949-E4F6-B72203125B67}"/>
          </ac:spMkLst>
        </pc:spChg>
        <pc:spChg chg="mod">
          <ac:chgData name="髙浦祐朗" userId="d6d860fe-bc64-411b-9605-a16d1ba875f6" providerId="ADAL" clId="{A65FDE6D-D768-44DB-ADF3-5348D2950BED}" dt="2025-12-16T04:18:27.224" v="954" actId="113"/>
          <ac:spMkLst>
            <pc:docMk/>
            <pc:sldMk cId="3362232684" sldId="1317"/>
            <ac:spMk id="6" creationId="{274CA1FC-D7C4-23D0-6781-E8982229774E}"/>
          </ac:spMkLst>
        </pc:spChg>
        <pc:spChg chg="add mod">
          <ac:chgData name="髙浦祐朗" userId="d6d860fe-bc64-411b-9605-a16d1ba875f6" providerId="ADAL" clId="{A65FDE6D-D768-44DB-ADF3-5348D2950BED}" dt="2025-12-12T00:15:17.414" v="267"/>
          <ac:spMkLst>
            <pc:docMk/>
            <pc:sldMk cId="3362232684" sldId="1317"/>
            <ac:spMk id="9" creationId="{30551DE2-346A-0A3C-71BD-9171842EDEEE}"/>
          </ac:spMkLst>
        </pc:spChg>
        <pc:spChg chg="add mod">
          <ac:chgData name="髙浦祐朗" userId="d6d860fe-bc64-411b-9605-a16d1ba875f6" providerId="ADAL" clId="{A65FDE6D-D768-44DB-ADF3-5348D2950BED}" dt="2025-12-12T00:15:37.613" v="297" actId="1076"/>
          <ac:spMkLst>
            <pc:docMk/>
            <pc:sldMk cId="3362232684" sldId="1317"/>
            <ac:spMk id="10" creationId="{F39A60AF-933C-C9A2-5CA5-93085ED4D0A8}"/>
          </ac:spMkLst>
        </pc:spChg>
        <pc:spChg chg="add mod">
          <ac:chgData name="髙浦祐朗" userId="d6d860fe-bc64-411b-9605-a16d1ba875f6" providerId="ADAL" clId="{A65FDE6D-D768-44DB-ADF3-5348D2950BED}" dt="2025-12-12T00:15:40.968" v="308"/>
          <ac:spMkLst>
            <pc:docMk/>
            <pc:sldMk cId="3362232684" sldId="1317"/>
            <ac:spMk id="12" creationId="{D41EBA70-1195-17A5-E869-726D4DD821D7}"/>
          </ac:spMkLst>
        </pc:spChg>
        <pc:spChg chg="add mod">
          <ac:chgData name="髙浦祐朗" userId="d6d860fe-bc64-411b-9605-a16d1ba875f6" providerId="ADAL" clId="{A65FDE6D-D768-44DB-ADF3-5348D2950BED}" dt="2025-12-16T04:18:36.325" v="957" actId="113"/>
          <ac:spMkLst>
            <pc:docMk/>
            <pc:sldMk cId="3362232684" sldId="1317"/>
            <ac:spMk id="16" creationId="{9E2D9945-A92F-25D7-579D-4B926FFA81FC}"/>
          </ac:spMkLst>
        </pc:spChg>
        <pc:cxnChg chg="add mod">
          <ac:chgData name="髙浦祐朗" userId="d6d860fe-bc64-411b-9605-a16d1ba875f6" providerId="ADAL" clId="{A65FDE6D-D768-44DB-ADF3-5348D2950BED}" dt="2025-12-12T00:14:18.292" v="216" actId="1582"/>
          <ac:cxnSpMkLst>
            <pc:docMk/>
            <pc:sldMk cId="3362232684" sldId="1317"/>
            <ac:cxnSpMk id="8" creationId="{40F28B4A-B31A-D7E4-5DD4-EC4E5F58B18E}"/>
          </ac:cxnSpMkLst>
        </pc:cxnChg>
        <pc:cxnChg chg="add mod">
          <ac:chgData name="髙浦祐朗" userId="d6d860fe-bc64-411b-9605-a16d1ba875f6" providerId="ADAL" clId="{A65FDE6D-D768-44DB-ADF3-5348D2950BED}" dt="2025-12-12T00:15:37.613" v="297" actId="1076"/>
          <ac:cxnSpMkLst>
            <pc:docMk/>
            <pc:sldMk cId="3362232684" sldId="1317"/>
            <ac:cxnSpMk id="11" creationId="{7E081074-0803-35D9-F325-C053E5A2DE16}"/>
          </ac:cxnSpMkLst>
        </pc:cxnChg>
      </pc:sldChg>
      <pc:sldChg chg="addSp delSp modSp mod">
        <pc:chgData name="髙浦祐朗" userId="d6d860fe-bc64-411b-9605-a16d1ba875f6" providerId="ADAL" clId="{A65FDE6D-D768-44DB-ADF3-5348D2950BED}" dt="2025-12-16T04:23:27.446" v="1056" actId="21"/>
        <pc:sldMkLst>
          <pc:docMk/>
          <pc:sldMk cId="3772567410" sldId="1318"/>
        </pc:sldMkLst>
        <pc:spChg chg="mod">
          <ac:chgData name="髙浦祐朗" userId="d6d860fe-bc64-411b-9605-a16d1ba875f6" providerId="ADAL" clId="{A65FDE6D-D768-44DB-ADF3-5348D2950BED}" dt="2025-12-12T00:12:20.343" v="206" actId="1076"/>
          <ac:spMkLst>
            <pc:docMk/>
            <pc:sldMk cId="3772567410" sldId="1318"/>
            <ac:spMk id="4" creationId="{3F022696-4196-7BD7-AFA1-576144ECFA9D}"/>
          </ac:spMkLst>
        </pc:spChg>
        <pc:spChg chg="add del mod">
          <ac:chgData name="髙浦祐朗" userId="d6d860fe-bc64-411b-9605-a16d1ba875f6" providerId="ADAL" clId="{A65FDE6D-D768-44DB-ADF3-5348D2950BED}" dt="2025-12-16T04:23:27.446" v="1056" actId="21"/>
          <ac:spMkLst>
            <pc:docMk/>
            <pc:sldMk cId="3772567410" sldId="1318"/>
            <ac:spMk id="7" creationId="{E3003D39-D17C-557D-B05B-C53B12FED05E}"/>
          </ac:spMkLst>
        </pc:spChg>
        <pc:graphicFrameChg chg="mod modGraphic">
          <ac:chgData name="髙浦祐朗" userId="d6d860fe-bc64-411b-9605-a16d1ba875f6" providerId="ADAL" clId="{A65FDE6D-D768-44DB-ADF3-5348D2950BED}" dt="2025-12-12T08:42:50.376" v="492"/>
          <ac:graphicFrameMkLst>
            <pc:docMk/>
            <pc:sldMk cId="3772567410" sldId="1318"/>
            <ac:graphicFrameMk id="5" creationId="{97E65FC0-BBB0-C921-A3CE-684542BFDF34}"/>
          </ac:graphicFrameMkLst>
        </pc:graphicFrameChg>
      </pc:sldChg>
      <pc:sldChg chg="modSp mod">
        <pc:chgData name="髙浦祐朗" userId="d6d860fe-bc64-411b-9605-a16d1ba875f6" providerId="ADAL" clId="{A65FDE6D-D768-44DB-ADF3-5348D2950BED}" dt="2025-12-12T07:22:46.951" v="324" actId="408"/>
        <pc:sldMkLst>
          <pc:docMk/>
          <pc:sldMk cId="2209164470" sldId="1319"/>
        </pc:sldMkLst>
        <pc:picChg chg="mod">
          <ac:chgData name="髙浦祐朗" userId="d6d860fe-bc64-411b-9605-a16d1ba875f6" providerId="ADAL" clId="{A65FDE6D-D768-44DB-ADF3-5348D2950BED}" dt="2025-12-12T07:22:46.951" v="324" actId="408"/>
          <ac:picMkLst>
            <pc:docMk/>
            <pc:sldMk cId="2209164470" sldId="1319"/>
            <ac:picMk id="10" creationId="{F135F320-9FFF-8C21-09FE-B7DA3DE34FD1}"/>
          </ac:picMkLst>
        </pc:picChg>
      </pc:sldChg>
      <pc:sldChg chg="modSp mod">
        <pc:chgData name="髙浦祐朗" userId="d6d860fe-bc64-411b-9605-a16d1ba875f6" providerId="ADAL" clId="{A65FDE6D-D768-44DB-ADF3-5348D2950BED}" dt="2025-12-12T07:28:50.442" v="455" actId="408"/>
        <pc:sldMkLst>
          <pc:docMk/>
          <pc:sldMk cId="1324652968" sldId="1321"/>
        </pc:sldMkLst>
        <pc:picChg chg="mod">
          <ac:chgData name="髙浦祐朗" userId="d6d860fe-bc64-411b-9605-a16d1ba875f6" providerId="ADAL" clId="{A65FDE6D-D768-44DB-ADF3-5348D2950BED}" dt="2025-12-12T07:28:50.442" v="455" actId="408"/>
          <ac:picMkLst>
            <pc:docMk/>
            <pc:sldMk cId="1324652968" sldId="1321"/>
            <ac:picMk id="9" creationId="{B5E5B23A-7F15-00F1-E942-411C84AC1AE5}"/>
          </ac:picMkLst>
        </pc:picChg>
      </pc:sldChg>
      <pc:sldChg chg="modSp mod">
        <pc:chgData name="髙浦祐朗" userId="d6d860fe-bc64-411b-9605-a16d1ba875f6" providerId="ADAL" clId="{A65FDE6D-D768-44DB-ADF3-5348D2950BED}" dt="2025-12-16T04:19:15.974" v="961"/>
        <pc:sldMkLst>
          <pc:docMk/>
          <pc:sldMk cId="654872216" sldId="1325"/>
        </pc:sldMkLst>
        <pc:graphicFrameChg chg="mod modGraphic">
          <ac:chgData name="髙浦祐朗" userId="d6d860fe-bc64-411b-9605-a16d1ba875f6" providerId="ADAL" clId="{A65FDE6D-D768-44DB-ADF3-5348D2950BED}" dt="2025-12-16T04:19:15.974" v="961"/>
          <ac:graphicFrameMkLst>
            <pc:docMk/>
            <pc:sldMk cId="654872216" sldId="1325"/>
            <ac:graphicFrameMk id="7" creationId="{826E2305-FBB8-5BF8-85BC-CD709F93B120}"/>
          </ac:graphicFrameMkLst>
        </pc:graphicFrameChg>
      </pc:sldChg>
    </pc:docChg>
  </pc:docChgLst>
  <pc:docChgLst>
    <pc:chgData name="川名翔太" userId="902a1c22-1104-4fc2-ba41-1ee47f89ed5e" providerId="ADAL" clId="{6867D7A5-5D1E-496A-A323-39A84F6ED60A}"/>
    <pc:docChg chg="undo redo custSel addSld delSld modSld sldOrd">
      <pc:chgData name="川名翔太" userId="902a1c22-1104-4fc2-ba41-1ee47f89ed5e" providerId="ADAL" clId="{6867D7A5-5D1E-496A-A323-39A84F6ED60A}" dt="2025-12-12T07:14:41.200" v="3706" actId="20577"/>
      <pc:docMkLst>
        <pc:docMk/>
      </pc:docMkLst>
      <pc:sldChg chg="modSp mod">
        <pc:chgData name="川名翔太" userId="902a1c22-1104-4fc2-ba41-1ee47f89ed5e" providerId="ADAL" clId="{6867D7A5-5D1E-496A-A323-39A84F6ED60A}" dt="2025-11-27T00:02:42.114" v="1050" actId="20577"/>
        <pc:sldMkLst>
          <pc:docMk/>
          <pc:sldMk cId="3201888243" sldId="714"/>
        </pc:sldMkLst>
        <pc:spChg chg="mod">
          <ac:chgData name="川名翔太" userId="902a1c22-1104-4fc2-ba41-1ee47f89ed5e" providerId="ADAL" clId="{6867D7A5-5D1E-496A-A323-39A84F6ED60A}" dt="2025-11-27T00:02:42.114" v="1050" actId="20577"/>
          <ac:spMkLst>
            <pc:docMk/>
            <pc:sldMk cId="3201888243" sldId="714"/>
            <ac:spMk id="4" creationId="{00000000-0000-0000-0000-000000000000}"/>
          </ac:spMkLst>
        </pc:spChg>
      </pc:sldChg>
      <pc:sldChg chg="modSp mod ord">
        <pc:chgData name="川名翔太" userId="902a1c22-1104-4fc2-ba41-1ee47f89ed5e" providerId="ADAL" clId="{6867D7A5-5D1E-496A-A323-39A84F6ED60A}" dt="2025-12-10T05:35:35.938" v="1451"/>
        <pc:sldMkLst>
          <pc:docMk/>
          <pc:sldMk cId="3652970849" sldId="748"/>
        </pc:sldMkLst>
      </pc:sldChg>
      <pc:sldChg chg="addSp delSp modSp mod">
        <pc:chgData name="川名翔太" userId="902a1c22-1104-4fc2-ba41-1ee47f89ed5e" providerId="ADAL" clId="{6867D7A5-5D1E-496A-A323-39A84F6ED60A}" dt="2025-12-10T05:19:44.556" v="1433" actId="21"/>
        <pc:sldMkLst>
          <pc:docMk/>
          <pc:sldMk cId="1490667582" sldId="843"/>
        </pc:sldMkLst>
      </pc:sldChg>
      <pc:sldChg chg="addSp delSp modSp mod">
        <pc:chgData name="川名翔太" userId="902a1c22-1104-4fc2-ba41-1ee47f89ed5e" providerId="ADAL" clId="{6867D7A5-5D1E-496A-A323-39A84F6ED60A}" dt="2025-12-12T07:14:41.200" v="3706" actId="20577"/>
        <pc:sldMkLst>
          <pc:docMk/>
          <pc:sldMk cId="2513257283" sldId="1096"/>
        </pc:sldMkLst>
        <pc:spChg chg="mod">
          <ac:chgData name="川名翔太" userId="902a1c22-1104-4fc2-ba41-1ee47f89ed5e" providerId="ADAL" clId="{6867D7A5-5D1E-496A-A323-39A84F6ED60A}" dt="2025-12-12T07:14:41.200" v="3706" actId="20577"/>
          <ac:spMkLst>
            <pc:docMk/>
            <pc:sldMk cId="2513257283" sldId="1096"/>
            <ac:spMk id="8" creationId="{6AE8CC45-2A20-B6E7-E20B-802E66F6B3D5}"/>
          </ac:spMkLst>
        </pc:spChg>
      </pc:sldChg>
      <pc:sldChg chg="addSp delSp modSp mod ord">
        <pc:chgData name="川名翔太" userId="902a1c22-1104-4fc2-ba41-1ee47f89ed5e" providerId="ADAL" clId="{6867D7A5-5D1E-496A-A323-39A84F6ED60A}" dt="2025-12-12T02:33:30.615" v="3612"/>
        <pc:sldMkLst>
          <pc:docMk/>
          <pc:sldMk cId="3703131428" sldId="1102"/>
        </pc:sldMkLst>
        <pc:spChg chg="mod">
          <ac:chgData name="川名翔太" userId="902a1c22-1104-4fc2-ba41-1ee47f89ed5e" providerId="ADAL" clId="{6867D7A5-5D1E-496A-A323-39A84F6ED60A}" dt="2025-12-10T08:04:38.108" v="2051" actId="6549"/>
          <ac:spMkLst>
            <pc:docMk/>
            <pc:sldMk cId="3703131428" sldId="1102"/>
            <ac:spMk id="5" creationId="{BA3C1E6C-6305-3F60-09DA-3E0D1673FBA2}"/>
          </ac:spMkLst>
        </pc:spChg>
        <pc:spChg chg="mod">
          <ac:chgData name="川名翔太" userId="902a1c22-1104-4fc2-ba41-1ee47f89ed5e" providerId="ADAL" clId="{6867D7A5-5D1E-496A-A323-39A84F6ED60A}" dt="2025-12-10T08:04:30.126" v="2034" actId="20577"/>
          <ac:spMkLst>
            <pc:docMk/>
            <pc:sldMk cId="3703131428" sldId="1102"/>
            <ac:spMk id="6" creationId="{A1619B9A-D2E7-6EED-DD9B-6FA1D9ACE286}"/>
          </ac:spMkLst>
        </pc:spChg>
        <pc:spChg chg="mod">
          <ac:chgData name="川名翔太" userId="902a1c22-1104-4fc2-ba41-1ee47f89ed5e" providerId="ADAL" clId="{6867D7A5-5D1E-496A-A323-39A84F6ED60A}" dt="2025-12-10T08:19:18.127" v="2080" actId="1076"/>
          <ac:spMkLst>
            <pc:docMk/>
            <pc:sldMk cId="3703131428" sldId="1102"/>
            <ac:spMk id="38" creationId="{2AD9E013-F686-2FD1-698C-D175FBC3E2BC}"/>
          </ac:spMkLst>
        </pc:spChg>
        <pc:spChg chg="mod">
          <ac:chgData name="川名翔太" userId="902a1c22-1104-4fc2-ba41-1ee47f89ed5e" providerId="ADAL" clId="{6867D7A5-5D1E-496A-A323-39A84F6ED60A}" dt="2025-12-10T08:04:04.990" v="2001"/>
          <ac:spMkLst>
            <pc:docMk/>
            <pc:sldMk cId="3703131428" sldId="1102"/>
            <ac:spMk id="47" creationId="{2E8D1934-EA8D-35FD-4885-FB50A09461F7}"/>
          </ac:spMkLst>
        </pc:spChg>
        <pc:spChg chg="mod">
          <ac:chgData name="川名翔太" userId="902a1c22-1104-4fc2-ba41-1ee47f89ed5e" providerId="ADAL" clId="{6867D7A5-5D1E-496A-A323-39A84F6ED60A}" dt="2025-12-10T08:18:27.143" v="2054" actId="6549"/>
          <ac:spMkLst>
            <pc:docMk/>
            <pc:sldMk cId="3703131428" sldId="1102"/>
            <ac:spMk id="88" creationId="{358B10C0-7217-1F66-B3D7-FBF916B25408}"/>
          </ac:spMkLst>
        </pc:spChg>
        <pc:grpChg chg="add mod">
          <ac:chgData name="川名翔太" userId="902a1c22-1104-4fc2-ba41-1ee47f89ed5e" providerId="ADAL" clId="{6867D7A5-5D1E-496A-A323-39A84F6ED60A}" dt="2025-12-10T08:19:21.062" v="2081" actId="1076"/>
          <ac:grpSpMkLst>
            <pc:docMk/>
            <pc:sldMk cId="3703131428" sldId="1102"/>
            <ac:grpSpMk id="3" creationId="{E461406B-B658-68A5-4FD8-C89AA90391CB}"/>
          </ac:grpSpMkLst>
        </pc:grpChg>
      </pc:sldChg>
      <pc:sldChg chg="modSp mod ord">
        <pc:chgData name="川名翔太" userId="902a1c22-1104-4fc2-ba41-1ee47f89ed5e" providerId="ADAL" clId="{6867D7A5-5D1E-496A-A323-39A84F6ED60A}" dt="2025-12-12T02:51:55.972" v="3693" actId="122"/>
        <pc:sldMkLst>
          <pc:docMk/>
          <pc:sldMk cId="33298405" sldId="1260"/>
        </pc:sldMkLst>
        <pc:graphicFrameChg chg="mod modGraphic">
          <ac:chgData name="川名翔太" userId="902a1c22-1104-4fc2-ba41-1ee47f89ed5e" providerId="ADAL" clId="{6867D7A5-5D1E-496A-A323-39A84F6ED60A}" dt="2025-12-12T02:51:55.972" v="3693" actId="122"/>
          <ac:graphicFrameMkLst>
            <pc:docMk/>
            <pc:sldMk cId="33298405" sldId="1260"/>
            <ac:graphicFrameMk id="6" creationId="{7A3D85B5-5C12-D3E4-86FF-2A45B0260640}"/>
          </ac:graphicFrameMkLst>
        </pc:graphicFrameChg>
      </pc:sldChg>
      <pc:sldChg chg="modSp mod">
        <pc:chgData name="川名翔太" userId="902a1c22-1104-4fc2-ba41-1ee47f89ed5e" providerId="ADAL" clId="{6867D7A5-5D1E-496A-A323-39A84F6ED60A}" dt="2025-12-10T08:20:35.389" v="2164" actId="20577"/>
        <pc:sldMkLst>
          <pc:docMk/>
          <pc:sldMk cId="3648234977" sldId="1267"/>
        </pc:sldMkLst>
        <pc:spChg chg="mod">
          <ac:chgData name="川名翔太" userId="902a1c22-1104-4fc2-ba41-1ee47f89ed5e" providerId="ADAL" clId="{6867D7A5-5D1E-496A-A323-39A84F6ED60A}" dt="2025-12-10T07:47:24.770" v="1526" actId="20577"/>
          <ac:spMkLst>
            <pc:docMk/>
            <pc:sldMk cId="3648234977" sldId="1267"/>
            <ac:spMk id="14" creationId="{71093063-840D-9B8F-7D37-554728853DE1}"/>
          </ac:spMkLst>
        </pc:spChg>
        <pc:spChg chg="mod">
          <ac:chgData name="川名翔太" userId="902a1c22-1104-4fc2-ba41-1ee47f89ed5e" providerId="ADAL" clId="{6867D7A5-5D1E-496A-A323-39A84F6ED60A}" dt="2025-12-10T08:20:35.389" v="2164" actId="20577"/>
          <ac:spMkLst>
            <pc:docMk/>
            <pc:sldMk cId="3648234977" sldId="1267"/>
            <ac:spMk id="23" creationId="{2A467660-12E5-4A6A-6A33-342C9B8DAD5B}"/>
          </ac:spMkLst>
        </pc:spChg>
      </pc:sldChg>
      <pc:sldChg chg="modSp mod">
        <pc:chgData name="川名翔太" userId="902a1c22-1104-4fc2-ba41-1ee47f89ed5e" providerId="ADAL" clId="{6867D7A5-5D1E-496A-A323-39A84F6ED60A}" dt="2025-12-12T02:50:56.908" v="3690" actId="2711"/>
        <pc:sldMkLst>
          <pc:docMk/>
          <pc:sldMk cId="3332083236" sldId="1271"/>
        </pc:sldMkLst>
        <pc:spChg chg="mod">
          <ac:chgData name="川名翔太" userId="902a1c22-1104-4fc2-ba41-1ee47f89ed5e" providerId="ADAL" clId="{6867D7A5-5D1E-496A-A323-39A84F6ED60A}" dt="2025-12-12T02:50:56.908" v="3690" actId="2711"/>
          <ac:spMkLst>
            <pc:docMk/>
            <pc:sldMk cId="3332083236" sldId="1271"/>
            <ac:spMk id="155" creationId="{27E49E27-E0FC-DCDA-C62C-2A5E3B3C09B0}"/>
          </ac:spMkLst>
        </pc:spChg>
        <pc:spChg chg="mod">
          <ac:chgData name="川名翔太" userId="902a1c22-1104-4fc2-ba41-1ee47f89ed5e" providerId="ADAL" clId="{6867D7A5-5D1E-496A-A323-39A84F6ED60A}" dt="2025-12-10T05:33:07.790" v="1446"/>
          <ac:spMkLst>
            <pc:docMk/>
            <pc:sldMk cId="3332083236" sldId="1271"/>
            <ac:spMk id="157" creationId="{9CFF2A2D-202C-20D5-FBBD-00E364425127}"/>
          </ac:spMkLst>
        </pc:spChg>
        <pc:spChg chg="mod">
          <ac:chgData name="川名翔太" userId="902a1c22-1104-4fc2-ba41-1ee47f89ed5e" providerId="ADAL" clId="{6867D7A5-5D1E-496A-A323-39A84F6ED60A}" dt="2025-12-10T05:33:07.790" v="1446"/>
          <ac:spMkLst>
            <pc:docMk/>
            <pc:sldMk cId="3332083236" sldId="1271"/>
            <ac:spMk id="158" creationId="{896FD994-A8D9-69DB-EF94-4C65545F2FBC}"/>
          </ac:spMkLst>
        </pc:spChg>
        <pc:spChg chg="mod">
          <ac:chgData name="川名翔太" userId="902a1c22-1104-4fc2-ba41-1ee47f89ed5e" providerId="ADAL" clId="{6867D7A5-5D1E-496A-A323-39A84F6ED60A}" dt="2025-12-12T02:50:56.908" v="3690" actId="2711"/>
          <ac:spMkLst>
            <pc:docMk/>
            <pc:sldMk cId="3332083236" sldId="1271"/>
            <ac:spMk id="159" creationId="{045923F4-059E-989F-C450-CF980D018D4D}"/>
          </ac:spMkLst>
        </pc:spChg>
        <pc:spChg chg="mod">
          <ac:chgData name="川名翔太" userId="902a1c22-1104-4fc2-ba41-1ee47f89ed5e" providerId="ADAL" clId="{6867D7A5-5D1E-496A-A323-39A84F6ED60A}" dt="2025-12-12T02:50:56.908" v="3690" actId="2711"/>
          <ac:spMkLst>
            <pc:docMk/>
            <pc:sldMk cId="3332083236" sldId="1271"/>
            <ac:spMk id="160" creationId="{014A3E58-295A-1F95-6F28-F4BFF73EB02B}"/>
          </ac:spMkLst>
        </pc:spChg>
        <pc:spChg chg="mod">
          <ac:chgData name="川名翔太" userId="902a1c22-1104-4fc2-ba41-1ee47f89ed5e" providerId="ADAL" clId="{6867D7A5-5D1E-496A-A323-39A84F6ED60A}" dt="2025-12-10T05:33:10.363" v="1448" actId="6549"/>
          <ac:spMkLst>
            <pc:docMk/>
            <pc:sldMk cId="3332083236" sldId="1271"/>
            <ac:spMk id="161" creationId="{2A77212E-20AD-4C2F-CB43-84CC046639DA}"/>
          </ac:spMkLst>
        </pc:spChg>
        <pc:spChg chg="mod">
          <ac:chgData name="川名翔太" userId="902a1c22-1104-4fc2-ba41-1ee47f89ed5e" providerId="ADAL" clId="{6867D7A5-5D1E-496A-A323-39A84F6ED60A}" dt="2025-12-12T02:50:56.908" v="3690" actId="2711"/>
          <ac:spMkLst>
            <pc:docMk/>
            <pc:sldMk cId="3332083236" sldId="1271"/>
            <ac:spMk id="163" creationId="{F8DD5349-1F13-3392-274D-8A63D72AB365}"/>
          </ac:spMkLst>
        </pc:spChg>
        <pc:spChg chg="mod">
          <ac:chgData name="川名翔太" userId="902a1c22-1104-4fc2-ba41-1ee47f89ed5e" providerId="ADAL" clId="{6867D7A5-5D1E-496A-A323-39A84F6ED60A}" dt="2025-12-12T02:50:56.908" v="3690" actId="2711"/>
          <ac:spMkLst>
            <pc:docMk/>
            <pc:sldMk cId="3332083236" sldId="1271"/>
            <ac:spMk id="164" creationId="{8CF50243-F566-F174-D695-D709708F6561}"/>
          </ac:spMkLst>
        </pc:spChg>
        <pc:spChg chg="mod">
          <ac:chgData name="川名翔太" userId="902a1c22-1104-4fc2-ba41-1ee47f89ed5e" providerId="ADAL" clId="{6867D7A5-5D1E-496A-A323-39A84F6ED60A}" dt="2025-12-12T02:50:56.908" v="3690" actId="2711"/>
          <ac:spMkLst>
            <pc:docMk/>
            <pc:sldMk cId="3332083236" sldId="1271"/>
            <ac:spMk id="165" creationId="{8EC8FBA7-410B-8B2D-CC88-6377253129F6}"/>
          </ac:spMkLst>
        </pc:spChg>
        <pc:spChg chg="mod">
          <ac:chgData name="川名翔太" userId="902a1c22-1104-4fc2-ba41-1ee47f89ed5e" providerId="ADAL" clId="{6867D7A5-5D1E-496A-A323-39A84F6ED60A}" dt="2025-12-10T05:32:46.860" v="1442"/>
          <ac:spMkLst>
            <pc:docMk/>
            <pc:sldMk cId="3332083236" sldId="1271"/>
            <ac:spMk id="166" creationId="{5E4E53A2-63A6-9BDF-70FB-1E5A9EC815F0}"/>
          </ac:spMkLst>
        </pc:spChg>
        <pc:spChg chg="mod">
          <ac:chgData name="川名翔太" userId="902a1c22-1104-4fc2-ba41-1ee47f89ed5e" providerId="ADAL" clId="{6867D7A5-5D1E-496A-A323-39A84F6ED60A}" dt="2025-12-12T02:50:56.908" v="3690" actId="2711"/>
          <ac:spMkLst>
            <pc:docMk/>
            <pc:sldMk cId="3332083236" sldId="1271"/>
            <ac:spMk id="167" creationId="{0FBBDE85-35D2-6D56-286C-AE529209E7DE}"/>
          </ac:spMkLst>
        </pc:spChg>
        <pc:spChg chg="mod">
          <ac:chgData name="川名翔太" userId="902a1c22-1104-4fc2-ba41-1ee47f89ed5e" providerId="ADAL" clId="{6867D7A5-5D1E-496A-A323-39A84F6ED60A}" dt="2025-12-12T02:50:56.908" v="3690" actId="2711"/>
          <ac:spMkLst>
            <pc:docMk/>
            <pc:sldMk cId="3332083236" sldId="1271"/>
            <ac:spMk id="169" creationId="{41A6EEFC-30D8-F8FD-C16E-B61382A594D5}"/>
          </ac:spMkLst>
        </pc:spChg>
        <pc:spChg chg="mod">
          <ac:chgData name="川名翔太" userId="902a1c22-1104-4fc2-ba41-1ee47f89ed5e" providerId="ADAL" clId="{6867D7A5-5D1E-496A-A323-39A84F6ED60A}" dt="2025-12-12T02:50:56.908" v="3690" actId="2711"/>
          <ac:spMkLst>
            <pc:docMk/>
            <pc:sldMk cId="3332083236" sldId="1271"/>
            <ac:spMk id="170" creationId="{068EFC9F-DE00-E7C6-D7D1-985E5E1C1DD8}"/>
          </ac:spMkLst>
        </pc:spChg>
        <pc:spChg chg="mod">
          <ac:chgData name="川名翔太" userId="902a1c22-1104-4fc2-ba41-1ee47f89ed5e" providerId="ADAL" clId="{6867D7A5-5D1E-496A-A323-39A84F6ED60A}" dt="2025-12-12T02:50:56.908" v="3690" actId="2711"/>
          <ac:spMkLst>
            <pc:docMk/>
            <pc:sldMk cId="3332083236" sldId="1271"/>
            <ac:spMk id="171" creationId="{5AA1C51B-130F-47C4-ADA2-363900B01B6E}"/>
          </ac:spMkLst>
        </pc:spChg>
        <pc:spChg chg="mod">
          <ac:chgData name="川名翔太" userId="902a1c22-1104-4fc2-ba41-1ee47f89ed5e" providerId="ADAL" clId="{6867D7A5-5D1E-496A-A323-39A84F6ED60A}" dt="2025-12-10T05:32:35.400" v="1441" actId="6549"/>
          <ac:spMkLst>
            <pc:docMk/>
            <pc:sldMk cId="3332083236" sldId="1271"/>
            <ac:spMk id="173" creationId="{89366D62-965F-E652-425E-EB07F31D144A}"/>
          </ac:spMkLst>
        </pc:spChg>
        <pc:grpChg chg="mod">
          <ac:chgData name="川名翔太" userId="902a1c22-1104-4fc2-ba41-1ee47f89ed5e" providerId="ADAL" clId="{6867D7A5-5D1E-496A-A323-39A84F6ED60A}" dt="2025-12-10T05:33:07.790" v="1446"/>
          <ac:grpSpMkLst>
            <pc:docMk/>
            <pc:sldMk cId="3332083236" sldId="1271"/>
            <ac:grpSpMk id="156" creationId="{26EA07DF-E8AA-5370-0A3E-732F872CAD6D}"/>
          </ac:grpSpMkLst>
        </pc:grpChg>
        <pc:grpChg chg="mod">
          <ac:chgData name="川名翔太" userId="902a1c22-1104-4fc2-ba41-1ee47f89ed5e" providerId="ADAL" clId="{6867D7A5-5D1E-496A-A323-39A84F6ED60A}" dt="2025-12-10T05:32:46.860" v="1442"/>
          <ac:grpSpMkLst>
            <pc:docMk/>
            <pc:sldMk cId="3332083236" sldId="1271"/>
            <ac:grpSpMk id="162" creationId="{31808FAF-EEA5-2161-F83D-20BF30A53994}"/>
          </ac:grpSpMkLst>
        </pc:grpChg>
      </pc:sldChg>
      <pc:sldChg chg="addSp delSp modSp mod">
        <pc:chgData name="川名翔太" userId="902a1c22-1104-4fc2-ba41-1ee47f89ed5e" providerId="ADAL" clId="{6867D7A5-5D1E-496A-A323-39A84F6ED60A}" dt="2025-12-12T02:30:42.121" v="3537" actId="404"/>
        <pc:sldMkLst>
          <pc:docMk/>
          <pc:sldMk cId="2710341476" sldId="1300"/>
        </pc:sldMkLst>
        <pc:spChg chg="add mod">
          <ac:chgData name="川名翔太" userId="902a1c22-1104-4fc2-ba41-1ee47f89ed5e" providerId="ADAL" clId="{6867D7A5-5D1E-496A-A323-39A84F6ED60A}" dt="2025-12-12T02:30:42.121" v="3537" actId="404"/>
          <ac:spMkLst>
            <pc:docMk/>
            <pc:sldMk cId="2710341476" sldId="1300"/>
            <ac:spMk id="3" creationId="{6161DDB6-B035-E285-C49E-9237A1F2B255}"/>
          </ac:spMkLst>
        </pc:spChg>
        <pc:spChg chg="mod">
          <ac:chgData name="川名翔太" userId="902a1c22-1104-4fc2-ba41-1ee47f89ed5e" providerId="ADAL" clId="{6867D7A5-5D1E-496A-A323-39A84F6ED60A}" dt="2025-12-12T02:29:25.374" v="3401" actId="2711"/>
          <ac:spMkLst>
            <pc:docMk/>
            <pc:sldMk cId="2710341476" sldId="1300"/>
            <ac:spMk id="16" creationId="{836CB94B-D248-FFE9-DA39-638F8966292D}"/>
          </ac:spMkLst>
        </pc:spChg>
        <pc:spChg chg="mod">
          <ac:chgData name="川名翔太" userId="902a1c22-1104-4fc2-ba41-1ee47f89ed5e" providerId="ADAL" clId="{6867D7A5-5D1E-496A-A323-39A84F6ED60A}" dt="2025-12-12T02:29:25.374" v="3401" actId="2711"/>
          <ac:spMkLst>
            <pc:docMk/>
            <pc:sldMk cId="2710341476" sldId="1300"/>
            <ac:spMk id="17" creationId="{F7D41A81-7C12-593E-A6C0-6C3295F6AB67}"/>
          </ac:spMkLst>
        </pc:spChg>
        <pc:spChg chg="mod">
          <ac:chgData name="川名翔太" userId="902a1c22-1104-4fc2-ba41-1ee47f89ed5e" providerId="ADAL" clId="{6867D7A5-5D1E-496A-A323-39A84F6ED60A}" dt="2025-12-12T02:29:25.374" v="3401" actId="2711"/>
          <ac:spMkLst>
            <pc:docMk/>
            <pc:sldMk cId="2710341476" sldId="1300"/>
            <ac:spMk id="19" creationId="{4B837D06-9977-50E0-1BCF-197C465FE2C6}"/>
          </ac:spMkLst>
        </pc:spChg>
        <pc:spChg chg="mod">
          <ac:chgData name="川名翔太" userId="902a1c22-1104-4fc2-ba41-1ee47f89ed5e" providerId="ADAL" clId="{6867D7A5-5D1E-496A-A323-39A84F6ED60A}" dt="2025-12-12T02:29:25.374" v="3401" actId="2711"/>
          <ac:spMkLst>
            <pc:docMk/>
            <pc:sldMk cId="2710341476" sldId="1300"/>
            <ac:spMk id="22" creationId="{681CD31E-52BB-61B7-EC7B-30E0B773CC5D}"/>
          </ac:spMkLst>
        </pc:spChg>
        <pc:spChg chg="mod">
          <ac:chgData name="川名翔太" userId="902a1c22-1104-4fc2-ba41-1ee47f89ed5e" providerId="ADAL" clId="{6867D7A5-5D1E-496A-A323-39A84F6ED60A}" dt="2025-12-12T02:29:25.374" v="3401" actId="2711"/>
          <ac:spMkLst>
            <pc:docMk/>
            <pc:sldMk cId="2710341476" sldId="1300"/>
            <ac:spMk id="31" creationId="{A1C86E13-9BE5-8865-80C2-EB4CF8CB7BAA}"/>
          </ac:spMkLst>
        </pc:spChg>
        <pc:spChg chg="mod">
          <ac:chgData name="川名翔太" userId="902a1c22-1104-4fc2-ba41-1ee47f89ed5e" providerId="ADAL" clId="{6867D7A5-5D1E-496A-A323-39A84F6ED60A}" dt="2025-12-12T02:29:25.374" v="3401" actId="2711"/>
          <ac:spMkLst>
            <pc:docMk/>
            <pc:sldMk cId="2710341476" sldId="1300"/>
            <ac:spMk id="39" creationId="{D11F4983-F3D5-4556-A4AF-EA3BE406526C}"/>
          </ac:spMkLst>
        </pc:spChg>
        <pc:spChg chg="add del mod">
          <ac:chgData name="川名翔太" userId="902a1c22-1104-4fc2-ba41-1ee47f89ed5e" providerId="ADAL" clId="{6867D7A5-5D1E-496A-A323-39A84F6ED60A}" dt="2025-12-12T02:29:36.349" v="3414" actId="20577"/>
          <ac:spMkLst>
            <pc:docMk/>
            <pc:sldMk cId="2710341476" sldId="1300"/>
            <ac:spMk id="47" creationId="{72E0FC0A-A746-9878-EAD4-DD638DF17BD8}"/>
          </ac:spMkLst>
        </pc:spChg>
        <pc:spChg chg="mod">
          <ac:chgData name="川名翔太" userId="902a1c22-1104-4fc2-ba41-1ee47f89ed5e" providerId="ADAL" clId="{6867D7A5-5D1E-496A-A323-39A84F6ED60A}" dt="2025-12-12T02:29:25.374" v="3401" actId="2711"/>
          <ac:spMkLst>
            <pc:docMk/>
            <pc:sldMk cId="2710341476" sldId="1300"/>
            <ac:spMk id="49" creationId="{43F69AF3-CF73-67CA-4FA9-10549A173981}"/>
          </ac:spMkLst>
        </pc:spChg>
        <pc:spChg chg="add mod">
          <ac:chgData name="川名翔太" userId="902a1c22-1104-4fc2-ba41-1ee47f89ed5e" providerId="ADAL" clId="{6867D7A5-5D1E-496A-A323-39A84F6ED60A}" dt="2025-12-10T07:59:27.153" v="1815" actId="20577"/>
          <ac:spMkLst>
            <pc:docMk/>
            <pc:sldMk cId="2710341476" sldId="1300"/>
            <ac:spMk id="51" creationId="{37DEFB79-44CA-5F06-CC50-4323F64D0071}"/>
          </ac:spMkLst>
        </pc:spChg>
        <pc:spChg chg="mod">
          <ac:chgData name="川名翔太" userId="902a1c22-1104-4fc2-ba41-1ee47f89ed5e" providerId="ADAL" clId="{6867D7A5-5D1E-496A-A323-39A84F6ED60A}" dt="2025-12-12T02:29:25.374" v="3401" actId="2711"/>
          <ac:spMkLst>
            <pc:docMk/>
            <pc:sldMk cId="2710341476" sldId="1300"/>
            <ac:spMk id="54" creationId="{A5BF7F86-DEF7-3D23-5202-563A9D4D319E}"/>
          </ac:spMkLst>
        </pc:spChg>
        <pc:spChg chg="add mod">
          <ac:chgData name="川名翔太" userId="902a1c22-1104-4fc2-ba41-1ee47f89ed5e" providerId="ADAL" clId="{6867D7A5-5D1E-496A-A323-39A84F6ED60A}" dt="2025-12-12T02:29:25.374" v="3401" actId="2711"/>
          <ac:spMkLst>
            <pc:docMk/>
            <pc:sldMk cId="2710341476" sldId="1300"/>
            <ac:spMk id="56" creationId="{3258DBF3-F528-EBC6-FC48-0F76A31B672F}"/>
          </ac:spMkLst>
        </pc:spChg>
        <pc:graphicFrameChg chg="mod modGraphic">
          <ac:chgData name="川名翔太" userId="902a1c22-1104-4fc2-ba41-1ee47f89ed5e" providerId="ADAL" clId="{6867D7A5-5D1E-496A-A323-39A84F6ED60A}" dt="2025-12-10T08:00:15.645" v="1891" actId="1035"/>
          <ac:graphicFrameMkLst>
            <pc:docMk/>
            <pc:sldMk cId="2710341476" sldId="1300"/>
            <ac:graphicFrameMk id="6" creationId="{7AF8AA22-62A8-5BC0-7304-792C9E62C8EE}"/>
          </ac:graphicFrameMkLst>
        </pc:graphicFrameChg>
        <pc:graphicFrameChg chg="mod modGraphic">
          <ac:chgData name="川名翔太" userId="902a1c22-1104-4fc2-ba41-1ee47f89ed5e" providerId="ADAL" clId="{6867D7A5-5D1E-496A-A323-39A84F6ED60A}" dt="2025-12-10T08:00:04.674" v="1863"/>
          <ac:graphicFrameMkLst>
            <pc:docMk/>
            <pc:sldMk cId="2710341476" sldId="1300"/>
            <ac:graphicFrameMk id="9" creationId="{B14F378B-A52C-775F-611F-885B1AE3CA13}"/>
          </ac:graphicFrameMkLst>
        </pc:graphicFrameChg>
        <pc:graphicFrameChg chg="mod modGraphic">
          <ac:chgData name="川名翔太" userId="902a1c22-1104-4fc2-ba41-1ee47f89ed5e" providerId="ADAL" clId="{6867D7A5-5D1E-496A-A323-39A84F6ED60A}" dt="2025-12-10T08:03:16.426" v="2000" actId="1036"/>
          <ac:graphicFrameMkLst>
            <pc:docMk/>
            <pc:sldMk cId="2710341476" sldId="1300"/>
            <ac:graphicFrameMk id="21" creationId="{88790659-60CD-1D45-77AD-1BF5904152F4}"/>
          </ac:graphicFrameMkLst>
        </pc:graphicFrameChg>
        <pc:graphicFrameChg chg="add mod modGraphic">
          <ac:chgData name="川名翔太" userId="902a1c22-1104-4fc2-ba41-1ee47f89ed5e" providerId="ADAL" clId="{6867D7A5-5D1E-496A-A323-39A84F6ED60A}" dt="2025-12-10T08:03:16.426" v="2000" actId="1036"/>
          <ac:graphicFrameMkLst>
            <pc:docMk/>
            <pc:sldMk cId="2710341476" sldId="1300"/>
            <ac:graphicFrameMk id="29" creationId="{3DDA6121-864F-46A3-1311-9D2381E445C8}"/>
          </ac:graphicFrameMkLst>
        </pc:graphicFrameChg>
        <pc:graphicFrameChg chg="mod modGraphic">
          <ac:chgData name="川名翔太" userId="902a1c22-1104-4fc2-ba41-1ee47f89ed5e" providerId="ADAL" clId="{6867D7A5-5D1E-496A-A323-39A84F6ED60A}" dt="2025-12-10T08:00:15.645" v="1891" actId="1035"/>
          <ac:graphicFrameMkLst>
            <pc:docMk/>
            <pc:sldMk cId="2710341476" sldId="1300"/>
            <ac:graphicFrameMk id="42" creationId="{AF327CBF-7E71-02A6-9C69-F61CFDB509AD}"/>
          </ac:graphicFrameMkLst>
        </pc:graphicFrameChg>
        <pc:cxnChg chg="add mod">
          <ac:chgData name="川名翔太" userId="902a1c22-1104-4fc2-ba41-1ee47f89ed5e" providerId="ADAL" clId="{6867D7A5-5D1E-496A-A323-39A84F6ED60A}" dt="2025-12-10T07:57:56.667" v="1775" actId="14100"/>
          <ac:cxnSpMkLst>
            <pc:docMk/>
            <pc:sldMk cId="2710341476" sldId="1300"/>
            <ac:cxnSpMk id="23" creationId="{8A0CB2F5-CD56-3AFF-6E56-83ECBF1855D2}"/>
          </ac:cxnSpMkLst>
        </pc:cxnChg>
        <pc:cxnChg chg="add mod">
          <ac:chgData name="川名翔太" userId="902a1c22-1104-4fc2-ba41-1ee47f89ed5e" providerId="ADAL" clId="{6867D7A5-5D1E-496A-A323-39A84F6ED60A}" dt="2025-12-10T07:58:53.456" v="1791" actId="1076"/>
          <ac:cxnSpMkLst>
            <pc:docMk/>
            <pc:sldMk cId="2710341476" sldId="1300"/>
            <ac:cxnSpMk id="41" creationId="{EBA306F2-1793-B2C8-31F4-22D63B4A387F}"/>
          </ac:cxnSpMkLst>
        </pc:cxnChg>
        <pc:cxnChg chg="mod">
          <ac:chgData name="川名翔太" userId="902a1c22-1104-4fc2-ba41-1ee47f89ed5e" providerId="ADAL" clId="{6867D7A5-5D1E-496A-A323-39A84F6ED60A}" dt="2025-12-10T07:57:36.961" v="1772" actId="1076"/>
          <ac:cxnSpMkLst>
            <pc:docMk/>
            <pc:sldMk cId="2710341476" sldId="1300"/>
            <ac:cxnSpMk id="44" creationId="{1691A272-19A3-12A8-007D-6AA22F01FFBE}"/>
          </ac:cxnSpMkLst>
        </pc:cxnChg>
      </pc:sldChg>
      <pc:sldChg chg="modSp mod">
        <pc:chgData name="川名翔太" userId="902a1c22-1104-4fc2-ba41-1ee47f89ed5e" providerId="ADAL" clId="{6867D7A5-5D1E-496A-A323-39A84F6ED60A}" dt="2025-12-12T02:51:28.873" v="3691" actId="2711"/>
        <pc:sldMkLst>
          <pc:docMk/>
          <pc:sldMk cId="206295735" sldId="1302"/>
        </pc:sldMkLst>
        <pc:graphicFrameChg chg="mod modGraphic">
          <ac:chgData name="川名翔太" userId="902a1c22-1104-4fc2-ba41-1ee47f89ed5e" providerId="ADAL" clId="{6867D7A5-5D1E-496A-A323-39A84F6ED60A}" dt="2025-12-12T02:51:28.873" v="3691" actId="2711"/>
          <ac:graphicFrameMkLst>
            <pc:docMk/>
            <pc:sldMk cId="206295735" sldId="1302"/>
            <ac:graphicFrameMk id="6" creationId="{4F98FCB3-C730-C554-3FF9-F3B1F69497DB}"/>
          </ac:graphicFrameMkLst>
        </pc:graphicFrameChg>
      </pc:sldChg>
      <pc:sldChg chg="delSp modSp mod">
        <pc:chgData name="川名翔太" userId="902a1c22-1104-4fc2-ba41-1ee47f89ed5e" providerId="ADAL" clId="{6867D7A5-5D1E-496A-A323-39A84F6ED60A}" dt="2025-12-12T02:34:20.531" v="3625" actId="20577"/>
        <pc:sldMkLst>
          <pc:docMk/>
          <pc:sldMk cId="489501556" sldId="1303"/>
        </pc:sldMkLst>
        <pc:spChg chg="mod">
          <ac:chgData name="川名翔太" userId="902a1c22-1104-4fc2-ba41-1ee47f89ed5e" providerId="ADAL" clId="{6867D7A5-5D1E-496A-A323-39A84F6ED60A}" dt="2025-12-12T02:34:20.531" v="3625" actId="20577"/>
          <ac:spMkLst>
            <pc:docMk/>
            <pc:sldMk cId="489501556" sldId="1303"/>
            <ac:spMk id="14" creationId="{9C4AEF55-EFC3-802E-41D2-940414539A11}"/>
          </ac:spMkLst>
        </pc:spChg>
        <pc:spChg chg="mod">
          <ac:chgData name="川名翔太" userId="902a1c22-1104-4fc2-ba41-1ee47f89ed5e" providerId="ADAL" clId="{6867D7A5-5D1E-496A-A323-39A84F6ED60A}" dt="2025-12-12T02:32:03.861" v="3549" actId="20577"/>
          <ac:spMkLst>
            <pc:docMk/>
            <pc:sldMk cId="489501556" sldId="1303"/>
            <ac:spMk id="21" creationId="{7299EA5C-B1AB-3A37-2CE7-07C5C055AF7E}"/>
          </ac:spMkLst>
        </pc:spChg>
        <pc:spChg chg="mod">
          <ac:chgData name="川名翔太" userId="902a1c22-1104-4fc2-ba41-1ee47f89ed5e" providerId="ADAL" clId="{6867D7A5-5D1E-496A-A323-39A84F6ED60A}" dt="2025-12-12T02:32:26.566" v="3562" actId="20577"/>
          <ac:spMkLst>
            <pc:docMk/>
            <pc:sldMk cId="489501556" sldId="1303"/>
            <ac:spMk id="28" creationId="{D7A9ABD8-2BB2-0A24-38B1-84B221EB77E7}"/>
          </ac:spMkLst>
        </pc:spChg>
        <pc:spChg chg="mod">
          <ac:chgData name="川名翔太" userId="902a1c22-1104-4fc2-ba41-1ee47f89ed5e" providerId="ADAL" clId="{6867D7A5-5D1E-496A-A323-39A84F6ED60A}" dt="2025-12-12T02:33:15.201" v="3608" actId="20577"/>
          <ac:spMkLst>
            <pc:docMk/>
            <pc:sldMk cId="489501556" sldId="1303"/>
            <ac:spMk id="35" creationId="{C03B52EB-09C1-5EAE-0C3A-06C831742DEF}"/>
          </ac:spMkLst>
        </pc:spChg>
      </pc:sldChg>
      <pc:sldChg chg="addSp modSp mod">
        <pc:chgData name="川名翔太" userId="902a1c22-1104-4fc2-ba41-1ee47f89ed5e" providerId="ADAL" clId="{6867D7A5-5D1E-496A-A323-39A84F6ED60A}" dt="2025-12-12T02:50:41.242" v="3689" actId="2711"/>
        <pc:sldMkLst>
          <pc:docMk/>
          <pc:sldMk cId="3362232684" sldId="1317"/>
        </pc:sldMkLst>
        <pc:spChg chg="mod">
          <ac:chgData name="川名翔太" userId="902a1c22-1104-4fc2-ba41-1ee47f89ed5e" providerId="ADAL" clId="{6867D7A5-5D1E-496A-A323-39A84F6ED60A}" dt="2025-12-12T02:50:41.242" v="3689" actId="2711"/>
          <ac:spMkLst>
            <pc:docMk/>
            <pc:sldMk cId="3362232684" sldId="1317"/>
            <ac:spMk id="3" creationId="{CF306B20-4D3A-5949-E4F6-B72203125B67}"/>
          </ac:spMkLst>
        </pc:spChg>
        <pc:spChg chg="add mod">
          <ac:chgData name="川名翔太" userId="902a1c22-1104-4fc2-ba41-1ee47f89ed5e" providerId="ADAL" clId="{6867D7A5-5D1E-496A-A323-39A84F6ED60A}" dt="2025-12-10T07:42:32.204" v="1454" actId="21"/>
          <ac:spMkLst>
            <pc:docMk/>
            <pc:sldMk cId="3362232684" sldId="1317"/>
            <ac:spMk id="5" creationId="{2167EB45-6D1F-A3D1-8260-337CC8812FDD}"/>
          </ac:spMkLst>
        </pc:spChg>
        <pc:spChg chg="add mod">
          <ac:chgData name="川名翔太" userId="902a1c22-1104-4fc2-ba41-1ee47f89ed5e" providerId="ADAL" clId="{6867D7A5-5D1E-496A-A323-39A84F6ED60A}" dt="2025-12-12T02:50:41.242" v="3689" actId="2711"/>
          <ac:spMkLst>
            <pc:docMk/>
            <pc:sldMk cId="3362232684" sldId="1317"/>
            <ac:spMk id="6" creationId="{274CA1FC-D7C4-23D0-6781-E8982229774E}"/>
          </ac:spMkLst>
        </pc:spChg>
        <pc:spChg chg="mod">
          <ac:chgData name="川名翔太" userId="902a1c22-1104-4fc2-ba41-1ee47f89ed5e" providerId="ADAL" clId="{6867D7A5-5D1E-496A-A323-39A84F6ED60A}" dt="2025-12-12T02:50:41.242" v="3689" actId="2711"/>
          <ac:spMkLst>
            <pc:docMk/>
            <pc:sldMk cId="3362232684" sldId="1317"/>
            <ac:spMk id="9" creationId="{30551DE2-346A-0A3C-71BD-9171842EDEEE}"/>
          </ac:spMkLst>
        </pc:spChg>
        <pc:spChg chg="mod">
          <ac:chgData name="川名翔太" userId="902a1c22-1104-4fc2-ba41-1ee47f89ed5e" providerId="ADAL" clId="{6867D7A5-5D1E-496A-A323-39A84F6ED60A}" dt="2025-12-12T02:50:41.242" v="3689" actId="2711"/>
          <ac:spMkLst>
            <pc:docMk/>
            <pc:sldMk cId="3362232684" sldId="1317"/>
            <ac:spMk id="10" creationId="{F39A60AF-933C-C9A2-5CA5-93085ED4D0A8}"/>
          </ac:spMkLst>
        </pc:spChg>
        <pc:spChg chg="mod">
          <ac:chgData name="川名翔太" userId="902a1c22-1104-4fc2-ba41-1ee47f89ed5e" providerId="ADAL" clId="{6867D7A5-5D1E-496A-A323-39A84F6ED60A}" dt="2025-12-12T02:50:41.242" v="3689" actId="2711"/>
          <ac:spMkLst>
            <pc:docMk/>
            <pc:sldMk cId="3362232684" sldId="1317"/>
            <ac:spMk id="12" creationId="{D41EBA70-1195-17A5-E869-726D4DD821D7}"/>
          </ac:spMkLst>
        </pc:spChg>
        <pc:spChg chg="mod">
          <ac:chgData name="川名翔太" userId="902a1c22-1104-4fc2-ba41-1ee47f89ed5e" providerId="ADAL" clId="{6867D7A5-5D1E-496A-A323-39A84F6ED60A}" dt="2025-12-12T02:50:41.242" v="3689" actId="2711"/>
          <ac:spMkLst>
            <pc:docMk/>
            <pc:sldMk cId="3362232684" sldId="1317"/>
            <ac:spMk id="16" creationId="{9E2D9945-A92F-25D7-579D-4B926FFA81FC}"/>
          </ac:spMkLst>
        </pc:spChg>
      </pc:sldChg>
      <pc:sldChg chg="modSp add mod">
        <pc:chgData name="川名翔太" userId="902a1c22-1104-4fc2-ba41-1ee47f89ed5e" providerId="ADAL" clId="{6867D7A5-5D1E-496A-A323-39A84F6ED60A}" dt="2025-12-12T02:52:06.515" v="3694" actId="2711"/>
        <pc:sldMkLst>
          <pc:docMk/>
          <pc:sldMk cId="3772567410" sldId="1318"/>
        </pc:sldMkLst>
        <pc:spChg chg="mod">
          <ac:chgData name="川名翔太" userId="902a1c22-1104-4fc2-ba41-1ee47f89ed5e" providerId="ADAL" clId="{6867D7A5-5D1E-496A-A323-39A84F6ED60A}" dt="2025-12-12T02:09:41.007" v="3065" actId="1076"/>
          <ac:spMkLst>
            <pc:docMk/>
            <pc:sldMk cId="3772567410" sldId="1318"/>
            <ac:spMk id="2" creationId="{01C2F193-999A-A3C0-7EF5-9A7266A8D4FC}"/>
          </ac:spMkLst>
        </pc:spChg>
        <pc:graphicFrameChg chg="mod modGraphic">
          <ac:chgData name="川名翔太" userId="902a1c22-1104-4fc2-ba41-1ee47f89ed5e" providerId="ADAL" clId="{6867D7A5-5D1E-496A-A323-39A84F6ED60A}" dt="2025-12-12T02:52:06.515" v="3694" actId="2711"/>
          <ac:graphicFrameMkLst>
            <pc:docMk/>
            <pc:sldMk cId="3772567410" sldId="1318"/>
            <ac:graphicFrameMk id="5" creationId="{97E65FC0-BBB0-C921-A3CE-684542BFDF34}"/>
          </ac:graphicFrameMkLst>
        </pc:graphicFrameChg>
      </pc:sldChg>
      <pc:sldChg chg="addSp delSp modSp add mod ord">
        <pc:chgData name="川名翔太" userId="902a1c22-1104-4fc2-ba41-1ee47f89ed5e" providerId="ADAL" clId="{6867D7A5-5D1E-496A-A323-39A84F6ED60A}" dt="2025-12-12T02:32:53.901" v="3570"/>
        <pc:sldMkLst>
          <pc:docMk/>
          <pc:sldMk cId="2209164470" sldId="1319"/>
        </pc:sldMkLst>
        <pc:spChg chg="mod">
          <ac:chgData name="川名翔太" userId="902a1c22-1104-4fc2-ba41-1ee47f89ed5e" providerId="ADAL" clId="{6867D7A5-5D1E-496A-A323-39A84F6ED60A}" dt="2025-12-12T00:58:05.145" v="2736" actId="20577"/>
          <ac:spMkLst>
            <pc:docMk/>
            <pc:sldMk cId="2209164470" sldId="1319"/>
            <ac:spMk id="2" creationId="{0850D801-D4C9-5E9B-16B5-03761EBFA2C5}"/>
          </ac:spMkLst>
        </pc:spChg>
        <pc:spChg chg="add mod">
          <ac:chgData name="川名翔太" userId="902a1c22-1104-4fc2-ba41-1ee47f89ed5e" providerId="ADAL" clId="{6867D7A5-5D1E-496A-A323-39A84F6ED60A}" dt="2025-12-12T01:38:49.344" v="2982"/>
          <ac:spMkLst>
            <pc:docMk/>
            <pc:sldMk cId="2209164470" sldId="1319"/>
            <ac:spMk id="11" creationId="{46B36E0B-5705-E92D-C3DF-A48D366916BD}"/>
          </ac:spMkLst>
        </pc:spChg>
        <pc:spChg chg="add mod">
          <ac:chgData name="川名翔太" userId="902a1c22-1104-4fc2-ba41-1ee47f89ed5e" providerId="ADAL" clId="{6867D7A5-5D1E-496A-A323-39A84F6ED60A}" dt="2025-12-12T01:38:59.477" v="3003" actId="20577"/>
          <ac:spMkLst>
            <pc:docMk/>
            <pc:sldMk cId="2209164470" sldId="1319"/>
            <ac:spMk id="13" creationId="{4F516005-F6B3-47D6-A07A-6DF92A645AC5}"/>
          </ac:spMkLst>
        </pc:spChg>
        <pc:picChg chg="add mod modCrop">
          <ac:chgData name="川名翔太" userId="902a1c22-1104-4fc2-ba41-1ee47f89ed5e" providerId="ADAL" clId="{6867D7A5-5D1E-496A-A323-39A84F6ED60A}" dt="2025-12-12T01:38:38.838" v="2981" actId="732"/>
          <ac:picMkLst>
            <pc:docMk/>
            <pc:sldMk cId="2209164470" sldId="1319"/>
            <ac:picMk id="10" creationId="{F135F320-9FFF-8C21-09FE-B7DA3DE34FD1}"/>
          </ac:picMkLst>
        </pc:picChg>
        <pc:cxnChg chg="add mod">
          <ac:chgData name="川名翔太" userId="902a1c22-1104-4fc2-ba41-1ee47f89ed5e" providerId="ADAL" clId="{6867D7A5-5D1E-496A-A323-39A84F6ED60A}" dt="2025-12-12T01:38:49.344" v="2982"/>
          <ac:cxnSpMkLst>
            <pc:docMk/>
            <pc:sldMk cId="2209164470" sldId="1319"/>
            <ac:cxnSpMk id="12" creationId="{571BF69D-92AF-5D7B-E708-7CCE905A49D2}"/>
          </ac:cxnSpMkLst>
        </pc:cxnChg>
      </pc:sldChg>
      <pc:sldChg chg="addSp delSp modSp add mod ord">
        <pc:chgData name="川名翔太" userId="902a1c22-1104-4fc2-ba41-1ee47f89ed5e" providerId="ADAL" clId="{6867D7A5-5D1E-496A-A323-39A84F6ED60A}" dt="2025-12-12T02:33:26.306" v="3610"/>
        <pc:sldMkLst>
          <pc:docMk/>
          <pc:sldMk cId="1526869640" sldId="1320"/>
        </pc:sldMkLst>
        <pc:spChg chg="mod">
          <ac:chgData name="川名翔太" userId="902a1c22-1104-4fc2-ba41-1ee47f89ed5e" providerId="ADAL" clId="{6867D7A5-5D1E-496A-A323-39A84F6ED60A}" dt="2025-12-12T01:36:31.430" v="2875" actId="20577"/>
          <ac:spMkLst>
            <pc:docMk/>
            <pc:sldMk cId="1526869640" sldId="1320"/>
            <ac:spMk id="2" creationId="{81FEB0CC-8557-E8A4-995B-A223F87310E9}"/>
          </ac:spMkLst>
        </pc:spChg>
        <pc:spChg chg="add mod">
          <ac:chgData name="川名翔太" userId="902a1c22-1104-4fc2-ba41-1ee47f89ed5e" providerId="ADAL" clId="{6867D7A5-5D1E-496A-A323-39A84F6ED60A}" dt="2025-12-12T01:35:47.614" v="2813"/>
          <ac:spMkLst>
            <pc:docMk/>
            <pc:sldMk cId="1526869640" sldId="1320"/>
            <ac:spMk id="12" creationId="{4F16D04F-65D5-D1AA-DB8F-8F4FC0F063E8}"/>
          </ac:spMkLst>
        </pc:spChg>
        <pc:spChg chg="add mod">
          <ac:chgData name="川名翔太" userId="902a1c22-1104-4fc2-ba41-1ee47f89ed5e" providerId="ADAL" clId="{6867D7A5-5D1E-496A-A323-39A84F6ED60A}" dt="2025-12-12T01:36:43.227" v="2894" actId="14100"/>
          <ac:spMkLst>
            <pc:docMk/>
            <pc:sldMk cId="1526869640" sldId="1320"/>
            <ac:spMk id="14" creationId="{2BDDC99D-8556-D9BE-6297-58FEB19592A5}"/>
          </ac:spMkLst>
        </pc:spChg>
        <pc:picChg chg="add mod modCrop">
          <ac:chgData name="川名翔太" userId="902a1c22-1104-4fc2-ba41-1ee47f89ed5e" providerId="ADAL" clId="{6867D7A5-5D1E-496A-A323-39A84F6ED60A}" dt="2025-12-12T01:36:11.402" v="2818" actId="14100"/>
          <ac:picMkLst>
            <pc:docMk/>
            <pc:sldMk cId="1526869640" sldId="1320"/>
            <ac:picMk id="11" creationId="{2A5455DF-2676-8101-EED1-5CA20203BD2F}"/>
          </ac:picMkLst>
        </pc:picChg>
        <pc:cxnChg chg="add mod">
          <ac:chgData name="川名翔太" userId="902a1c22-1104-4fc2-ba41-1ee47f89ed5e" providerId="ADAL" clId="{6867D7A5-5D1E-496A-A323-39A84F6ED60A}" dt="2025-12-12T01:35:47.614" v="2813"/>
          <ac:cxnSpMkLst>
            <pc:docMk/>
            <pc:sldMk cId="1526869640" sldId="1320"/>
            <ac:cxnSpMk id="13" creationId="{A8871AF5-0B5E-2DEF-67C4-1D5AA6C986B2}"/>
          </ac:cxnSpMkLst>
        </pc:cxnChg>
      </pc:sldChg>
      <pc:sldChg chg="addSp delSp modSp add mod ord">
        <pc:chgData name="川名翔太" userId="902a1c22-1104-4fc2-ba41-1ee47f89ed5e" providerId="ADAL" clId="{6867D7A5-5D1E-496A-A323-39A84F6ED60A}" dt="2025-12-12T02:33:51.389" v="3619"/>
        <pc:sldMkLst>
          <pc:docMk/>
          <pc:sldMk cId="1324652968" sldId="1321"/>
        </pc:sldMkLst>
        <pc:spChg chg="mod">
          <ac:chgData name="川名翔太" userId="902a1c22-1104-4fc2-ba41-1ee47f89ed5e" providerId="ADAL" clId="{6867D7A5-5D1E-496A-A323-39A84F6ED60A}" dt="2025-12-12T01:37:34.688" v="2955" actId="20577"/>
          <ac:spMkLst>
            <pc:docMk/>
            <pc:sldMk cId="1324652968" sldId="1321"/>
            <ac:spMk id="2" creationId="{E55BFC0E-C756-C51B-EA8F-BE4099EE85A6}"/>
          </ac:spMkLst>
        </pc:spChg>
        <pc:spChg chg="add mod">
          <ac:chgData name="川名翔太" userId="902a1c22-1104-4fc2-ba41-1ee47f89ed5e" providerId="ADAL" clId="{6867D7A5-5D1E-496A-A323-39A84F6ED60A}" dt="2025-12-12T01:37:14.751" v="2895"/>
          <ac:spMkLst>
            <pc:docMk/>
            <pc:sldMk cId="1324652968" sldId="1321"/>
            <ac:spMk id="10" creationId="{618265FD-8423-2BE2-1CB4-25F97265D69A}"/>
          </ac:spMkLst>
        </pc:spChg>
        <pc:spChg chg="add mod">
          <ac:chgData name="川名翔太" userId="902a1c22-1104-4fc2-ba41-1ee47f89ed5e" providerId="ADAL" clId="{6867D7A5-5D1E-496A-A323-39A84F6ED60A}" dt="2025-12-12T01:37:56.284" v="2972" actId="14100"/>
          <ac:spMkLst>
            <pc:docMk/>
            <pc:sldMk cId="1324652968" sldId="1321"/>
            <ac:spMk id="12" creationId="{6A4AAA64-F3D0-67C2-8237-277235AF9011}"/>
          </ac:spMkLst>
        </pc:spChg>
        <pc:picChg chg="add mod modCrop">
          <ac:chgData name="川名翔太" userId="902a1c22-1104-4fc2-ba41-1ee47f89ed5e" providerId="ADAL" clId="{6867D7A5-5D1E-496A-A323-39A84F6ED60A}" dt="2025-12-12T01:27:11.233" v="2761" actId="1076"/>
          <ac:picMkLst>
            <pc:docMk/>
            <pc:sldMk cId="1324652968" sldId="1321"/>
            <ac:picMk id="9" creationId="{B5E5B23A-7F15-00F1-E942-411C84AC1AE5}"/>
          </ac:picMkLst>
        </pc:picChg>
        <pc:cxnChg chg="add mod">
          <ac:chgData name="川名翔太" userId="902a1c22-1104-4fc2-ba41-1ee47f89ed5e" providerId="ADAL" clId="{6867D7A5-5D1E-496A-A323-39A84F6ED60A}" dt="2025-12-12T01:37:14.751" v="2895"/>
          <ac:cxnSpMkLst>
            <pc:docMk/>
            <pc:sldMk cId="1324652968" sldId="1321"/>
            <ac:cxnSpMk id="11" creationId="{DF8F0074-E981-1DA6-CCB2-BA5EA3934A4C}"/>
          </ac:cxnSpMkLst>
        </pc:cxnChg>
      </pc:sldChg>
      <pc:sldChg chg="addSp delSp modSp add mod">
        <pc:chgData name="川名翔太" userId="902a1c22-1104-4fc2-ba41-1ee47f89ed5e" providerId="ADAL" clId="{6867D7A5-5D1E-496A-A323-39A84F6ED60A}" dt="2025-12-12T02:49:59.557" v="3688"/>
        <pc:sldMkLst>
          <pc:docMk/>
          <pc:sldMk cId="654872216" sldId="1325"/>
        </pc:sldMkLst>
        <pc:spChg chg="mod">
          <ac:chgData name="川名翔太" userId="902a1c22-1104-4fc2-ba41-1ee47f89ed5e" providerId="ADAL" clId="{6867D7A5-5D1E-496A-A323-39A84F6ED60A}" dt="2025-12-12T02:49:59.557" v="3688"/>
          <ac:spMkLst>
            <pc:docMk/>
            <pc:sldMk cId="654872216" sldId="1325"/>
            <ac:spMk id="2" creationId="{F9F0D441-1505-6754-75BE-60E9CAC1FBEA}"/>
          </ac:spMkLst>
        </pc:spChg>
        <pc:graphicFrameChg chg="add mod modGraphic">
          <ac:chgData name="川名翔太" userId="902a1c22-1104-4fc2-ba41-1ee47f89ed5e" providerId="ADAL" clId="{6867D7A5-5D1E-496A-A323-39A84F6ED60A}" dt="2025-12-12T02:49:36.908" v="3687" actId="14100"/>
          <ac:graphicFrameMkLst>
            <pc:docMk/>
            <pc:sldMk cId="654872216" sldId="1325"/>
            <ac:graphicFrameMk id="7" creationId="{826E2305-FBB8-5BF8-85BC-CD709F93B120}"/>
          </ac:graphicFrameMkLst>
        </pc:graphicFrameChg>
      </pc:sldChg>
      <pc:sldMasterChg chg="delSldLayout">
        <pc:chgData name="川名翔太" userId="902a1c22-1104-4fc2-ba41-1ee47f89ed5e" providerId="ADAL" clId="{6867D7A5-5D1E-496A-A323-39A84F6ED60A}" dt="2025-12-10T08:23:19.267" v="2289" actId="47"/>
        <pc:sldMasterMkLst>
          <pc:docMk/>
          <pc:sldMasterMk cId="428617888" sldId="2147483770"/>
        </pc:sldMasterMkLst>
      </pc:sldMasterChg>
    </pc:docChg>
  </pc:docChgLst>
  <pc:docChgLst>
    <pc:chgData name="髙木義尚" userId="569243e4-97af-4d6d-9d5a-182c7fe88d85" providerId="ADAL" clId="{B6EE12F5-13F6-41F6-A7AF-DFF42A52D144}"/>
    <pc:docChg chg="undo custSel addSld delSld modSld sldOrd">
      <pc:chgData name="髙木義尚" userId="569243e4-97af-4d6d-9d5a-182c7fe88d85" providerId="ADAL" clId="{B6EE12F5-13F6-41F6-A7AF-DFF42A52D144}" dt="2025-12-12T05:56:30.041" v="346" actId="14100"/>
      <pc:docMkLst>
        <pc:docMk/>
      </pc:docMkLst>
      <pc:sldChg chg="modSp mod">
        <pc:chgData name="髙木義尚" userId="569243e4-97af-4d6d-9d5a-182c7fe88d85" providerId="ADAL" clId="{B6EE12F5-13F6-41F6-A7AF-DFF42A52D144}" dt="2025-12-12T03:40:13.226" v="171" actId="20577"/>
        <pc:sldMkLst>
          <pc:docMk/>
          <pc:sldMk cId="3652970849" sldId="748"/>
        </pc:sldMkLst>
        <pc:spChg chg="mod">
          <ac:chgData name="髙木義尚" userId="569243e4-97af-4d6d-9d5a-182c7fe88d85" providerId="ADAL" clId="{B6EE12F5-13F6-41F6-A7AF-DFF42A52D144}" dt="2025-12-12T03:40:13.226" v="171" actId="20577"/>
          <ac:spMkLst>
            <pc:docMk/>
            <pc:sldMk cId="3652970849" sldId="748"/>
            <ac:spMk id="2" creationId="{00000000-0000-0000-0000-000000000000}"/>
          </ac:spMkLst>
        </pc:spChg>
      </pc:sldChg>
      <pc:sldChg chg="modSp mod">
        <pc:chgData name="髙木義尚" userId="569243e4-97af-4d6d-9d5a-182c7fe88d85" providerId="ADAL" clId="{B6EE12F5-13F6-41F6-A7AF-DFF42A52D144}" dt="2025-12-12T03:39:09.754" v="150" actId="20577"/>
        <pc:sldMkLst>
          <pc:docMk/>
          <pc:sldMk cId="1490667582" sldId="843"/>
        </pc:sldMkLst>
        <pc:spChg chg="mod">
          <ac:chgData name="髙木義尚" userId="569243e4-97af-4d6d-9d5a-182c7fe88d85" providerId="ADAL" clId="{B6EE12F5-13F6-41F6-A7AF-DFF42A52D144}" dt="2025-12-12T03:39:09.754" v="150" actId="20577"/>
          <ac:spMkLst>
            <pc:docMk/>
            <pc:sldMk cId="1490667582" sldId="843"/>
            <ac:spMk id="2" creationId="{1BE5AFBB-40C2-496D-B346-2F35D7574253}"/>
          </ac:spMkLst>
        </pc:spChg>
      </pc:sldChg>
      <pc:sldChg chg="modSp mod">
        <pc:chgData name="髙木義尚" userId="569243e4-97af-4d6d-9d5a-182c7fe88d85" providerId="ADAL" clId="{B6EE12F5-13F6-41F6-A7AF-DFF42A52D144}" dt="2025-12-12T03:39:12.010" v="151" actId="20577"/>
        <pc:sldMkLst>
          <pc:docMk/>
          <pc:sldMk cId="1269496926" sldId="851"/>
        </pc:sldMkLst>
        <pc:spChg chg="mod">
          <ac:chgData name="髙木義尚" userId="569243e4-97af-4d6d-9d5a-182c7fe88d85" providerId="ADAL" clId="{B6EE12F5-13F6-41F6-A7AF-DFF42A52D144}" dt="2025-12-12T03:39:12.010" v="151" actId="20577"/>
          <ac:spMkLst>
            <pc:docMk/>
            <pc:sldMk cId="1269496926" sldId="851"/>
            <ac:spMk id="2" creationId="{1BE5AFBB-40C2-496D-B346-2F35D7574253}"/>
          </ac:spMkLst>
        </pc:spChg>
      </pc:sldChg>
      <pc:sldChg chg="modSp mod">
        <pc:chgData name="髙木義尚" userId="569243e4-97af-4d6d-9d5a-182c7fe88d85" providerId="ADAL" clId="{B6EE12F5-13F6-41F6-A7AF-DFF42A52D144}" dt="2025-12-12T03:39:06.588" v="149" actId="20577"/>
        <pc:sldMkLst>
          <pc:docMk/>
          <pc:sldMk cId="2819955180" sldId="853"/>
        </pc:sldMkLst>
        <pc:spChg chg="mod">
          <ac:chgData name="髙木義尚" userId="569243e4-97af-4d6d-9d5a-182c7fe88d85" providerId="ADAL" clId="{B6EE12F5-13F6-41F6-A7AF-DFF42A52D144}" dt="2025-12-12T03:39:06.588" v="149" actId="20577"/>
          <ac:spMkLst>
            <pc:docMk/>
            <pc:sldMk cId="2819955180" sldId="853"/>
            <ac:spMk id="2" creationId="{1BE5AFBB-40C2-496D-B346-2F35D7574253}"/>
          </ac:spMkLst>
        </pc:spChg>
      </pc:sldChg>
      <pc:sldChg chg="modSp mod">
        <pc:chgData name="髙木義尚" userId="569243e4-97af-4d6d-9d5a-182c7fe88d85" providerId="ADAL" clId="{B6EE12F5-13F6-41F6-A7AF-DFF42A52D144}" dt="2025-12-12T03:39:38.738" v="159" actId="20577"/>
        <pc:sldMkLst>
          <pc:docMk/>
          <pc:sldMk cId="2513257283" sldId="1096"/>
        </pc:sldMkLst>
        <pc:spChg chg="mod">
          <ac:chgData name="髙木義尚" userId="569243e4-97af-4d6d-9d5a-182c7fe88d85" providerId="ADAL" clId="{B6EE12F5-13F6-41F6-A7AF-DFF42A52D144}" dt="2025-12-12T03:39:38.738" v="159" actId="20577"/>
          <ac:spMkLst>
            <pc:docMk/>
            <pc:sldMk cId="2513257283" sldId="1096"/>
            <ac:spMk id="2" creationId="{AAC1507F-D843-BA3F-D5B9-B45C79BD6154}"/>
          </ac:spMkLst>
        </pc:spChg>
      </pc:sldChg>
      <pc:sldChg chg="modSp mod">
        <pc:chgData name="髙木義尚" userId="569243e4-97af-4d6d-9d5a-182c7fe88d85" providerId="ADAL" clId="{B6EE12F5-13F6-41F6-A7AF-DFF42A52D144}" dt="2025-12-12T03:39:56.817" v="165" actId="20577"/>
        <pc:sldMkLst>
          <pc:docMk/>
          <pc:sldMk cId="3703131428" sldId="1102"/>
        </pc:sldMkLst>
        <pc:spChg chg="mod">
          <ac:chgData name="髙木義尚" userId="569243e4-97af-4d6d-9d5a-182c7fe88d85" providerId="ADAL" clId="{B6EE12F5-13F6-41F6-A7AF-DFF42A52D144}" dt="2025-12-12T03:39:56.817" v="165" actId="20577"/>
          <ac:spMkLst>
            <pc:docMk/>
            <pc:sldMk cId="3703131428" sldId="1102"/>
            <ac:spMk id="2" creationId="{2CBA065B-2F8B-F0D5-5B04-79E2FD7160BB}"/>
          </ac:spMkLst>
        </pc:spChg>
      </pc:sldChg>
      <pc:sldChg chg="modSp mod">
        <pc:chgData name="髙木義尚" userId="569243e4-97af-4d6d-9d5a-182c7fe88d85" providerId="ADAL" clId="{B6EE12F5-13F6-41F6-A7AF-DFF42A52D144}" dt="2025-12-12T03:47:38.659" v="252"/>
        <pc:sldMkLst>
          <pc:docMk/>
          <pc:sldMk cId="33298405" sldId="1260"/>
        </pc:sldMkLst>
        <pc:spChg chg="mod">
          <ac:chgData name="髙木義尚" userId="569243e4-97af-4d6d-9d5a-182c7fe88d85" providerId="ADAL" clId="{B6EE12F5-13F6-41F6-A7AF-DFF42A52D144}" dt="2025-12-12T03:40:00.613" v="167" actId="20577"/>
          <ac:spMkLst>
            <pc:docMk/>
            <pc:sldMk cId="33298405" sldId="1260"/>
            <ac:spMk id="2" creationId="{85F81390-A44E-CCDA-DCDF-286F47E61DA2}"/>
          </ac:spMkLst>
        </pc:spChg>
        <pc:graphicFrameChg chg="mod modGraphic">
          <ac:chgData name="髙木義尚" userId="569243e4-97af-4d6d-9d5a-182c7fe88d85" providerId="ADAL" clId="{B6EE12F5-13F6-41F6-A7AF-DFF42A52D144}" dt="2025-12-12T03:47:38.659" v="252"/>
          <ac:graphicFrameMkLst>
            <pc:docMk/>
            <pc:sldMk cId="33298405" sldId="1260"/>
            <ac:graphicFrameMk id="6" creationId="{7A3D85B5-5C12-D3E4-86FF-2A45B0260640}"/>
          </ac:graphicFrameMkLst>
        </pc:graphicFrameChg>
      </pc:sldChg>
      <pc:sldChg chg="modSp mod">
        <pc:chgData name="髙木義尚" userId="569243e4-97af-4d6d-9d5a-182c7fe88d85" providerId="ADAL" clId="{B6EE12F5-13F6-41F6-A7AF-DFF42A52D144}" dt="2025-12-12T03:39:16.621" v="153" actId="20577"/>
        <pc:sldMkLst>
          <pc:docMk/>
          <pc:sldMk cId="3200022117" sldId="1268"/>
        </pc:sldMkLst>
        <pc:spChg chg="mod">
          <ac:chgData name="髙木義尚" userId="569243e4-97af-4d6d-9d5a-182c7fe88d85" providerId="ADAL" clId="{B6EE12F5-13F6-41F6-A7AF-DFF42A52D144}" dt="2025-12-12T03:39:16.621" v="153" actId="20577"/>
          <ac:spMkLst>
            <pc:docMk/>
            <pc:sldMk cId="3200022117" sldId="1268"/>
            <ac:spMk id="2" creationId="{1B648F7D-D578-7FB0-AA31-AB55F9D40891}"/>
          </ac:spMkLst>
        </pc:spChg>
      </pc:sldChg>
      <pc:sldChg chg="modSp mod">
        <pc:chgData name="髙木義尚" userId="569243e4-97af-4d6d-9d5a-182c7fe88d85" providerId="ADAL" clId="{B6EE12F5-13F6-41F6-A7AF-DFF42A52D144}" dt="2025-12-12T03:36:47.862" v="79" actId="20577"/>
        <pc:sldMkLst>
          <pc:docMk/>
          <pc:sldMk cId="3332083236" sldId="1271"/>
        </pc:sldMkLst>
        <pc:spChg chg="mod">
          <ac:chgData name="髙木義尚" userId="569243e4-97af-4d6d-9d5a-182c7fe88d85" providerId="ADAL" clId="{B6EE12F5-13F6-41F6-A7AF-DFF42A52D144}" dt="2025-12-12T03:36:47.862" v="79" actId="20577"/>
          <ac:spMkLst>
            <pc:docMk/>
            <pc:sldMk cId="3332083236" sldId="1271"/>
            <ac:spMk id="2" creationId="{955FB33A-61FC-E7A5-2731-26104C1C5873}"/>
          </ac:spMkLst>
        </pc:spChg>
      </pc:sldChg>
      <pc:sldChg chg="modSp mod">
        <pc:chgData name="髙木義尚" userId="569243e4-97af-4d6d-9d5a-182c7fe88d85" providerId="ADAL" clId="{B6EE12F5-13F6-41F6-A7AF-DFF42A52D144}" dt="2025-12-12T03:39:14.226" v="152" actId="20577"/>
        <pc:sldMkLst>
          <pc:docMk/>
          <pc:sldMk cId="3904828736" sldId="1282"/>
        </pc:sldMkLst>
        <pc:spChg chg="mod">
          <ac:chgData name="髙木義尚" userId="569243e4-97af-4d6d-9d5a-182c7fe88d85" providerId="ADAL" clId="{B6EE12F5-13F6-41F6-A7AF-DFF42A52D144}" dt="2025-12-12T03:39:14.226" v="152" actId="20577"/>
          <ac:spMkLst>
            <pc:docMk/>
            <pc:sldMk cId="3904828736" sldId="1282"/>
            <ac:spMk id="2" creationId="{F5393A7B-B759-DE92-F13E-5F0012861637}"/>
          </ac:spMkLst>
        </pc:spChg>
      </pc:sldChg>
      <pc:sldChg chg="modSp mod">
        <pc:chgData name="髙木義尚" userId="569243e4-97af-4d6d-9d5a-182c7fe88d85" providerId="ADAL" clId="{B6EE12F5-13F6-41F6-A7AF-DFF42A52D144}" dt="2025-12-12T03:40:05.684" v="168" actId="20577"/>
        <pc:sldMkLst>
          <pc:docMk/>
          <pc:sldMk cId="2710341476" sldId="1300"/>
        </pc:sldMkLst>
        <pc:spChg chg="mod">
          <ac:chgData name="髙木義尚" userId="569243e4-97af-4d6d-9d5a-182c7fe88d85" providerId="ADAL" clId="{B6EE12F5-13F6-41F6-A7AF-DFF42A52D144}" dt="2025-12-12T03:40:05.684" v="168" actId="20577"/>
          <ac:spMkLst>
            <pc:docMk/>
            <pc:sldMk cId="2710341476" sldId="1300"/>
            <ac:spMk id="2" creationId="{337E1B7E-442E-6CAB-D18D-A13BD7AF3944}"/>
          </ac:spMkLst>
        </pc:spChg>
      </pc:sldChg>
      <pc:sldChg chg="modSp mod">
        <pc:chgData name="髙木義尚" userId="569243e4-97af-4d6d-9d5a-182c7fe88d85" providerId="ADAL" clId="{B6EE12F5-13F6-41F6-A7AF-DFF42A52D144}" dt="2025-12-12T03:46:18.414" v="233" actId="20577"/>
        <pc:sldMkLst>
          <pc:docMk/>
          <pc:sldMk cId="206295735" sldId="1302"/>
        </pc:sldMkLst>
        <pc:spChg chg="mod">
          <ac:chgData name="髙木義尚" userId="569243e4-97af-4d6d-9d5a-182c7fe88d85" providerId="ADAL" clId="{B6EE12F5-13F6-41F6-A7AF-DFF42A52D144}" dt="2025-12-12T03:39:52.694" v="163" actId="20577"/>
          <ac:spMkLst>
            <pc:docMk/>
            <pc:sldMk cId="206295735" sldId="1302"/>
            <ac:spMk id="2" creationId="{5E88FC77-3B7F-4FFF-ABEA-3891E016BB8A}"/>
          </ac:spMkLst>
        </pc:spChg>
        <pc:graphicFrameChg chg="mod modGraphic">
          <ac:chgData name="髙木義尚" userId="569243e4-97af-4d6d-9d5a-182c7fe88d85" providerId="ADAL" clId="{B6EE12F5-13F6-41F6-A7AF-DFF42A52D144}" dt="2025-12-12T03:46:18.414" v="233" actId="20577"/>
          <ac:graphicFrameMkLst>
            <pc:docMk/>
            <pc:sldMk cId="206295735" sldId="1302"/>
            <ac:graphicFrameMk id="6" creationId="{4F98FCB3-C730-C554-3FF9-F3B1F69497DB}"/>
          </ac:graphicFrameMkLst>
        </pc:graphicFrameChg>
      </pc:sldChg>
      <pc:sldChg chg="modSp mod">
        <pc:chgData name="髙木義尚" userId="569243e4-97af-4d6d-9d5a-182c7fe88d85" providerId="ADAL" clId="{B6EE12F5-13F6-41F6-A7AF-DFF42A52D144}" dt="2025-12-12T03:29:06.751" v="0" actId="6549"/>
        <pc:sldMkLst>
          <pc:docMk/>
          <pc:sldMk cId="3362232684" sldId="1317"/>
        </pc:sldMkLst>
        <pc:spChg chg="mod">
          <ac:chgData name="髙木義尚" userId="569243e4-97af-4d6d-9d5a-182c7fe88d85" providerId="ADAL" clId="{B6EE12F5-13F6-41F6-A7AF-DFF42A52D144}" dt="2025-12-12T03:29:06.751" v="0" actId="6549"/>
          <ac:spMkLst>
            <pc:docMk/>
            <pc:sldMk cId="3362232684" sldId="1317"/>
            <ac:spMk id="16" creationId="{9E2D9945-A92F-25D7-579D-4B926FFA81FC}"/>
          </ac:spMkLst>
        </pc:spChg>
      </pc:sldChg>
      <pc:sldChg chg="addSp delSp modSp mod">
        <pc:chgData name="髙木義尚" userId="569243e4-97af-4d6d-9d5a-182c7fe88d85" providerId="ADAL" clId="{B6EE12F5-13F6-41F6-A7AF-DFF42A52D144}" dt="2025-12-12T05:56:30.041" v="346" actId="14100"/>
        <pc:sldMkLst>
          <pc:docMk/>
          <pc:sldMk cId="3772567410" sldId="1318"/>
        </pc:sldMkLst>
        <pc:graphicFrameChg chg="modGraphic">
          <ac:chgData name="髙木義尚" userId="569243e4-97af-4d6d-9d5a-182c7fe88d85" providerId="ADAL" clId="{B6EE12F5-13F6-41F6-A7AF-DFF42A52D144}" dt="2025-12-12T05:56:30.041" v="346" actId="14100"/>
          <ac:graphicFrameMkLst>
            <pc:docMk/>
            <pc:sldMk cId="3772567410" sldId="1318"/>
            <ac:graphicFrameMk id="5" creationId="{97E65FC0-BBB0-C921-A3CE-684542BFDF34}"/>
          </ac:graphicFrameMkLst>
        </pc:graphicFrameChg>
      </pc:sldChg>
      <pc:sldChg chg="modSp mod">
        <pc:chgData name="髙木義尚" userId="569243e4-97af-4d6d-9d5a-182c7fe88d85" providerId="ADAL" clId="{B6EE12F5-13F6-41F6-A7AF-DFF42A52D144}" dt="2025-12-12T03:40:08.093" v="169" actId="20577"/>
        <pc:sldMkLst>
          <pc:docMk/>
          <pc:sldMk cId="2209164470" sldId="1319"/>
        </pc:sldMkLst>
        <pc:spChg chg="mod">
          <ac:chgData name="髙木義尚" userId="569243e4-97af-4d6d-9d5a-182c7fe88d85" providerId="ADAL" clId="{B6EE12F5-13F6-41F6-A7AF-DFF42A52D144}" dt="2025-12-12T03:40:08.093" v="169" actId="20577"/>
          <ac:spMkLst>
            <pc:docMk/>
            <pc:sldMk cId="2209164470" sldId="1319"/>
            <ac:spMk id="2" creationId="{0850D801-D4C9-5E9B-16B5-03761EBFA2C5}"/>
          </ac:spMkLst>
        </pc:spChg>
      </pc:sldChg>
      <pc:sldChg chg="modSp mod">
        <pc:chgData name="髙木義尚" userId="569243e4-97af-4d6d-9d5a-182c7fe88d85" providerId="ADAL" clId="{B6EE12F5-13F6-41F6-A7AF-DFF42A52D144}" dt="2025-12-12T03:39:48.363" v="161" actId="20577"/>
        <pc:sldMkLst>
          <pc:docMk/>
          <pc:sldMk cId="1526869640" sldId="1320"/>
        </pc:sldMkLst>
        <pc:spChg chg="mod">
          <ac:chgData name="髙木義尚" userId="569243e4-97af-4d6d-9d5a-182c7fe88d85" providerId="ADAL" clId="{B6EE12F5-13F6-41F6-A7AF-DFF42A52D144}" dt="2025-12-12T03:39:48.363" v="161" actId="20577"/>
          <ac:spMkLst>
            <pc:docMk/>
            <pc:sldMk cId="1526869640" sldId="1320"/>
            <ac:spMk id="2" creationId="{81FEB0CC-8557-E8A4-995B-A223F87310E9}"/>
          </ac:spMkLst>
        </pc:spChg>
      </pc:sldChg>
      <pc:sldChg chg="modSp mod">
        <pc:chgData name="髙木義尚" userId="569243e4-97af-4d6d-9d5a-182c7fe88d85" providerId="ADAL" clId="{B6EE12F5-13F6-41F6-A7AF-DFF42A52D144}" dt="2025-12-12T03:39:33.012" v="156" actId="20577"/>
        <pc:sldMkLst>
          <pc:docMk/>
          <pc:sldMk cId="1324652968" sldId="1321"/>
        </pc:sldMkLst>
        <pc:spChg chg="mod">
          <ac:chgData name="髙木義尚" userId="569243e4-97af-4d6d-9d5a-182c7fe88d85" providerId="ADAL" clId="{B6EE12F5-13F6-41F6-A7AF-DFF42A52D144}" dt="2025-12-12T03:39:33.012" v="156" actId="20577"/>
          <ac:spMkLst>
            <pc:docMk/>
            <pc:sldMk cId="1324652968" sldId="1321"/>
            <ac:spMk id="2" creationId="{E55BFC0E-C756-C51B-EA8F-BE4099EE85A6}"/>
          </ac:spMkLst>
        </pc:spChg>
      </pc:sldChg>
      <pc:sldChg chg="modSp mod">
        <pc:chgData name="髙木義尚" userId="569243e4-97af-4d6d-9d5a-182c7fe88d85" providerId="ADAL" clId="{B6EE12F5-13F6-41F6-A7AF-DFF42A52D144}" dt="2025-12-12T03:40:15.803" v="172" actId="20577"/>
        <pc:sldMkLst>
          <pc:docMk/>
          <pc:sldMk cId="654872216" sldId="1325"/>
        </pc:sldMkLst>
        <pc:spChg chg="mod">
          <ac:chgData name="髙木義尚" userId="569243e4-97af-4d6d-9d5a-182c7fe88d85" providerId="ADAL" clId="{B6EE12F5-13F6-41F6-A7AF-DFF42A52D144}" dt="2025-12-12T03:40:15.803" v="172" actId="20577"/>
          <ac:spMkLst>
            <pc:docMk/>
            <pc:sldMk cId="654872216" sldId="1325"/>
            <ac:spMk id="2" creationId="{F9F0D441-1505-6754-75BE-60E9CAC1FBEA}"/>
          </ac:spMkLst>
        </pc:spChg>
      </pc:sldChg>
      <pc:sldChg chg="modSp new mod ord">
        <pc:chgData name="髙木義尚" userId="569243e4-97af-4d6d-9d5a-182c7fe88d85" providerId="ADAL" clId="{B6EE12F5-13F6-41F6-A7AF-DFF42A52D144}" dt="2025-12-12T03:38:05.576" v="139"/>
        <pc:sldMkLst>
          <pc:docMk/>
          <pc:sldMk cId="174811842" sldId="1327"/>
        </pc:sldMkLst>
        <pc:spChg chg="mod">
          <ac:chgData name="髙木義尚" userId="569243e4-97af-4d6d-9d5a-182c7fe88d85" providerId="ADAL" clId="{B6EE12F5-13F6-41F6-A7AF-DFF42A52D144}" dt="2025-12-12T03:38:05.576" v="139"/>
          <ac:spMkLst>
            <pc:docMk/>
            <pc:sldMk cId="174811842" sldId="1327"/>
            <ac:spMk id="3" creationId="{233CB504-3BDA-3B8D-97DF-263E2AF5704F}"/>
          </ac:spMkLst>
        </pc:spChg>
      </pc:sldChg>
      <pc:sldChg chg="modSp new mod ord">
        <pc:chgData name="髙木義尚" userId="569243e4-97af-4d6d-9d5a-182c7fe88d85" providerId="ADAL" clId="{B6EE12F5-13F6-41F6-A7AF-DFF42A52D144}" dt="2025-12-12T03:37:33.907" v="88"/>
        <pc:sldMkLst>
          <pc:docMk/>
          <pc:sldMk cId="4056716272" sldId="1328"/>
        </pc:sldMkLst>
        <pc:spChg chg="mod">
          <ac:chgData name="髙木義尚" userId="569243e4-97af-4d6d-9d5a-182c7fe88d85" providerId="ADAL" clId="{B6EE12F5-13F6-41F6-A7AF-DFF42A52D144}" dt="2025-12-12T03:35:30.833" v="72"/>
          <ac:spMkLst>
            <pc:docMk/>
            <pc:sldMk cId="4056716272" sldId="1328"/>
            <ac:spMk id="3" creationId="{E56CEAF8-DA11-DB40-5D6E-1FBA7E31ED5C}"/>
          </ac:spMkLst>
        </pc:spChg>
      </pc:sldChg>
      <pc:sldChg chg="modSp new mod ord">
        <pc:chgData name="髙木義尚" userId="569243e4-97af-4d6d-9d5a-182c7fe88d85" providerId="ADAL" clId="{B6EE12F5-13F6-41F6-A7AF-DFF42A52D144}" dt="2025-12-12T03:38:21.044" v="143"/>
        <pc:sldMkLst>
          <pc:docMk/>
          <pc:sldMk cId="2002779313" sldId="1329"/>
        </pc:sldMkLst>
        <pc:spChg chg="mod">
          <ac:chgData name="髙木義尚" userId="569243e4-97af-4d6d-9d5a-182c7fe88d85" providerId="ADAL" clId="{B6EE12F5-13F6-41F6-A7AF-DFF42A52D144}" dt="2025-12-12T03:35:58.201" v="76" actId="20577"/>
          <ac:spMkLst>
            <pc:docMk/>
            <pc:sldMk cId="2002779313" sldId="1329"/>
            <ac:spMk id="3" creationId="{7AACB18C-21A4-CCDE-F20E-71F2D3DF02D3}"/>
          </ac:spMkLst>
        </pc:spChg>
      </pc:sldChg>
      <pc:sldChg chg="modSp new mod ord">
        <pc:chgData name="髙木義尚" userId="569243e4-97af-4d6d-9d5a-182c7fe88d85" providerId="ADAL" clId="{B6EE12F5-13F6-41F6-A7AF-DFF42A52D144}" dt="2025-12-12T03:37:55.914" v="125"/>
        <pc:sldMkLst>
          <pc:docMk/>
          <pc:sldMk cId="537361276" sldId="1330"/>
        </pc:sldMkLst>
        <pc:spChg chg="mod">
          <ac:chgData name="髙木義尚" userId="569243e4-97af-4d6d-9d5a-182c7fe88d85" providerId="ADAL" clId="{B6EE12F5-13F6-41F6-A7AF-DFF42A52D144}" dt="2025-12-12T03:37:55.914" v="125"/>
          <ac:spMkLst>
            <pc:docMk/>
            <pc:sldMk cId="537361276" sldId="1330"/>
            <ac:spMk id="3" creationId="{E67C3529-E56E-09A9-617B-E4EE5F83F079}"/>
          </ac:spMkLst>
        </pc:spChg>
      </pc:sldChg>
      <pc:sldChg chg="modSp new">
        <pc:chgData name="髙木義尚" userId="569243e4-97af-4d6d-9d5a-182c7fe88d85" providerId="ADAL" clId="{B6EE12F5-13F6-41F6-A7AF-DFF42A52D144}" dt="2025-12-12T03:38:54.602" v="146"/>
        <pc:sldMkLst>
          <pc:docMk/>
          <pc:sldMk cId="4031083589" sldId="1331"/>
        </pc:sldMkLst>
        <pc:spChg chg="mod">
          <ac:chgData name="髙木義尚" userId="569243e4-97af-4d6d-9d5a-182c7fe88d85" providerId="ADAL" clId="{B6EE12F5-13F6-41F6-A7AF-DFF42A52D144}" dt="2025-12-12T03:38:54.602" v="146"/>
          <ac:spMkLst>
            <pc:docMk/>
            <pc:sldMk cId="4031083589" sldId="1331"/>
            <ac:spMk id="3" creationId="{5DAEF7E2-BEC2-0CF3-DEF7-D4FB6BE417D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2025/12/16</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2025/12/16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2</a:t>
            </a:fld>
            <a:endParaRPr kumimoji="1" lang="ja-JP" altLang="en-US"/>
          </a:p>
        </p:txBody>
      </p:sp>
    </p:spTree>
    <p:extLst>
      <p:ext uri="{BB962C8B-B14F-4D97-AF65-F5344CB8AC3E}">
        <p14:creationId xmlns:p14="http://schemas.microsoft.com/office/powerpoint/2010/main" val="41508026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9CAE2-3C9D-F9EE-A531-0B71AC8E87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4A2BFA3-1F3A-C433-6A43-690BBC5E325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7D09237-7797-718A-8066-2A7B59C066DB}"/>
              </a:ext>
            </a:extLst>
          </p:cNvPr>
          <p:cNvSpPr>
            <a:spLocks noGrp="1"/>
          </p:cNvSpPr>
          <p:nvPr>
            <p:ph type="body" idx="1"/>
          </p:nvPr>
        </p:nvSpPr>
        <p:spPr/>
        <p:txBody>
          <a:bodyPr/>
          <a:lstStyle/>
          <a:p>
            <a:pPr defTabSz="1261743">
              <a:defRPr/>
            </a:pPr>
            <a:endParaRPr lang="ja-JP" altLang="en-US" sz="1700">
              <a:cs typeface="Meiryo UI" panose="020B0604030504040204" pitchFamily="50" charset="-128"/>
            </a:endParaRPr>
          </a:p>
        </p:txBody>
      </p:sp>
      <p:sp>
        <p:nvSpPr>
          <p:cNvPr id="4" name="スライド番号プレースホルダー 3">
            <a:extLst>
              <a:ext uri="{FF2B5EF4-FFF2-40B4-BE49-F238E27FC236}">
                <a16:creationId xmlns:a16="http://schemas.microsoft.com/office/drawing/2014/main" id="{1750A765-415D-87F8-E313-D2B6376C672F}"/>
              </a:ext>
            </a:extLst>
          </p:cNvPr>
          <p:cNvSpPr>
            <a:spLocks noGrp="1"/>
          </p:cNvSpPr>
          <p:nvPr>
            <p:ph type="sldNum" sz="quarter" idx="5"/>
          </p:nvPr>
        </p:nvSpPr>
        <p:spPr/>
        <p:txBody>
          <a:bodyPr/>
          <a:lstStyle/>
          <a:p>
            <a:fld id="{BC57080C-E8FE-C146-B769-6100616B65A7}" type="slidenum">
              <a:rPr kumimoji="1" lang="ja-JP" altLang="en-US" smtClean="0"/>
              <a:t>4</a:t>
            </a:fld>
            <a:endParaRPr kumimoji="1" lang="ja-JP" altLang="en-US"/>
          </a:p>
        </p:txBody>
      </p:sp>
    </p:spTree>
    <p:extLst>
      <p:ext uri="{BB962C8B-B14F-4D97-AF65-F5344CB8AC3E}">
        <p14:creationId xmlns:p14="http://schemas.microsoft.com/office/powerpoint/2010/main" val="286576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5</a:t>
            </a:fld>
            <a:endParaRPr kumimoji="1" lang="ja-JP" altLang="en-US"/>
          </a:p>
        </p:txBody>
      </p:sp>
    </p:spTree>
    <p:extLst>
      <p:ext uri="{BB962C8B-B14F-4D97-AF65-F5344CB8AC3E}">
        <p14:creationId xmlns:p14="http://schemas.microsoft.com/office/powerpoint/2010/main" val="238679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0699A-F823-451B-398F-F6A7E284E0D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3DB3F60-8A0C-B063-871E-0CCBCAD0B82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A1F0327-518C-AABB-4DCD-1CDC6E66332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DBD151C-06CC-D810-70AD-67AC842EAC4F}"/>
              </a:ext>
            </a:extLst>
          </p:cNvPr>
          <p:cNvSpPr>
            <a:spLocks noGrp="1"/>
          </p:cNvSpPr>
          <p:nvPr>
            <p:ph type="sldNum" sz="quarter" idx="10"/>
          </p:nvPr>
        </p:nvSpPr>
        <p:spPr/>
        <p:txBody>
          <a:bodyPr/>
          <a:lstStyle/>
          <a:p>
            <a:fld id="{BC57080C-E8FE-C146-B769-6100616B65A7}" type="slidenum">
              <a:rPr kumimoji="1" lang="ja-JP" altLang="en-US" smtClean="0"/>
              <a:t>10</a:t>
            </a:fld>
            <a:endParaRPr kumimoji="1" lang="ja-JP" altLang="en-US"/>
          </a:p>
        </p:txBody>
      </p:sp>
    </p:spTree>
    <p:extLst>
      <p:ext uri="{BB962C8B-B14F-4D97-AF65-F5344CB8AC3E}">
        <p14:creationId xmlns:p14="http://schemas.microsoft.com/office/powerpoint/2010/main" val="1669492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9F247-0294-2D90-B14F-D639675FD55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497A751-10A2-5842-887F-5266A72AB92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B9B68C2-6F23-3C9C-D207-20909E6303C2}"/>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ABF5FB7-65B7-F41F-9EB4-F53D9CCA9B1A}"/>
              </a:ext>
            </a:extLst>
          </p:cNvPr>
          <p:cNvSpPr>
            <a:spLocks noGrp="1"/>
          </p:cNvSpPr>
          <p:nvPr>
            <p:ph type="sldNum" sz="quarter" idx="10"/>
          </p:nvPr>
        </p:nvSpPr>
        <p:spPr/>
        <p:txBody>
          <a:bodyPr/>
          <a:lstStyle/>
          <a:p>
            <a:fld id="{BC57080C-E8FE-C146-B769-6100616B65A7}" type="slidenum">
              <a:rPr kumimoji="1" lang="ja-JP" altLang="en-US" smtClean="0"/>
              <a:t>11</a:t>
            </a:fld>
            <a:endParaRPr kumimoji="1" lang="ja-JP" altLang="en-US"/>
          </a:p>
        </p:txBody>
      </p:sp>
    </p:spTree>
    <p:extLst>
      <p:ext uri="{BB962C8B-B14F-4D97-AF65-F5344CB8AC3E}">
        <p14:creationId xmlns:p14="http://schemas.microsoft.com/office/powerpoint/2010/main" val="38405957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ADF9C-0ECA-3B1B-1530-053F670B04E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E178FA7-E0F5-FA45-CFB0-EE3C8A8B6E6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2DD4880-0F63-1405-A7CB-E1BC5D5ECE3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EC03ED7-2E42-6F35-06D3-2EFB98E6E3C6}"/>
              </a:ext>
            </a:extLst>
          </p:cNvPr>
          <p:cNvSpPr>
            <a:spLocks noGrp="1"/>
          </p:cNvSpPr>
          <p:nvPr>
            <p:ph type="sldNum" sz="quarter" idx="10"/>
          </p:nvPr>
        </p:nvSpPr>
        <p:spPr/>
        <p:txBody>
          <a:bodyPr/>
          <a:lstStyle/>
          <a:p>
            <a:fld id="{BC57080C-E8FE-C146-B769-6100616B65A7}" type="slidenum">
              <a:rPr kumimoji="1" lang="ja-JP" altLang="en-US" smtClean="0"/>
              <a:t>13</a:t>
            </a:fld>
            <a:endParaRPr kumimoji="1" lang="ja-JP" altLang="en-US"/>
          </a:p>
        </p:txBody>
      </p:sp>
    </p:spTree>
    <p:extLst>
      <p:ext uri="{BB962C8B-B14F-4D97-AF65-F5344CB8AC3E}">
        <p14:creationId xmlns:p14="http://schemas.microsoft.com/office/powerpoint/2010/main" val="2186743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6306F-7F3E-5315-7A43-135EE73D31C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2228EF8-CB16-8BB1-740F-7C018794EDA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2102404-61CF-7F97-8E96-24900986FFF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8D64705-B143-DBE2-8642-BBFB8F7386A1}"/>
              </a:ext>
            </a:extLst>
          </p:cNvPr>
          <p:cNvSpPr>
            <a:spLocks noGrp="1"/>
          </p:cNvSpPr>
          <p:nvPr>
            <p:ph type="sldNum" sz="quarter" idx="10"/>
          </p:nvPr>
        </p:nvSpPr>
        <p:spPr/>
        <p:txBody>
          <a:bodyPr/>
          <a:lstStyle/>
          <a:p>
            <a:fld id="{BC57080C-E8FE-C146-B769-6100616B65A7}" type="slidenum">
              <a:rPr kumimoji="1" lang="ja-JP" altLang="en-US" smtClean="0"/>
              <a:t>14</a:t>
            </a:fld>
            <a:endParaRPr kumimoji="1" lang="ja-JP" altLang="en-US"/>
          </a:p>
        </p:txBody>
      </p:sp>
    </p:spTree>
    <p:extLst>
      <p:ext uri="{BB962C8B-B14F-4D97-AF65-F5344CB8AC3E}">
        <p14:creationId xmlns:p14="http://schemas.microsoft.com/office/powerpoint/2010/main" val="8394443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5BE02-FF58-642C-AA33-31326B23F1F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E7E886-CDB5-2986-D82B-100327FCDF4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C8B0B2F-8720-90C6-BBFF-8BF44B1001F0}"/>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9C4A156-7C0B-A099-3755-80B74C9472D5}"/>
              </a:ext>
            </a:extLst>
          </p:cNvPr>
          <p:cNvSpPr>
            <a:spLocks noGrp="1"/>
          </p:cNvSpPr>
          <p:nvPr>
            <p:ph type="sldNum" sz="quarter" idx="10"/>
          </p:nvPr>
        </p:nvSpPr>
        <p:spPr/>
        <p:txBody>
          <a:bodyPr/>
          <a:lstStyle/>
          <a:p>
            <a:fld id="{BC57080C-E8FE-C146-B769-6100616B65A7}" type="slidenum">
              <a:rPr kumimoji="1" lang="ja-JP" altLang="en-US" smtClean="0"/>
              <a:t>20</a:t>
            </a:fld>
            <a:endParaRPr kumimoji="1" lang="ja-JP" altLang="en-US"/>
          </a:p>
        </p:txBody>
      </p:sp>
    </p:spTree>
    <p:extLst>
      <p:ext uri="{BB962C8B-B14F-4D97-AF65-F5344CB8AC3E}">
        <p14:creationId xmlns:p14="http://schemas.microsoft.com/office/powerpoint/2010/main" val="38714874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27</a:t>
            </a:fld>
            <a:endParaRPr kumimoji="1" lang="ja-JP" altLang="en-US"/>
          </a:p>
        </p:txBody>
      </p:sp>
    </p:spTree>
    <p:extLst>
      <p:ext uri="{BB962C8B-B14F-4D97-AF65-F5344CB8AC3E}">
        <p14:creationId xmlns:p14="http://schemas.microsoft.com/office/powerpoint/2010/main" val="18758832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5.png"/></Relationships>
</file>

<file path=ppt/slideLayouts/_rels/slideLayout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Master" Target="../slideMasters/slideMaster1.xml"/><Relationship Id="rId4" Type="http://schemas.openxmlformats.org/officeDocument/2006/relationships/image" Target="../media/image2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8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p:spPr>
        <p:txBody>
          <a:bodyPr/>
          <a:lstStyle>
            <a:lvl1pPr algn="ctr">
              <a:defRPr>
                <a:solidFill>
                  <a:srgbClr val="323232"/>
                </a:solidFill>
              </a:defRPr>
            </a:lvl1pPr>
          </a:lstStyle>
          <a:p>
            <a:r>
              <a:rPr lang="en-US" altLang="ja-JP"/>
              <a:t>2024/11/14</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はじめに">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nchor="ctr"/>
          <a:lstStyle>
            <a:lvl1pPr>
              <a:lnSpc>
                <a:spcPct val="120000"/>
              </a:lnSpc>
              <a:spcBef>
                <a:spcPts val="1200"/>
              </a:spcBef>
              <a:defRPr>
                <a:latin typeface="游明朝" panose="02020400000000000000" pitchFamily="18" charset="-128"/>
                <a:ea typeface="游明朝" panose="02020400000000000000" pitchFamily="18" charset="-128"/>
              </a:defRPr>
            </a:lvl1p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077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455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r>
              <a:rPr lang="en-US" altLang="ja-JP"/>
              <a:t>2024/11/14</a:t>
            </a:r>
            <a:endParaRPr lang="en-US"/>
          </a:p>
        </p:txBody>
      </p:sp>
      <p:sp>
        <p:nvSpPr>
          <p:cNvPr id="4" name="Footer Placeholder 3"/>
          <p:cNvSpPr>
            <a:spLocks noGrp="1"/>
          </p:cNvSpPr>
          <p:nvPr>
            <p:ph type="ftr" sz="quarter" idx="11"/>
          </p:nvPr>
        </p:nvSpPr>
        <p:spPr/>
        <p:txBody>
          <a:bodyPr/>
          <a:lstStyle/>
          <a:p>
            <a:r>
              <a:rPr lang="en-US"/>
              <a:t>Copyright ©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次_10">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92000"/>
            <a:ext cx="11040000" cy="480000"/>
          </a:xfrm>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r>
              <a:rPr lang="en-US" altLang="ja-JP"/>
              <a:t>2024/11/14</a:t>
            </a:r>
            <a:endParaRPr lang="en-US"/>
          </a:p>
        </p:txBody>
      </p:sp>
      <p:sp>
        <p:nvSpPr>
          <p:cNvPr id="4" name="フッター プレースホルダー 3"/>
          <p:cNvSpPr>
            <a:spLocks noGrp="1"/>
          </p:cNvSpPr>
          <p:nvPr>
            <p:ph type="ftr" sz="quarter" idx="11"/>
          </p:nvPr>
        </p:nvSpPr>
        <p:spPr/>
        <p:txBody>
          <a:bodyPr/>
          <a:lstStyle/>
          <a:p>
            <a:r>
              <a:rPr lang="en-US"/>
              <a:t>Copyright © SystemEXE,Inc All Rights Reserved.</a:t>
            </a:r>
          </a:p>
        </p:txBody>
      </p:sp>
      <p:sp>
        <p:nvSpPr>
          <p:cNvPr id="5" name="スライド番号プレースホルダー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テキスト ボックス 6"/>
          <p:cNvSpPr txBox="1">
            <a:spLocks/>
          </p:cNvSpPr>
          <p:nvPr/>
        </p:nvSpPr>
        <p:spPr>
          <a:xfrm>
            <a:off x="576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1</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8" name="テキスト ボックス 7"/>
          <p:cNvSpPr txBox="1"/>
          <p:nvPr userDrawn="1"/>
        </p:nvSpPr>
        <p:spPr>
          <a:xfrm>
            <a:off x="576002"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5</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9" name="テキスト ボックス 8"/>
          <p:cNvSpPr txBox="1">
            <a:spLocks/>
          </p:cNvSpPr>
          <p:nvPr/>
        </p:nvSpPr>
        <p:spPr>
          <a:xfrm>
            <a:off x="3552074"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2</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0" name="テキスト ボックス 9"/>
          <p:cNvSpPr txBox="1">
            <a:spLocks/>
          </p:cNvSpPr>
          <p:nvPr/>
        </p:nvSpPr>
        <p:spPr>
          <a:xfrm>
            <a:off x="6549036"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3</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1" name="テキスト ボックス 10"/>
          <p:cNvSpPr txBox="1">
            <a:spLocks/>
          </p:cNvSpPr>
          <p:nvPr/>
        </p:nvSpPr>
        <p:spPr>
          <a:xfrm>
            <a:off x="9552003"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4</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3" name="テキスト ボックス 22"/>
          <p:cNvSpPr txBox="1"/>
          <p:nvPr/>
        </p:nvSpPr>
        <p:spPr>
          <a:xfrm>
            <a:off x="3552075"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6</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5" name="テキスト ボックス 24"/>
          <p:cNvSpPr txBox="1"/>
          <p:nvPr/>
        </p:nvSpPr>
        <p:spPr>
          <a:xfrm>
            <a:off x="6549037"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7</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6" name="テキスト ボックス 25"/>
          <p:cNvSpPr txBox="1"/>
          <p:nvPr/>
        </p:nvSpPr>
        <p:spPr>
          <a:xfrm>
            <a:off x="9552004"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8</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39" name="テキスト プレースホルダー 38"/>
          <p:cNvSpPr>
            <a:spLocks noGrp="1"/>
          </p:cNvSpPr>
          <p:nvPr>
            <p:ph type="body" sz="quarter" idx="13"/>
          </p:nvPr>
        </p:nvSpPr>
        <p:spPr>
          <a:xfrm>
            <a:off x="576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en-US" altLang="ja-JP"/>
          </a:p>
        </p:txBody>
      </p:sp>
      <p:sp>
        <p:nvSpPr>
          <p:cNvPr id="40" name="テキスト プレースホルダー 38"/>
          <p:cNvSpPr>
            <a:spLocks noGrp="1"/>
          </p:cNvSpPr>
          <p:nvPr>
            <p:ph type="body" sz="quarter" idx="14"/>
          </p:nvPr>
        </p:nvSpPr>
        <p:spPr>
          <a:xfrm>
            <a:off x="576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cxnSp>
        <p:nvCxnSpPr>
          <p:cNvPr id="41" name="直線コネクタ 40">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42" name="テキスト プレースホルダー 38"/>
          <p:cNvSpPr>
            <a:spLocks noGrp="1"/>
          </p:cNvSpPr>
          <p:nvPr>
            <p:ph type="body" sz="quarter" idx="15"/>
          </p:nvPr>
        </p:nvSpPr>
        <p:spPr>
          <a:xfrm>
            <a:off x="3552073"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3" name="テキスト プレースホルダー 38"/>
          <p:cNvSpPr>
            <a:spLocks noGrp="1"/>
          </p:cNvSpPr>
          <p:nvPr>
            <p:ph type="body" sz="quarter" idx="16"/>
          </p:nvPr>
        </p:nvSpPr>
        <p:spPr>
          <a:xfrm>
            <a:off x="3552073"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4" name="テキスト プレースホルダー 38"/>
          <p:cNvSpPr>
            <a:spLocks noGrp="1"/>
          </p:cNvSpPr>
          <p:nvPr>
            <p:ph type="body" sz="quarter" idx="17"/>
          </p:nvPr>
        </p:nvSpPr>
        <p:spPr>
          <a:xfrm>
            <a:off x="6549035"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5" name="テキスト プレースホルダー 38"/>
          <p:cNvSpPr>
            <a:spLocks noGrp="1"/>
          </p:cNvSpPr>
          <p:nvPr>
            <p:ph type="body" sz="quarter" idx="18"/>
          </p:nvPr>
        </p:nvSpPr>
        <p:spPr>
          <a:xfrm>
            <a:off x="6549035"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6" name="テキスト プレースホルダー 38"/>
          <p:cNvSpPr>
            <a:spLocks noGrp="1"/>
          </p:cNvSpPr>
          <p:nvPr>
            <p:ph type="body" sz="quarter" idx="19"/>
          </p:nvPr>
        </p:nvSpPr>
        <p:spPr>
          <a:xfrm>
            <a:off x="9552002"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7" name="テキスト プレースホルダー 38"/>
          <p:cNvSpPr>
            <a:spLocks noGrp="1"/>
          </p:cNvSpPr>
          <p:nvPr>
            <p:ph type="body" sz="quarter" idx="20"/>
          </p:nvPr>
        </p:nvSpPr>
        <p:spPr>
          <a:xfrm>
            <a:off x="9552002"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8" name="テキスト プレースホルダー 38"/>
          <p:cNvSpPr>
            <a:spLocks noGrp="1"/>
          </p:cNvSpPr>
          <p:nvPr>
            <p:ph type="body" sz="quarter" idx="21"/>
          </p:nvPr>
        </p:nvSpPr>
        <p:spPr>
          <a:xfrm>
            <a:off x="576001"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9" name="テキスト プレースホルダー 38"/>
          <p:cNvSpPr>
            <a:spLocks noGrp="1"/>
          </p:cNvSpPr>
          <p:nvPr>
            <p:ph type="body" sz="quarter" idx="22"/>
          </p:nvPr>
        </p:nvSpPr>
        <p:spPr>
          <a:xfrm>
            <a:off x="576001"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0" name="テキスト プレースホルダー 38"/>
          <p:cNvSpPr>
            <a:spLocks noGrp="1"/>
          </p:cNvSpPr>
          <p:nvPr>
            <p:ph type="body" sz="quarter" idx="23"/>
          </p:nvPr>
        </p:nvSpPr>
        <p:spPr>
          <a:xfrm>
            <a:off x="3552074"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1" name="テキスト プレースホルダー 38"/>
          <p:cNvSpPr>
            <a:spLocks noGrp="1"/>
          </p:cNvSpPr>
          <p:nvPr>
            <p:ph type="body" sz="quarter" idx="24"/>
          </p:nvPr>
        </p:nvSpPr>
        <p:spPr>
          <a:xfrm>
            <a:off x="3552074"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2" name="テキスト プレースホルダー 38"/>
          <p:cNvSpPr>
            <a:spLocks noGrp="1"/>
          </p:cNvSpPr>
          <p:nvPr>
            <p:ph type="body" sz="quarter" idx="25"/>
          </p:nvPr>
        </p:nvSpPr>
        <p:spPr>
          <a:xfrm>
            <a:off x="6549036"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3" name="テキスト プレースホルダー 38"/>
          <p:cNvSpPr>
            <a:spLocks noGrp="1"/>
          </p:cNvSpPr>
          <p:nvPr>
            <p:ph type="body" sz="quarter" idx="26"/>
          </p:nvPr>
        </p:nvSpPr>
        <p:spPr>
          <a:xfrm>
            <a:off x="6549036"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4" name="テキスト プレースホルダー 38"/>
          <p:cNvSpPr>
            <a:spLocks noGrp="1"/>
          </p:cNvSpPr>
          <p:nvPr>
            <p:ph type="body" sz="quarter" idx="27"/>
          </p:nvPr>
        </p:nvSpPr>
        <p:spPr>
          <a:xfrm>
            <a:off x="9552003"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5" name="テキスト プレースホルダー 38"/>
          <p:cNvSpPr>
            <a:spLocks noGrp="1"/>
          </p:cNvSpPr>
          <p:nvPr>
            <p:ph type="body" sz="quarter" idx="28"/>
          </p:nvPr>
        </p:nvSpPr>
        <p:spPr>
          <a:xfrm>
            <a:off x="9552003"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Tree>
    <p:extLst>
      <p:ext uri="{BB962C8B-B14F-4D97-AF65-F5344CB8AC3E}">
        <p14:creationId xmlns:p14="http://schemas.microsoft.com/office/powerpoint/2010/main" val="3424002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セクション見出し_1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3B38661-B790-F94B-9CC2-2C79D3EAD5F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9674603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セクション見出し_1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8C05D1CE-187C-7B4B-B162-14D3E8322852}"/>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5549677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セクション見出し_1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3633C1CF-F716-2E45-8568-C6E0FC0ED9D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790525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セクション見出し_1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056F889-4155-4A41-83A5-44D734D8E95C}"/>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7797226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セクション見出し_1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CEF53B95-EC99-B74D-A477-016CCD3E82F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9807918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セクション見出し_1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ED893EE9-F018-7942-88CE-9ED464876B9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514879"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2487270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セクション見出し_1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41F14F30-E0F1-5246-B095-0CBD8E25BF00}"/>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3483"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7239706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セクション見出し_1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D512EF49-6F4F-EF40-A52B-7C103FFD08A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8242190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セクション見出し_1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730942D6-3112-7A47-9B1E-32A9824AA5D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92987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セクション見出し_2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21074A7D-BEE3-DF4E-B3F2-92AC22A356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592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8770315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さいごに">
    <p:spTree>
      <p:nvGrpSpPr>
        <p:cNvPr id="1" name=""/>
        <p:cNvGrpSpPr/>
        <p:nvPr/>
      </p:nvGrpSpPr>
      <p:grpSpPr>
        <a:xfrm>
          <a:off x="0" y="0"/>
          <a:ext cx="0" cy="0"/>
          <a:chOff x="0" y="0"/>
          <a:chExt cx="0" cy="0"/>
        </a:xfrm>
      </p:grpSpPr>
      <p:pic>
        <p:nvPicPr>
          <p:cNvPr id="33" name="図 32">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4" name="Date Placeholder 3"/>
          <p:cNvSpPr>
            <a:spLocks noGrp="1"/>
          </p:cNvSpPr>
          <p:nvPr>
            <p:ph type="dt" sz="half" idx="10"/>
          </p:nvPr>
        </p:nvSpPr>
        <p:spPr/>
        <p:txBody>
          <a:bodyPr/>
          <a:lstStyle/>
          <a:p>
            <a:r>
              <a:rPr lang="en-US" altLang="ja-JP"/>
              <a:t>2024/11/14</a:t>
            </a:r>
            <a:endParaRPr lang="en-US"/>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14" name="タイトル 1">
            <a:extLst>
              <a:ext uri="{FF2B5EF4-FFF2-40B4-BE49-F238E27FC236}">
                <a16:creationId xmlns:a16="http://schemas.microsoft.com/office/drawing/2014/main" id="{E7519865-5BC3-C04C-80FB-9FA07956042B}"/>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15" name="Rectangle 116">
            <a:extLst>
              <a:ext uri="{FF2B5EF4-FFF2-40B4-BE49-F238E27FC236}">
                <a16:creationId xmlns:a16="http://schemas.microsoft.com/office/drawing/2014/main" id="{9B54F006-B62B-7742-AB41-8DBFC72A714E}"/>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6" name="図 15">
            <a:extLst>
              <a:ext uri="{FF2B5EF4-FFF2-40B4-BE49-F238E27FC236}">
                <a16:creationId xmlns:a16="http://schemas.microsoft.com/office/drawing/2014/main" id="{967CC1C0-C78B-7648-8B9B-C92E139082AE}"/>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20" name="表 19">
            <a:extLst>
              <a:ext uri="{FF2B5EF4-FFF2-40B4-BE49-F238E27FC236}">
                <a16:creationId xmlns:a16="http://schemas.microsoft.com/office/drawing/2014/main" id="{22E1DCAE-5D66-1643-9F9E-8DEAD9D415FA}"/>
              </a:ext>
            </a:extLst>
          </p:cNvPr>
          <p:cNvGraphicFramePr>
            <a:graphicFrameLocks noGrp="1"/>
          </p:cNvGraphicFramePr>
          <p:nvPr userDrawn="1">
            <p:extLst>
              <p:ext uri="{D42A27DB-BD31-4B8C-83A1-F6EECF244321}">
                <p14:modId xmlns:p14="http://schemas.microsoft.com/office/powerpoint/2010/main" val="1545377750"/>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22" name="テキスト ボックス 21">
            <a:extLst>
              <a:ext uri="{FF2B5EF4-FFF2-40B4-BE49-F238E27FC236}">
                <a16:creationId xmlns:a16="http://schemas.microsoft.com/office/drawing/2014/main" id="{1D2C5461-F3A6-4B4E-8C2D-A56405AA7034}"/>
              </a:ext>
            </a:extLst>
          </p:cNvPr>
          <p:cNvSpPr txBox="1"/>
          <p:nvPr userDrawn="1"/>
        </p:nvSpPr>
        <p:spPr>
          <a:xfrm>
            <a:off x="6384000" y="2699999"/>
            <a:ext cx="3936000" cy="2074671"/>
          </a:xfrm>
          <a:prstGeom prst="rect">
            <a:avLst/>
          </a:prstGeom>
          <a:noFill/>
        </p:spPr>
        <p:txBody>
          <a:bodyPr wrap="square" rtlCol="0">
            <a:spAutoFit/>
          </a:bodyPr>
          <a:lstStyle/>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24" name="直線コネクタ 23">
            <a:extLst>
              <a:ext uri="{FF2B5EF4-FFF2-40B4-BE49-F238E27FC236}">
                <a16:creationId xmlns:a16="http://schemas.microsoft.com/office/drawing/2014/main" id="{D781F7B3-D204-FD4B-B02E-9969ACE46123}"/>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25" name="正方形/長方形 24">
            <a:extLst>
              <a:ext uri="{FF2B5EF4-FFF2-40B4-BE49-F238E27FC236}">
                <a16:creationId xmlns:a16="http://schemas.microsoft.com/office/drawing/2014/main" id="{D888F97B-6037-7346-8BD1-AF3A4A17D22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26" name="正方形/長方形 25">
            <a:extLst>
              <a:ext uri="{FF2B5EF4-FFF2-40B4-BE49-F238E27FC236}">
                <a16:creationId xmlns:a16="http://schemas.microsoft.com/office/drawing/2014/main" id="{81991C75-4903-4C48-AC9C-4DCC1588810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7" name="テキスト プレースホルダー 6"/>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8" name="テキスト プレースホルダー 6"/>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9" name="テキスト プレースホルダー 6"/>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0" name="テキスト プレースホルダー 6"/>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1" name="テキスト プレースホルダー 6"/>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2" name="テキスト プレースホルダー 6"/>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35639397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コンテンツのみ">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spTree>
    <p:extLst>
      <p:ext uri="{BB962C8B-B14F-4D97-AF65-F5344CB8AC3E}">
        <p14:creationId xmlns:p14="http://schemas.microsoft.com/office/powerpoint/2010/main" val="3765447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29"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2024/11/14</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95" r:id="rId2"/>
    <p:sldLayoutId id="2147483772" r:id="rId3"/>
    <p:sldLayoutId id="2147483776"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 id="2147483805" r:id="rId14"/>
    <p:sldLayoutId id="2147483756" r:id="rId15"/>
    <p:sldLayoutId id="2147483757" r:id="rId16"/>
    <p:sldLayoutId id="2147483758" r:id="rId17"/>
    <p:sldLayoutId id="2147483759" r:id="rId18"/>
    <p:sldLayoutId id="2147483760" r:id="rId19"/>
    <p:sldLayoutId id="2147483761" r:id="rId20"/>
    <p:sldLayoutId id="2147483762" r:id="rId21"/>
    <p:sldLayoutId id="2147483763" r:id="rId22"/>
    <p:sldLayoutId id="2147483764" r:id="rId23"/>
    <p:sldLayoutId id="2147483765" r:id="rId24"/>
    <p:sldLayoutId id="2147483766" r:id="rId25"/>
    <p:sldLayoutId id="2147483794" r:id="rId26"/>
    <p:sldLayoutId id="2147483806" r:id="rId27"/>
  </p:sldLayoutIdLst>
  <p:hf sldNum="0" hdr="0" dt="0"/>
  <p:txStyles>
    <p:titleStyle>
      <a:lvl1pPr algn="l" defTabSz="914400" rtl="0" eaLnBrk="1" latinLnBrk="0" hangingPunct="1">
        <a:lnSpc>
          <a:spcPct val="100000"/>
        </a:lnSpc>
        <a:spcBef>
          <a:spcPct val="0"/>
        </a:spcBef>
        <a:buNone/>
        <a:defRPr kumimoji="1" sz="2800" b="0" kern="1200">
          <a:solidFill>
            <a:srgbClr val="9A3B5D"/>
          </a:solidFill>
          <a:latin typeface="游明朝" panose="02020400000000000000" pitchFamily="18" charset="-128"/>
          <a:ea typeface="游明朝" panose="02020400000000000000" pitchFamily="18"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サブタイトル 3"/>
          <p:cNvSpPr>
            <a:spLocks noGrp="1"/>
          </p:cNvSpPr>
          <p:nvPr>
            <p:ph type="subTitle" idx="1"/>
          </p:nvPr>
        </p:nvSpPr>
        <p:spPr>
          <a:xfrm>
            <a:off x="480001" y="2660492"/>
            <a:ext cx="9245890" cy="1563508"/>
          </a:xfrm>
        </p:spPr>
        <p:txBody>
          <a:bodyPr>
            <a:normAutofit/>
          </a:bodyPr>
          <a:lstStyle/>
          <a:p>
            <a:r>
              <a:rPr lang="ja-JP" altLang="en-US" sz="3600"/>
              <a:t>先マテ生成</a:t>
            </a:r>
            <a:r>
              <a:rPr lang="en-US" altLang="ja-JP" sz="3600"/>
              <a:t>AI</a:t>
            </a:r>
            <a:r>
              <a:rPr lang="ja-JP" altLang="en-US" sz="3600"/>
              <a:t>－</a:t>
            </a:r>
            <a:r>
              <a:rPr lang="en-US" altLang="ja-JP" sz="3600" err="1"/>
              <a:t>Dify</a:t>
            </a:r>
            <a:r>
              <a:rPr lang="ja-JP" altLang="en-US" sz="3600"/>
              <a:t>保守</a:t>
            </a:r>
            <a:endParaRPr lang="en-US" altLang="ja-JP" sz="3600"/>
          </a:p>
          <a:p>
            <a:r>
              <a:rPr lang="ja-JP" altLang="en-US" sz="3600"/>
              <a:t>ご提案</a:t>
            </a:r>
            <a:r>
              <a:rPr lang="en-US" altLang="ja-JP" sz="3600"/>
              <a:t>(</a:t>
            </a:r>
            <a:r>
              <a:rPr lang="ja-JP" altLang="en-US" sz="3600"/>
              <a:t>第</a:t>
            </a:r>
            <a:r>
              <a:rPr lang="en-US" altLang="ja-JP" sz="3600"/>
              <a:t>1.0</a:t>
            </a:r>
            <a:r>
              <a:rPr lang="ja-JP" altLang="en-US" sz="3600"/>
              <a:t>版）</a:t>
            </a:r>
            <a:endParaRPr kumimoji="1" lang="ja-JP" altLang="en-US" sz="3600"/>
          </a:p>
        </p:txBody>
      </p:sp>
      <p:sp>
        <p:nvSpPr>
          <p:cNvPr id="5" name="テキスト プレースホルダー 4"/>
          <p:cNvSpPr>
            <a:spLocks noGrp="1"/>
          </p:cNvSpPr>
          <p:nvPr>
            <p:ph type="body" sz="quarter" idx="13"/>
          </p:nvPr>
        </p:nvSpPr>
        <p:spPr/>
        <p:txBody>
          <a:bodyPr/>
          <a:lstStyle/>
          <a:p>
            <a:r>
              <a:rPr lang="ja-JP" altLang="en-US"/>
              <a:t>システムソリューション本部</a:t>
            </a:r>
            <a:endParaRPr kumimoji="1" lang="ja-JP" altLang="en-US"/>
          </a:p>
        </p:txBody>
      </p:sp>
      <p:sp>
        <p:nvSpPr>
          <p:cNvPr id="7" name="テキスト プレースホルダー 6"/>
          <p:cNvSpPr>
            <a:spLocks noGrp="1"/>
          </p:cNvSpPr>
          <p:nvPr>
            <p:ph type="body" sz="quarter" idx="14"/>
          </p:nvPr>
        </p:nvSpPr>
        <p:spPr/>
        <p:txBody>
          <a:bodyPr/>
          <a:lstStyle/>
          <a:p>
            <a:r>
              <a:rPr kumimoji="1" lang="ja-JP" altLang="en-US"/>
              <a:t>出光興産株式会社　御中</a:t>
            </a:r>
            <a:endParaRPr kumimoji="1" lang="en-US" altLang="ja-JP"/>
          </a:p>
        </p:txBody>
      </p:sp>
      <p:sp>
        <p:nvSpPr>
          <p:cNvPr id="8" name="テキスト プレースホルダー 4">
            <a:extLst>
              <a:ext uri="{FF2B5EF4-FFF2-40B4-BE49-F238E27FC236}">
                <a16:creationId xmlns:a16="http://schemas.microsoft.com/office/drawing/2014/main" id="{107CDF1A-DF69-D1B9-6346-1200847D9738}"/>
              </a:ext>
            </a:extLst>
          </p:cNvPr>
          <p:cNvSpPr txBox="1">
            <a:spLocks/>
          </p:cNvSpPr>
          <p:nvPr/>
        </p:nvSpPr>
        <p:spPr>
          <a:xfrm>
            <a:off x="9407999" y="3936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a:t>2025/12/12</a:t>
            </a:r>
            <a:endParaRPr lang="ja-JP" altLang="en-US"/>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a:extLst>
              <a:ext uri="{FF2B5EF4-FFF2-40B4-BE49-F238E27FC236}">
                <a16:creationId xmlns:a16="http://schemas.microsoft.com/office/drawing/2014/main" id="{2E1CE15F-6188-D4DE-439B-CEAF8146E0C0}"/>
              </a:ext>
            </a:extLst>
          </p:cNvPr>
          <p:cNvSpPr txBox="1">
            <a:spLocks/>
          </p:cNvSpPr>
          <p:nvPr/>
        </p:nvSpPr>
        <p:spPr>
          <a:xfrm>
            <a:off x="336000" y="353451"/>
            <a:ext cx="11856000" cy="4039255"/>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600"/>
              </a:spcBef>
              <a:buFont typeface="Arial" panose="020B0604020202020204" pitchFamily="34" charset="0"/>
              <a:buNone/>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buFont typeface="Wingdings" panose="05000000000000000000" pitchFamily="2" charset="2"/>
              <a:buChar char="l"/>
            </a:pPr>
            <a:r>
              <a:rPr lang="ja-JP" altLang="en-US"/>
              <a:t>本書は、貴社よりご提供をいただきました下記の資料の内容および、</a:t>
            </a:r>
            <a:r>
              <a:rPr lang="en-US" altLang="ja-JP"/>
              <a:t>11</a:t>
            </a:r>
            <a:r>
              <a:rPr lang="ja-JP" altLang="en-US"/>
              <a:t>月</a:t>
            </a:r>
            <a:r>
              <a:rPr lang="en-US" altLang="ja-JP"/>
              <a:t>19</a:t>
            </a:r>
            <a:r>
              <a:rPr lang="ja-JP" altLang="en-US"/>
              <a:t>日のお打合せの内容を基にしたご提案書となります。</a:t>
            </a:r>
          </a:p>
          <a:p>
            <a:pPr marL="720000" lvl="1" indent="-342900">
              <a:lnSpc>
                <a:spcPct val="100000"/>
              </a:lnSpc>
            </a:pPr>
            <a:r>
              <a:rPr lang="en-US" altLang="ja-JP" sz="1600">
                <a:latin typeface="+mn-ea"/>
              </a:rPr>
              <a:t>20251203_</a:t>
            </a:r>
            <a:r>
              <a:rPr lang="ja-JP" altLang="en-US" sz="1600">
                <a:latin typeface="+mn-ea"/>
              </a:rPr>
              <a:t>先マテ生成</a:t>
            </a:r>
            <a:r>
              <a:rPr lang="en-US" altLang="ja-JP" sz="1600" err="1">
                <a:latin typeface="+mn-ea"/>
              </a:rPr>
              <a:t>AI_Dify</a:t>
            </a:r>
            <a:r>
              <a:rPr lang="ja-JP" altLang="en-US" sz="1600">
                <a:latin typeface="+mn-ea"/>
              </a:rPr>
              <a:t>について</a:t>
            </a:r>
            <a:r>
              <a:rPr lang="en-US" altLang="ja-JP" sz="1600">
                <a:latin typeface="+mn-ea"/>
              </a:rPr>
              <a:t>.pptx</a:t>
            </a:r>
          </a:p>
        </p:txBody>
      </p:sp>
      <p:sp>
        <p:nvSpPr>
          <p:cNvPr id="2" name="フッター プレースホルダー 1">
            <a:extLst>
              <a:ext uri="{FF2B5EF4-FFF2-40B4-BE49-F238E27FC236}">
                <a16:creationId xmlns:a16="http://schemas.microsoft.com/office/drawing/2014/main" id="{2D2AEE21-AA83-075A-3CD6-7EDAC406B400}"/>
              </a:ext>
            </a:extLst>
          </p:cNvPr>
          <p:cNvSpPr>
            <a:spLocks noGrp="1"/>
          </p:cNvSpPr>
          <p:nvPr>
            <p:ph type="ftr" sz="quarter" idx="11"/>
          </p:nvPr>
        </p:nvSpPr>
        <p:spPr/>
        <p:txBody>
          <a:bodyPr/>
          <a:lstStyle/>
          <a:p>
            <a:r>
              <a:rPr lang="en-US"/>
              <a:t>Copyright © SystemEXE,Inc All Rights Reserved.</a:t>
            </a:r>
          </a:p>
        </p:txBody>
      </p:sp>
      <p:sp>
        <p:nvSpPr>
          <p:cNvPr id="3" name="スライド番号プレースホルダー 3">
            <a:extLst>
              <a:ext uri="{FF2B5EF4-FFF2-40B4-BE49-F238E27FC236}">
                <a16:creationId xmlns:a16="http://schemas.microsoft.com/office/drawing/2014/main" id="{55F151F7-AB07-3B47-A78C-6238199A735A}"/>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a:t>
            </a:fld>
            <a:endParaRPr kumimoji="1" lang="ja-JP" altLang="en-US" sz="700"/>
          </a:p>
        </p:txBody>
      </p:sp>
    </p:spTree>
    <p:extLst>
      <p:ext uri="{BB962C8B-B14F-4D97-AF65-F5344CB8AC3E}">
        <p14:creationId xmlns:p14="http://schemas.microsoft.com/office/powerpoint/2010/main" val="3285151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0DDB73-3DAE-E585-CFA4-6B4062515D26}"/>
              </a:ext>
            </a:extLst>
          </p:cNvPr>
          <p:cNvSpPr>
            <a:spLocks noGrp="1"/>
          </p:cNvSpPr>
          <p:nvPr>
            <p:ph type="title"/>
          </p:nvPr>
        </p:nvSpPr>
        <p:spPr/>
        <p:txBody>
          <a:bodyPr/>
          <a:lstStyle/>
          <a:p>
            <a:r>
              <a:rPr kumimoji="1" lang="ja-JP" altLang="en-US"/>
              <a:t>目次</a:t>
            </a:r>
          </a:p>
        </p:txBody>
      </p:sp>
      <p:sp>
        <p:nvSpPr>
          <p:cNvPr id="3" name="フッター プレースホルダー 2">
            <a:extLst>
              <a:ext uri="{FF2B5EF4-FFF2-40B4-BE49-F238E27FC236}">
                <a16:creationId xmlns:a16="http://schemas.microsoft.com/office/drawing/2014/main" id="{AD4D7248-8B01-1DE1-9E89-7ED14B040AE1}"/>
              </a:ext>
            </a:extLst>
          </p:cNvPr>
          <p:cNvSpPr>
            <a:spLocks noGrp="1"/>
          </p:cNvSpPr>
          <p:nvPr>
            <p:ph type="ftr" sz="quarter" idx="11"/>
          </p:nvPr>
        </p:nvSpPr>
        <p:spPr/>
        <p:txBody>
          <a:bodyPr/>
          <a:lstStyle/>
          <a:p>
            <a:r>
              <a:rPr lang="en-US"/>
              <a:t>Copyright © SystemEXE,Inc All Rights Reserved.</a:t>
            </a:r>
          </a:p>
        </p:txBody>
      </p:sp>
      <p:sp>
        <p:nvSpPr>
          <p:cNvPr id="5" name="正方形/長方形 4">
            <a:extLst>
              <a:ext uri="{FF2B5EF4-FFF2-40B4-BE49-F238E27FC236}">
                <a16:creationId xmlns:a16="http://schemas.microsoft.com/office/drawing/2014/main" id="{043C9EFD-7E09-676C-ED8A-56BBFFC3B482}"/>
              </a:ext>
            </a:extLst>
          </p:cNvPr>
          <p:cNvSpPr/>
          <p:nvPr/>
        </p:nvSpPr>
        <p:spPr>
          <a:xfrm>
            <a:off x="412414" y="985070"/>
            <a:ext cx="211232" cy="426600"/>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6" name="テキスト ボックス 5">
            <a:extLst>
              <a:ext uri="{FF2B5EF4-FFF2-40B4-BE49-F238E27FC236}">
                <a16:creationId xmlns:a16="http://schemas.microsoft.com/office/drawing/2014/main" id="{FDFF2349-1A0B-D040-2FC3-C26EE8F00B02}"/>
              </a:ext>
            </a:extLst>
          </p:cNvPr>
          <p:cNvSpPr txBox="1"/>
          <p:nvPr/>
        </p:nvSpPr>
        <p:spPr>
          <a:xfrm>
            <a:off x="668566" y="977413"/>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1</a:t>
            </a:r>
            <a:endParaRPr kumimoji="1" lang="ja-JP" altLang="en-US" sz="2400" b="1">
              <a:solidFill>
                <a:schemeClr val="accent4">
                  <a:lumMod val="75000"/>
                </a:schemeClr>
              </a:solidFill>
              <a:latin typeface="+mn-ea"/>
            </a:endParaRPr>
          </a:p>
        </p:txBody>
      </p:sp>
      <p:sp>
        <p:nvSpPr>
          <p:cNvPr id="7" name="テキスト ボックス 6">
            <a:extLst>
              <a:ext uri="{FF2B5EF4-FFF2-40B4-BE49-F238E27FC236}">
                <a16:creationId xmlns:a16="http://schemas.microsoft.com/office/drawing/2014/main" id="{CA5E1339-5F0A-4B55-CB4B-A83C30B1BBAD}"/>
              </a:ext>
            </a:extLst>
          </p:cNvPr>
          <p:cNvSpPr txBox="1"/>
          <p:nvPr/>
        </p:nvSpPr>
        <p:spPr>
          <a:xfrm>
            <a:off x="1093112" y="1033401"/>
            <a:ext cx="1800493" cy="369333"/>
          </a:xfrm>
          <a:prstGeom prst="rect">
            <a:avLst/>
          </a:prstGeom>
          <a:noFill/>
        </p:spPr>
        <p:txBody>
          <a:bodyPr wrap="none" rtlCol="0">
            <a:noAutofit/>
          </a:bodyPr>
          <a:lstStyle/>
          <a:p>
            <a:r>
              <a:rPr kumimoji="1" lang="ja-JP" altLang="en-US" b="1">
                <a:solidFill>
                  <a:schemeClr val="tx1">
                    <a:lumMod val="75000"/>
                    <a:lumOff val="25000"/>
                  </a:schemeClr>
                </a:solidFill>
                <a:latin typeface="+mn-ea"/>
              </a:rPr>
              <a:t>ご提案のポイント</a:t>
            </a:r>
          </a:p>
        </p:txBody>
      </p:sp>
      <p:sp>
        <p:nvSpPr>
          <p:cNvPr id="8" name="正方形/長方形 7">
            <a:extLst>
              <a:ext uri="{FF2B5EF4-FFF2-40B4-BE49-F238E27FC236}">
                <a16:creationId xmlns:a16="http://schemas.microsoft.com/office/drawing/2014/main" id="{B7AE61BE-9BE9-19AB-28DD-22C5F80A4CB4}"/>
              </a:ext>
            </a:extLst>
          </p:cNvPr>
          <p:cNvSpPr/>
          <p:nvPr/>
        </p:nvSpPr>
        <p:spPr>
          <a:xfrm rot="10800000">
            <a:off x="616274" y="1419680"/>
            <a:ext cx="5220000" cy="102975"/>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10" name="テキスト ボックス 9">
            <a:extLst>
              <a:ext uri="{FF2B5EF4-FFF2-40B4-BE49-F238E27FC236}">
                <a16:creationId xmlns:a16="http://schemas.microsoft.com/office/drawing/2014/main" id="{26CACF70-8747-A2B0-4FDF-69B98B5E637E}"/>
              </a:ext>
            </a:extLst>
          </p:cNvPr>
          <p:cNvSpPr txBox="1"/>
          <p:nvPr/>
        </p:nvSpPr>
        <p:spPr>
          <a:xfrm>
            <a:off x="5381737" y="937865"/>
            <a:ext cx="645104" cy="461666"/>
          </a:xfrm>
          <a:prstGeom prst="rect">
            <a:avLst/>
          </a:prstGeom>
          <a:noFill/>
          <a:ln>
            <a:noFill/>
          </a:ln>
        </p:spPr>
        <p:txBody>
          <a:bodyPr wrap="none" rtlCol="0" anchor="b">
            <a:noAutofit/>
          </a:bodyPr>
          <a:lstStyle/>
          <a:p>
            <a:r>
              <a:rPr kumimoji="1" lang="en-US" altLang="ja-JP" sz="1600">
                <a:solidFill>
                  <a:schemeClr val="bg1">
                    <a:lumMod val="50000"/>
                  </a:schemeClr>
                </a:solidFill>
                <a:latin typeface="+mn-ea"/>
              </a:rPr>
              <a:t>P.3</a:t>
            </a:r>
            <a:endParaRPr kumimoji="1" lang="ja-JP" altLang="en-US" sz="1600">
              <a:solidFill>
                <a:schemeClr val="bg1">
                  <a:lumMod val="50000"/>
                </a:schemeClr>
              </a:solidFill>
              <a:latin typeface="+mn-ea"/>
            </a:endParaRPr>
          </a:p>
        </p:txBody>
      </p:sp>
      <p:sp>
        <p:nvSpPr>
          <p:cNvPr id="12" name="正方形/長方形 11">
            <a:extLst>
              <a:ext uri="{FF2B5EF4-FFF2-40B4-BE49-F238E27FC236}">
                <a16:creationId xmlns:a16="http://schemas.microsoft.com/office/drawing/2014/main" id="{99DAD8ED-26DA-D31A-5A5D-39B444404431}"/>
              </a:ext>
            </a:extLst>
          </p:cNvPr>
          <p:cNvSpPr/>
          <p:nvPr/>
        </p:nvSpPr>
        <p:spPr>
          <a:xfrm>
            <a:off x="6165157" y="983547"/>
            <a:ext cx="211232" cy="426598"/>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13" name="テキスト ボックス 12">
            <a:extLst>
              <a:ext uri="{FF2B5EF4-FFF2-40B4-BE49-F238E27FC236}">
                <a16:creationId xmlns:a16="http://schemas.microsoft.com/office/drawing/2014/main" id="{5BF77E43-68D8-BD64-0589-490BD977EBC9}"/>
              </a:ext>
            </a:extLst>
          </p:cNvPr>
          <p:cNvSpPr txBox="1"/>
          <p:nvPr/>
        </p:nvSpPr>
        <p:spPr>
          <a:xfrm>
            <a:off x="6421312" y="980516"/>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6</a:t>
            </a:r>
            <a:endParaRPr kumimoji="1" lang="ja-JP" altLang="en-US" sz="2400" b="1">
              <a:solidFill>
                <a:schemeClr val="accent4">
                  <a:lumMod val="75000"/>
                </a:schemeClr>
              </a:solidFill>
              <a:latin typeface="+mn-ea"/>
            </a:endParaRPr>
          </a:p>
        </p:txBody>
      </p:sp>
      <p:sp>
        <p:nvSpPr>
          <p:cNvPr id="14" name="テキスト ボックス 13">
            <a:extLst>
              <a:ext uri="{FF2B5EF4-FFF2-40B4-BE49-F238E27FC236}">
                <a16:creationId xmlns:a16="http://schemas.microsoft.com/office/drawing/2014/main" id="{9C4AEF55-EFC3-802E-41D2-940414539A11}"/>
              </a:ext>
            </a:extLst>
          </p:cNvPr>
          <p:cNvSpPr txBox="1"/>
          <p:nvPr/>
        </p:nvSpPr>
        <p:spPr>
          <a:xfrm>
            <a:off x="6845857" y="1031878"/>
            <a:ext cx="1800493" cy="369331"/>
          </a:xfrm>
          <a:prstGeom prst="rect">
            <a:avLst/>
          </a:prstGeom>
          <a:noFill/>
        </p:spPr>
        <p:txBody>
          <a:bodyPr wrap="none" rtlCol="0">
            <a:noAutofit/>
          </a:bodyPr>
          <a:lstStyle/>
          <a:p>
            <a:r>
              <a:rPr kumimoji="1" lang="ja-JP" altLang="en-US" b="1" dirty="0">
                <a:solidFill>
                  <a:schemeClr val="tx1">
                    <a:lumMod val="75000"/>
                    <a:lumOff val="25000"/>
                  </a:schemeClr>
                </a:solidFill>
                <a:latin typeface="+mn-ea"/>
              </a:rPr>
              <a:t>弊社情報</a:t>
            </a:r>
            <a:endParaRPr kumimoji="1" lang="en-US" altLang="ja-JP" b="1" dirty="0">
              <a:solidFill>
                <a:schemeClr val="tx1">
                  <a:lumMod val="75000"/>
                  <a:lumOff val="25000"/>
                </a:schemeClr>
              </a:solidFill>
              <a:latin typeface="+mn-ea"/>
            </a:endParaRPr>
          </a:p>
        </p:txBody>
      </p:sp>
      <p:sp>
        <p:nvSpPr>
          <p:cNvPr id="15" name="正方形/長方形 14">
            <a:extLst>
              <a:ext uri="{FF2B5EF4-FFF2-40B4-BE49-F238E27FC236}">
                <a16:creationId xmlns:a16="http://schemas.microsoft.com/office/drawing/2014/main" id="{59C9FDB0-6D91-9EFE-F923-E7A2F031B727}"/>
              </a:ext>
            </a:extLst>
          </p:cNvPr>
          <p:cNvSpPr/>
          <p:nvPr/>
        </p:nvSpPr>
        <p:spPr>
          <a:xfrm rot="10800000">
            <a:off x="6369019" y="1427409"/>
            <a:ext cx="52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17" name="テキスト ボックス 16">
            <a:extLst>
              <a:ext uri="{FF2B5EF4-FFF2-40B4-BE49-F238E27FC236}">
                <a16:creationId xmlns:a16="http://schemas.microsoft.com/office/drawing/2014/main" id="{667DF944-4F98-10D6-169B-38734919D9C4}"/>
              </a:ext>
            </a:extLst>
          </p:cNvPr>
          <p:cNvSpPr txBox="1"/>
          <p:nvPr/>
        </p:nvSpPr>
        <p:spPr>
          <a:xfrm>
            <a:off x="11134482" y="936342"/>
            <a:ext cx="645104" cy="461664"/>
          </a:xfrm>
          <a:prstGeom prst="rect">
            <a:avLst/>
          </a:prstGeom>
          <a:noFill/>
          <a:ln>
            <a:noFill/>
          </a:ln>
        </p:spPr>
        <p:txBody>
          <a:bodyPr wrap="none" lIns="121920" tIns="60960" rIns="121920" bIns="60960" rtlCol="0" anchor="b">
            <a:noAutofit/>
          </a:bodyPr>
          <a:lstStyle/>
          <a:p>
            <a:r>
              <a:rPr kumimoji="1" lang="en-US" altLang="ja-JP" sz="1600">
                <a:solidFill>
                  <a:schemeClr val="bg1">
                    <a:lumMod val="50000"/>
                  </a:schemeClr>
                </a:solidFill>
                <a:latin typeface="+mn-ea"/>
              </a:rPr>
              <a:t>P.27</a:t>
            </a:r>
            <a:endParaRPr kumimoji="1" lang="ja-JP" altLang="en-US" sz="1600">
              <a:solidFill>
                <a:schemeClr val="bg1">
                  <a:lumMod val="50000"/>
                </a:schemeClr>
              </a:solidFill>
              <a:latin typeface="+mn-ea"/>
            </a:endParaRPr>
          </a:p>
        </p:txBody>
      </p:sp>
      <p:sp>
        <p:nvSpPr>
          <p:cNvPr id="19" name="正方形/長方形 18">
            <a:extLst>
              <a:ext uri="{FF2B5EF4-FFF2-40B4-BE49-F238E27FC236}">
                <a16:creationId xmlns:a16="http://schemas.microsoft.com/office/drawing/2014/main" id="{30E543EE-8041-E8D6-001E-E19F06D6061F}"/>
              </a:ext>
            </a:extLst>
          </p:cNvPr>
          <p:cNvSpPr/>
          <p:nvPr/>
        </p:nvSpPr>
        <p:spPr>
          <a:xfrm>
            <a:off x="412414" y="1958659"/>
            <a:ext cx="211232" cy="426599"/>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20" name="テキスト ボックス 19">
            <a:extLst>
              <a:ext uri="{FF2B5EF4-FFF2-40B4-BE49-F238E27FC236}">
                <a16:creationId xmlns:a16="http://schemas.microsoft.com/office/drawing/2014/main" id="{66A18E5F-EEDC-E4DF-64DC-1DA2DA2AB721}"/>
              </a:ext>
            </a:extLst>
          </p:cNvPr>
          <p:cNvSpPr txBox="1"/>
          <p:nvPr/>
        </p:nvSpPr>
        <p:spPr>
          <a:xfrm>
            <a:off x="680935" y="1954787"/>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2</a:t>
            </a:r>
            <a:endParaRPr kumimoji="1" lang="ja-JP" altLang="en-US" sz="2400" b="1">
              <a:solidFill>
                <a:schemeClr val="accent4">
                  <a:lumMod val="75000"/>
                </a:schemeClr>
              </a:solidFill>
              <a:latin typeface="+mn-ea"/>
            </a:endParaRPr>
          </a:p>
        </p:txBody>
      </p:sp>
      <p:sp>
        <p:nvSpPr>
          <p:cNvPr id="21" name="テキスト ボックス 20">
            <a:extLst>
              <a:ext uri="{FF2B5EF4-FFF2-40B4-BE49-F238E27FC236}">
                <a16:creationId xmlns:a16="http://schemas.microsoft.com/office/drawing/2014/main" id="{7299EA5C-B1AB-3A37-2CE7-07C5C055AF7E}"/>
              </a:ext>
            </a:extLst>
          </p:cNvPr>
          <p:cNvSpPr txBox="1"/>
          <p:nvPr/>
        </p:nvSpPr>
        <p:spPr>
          <a:xfrm>
            <a:off x="1093112" y="2006990"/>
            <a:ext cx="1800494" cy="369332"/>
          </a:xfrm>
          <a:prstGeom prst="rect">
            <a:avLst/>
          </a:prstGeom>
          <a:noFill/>
        </p:spPr>
        <p:txBody>
          <a:bodyPr wrap="none" rtlCol="0">
            <a:noAutofit/>
          </a:bodyPr>
          <a:lstStyle/>
          <a:p>
            <a:r>
              <a:rPr kumimoji="1" lang="ja-JP" altLang="en-US" b="1" dirty="0">
                <a:solidFill>
                  <a:schemeClr val="tx1">
                    <a:lumMod val="75000"/>
                    <a:lumOff val="25000"/>
                  </a:schemeClr>
                </a:solidFill>
                <a:latin typeface="+mn-ea"/>
              </a:rPr>
              <a:t>保守</a:t>
            </a:r>
            <a:r>
              <a:rPr kumimoji="1" lang="ja-JP" altLang="en-US" b="1">
                <a:solidFill>
                  <a:schemeClr val="tx1">
                    <a:lumMod val="75000"/>
                    <a:lumOff val="25000"/>
                  </a:schemeClr>
                </a:solidFill>
                <a:latin typeface="+mn-ea"/>
              </a:rPr>
              <a:t>範囲</a:t>
            </a:r>
          </a:p>
        </p:txBody>
      </p:sp>
      <p:sp>
        <p:nvSpPr>
          <p:cNvPr id="22" name="正方形/長方形 21">
            <a:extLst>
              <a:ext uri="{FF2B5EF4-FFF2-40B4-BE49-F238E27FC236}">
                <a16:creationId xmlns:a16="http://schemas.microsoft.com/office/drawing/2014/main" id="{55B13FC8-8A4D-5D8D-73CF-41A9139E4443}"/>
              </a:ext>
            </a:extLst>
          </p:cNvPr>
          <p:cNvSpPr/>
          <p:nvPr/>
        </p:nvSpPr>
        <p:spPr>
          <a:xfrm rot="10800000">
            <a:off x="616274" y="2402522"/>
            <a:ext cx="52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24" name="テキスト ボックス 23">
            <a:extLst>
              <a:ext uri="{FF2B5EF4-FFF2-40B4-BE49-F238E27FC236}">
                <a16:creationId xmlns:a16="http://schemas.microsoft.com/office/drawing/2014/main" id="{B88A2F33-69AA-2252-4123-BFDA17D93CC6}"/>
              </a:ext>
            </a:extLst>
          </p:cNvPr>
          <p:cNvSpPr txBox="1"/>
          <p:nvPr/>
        </p:nvSpPr>
        <p:spPr>
          <a:xfrm>
            <a:off x="5381737" y="1911454"/>
            <a:ext cx="645104" cy="461665"/>
          </a:xfrm>
          <a:prstGeom prst="rect">
            <a:avLst/>
          </a:prstGeom>
          <a:noFill/>
          <a:ln>
            <a:noFill/>
          </a:ln>
        </p:spPr>
        <p:txBody>
          <a:bodyPr wrap="none" rtlCol="0" anchor="b">
            <a:noAutofit/>
          </a:bodyPr>
          <a:lstStyle/>
          <a:p>
            <a:r>
              <a:rPr kumimoji="1" lang="en-US" altLang="ja-JP" sz="1600">
                <a:solidFill>
                  <a:schemeClr val="bg1">
                    <a:lumMod val="50000"/>
                  </a:schemeClr>
                </a:solidFill>
                <a:latin typeface="+mn-ea"/>
              </a:rPr>
              <a:t>P.7</a:t>
            </a:r>
            <a:endParaRPr kumimoji="1" lang="ja-JP" altLang="en-US" sz="1600">
              <a:solidFill>
                <a:schemeClr val="bg1">
                  <a:lumMod val="50000"/>
                </a:schemeClr>
              </a:solidFill>
              <a:latin typeface="+mn-ea"/>
            </a:endParaRPr>
          </a:p>
        </p:txBody>
      </p:sp>
      <p:sp>
        <p:nvSpPr>
          <p:cNvPr id="26" name="正方形/長方形 25">
            <a:extLst>
              <a:ext uri="{FF2B5EF4-FFF2-40B4-BE49-F238E27FC236}">
                <a16:creationId xmlns:a16="http://schemas.microsoft.com/office/drawing/2014/main" id="{A1938D9C-120D-B36B-FFB5-2FD993B190A7}"/>
              </a:ext>
            </a:extLst>
          </p:cNvPr>
          <p:cNvSpPr/>
          <p:nvPr/>
        </p:nvSpPr>
        <p:spPr>
          <a:xfrm>
            <a:off x="412413" y="2923895"/>
            <a:ext cx="211232" cy="426598"/>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27" name="テキスト ボックス 26">
            <a:extLst>
              <a:ext uri="{FF2B5EF4-FFF2-40B4-BE49-F238E27FC236}">
                <a16:creationId xmlns:a16="http://schemas.microsoft.com/office/drawing/2014/main" id="{8049C816-8C8C-BAC4-4B94-5B05B14ADA8B}"/>
              </a:ext>
            </a:extLst>
          </p:cNvPr>
          <p:cNvSpPr txBox="1"/>
          <p:nvPr/>
        </p:nvSpPr>
        <p:spPr>
          <a:xfrm>
            <a:off x="668566" y="2928373"/>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3</a:t>
            </a:r>
            <a:endParaRPr kumimoji="1" lang="ja-JP" altLang="en-US" sz="2400" b="1">
              <a:solidFill>
                <a:schemeClr val="accent4">
                  <a:lumMod val="75000"/>
                </a:schemeClr>
              </a:solidFill>
              <a:latin typeface="+mn-ea"/>
            </a:endParaRPr>
          </a:p>
        </p:txBody>
      </p:sp>
      <p:sp>
        <p:nvSpPr>
          <p:cNvPr id="28" name="テキスト ボックス 27">
            <a:extLst>
              <a:ext uri="{FF2B5EF4-FFF2-40B4-BE49-F238E27FC236}">
                <a16:creationId xmlns:a16="http://schemas.microsoft.com/office/drawing/2014/main" id="{D7A9ABD8-2BB2-0A24-38B1-84B221EB77E7}"/>
              </a:ext>
            </a:extLst>
          </p:cNvPr>
          <p:cNvSpPr txBox="1"/>
          <p:nvPr/>
        </p:nvSpPr>
        <p:spPr>
          <a:xfrm>
            <a:off x="1093112" y="2972226"/>
            <a:ext cx="1800494" cy="369331"/>
          </a:xfrm>
          <a:prstGeom prst="rect">
            <a:avLst/>
          </a:prstGeom>
          <a:noFill/>
        </p:spPr>
        <p:txBody>
          <a:bodyPr wrap="none" rtlCol="0">
            <a:noAutofit/>
          </a:bodyPr>
          <a:lstStyle/>
          <a:p>
            <a:r>
              <a:rPr kumimoji="1" lang="ja-JP" altLang="en-US" b="1" dirty="0">
                <a:solidFill>
                  <a:schemeClr val="tx1">
                    <a:lumMod val="75000"/>
                    <a:lumOff val="25000"/>
                  </a:schemeClr>
                </a:solidFill>
                <a:latin typeface="+mn-ea"/>
              </a:rPr>
              <a:t>スケジュール</a:t>
            </a:r>
            <a:endParaRPr kumimoji="1" lang="en-US" altLang="ja-JP" b="1">
              <a:solidFill>
                <a:schemeClr val="tx1">
                  <a:lumMod val="75000"/>
                  <a:lumOff val="25000"/>
                </a:schemeClr>
              </a:solidFill>
              <a:latin typeface="+mn-ea"/>
            </a:endParaRPr>
          </a:p>
        </p:txBody>
      </p:sp>
      <p:sp>
        <p:nvSpPr>
          <p:cNvPr id="29" name="正方形/長方形 28">
            <a:extLst>
              <a:ext uri="{FF2B5EF4-FFF2-40B4-BE49-F238E27FC236}">
                <a16:creationId xmlns:a16="http://schemas.microsoft.com/office/drawing/2014/main" id="{12F7FA4F-6E8D-0864-4C84-F7C1BDCC3A67}"/>
              </a:ext>
            </a:extLst>
          </p:cNvPr>
          <p:cNvSpPr/>
          <p:nvPr/>
        </p:nvSpPr>
        <p:spPr>
          <a:xfrm rot="10800000">
            <a:off x="616274" y="3367757"/>
            <a:ext cx="52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31" name="テキスト ボックス 30">
            <a:extLst>
              <a:ext uri="{FF2B5EF4-FFF2-40B4-BE49-F238E27FC236}">
                <a16:creationId xmlns:a16="http://schemas.microsoft.com/office/drawing/2014/main" id="{A0B9F257-F778-25E0-C071-F01868D442AA}"/>
              </a:ext>
            </a:extLst>
          </p:cNvPr>
          <p:cNvSpPr txBox="1"/>
          <p:nvPr/>
        </p:nvSpPr>
        <p:spPr>
          <a:xfrm>
            <a:off x="5381737" y="2876690"/>
            <a:ext cx="645104" cy="461664"/>
          </a:xfrm>
          <a:prstGeom prst="rect">
            <a:avLst/>
          </a:prstGeom>
          <a:noFill/>
          <a:ln>
            <a:noFill/>
          </a:ln>
        </p:spPr>
        <p:txBody>
          <a:bodyPr wrap="none" rtlCol="0" anchor="b">
            <a:noAutofit/>
          </a:bodyPr>
          <a:lstStyle/>
          <a:p>
            <a:r>
              <a:rPr kumimoji="1" lang="en-US" altLang="ja-JP" sz="1600">
                <a:solidFill>
                  <a:schemeClr val="bg1">
                    <a:lumMod val="50000"/>
                  </a:schemeClr>
                </a:solidFill>
                <a:latin typeface="+mn-ea"/>
              </a:rPr>
              <a:t>P.11</a:t>
            </a:r>
            <a:endParaRPr kumimoji="1" lang="ja-JP" altLang="en-US" sz="1600">
              <a:solidFill>
                <a:schemeClr val="bg1">
                  <a:lumMod val="50000"/>
                </a:schemeClr>
              </a:solidFill>
              <a:latin typeface="+mn-ea"/>
            </a:endParaRPr>
          </a:p>
        </p:txBody>
      </p:sp>
      <p:sp>
        <p:nvSpPr>
          <p:cNvPr id="33" name="正方形/長方形 32">
            <a:extLst>
              <a:ext uri="{FF2B5EF4-FFF2-40B4-BE49-F238E27FC236}">
                <a16:creationId xmlns:a16="http://schemas.microsoft.com/office/drawing/2014/main" id="{B3D5C74D-8DB6-BF2F-0E1B-086C80C89144}"/>
              </a:ext>
            </a:extLst>
          </p:cNvPr>
          <p:cNvSpPr/>
          <p:nvPr/>
        </p:nvSpPr>
        <p:spPr>
          <a:xfrm>
            <a:off x="412412" y="3895126"/>
            <a:ext cx="211232" cy="426598"/>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34" name="テキスト ボックス 33">
            <a:extLst>
              <a:ext uri="{FF2B5EF4-FFF2-40B4-BE49-F238E27FC236}">
                <a16:creationId xmlns:a16="http://schemas.microsoft.com/office/drawing/2014/main" id="{DB9277F4-648F-4042-D969-187BF1452859}"/>
              </a:ext>
            </a:extLst>
          </p:cNvPr>
          <p:cNvSpPr txBox="1"/>
          <p:nvPr/>
        </p:nvSpPr>
        <p:spPr>
          <a:xfrm>
            <a:off x="668567" y="3893608"/>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4</a:t>
            </a:r>
            <a:endParaRPr kumimoji="1" lang="ja-JP" altLang="en-US" sz="2400" b="1">
              <a:solidFill>
                <a:schemeClr val="accent4">
                  <a:lumMod val="75000"/>
                </a:schemeClr>
              </a:solidFill>
              <a:latin typeface="+mn-ea"/>
            </a:endParaRPr>
          </a:p>
        </p:txBody>
      </p:sp>
      <p:sp>
        <p:nvSpPr>
          <p:cNvPr id="35" name="テキスト ボックス 34">
            <a:extLst>
              <a:ext uri="{FF2B5EF4-FFF2-40B4-BE49-F238E27FC236}">
                <a16:creationId xmlns:a16="http://schemas.microsoft.com/office/drawing/2014/main" id="{C03B52EB-09C1-5EAE-0C3A-06C831742DEF}"/>
              </a:ext>
            </a:extLst>
          </p:cNvPr>
          <p:cNvSpPr txBox="1"/>
          <p:nvPr/>
        </p:nvSpPr>
        <p:spPr>
          <a:xfrm>
            <a:off x="1093112" y="3943457"/>
            <a:ext cx="1800493" cy="369331"/>
          </a:xfrm>
          <a:prstGeom prst="rect">
            <a:avLst/>
          </a:prstGeom>
          <a:noFill/>
        </p:spPr>
        <p:txBody>
          <a:bodyPr wrap="none" rtlCol="0">
            <a:noAutofit/>
          </a:bodyPr>
          <a:lstStyle/>
          <a:p>
            <a:r>
              <a:rPr kumimoji="1" lang="ja-JP" altLang="en-US" b="1" dirty="0">
                <a:solidFill>
                  <a:schemeClr val="tx1">
                    <a:lumMod val="75000"/>
                    <a:lumOff val="25000"/>
                  </a:schemeClr>
                </a:solidFill>
                <a:latin typeface="+mn-ea"/>
              </a:rPr>
              <a:t>推進体制</a:t>
            </a:r>
            <a:endParaRPr kumimoji="1" lang="ja-JP" altLang="en-US" b="1">
              <a:solidFill>
                <a:schemeClr val="tx1">
                  <a:lumMod val="75000"/>
                  <a:lumOff val="25000"/>
                </a:schemeClr>
              </a:solidFill>
              <a:latin typeface="+mn-ea"/>
            </a:endParaRPr>
          </a:p>
        </p:txBody>
      </p:sp>
      <p:sp>
        <p:nvSpPr>
          <p:cNvPr id="36" name="正方形/長方形 35">
            <a:extLst>
              <a:ext uri="{FF2B5EF4-FFF2-40B4-BE49-F238E27FC236}">
                <a16:creationId xmlns:a16="http://schemas.microsoft.com/office/drawing/2014/main" id="{981D3A9D-6A3D-C19B-7195-1C811B3C74DE}"/>
              </a:ext>
            </a:extLst>
          </p:cNvPr>
          <p:cNvSpPr/>
          <p:nvPr/>
        </p:nvSpPr>
        <p:spPr>
          <a:xfrm rot="10800000">
            <a:off x="616274" y="4338988"/>
            <a:ext cx="52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38" name="テキスト ボックス 37">
            <a:extLst>
              <a:ext uri="{FF2B5EF4-FFF2-40B4-BE49-F238E27FC236}">
                <a16:creationId xmlns:a16="http://schemas.microsoft.com/office/drawing/2014/main" id="{E24790BC-B7D5-7EDA-D6A3-41F4712BBA4E}"/>
              </a:ext>
            </a:extLst>
          </p:cNvPr>
          <p:cNvSpPr txBox="1"/>
          <p:nvPr/>
        </p:nvSpPr>
        <p:spPr>
          <a:xfrm>
            <a:off x="5381737" y="3847921"/>
            <a:ext cx="645104" cy="461664"/>
          </a:xfrm>
          <a:prstGeom prst="rect">
            <a:avLst/>
          </a:prstGeom>
          <a:noFill/>
          <a:ln>
            <a:noFill/>
          </a:ln>
        </p:spPr>
        <p:txBody>
          <a:bodyPr wrap="none" rtlCol="0" anchor="b">
            <a:noAutofit/>
          </a:bodyPr>
          <a:lstStyle/>
          <a:p>
            <a:r>
              <a:rPr kumimoji="1" lang="en-US" altLang="ja-JP" sz="1600">
                <a:solidFill>
                  <a:schemeClr val="bg1">
                    <a:lumMod val="50000"/>
                  </a:schemeClr>
                </a:solidFill>
                <a:latin typeface="+mn-ea"/>
              </a:rPr>
              <a:t>P.22</a:t>
            </a:r>
            <a:endParaRPr kumimoji="1" lang="ja-JP" altLang="en-US" sz="1600">
              <a:solidFill>
                <a:schemeClr val="bg1">
                  <a:lumMod val="50000"/>
                </a:schemeClr>
              </a:solidFill>
              <a:latin typeface="+mn-ea"/>
            </a:endParaRPr>
          </a:p>
        </p:txBody>
      </p:sp>
      <p:sp>
        <p:nvSpPr>
          <p:cNvPr id="61" name="正方形/長方形 60">
            <a:extLst>
              <a:ext uri="{FF2B5EF4-FFF2-40B4-BE49-F238E27FC236}">
                <a16:creationId xmlns:a16="http://schemas.microsoft.com/office/drawing/2014/main" id="{E22435B7-D5A0-2383-8FB1-E1059C96D0D2}"/>
              </a:ext>
            </a:extLst>
          </p:cNvPr>
          <p:cNvSpPr/>
          <p:nvPr/>
        </p:nvSpPr>
        <p:spPr>
          <a:xfrm>
            <a:off x="412412" y="4867870"/>
            <a:ext cx="211232" cy="426598"/>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62" name="テキスト ボックス 61">
            <a:extLst>
              <a:ext uri="{FF2B5EF4-FFF2-40B4-BE49-F238E27FC236}">
                <a16:creationId xmlns:a16="http://schemas.microsoft.com/office/drawing/2014/main" id="{6855EA3A-1185-3134-B44A-F993D58158D4}"/>
              </a:ext>
            </a:extLst>
          </p:cNvPr>
          <p:cNvSpPr txBox="1"/>
          <p:nvPr/>
        </p:nvSpPr>
        <p:spPr>
          <a:xfrm>
            <a:off x="668567" y="4864839"/>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5</a:t>
            </a:r>
            <a:endParaRPr kumimoji="1" lang="ja-JP" altLang="en-US" sz="2400" b="1">
              <a:solidFill>
                <a:schemeClr val="accent4">
                  <a:lumMod val="75000"/>
                </a:schemeClr>
              </a:solidFill>
              <a:latin typeface="+mn-ea"/>
            </a:endParaRPr>
          </a:p>
        </p:txBody>
      </p:sp>
      <p:sp>
        <p:nvSpPr>
          <p:cNvPr id="63" name="テキスト ボックス 62">
            <a:extLst>
              <a:ext uri="{FF2B5EF4-FFF2-40B4-BE49-F238E27FC236}">
                <a16:creationId xmlns:a16="http://schemas.microsoft.com/office/drawing/2014/main" id="{2126B177-1873-1829-DBF4-3E89A9AB774A}"/>
              </a:ext>
            </a:extLst>
          </p:cNvPr>
          <p:cNvSpPr txBox="1"/>
          <p:nvPr/>
        </p:nvSpPr>
        <p:spPr>
          <a:xfrm>
            <a:off x="1093112" y="4916201"/>
            <a:ext cx="2299071" cy="369331"/>
          </a:xfrm>
          <a:prstGeom prst="rect">
            <a:avLst/>
          </a:prstGeom>
          <a:noFill/>
        </p:spPr>
        <p:txBody>
          <a:bodyPr wrap="none" rtlCol="0">
            <a:noAutofit/>
          </a:bodyPr>
          <a:lstStyle/>
          <a:p>
            <a:r>
              <a:rPr kumimoji="1" lang="ja-JP" altLang="en-US" b="1">
                <a:solidFill>
                  <a:schemeClr val="tx1">
                    <a:lumMod val="75000"/>
                    <a:lumOff val="25000"/>
                  </a:schemeClr>
                </a:solidFill>
                <a:latin typeface="+mn-ea"/>
              </a:rPr>
              <a:t>お見積り</a:t>
            </a:r>
            <a:r>
              <a:rPr kumimoji="1" lang="en-US" altLang="ja-JP" b="1">
                <a:solidFill>
                  <a:schemeClr val="tx1">
                    <a:lumMod val="75000"/>
                    <a:lumOff val="25000"/>
                  </a:schemeClr>
                </a:solidFill>
                <a:latin typeface="+mn-ea"/>
              </a:rPr>
              <a:t>(</a:t>
            </a:r>
            <a:r>
              <a:rPr kumimoji="1" lang="ja-JP" altLang="en-US" b="1">
                <a:solidFill>
                  <a:schemeClr val="tx1">
                    <a:lumMod val="75000"/>
                    <a:lumOff val="25000"/>
                  </a:schemeClr>
                </a:solidFill>
                <a:latin typeface="+mn-ea"/>
              </a:rPr>
              <a:t>運用・保守</a:t>
            </a:r>
            <a:r>
              <a:rPr kumimoji="1" lang="en-US" altLang="ja-JP" b="1">
                <a:solidFill>
                  <a:schemeClr val="tx1">
                    <a:lumMod val="75000"/>
                    <a:lumOff val="25000"/>
                  </a:schemeClr>
                </a:solidFill>
                <a:latin typeface="+mn-ea"/>
              </a:rPr>
              <a:t>)</a:t>
            </a:r>
            <a:endParaRPr kumimoji="1" lang="ja-JP" altLang="en-US" b="1">
              <a:solidFill>
                <a:schemeClr val="tx1">
                  <a:lumMod val="75000"/>
                  <a:lumOff val="25000"/>
                </a:schemeClr>
              </a:solidFill>
              <a:latin typeface="+mn-ea"/>
            </a:endParaRPr>
          </a:p>
        </p:txBody>
      </p:sp>
      <p:sp>
        <p:nvSpPr>
          <p:cNvPr id="64" name="正方形/長方形 63">
            <a:extLst>
              <a:ext uri="{FF2B5EF4-FFF2-40B4-BE49-F238E27FC236}">
                <a16:creationId xmlns:a16="http://schemas.microsoft.com/office/drawing/2014/main" id="{511B9F28-E4DC-9466-23E0-854D197B0725}"/>
              </a:ext>
            </a:extLst>
          </p:cNvPr>
          <p:cNvSpPr/>
          <p:nvPr/>
        </p:nvSpPr>
        <p:spPr>
          <a:xfrm rot="10800000">
            <a:off x="616274" y="5311732"/>
            <a:ext cx="52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66" name="テキスト ボックス 65">
            <a:extLst>
              <a:ext uri="{FF2B5EF4-FFF2-40B4-BE49-F238E27FC236}">
                <a16:creationId xmlns:a16="http://schemas.microsoft.com/office/drawing/2014/main" id="{2E4DC1A5-9C86-0800-C9E1-D6F8328A7304}"/>
              </a:ext>
            </a:extLst>
          </p:cNvPr>
          <p:cNvSpPr txBox="1"/>
          <p:nvPr/>
        </p:nvSpPr>
        <p:spPr>
          <a:xfrm>
            <a:off x="5381737" y="4820665"/>
            <a:ext cx="645104" cy="461664"/>
          </a:xfrm>
          <a:prstGeom prst="rect">
            <a:avLst/>
          </a:prstGeom>
          <a:noFill/>
          <a:ln>
            <a:noFill/>
          </a:ln>
        </p:spPr>
        <p:txBody>
          <a:bodyPr wrap="none" lIns="121920" tIns="60960" rIns="121920" bIns="60960" rtlCol="0" anchor="b">
            <a:noAutofit/>
          </a:bodyPr>
          <a:lstStyle/>
          <a:p>
            <a:r>
              <a:rPr kumimoji="1" lang="en-US" altLang="ja-JP" sz="1600">
                <a:solidFill>
                  <a:schemeClr val="bg1">
                    <a:lumMod val="50000"/>
                  </a:schemeClr>
                </a:solidFill>
                <a:latin typeface="+mn-ea"/>
              </a:rPr>
              <a:t>P.24</a:t>
            </a:r>
            <a:endParaRPr kumimoji="1" lang="ja-JP" altLang="en-US" sz="1600">
              <a:solidFill>
                <a:schemeClr val="bg1">
                  <a:lumMod val="50000"/>
                </a:schemeClr>
              </a:solidFill>
              <a:latin typeface="+mn-ea"/>
            </a:endParaRPr>
          </a:p>
        </p:txBody>
      </p:sp>
    </p:spTree>
    <p:extLst>
      <p:ext uri="{BB962C8B-B14F-4D97-AF65-F5344CB8AC3E}">
        <p14:creationId xmlns:p14="http://schemas.microsoft.com/office/powerpoint/2010/main" val="489501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E6C36938-64FB-F691-2504-6209F1AE50DE}"/>
              </a:ext>
            </a:extLst>
          </p:cNvPr>
          <p:cNvSpPr>
            <a:spLocks noGrp="1"/>
          </p:cNvSpPr>
          <p:nvPr>
            <p:ph type="ftr" sz="quarter" idx="11"/>
          </p:nvPr>
        </p:nvSpPr>
        <p:spPr/>
        <p:txBody>
          <a:bodyPr/>
          <a:lstStyle/>
          <a:p>
            <a:r>
              <a:rPr lang="en-US"/>
              <a:t>Copyright © SystemEXE,Inc All Rights Reserved.</a:t>
            </a:r>
          </a:p>
        </p:txBody>
      </p:sp>
      <p:sp>
        <p:nvSpPr>
          <p:cNvPr id="5" name="タイトル 4">
            <a:extLst>
              <a:ext uri="{FF2B5EF4-FFF2-40B4-BE49-F238E27FC236}">
                <a16:creationId xmlns:a16="http://schemas.microsoft.com/office/drawing/2014/main" id="{344DB5F2-73BB-E9CA-B3CC-208D354F5281}"/>
              </a:ext>
            </a:extLst>
          </p:cNvPr>
          <p:cNvSpPr>
            <a:spLocks noGrp="1"/>
          </p:cNvSpPr>
          <p:nvPr>
            <p:ph type="title"/>
          </p:nvPr>
        </p:nvSpPr>
        <p:spPr/>
        <p:txBody>
          <a:bodyPr/>
          <a:lstStyle/>
          <a:p>
            <a:r>
              <a:rPr kumimoji="1" lang="ja-JP" altLang="en-US"/>
              <a:t>ご提案のポイント</a:t>
            </a:r>
          </a:p>
        </p:txBody>
      </p:sp>
      <p:sp>
        <p:nvSpPr>
          <p:cNvPr id="2" name="スライド番号プレースホルダー 3">
            <a:extLst>
              <a:ext uri="{FF2B5EF4-FFF2-40B4-BE49-F238E27FC236}">
                <a16:creationId xmlns:a16="http://schemas.microsoft.com/office/drawing/2014/main" id="{D44A1CFC-B1BF-500C-5AE3-9429D0926C7A}"/>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a:t>
            </a:fld>
            <a:endParaRPr kumimoji="1" lang="ja-JP" altLang="en-US" sz="700"/>
          </a:p>
        </p:txBody>
      </p:sp>
    </p:spTree>
    <p:extLst>
      <p:ext uri="{BB962C8B-B14F-4D97-AF65-F5344CB8AC3E}">
        <p14:creationId xmlns:p14="http://schemas.microsoft.com/office/powerpoint/2010/main" val="960321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7CD89-4B40-3A68-7233-397A0F21959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7929B1B-B99D-7955-5320-4C7D4ECBE560}"/>
              </a:ext>
            </a:extLst>
          </p:cNvPr>
          <p:cNvSpPr>
            <a:spLocks noGrp="1"/>
          </p:cNvSpPr>
          <p:nvPr>
            <p:ph type="title"/>
          </p:nvPr>
        </p:nvSpPr>
        <p:spPr/>
        <p:txBody>
          <a:bodyPr/>
          <a:lstStyle/>
          <a:p>
            <a:r>
              <a:rPr kumimoji="1" lang="en-US" altLang="ja-JP"/>
              <a:t>1-1</a:t>
            </a:r>
            <a:r>
              <a:rPr lang="ja-JP" altLang="en-US"/>
              <a:t>．背景・</a:t>
            </a:r>
            <a:r>
              <a:rPr kumimoji="1" lang="ja-JP" altLang="en-US"/>
              <a:t>目的</a:t>
            </a:r>
          </a:p>
        </p:txBody>
      </p:sp>
      <p:sp>
        <p:nvSpPr>
          <p:cNvPr id="4" name="スライド番号プレースホルダー 3">
            <a:extLst>
              <a:ext uri="{FF2B5EF4-FFF2-40B4-BE49-F238E27FC236}">
                <a16:creationId xmlns:a16="http://schemas.microsoft.com/office/drawing/2014/main" id="{EBBB0F01-AD2A-0BDC-FF9E-309371039F6E}"/>
              </a:ext>
            </a:extLst>
          </p:cNvPr>
          <p:cNvSpPr>
            <a:spLocks noGrp="1"/>
          </p:cNvSpPr>
          <p:nvPr>
            <p:ph type="sldNum" sz="quarter" idx="12"/>
          </p:nvPr>
        </p:nvSpPr>
        <p:spPr/>
        <p:txBody>
          <a:bodyPr/>
          <a:lstStyle/>
          <a:p>
            <a:fld id="{26CA5134-5AAC-D342-B763-43605FECB385}" type="slidenum">
              <a:rPr kumimoji="1" lang="ja-JP" altLang="en-US" smtClean="0"/>
              <a:pPr/>
              <a:t>4</a:t>
            </a:fld>
            <a:endParaRPr kumimoji="1" lang="ja-JP" altLang="en-US" sz="700"/>
          </a:p>
        </p:txBody>
      </p:sp>
      <p:sp>
        <p:nvSpPr>
          <p:cNvPr id="5" name="テキスト ボックス 4">
            <a:extLst>
              <a:ext uri="{FF2B5EF4-FFF2-40B4-BE49-F238E27FC236}">
                <a16:creationId xmlns:a16="http://schemas.microsoft.com/office/drawing/2014/main" id="{2167EB45-6D1F-A3D1-8260-337CC8812FDD}"/>
              </a:ext>
            </a:extLst>
          </p:cNvPr>
          <p:cNvSpPr txBox="1"/>
          <p:nvPr/>
        </p:nvSpPr>
        <p:spPr>
          <a:xfrm>
            <a:off x="3052618" y="-81962"/>
            <a:ext cx="6105236" cy="369332"/>
          </a:xfrm>
          <a:prstGeom prst="rect">
            <a:avLst/>
          </a:prstGeom>
          <a:noFill/>
        </p:spPr>
        <p:txBody>
          <a:bodyPr wrap="square">
            <a:spAutoFit/>
          </a:bodyPr>
          <a:lstStyle/>
          <a:p>
            <a:r>
              <a:rPr lang="ja-JP" altLang="en-US"/>
              <a:t> </a:t>
            </a:r>
          </a:p>
        </p:txBody>
      </p:sp>
      <p:sp>
        <p:nvSpPr>
          <p:cNvPr id="6" name="テキスト ボックス 5">
            <a:extLst>
              <a:ext uri="{FF2B5EF4-FFF2-40B4-BE49-F238E27FC236}">
                <a16:creationId xmlns:a16="http://schemas.microsoft.com/office/drawing/2014/main" id="{274CA1FC-D7C4-23D0-6781-E8982229774E}"/>
              </a:ext>
            </a:extLst>
          </p:cNvPr>
          <p:cNvSpPr txBox="1"/>
          <p:nvPr/>
        </p:nvSpPr>
        <p:spPr>
          <a:xfrm>
            <a:off x="720000" y="1454606"/>
            <a:ext cx="10897200" cy="1815882"/>
          </a:xfrm>
          <a:prstGeom prst="rect">
            <a:avLst/>
          </a:prstGeom>
          <a:noFill/>
        </p:spPr>
        <p:txBody>
          <a:bodyPr wrap="square" lIns="108000" rIns="108000" rtlCol="0" anchor="t">
            <a:spAutoFit/>
          </a:bodyPr>
          <a:lstStyle/>
          <a:p>
            <a:r>
              <a:rPr lang="ja-JP" altLang="en-US" sz="1600" b="1" dirty="0">
                <a:latin typeface="+mn-ea"/>
              </a:rPr>
              <a:t>  </a:t>
            </a:r>
            <a:r>
              <a:rPr lang="en-US" altLang="ja-JP" sz="1600" b="1" dirty="0">
                <a:latin typeface="+mn-ea"/>
              </a:rPr>
              <a:t>1. </a:t>
            </a:r>
            <a:r>
              <a:rPr lang="ja-JP" altLang="en-US" sz="1600" b="1" dirty="0">
                <a:latin typeface="+mn-ea"/>
              </a:rPr>
              <a:t>既存ベンダーとの契約終了</a:t>
            </a:r>
          </a:p>
          <a:p>
            <a:r>
              <a:rPr lang="ja-JP" altLang="en-US" sz="1600" dirty="0">
                <a:latin typeface="+mn-ea"/>
              </a:rPr>
              <a:t>    </a:t>
            </a:r>
            <a:r>
              <a:rPr lang="en-US" altLang="ja-JP" sz="1600" dirty="0">
                <a:latin typeface="+mn-ea"/>
              </a:rPr>
              <a:t>- </a:t>
            </a:r>
            <a:r>
              <a:rPr lang="ja-JP" altLang="en-US" sz="1600" dirty="0">
                <a:latin typeface="+mn-ea"/>
              </a:rPr>
              <a:t>現在の構築・運用ベンダー（ウルシステムズ）との契約が年度内で終了予定</a:t>
            </a:r>
          </a:p>
          <a:p>
            <a:r>
              <a:rPr lang="ja-JP" altLang="en-US" sz="1600" dirty="0">
                <a:latin typeface="+mn-ea"/>
              </a:rPr>
              <a:t>    </a:t>
            </a:r>
            <a:r>
              <a:rPr lang="en-US" altLang="ja-JP" sz="1600" dirty="0">
                <a:latin typeface="+mn-ea"/>
              </a:rPr>
              <a:t>- </a:t>
            </a:r>
            <a:r>
              <a:rPr lang="ja-JP" altLang="en-US" sz="1600" dirty="0">
                <a:latin typeface="+mn-ea"/>
              </a:rPr>
              <a:t>新たな運用保守体制への引継ぎが必要</a:t>
            </a:r>
          </a:p>
          <a:p>
            <a:r>
              <a:rPr lang="ja-JP" altLang="en-US" sz="1600" dirty="0">
                <a:latin typeface="+mn-ea"/>
              </a:rPr>
              <a:t>  </a:t>
            </a:r>
            <a:r>
              <a:rPr lang="en-US" altLang="ja-JP" sz="1600" b="1" dirty="0">
                <a:latin typeface="+mn-ea"/>
              </a:rPr>
              <a:t>2. </a:t>
            </a:r>
            <a:r>
              <a:rPr lang="ja-JP" altLang="en-US" sz="1600" b="1" dirty="0">
                <a:latin typeface="+mn-ea"/>
              </a:rPr>
              <a:t>生成</a:t>
            </a:r>
            <a:r>
              <a:rPr lang="en-US" altLang="ja-JP" sz="1600" b="1" dirty="0">
                <a:latin typeface="+mn-ea"/>
              </a:rPr>
              <a:t>AI</a:t>
            </a:r>
            <a:r>
              <a:rPr lang="ja-JP" altLang="en-US" sz="1600" b="1" dirty="0">
                <a:latin typeface="+mn-ea"/>
              </a:rPr>
              <a:t>基盤の全社展開拡大</a:t>
            </a:r>
          </a:p>
          <a:p>
            <a:r>
              <a:rPr lang="ja-JP" altLang="en-US" sz="1600" dirty="0">
                <a:latin typeface="+mn-ea"/>
              </a:rPr>
              <a:t>    </a:t>
            </a:r>
            <a:r>
              <a:rPr lang="en-US" altLang="ja-JP" sz="1600" dirty="0">
                <a:latin typeface="+mn-ea"/>
              </a:rPr>
              <a:t>- </a:t>
            </a:r>
            <a:r>
              <a:rPr lang="en-US" altLang="ja-JP" sz="1600" dirty="0" err="1">
                <a:latin typeface="+mn-ea"/>
              </a:rPr>
              <a:t>Dify</a:t>
            </a:r>
            <a:r>
              <a:rPr lang="ja-JP" altLang="en-US" sz="1600" dirty="0">
                <a:latin typeface="+mn-ea"/>
              </a:rPr>
              <a:t>（生成</a:t>
            </a:r>
            <a:r>
              <a:rPr lang="en-US" altLang="ja-JP" sz="1600" dirty="0">
                <a:latin typeface="+mn-ea"/>
              </a:rPr>
              <a:t>AI</a:t>
            </a:r>
            <a:r>
              <a:rPr lang="ja-JP" altLang="en-US" sz="1600" dirty="0">
                <a:latin typeface="+mn-ea"/>
              </a:rPr>
              <a:t>プラットフォーム）をフリーライセンスで運用中</a:t>
            </a:r>
          </a:p>
          <a:p>
            <a:r>
              <a:rPr lang="ja-JP" altLang="en-US" sz="1600" dirty="0">
                <a:latin typeface="+mn-ea"/>
              </a:rPr>
              <a:t>    </a:t>
            </a:r>
            <a:r>
              <a:rPr lang="en-US" altLang="ja-JP" sz="1600" dirty="0">
                <a:latin typeface="+mn-ea"/>
              </a:rPr>
              <a:t>- </a:t>
            </a:r>
            <a:r>
              <a:rPr lang="ja-JP" altLang="en-US" sz="1600" dirty="0">
                <a:latin typeface="+mn-ea"/>
              </a:rPr>
              <a:t>今後、関係部門への展開拡大に伴い</a:t>
            </a:r>
            <a:r>
              <a:rPr lang="en-US" altLang="ja-JP" sz="1600" dirty="0">
                <a:latin typeface="+mn-ea"/>
              </a:rPr>
              <a:t>Enterprise</a:t>
            </a:r>
            <a:r>
              <a:rPr lang="ja-JP" altLang="en-US" sz="1600" dirty="0">
                <a:latin typeface="+mn-ea"/>
              </a:rPr>
              <a:t>ライセンスへの移行を予定</a:t>
            </a:r>
          </a:p>
          <a:p>
            <a:r>
              <a:rPr lang="ja-JP" altLang="en-US" sz="1600" dirty="0">
                <a:latin typeface="+mn-ea"/>
              </a:rPr>
              <a:t>    </a:t>
            </a:r>
            <a:r>
              <a:rPr lang="en-US" altLang="ja-JP" sz="1600" dirty="0">
                <a:latin typeface="+mn-ea"/>
              </a:rPr>
              <a:t>- 2026</a:t>
            </a:r>
            <a:r>
              <a:rPr lang="ja-JP" altLang="en-US" sz="1600" dirty="0">
                <a:latin typeface="+mn-ea"/>
              </a:rPr>
              <a:t>年</a:t>
            </a:r>
            <a:r>
              <a:rPr lang="en-US" altLang="ja-JP" sz="1600" dirty="0">
                <a:latin typeface="+mn-ea"/>
              </a:rPr>
              <a:t>9</a:t>
            </a:r>
            <a:r>
              <a:rPr lang="ja-JP" altLang="en-US" sz="1600" dirty="0">
                <a:latin typeface="+mn-ea"/>
              </a:rPr>
              <a:t>月には</a:t>
            </a:r>
            <a:r>
              <a:rPr lang="en-US" altLang="ja-JP" sz="1600" dirty="0">
                <a:latin typeface="+mn-ea"/>
              </a:rPr>
              <a:t>Enterprise</a:t>
            </a:r>
            <a:r>
              <a:rPr lang="ja-JP" altLang="en-US" sz="1600" dirty="0">
                <a:latin typeface="+mn-ea"/>
              </a:rPr>
              <a:t>版での運用開始を目標</a:t>
            </a:r>
          </a:p>
        </p:txBody>
      </p:sp>
      <p:sp>
        <p:nvSpPr>
          <p:cNvPr id="3" name="正方形/長方形 2">
            <a:extLst>
              <a:ext uri="{FF2B5EF4-FFF2-40B4-BE49-F238E27FC236}">
                <a16:creationId xmlns:a16="http://schemas.microsoft.com/office/drawing/2014/main" id="{CF306B20-4D3A-5949-E4F6-B72203125B67}"/>
              </a:ext>
            </a:extLst>
          </p:cNvPr>
          <p:cNvSpPr/>
          <p:nvPr/>
        </p:nvSpPr>
        <p:spPr>
          <a:xfrm>
            <a:off x="609090" y="863563"/>
            <a:ext cx="102870" cy="411480"/>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n-ea"/>
            </a:endParaRPr>
          </a:p>
        </p:txBody>
      </p:sp>
      <p:cxnSp>
        <p:nvCxnSpPr>
          <p:cNvPr id="8" name="直線コネクタ 7">
            <a:extLst>
              <a:ext uri="{FF2B5EF4-FFF2-40B4-BE49-F238E27FC236}">
                <a16:creationId xmlns:a16="http://schemas.microsoft.com/office/drawing/2014/main" id="{40F28B4A-B31A-D7E4-5DD4-EC4E5F58B18E}"/>
              </a:ext>
            </a:extLst>
          </p:cNvPr>
          <p:cNvCxnSpPr/>
          <p:nvPr/>
        </p:nvCxnSpPr>
        <p:spPr>
          <a:xfrm>
            <a:off x="857250" y="1275043"/>
            <a:ext cx="700659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30551DE2-346A-0A3C-71BD-9171842EDEEE}"/>
              </a:ext>
            </a:extLst>
          </p:cNvPr>
          <p:cNvSpPr txBox="1"/>
          <p:nvPr/>
        </p:nvSpPr>
        <p:spPr>
          <a:xfrm>
            <a:off x="857250" y="863562"/>
            <a:ext cx="2400300" cy="369332"/>
          </a:xfrm>
          <a:prstGeom prst="rect">
            <a:avLst/>
          </a:prstGeom>
          <a:noFill/>
        </p:spPr>
        <p:txBody>
          <a:bodyPr wrap="square" rtlCol="0">
            <a:spAutoFit/>
          </a:bodyPr>
          <a:lstStyle/>
          <a:p>
            <a:r>
              <a:rPr kumimoji="1" lang="ja-JP" altLang="en-US" b="1">
                <a:latin typeface="+mn-ea"/>
              </a:rPr>
              <a:t>背景</a:t>
            </a:r>
          </a:p>
        </p:txBody>
      </p:sp>
      <p:sp>
        <p:nvSpPr>
          <p:cNvPr id="10" name="正方形/長方形 9">
            <a:extLst>
              <a:ext uri="{FF2B5EF4-FFF2-40B4-BE49-F238E27FC236}">
                <a16:creationId xmlns:a16="http://schemas.microsoft.com/office/drawing/2014/main" id="{F39A60AF-933C-C9A2-5CA5-93085ED4D0A8}"/>
              </a:ext>
            </a:extLst>
          </p:cNvPr>
          <p:cNvSpPr/>
          <p:nvPr/>
        </p:nvSpPr>
        <p:spPr>
          <a:xfrm>
            <a:off x="574800" y="3336253"/>
            <a:ext cx="102870" cy="411480"/>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n-ea"/>
            </a:endParaRPr>
          </a:p>
        </p:txBody>
      </p:sp>
      <p:cxnSp>
        <p:nvCxnSpPr>
          <p:cNvPr id="11" name="直線コネクタ 10">
            <a:extLst>
              <a:ext uri="{FF2B5EF4-FFF2-40B4-BE49-F238E27FC236}">
                <a16:creationId xmlns:a16="http://schemas.microsoft.com/office/drawing/2014/main" id="{7E081074-0803-35D9-F325-C053E5A2DE16}"/>
              </a:ext>
            </a:extLst>
          </p:cNvPr>
          <p:cNvCxnSpPr/>
          <p:nvPr/>
        </p:nvCxnSpPr>
        <p:spPr>
          <a:xfrm>
            <a:off x="822960" y="3747733"/>
            <a:ext cx="700659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D41EBA70-1195-17A5-E869-726D4DD821D7}"/>
              </a:ext>
            </a:extLst>
          </p:cNvPr>
          <p:cNvSpPr txBox="1"/>
          <p:nvPr/>
        </p:nvSpPr>
        <p:spPr>
          <a:xfrm>
            <a:off x="822960" y="3336252"/>
            <a:ext cx="2400300" cy="369332"/>
          </a:xfrm>
          <a:prstGeom prst="rect">
            <a:avLst/>
          </a:prstGeom>
          <a:noFill/>
        </p:spPr>
        <p:txBody>
          <a:bodyPr wrap="square" rtlCol="0">
            <a:spAutoFit/>
          </a:bodyPr>
          <a:lstStyle/>
          <a:p>
            <a:r>
              <a:rPr kumimoji="1" lang="ja-JP" altLang="en-US" b="1" dirty="0">
                <a:latin typeface="+mn-ea"/>
              </a:rPr>
              <a:t>目的</a:t>
            </a:r>
          </a:p>
        </p:txBody>
      </p:sp>
      <p:sp>
        <p:nvSpPr>
          <p:cNvPr id="16" name="テキスト ボックス 15">
            <a:extLst>
              <a:ext uri="{FF2B5EF4-FFF2-40B4-BE49-F238E27FC236}">
                <a16:creationId xmlns:a16="http://schemas.microsoft.com/office/drawing/2014/main" id="{9E2D9945-A92F-25D7-579D-4B926FFA81FC}"/>
              </a:ext>
            </a:extLst>
          </p:cNvPr>
          <p:cNvSpPr txBox="1"/>
          <p:nvPr/>
        </p:nvSpPr>
        <p:spPr>
          <a:xfrm>
            <a:off x="677670" y="4016927"/>
            <a:ext cx="10897200" cy="2308324"/>
          </a:xfrm>
          <a:prstGeom prst="rect">
            <a:avLst/>
          </a:prstGeom>
          <a:noFill/>
        </p:spPr>
        <p:txBody>
          <a:bodyPr wrap="square" lIns="108000" rIns="108000" rtlCol="0" anchor="t">
            <a:spAutoFit/>
          </a:bodyPr>
          <a:lstStyle/>
          <a:p>
            <a:r>
              <a:rPr lang="ja-JP" altLang="en-US" sz="1600" dirty="0">
                <a:latin typeface="+mn-ea"/>
              </a:rPr>
              <a:t>  </a:t>
            </a:r>
            <a:r>
              <a:rPr lang="en-US" altLang="ja-JP" sz="1600" b="1" dirty="0">
                <a:latin typeface="+mn-ea"/>
              </a:rPr>
              <a:t>1. </a:t>
            </a:r>
            <a:r>
              <a:rPr lang="ja-JP" altLang="en-US" sz="1600" b="1" dirty="0">
                <a:latin typeface="+mn-ea"/>
              </a:rPr>
              <a:t>円滑な運用保守の引継ぎ</a:t>
            </a:r>
          </a:p>
          <a:p>
            <a:r>
              <a:rPr lang="ja-JP" altLang="en-US" sz="1600" dirty="0">
                <a:latin typeface="+mn-ea"/>
              </a:rPr>
              <a:t>    </a:t>
            </a:r>
            <a:r>
              <a:rPr lang="en-US" altLang="ja-JP" sz="1600" dirty="0">
                <a:latin typeface="+mn-ea"/>
              </a:rPr>
              <a:t>- 2026</a:t>
            </a:r>
            <a:r>
              <a:rPr lang="ja-JP" altLang="en-US" sz="1600" dirty="0">
                <a:latin typeface="+mn-ea"/>
              </a:rPr>
              <a:t>年</a:t>
            </a:r>
            <a:r>
              <a:rPr lang="en-US" altLang="ja-JP" sz="1600" dirty="0">
                <a:latin typeface="+mn-ea"/>
              </a:rPr>
              <a:t>3</a:t>
            </a:r>
            <a:r>
              <a:rPr lang="ja-JP" altLang="en-US" sz="1600" dirty="0">
                <a:latin typeface="+mn-ea"/>
              </a:rPr>
              <a:t>月から引継ぎを開始し、</a:t>
            </a:r>
            <a:r>
              <a:rPr lang="en-US" altLang="ja-JP" sz="1600" dirty="0">
                <a:latin typeface="+mn-ea"/>
              </a:rPr>
              <a:t>4</a:t>
            </a:r>
            <a:r>
              <a:rPr lang="ja-JP" altLang="en-US" sz="1600" dirty="0">
                <a:latin typeface="+mn-ea"/>
              </a:rPr>
              <a:t>月から保守運用を開始</a:t>
            </a:r>
          </a:p>
          <a:p>
            <a:r>
              <a:rPr lang="ja-JP" altLang="en-US" sz="1600" dirty="0">
                <a:latin typeface="+mn-ea"/>
              </a:rPr>
              <a:t>    </a:t>
            </a:r>
            <a:r>
              <a:rPr lang="en-US" altLang="ja-JP" sz="1600" dirty="0">
                <a:latin typeface="+mn-ea"/>
              </a:rPr>
              <a:t>- </a:t>
            </a:r>
            <a:r>
              <a:rPr lang="ja-JP" altLang="en-US" sz="1600" dirty="0">
                <a:latin typeface="+mn-ea"/>
              </a:rPr>
              <a:t>既存システムの安定稼働を維持しながらの移行</a:t>
            </a:r>
          </a:p>
          <a:p>
            <a:r>
              <a:rPr lang="ja-JP" altLang="en-US" sz="1600" b="1" dirty="0">
                <a:latin typeface="+mn-ea"/>
              </a:rPr>
              <a:t>  </a:t>
            </a:r>
            <a:r>
              <a:rPr lang="en-US" altLang="ja-JP" sz="1600" b="1" dirty="0">
                <a:latin typeface="+mn-ea"/>
              </a:rPr>
              <a:t>2. </a:t>
            </a:r>
            <a:r>
              <a:rPr lang="ja-JP" altLang="en-US" sz="1600" b="1" dirty="0">
                <a:latin typeface="+mn-ea"/>
              </a:rPr>
              <a:t>安定した運用体制の構築</a:t>
            </a:r>
          </a:p>
          <a:p>
            <a:r>
              <a:rPr lang="ja-JP" altLang="en-US" sz="1600" dirty="0">
                <a:latin typeface="+mn-ea"/>
              </a:rPr>
              <a:t>    </a:t>
            </a:r>
            <a:r>
              <a:rPr lang="en-US" altLang="ja-JP" sz="1600" dirty="0">
                <a:latin typeface="+mn-ea"/>
              </a:rPr>
              <a:t>- </a:t>
            </a:r>
            <a:r>
              <a:rPr lang="ja-JP" altLang="en-US" sz="1600" dirty="0">
                <a:latin typeface="+mn-ea"/>
              </a:rPr>
              <a:t>継続的な保守運用による生成</a:t>
            </a:r>
            <a:r>
              <a:rPr lang="en-US" altLang="ja-JP" sz="1600" dirty="0">
                <a:latin typeface="+mn-ea"/>
              </a:rPr>
              <a:t>AI</a:t>
            </a:r>
            <a:r>
              <a:rPr lang="ja-JP" altLang="en-US" sz="1600" dirty="0">
                <a:latin typeface="+mn-ea"/>
              </a:rPr>
              <a:t>基盤の安定稼働</a:t>
            </a:r>
          </a:p>
          <a:p>
            <a:r>
              <a:rPr lang="ja-JP" altLang="en-US" sz="1600" dirty="0">
                <a:latin typeface="+mn-ea"/>
              </a:rPr>
              <a:t>    </a:t>
            </a:r>
            <a:r>
              <a:rPr lang="en-US" altLang="ja-JP" sz="1600" dirty="0">
                <a:latin typeface="+mn-ea"/>
              </a:rPr>
              <a:t>- </a:t>
            </a:r>
            <a:r>
              <a:rPr lang="ja-JP" altLang="en-US" sz="1600" dirty="0">
                <a:latin typeface="+mn-ea"/>
              </a:rPr>
              <a:t>問合せ対応・障害対応の体制確立</a:t>
            </a:r>
          </a:p>
          <a:p>
            <a:r>
              <a:rPr lang="ja-JP" altLang="en-US" sz="1600" dirty="0">
                <a:latin typeface="+mn-ea"/>
              </a:rPr>
              <a:t>  </a:t>
            </a:r>
            <a:r>
              <a:rPr lang="en-US" altLang="ja-JP" sz="1600" b="1" dirty="0">
                <a:latin typeface="+mn-ea"/>
              </a:rPr>
              <a:t>3. </a:t>
            </a:r>
            <a:r>
              <a:rPr lang="ja-JP" altLang="en-US" sz="1600" b="1" dirty="0">
                <a:latin typeface="+mn-ea"/>
              </a:rPr>
              <a:t>将来の拡張に対応できる体制の確立</a:t>
            </a:r>
          </a:p>
          <a:p>
            <a:r>
              <a:rPr lang="ja-JP" altLang="en-US" sz="1600" dirty="0">
                <a:latin typeface="+mn-ea"/>
              </a:rPr>
              <a:t>    </a:t>
            </a:r>
            <a:r>
              <a:rPr lang="en-US" altLang="ja-JP" sz="1600" dirty="0">
                <a:latin typeface="+mn-ea"/>
              </a:rPr>
              <a:t>- Enterprise</a:t>
            </a:r>
            <a:r>
              <a:rPr lang="ja-JP" altLang="en-US" sz="1600" dirty="0">
                <a:latin typeface="+mn-ea"/>
              </a:rPr>
              <a:t>ライセンス移行時のシステム再構築の対応</a:t>
            </a:r>
          </a:p>
          <a:p>
            <a:r>
              <a:rPr lang="ja-JP" altLang="en-US" sz="1600" dirty="0">
                <a:latin typeface="+mn-ea"/>
              </a:rPr>
              <a:t>    </a:t>
            </a:r>
            <a:r>
              <a:rPr lang="en-US" altLang="ja-JP" sz="1600" dirty="0">
                <a:latin typeface="+mn-ea"/>
              </a:rPr>
              <a:t>- </a:t>
            </a:r>
            <a:r>
              <a:rPr lang="ja-JP" altLang="en-US" sz="1600" dirty="0">
                <a:latin typeface="+mn-ea"/>
              </a:rPr>
              <a:t>全社展開拡大に伴う運用負荷増加への柔軟な対応</a:t>
            </a:r>
          </a:p>
        </p:txBody>
      </p:sp>
    </p:spTree>
    <p:extLst>
      <p:ext uri="{BB962C8B-B14F-4D97-AF65-F5344CB8AC3E}">
        <p14:creationId xmlns:p14="http://schemas.microsoft.com/office/powerpoint/2010/main" val="3362232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77D94-4379-AA7F-7ACA-D5DD8CC3F86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55FB33A-61FC-E7A5-2731-26104C1C5873}"/>
              </a:ext>
            </a:extLst>
          </p:cNvPr>
          <p:cNvSpPr>
            <a:spLocks noGrp="1"/>
          </p:cNvSpPr>
          <p:nvPr>
            <p:ph type="title"/>
          </p:nvPr>
        </p:nvSpPr>
        <p:spPr/>
        <p:txBody>
          <a:bodyPr/>
          <a:lstStyle/>
          <a:p>
            <a:r>
              <a:rPr lang="en-US" altLang="ja-JP" dirty="0"/>
              <a:t>1-2</a:t>
            </a:r>
            <a:r>
              <a:rPr lang="ja-JP" altLang="en-US"/>
              <a:t>．弊社の強み</a:t>
            </a:r>
            <a:endParaRPr kumimoji="1" lang="ja-JP" altLang="en-US"/>
          </a:p>
        </p:txBody>
      </p:sp>
      <p:sp>
        <p:nvSpPr>
          <p:cNvPr id="5" name="フッター プレースホルダー 4">
            <a:extLst>
              <a:ext uri="{FF2B5EF4-FFF2-40B4-BE49-F238E27FC236}">
                <a16:creationId xmlns:a16="http://schemas.microsoft.com/office/drawing/2014/main" id="{ECBC8900-0DEF-3F0E-F806-40AC3CF5A6FD}"/>
              </a:ext>
            </a:extLst>
          </p:cNvPr>
          <p:cNvSpPr>
            <a:spLocks noGrp="1"/>
          </p:cNvSpPr>
          <p:nvPr>
            <p:ph type="ftr" sz="quarter" idx="11"/>
          </p:nvPr>
        </p:nvSpPr>
        <p:spPr/>
        <p:txBody>
          <a:bodyPr/>
          <a:lstStyle/>
          <a:p>
            <a:r>
              <a:rPr lang="en-US" altLang="ja-JP"/>
              <a:t>Copyright © SystemEXE,Inc All Rights Reserved.</a:t>
            </a:r>
            <a:endParaRPr lang="ja-JP" altLang="en-US"/>
          </a:p>
        </p:txBody>
      </p:sp>
      <p:sp>
        <p:nvSpPr>
          <p:cNvPr id="3" name="スライド番号プレースホルダー 3">
            <a:extLst>
              <a:ext uri="{FF2B5EF4-FFF2-40B4-BE49-F238E27FC236}">
                <a16:creationId xmlns:a16="http://schemas.microsoft.com/office/drawing/2014/main" id="{B2BC63CA-4930-0779-57D8-F55CB5515E25}"/>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5</a:t>
            </a:fld>
            <a:endParaRPr kumimoji="1" lang="ja-JP" altLang="en-US" sz="700"/>
          </a:p>
        </p:txBody>
      </p:sp>
      <p:sp>
        <p:nvSpPr>
          <p:cNvPr id="155" name="テキスト ボックス 154">
            <a:extLst>
              <a:ext uri="{FF2B5EF4-FFF2-40B4-BE49-F238E27FC236}">
                <a16:creationId xmlns:a16="http://schemas.microsoft.com/office/drawing/2014/main" id="{27E49E27-E0FC-DCDA-C62C-2A5E3B3C09B0}"/>
              </a:ext>
            </a:extLst>
          </p:cNvPr>
          <p:cNvSpPr txBox="1"/>
          <p:nvPr/>
        </p:nvSpPr>
        <p:spPr>
          <a:xfrm>
            <a:off x="720000" y="863563"/>
            <a:ext cx="10897200" cy="723275"/>
          </a:xfrm>
          <a:prstGeom prst="rect">
            <a:avLst/>
          </a:prstGeom>
          <a:noFill/>
        </p:spPr>
        <p:txBody>
          <a:bodyPr wrap="square" lIns="108000" rIns="108000" rtlCol="0" anchor="t">
            <a:spAutoFit/>
          </a:bodyPr>
          <a:lstStyle/>
          <a:p>
            <a:pPr algn="ctr">
              <a:spcBef>
                <a:spcPts val="600"/>
              </a:spcBef>
            </a:pPr>
            <a:r>
              <a:rPr lang="ja-JP" altLang="en-US" b="1">
                <a:latin typeface="+mn-ea"/>
              </a:rPr>
              <a:t>弊社は以下を強みとし、本運用保守業務ではこれまでに培った</a:t>
            </a:r>
            <a:endParaRPr lang="en-US" altLang="ja-JP" b="1">
              <a:latin typeface="+mn-ea"/>
            </a:endParaRPr>
          </a:p>
          <a:p>
            <a:pPr algn="ctr">
              <a:spcBef>
                <a:spcPts val="600"/>
              </a:spcBef>
            </a:pPr>
            <a:r>
              <a:rPr lang="ja-JP" altLang="en-US" b="1">
                <a:solidFill>
                  <a:srgbClr val="C00000"/>
                </a:solidFill>
                <a:latin typeface="+mn-ea"/>
              </a:rPr>
              <a:t>“出光興産様案件プロジェクト成功のノウハウ”</a:t>
            </a:r>
            <a:r>
              <a:rPr lang="ja-JP" altLang="en-US" b="1">
                <a:latin typeface="+mn-ea"/>
              </a:rPr>
              <a:t>を存分に活用できると考えております。</a:t>
            </a:r>
            <a:endParaRPr lang="en-US" altLang="ja-JP" b="1">
              <a:latin typeface="+mn-ea"/>
            </a:endParaRPr>
          </a:p>
        </p:txBody>
      </p:sp>
      <p:grpSp>
        <p:nvGrpSpPr>
          <p:cNvPr id="156" name="グループ化 155">
            <a:extLst>
              <a:ext uri="{FF2B5EF4-FFF2-40B4-BE49-F238E27FC236}">
                <a16:creationId xmlns:a16="http://schemas.microsoft.com/office/drawing/2014/main" id="{26EA07DF-E8AA-5370-0A3E-732F872CAD6D}"/>
              </a:ext>
            </a:extLst>
          </p:cNvPr>
          <p:cNvGrpSpPr/>
          <p:nvPr/>
        </p:nvGrpSpPr>
        <p:grpSpPr>
          <a:xfrm>
            <a:off x="1015038" y="4966930"/>
            <a:ext cx="10040699" cy="1540178"/>
            <a:chOff x="1015039" y="1861216"/>
            <a:chExt cx="10040699" cy="1540178"/>
          </a:xfrm>
        </p:grpSpPr>
        <p:sp>
          <p:nvSpPr>
            <p:cNvPr id="157" name="正方形/長方形 156">
              <a:extLst>
                <a:ext uri="{FF2B5EF4-FFF2-40B4-BE49-F238E27FC236}">
                  <a16:creationId xmlns:a16="http://schemas.microsoft.com/office/drawing/2014/main" id="{9CFF2A2D-202C-20D5-FBBD-00E364425127}"/>
                </a:ext>
              </a:extLst>
            </p:cNvPr>
            <p:cNvSpPr/>
            <p:nvPr/>
          </p:nvSpPr>
          <p:spPr>
            <a:xfrm>
              <a:off x="1015039" y="1861216"/>
              <a:ext cx="211232" cy="426599"/>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158" name="テキスト ボックス 157">
              <a:extLst>
                <a:ext uri="{FF2B5EF4-FFF2-40B4-BE49-F238E27FC236}">
                  <a16:creationId xmlns:a16="http://schemas.microsoft.com/office/drawing/2014/main" id="{896FD994-A8D9-69DB-EF94-4C65545F2FBC}"/>
                </a:ext>
              </a:extLst>
            </p:cNvPr>
            <p:cNvSpPr txBox="1"/>
            <p:nvPr/>
          </p:nvSpPr>
          <p:spPr>
            <a:xfrm>
              <a:off x="1271194" y="1861216"/>
              <a:ext cx="360996" cy="461665"/>
            </a:xfrm>
            <a:prstGeom prst="rect">
              <a:avLst/>
            </a:prstGeom>
            <a:noFill/>
          </p:spPr>
          <p:txBody>
            <a:bodyPr wrap="none" rtlCol="0">
              <a:spAutoFit/>
            </a:bodyPr>
            <a:lstStyle/>
            <a:p>
              <a:r>
                <a:rPr kumimoji="1" lang="en-US" altLang="ja-JP" sz="2400" b="1">
                  <a:latin typeface="+mn-ea"/>
                </a:rPr>
                <a:t>3</a:t>
              </a:r>
              <a:endParaRPr kumimoji="1" lang="ja-JP" altLang="en-US" sz="2400" b="1">
                <a:latin typeface="+mn-ea"/>
              </a:endParaRPr>
            </a:p>
          </p:txBody>
        </p:sp>
        <p:sp>
          <p:nvSpPr>
            <p:cNvPr id="159" name="テキスト ボックス 158">
              <a:extLst>
                <a:ext uri="{FF2B5EF4-FFF2-40B4-BE49-F238E27FC236}">
                  <a16:creationId xmlns:a16="http://schemas.microsoft.com/office/drawing/2014/main" id="{045923F4-059E-989F-C450-CF980D018D4D}"/>
                </a:ext>
              </a:extLst>
            </p:cNvPr>
            <p:cNvSpPr txBox="1"/>
            <p:nvPr/>
          </p:nvSpPr>
          <p:spPr>
            <a:xfrm>
              <a:off x="1695739" y="1909547"/>
              <a:ext cx="1800493" cy="369332"/>
            </a:xfrm>
            <a:prstGeom prst="rect">
              <a:avLst/>
            </a:prstGeom>
            <a:noFill/>
          </p:spPr>
          <p:txBody>
            <a:bodyPr wrap="none" rtlCol="0">
              <a:noAutofit/>
            </a:bodyPr>
            <a:lstStyle/>
            <a:p>
              <a:r>
                <a:rPr kumimoji="1" lang="ja-JP" altLang="en-US" b="1" dirty="0">
                  <a:latin typeface="+mn-ea"/>
                </a:rPr>
                <a:t>生成</a:t>
              </a:r>
              <a:r>
                <a:rPr kumimoji="1" lang="en-US" altLang="ja-JP" b="1" dirty="0">
                  <a:latin typeface="+mn-ea"/>
                </a:rPr>
                <a:t>AI</a:t>
              </a:r>
              <a:r>
                <a:rPr kumimoji="1" lang="ja-JP" altLang="en-US" b="1" dirty="0">
                  <a:latin typeface="+mn-ea"/>
                </a:rPr>
                <a:t>活用による</a:t>
              </a:r>
              <a:r>
                <a:rPr kumimoji="1" lang="en-US" altLang="ja-JP" b="1" dirty="0">
                  <a:latin typeface="+mn-ea"/>
                </a:rPr>
                <a:t>R&amp;D</a:t>
              </a:r>
              <a:r>
                <a:rPr kumimoji="1" lang="ja-JP" altLang="en-US" b="1" dirty="0">
                  <a:latin typeface="+mn-ea"/>
                </a:rPr>
                <a:t>・技術力</a:t>
              </a:r>
            </a:p>
          </p:txBody>
        </p:sp>
        <p:sp>
          <p:nvSpPr>
            <p:cNvPr id="160" name="正方形/長方形 159">
              <a:extLst>
                <a:ext uri="{FF2B5EF4-FFF2-40B4-BE49-F238E27FC236}">
                  <a16:creationId xmlns:a16="http://schemas.microsoft.com/office/drawing/2014/main" id="{014A3E58-295A-1F95-6F28-F4BFF73EB02B}"/>
                </a:ext>
              </a:extLst>
            </p:cNvPr>
            <p:cNvSpPr/>
            <p:nvPr/>
          </p:nvSpPr>
          <p:spPr>
            <a:xfrm rot="10800000">
              <a:off x="1015039" y="2305079"/>
              <a:ext cx="450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161" name="テキスト ボックス 160">
              <a:extLst>
                <a:ext uri="{FF2B5EF4-FFF2-40B4-BE49-F238E27FC236}">
                  <a16:creationId xmlns:a16="http://schemas.microsoft.com/office/drawing/2014/main" id="{2A77212E-20AD-4C2F-CB43-84CC046639DA}"/>
                </a:ext>
              </a:extLst>
            </p:cNvPr>
            <p:cNvSpPr txBox="1"/>
            <p:nvPr/>
          </p:nvSpPr>
          <p:spPr>
            <a:xfrm>
              <a:off x="1695738" y="2416509"/>
              <a:ext cx="9360000" cy="984885"/>
            </a:xfrm>
            <a:prstGeom prst="rect">
              <a:avLst/>
            </a:prstGeom>
            <a:noFill/>
          </p:spPr>
          <p:txBody>
            <a:bodyPr wrap="square" lIns="108000" rIns="108000" rtlCol="0" anchor="t">
              <a:spAutoFit/>
            </a:bodyPr>
            <a:lstStyle/>
            <a:p>
              <a:pPr>
                <a:spcBef>
                  <a:spcPts val="600"/>
                </a:spcBef>
              </a:pPr>
              <a:r>
                <a:rPr lang="ja-JP" altLang="en-US" sz="1600" dirty="0">
                  <a:latin typeface="+mn-ea"/>
                </a:rPr>
                <a:t> </a:t>
              </a:r>
              <a:r>
                <a:rPr lang="en-US" altLang="ja-JP" sz="1600" dirty="0">
                  <a:latin typeface="+mn-ea"/>
                </a:rPr>
                <a:t>- </a:t>
              </a:r>
              <a:r>
                <a:rPr lang="ja-JP" altLang="en-US" sz="1600" dirty="0">
                  <a:latin typeface="+mn-ea"/>
                </a:rPr>
                <a:t>自社開発チャットアプリ「</a:t>
              </a:r>
              <a:r>
                <a:rPr lang="en-US" altLang="ja-JP" sz="1600" dirty="0" err="1">
                  <a:latin typeface="+mn-ea"/>
                </a:rPr>
                <a:t>SmileCHAT</a:t>
              </a:r>
              <a:r>
                <a:rPr lang="ja-JP" altLang="en-US" sz="1600" dirty="0">
                  <a:latin typeface="+mn-ea"/>
                </a:rPr>
                <a:t>」を全社</a:t>
              </a:r>
              <a:r>
                <a:rPr lang="en-US" altLang="ja-JP" sz="1600" dirty="0">
                  <a:latin typeface="+mn-ea"/>
                </a:rPr>
                <a:t>1,000</a:t>
              </a:r>
              <a:r>
                <a:rPr lang="ja-JP" altLang="en-US" sz="1600" dirty="0">
                  <a:latin typeface="+mn-ea"/>
                </a:rPr>
                <a:t>名規模で展開、</a:t>
              </a:r>
              <a:r>
                <a:rPr lang="en-US" altLang="ja-JP" sz="1600" dirty="0">
                  <a:latin typeface="+mn-ea"/>
                </a:rPr>
                <a:t>700</a:t>
              </a:r>
              <a:r>
                <a:rPr lang="ja-JP" altLang="en-US" sz="1600" dirty="0">
                  <a:latin typeface="+mn-ea"/>
                </a:rPr>
                <a:t>名が日常利用</a:t>
              </a:r>
            </a:p>
            <a:p>
              <a:pPr>
                <a:spcBef>
                  <a:spcPts val="600"/>
                </a:spcBef>
              </a:pPr>
              <a:r>
                <a:rPr lang="ja-JP" altLang="en-US" sz="1600" dirty="0">
                  <a:latin typeface="+mn-ea"/>
                </a:rPr>
                <a:t> </a:t>
              </a:r>
              <a:r>
                <a:rPr lang="en-US" altLang="ja-JP" sz="1600" dirty="0">
                  <a:latin typeface="+mn-ea"/>
                </a:rPr>
                <a:t>- AI</a:t>
              </a:r>
              <a:r>
                <a:rPr lang="ja-JP" altLang="en-US" sz="1600" dirty="0">
                  <a:latin typeface="+mn-ea"/>
                </a:rPr>
                <a:t>利用者は業界標準比 中央値</a:t>
              </a:r>
              <a:r>
                <a:rPr lang="en-US" altLang="ja-JP" sz="1600" dirty="0">
                  <a:latin typeface="+mn-ea"/>
                </a:rPr>
                <a:t>+66%</a:t>
              </a:r>
              <a:r>
                <a:rPr lang="ja-JP" altLang="en-US" sz="1600" dirty="0">
                  <a:latin typeface="+mn-ea"/>
                </a:rPr>
                <a:t>、平均値</a:t>
              </a:r>
              <a:r>
                <a:rPr lang="en-US" altLang="ja-JP" sz="1600" dirty="0">
                  <a:latin typeface="+mn-ea"/>
                </a:rPr>
                <a:t>+135% </a:t>
              </a:r>
              <a:r>
                <a:rPr lang="ja-JP" altLang="en-US" sz="1600" dirty="0">
                  <a:latin typeface="+mn-ea"/>
                </a:rPr>
                <a:t>の生産性向上を実測</a:t>
              </a:r>
            </a:p>
            <a:p>
              <a:pPr>
                <a:spcBef>
                  <a:spcPts val="600"/>
                </a:spcBef>
              </a:pPr>
              <a:r>
                <a:rPr lang="ja-JP" altLang="en-US" sz="1600" dirty="0">
                  <a:latin typeface="+mn-ea"/>
                </a:rPr>
                <a:t> </a:t>
              </a:r>
              <a:r>
                <a:rPr lang="en-US" altLang="ja-JP" sz="1600" dirty="0">
                  <a:latin typeface="+mn-ea"/>
                </a:rPr>
                <a:t>- </a:t>
              </a:r>
              <a:r>
                <a:rPr lang="ja-JP" altLang="en-US" sz="1600" dirty="0">
                  <a:latin typeface="+mn-ea"/>
                </a:rPr>
                <a:t>保守開発・調査業務への生成</a:t>
              </a:r>
              <a:r>
                <a:rPr lang="en-US" altLang="ja-JP" sz="1600" dirty="0">
                  <a:latin typeface="+mn-ea"/>
                </a:rPr>
                <a:t>AI</a:t>
              </a:r>
              <a:r>
                <a:rPr lang="ja-JP" altLang="en-US" sz="1600" dirty="0">
                  <a:latin typeface="+mn-ea"/>
                </a:rPr>
                <a:t>活用ノウハウを本案件にも適用可能</a:t>
              </a:r>
              <a:endParaRPr lang="en-US" altLang="ja-JP" sz="1600" dirty="0">
                <a:latin typeface="+mn-ea"/>
              </a:endParaRPr>
            </a:p>
          </p:txBody>
        </p:sp>
      </p:grpSp>
      <p:grpSp>
        <p:nvGrpSpPr>
          <p:cNvPr id="162" name="グループ化 161">
            <a:extLst>
              <a:ext uri="{FF2B5EF4-FFF2-40B4-BE49-F238E27FC236}">
                <a16:creationId xmlns:a16="http://schemas.microsoft.com/office/drawing/2014/main" id="{31808FAF-EEA5-2161-F83D-20BF30A53994}"/>
              </a:ext>
            </a:extLst>
          </p:cNvPr>
          <p:cNvGrpSpPr/>
          <p:nvPr/>
        </p:nvGrpSpPr>
        <p:grpSpPr>
          <a:xfrm>
            <a:off x="1015038" y="3427101"/>
            <a:ext cx="10040699" cy="1540178"/>
            <a:chOff x="1015039" y="3428992"/>
            <a:chExt cx="10040699" cy="1540178"/>
          </a:xfrm>
        </p:grpSpPr>
        <p:sp>
          <p:nvSpPr>
            <p:cNvPr id="163" name="正方形/長方形 162">
              <a:extLst>
                <a:ext uri="{FF2B5EF4-FFF2-40B4-BE49-F238E27FC236}">
                  <a16:creationId xmlns:a16="http://schemas.microsoft.com/office/drawing/2014/main" id="{F8DD5349-1F13-3392-274D-8A63D72AB365}"/>
                </a:ext>
              </a:extLst>
            </p:cNvPr>
            <p:cNvSpPr/>
            <p:nvPr/>
          </p:nvSpPr>
          <p:spPr>
            <a:xfrm>
              <a:off x="1015039" y="3428992"/>
              <a:ext cx="211232" cy="426599"/>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latin typeface="+mn-ea"/>
              </a:endParaRPr>
            </a:p>
          </p:txBody>
        </p:sp>
        <p:sp>
          <p:nvSpPr>
            <p:cNvPr id="164" name="テキスト ボックス 163">
              <a:extLst>
                <a:ext uri="{FF2B5EF4-FFF2-40B4-BE49-F238E27FC236}">
                  <a16:creationId xmlns:a16="http://schemas.microsoft.com/office/drawing/2014/main" id="{8CF50243-F566-F174-D695-D709708F6561}"/>
                </a:ext>
              </a:extLst>
            </p:cNvPr>
            <p:cNvSpPr txBox="1"/>
            <p:nvPr/>
          </p:nvSpPr>
          <p:spPr>
            <a:xfrm>
              <a:off x="1271194" y="3428992"/>
              <a:ext cx="360996" cy="461665"/>
            </a:xfrm>
            <a:prstGeom prst="rect">
              <a:avLst/>
            </a:prstGeom>
            <a:noFill/>
          </p:spPr>
          <p:txBody>
            <a:bodyPr wrap="none" rtlCol="0">
              <a:spAutoFit/>
            </a:bodyPr>
            <a:lstStyle/>
            <a:p>
              <a:r>
                <a:rPr kumimoji="1" lang="en-US" altLang="ja-JP" sz="2400" b="1">
                  <a:latin typeface="+mn-ea"/>
                </a:rPr>
                <a:t>2</a:t>
              </a:r>
              <a:endParaRPr kumimoji="1" lang="ja-JP" altLang="en-US" sz="2400" b="1">
                <a:latin typeface="+mn-ea"/>
              </a:endParaRPr>
            </a:p>
          </p:txBody>
        </p:sp>
        <p:sp>
          <p:nvSpPr>
            <p:cNvPr id="165" name="テキスト ボックス 164">
              <a:extLst>
                <a:ext uri="{FF2B5EF4-FFF2-40B4-BE49-F238E27FC236}">
                  <a16:creationId xmlns:a16="http://schemas.microsoft.com/office/drawing/2014/main" id="{8EC8FBA7-410B-8B2D-CC88-6377253129F6}"/>
                </a:ext>
              </a:extLst>
            </p:cNvPr>
            <p:cNvSpPr txBox="1"/>
            <p:nvPr/>
          </p:nvSpPr>
          <p:spPr>
            <a:xfrm>
              <a:off x="1695739" y="3477323"/>
              <a:ext cx="1800493" cy="369332"/>
            </a:xfrm>
            <a:prstGeom prst="rect">
              <a:avLst/>
            </a:prstGeom>
            <a:noFill/>
          </p:spPr>
          <p:txBody>
            <a:bodyPr wrap="none" rtlCol="0">
              <a:noAutofit/>
            </a:bodyPr>
            <a:lstStyle/>
            <a:p>
              <a:r>
                <a:rPr kumimoji="1" lang="ja-JP" altLang="en-US" b="1" dirty="0">
                  <a:latin typeface="+mn-ea"/>
                </a:rPr>
                <a:t>オフショア（</a:t>
              </a:r>
              <a:r>
                <a:rPr kumimoji="1" lang="en-US" altLang="ja-JP" b="1" dirty="0" err="1">
                  <a:latin typeface="+mn-ea"/>
                </a:rPr>
                <a:t>BotDev</a:t>
              </a:r>
              <a:r>
                <a:rPr kumimoji="1" lang="ja-JP" altLang="en-US" b="1" dirty="0">
                  <a:latin typeface="+mn-ea"/>
                </a:rPr>
                <a:t>）活用</a:t>
              </a:r>
            </a:p>
          </p:txBody>
        </p:sp>
        <p:sp>
          <p:nvSpPr>
            <p:cNvPr id="166" name="正方形/長方形 165">
              <a:extLst>
                <a:ext uri="{FF2B5EF4-FFF2-40B4-BE49-F238E27FC236}">
                  <a16:creationId xmlns:a16="http://schemas.microsoft.com/office/drawing/2014/main" id="{5E4E53A2-63A6-9BDF-70FB-1E5A9EC815F0}"/>
                </a:ext>
              </a:extLst>
            </p:cNvPr>
            <p:cNvSpPr/>
            <p:nvPr/>
          </p:nvSpPr>
          <p:spPr>
            <a:xfrm rot="10800000">
              <a:off x="1015039" y="3872855"/>
              <a:ext cx="450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solidFill>
                  <a:schemeClr val="tx1"/>
                </a:solidFill>
                <a:latin typeface="+mn-ea"/>
              </a:endParaRPr>
            </a:p>
          </p:txBody>
        </p:sp>
        <p:sp>
          <p:nvSpPr>
            <p:cNvPr id="167" name="テキスト ボックス 166">
              <a:extLst>
                <a:ext uri="{FF2B5EF4-FFF2-40B4-BE49-F238E27FC236}">
                  <a16:creationId xmlns:a16="http://schemas.microsoft.com/office/drawing/2014/main" id="{0FBBDE85-35D2-6D56-286C-AE529209E7DE}"/>
                </a:ext>
              </a:extLst>
            </p:cNvPr>
            <p:cNvSpPr txBox="1"/>
            <p:nvPr/>
          </p:nvSpPr>
          <p:spPr>
            <a:xfrm>
              <a:off x="1695738" y="3984285"/>
              <a:ext cx="9360000" cy="984885"/>
            </a:xfrm>
            <a:prstGeom prst="rect">
              <a:avLst/>
            </a:prstGeom>
            <a:noFill/>
          </p:spPr>
          <p:txBody>
            <a:bodyPr wrap="square" lIns="108000" rIns="108000" rtlCol="0" anchor="t">
              <a:spAutoFit/>
            </a:bodyPr>
            <a:lstStyle/>
            <a:p>
              <a:pPr>
                <a:spcBef>
                  <a:spcPts val="600"/>
                </a:spcBef>
              </a:pPr>
              <a:r>
                <a:rPr lang="ja-JP" altLang="en-US" sz="1600" dirty="0">
                  <a:latin typeface="+mn-ea"/>
                </a:rPr>
                <a:t> </a:t>
              </a:r>
              <a:r>
                <a:rPr lang="en-US" altLang="ja-JP" sz="1600" dirty="0">
                  <a:latin typeface="+mn-ea"/>
                </a:rPr>
                <a:t>- MES</a:t>
              </a:r>
              <a:r>
                <a:rPr lang="ja-JP" altLang="en-US" sz="1600" dirty="0">
                  <a:latin typeface="+mn-ea"/>
                </a:rPr>
                <a:t>システム、</a:t>
              </a:r>
              <a:r>
                <a:rPr lang="en-US" altLang="ja-JP" sz="1600" dirty="0">
                  <a:latin typeface="+mn-ea"/>
                </a:rPr>
                <a:t>IFC</a:t>
              </a:r>
              <a:r>
                <a:rPr lang="ja-JP" altLang="en-US" sz="1600" dirty="0">
                  <a:latin typeface="+mn-ea"/>
                </a:rPr>
                <a:t>生産委託ポータルの保守業務にオフショアチームが参画済み</a:t>
              </a:r>
            </a:p>
            <a:p>
              <a:pPr>
                <a:spcBef>
                  <a:spcPts val="600"/>
                </a:spcBef>
              </a:pPr>
              <a:r>
                <a:rPr lang="ja-JP" altLang="en-US" sz="1600" dirty="0">
                  <a:latin typeface="+mn-ea"/>
                </a:rPr>
                <a:t> </a:t>
              </a:r>
              <a:r>
                <a:rPr lang="en-US" altLang="ja-JP" sz="1600" dirty="0">
                  <a:latin typeface="+mn-ea"/>
                </a:rPr>
                <a:t>- </a:t>
              </a:r>
              <a:r>
                <a:rPr lang="ja-JP" altLang="en-US" sz="1600" dirty="0">
                  <a:latin typeface="+mn-ea"/>
                </a:rPr>
                <a:t>ブリッジ</a:t>
              </a:r>
              <a:r>
                <a:rPr lang="en-US" altLang="ja-JP" sz="1600" dirty="0">
                  <a:latin typeface="+mn-ea"/>
                </a:rPr>
                <a:t>SE</a:t>
              </a:r>
              <a:r>
                <a:rPr lang="ja-JP" altLang="en-US" sz="1600" dirty="0">
                  <a:latin typeface="+mn-ea"/>
                </a:rPr>
                <a:t>：日本語</a:t>
              </a:r>
              <a:r>
                <a:rPr lang="en-US" altLang="ja-JP" sz="1600" dirty="0">
                  <a:latin typeface="+mn-ea"/>
                </a:rPr>
                <a:t>N1〜N2</a:t>
              </a:r>
              <a:r>
                <a:rPr lang="ja-JP" altLang="en-US" sz="1600" dirty="0">
                  <a:latin typeface="+mn-ea"/>
                </a:rPr>
                <a:t>レベル、日本での業務経験豊富</a:t>
              </a:r>
            </a:p>
            <a:p>
              <a:pPr>
                <a:spcBef>
                  <a:spcPts val="600"/>
                </a:spcBef>
              </a:pPr>
              <a:r>
                <a:rPr lang="ja-JP" altLang="en-US" sz="1600" dirty="0">
                  <a:latin typeface="+mn-ea"/>
                </a:rPr>
                <a:t> </a:t>
              </a:r>
              <a:r>
                <a:rPr lang="en-US" altLang="ja-JP" sz="1600" dirty="0">
                  <a:latin typeface="+mn-ea"/>
                </a:rPr>
                <a:t>- ISMS</a:t>
              </a:r>
              <a:r>
                <a:rPr lang="ja-JP" altLang="en-US" sz="1600" dirty="0">
                  <a:latin typeface="+mn-ea"/>
                </a:rPr>
                <a:t>認証取得拠点での保守開発、</a:t>
              </a:r>
              <a:r>
                <a:rPr lang="en-US" altLang="ja-JP" sz="1600" dirty="0">
                  <a:latin typeface="+mn-ea"/>
                </a:rPr>
                <a:t>VPN</a:t>
              </a:r>
              <a:r>
                <a:rPr lang="ja-JP" altLang="en-US" sz="1600" dirty="0">
                  <a:latin typeface="+mn-ea"/>
                </a:rPr>
                <a:t>接続による情報セキュリティ確保</a:t>
              </a:r>
              <a:endParaRPr lang="en-US" altLang="ja-JP" sz="1600" dirty="0">
                <a:latin typeface="+mn-ea"/>
              </a:endParaRPr>
            </a:p>
          </p:txBody>
        </p:sp>
      </p:grpSp>
      <p:grpSp>
        <p:nvGrpSpPr>
          <p:cNvPr id="168" name="グループ化 167">
            <a:extLst>
              <a:ext uri="{FF2B5EF4-FFF2-40B4-BE49-F238E27FC236}">
                <a16:creationId xmlns:a16="http://schemas.microsoft.com/office/drawing/2014/main" id="{A6BE0DC4-472C-1C6F-2FED-0852141C422A}"/>
              </a:ext>
            </a:extLst>
          </p:cNvPr>
          <p:cNvGrpSpPr/>
          <p:nvPr/>
        </p:nvGrpSpPr>
        <p:grpSpPr>
          <a:xfrm>
            <a:off x="1015039" y="1887272"/>
            <a:ext cx="10927579" cy="1540178"/>
            <a:chOff x="1015039" y="4903666"/>
            <a:chExt cx="10927579" cy="1540178"/>
          </a:xfrm>
        </p:grpSpPr>
        <p:sp>
          <p:nvSpPr>
            <p:cNvPr id="169" name="正方形/長方形 168">
              <a:extLst>
                <a:ext uri="{FF2B5EF4-FFF2-40B4-BE49-F238E27FC236}">
                  <a16:creationId xmlns:a16="http://schemas.microsoft.com/office/drawing/2014/main" id="{41A6EEFC-30D8-F8FD-C16E-B61382A594D5}"/>
                </a:ext>
              </a:extLst>
            </p:cNvPr>
            <p:cNvSpPr/>
            <p:nvPr/>
          </p:nvSpPr>
          <p:spPr>
            <a:xfrm>
              <a:off x="1015039" y="4903666"/>
              <a:ext cx="211232" cy="426599"/>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latin typeface="+mn-ea"/>
              </a:endParaRPr>
            </a:p>
          </p:txBody>
        </p:sp>
        <p:sp>
          <p:nvSpPr>
            <p:cNvPr id="170" name="テキスト ボックス 169">
              <a:extLst>
                <a:ext uri="{FF2B5EF4-FFF2-40B4-BE49-F238E27FC236}">
                  <a16:creationId xmlns:a16="http://schemas.microsoft.com/office/drawing/2014/main" id="{068EFC9F-DE00-E7C6-D7D1-985E5E1C1DD8}"/>
                </a:ext>
              </a:extLst>
            </p:cNvPr>
            <p:cNvSpPr txBox="1"/>
            <p:nvPr/>
          </p:nvSpPr>
          <p:spPr>
            <a:xfrm>
              <a:off x="1271194" y="4903666"/>
              <a:ext cx="360996" cy="461665"/>
            </a:xfrm>
            <a:prstGeom prst="rect">
              <a:avLst/>
            </a:prstGeom>
            <a:noFill/>
          </p:spPr>
          <p:txBody>
            <a:bodyPr wrap="none" rtlCol="0">
              <a:spAutoFit/>
            </a:bodyPr>
            <a:lstStyle/>
            <a:p>
              <a:r>
                <a:rPr kumimoji="1" lang="en-US" altLang="ja-JP" sz="2400" b="1">
                  <a:latin typeface="+mn-ea"/>
                </a:rPr>
                <a:t>1</a:t>
              </a:r>
              <a:endParaRPr kumimoji="1" lang="ja-JP" altLang="en-US" sz="2400" b="1">
                <a:latin typeface="+mn-ea"/>
              </a:endParaRPr>
            </a:p>
          </p:txBody>
        </p:sp>
        <p:sp>
          <p:nvSpPr>
            <p:cNvPr id="171" name="テキスト ボックス 170">
              <a:extLst>
                <a:ext uri="{FF2B5EF4-FFF2-40B4-BE49-F238E27FC236}">
                  <a16:creationId xmlns:a16="http://schemas.microsoft.com/office/drawing/2014/main" id="{5AA1C51B-130F-47C4-ADA2-363900B01B6E}"/>
                </a:ext>
              </a:extLst>
            </p:cNvPr>
            <p:cNvSpPr txBox="1"/>
            <p:nvPr/>
          </p:nvSpPr>
          <p:spPr>
            <a:xfrm>
              <a:off x="1695739" y="4951997"/>
              <a:ext cx="4828153" cy="369332"/>
            </a:xfrm>
            <a:prstGeom prst="rect">
              <a:avLst/>
            </a:prstGeom>
            <a:noFill/>
          </p:spPr>
          <p:txBody>
            <a:bodyPr wrap="none" rtlCol="0">
              <a:noAutofit/>
            </a:bodyPr>
            <a:lstStyle/>
            <a:p>
              <a:r>
                <a:rPr kumimoji="1" lang="ja-JP" altLang="en-US" b="1" dirty="0">
                  <a:latin typeface="+mn-ea"/>
                </a:rPr>
                <a:t>出光興産様プロジェクトでの豊富な運用保守実績と品質管理</a:t>
              </a:r>
            </a:p>
          </p:txBody>
        </p:sp>
        <p:sp>
          <p:nvSpPr>
            <p:cNvPr id="172" name="正方形/長方形 171">
              <a:extLst>
                <a:ext uri="{FF2B5EF4-FFF2-40B4-BE49-F238E27FC236}">
                  <a16:creationId xmlns:a16="http://schemas.microsoft.com/office/drawing/2014/main" id="{F7FA9149-9491-2747-E578-BC8E1F683C15}"/>
                </a:ext>
              </a:extLst>
            </p:cNvPr>
            <p:cNvSpPr/>
            <p:nvPr/>
          </p:nvSpPr>
          <p:spPr>
            <a:xfrm rot="10800000">
              <a:off x="1015039" y="5347529"/>
              <a:ext cx="450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solidFill>
                  <a:schemeClr val="tx1"/>
                </a:solidFill>
                <a:latin typeface="+mn-ea"/>
              </a:endParaRPr>
            </a:p>
          </p:txBody>
        </p:sp>
        <p:sp>
          <p:nvSpPr>
            <p:cNvPr id="173" name="テキスト ボックス 172">
              <a:extLst>
                <a:ext uri="{FF2B5EF4-FFF2-40B4-BE49-F238E27FC236}">
                  <a16:creationId xmlns:a16="http://schemas.microsoft.com/office/drawing/2014/main" id="{89366D62-965F-E652-425E-EB07F31D144A}"/>
                </a:ext>
              </a:extLst>
            </p:cNvPr>
            <p:cNvSpPr txBox="1"/>
            <p:nvPr/>
          </p:nvSpPr>
          <p:spPr>
            <a:xfrm>
              <a:off x="1695738" y="5458959"/>
              <a:ext cx="10246880" cy="984885"/>
            </a:xfrm>
            <a:prstGeom prst="rect">
              <a:avLst/>
            </a:prstGeom>
            <a:noFill/>
          </p:spPr>
          <p:txBody>
            <a:bodyPr wrap="square" lIns="108000" rIns="108000" rtlCol="0" anchor="t">
              <a:spAutoFit/>
            </a:bodyPr>
            <a:lstStyle/>
            <a:p>
              <a:pPr>
                <a:spcBef>
                  <a:spcPts val="600"/>
                </a:spcBef>
              </a:pPr>
              <a:r>
                <a:rPr lang="ja-JP" altLang="en-US" sz="1600" dirty="0">
                  <a:latin typeface="+mn-ea"/>
                </a:rPr>
                <a:t> </a:t>
              </a:r>
              <a:r>
                <a:rPr lang="en-US" altLang="ja-JP" sz="1600" dirty="0">
                  <a:latin typeface="+mn-ea"/>
                </a:rPr>
                <a:t>- </a:t>
              </a:r>
              <a:r>
                <a:rPr lang="ja-JP" altLang="en-US" sz="1600" dirty="0">
                  <a:latin typeface="+mn-ea"/>
                </a:rPr>
                <a:t>業務変革一課</a:t>
              </a:r>
              <a:r>
                <a:rPr lang="en-US" altLang="ja-JP" sz="1600" dirty="0">
                  <a:latin typeface="+mn-ea"/>
                </a:rPr>
                <a:t>〜</a:t>
              </a:r>
              <a:r>
                <a:rPr lang="ja-JP" altLang="en-US" sz="1600" dirty="0">
                  <a:latin typeface="+mn-ea"/>
                </a:rPr>
                <a:t>四課、デジタルプラットフォーム課、販売部など複数部署で</a:t>
              </a:r>
              <a:r>
                <a:rPr lang="en-US" altLang="ja-JP" sz="1600" dirty="0">
                  <a:latin typeface="+mn-ea"/>
                </a:rPr>
                <a:t>13</a:t>
              </a:r>
              <a:r>
                <a:rPr lang="ja-JP" altLang="en-US" sz="1600" dirty="0">
                  <a:latin typeface="+mn-ea"/>
                </a:rPr>
                <a:t>案件以上の運用保守実績</a:t>
              </a:r>
            </a:p>
            <a:p>
              <a:pPr>
                <a:spcBef>
                  <a:spcPts val="600"/>
                </a:spcBef>
              </a:pPr>
              <a:r>
                <a:rPr lang="ja-JP" altLang="en-US" sz="1600" dirty="0">
                  <a:latin typeface="+mn-ea"/>
                </a:rPr>
                <a:t> </a:t>
              </a:r>
              <a:r>
                <a:rPr lang="en-US" altLang="ja-JP" sz="1600" dirty="0">
                  <a:latin typeface="+mn-ea"/>
                </a:rPr>
                <a:t>- </a:t>
              </a:r>
              <a:r>
                <a:rPr lang="ja-JP" altLang="en-US" sz="1600" dirty="0">
                  <a:latin typeface="+mn-ea"/>
                </a:rPr>
                <a:t>基幹系（</a:t>
              </a:r>
              <a:r>
                <a:rPr lang="en-US" altLang="ja-JP" sz="1600" dirty="0">
                  <a:latin typeface="+mn-ea"/>
                </a:rPr>
                <a:t>MES</a:t>
              </a:r>
              <a:r>
                <a:rPr lang="ja-JP" altLang="en-US" sz="1600" dirty="0">
                  <a:latin typeface="+mn-ea"/>
                </a:rPr>
                <a:t>、千葉運転管理）から</a:t>
              </a:r>
              <a:r>
                <a:rPr lang="en-US" altLang="ja-JP" sz="1600" dirty="0">
                  <a:latin typeface="+mn-ea"/>
                </a:rPr>
                <a:t>Web</a:t>
              </a:r>
              <a:r>
                <a:rPr lang="ja-JP" altLang="en-US" sz="1600" dirty="0">
                  <a:latin typeface="+mn-ea"/>
                </a:rPr>
                <a:t>系（ポータル、資格サイト）まで多様なシステムに対応</a:t>
              </a:r>
            </a:p>
            <a:p>
              <a:pPr>
                <a:spcBef>
                  <a:spcPts val="600"/>
                </a:spcBef>
              </a:pPr>
              <a:r>
                <a:rPr lang="ja-JP" altLang="en-US" sz="1600" dirty="0">
                  <a:latin typeface="+mn-ea"/>
                </a:rPr>
                <a:t> </a:t>
              </a:r>
              <a:r>
                <a:rPr lang="en-US" altLang="ja-JP" sz="1600" dirty="0">
                  <a:latin typeface="+mn-ea"/>
                </a:rPr>
                <a:t>- </a:t>
              </a:r>
              <a:r>
                <a:rPr lang="ja-JP" altLang="en-US" sz="1600" dirty="0">
                  <a:latin typeface="+mn-ea"/>
                </a:rPr>
                <a:t>インシデント管理・変更管理の標準プロセス適用による品質担保</a:t>
              </a:r>
            </a:p>
          </p:txBody>
        </p:sp>
      </p:grpSp>
    </p:spTree>
    <p:extLst>
      <p:ext uri="{BB962C8B-B14F-4D97-AF65-F5344CB8AC3E}">
        <p14:creationId xmlns:p14="http://schemas.microsoft.com/office/powerpoint/2010/main" val="3332083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686398FA-0DCD-E257-F5FC-59531A9AC786}"/>
              </a:ext>
            </a:extLst>
          </p:cNvPr>
          <p:cNvSpPr>
            <a:spLocks noGrp="1"/>
          </p:cNvSpPr>
          <p:nvPr>
            <p:ph type="ftr" sz="quarter" idx="11"/>
          </p:nvPr>
        </p:nvSpPr>
        <p:spPr/>
        <p:txBody>
          <a:bodyPr/>
          <a:lstStyle/>
          <a:p>
            <a:r>
              <a:rPr lang="en-US"/>
              <a:t>Copyright © SystemEXE,Inc All Rights Reserved.</a:t>
            </a:r>
          </a:p>
        </p:txBody>
      </p:sp>
      <p:sp>
        <p:nvSpPr>
          <p:cNvPr id="3" name="タイトル 2">
            <a:extLst>
              <a:ext uri="{FF2B5EF4-FFF2-40B4-BE49-F238E27FC236}">
                <a16:creationId xmlns:a16="http://schemas.microsoft.com/office/drawing/2014/main" id="{E67C3529-E56E-09A9-617B-E4EE5F83F079}"/>
              </a:ext>
            </a:extLst>
          </p:cNvPr>
          <p:cNvSpPr>
            <a:spLocks noGrp="1"/>
          </p:cNvSpPr>
          <p:nvPr>
            <p:ph type="title"/>
          </p:nvPr>
        </p:nvSpPr>
        <p:spPr/>
        <p:txBody>
          <a:bodyPr/>
          <a:lstStyle/>
          <a:p>
            <a:r>
              <a:rPr kumimoji="1" lang="ja-JP" altLang="en-US" dirty="0"/>
              <a:t>保守範囲</a:t>
            </a:r>
          </a:p>
        </p:txBody>
      </p:sp>
    </p:spTree>
    <p:extLst>
      <p:ext uri="{BB962C8B-B14F-4D97-AF65-F5344CB8AC3E}">
        <p14:creationId xmlns:p14="http://schemas.microsoft.com/office/powerpoint/2010/main" val="537361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2-1</a:t>
            </a:r>
            <a:r>
              <a:rPr kumimoji="1" lang="ja-JP" altLang="en-US"/>
              <a:t>．システム構成</a:t>
            </a:r>
          </a:p>
        </p:txBody>
      </p:sp>
      <p:sp>
        <p:nvSpPr>
          <p:cNvPr id="4" name="フッター プレースホルダー 3"/>
          <p:cNvSpPr>
            <a:spLocks noGrp="1"/>
          </p:cNvSpPr>
          <p:nvPr>
            <p:ph type="ftr" sz="quarter" idx="11"/>
          </p:nvPr>
        </p:nvSpPr>
        <p:spPr/>
        <p:txBody>
          <a:bodyPr/>
          <a:lstStyle/>
          <a:p>
            <a:r>
              <a:rPr lang="en-US"/>
              <a:t>Copyright © SystemEXE,Inc All Rights Reserved.</a:t>
            </a:r>
          </a:p>
        </p:txBody>
      </p:sp>
      <p:sp>
        <p:nvSpPr>
          <p:cNvPr id="3" name="スライド番号プレースホルダー 3">
            <a:extLst>
              <a:ext uri="{FF2B5EF4-FFF2-40B4-BE49-F238E27FC236}">
                <a16:creationId xmlns:a16="http://schemas.microsoft.com/office/drawing/2014/main" id="{FE67D899-15BA-6FDF-A0D1-75D0A8D1B3C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7</a:t>
            </a:fld>
            <a:endParaRPr kumimoji="1" lang="ja-JP" altLang="en-US" sz="700"/>
          </a:p>
        </p:txBody>
      </p:sp>
      <p:pic>
        <p:nvPicPr>
          <p:cNvPr id="72" name="図 71">
            <a:extLst>
              <a:ext uri="{FF2B5EF4-FFF2-40B4-BE49-F238E27FC236}">
                <a16:creationId xmlns:a16="http://schemas.microsoft.com/office/drawing/2014/main" id="{90CE3173-1C58-0618-4D1C-B2075A2565AB}"/>
              </a:ext>
            </a:extLst>
          </p:cNvPr>
          <p:cNvPicPr>
            <a:picLocks noChangeAspect="1"/>
          </p:cNvPicPr>
          <p:nvPr/>
        </p:nvPicPr>
        <p:blipFill>
          <a:blip r:embed="rId2"/>
          <a:stretch>
            <a:fillRect/>
          </a:stretch>
        </p:blipFill>
        <p:spPr>
          <a:xfrm>
            <a:off x="576000" y="1154138"/>
            <a:ext cx="11044522" cy="5014427"/>
          </a:xfrm>
          <a:prstGeom prst="rect">
            <a:avLst/>
          </a:prstGeom>
        </p:spPr>
      </p:pic>
    </p:spTree>
    <p:extLst>
      <p:ext uri="{BB962C8B-B14F-4D97-AF65-F5344CB8AC3E}">
        <p14:creationId xmlns:p14="http://schemas.microsoft.com/office/powerpoint/2010/main" val="3652970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B34B9-2889-4A66-EFA1-8F41FBBF00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9F0D441-1505-6754-75BE-60E9CAC1FBEA}"/>
              </a:ext>
            </a:extLst>
          </p:cNvPr>
          <p:cNvSpPr>
            <a:spLocks noGrp="1"/>
          </p:cNvSpPr>
          <p:nvPr>
            <p:ph type="title"/>
          </p:nvPr>
        </p:nvSpPr>
        <p:spPr/>
        <p:txBody>
          <a:bodyPr/>
          <a:lstStyle/>
          <a:p>
            <a:r>
              <a:rPr kumimoji="1" lang="en-US" altLang="ja-JP" dirty="0"/>
              <a:t>2-2</a:t>
            </a:r>
            <a:r>
              <a:rPr kumimoji="1" lang="ja-JP" altLang="en-US" dirty="0"/>
              <a:t>．</a:t>
            </a:r>
            <a:r>
              <a:rPr kumimoji="1" lang="en-US" altLang="ja-JP" dirty="0" err="1"/>
              <a:t>Dify</a:t>
            </a:r>
            <a:r>
              <a:rPr kumimoji="1" lang="ja-JP" altLang="en-US" dirty="0"/>
              <a:t>以外の機能一覧</a:t>
            </a:r>
          </a:p>
        </p:txBody>
      </p:sp>
      <p:sp>
        <p:nvSpPr>
          <p:cNvPr id="4" name="フッター プレースホルダー 3">
            <a:extLst>
              <a:ext uri="{FF2B5EF4-FFF2-40B4-BE49-F238E27FC236}">
                <a16:creationId xmlns:a16="http://schemas.microsoft.com/office/drawing/2014/main" id="{0648107B-DA6E-C83A-7BCC-2C65AED16AA4}"/>
              </a:ext>
            </a:extLst>
          </p:cNvPr>
          <p:cNvSpPr>
            <a:spLocks noGrp="1"/>
          </p:cNvSpPr>
          <p:nvPr>
            <p:ph type="ftr" sz="quarter" idx="11"/>
          </p:nvPr>
        </p:nvSpPr>
        <p:spPr/>
        <p:txBody>
          <a:bodyPr/>
          <a:lstStyle/>
          <a:p>
            <a:r>
              <a:rPr lang="en-US"/>
              <a:t>Copyright © SystemEXE,Inc All Rights Reserved.</a:t>
            </a:r>
          </a:p>
        </p:txBody>
      </p:sp>
      <p:sp>
        <p:nvSpPr>
          <p:cNvPr id="3" name="スライド番号プレースホルダー 3">
            <a:extLst>
              <a:ext uri="{FF2B5EF4-FFF2-40B4-BE49-F238E27FC236}">
                <a16:creationId xmlns:a16="http://schemas.microsoft.com/office/drawing/2014/main" id="{BCE622EE-C593-D4D2-776D-47386DC4DFBE}"/>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8</a:t>
            </a:fld>
            <a:endParaRPr kumimoji="1" lang="ja-JP" altLang="en-US" sz="700"/>
          </a:p>
        </p:txBody>
      </p:sp>
      <p:graphicFrame>
        <p:nvGraphicFramePr>
          <p:cNvPr id="7" name="コンテンツ プレースホルダー 5">
            <a:extLst>
              <a:ext uri="{FF2B5EF4-FFF2-40B4-BE49-F238E27FC236}">
                <a16:creationId xmlns:a16="http://schemas.microsoft.com/office/drawing/2014/main" id="{826E2305-FBB8-5BF8-85BC-CD709F93B120}"/>
              </a:ext>
            </a:extLst>
          </p:cNvPr>
          <p:cNvGraphicFramePr>
            <a:graphicFrameLocks/>
          </p:cNvGraphicFramePr>
          <p:nvPr>
            <p:extLst>
              <p:ext uri="{D42A27DB-BD31-4B8C-83A1-F6EECF244321}">
                <p14:modId xmlns:p14="http://schemas.microsoft.com/office/powerpoint/2010/main" val="249488228"/>
              </p:ext>
            </p:extLst>
          </p:nvPr>
        </p:nvGraphicFramePr>
        <p:xfrm>
          <a:off x="576001" y="980618"/>
          <a:ext cx="11041199" cy="4773842"/>
        </p:xfrm>
        <a:graphic>
          <a:graphicData uri="http://schemas.openxmlformats.org/drawingml/2006/table">
            <a:tbl>
              <a:tblPr firstRow="1" bandRow="1">
                <a:tableStyleId>{3B4B98B0-60AC-42C2-AFA5-B58CD77FA1E5}</a:tableStyleId>
              </a:tblPr>
              <a:tblGrid>
                <a:gridCol w="3358691">
                  <a:extLst>
                    <a:ext uri="{9D8B030D-6E8A-4147-A177-3AD203B41FA5}">
                      <a16:colId xmlns:a16="http://schemas.microsoft.com/office/drawing/2014/main" val="3739787443"/>
                    </a:ext>
                  </a:extLst>
                </a:gridCol>
                <a:gridCol w="2738784">
                  <a:extLst>
                    <a:ext uri="{9D8B030D-6E8A-4147-A177-3AD203B41FA5}">
                      <a16:colId xmlns:a16="http://schemas.microsoft.com/office/drawing/2014/main" val="4223074812"/>
                    </a:ext>
                  </a:extLst>
                </a:gridCol>
                <a:gridCol w="4943724">
                  <a:extLst>
                    <a:ext uri="{9D8B030D-6E8A-4147-A177-3AD203B41FA5}">
                      <a16:colId xmlns:a16="http://schemas.microsoft.com/office/drawing/2014/main" val="1167101293"/>
                    </a:ext>
                  </a:extLst>
                </a:gridCol>
              </a:tblGrid>
              <a:tr h="272225">
                <a:tc>
                  <a:txBody>
                    <a:bodyPr/>
                    <a:lstStyle/>
                    <a:p>
                      <a:pPr algn="ctr" fontAlgn="ctr">
                        <a:buNone/>
                      </a:pPr>
                      <a:r>
                        <a:rPr lang="ja-JP" altLang="en-US" dirty="0">
                          <a:solidFill>
                            <a:schemeClr val="bg1"/>
                          </a:solidFill>
                          <a:effectLst/>
                          <a:latin typeface="+mn-ea"/>
                          <a:ea typeface="+mn-ea"/>
                        </a:rPr>
                        <a:t>機能</a:t>
                      </a:r>
                    </a:p>
                  </a:txBody>
                  <a:tcPr anchor="c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dirty="0">
                          <a:solidFill>
                            <a:schemeClr val="bg1"/>
                          </a:solidFill>
                          <a:effectLst/>
                          <a:latin typeface="+mn-ea"/>
                          <a:ea typeface="+mn-ea"/>
                        </a:rPr>
                        <a:t>区分</a:t>
                      </a:r>
                    </a:p>
                  </a:txBody>
                  <a:tcPr anchor="ctr">
                    <a:solidFill>
                      <a:schemeClr val="accent1"/>
                    </a:solidFill>
                  </a:tcPr>
                </a:tc>
                <a:tc>
                  <a:txBody>
                    <a:bodyPr/>
                    <a:lstStyle/>
                    <a:p>
                      <a:pPr algn="ctr" fontAlgn="ctr">
                        <a:buNone/>
                      </a:pPr>
                      <a:r>
                        <a:rPr lang="ja-JP" altLang="en-US" dirty="0">
                          <a:solidFill>
                            <a:schemeClr val="bg1"/>
                          </a:solidFill>
                          <a:effectLst/>
                          <a:latin typeface="+mn-ea"/>
                          <a:ea typeface="+mn-ea"/>
                        </a:rPr>
                        <a:t>内容</a:t>
                      </a:r>
                    </a:p>
                  </a:txBody>
                  <a:tcPr anchor="ctr">
                    <a:solidFill>
                      <a:schemeClr val="accent1"/>
                    </a:solidFill>
                  </a:tcPr>
                </a:tc>
                <a:extLst>
                  <a:ext uri="{0D108BD9-81ED-4DB2-BD59-A6C34878D82A}">
                    <a16:rowId xmlns:a16="http://schemas.microsoft.com/office/drawing/2014/main" val="3449912314"/>
                  </a:ext>
                </a:extLst>
              </a:tr>
              <a:tr h="424306">
                <a:tc>
                  <a:txBody>
                    <a:bodyPr/>
                    <a:lstStyle/>
                    <a:p>
                      <a:pPr fontAlgn="ctr">
                        <a:buNone/>
                      </a:pPr>
                      <a:r>
                        <a:rPr kumimoji="1" lang="en-US" altLang="ja-JP" sz="1800" b="0" i="0" kern="1200" dirty="0">
                          <a:solidFill>
                            <a:schemeClr val="tx1"/>
                          </a:solidFill>
                          <a:effectLst/>
                          <a:latin typeface="+mn-ea"/>
                          <a:ea typeface="+mn-ea"/>
                          <a:cs typeface="+mn-cs"/>
                        </a:rPr>
                        <a:t>Salesforce</a:t>
                      </a:r>
                      <a:r>
                        <a:rPr kumimoji="1" lang="ja-JP" altLang="en-US" sz="1800" b="0" i="0" kern="1200" dirty="0">
                          <a:solidFill>
                            <a:schemeClr val="tx1"/>
                          </a:solidFill>
                          <a:effectLst/>
                          <a:latin typeface="+mn-ea"/>
                          <a:ea typeface="+mn-ea"/>
                          <a:cs typeface="+mn-cs"/>
                        </a:rPr>
                        <a:t>連携機能</a:t>
                      </a:r>
                      <a:endParaRPr lang="ja-JP" altLang="en-US" b="0" dirty="0">
                        <a:effectLst/>
                        <a:latin typeface="+mn-ea"/>
                        <a:ea typeface="+mn-ea"/>
                      </a:endParaRPr>
                    </a:p>
                  </a:txBody>
                  <a:tcPr anchor="ctr"/>
                </a:tc>
                <a:tc>
                  <a:txBody>
                    <a:bodyPr/>
                    <a:lstStyle/>
                    <a:p>
                      <a:pPr fontAlgn="ctr">
                        <a:buNone/>
                      </a:pPr>
                      <a:r>
                        <a:rPr lang="ja-JP" altLang="en-US" b="0" dirty="0">
                          <a:effectLst/>
                          <a:latin typeface="+mn-ea"/>
                          <a:ea typeface="+mn-ea"/>
                        </a:rPr>
                        <a:t>バッチ</a:t>
                      </a:r>
                    </a:p>
                  </a:txBody>
                  <a:tcPr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b="0" dirty="0">
                          <a:effectLst/>
                          <a:latin typeface="+mn-ea"/>
                          <a:ea typeface="+mn-ea"/>
                        </a:rPr>
                        <a:t>データロード・保存</a:t>
                      </a:r>
                    </a:p>
                  </a:txBody>
                  <a:tcPr anchor="ctr"/>
                </a:tc>
                <a:extLst>
                  <a:ext uri="{0D108BD9-81ED-4DB2-BD59-A6C34878D82A}">
                    <a16:rowId xmlns:a16="http://schemas.microsoft.com/office/drawing/2014/main" val="1960948427"/>
                  </a:ext>
                </a:extLst>
              </a:tr>
              <a:tr h="424306">
                <a:tc>
                  <a:txBody>
                    <a:bodyPr/>
                    <a:lstStyle/>
                    <a:p>
                      <a:pPr fontAlgn="ctr">
                        <a:buNone/>
                      </a:pPr>
                      <a:r>
                        <a:rPr kumimoji="1" lang="en-US" altLang="ja-JP" sz="1800" b="0" i="0" kern="1200" dirty="0">
                          <a:solidFill>
                            <a:schemeClr val="tx1"/>
                          </a:solidFill>
                          <a:effectLst/>
                          <a:latin typeface="+mn-ea"/>
                          <a:ea typeface="+mn-ea"/>
                          <a:cs typeface="+mn-cs"/>
                        </a:rPr>
                        <a:t>Salesforce</a:t>
                      </a:r>
                      <a:r>
                        <a:rPr kumimoji="1" lang="ja-JP" altLang="en-US" sz="1800" b="0" i="0" kern="1200" dirty="0">
                          <a:solidFill>
                            <a:schemeClr val="tx1"/>
                          </a:solidFill>
                          <a:effectLst/>
                          <a:latin typeface="+mn-ea"/>
                          <a:ea typeface="+mn-ea"/>
                          <a:cs typeface="+mn-cs"/>
                        </a:rPr>
                        <a:t>連携機能</a:t>
                      </a:r>
                      <a:endParaRPr lang="ja-JP" altLang="en-US" b="0" dirty="0">
                        <a:effectLst/>
                        <a:latin typeface="+mn-ea"/>
                        <a:ea typeface="+mn-ea"/>
                      </a:endParaRPr>
                    </a:p>
                  </a:txBody>
                  <a:tcPr anchor="ctr"/>
                </a:tc>
                <a:tc>
                  <a:txBody>
                    <a:bodyPr/>
                    <a:lstStyle/>
                    <a:p>
                      <a:pPr fontAlgn="ctr">
                        <a:buNone/>
                      </a:pPr>
                      <a:r>
                        <a:rPr lang="en-US" b="0" dirty="0">
                          <a:effectLst/>
                          <a:latin typeface="+mn-ea"/>
                          <a:ea typeface="+mn-ea"/>
                        </a:rPr>
                        <a:t>API</a:t>
                      </a:r>
                    </a:p>
                  </a:txBody>
                  <a:tcPr anchor="ctr"/>
                </a:tc>
                <a:tc>
                  <a:txBody>
                    <a:bodyPr/>
                    <a:lstStyle/>
                    <a:p>
                      <a:pPr fontAlgn="ctr">
                        <a:buNone/>
                      </a:pPr>
                      <a:r>
                        <a:rPr lang="ja-JP" altLang="en-US" b="0">
                          <a:effectLst/>
                          <a:latin typeface="+mn-ea"/>
                          <a:ea typeface="+mn-ea"/>
                        </a:rPr>
                        <a:t>データ検索</a:t>
                      </a:r>
                    </a:p>
                  </a:txBody>
                  <a:tcPr anchor="ctr"/>
                </a:tc>
                <a:extLst>
                  <a:ext uri="{0D108BD9-81ED-4DB2-BD59-A6C34878D82A}">
                    <a16:rowId xmlns:a16="http://schemas.microsoft.com/office/drawing/2014/main" val="215256998"/>
                  </a:ext>
                </a:extLst>
              </a:tr>
              <a:tr h="424306">
                <a:tc>
                  <a:txBody>
                    <a:bodyPr/>
                    <a:lstStyle/>
                    <a:p>
                      <a:pPr fontAlgn="ctr">
                        <a:buNone/>
                      </a:pPr>
                      <a:r>
                        <a:rPr lang="en-US" altLang="ja-JP" b="0" dirty="0">
                          <a:effectLst/>
                          <a:latin typeface="+mn-ea"/>
                          <a:ea typeface="+mn-ea"/>
                        </a:rPr>
                        <a:t>Box</a:t>
                      </a:r>
                      <a:r>
                        <a:rPr lang="ja-JP" altLang="en-US" b="0" dirty="0">
                          <a:effectLst/>
                          <a:latin typeface="+mn-ea"/>
                          <a:ea typeface="+mn-ea"/>
                        </a:rPr>
                        <a:t>ドキュメント連携機能</a:t>
                      </a:r>
                    </a:p>
                  </a:txBody>
                  <a:tcPr anchor="ctr"/>
                </a:tc>
                <a:tc>
                  <a:txBody>
                    <a:bodyPr/>
                    <a:lstStyle/>
                    <a:p>
                      <a:pPr fontAlgn="ctr">
                        <a:buNone/>
                      </a:pPr>
                      <a:r>
                        <a:rPr lang="en-US" b="0" dirty="0">
                          <a:effectLst/>
                          <a:latin typeface="+mn-ea"/>
                          <a:ea typeface="+mn-ea"/>
                        </a:rPr>
                        <a:t>API</a:t>
                      </a:r>
                    </a:p>
                  </a:txBody>
                  <a:tcPr anchor="ctr"/>
                </a:tc>
                <a:tc>
                  <a:txBody>
                    <a:bodyPr/>
                    <a:lstStyle/>
                    <a:p>
                      <a:pPr fontAlgn="ctr">
                        <a:buNone/>
                      </a:pPr>
                      <a:r>
                        <a:rPr lang="ja-JP" altLang="en-US" b="0">
                          <a:effectLst/>
                          <a:latin typeface="+mn-ea"/>
                          <a:ea typeface="+mn-ea"/>
                        </a:rPr>
                        <a:t>データロード</a:t>
                      </a:r>
                    </a:p>
                  </a:txBody>
                  <a:tcPr anchor="ctr"/>
                </a:tc>
                <a:extLst>
                  <a:ext uri="{0D108BD9-81ED-4DB2-BD59-A6C34878D82A}">
                    <a16:rowId xmlns:a16="http://schemas.microsoft.com/office/drawing/2014/main" val="2235685218"/>
                  </a:ext>
                </a:extLst>
              </a:tr>
              <a:tr h="424306">
                <a:tc>
                  <a:txBody>
                    <a:bodyPr/>
                    <a:lstStyle/>
                    <a:p>
                      <a:pPr fontAlgn="ctr">
                        <a:buNone/>
                      </a:pPr>
                      <a:r>
                        <a:rPr lang="ja-JP" altLang="en-US" b="0" dirty="0">
                          <a:effectLst/>
                          <a:latin typeface="+mn-ea"/>
                          <a:ea typeface="+mn-ea"/>
                        </a:rPr>
                        <a:t>特許監視</a:t>
                      </a:r>
                    </a:p>
                  </a:txBody>
                  <a:tcPr anchor="ctr"/>
                </a:tc>
                <a:tc>
                  <a:txBody>
                    <a:bodyPr/>
                    <a:lstStyle/>
                    <a:p>
                      <a:pPr fontAlgn="ctr">
                        <a:buNone/>
                      </a:pPr>
                      <a:r>
                        <a:rPr lang="ja-JP" altLang="en-US" b="0" dirty="0">
                          <a:effectLst/>
                          <a:latin typeface="+mn-ea"/>
                          <a:ea typeface="+mn-ea"/>
                        </a:rPr>
                        <a:t>バッチ</a:t>
                      </a:r>
                    </a:p>
                  </a:txBody>
                  <a:tcPr anchor="ctr"/>
                </a:tc>
                <a:tc>
                  <a:txBody>
                    <a:bodyPr/>
                    <a:lstStyle/>
                    <a:p>
                      <a:pPr fontAlgn="ctr">
                        <a:buNone/>
                      </a:pPr>
                      <a:r>
                        <a:rPr lang="ja-JP" altLang="en-US" b="0">
                          <a:effectLst/>
                          <a:latin typeface="+mn-ea"/>
                          <a:ea typeface="+mn-ea"/>
                        </a:rPr>
                        <a:t>特許ステータスチェック</a:t>
                      </a:r>
                    </a:p>
                  </a:txBody>
                  <a:tcPr anchor="ctr"/>
                </a:tc>
                <a:extLst>
                  <a:ext uri="{0D108BD9-81ED-4DB2-BD59-A6C34878D82A}">
                    <a16:rowId xmlns:a16="http://schemas.microsoft.com/office/drawing/2014/main" val="1796139012"/>
                  </a:ext>
                </a:extLst>
              </a:tr>
              <a:tr h="749812">
                <a:tc>
                  <a:txBody>
                    <a:bodyPr/>
                    <a:lstStyle/>
                    <a:p>
                      <a:pPr fontAlgn="ctr">
                        <a:buNone/>
                      </a:pPr>
                      <a:r>
                        <a:rPr lang="ja-JP" altLang="en-US" b="0" dirty="0">
                          <a:effectLst/>
                          <a:latin typeface="+mn-ea"/>
                          <a:ea typeface="+mn-ea"/>
                        </a:rPr>
                        <a:t>特許監視</a:t>
                      </a:r>
                    </a:p>
                  </a:txBody>
                  <a:tcPr anchor="ctr"/>
                </a:tc>
                <a:tc>
                  <a:txBody>
                    <a:bodyPr/>
                    <a:lstStyle/>
                    <a:p>
                      <a:pPr fontAlgn="ctr">
                        <a:buNone/>
                      </a:pPr>
                      <a:r>
                        <a:rPr lang="en-US" b="0" dirty="0">
                          <a:effectLst/>
                          <a:latin typeface="+mn-ea"/>
                          <a:ea typeface="+mn-ea"/>
                        </a:rPr>
                        <a:t>API</a:t>
                      </a:r>
                    </a:p>
                  </a:txBody>
                  <a:tcPr anchor="ctr"/>
                </a:tc>
                <a:tc>
                  <a:txBody>
                    <a:bodyPr/>
                    <a:lstStyle/>
                    <a:p>
                      <a:pPr fontAlgn="ctr">
                        <a:buNone/>
                      </a:pPr>
                      <a:r>
                        <a:rPr lang="ja-JP" altLang="en-US" b="0">
                          <a:effectLst/>
                          <a:latin typeface="+mn-ea"/>
                          <a:ea typeface="+mn-ea"/>
                        </a:rPr>
                        <a:t>マスタ管理</a:t>
                      </a:r>
                    </a:p>
                  </a:txBody>
                  <a:tcPr anchor="ctr"/>
                </a:tc>
                <a:extLst>
                  <a:ext uri="{0D108BD9-81ED-4DB2-BD59-A6C34878D82A}">
                    <a16:rowId xmlns:a16="http://schemas.microsoft.com/office/drawing/2014/main" val="4185347885"/>
                  </a:ext>
                </a:extLst>
              </a:tr>
              <a:tr h="576778">
                <a:tc>
                  <a:txBody>
                    <a:bodyPr/>
                    <a:lstStyle/>
                    <a:p>
                      <a:pPr fontAlgn="ctr">
                        <a:buNone/>
                      </a:pPr>
                      <a:r>
                        <a:rPr lang="ja-JP" altLang="en-US" b="0">
                          <a:effectLst/>
                          <a:latin typeface="+mn-ea"/>
                          <a:ea typeface="+mn-ea"/>
                        </a:rPr>
                        <a:t>辞書ツール</a:t>
                      </a:r>
                    </a:p>
                  </a:txBody>
                  <a:tcPr anchor="ctr"/>
                </a:tc>
                <a:tc>
                  <a:txBody>
                    <a:bodyPr/>
                    <a:lstStyle/>
                    <a:p>
                      <a:pPr fontAlgn="ctr">
                        <a:buNone/>
                      </a:pPr>
                      <a:r>
                        <a:rPr lang="en-US" b="0" dirty="0">
                          <a:effectLst/>
                          <a:latin typeface="+mn-ea"/>
                          <a:ea typeface="+mn-ea"/>
                        </a:rPr>
                        <a:t>API</a:t>
                      </a:r>
                    </a:p>
                  </a:txBody>
                  <a:tcPr anchor="ctr"/>
                </a:tc>
                <a:tc>
                  <a:txBody>
                    <a:bodyPr/>
                    <a:lstStyle/>
                    <a:p>
                      <a:pPr fontAlgn="ctr">
                        <a:buNone/>
                      </a:pPr>
                      <a:r>
                        <a:rPr lang="ja-JP" altLang="en-US" b="0" dirty="0">
                          <a:effectLst/>
                          <a:latin typeface="+mn-ea"/>
                          <a:ea typeface="+mn-ea"/>
                        </a:rPr>
                        <a:t>単語</a:t>
                      </a:r>
                      <a:r>
                        <a:rPr lang="en-US" altLang="ja-JP" b="0" dirty="0">
                          <a:effectLst/>
                          <a:latin typeface="+mn-ea"/>
                          <a:ea typeface="+mn-ea"/>
                        </a:rPr>
                        <a:t>/</a:t>
                      </a:r>
                      <a:r>
                        <a:rPr lang="ja-JP" altLang="en-US" b="0" dirty="0">
                          <a:effectLst/>
                          <a:latin typeface="+mn-ea"/>
                          <a:ea typeface="+mn-ea"/>
                        </a:rPr>
                        <a:t>説明の</a:t>
                      </a:r>
                      <a:r>
                        <a:rPr lang="en-US" b="0" dirty="0">
                          <a:effectLst/>
                          <a:latin typeface="+mn-ea"/>
                          <a:ea typeface="+mn-ea"/>
                        </a:rPr>
                        <a:t>CRUD</a:t>
                      </a:r>
                    </a:p>
                  </a:txBody>
                  <a:tcPr anchor="ctr"/>
                </a:tc>
                <a:extLst>
                  <a:ext uri="{0D108BD9-81ED-4DB2-BD59-A6C34878D82A}">
                    <a16:rowId xmlns:a16="http://schemas.microsoft.com/office/drawing/2014/main" val="254760582"/>
                  </a:ext>
                </a:extLst>
              </a:tr>
              <a:tr h="403745">
                <a:tc>
                  <a:txBody>
                    <a:bodyPr/>
                    <a:lstStyle/>
                    <a:p>
                      <a:pPr fontAlgn="ctr">
                        <a:buNone/>
                      </a:pPr>
                      <a:r>
                        <a:rPr lang="en-US" altLang="ja-JP" b="0">
                          <a:effectLst/>
                          <a:latin typeface="+mn-ea"/>
                          <a:ea typeface="+mn-ea"/>
                        </a:rPr>
                        <a:t>Web</a:t>
                      </a:r>
                      <a:r>
                        <a:rPr lang="ja-JP" altLang="en-US" b="0">
                          <a:effectLst/>
                          <a:latin typeface="+mn-ea"/>
                          <a:ea typeface="+mn-ea"/>
                        </a:rPr>
                        <a:t>スクレイピング機能</a:t>
                      </a:r>
                    </a:p>
                  </a:txBody>
                  <a:tcPr anchor="ctr"/>
                </a:tc>
                <a:tc>
                  <a:txBody>
                    <a:bodyPr/>
                    <a:lstStyle/>
                    <a:p>
                      <a:pPr fontAlgn="ctr">
                        <a:buNone/>
                      </a:pPr>
                      <a:r>
                        <a:rPr lang="en-US" b="0" dirty="0">
                          <a:effectLst/>
                          <a:latin typeface="+mn-ea"/>
                          <a:ea typeface="+mn-ea"/>
                        </a:rPr>
                        <a:t>API</a:t>
                      </a:r>
                    </a:p>
                  </a:txBody>
                  <a:tcPr anchor="ctr"/>
                </a:tc>
                <a:tc>
                  <a:txBody>
                    <a:bodyPr/>
                    <a:lstStyle/>
                    <a:p>
                      <a:pPr fontAlgn="ctr">
                        <a:buNone/>
                      </a:pPr>
                      <a:r>
                        <a:rPr lang="ja-JP" altLang="en-US" b="0" dirty="0">
                          <a:effectLst/>
                          <a:latin typeface="+mn-ea"/>
                          <a:ea typeface="+mn-ea"/>
                        </a:rPr>
                        <a:t>コンテンツ抽出</a:t>
                      </a:r>
                    </a:p>
                  </a:txBody>
                  <a:tcPr anchor="ctr"/>
                </a:tc>
                <a:extLst>
                  <a:ext uri="{0D108BD9-81ED-4DB2-BD59-A6C34878D82A}">
                    <a16:rowId xmlns:a16="http://schemas.microsoft.com/office/drawing/2014/main" val="4107023447"/>
                  </a:ext>
                </a:extLst>
              </a:tr>
              <a:tr h="576778">
                <a:tc>
                  <a:txBody>
                    <a:bodyPr/>
                    <a:lstStyle/>
                    <a:p>
                      <a:pPr fontAlgn="ctr">
                        <a:buNone/>
                      </a:pPr>
                      <a:r>
                        <a:rPr lang="en-US" b="0">
                          <a:effectLst/>
                          <a:latin typeface="+mn-ea"/>
                          <a:ea typeface="+mn-ea"/>
                        </a:rPr>
                        <a:t>Web UI（Dify</a:t>
                      </a:r>
                      <a:r>
                        <a:rPr lang="ja-JP" altLang="en-US" b="0">
                          <a:effectLst/>
                          <a:latin typeface="+mn-ea"/>
                          <a:ea typeface="+mn-ea"/>
                        </a:rPr>
                        <a:t>連携）</a:t>
                      </a:r>
                    </a:p>
                  </a:txBody>
                  <a:tcPr anchor="ctr"/>
                </a:tc>
                <a:tc>
                  <a:txBody>
                    <a:bodyPr/>
                    <a:lstStyle/>
                    <a:p>
                      <a:pPr fontAlgn="ctr">
                        <a:buNone/>
                      </a:pPr>
                      <a:r>
                        <a:rPr lang="en-US" b="0">
                          <a:effectLst/>
                          <a:latin typeface="+mn-ea"/>
                          <a:ea typeface="+mn-ea"/>
                        </a:rPr>
                        <a:t>WEB</a:t>
                      </a:r>
                    </a:p>
                  </a:txBody>
                  <a:tcPr anchor="ctr"/>
                </a:tc>
                <a:tc>
                  <a:txBody>
                    <a:bodyPr/>
                    <a:lstStyle/>
                    <a:p>
                      <a:pPr fontAlgn="ctr">
                        <a:buNone/>
                      </a:pPr>
                      <a:r>
                        <a:rPr lang="en-US" b="0" dirty="0" err="1">
                          <a:effectLst/>
                          <a:latin typeface="+mn-ea"/>
                          <a:ea typeface="+mn-ea"/>
                        </a:rPr>
                        <a:t>Streamlit</a:t>
                      </a:r>
                      <a:r>
                        <a:rPr lang="ja-JP" altLang="en-US" b="0" dirty="0">
                          <a:effectLst/>
                          <a:latin typeface="+mn-ea"/>
                          <a:ea typeface="+mn-ea"/>
                        </a:rPr>
                        <a:t>にて実装、</a:t>
                      </a:r>
                      <a:r>
                        <a:rPr lang="en-US" b="0" dirty="0" err="1">
                          <a:effectLst/>
                          <a:latin typeface="+mn-ea"/>
                          <a:ea typeface="+mn-ea"/>
                        </a:rPr>
                        <a:t>EntraID</a:t>
                      </a:r>
                      <a:r>
                        <a:rPr lang="ja-JP" altLang="en-US" b="0" dirty="0">
                          <a:effectLst/>
                          <a:latin typeface="+mn-ea"/>
                          <a:ea typeface="+mn-ea"/>
                        </a:rPr>
                        <a:t>認証</a:t>
                      </a:r>
                    </a:p>
                  </a:txBody>
                  <a:tcPr anchor="ctr"/>
                </a:tc>
                <a:extLst>
                  <a:ext uri="{0D108BD9-81ED-4DB2-BD59-A6C34878D82A}">
                    <a16:rowId xmlns:a16="http://schemas.microsoft.com/office/drawing/2014/main" val="423428347"/>
                  </a:ext>
                </a:extLst>
              </a:tr>
              <a:tr h="403745">
                <a:tc>
                  <a:txBody>
                    <a:bodyPr/>
                    <a:lstStyle/>
                    <a:p>
                      <a:pPr fontAlgn="ctr">
                        <a:buNone/>
                      </a:pPr>
                      <a:r>
                        <a:rPr lang="en-US" b="0">
                          <a:effectLst/>
                          <a:latin typeface="+mn-ea"/>
                          <a:ea typeface="+mn-ea"/>
                        </a:rPr>
                        <a:t>Web UI（</a:t>
                      </a:r>
                      <a:r>
                        <a:rPr lang="ja-JP" altLang="en-US" b="0">
                          <a:effectLst/>
                          <a:latin typeface="+mn-ea"/>
                          <a:ea typeface="+mn-ea"/>
                        </a:rPr>
                        <a:t>検証用）</a:t>
                      </a:r>
                    </a:p>
                  </a:txBody>
                  <a:tcPr anchor="ctr"/>
                </a:tc>
                <a:tc>
                  <a:txBody>
                    <a:bodyPr/>
                    <a:lstStyle/>
                    <a:p>
                      <a:pPr fontAlgn="ctr">
                        <a:buNone/>
                      </a:pPr>
                      <a:r>
                        <a:rPr lang="en-US" b="0">
                          <a:effectLst/>
                          <a:latin typeface="+mn-ea"/>
                          <a:ea typeface="+mn-ea"/>
                        </a:rPr>
                        <a:t>WEB</a:t>
                      </a:r>
                    </a:p>
                  </a:txBody>
                  <a:tcPr anchor="ctr"/>
                </a:tc>
                <a:tc>
                  <a:txBody>
                    <a:bodyPr/>
                    <a:lstStyle/>
                    <a:p>
                      <a:pPr fontAlgn="ctr">
                        <a:buNone/>
                      </a:pPr>
                      <a:r>
                        <a:rPr lang="en-US" b="0" dirty="0" err="1">
                          <a:effectLst/>
                          <a:latin typeface="+mn-ea"/>
                          <a:ea typeface="+mn-ea"/>
                        </a:rPr>
                        <a:t>Streamlit</a:t>
                      </a:r>
                      <a:r>
                        <a:rPr lang="ja-JP" altLang="en-US" b="0" dirty="0">
                          <a:effectLst/>
                          <a:latin typeface="+mn-ea"/>
                          <a:ea typeface="+mn-ea"/>
                        </a:rPr>
                        <a:t>にて実装</a:t>
                      </a:r>
                    </a:p>
                  </a:txBody>
                  <a:tcPr anchor="ctr"/>
                </a:tc>
                <a:extLst>
                  <a:ext uri="{0D108BD9-81ED-4DB2-BD59-A6C34878D82A}">
                    <a16:rowId xmlns:a16="http://schemas.microsoft.com/office/drawing/2014/main" val="2318722808"/>
                  </a:ext>
                </a:extLst>
              </a:tr>
            </a:tbl>
          </a:graphicData>
        </a:graphic>
      </p:graphicFrame>
    </p:spTree>
    <p:extLst>
      <p:ext uri="{BB962C8B-B14F-4D97-AF65-F5344CB8AC3E}">
        <p14:creationId xmlns:p14="http://schemas.microsoft.com/office/powerpoint/2010/main" val="654872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D315EE96-2838-E7C3-2F69-44D869A4C7F2}"/>
              </a:ext>
            </a:extLst>
          </p:cNvPr>
          <p:cNvSpPr>
            <a:spLocks noGrp="1"/>
          </p:cNvSpPr>
          <p:nvPr>
            <p:ph type="ftr" sz="quarter" idx="11"/>
          </p:nvPr>
        </p:nvSpPr>
        <p:spPr/>
        <p:txBody>
          <a:bodyPr/>
          <a:lstStyle/>
          <a:p>
            <a:r>
              <a:rPr lang="en-US"/>
              <a:t>Copyright © SystemEXE,Inc All Rights Reserved.</a:t>
            </a:r>
          </a:p>
        </p:txBody>
      </p:sp>
      <p:sp>
        <p:nvSpPr>
          <p:cNvPr id="3" name="タイトル 2">
            <a:extLst>
              <a:ext uri="{FF2B5EF4-FFF2-40B4-BE49-F238E27FC236}">
                <a16:creationId xmlns:a16="http://schemas.microsoft.com/office/drawing/2014/main" id="{233CB504-3BDA-3B8D-97DF-263E2AF5704F}"/>
              </a:ext>
            </a:extLst>
          </p:cNvPr>
          <p:cNvSpPr>
            <a:spLocks noGrp="1"/>
          </p:cNvSpPr>
          <p:nvPr>
            <p:ph type="title"/>
          </p:nvPr>
        </p:nvSpPr>
        <p:spPr/>
        <p:txBody>
          <a:bodyPr/>
          <a:lstStyle/>
          <a:p>
            <a:r>
              <a:rPr kumimoji="1" lang="ja-JP" altLang="en-US" dirty="0"/>
              <a:t>スケジュール</a:t>
            </a:r>
          </a:p>
        </p:txBody>
      </p:sp>
    </p:spTree>
    <p:extLst>
      <p:ext uri="{BB962C8B-B14F-4D97-AF65-F5344CB8AC3E}">
        <p14:creationId xmlns:p14="http://schemas.microsoft.com/office/powerpoint/2010/main" val="174811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E2252-3147-38F1-9A05-B8EEA1684F6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37E1B7E-442E-6CAB-D18D-A13BD7AF3944}"/>
              </a:ext>
            </a:extLst>
          </p:cNvPr>
          <p:cNvSpPr>
            <a:spLocks noGrp="1"/>
          </p:cNvSpPr>
          <p:nvPr>
            <p:ph type="title"/>
          </p:nvPr>
        </p:nvSpPr>
        <p:spPr/>
        <p:txBody>
          <a:bodyPr/>
          <a:lstStyle/>
          <a:p>
            <a:r>
              <a:rPr lang="en-US" altLang="ja-JP" dirty="0">
                <a:latin typeface="+mn-ea"/>
                <a:ea typeface="+mn-ea"/>
              </a:rPr>
              <a:t>3-1</a:t>
            </a:r>
            <a:r>
              <a:rPr kumimoji="1" lang="ja-JP" altLang="en-US">
                <a:latin typeface="+mn-ea"/>
                <a:ea typeface="+mn-ea"/>
              </a:rPr>
              <a:t>．スケジュール</a:t>
            </a:r>
            <a:r>
              <a:rPr lang="ja-JP" altLang="en-US">
                <a:latin typeface="+mn-ea"/>
                <a:ea typeface="+mn-ea"/>
              </a:rPr>
              <a:t>案</a:t>
            </a:r>
            <a:endParaRPr kumimoji="1" lang="ja-JP" altLang="en-US">
              <a:latin typeface="+mn-ea"/>
              <a:ea typeface="+mn-ea"/>
            </a:endParaRPr>
          </a:p>
        </p:txBody>
      </p:sp>
      <p:sp>
        <p:nvSpPr>
          <p:cNvPr id="4" name="フッター プレースホルダー 3">
            <a:extLst>
              <a:ext uri="{FF2B5EF4-FFF2-40B4-BE49-F238E27FC236}">
                <a16:creationId xmlns:a16="http://schemas.microsoft.com/office/drawing/2014/main" id="{3C9ECFEC-CFC9-54B1-36B1-15994A9B84CA}"/>
              </a:ext>
            </a:extLst>
          </p:cNvPr>
          <p:cNvSpPr>
            <a:spLocks noGrp="1"/>
          </p:cNvSpPr>
          <p:nvPr>
            <p:ph type="ftr" sz="quarter" idx="11"/>
          </p:nvPr>
        </p:nvSpPr>
        <p:spPr/>
        <p:txBody>
          <a:bodyPr/>
          <a:lstStyle/>
          <a:p>
            <a:r>
              <a:rPr lang="en-US" altLang="ja-JP">
                <a:latin typeface="+mn-ea"/>
                <a:ea typeface="+mn-ea"/>
              </a:rPr>
              <a:t>Copyright © SystemEXE,Inc All Rights Reserved.</a:t>
            </a:r>
          </a:p>
        </p:txBody>
      </p:sp>
      <p:graphicFrame>
        <p:nvGraphicFramePr>
          <p:cNvPr id="9" name="表 8">
            <a:extLst>
              <a:ext uri="{FF2B5EF4-FFF2-40B4-BE49-F238E27FC236}">
                <a16:creationId xmlns:a16="http://schemas.microsoft.com/office/drawing/2014/main" id="{B14F378B-A52C-775F-611F-885B1AE3CA13}"/>
              </a:ext>
            </a:extLst>
          </p:cNvPr>
          <p:cNvGraphicFramePr>
            <a:graphicFrameLocks noGrp="1"/>
          </p:cNvGraphicFramePr>
          <p:nvPr>
            <p:extLst>
              <p:ext uri="{D42A27DB-BD31-4B8C-83A1-F6EECF244321}">
                <p14:modId xmlns:p14="http://schemas.microsoft.com/office/powerpoint/2010/main" val="3720250785"/>
              </p:ext>
            </p:extLst>
          </p:nvPr>
        </p:nvGraphicFramePr>
        <p:xfrm>
          <a:off x="576000" y="914403"/>
          <a:ext cx="11546981" cy="5363999"/>
        </p:xfrm>
        <a:graphic>
          <a:graphicData uri="http://schemas.openxmlformats.org/drawingml/2006/table">
            <a:tbl>
              <a:tblPr firstRow="1" bandRow="1">
                <a:tableStyleId>{2D5ABB26-0587-4C30-8999-92F81FD0307C}</a:tableStyleId>
              </a:tblPr>
              <a:tblGrid>
                <a:gridCol w="929699">
                  <a:extLst>
                    <a:ext uri="{9D8B030D-6E8A-4147-A177-3AD203B41FA5}">
                      <a16:colId xmlns:a16="http://schemas.microsoft.com/office/drawing/2014/main" val="390000680"/>
                    </a:ext>
                  </a:extLst>
                </a:gridCol>
                <a:gridCol w="408357">
                  <a:extLst>
                    <a:ext uri="{9D8B030D-6E8A-4147-A177-3AD203B41FA5}">
                      <a16:colId xmlns:a16="http://schemas.microsoft.com/office/drawing/2014/main" val="2810377369"/>
                    </a:ext>
                  </a:extLst>
                </a:gridCol>
                <a:gridCol w="408357">
                  <a:extLst>
                    <a:ext uri="{9D8B030D-6E8A-4147-A177-3AD203B41FA5}">
                      <a16:colId xmlns:a16="http://schemas.microsoft.com/office/drawing/2014/main" val="1394774728"/>
                    </a:ext>
                  </a:extLst>
                </a:gridCol>
                <a:gridCol w="408357">
                  <a:extLst>
                    <a:ext uri="{9D8B030D-6E8A-4147-A177-3AD203B41FA5}">
                      <a16:colId xmlns:a16="http://schemas.microsoft.com/office/drawing/2014/main" val="534760887"/>
                    </a:ext>
                  </a:extLst>
                </a:gridCol>
                <a:gridCol w="408357">
                  <a:extLst>
                    <a:ext uri="{9D8B030D-6E8A-4147-A177-3AD203B41FA5}">
                      <a16:colId xmlns:a16="http://schemas.microsoft.com/office/drawing/2014/main" val="491088751"/>
                    </a:ext>
                  </a:extLst>
                </a:gridCol>
                <a:gridCol w="408357">
                  <a:extLst>
                    <a:ext uri="{9D8B030D-6E8A-4147-A177-3AD203B41FA5}">
                      <a16:colId xmlns:a16="http://schemas.microsoft.com/office/drawing/2014/main" val="814744698"/>
                    </a:ext>
                  </a:extLst>
                </a:gridCol>
                <a:gridCol w="408357">
                  <a:extLst>
                    <a:ext uri="{9D8B030D-6E8A-4147-A177-3AD203B41FA5}">
                      <a16:colId xmlns:a16="http://schemas.microsoft.com/office/drawing/2014/main" val="611941371"/>
                    </a:ext>
                  </a:extLst>
                </a:gridCol>
                <a:gridCol w="408357">
                  <a:extLst>
                    <a:ext uri="{9D8B030D-6E8A-4147-A177-3AD203B41FA5}">
                      <a16:colId xmlns:a16="http://schemas.microsoft.com/office/drawing/2014/main" val="1302714029"/>
                    </a:ext>
                  </a:extLst>
                </a:gridCol>
                <a:gridCol w="408357">
                  <a:extLst>
                    <a:ext uri="{9D8B030D-6E8A-4147-A177-3AD203B41FA5}">
                      <a16:colId xmlns:a16="http://schemas.microsoft.com/office/drawing/2014/main" val="4050933131"/>
                    </a:ext>
                  </a:extLst>
                </a:gridCol>
                <a:gridCol w="408357">
                  <a:extLst>
                    <a:ext uri="{9D8B030D-6E8A-4147-A177-3AD203B41FA5}">
                      <a16:colId xmlns:a16="http://schemas.microsoft.com/office/drawing/2014/main" val="4066967415"/>
                    </a:ext>
                  </a:extLst>
                </a:gridCol>
                <a:gridCol w="408357">
                  <a:extLst>
                    <a:ext uri="{9D8B030D-6E8A-4147-A177-3AD203B41FA5}">
                      <a16:colId xmlns:a16="http://schemas.microsoft.com/office/drawing/2014/main" val="2818331606"/>
                    </a:ext>
                  </a:extLst>
                </a:gridCol>
                <a:gridCol w="408357">
                  <a:extLst>
                    <a:ext uri="{9D8B030D-6E8A-4147-A177-3AD203B41FA5}">
                      <a16:colId xmlns:a16="http://schemas.microsoft.com/office/drawing/2014/main" val="4146179240"/>
                    </a:ext>
                  </a:extLst>
                </a:gridCol>
                <a:gridCol w="408357">
                  <a:extLst>
                    <a:ext uri="{9D8B030D-6E8A-4147-A177-3AD203B41FA5}">
                      <a16:colId xmlns:a16="http://schemas.microsoft.com/office/drawing/2014/main" val="728973432"/>
                    </a:ext>
                  </a:extLst>
                </a:gridCol>
                <a:gridCol w="408357">
                  <a:extLst>
                    <a:ext uri="{9D8B030D-6E8A-4147-A177-3AD203B41FA5}">
                      <a16:colId xmlns:a16="http://schemas.microsoft.com/office/drawing/2014/main" val="3881238287"/>
                    </a:ext>
                  </a:extLst>
                </a:gridCol>
                <a:gridCol w="408357">
                  <a:extLst>
                    <a:ext uri="{9D8B030D-6E8A-4147-A177-3AD203B41FA5}">
                      <a16:colId xmlns:a16="http://schemas.microsoft.com/office/drawing/2014/main" val="277738048"/>
                    </a:ext>
                  </a:extLst>
                </a:gridCol>
                <a:gridCol w="408357">
                  <a:extLst>
                    <a:ext uri="{9D8B030D-6E8A-4147-A177-3AD203B41FA5}">
                      <a16:colId xmlns:a16="http://schemas.microsoft.com/office/drawing/2014/main" val="2245800188"/>
                    </a:ext>
                  </a:extLst>
                </a:gridCol>
                <a:gridCol w="408357">
                  <a:extLst>
                    <a:ext uri="{9D8B030D-6E8A-4147-A177-3AD203B41FA5}">
                      <a16:colId xmlns:a16="http://schemas.microsoft.com/office/drawing/2014/main" val="3364924607"/>
                    </a:ext>
                  </a:extLst>
                </a:gridCol>
                <a:gridCol w="408357">
                  <a:extLst>
                    <a:ext uri="{9D8B030D-6E8A-4147-A177-3AD203B41FA5}">
                      <a16:colId xmlns:a16="http://schemas.microsoft.com/office/drawing/2014/main" val="1162656261"/>
                    </a:ext>
                  </a:extLst>
                </a:gridCol>
                <a:gridCol w="408357">
                  <a:extLst>
                    <a:ext uri="{9D8B030D-6E8A-4147-A177-3AD203B41FA5}">
                      <a16:colId xmlns:a16="http://schemas.microsoft.com/office/drawing/2014/main" val="4018854686"/>
                    </a:ext>
                  </a:extLst>
                </a:gridCol>
                <a:gridCol w="408357">
                  <a:extLst>
                    <a:ext uri="{9D8B030D-6E8A-4147-A177-3AD203B41FA5}">
                      <a16:colId xmlns:a16="http://schemas.microsoft.com/office/drawing/2014/main" val="1887126072"/>
                    </a:ext>
                  </a:extLst>
                </a:gridCol>
                <a:gridCol w="408357">
                  <a:extLst>
                    <a:ext uri="{9D8B030D-6E8A-4147-A177-3AD203B41FA5}">
                      <a16:colId xmlns:a16="http://schemas.microsoft.com/office/drawing/2014/main" val="3451998867"/>
                    </a:ext>
                  </a:extLst>
                </a:gridCol>
                <a:gridCol w="408357">
                  <a:extLst>
                    <a:ext uri="{9D8B030D-6E8A-4147-A177-3AD203B41FA5}">
                      <a16:colId xmlns:a16="http://schemas.microsoft.com/office/drawing/2014/main" val="1746182015"/>
                    </a:ext>
                  </a:extLst>
                </a:gridCol>
                <a:gridCol w="408357">
                  <a:extLst>
                    <a:ext uri="{9D8B030D-6E8A-4147-A177-3AD203B41FA5}">
                      <a16:colId xmlns:a16="http://schemas.microsoft.com/office/drawing/2014/main" val="1175094773"/>
                    </a:ext>
                  </a:extLst>
                </a:gridCol>
                <a:gridCol w="408357">
                  <a:extLst>
                    <a:ext uri="{9D8B030D-6E8A-4147-A177-3AD203B41FA5}">
                      <a16:colId xmlns:a16="http://schemas.microsoft.com/office/drawing/2014/main" val="884114068"/>
                    </a:ext>
                  </a:extLst>
                </a:gridCol>
                <a:gridCol w="408357">
                  <a:extLst>
                    <a:ext uri="{9D8B030D-6E8A-4147-A177-3AD203B41FA5}">
                      <a16:colId xmlns:a16="http://schemas.microsoft.com/office/drawing/2014/main" val="3069356078"/>
                    </a:ext>
                  </a:extLst>
                </a:gridCol>
                <a:gridCol w="408357">
                  <a:extLst>
                    <a:ext uri="{9D8B030D-6E8A-4147-A177-3AD203B41FA5}">
                      <a16:colId xmlns:a16="http://schemas.microsoft.com/office/drawing/2014/main" val="4199843941"/>
                    </a:ext>
                  </a:extLst>
                </a:gridCol>
                <a:gridCol w="408357">
                  <a:extLst>
                    <a:ext uri="{9D8B030D-6E8A-4147-A177-3AD203B41FA5}">
                      <a16:colId xmlns:a16="http://schemas.microsoft.com/office/drawing/2014/main" val="743787249"/>
                    </a:ext>
                  </a:extLst>
                </a:gridCol>
              </a:tblGrid>
              <a:tr h="363407">
                <a:tc>
                  <a:txBody>
                    <a:bodyPr/>
                    <a:lstStyle/>
                    <a:p>
                      <a:pPr algn="r"/>
                      <a:r>
                        <a:rPr kumimoji="1" lang="ja-JP" altLang="en-US" sz="1600" b="1">
                          <a:solidFill>
                            <a:schemeClr val="bg1"/>
                          </a:solidFill>
                          <a:latin typeface="+mn-ea"/>
                          <a:ea typeface="+mn-ea"/>
                        </a:rPr>
                        <a:t>年度</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6">
                  <a:txBody>
                    <a:bodyPr/>
                    <a:lstStyle/>
                    <a:p>
                      <a:pPr algn="ctr"/>
                      <a:r>
                        <a:rPr lang="en-US" altLang="ja-JP" sz="1600" b="1">
                          <a:solidFill>
                            <a:schemeClr val="bg1"/>
                          </a:solidFill>
                          <a:latin typeface="+mn-ea"/>
                          <a:ea typeface="+mn-ea"/>
                        </a:rPr>
                        <a:t>2026 - 2027</a:t>
                      </a: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hMerge="1">
                  <a:txBody>
                    <a:bodyPr/>
                    <a:lstStyle/>
                    <a:p>
                      <a:pPr algn="ctr"/>
                      <a:r>
                        <a:rPr kumimoji="1" lang="en-US" altLang="ja-JP" sz="1400" b="1">
                          <a:solidFill>
                            <a:schemeClr val="bg1"/>
                          </a:solidFill>
                          <a:latin typeface="游ゴシック" panose="020B0400000000000000" pitchFamily="50" charset="-128"/>
                          <a:ea typeface="游ゴシック" panose="020B0400000000000000" pitchFamily="50" charset="-128"/>
                        </a:rPr>
                        <a:t>2022</a:t>
                      </a: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964622394"/>
                  </a:ext>
                </a:extLst>
              </a:tr>
              <a:tr h="363407">
                <a:tc>
                  <a:txBody>
                    <a:bodyPr/>
                    <a:lstStyle/>
                    <a:p>
                      <a:pPr algn="r"/>
                      <a:r>
                        <a:rPr kumimoji="1" lang="ja-JP" altLang="en-US" sz="1600" b="1">
                          <a:solidFill>
                            <a:schemeClr val="bg1"/>
                          </a:solidFill>
                          <a:latin typeface="+mn-ea"/>
                          <a:ea typeface="+mn-ea"/>
                        </a:rPr>
                        <a:t>月</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kumimoji="1" lang="en-US" altLang="ja-JP" sz="1600" b="1">
                          <a:solidFill>
                            <a:schemeClr val="bg1"/>
                          </a:solidFill>
                          <a:latin typeface="+mn-ea"/>
                          <a:ea typeface="+mn-ea"/>
                        </a:rPr>
                        <a:t>3</a:t>
                      </a:r>
                      <a:endParaRPr kumimoji="1" lang="ja-JP" altLang="en-US" sz="1600" b="1">
                        <a:solidFill>
                          <a:schemeClr val="bg1"/>
                        </a:solidFill>
                        <a:latin typeface="+mn-ea"/>
                        <a:ea typeface="+mn-ea"/>
                      </a:endParaRPr>
                    </a:p>
                  </a:txBody>
                  <a:tcPr marL="36000" marR="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kumimoji="1" lang="en-US" altLang="ja-JP" sz="1600" b="1">
                          <a:solidFill>
                            <a:schemeClr val="bg1"/>
                          </a:solidFill>
                          <a:latin typeface="+mn-ea"/>
                          <a:ea typeface="+mn-ea"/>
                        </a:rPr>
                        <a:t>4</a:t>
                      </a:r>
                      <a:endParaRPr kumimoji="1" lang="ja-JP" altLang="en-US"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kumimoji="1" lang="en-US" altLang="ja-JP" sz="1600" b="1">
                          <a:solidFill>
                            <a:schemeClr val="bg1"/>
                          </a:solidFill>
                          <a:latin typeface="+mn-ea"/>
                          <a:ea typeface="+mn-ea"/>
                        </a:rPr>
                        <a:t>5</a:t>
                      </a: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kumimoji="1" lang="en-US" altLang="ja-JP" sz="1600" b="1">
                          <a:solidFill>
                            <a:schemeClr val="bg1"/>
                          </a:solidFill>
                          <a:latin typeface="+mn-ea"/>
                          <a:ea typeface="+mn-ea"/>
                        </a:rPr>
                        <a:t>6</a:t>
                      </a: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kumimoji="1" lang="en-US" altLang="ja-JP" sz="1600" b="1">
                          <a:solidFill>
                            <a:schemeClr val="bg1"/>
                          </a:solidFill>
                          <a:latin typeface="+mn-ea"/>
                          <a:ea typeface="+mn-ea"/>
                        </a:rPr>
                        <a:t>7</a:t>
                      </a: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kumimoji="1" lang="en-US" altLang="ja-JP" sz="1600" b="1">
                          <a:solidFill>
                            <a:schemeClr val="bg1"/>
                          </a:solidFill>
                          <a:latin typeface="+mn-ea"/>
                          <a:ea typeface="+mn-ea"/>
                        </a:rPr>
                        <a:t>8</a:t>
                      </a: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9</a:t>
                      </a:r>
                    </a:p>
                  </a:txBody>
                  <a:tcPr marL="36000" marR="36000" anchor="ct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10</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11</a:t>
                      </a:r>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12</a:t>
                      </a:r>
                    </a:p>
                  </a:txBody>
                  <a:tcPr marL="36000" marR="36000"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lvl="0" algn="ctr">
                        <a:buNone/>
                      </a:pP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1</a:t>
                      </a:r>
                    </a:p>
                  </a:txBody>
                  <a:tcPr marL="36000" marR="36000"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lvl="0" algn="ctr">
                        <a:buNone/>
                      </a:pP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2</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3</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lvl="0" algn="ctr">
                        <a:buNone/>
                      </a:pP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3414931248"/>
                  </a:ext>
                </a:extLst>
              </a:tr>
              <a:tr h="391874">
                <a:tc>
                  <a:txBody>
                    <a:bodyPr/>
                    <a:lstStyle/>
                    <a:p>
                      <a:r>
                        <a:rPr kumimoji="1" lang="ja-JP" altLang="en-US" sz="1200">
                          <a:latin typeface="+mn-ea"/>
                          <a:ea typeface="+mn-ea"/>
                        </a:rPr>
                        <a:t>契約形態</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06649569"/>
                  </a:ext>
                </a:extLst>
              </a:tr>
              <a:tr h="653132">
                <a:tc>
                  <a:txBody>
                    <a:bodyPr/>
                    <a:lstStyle/>
                    <a:p>
                      <a:r>
                        <a:rPr kumimoji="1" lang="ja-JP" altLang="en-US" sz="1200">
                          <a:latin typeface="+mn-ea"/>
                          <a:ea typeface="+mn-ea"/>
                        </a:rPr>
                        <a:t>マイルストーン</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33042941"/>
                  </a:ext>
                </a:extLst>
              </a:tr>
              <a:tr h="1197393">
                <a:tc>
                  <a:txBody>
                    <a:bodyPr/>
                    <a:lstStyle/>
                    <a:p>
                      <a:r>
                        <a:rPr kumimoji="1" lang="ja-JP" altLang="en-US" sz="1200">
                          <a:latin typeface="+mn-ea"/>
                          <a:ea typeface="+mn-ea"/>
                        </a:rPr>
                        <a:t>引継ぎ</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93275038"/>
                  </a:ext>
                </a:extLst>
              </a:tr>
              <a:tr h="1197393">
                <a:tc>
                  <a:txBody>
                    <a:bodyPr/>
                    <a:lstStyle/>
                    <a:p>
                      <a:r>
                        <a:rPr kumimoji="1" lang="ja-JP" altLang="en-US" sz="1200">
                          <a:latin typeface="+mn-ea"/>
                          <a:ea typeface="+mn-ea"/>
                        </a:rPr>
                        <a:t>保守</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193560750"/>
                  </a:ext>
                </a:extLst>
              </a:tr>
              <a:tr h="1197393">
                <a:tc>
                  <a:txBody>
                    <a:bodyPr/>
                    <a:lstStyle/>
                    <a:p>
                      <a:r>
                        <a:rPr kumimoji="1" lang="en-US" altLang="ja-JP" sz="1200">
                          <a:latin typeface="+mn-ea"/>
                          <a:ea typeface="+mn-ea"/>
                        </a:rPr>
                        <a:t>Enterprise</a:t>
                      </a:r>
                      <a:r>
                        <a:rPr kumimoji="1" lang="ja-JP" altLang="en-US" sz="1200">
                          <a:latin typeface="+mn-ea"/>
                          <a:ea typeface="+mn-ea"/>
                        </a:rPr>
                        <a:t>対応</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05103379"/>
                  </a:ext>
                </a:extLst>
              </a:tr>
            </a:tbl>
          </a:graphicData>
        </a:graphic>
      </p:graphicFrame>
      <p:grpSp>
        <p:nvGrpSpPr>
          <p:cNvPr id="15" name="グループ化 14">
            <a:extLst>
              <a:ext uri="{FF2B5EF4-FFF2-40B4-BE49-F238E27FC236}">
                <a16:creationId xmlns:a16="http://schemas.microsoft.com/office/drawing/2014/main" id="{8E65E388-5065-E3BB-9589-025A6E8606C5}"/>
              </a:ext>
            </a:extLst>
          </p:cNvPr>
          <p:cNvGrpSpPr/>
          <p:nvPr/>
        </p:nvGrpSpPr>
        <p:grpSpPr>
          <a:xfrm>
            <a:off x="7901227" y="6384022"/>
            <a:ext cx="4221743" cy="372517"/>
            <a:chOff x="2744754" y="513955"/>
            <a:chExt cx="8514710" cy="360050"/>
          </a:xfrm>
        </p:grpSpPr>
        <p:sp>
          <p:nvSpPr>
            <p:cNvPr id="16" name="正方形/長方形 15">
              <a:extLst>
                <a:ext uri="{FF2B5EF4-FFF2-40B4-BE49-F238E27FC236}">
                  <a16:creationId xmlns:a16="http://schemas.microsoft.com/office/drawing/2014/main" id="{836CB94B-D248-FFE9-DA39-638F8966292D}"/>
                </a:ext>
              </a:extLst>
            </p:cNvPr>
            <p:cNvSpPr/>
            <p:nvPr/>
          </p:nvSpPr>
          <p:spPr>
            <a:xfrm>
              <a:off x="2744754" y="513955"/>
              <a:ext cx="8514710" cy="360050"/>
            </a:xfrm>
            <a:prstGeom prst="rect">
              <a:avLst/>
            </a:prstGeom>
            <a:solidFill>
              <a:schemeClr val="bg1"/>
            </a:solidFill>
            <a:ln w="63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a:solidFill>
                    <a:schemeClr val="tx1"/>
                  </a:solidFill>
                  <a:latin typeface="+mn-ea"/>
                </a:rPr>
                <a:t>凡例</a:t>
              </a:r>
            </a:p>
          </p:txBody>
        </p:sp>
        <p:sp>
          <p:nvSpPr>
            <p:cNvPr id="17" name="角丸四角形 1">
              <a:extLst>
                <a:ext uri="{FF2B5EF4-FFF2-40B4-BE49-F238E27FC236}">
                  <a16:creationId xmlns:a16="http://schemas.microsoft.com/office/drawing/2014/main" id="{F7D41A81-7C12-593E-A6C0-6C3295F6AB67}"/>
                </a:ext>
              </a:extLst>
            </p:cNvPr>
            <p:cNvSpPr>
              <a:spLocks noChangeArrowheads="1"/>
            </p:cNvSpPr>
            <p:nvPr/>
          </p:nvSpPr>
          <p:spPr bwMode="auto">
            <a:xfrm>
              <a:off x="3675737" y="569038"/>
              <a:ext cx="359999" cy="216000"/>
            </a:xfrm>
            <a:prstGeom prst="rect">
              <a:avLst/>
            </a:prstGeom>
            <a:solidFill>
              <a:schemeClr val="accent2">
                <a:lumMod val="60000"/>
                <a:lumOff val="40000"/>
              </a:schemeClr>
            </a:solidFill>
            <a:ln w="6350">
              <a:solidFill>
                <a:schemeClr val="bg1">
                  <a:lumMod val="50000"/>
                </a:schemeClr>
              </a:solidFill>
              <a:headEnd/>
              <a:tailEnd/>
            </a:ln>
          </p:spPr>
          <p:style>
            <a:lnRef idx="2">
              <a:schemeClr val="accent2"/>
            </a:lnRef>
            <a:fillRef idx="1">
              <a:schemeClr val="lt1"/>
            </a:fillRef>
            <a:effectRef idx="0">
              <a:schemeClr val="accent2"/>
            </a:effectRef>
            <a:fontRef idx="minor">
              <a:schemeClr val="dk1"/>
            </a:fontRef>
          </p:style>
          <p:txBody>
            <a:bodyPr wrap="none" lIns="576000" tIns="36000" bIns="0" anchor="ctr"/>
            <a:lstStyle/>
            <a:p>
              <a:r>
                <a:rPr lang="ja-JP" altLang="en-US" sz="1000">
                  <a:latin typeface="+mn-ea"/>
                </a:rPr>
                <a:t>貴社・弊社共同作業</a:t>
              </a:r>
            </a:p>
          </p:txBody>
        </p:sp>
        <p:sp>
          <p:nvSpPr>
            <p:cNvPr id="18" name="角丸四角形 1">
              <a:extLst>
                <a:ext uri="{FF2B5EF4-FFF2-40B4-BE49-F238E27FC236}">
                  <a16:creationId xmlns:a16="http://schemas.microsoft.com/office/drawing/2014/main" id="{EC221F3C-3E5D-116E-B476-895060B88E19}"/>
                </a:ext>
              </a:extLst>
            </p:cNvPr>
            <p:cNvSpPr>
              <a:spLocks noChangeArrowheads="1"/>
            </p:cNvSpPr>
            <p:nvPr/>
          </p:nvSpPr>
          <p:spPr bwMode="auto">
            <a:xfrm>
              <a:off x="6826289" y="580705"/>
              <a:ext cx="359999" cy="216000"/>
            </a:xfrm>
            <a:prstGeom prst="rect">
              <a:avLst/>
            </a:prstGeom>
            <a:solidFill>
              <a:schemeClr val="accent3">
                <a:lumMod val="20000"/>
                <a:lumOff val="80000"/>
              </a:schemeClr>
            </a:solidFill>
            <a:ln w="6350">
              <a:solidFill>
                <a:schemeClr val="bg1">
                  <a:lumMod val="50000"/>
                </a:schemeClr>
              </a:solidFill>
              <a:headEnd/>
              <a:tailEnd/>
            </a:ln>
          </p:spPr>
          <p:style>
            <a:lnRef idx="2">
              <a:schemeClr val="accent3"/>
            </a:lnRef>
            <a:fillRef idx="1">
              <a:schemeClr val="lt1"/>
            </a:fillRef>
            <a:effectRef idx="0">
              <a:schemeClr val="accent3"/>
            </a:effectRef>
            <a:fontRef idx="minor">
              <a:schemeClr val="dk1"/>
            </a:fontRef>
          </p:style>
          <p:txBody>
            <a:bodyPr wrap="none" lIns="576000" tIns="36000" bIns="0" anchor="ctr"/>
            <a:lstStyle/>
            <a:p>
              <a:r>
                <a:rPr lang="ja-JP" altLang="en-US" sz="1000">
                  <a:latin typeface="+mn-ea"/>
                </a:rPr>
                <a:t>弊社作業</a:t>
              </a:r>
            </a:p>
          </p:txBody>
        </p:sp>
        <p:sp>
          <p:nvSpPr>
            <p:cNvPr id="19" name="角丸四角形 1">
              <a:extLst>
                <a:ext uri="{FF2B5EF4-FFF2-40B4-BE49-F238E27FC236}">
                  <a16:creationId xmlns:a16="http://schemas.microsoft.com/office/drawing/2014/main" id="{4B837D06-9977-50E0-1BCF-197C465FE2C6}"/>
                </a:ext>
              </a:extLst>
            </p:cNvPr>
            <p:cNvSpPr>
              <a:spLocks noChangeArrowheads="1"/>
            </p:cNvSpPr>
            <p:nvPr/>
          </p:nvSpPr>
          <p:spPr bwMode="auto">
            <a:xfrm>
              <a:off x="9042877" y="569715"/>
              <a:ext cx="359999" cy="216000"/>
            </a:xfrm>
            <a:prstGeom prst="rect">
              <a:avLst/>
            </a:prstGeom>
            <a:solidFill>
              <a:schemeClr val="tx2">
                <a:lumMod val="40000"/>
                <a:lumOff val="60000"/>
              </a:schemeClr>
            </a:solidFill>
            <a:ln w="6350">
              <a:solidFill>
                <a:schemeClr val="bg1">
                  <a:lumMod val="50000"/>
                </a:schemeClr>
              </a:solidFill>
              <a:headEnd/>
              <a:tailEnd/>
            </a:ln>
          </p:spPr>
          <p:style>
            <a:lnRef idx="2">
              <a:schemeClr val="accent1"/>
            </a:lnRef>
            <a:fillRef idx="1">
              <a:schemeClr val="lt1"/>
            </a:fillRef>
            <a:effectRef idx="0">
              <a:schemeClr val="accent1"/>
            </a:effectRef>
            <a:fontRef idx="minor">
              <a:schemeClr val="dk1"/>
            </a:fontRef>
          </p:style>
          <p:txBody>
            <a:bodyPr wrap="none" lIns="576000" tIns="36000" bIns="0" anchor="ctr"/>
            <a:lstStyle/>
            <a:p>
              <a:r>
                <a:rPr lang="ja-JP" altLang="en-US" sz="1000">
                  <a:latin typeface="+mn-ea"/>
                </a:rPr>
                <a:t>貴社作業</a:t>
              </a:r>
            </a:p>
          </p:txBody>
        </p:sp>
      </p:grpSp>
      <p:graphicFrame>
        <p:nvGraphicFramePr>
          <p:cNvPr id="6" name="表 5">
            <a:extLst>
              <a:ext uri="{FF2B5EF4-FFF2-40B4-BE49-F238E27FC236}">
                <a16:creationId xmlns:a16="http://schemas.microsoft.com/office/drawing/2014/main" id="{7AF8AA22-62A8-5BC0-7304-792C9E62C8EE}"/>
              </a:ext>
            </a:extLst>
          </p:cNvPr>
          <p:cNvGraphicFramePr>
            <a:graphicFrameLocks noGrp="1"/>
          </p:cNvGraphicFramePr>
          <p:nvPr>
            <p:extLst>
              <p:ext uri="{D42A27DB-BD31-4B8C-83A1-F6EECF244321}">
                <p14:modId xmlns:p14="http://schemas.microsoft.com/office/powerpoint/2010/main" val="967362798"/>
              </p:ext>
            </p:extLst>
          </p:nvPr>
        </p:nvGraphicFramePr>
        <p:xfrm>
          <a:off x="1503773" y="2932009"/>
          <a:ext cx="821378" cy="720000"/>
        </p:xfrm>
        <a:graphic>
          <a:graphicData uri="http://schemas.openxmlformats.org/drawingml/2006/table">
            <a:tbl>
              <a:tblPr firstRow="1" bandRow="1">
                <a:tableStyleId>{2D5ABB26-0587-4C30-8999-92F81FD0307C}</a:tableStyleId>
              </a:tblPr>
              <a:tblGrid>
                <a:gridCol w="821378">
                  <a:extLst>
                    <a:ext uri="{9D8B030D-6E8A-4147-A177-3AD203B41FA5}">
                      <a16:colId xmlns:a16="http://schemas.microsoft.com/office/drawing/2014/main" val="2823374101"/>
                    </a:ext>
                  </a:extLst>
                </a:gridCol>
              </a:tblGrid>
              <a:tr h="720000">
                <a:tc>
                  <a:txBody>
                    <a:bodyPr/>
                    <a:lstStyle/>
                    <a:p>
                      <a:pPr algn="ctr"/>
                      <a:r>
                        <a:rPr kumimoji="1" lang="ja-JP" altLang="en-US" sz="1100" b="0">
                          <a:solidFill>
                            <a:schemeClr val="tx1"/>
                          </a:solidFill>
                          <a:latin typeface="+mn-ea"/>
                          <a:ea typeface="+mn-ea"/>
                        </a:rPr>
                        <a:t>引継ぎ</a:t>
                      </a:r>
                      <a:endParaRPr kumimoji="1" lang="en-US" altLang="ja-JP" sz="1100" b="0">
                        <a:solidFill>
                          <a:schemeClr val="tx1"/>
                        </a:solidFill>
                        <a:latin typeface="+mn-ea"/>
                        <a:ea typeface="+mn-ea"/>
                      </a:endParaRPr>
                    </a:p>
                    <a:p>
                      <a:pPr algn="ctr"/>
                      <a:r>
                        <a:rPr kumimoji="1" lang="ja-JP" altLang="en-US" sz="1100" b="0">
                          <a:solidFill>
                            <a:schemeClr val="tx1"/>
                          </a:solidFill>
                          <a:latin typeface="+mn-ea"/>
                          <a:ea typeface="+mn-ea"/>
                        </a:rPr>
                        <a:t>作業</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42" name="表 41">
            <a:extLst>
              <a:ext uri="{FF2B5EF4-FFF2-40B4-BE49-F238E27FC236}">
                <a16:creationId xmlns:a16="http://schemas.microsoft.com/office/drawing/2014/main" id="{AF327CBF-7E71-02A6-9C69-F61CFDB509AD}"/>
              </a:ext>
            </a:extLst>
          </p:cNvPr>
          <p:cNvGraphicFramePr>
            <a:graphicFrameLocks noGrp="1"/>
          </p:cNvGraphicFramePr>
          <p:nvPr>
            <p:extLst>
              <p:ext uri="{D42A27DB-BD31-4B8C-83A1-F6EECF244321}">
                <p14:modId xmlns:p14="http://schemas.microsoft.com/office/powerpoint/2010/main" val="1375350452"/>
              </p:ext>
            </p:extLst>
          </p:nvPr>
        </p:nvGraphicFramePr>
        <p:xfrm>
          <a:off x="2325151" y="4070398"/>
          <a:ext cx="9797819" cy="720000"/>
        </p:xfrm>
        <a:graphic>
          <a:graphicData uri="http://schemas.openxmlformats.org/drawingml/2006/table">
            <a:tbl>
              <a:tblPr firstRow="1" bandRow="1">
                <a:tableStyleId>{2D5ABB26-0587-4C30-8999-92F81FD0307C}</a:tableStyleId>
              </a:tblPr>
              <a:tblGrid>
                <a:gridCol w="9797819">
                  <a:extLst>
                    <a:ext uri="{9D8B030D-6E8A-4147-A177-3AD203B41FA5}">
                      <a16:colId xmlns:a16="http://schemas.microsoft.com/office/drawing/2014/main" val="1708186329"/>
                    </a:ext>
                  </a:extLst>
                </a:gridCol>
              </a:tblGrid>
              <a:tr h="720000">
                <a:tc>
                  <a:txBody>
                    <a:bodyPr/>
                    <a:lstStyle/>
                    <a:p>
                      <a:pPr algn="ctr"/>
                      <a:r>
                        <a:rPr kumimoji="1" lang="ja-JP" altLang="en-US" sz="1100" b="0">
                          <a:solidFill>
                            <a:schemeClr val="tx1"/>
                          </a:solidFill>
                          <a:latin typeface="+mn-ea"/>
                          <a:ea typeface="+mn-ea"/>
                        </a:rPr>
                        <a:t>保守・運用作業</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graphicFrame>
        <p:nvGraphicFramePr>
          <p:cNvPr id="21" name="表 20">
            <a:extLst>
              <a:ext uri="{FF2B5EF4-FFF2-40B4-BE49-F238E27FC236}">
                <a16:creationId xmlns:a16="http://schemas.microsoft.com/office/drawing/2014/main" id="{88790659-60CD-1D45-77AD-1BF5904152F4}"/>
              </a:ext>
            </a:extLst>
          </p:cNvPr>
          <p:cNvGraphicFramePr>
            <a:graphicFrameLocks noGrp="1"/>
          </p:cNvGraphicFramePr>
          <p:nvPr>
            <p:extLst>
              <p:ext uri="{D42A27DB-BD31-4B8C-83A1-F6EECF244321}">
                <p14:modId xmlns:p14="http://schemas.microsoft.com/office/powerpoint/2010/main" val="304158594"/>
              </p:ext>
            </p:extLst>
          </p:nvPr>
        </p:nvGraphicFramePr>
        <p:xfrm>
          <a:off x="3158835" y="5336076"/>
          <a:ext cx="822037" cy="720000"/>
        </p:xfrm>
        <a:graphic>
          <a:graphicData uri="http://schemas.openxmlformats.org/drawingml/2006/table">
            <a:tbl>
              <a:tblPr firstRow="1" bandRow="1">
                <a:tableStyleId>{2D5ABB26-0587-4C30-8999-92F81FD0307C}</a:tableStyleId>
              </a:tblPr>
              <a:tblGrid>
                <a:gridCol w="822037">
                  <a:extLst>
                    <a:ext uri="{9D8B030D-6E8A-4147-A177-3AD203B41FA5}">
                      <a16:colId xmlns:a16="http://schemas.microsoft.com/office/drawing/2014/main" val="2823374101"/>
                    </a:ext>
                  </a:extLst>
                </a:gridCol>
              </a:tblGrid>
              <a:tr h="720000">
                <a:tc>
                  <a:txBody>
                    <a:bodyPr/>
                    <a:lstStyle/>
                    <a:p>
                      <a:pPr algn="ctr"/>
                      <a:r>
                        <a:rPr kumimoji="1" lang="ja-JP" altLang="en-US" sz="1100" b="0">
                          <a:solidFill>
                            <a:schemeClr val="tx1"/>
                          </a:solidFill>
                          <a:latin typeface="+mn-ea"/>
                          <a:ea typeface="+mn-ea"/>
                        </a:rPr>
                        <a:t>要件整理</a:t>
                      </a:r>
                      <a:endParaRPr kumimoji="1" lang="en-US" altLang="ja-JP" sz="1100" b="0">
                        <a:solidFill>
                          <a:schemeClr val="tx1"/>
                        </a:solidFill>
                        <a:latin typeface="+mn-ea"/>
                        <a:ea typeface="+mn-ea"/>
                      </a:endParaRPr>
                    </a:p>
                    <a:p>
                      <a:pPr algn="ctr"/>
                      <a:r>
                        <a:rPr kumimoji="1" lang="ja-JP" altLang="en-US" sz="1100" b="0">
                          <a:solidFill>
                            <a:schemeClr val="tx1"/>
                          </a:solidFill>
                          <a:latin typeface="+mn-ea"/>
                          <a:ea typeface="+mn-ea"/>
                        </a:rPr>
                        <a:t>方針決め</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sp>
        <p:nvSpPr>
          <p:cNvPr id="39" name="テキスト ボックス 38">
            <a:extLst>
              <a:ext uri="{FF2B5EF4-FFF2-40B4-BE49-F238E27FC236}">
                <a16:creationId xmlns:a16="http://schemas.microsoft.com/office/drawing/2014/main" id="{D11F4983-F3D5-4556-A4AF-EA3BE406526C}"/>
              </a:ext>
            </a:extLst>
          </p:cNvPr>
          <p:cNvSpPr txBox="1"/>
          <p:nvPr/>
        </p:nvSpPr>
        <p:spPr>
          <a:xfrm>
            <a:off x="1553656" y="1623254"/>
            <a:ext cx="1640954" cy="288147"/>
          </a:xfrm>
          <a:prstGeom prst="rect">
            <a:avLst/>
          </a:prstGeom>
          <a:noFill/>
          <a:ln>
            <a:noFill/>
          </a:ln>
        </p:spPr>
        <p:txBody>
          <a:bodyPr wrap="square" lIns="54000" tIns="36000" rIns="54000" bIns="36000" rtlCol="0" anchor="ctr">
            <a:spAutoFit/>
          </a:bodyPr>
          <a:lstStyle/>
          <a:p>
            <a:pPr algn="ctr"/>
            <a:r>
              <a:rPr kumimoji="1" lang="ja-JP" altLang="en-US" sz="1400" b="1" dirty="0">
                <a:solidFill>
                  <a:schemeClr val="tx1">
                    <a:lumMod val="75000"/>
                    <a:lumOff val="25000"/>
                  </a:schemeClr>
                </a:solidFill>
                <a:latin typeface="+mn-ea"/>
                <a:cs typeface="メイリオ" pitchFamily="50" charset="-128"/>
              </a:rPr>
              <a:t>契約①</a:t>
            </a:r>
            <a:r>
              <a:rPr kumimoji="1" lang="en-US" altLang="ja-JP" sz="1400" b="1" dirty="0">
                <a:solidFill>
                  <a:schemeClr val="tx1">
                    <a:lumMod val="75000"/>
                    <a:lumOff val="25000"/>
                  </a:schemeClr>
                </a:solidFill>
                <a:latin typeface="+mn-ea"/>
                <a:cs typeface="メイリオ" pitchFamily="50" charset="-128"/>
              </a:rPr>
              <a:t>:</a:t>
            </a:r>
            <a:r>
              <a:rPr kumimoji="1" lang="ja-JP" altLang="en-US" sz="1400" b="1" dirty="0">
                <a:solidFill>
                  <a:schemeClr val="tx1">
                    <a:lumMod val="75000"/>
                    <a:lumOff val="25000"/>
                  </a:schemeClr>
                </a:solidFill>
                <a:latin typeface="+mn-ea"/>
                <a:cs typeface="メイリオ" pitchFamily="50" charset="-128"/>
              </a:rPr>
              <a:t>準委任契約</a:t>
            </a:r>
          </a:p>
        </p:txBody>
      </p:sp>
      <p:cxnSp>
        <p:nvCxnSpPr>
          <p:cNvPr id="44" name="直線矢印コネクタ 43">
            <a:extLst>
              <a:ext uri="{FF2B5EF4-FFF2-40B4-BE49-F238E27FC236}">
                <a16:creationId xmlns:a16="http://schemas.microsoft.com/office/drawing/2014/main" id="{1691A272-19A3-12A8-007D-6AA22F01FFBE}"/>
              </a:ext>
            </a:extLst>
          </p:cNvPr>
          <p:cNvCxnSpPr>
            <a:cxnSpLocks/>
          </p:cNvCxnSpPr>
          <p:nvPr/>
        </p:nvCxnSpPr>
        <p:spPr>
          <a:xfrm>
            <a:off x="1602332" y="2037670"/>
            <a:ext cx="722819"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49" name="テキスト ボックス 48">
            <a:extLst>
              <a:ext uri="{FF2B5EF4-FFF2-40B4-BE49-F238E27FC236}">
                <a16:creationId xmlns:a16="http://schemas.microsoft.com/office/drawing/2014/main" id="{43F69AF3-CF73-67CA-4FA9-10549A173981}"/>
              </a:ext>
            </a:extLst>
          </p:cNvPr>
          <p:cNvSpPr txBox="1"/>
          <p:nvPr/>
        </p:nvSpPr>
        <p:spPr>
          <a:xfrm>
            <a:off x="2971242" y="1686388"/>
            <a:ext cx="3702616" cy="288147"/>
          </a:xfrm>
          <a:prstGeom prst="rect">
            <a:avLst/>
          </a:prstGeom>
          <a:noFill/>
          <a:ln>
            <a:noFill/>
          </a:ln>
        </p:spPr>
        <p:txBody>
          <a:bodyPr wrap="square" lIns="54000" tIns="36000" rIns="54000" bIns="36000" rtlCol="0" anchor="ctr">
            <a:spAutoFit/>
          </a:bodyPr>
          <a:lstStyle/>
          <a:p>
            <a:pPr algn="ctr"/>
            <a:r>
              <a:rPr kumimoji="1" lang="ja-JP" altLang="en-US" sz="1400" b="1" dirty="0">
                <a:solidFill>
                  <a:schemeClr val="tx1">
                    <a:lumMod val="75000"/>
                    <a:lumOff val="25000"/>
                  </a:schemeClr>
                </a:solidFill>
                <a:latin typeface="+mn-ea"/>
                <a:cs typeface="メイリオ" pitchFamily="50" charset="-128"/>
              </a:rPr>
              <a:t>契約②</a:t>
            </a:r>
            <a:r>
              <a:rPr kumimoji="1" lang="en-US" altLang="ja-JP" sz="1400" b="1" dirty="0">
                <a:solidFill>
                  <a:schemeClr val="tx1">
                    <a:lumMod val="75000"/>
                    <a:lumOff val="25000"/>
                  </a:schemeClr>
                </a:solidFill>
                <a:latin typeface="+mn-ea"/>
                <a:cs typeface="メイリオ" pitchFamily="50" charset="-128"/>
              </a:rPr>
              <a:t>:</a:t>
            </a:r>
            <a:r>
              <a:rPr kumimoji="1" lang="ja-JP" altLang="en-US" sz="1400" b="1" dirty="0">
                <a:solidFill>
                  <a:schemeClr val="tx1">
                    <a:lumMod val="75000"/>
                    <a:lumOff val="25000"/>
                  </a:schemeClr>
                </a:solidFill>
                <a:latin typeface="+mn-ea"/>
                <a:cs typeface="メイリオ" pitchFamily="50" charset="-128"/>
              </a:rPr>
              <a:t>準委任契約</a:t>
            </a:r>
            <a:r>
              <a:rPr kumimoji="1" lang="en-US" altLang="ja-JP" sz="1400" b="1" dirty="0">
                <a:solidFill>
                  <a:schemeClr val="tx1">
                    <a:lumMod val="75000"/>
                    <a:lumOff val="25000"/>
                  </a:schemeClr>
                </a:solidFill>
                <a:latin typeface="+mn-ea"/>
                <a:cs typeface="メイリオ" pitchFamily="50" charset="-128"/>
              </a:rPr>
              <a:t>(</a:t>
            </a:r>
            <a:r>
              <a:rPr kumimoji="1" lang="ja-JP" altLang="en-US" sz="1400" b="1" dirty="0">
                <a:solidFill>
                  <a:schemeClr val="tx1">
                    <a:lumMod val="75000"/>
                    <a:lumOff val="25000"/>
                  </a:schemeClr>
                </a:solidFill>
                <a:latin typeface="+mn-ea"/>
                <a:cs typeface="メイリオ" pitchFamily="50" charset="-128"/>
              </a:rPr>
              <a:t>保守は</a:t>
            </a:r>
            <a:r>
              <a:rPr kumimoji="1" lang="en-US" altLang="ja-JP" sz="1400" b="1" dirty="0">
                <a:solidFill>
                  <a:schemeClr val="tx1">
                    <a:lumMod val="75000"/>
                    <a:lumOff val="25000"/>
                  </a:schemeClr>
                </a:solidFill>
                <a:latin typeface="+mn-ea"/>
                <a:cs typeface="メイリオ" pitchFamily="50" charset="-128"/>
              </a:rPr>
              <a:t>Q</a:t>
            </a:r>
            <a:r>
              <a:rPr kumimoji="1" lang="ja-JP" altLang="en-US" sz="1400" b="1" dirty="0">
                <a:solidFill>
                  <a:schemeClr val="tx1">
                    <a:lumMod val="75000"/>
                    <a:lumOff val="25000"/>
                  </a:schemeClr>
                </a:solidFill>
                <a:latin typeface="+mn-ea"/>
                <a:cs typeface="メイリオ" pitchFamily="50" charset="-128"/>
              </a:rPr>
              <a:t>更新</a:t>
            </a:r>
            <a:r>
              <a:rPr kumimoji="1" lang="en-US" altLang="ja-JP" sz="1400" b="1" dirty="0">
                <a:solidFill>
                  <a:schemeClr val="tx1">
                    <a:lumMod val="75000"/>
                    <a:lumOff val="25000"/>
                  </a:schemeClr>
                </a:solidFill>
                <a:latin typeface="+mn-ea"/>
                <a:cs typeface="メイリオ" pitchFamily="50" charset="-128"/>
              </a:rPr>
              <a:t>)</a:t>
            </a:r>
            <a:endParaRPr kumimoji="1" lang="ja-JP" altLang="en-US" sz="1400" b="1" dirty="0">
              <a:solidFill>
                <a:schemeClr val="tx1">
                  <a:lumMod val="75000"/>
                  <a:lumOff val="25000"/>
                </a:schemeClr>
              </a:solidFill>
              <a:latin typeface="+mn-ea"/>
              <a:cs typeface="メイリオ" pitchFamily="50" charset="-128"/>
            </a:endParaRPr>
          </a:p>
        </p:txBody>
      </p:sp>
      <p:sp>
        <p:nvSpPr>
          <p:cNvPr id="22" name="スライド番号プレースホルダー 3">
            <a:extLst>
              <a:ext uri="{FF2B5EF4-FFF2-40B4-BE49-F238E27FC236}">
                <a16:creationId xmlns:a16="http://schemas.microsoft.com/office/drawing/2014/main" id="{681CD31E-52BB-61B7-EC7B-30E0B773CC5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latin typeface="+mn-ea"/>
                <a:ea typeface="+mn-ea"/>
              </a:rPr>
              <a:pPr/>
              <a:t>10</a:t>
            </a:fld>
            <a:endParaRPr kumimoji="1" lang="ja-JP" altLang="en-US" sz="700">
              <a:latin typeface="+mn-ea"/>
              <a:ea typeface="+mn-ea"/>
            </a:endParaRPr>
          </a:p>
        </p:txBody>
      </p:sp>
      <p:sp>
        <p:nvSpPr>
          <p:cNvPr id="31" name="テキスト ボックス 30">
            <a:extLst>
              <a:ext uri="{FF2B5EF4-FFF2-40B4-BE49-F238E27FC236}">
                <a16:creationId xmlns:a16="http://schemas.microsoft.com/office/drawing/2014/main" id="{A1C86E13-9BE5-8865-80C2-EB4CF8CB7BAA}"/>
              </a:ext>
            </a:extLst>
          </p:cNvPr>
          <p:cNvSpPr txBox="1"/>
          <p:nvPr/>
        </p:nvSpPr>
        <p:spPr>
          <a:xfrm>
            <a:off x="1356660" y="2176025"/>
            <a:ext cx="1151277" cy="276999"/>
          </a:xfrm>
          <a:prstGeom prst="rect">
            <a:avLst/>
          </a:prstGeom>
          <a:noFill/>
        </p:spPr>
        <p:txBody>
          <a:bodyPr wrap="none" rtlCol="0" anchor="t">
            <a:spAutoFit/>
          </a:bodyPr>
          <a:lstStyle/>
          <a:p>
            <a:r>
              <a:rPr kumimoji="1" lang="ja-JP" altLang="en-US" sz="1200" dirty="0">
                <a:latin typeface="+mn-ea"/>
              </a:rPr>
              <a:t> ★キックオフ</a:t>
            </a:r>
            <a:endParaRPr kumimoji="1" lang="en-US" altLang="ja-JP" sz="1100" dirty="0">
              <a:latin typeface="+mn-ea"/>
            </a:endParaRPr>
          </a:p>
        </p:txBody>
      </p:sp>
      <p:sp>
        <p:nvSpPr>
          <p:cNvPr id="47" name="テキスト ボックス 46">
            <a:extLst>
              <a:ext uri="{FF2B5EF4-FFF2-40B4-BE49-F238E27FC236}">
                <a16:creationId xmlns:a16="http://schemas.microsoft.com/office/drawing/2014/main" id="{72E0FC0A-A746-9878-EAD4-DD638DF17BD8}"/>
              </a:ext>
            </a:extLst>
          </p:cNvPr>
          <p:cNvSpPr txBox="1"/>
          <p:nvPr/>
        </p:nvSpPr>
        <p:spPr>
          <a:xfrm>
            <a:off x="2184771" y="2326986"/>
            <a:ext cx="1107996" cy="461665"/>
          </a:xfrm>
          <a:prstGeom prst="rect">
            <a:avLst/>
          </a:prstGeom>
          <a:noFill/>
        </p:spPr>
        <p:txBody>
          <a:bodyPr wrap="none" rtlCol="0" anchor="t">
            <a:spAutoFit/>
          </a:bodyPr>
          <a:lstStyle/>
          <a:p>
            <a:r>
              <a:rPr kumimoji="1" lang="ja-JP" altLang="en-US" sz="1200" b="1" dirty="0">
                <a:solidFill>
                  <a:srgbClr val="FF0000"/>
                </a:solidFill>
                <a:latin typeface="+mn-ea"/>
              </a:rPr>
              <a:t>▲引継ぎ完了</a:t>
            </a:r>
            <a:endParaRPr kumimoji="1" lang="en-US" altLang="ja-JP" sz="1200" b="1" dirty="0">
              <a:solidFill>
                <a:srgbClr val="FF0000"/>
              </a:solidFill>
              <a:latin typeface="+mn-ea"/>
            </a:endParaRPr>
          </a:p>
          <a:p>
            <a:r>
              <a:rPr kumimoji="1" lang="ja-JP" altLang="en-US" sz="1200" b="1" dirty="0">
                <a:solidFill>
                  <a:srgbClr val="FF0000"/>
                </a:solidFill>
                <a:latin typeface="+mn-ea"/>
              </a:rPr>
              <a:t>保守開始</a:t>
            </a:r>
            <a:endParaRPr kumimoji="1" lang="en-US" altLang="ja-JP" sz="1100" b="1" dirty="0">
              <a:solidFill>
                <a:srgbClr val="FF0000"/>
              </a:solidFill>
              <a:latin typeface="+mn-ea"/>
            </a:endParaRPr>
          </a:p>
        </p:txBody>
      </p:sp>
      <p:sp>
        <p:nvSpPr>
          <p:cNvPr id="54" name="テキスト ボックス 53">
            <a:extLst>
              <a:ext uri="{FF2B5EF4-FFF2-40B4-BE49-F238E27FC236}">
                <a16:creationId xmlns:a16="http://schemas.microsoft.com/office/drawing/2014/main" id="{A5BF7F86-DEF7-3D23-5202-563A9D4D319E}"/>
              </a:ext>
            </a:extLst>
          </p:cNvPr>
          <p:cNvSpPr txBox="1"/>
          <p:nvPr/>
        </p:nvSpPr>
        <p:spPr>
          <a:xfrm>
            <a:off x="2738769" y="2497715"/>
            <a:ext cx="1979431" cy="276999"/>
          </a:xfrm>
          <a:prstGeom prst="rect">
            <a:avLst/>
          </a:prstGeom>
          <a:noFill/>
        </p:spPr>
        <p:txBody>
          <a:bodyPr wrap="square" rtlCol="0" anchor="t">
            <a:spAutoFit/>
          </a:bodyPr>
          <a:lstStyle/>
          <a:p>
            <a:pPr algn="r"/>
            <a:r>
              <a:rPr kumimoji="1" lang="ja-JP" altLang="en-US" sz="1200" dirty="0">
                <a:solidFill>
                  <a:srgbClr val="FF0000"/>
                </a:solidFill>
                <a:latin typeface="+mn-ea"/>
              </a:rPr>
              <a:t>▲</a:t>
            </a:r>
            <a:r>
              <a:rPr kumimoji="1" lang="en-US" altLang="ja-JP" sz="1200" dirty="0">
                <a:solidFill>
                  <a:srgbClr val="FF0000"/>
                </a:solidFill>
                <a:latin typeface="+mn-ea"/>
              </a:rPr>
              <a:t>Enterprise</a:t>
            </a:r>
            <a:r>
              <a:rPr kumimoji="1" lang="ja-JP" altLang="en-US" sz="1200" dirty="0">
                <a:solidFill>
                  <a:srgbClr val="FF0000"/>
                </a:solidFill>
                <a:latin typeface="+mn-ea"/>
              </a:rPr>
              <a:t>対応契約</a:t>
            </a:r>
            <a:endParaRPr kumimoji="1" lang="en-US" altLang="ja-JP" sz="1100" dirty="0">
              <a:solidFill>
                <a:srgbClr val="FF0000"/>
              </a:solidFill>
              <a:latin typeface="+mn-ea"/>
            </a:endParaRPr>
          </a:p>
        </p:txBody>
      </p:sp>
      <p:cxnSp>
        <p:nvCxnSpPr>
          <p:cNvPr id="23" name="直線矢印コネクタ 22">
            <a:extLst>
              <a:ext uri="{FF2B5EF4-FFF2-40B4-BE49-F238E27FC236}">
                <a16:creationId xmlns:a16="http://schemas.microsoft.com/office/drawing/2014/main" id="{8A0CB2F5-CD56-3AFF-6E56-83ECBF1855D2}"/>
              </a:ext>
            </a:extLst>
          </p:cNvPr>
          <p:cNvCxnSpPr>
            <a:cxnSpLocks/>
          </p:cNvCxnSpPr>
          <p:nvPr/>
        </p:nvCxnSpPr>
        <p:spPr>
          <a:xfrm>
            <a:off x="2436254" y="2037670"/>
            <a:ext cx="9580255"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graphicFrame>
        <p:nvGraphicFramePr>
          <p:cNvPr id="29" name="表 28">
            <a:extLst>
              <a:ext uri="{FF2B5EF4-FFF2-40B4-BE49-F238E27FC236}">
                <a16:creationId xmlns:a16="http://schemas.microsoft.com/office/drawing/2014/main" id="{3DDA6121-864F-46A3-1311-9D2381E445C8}"/>
              </a:ext>
            </a:extLst>
          </p:cNvPr>
          <p:cNvGraphicFramePr>
            <a:graphicFrameLocks noGrp="1"/>
          </p:cNvGraphicFramePr>
          <p:nvPr>
            <p:extLst>
              <p:ext uri="{D42A27DB-BD31-4B8C-83A1-F6EECF244321}">
                <p14:modId xmlns:p14="http://schemas.microsoft.com/office/powerpoint/2010/main" val="685145172"/>
              </p:ext>
            </p:extLst>
          </p:nvPr>
        </p:nvGraphicFramePr>
        <p:xfrm>
          <a:off x="3980873" y="5336076"/>
          <a:ext cx="3232728" cy="720000"/>
        </p:xfrm>
        <a:graphic>
          <a:graphicData uri="http://schemas.openxmlformats.org/drawingml/2006/table">
            <a:tbl>
              <a:tblPr firstRow="1" bandRow="1">
                <a:tableStyleId>{2D5ABB26-0587-4C30-8999-92F81FD0307C}</a:tableStyleId>
              </a:tblPr>
              <a:tblGrid>
                <a:gridCol w="3232728">
                  <a:extLst>
                    <a:ext uri="{9D8B030D-6E8A-4147-A177-3AD203B41FA5}">
                      <a16:colId xmlns:a16="http://schemas.microsoft.com/office/drawing/2014/main" val="1708186329"/>
                    </a:ext>
                  </a:extLst>
                </a:gridCol>
              </a:tblGrid>
              <a:tr h="720000">
                <a:tc>
                  <a:txBody>
                    <a:bodyPr/>
                    <a:lstStyle/>
                    <a:p>
                      <a:pPr algn="ctr"/>
                      <a:r>
                        <a:rPr kumimoji="1" lang="ja-JP" altLang="en-US" sz="1100" b="0">
                          <a:solidFill>
                            <a:schemeClr val="tx1"/>
                          </a:solidFill>
                          <a:latin typeface="+mn-ea"/>
                          <a:ea typeface="+mn-ea"/>
                        </a:rPr>
                        <a:t>移行作業</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cxnSp>
        <p:nvCxnSpPr>
          <p:cNvPr id="41" name="直線矢印コネクタ 40">
            <a:extLst>
              <a:ext uri="{FF2B5EF4-FFF2-40B4-BE49-F238E27FC236}">
                <a16:creationId xmlns:a16="http://schemas.microsoft.com/office/drawing/2014/main" id="{EBA306F2-1793-B2C8-31F4-22D63B4A387F}"/>
              </a:ext>
            </a:extLst>
          </p:cNvPr>
          <p:cNvCxnSpPr>
            <a:cxnSpLocks/>
          </p:cNvCxnSpPr>
          <p:nvPr/>
        </p:nvCxnSpPr>
        <p:spPr>
          <a:xfrm>
            <a:off x="3194610" y="2295677"/>
            <a:ext cx="4406917"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51" name="テキスト ボックス 50">
            <a:extLst>
              <a:ext uri="{FF2B5EF4-FFF2-40B4-BE49-F238E27FC236}">
                <a16:creationId xmlns:a16="http://schemas.microsoft.com/office/drawing/2014/main" id="{37DEFB79-44CA-5F06-CC50-4323F64D0071}"/>
              </a:ext>
            </a:extLst>
          </p:cNvPr>
          <p:cNvSpPr txBox="1"/>
          <p:nvPr/>
        </p:nvSpPr>
        <p:spPr>
          <a:xfrm>
            <a:off x="4924707" y="2037669"/>
            <a:ext cx="2166802" cy="288147"/>
          </a:xfrm>
          <a:prstGeom prst="rect">
            <a:avLst/>
          </a:prstGeom>
          <a:noFill/>
          <a:ln>
            <a:noFill/>
          </a:ln>
        </p:spPr>
        <p:txBody>
          <a:bodyPr wrap="square" lIns="54000" tIns="36000" rIns="54000" bIns="36000" rtlCol="0" anchor="ctr">
            <a:spAutoFit/>
          </a:bodyPr>
          <a:lstStyle/>
          <a:p>
            <a:pPr algn="ctr"/>
            <a:r>
              <a:rPr kumimoji="1" lang="ja-JP" altLang="en-US" sz="1400" b="1" dirty="0">
                <a:solidFill>
                  <a:schemeClr val="tx1">
                    <a:lumMod val="75000"/>
                    <a:lumOff val="25000"/>
                  </a:schemeClr>
                </a:solidFill>
                <a:latin typeface="+mn-ea"/>
                <a:cs typeface="メイリオ" pitchFamily="50" charset="-128"/>
              </a:rPr>
              <a:t>契約③</a:t>
            </a:r>
            <a:r>
              <a:rPr kumimoji="1" lang="en-US" altLang="ja-JP" sz="1400" b="1" dirty="0">
                <a:solidFill>
                  <a:schemeClr val="tx1">
                    <a:lumMod val="75000"/>
                    <a:lumOff val="25000"/>
                  </a:schemeClr>
                </a:solidFill>
                <a:latin typeface="+mn-ea"/>
                <a:cs typeface="メイリオ" pitchFamily="50" charset="-128"/>
              </a:rPr>
              <a:t>:</a:t>
            </a:r>
            <a:r>
              <a:rPr kumimoji="1" lang="ja-JP" altLang="en-US" sz="1400" b="1" dirty="0">
                <a:solidFill>
                  <a:schemeClr val="tx1">
                    <a:lumMod val="75000"/>
                    <a:lumOff val="25000"/>
                  </a:schemeClr>
                </a:solidFill>
                <a:latin typeface="+mn-ea"/>
                <a:cs typeface="メイリオ" pitchFamily="50" charset="-128"/>
              </a:rPr>
              <a:t>請負契約</a:t>
            </a:r>
          </a:p>
        </p:txBody>
      </p:sp>
      <p:sp>
        <p:nvSpPr>
          <p:cNvPr id="56" name="テキスト ボックス 55">
            <a:extLst>
              <a:ext uri="{FF2B5EF4-FFF2-40B4-BE49-F238E27FC236}">
                <a16:creationId xmlns:a16="http://schemas.microsoft.com/office/drawing/2014/main" id="{3258DBF3-F528-EBC6-FC48-0F76A31B672F}"/>
              </a:ext>
            </a:extLst>
          </p:cNvPr>
          <p:cNvSpPr txBox="1"/>
          <p:nvPr/>
        </p:nvSpPr>
        <p:spPr>
          <a:xfrm>
            <a:off x="6349490" y="2471288"/>
            <a:ext cx="1979431" cy="276999"/>
          </a:xfrm>
          <a:prstGeom prst="rect">
            <a:avLst/>
          </a:prstGeom>
          <a:noFill/>
        </p:spPr>
        <p:txBody>
          <a:bodyPr wrap="square" rtlCol="0" anchor="t">
            <a:spAutoFit/>
          </a:bodyPr>
          <a:lstStyle/>
          <a:p>
            <a:pPr algn="r"/>
            <a:r>
              <a:rPr kumimoji="1" lang="ja-JP" altLang="en-US" sz="1200" dirty="0">
                <a:solidFill>
                  <a:srgbClr val="FF0000"/>
                </a:solidFill>
                <a:latin typeface="+mn-ea"/>
              </a:rPr>
              <a:t>▲</a:t>
            </a:r>
            <a:r>
              <a:rPr kumimoji="1" lang="en-US" altLang="ja-JP" sz="1200" dirty="0">
                <a:solidFill>
                  <a:srgbClr val="FF0000"/>
                </a:solidFill>
                <a:latin typeface="+mn-ea"/>
              </a:rPr>
              <a:t>Enterprise</a:t>
            </a:r>
            <a:r>
              <a:rPr kumimoji="1" lang="ja-JP" altLang="en-US" sz="1200" dirty="0">
                <a:solidFill>
                  <a:srgbClr val="FF0000"/>
                </a:solidFill>
                <a:latin typeface="+mn-ea"/>
              </a:rPr>
              <a:t>対応完了</a:t>
            </a:r>
            <a:endParaRPr kumimoji="1" lang="en-US" altLang="ja-JP" sz="1100" dirty="0">
              <a:solidFill>
                <a:srgbClr val="FF0000"/>
              </a:solidFill>
              <a:latin typeface="+mn-ea"/>
            </a:endParaRPr>
          </a:p>
        </p:txBody>
      </p:sp>
      <p:sp>
        <p:nvSpPr>
          <p:cNvPr id="3" name="吹き出し: 四角形 2">
            <a:extLst>
              <a:ext uri="{FF2B5EF4-FFF2-40B4-BE49-F238E27FC236}">
                <a16:creationId xmlns:a16="http://schemas.microsoft.com/office/drawing/2014/main" id="{6161DDB6-B035-E285-C49E-9237A1F2B255}"/>
              </a:ext>
            </a:extLst>
          </p:cNvPr>
          <p:cNvSpPr/>
          <p:nvPr/>
        </p:nvSpPr>
        <p:spPr>
          <a:xfrm>
            <a:off x="8054109" y="5153891"/>
            <a:ext cx="2969838" cy="902185"/>
          </a:xfrm>
          <a:prstGeom prst="wedgeRectCallout">
            <a:avLst>
              <a:gd name="adj1" fmla="val -78680"/>
              <a:gd name="adj2" fmla="val 1028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dirty="0">
                <a:latin typeface="+mn-ea"/>
              </a:rPr>
              <a:t>本見積対象外</a:t>
            </a:r>
            <a:endParaRPr kumimoji="1" lang="en-US" altLang="ja-JP" sz="1200" dirty="0">
              <a:latin typeface="+mn-ea"/>
            </a:endParaRPr>
          </a:p>
          <a:p>
            <a:pPr algn="ctr"/>
            <a:r>
              <a:rPr kumimoji="1" lang="ja-JP" altLang="en-US" sz="1200" dirty="0">
                <a:latin typeface="+mn-ea"/>
              </a:rPr>
              <a:t>詳細については引継ぎ作業のタイミングで相談させてください</a:t>
            </a:r>
          </a:p>
        </p:txBody>
      </p:sp>
    </p:spTree>
    <p:extLst>
      <p:ext uri="{BB962C8B-B14F-4D97-AF65-F5344CB8AC3E}">
        <p14:creationId xmlns:p14="http://schemas.microsoft.com/office/powerpoint/2010/main" val="27103414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FD749-B442-94E6-DEFB-6BF2DB82594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850D801-D4C9-5E9B-16B5-03761EBFA2C5}"/>
              </a:ext>
            </a:extLst>
          </p:cNvPr>
          <p:cNvSpPr>
            <a:spLocks noGrp="1"/>
          </p:cNvSpPr>
          <p:nvPr>
            <p:ph type="title"/>
          </p:nvPr>
        </p:nvSpPr>
        <p:spPr/>
        <p:txBody>
          <a:bodyPr/>
          <a:lstStyle/>
          <a:p>
            <a:r>
              <a:rPr kumimoji="1" lang="en-US" altLang="ja-JP" dirty="0"/>
              <a:t>3-2</a:t>
            </a:r>
            <a:r>
              <a:rPr kumimoji="1" lang="ja-JP" altLang="en-US"/>
              <a:t>．</a:t>
            </a:r>
            <a:r>
              <a:rPr kumimoji="1" lang="ja-JP" altLang="en-US" dirty="0"/>
              <a:t>引継ぎ計画</a:t>
            </a:r>
            <a:endParaRPr kumimoji="1" lang="ja-JP" altLang="en-US"/>
          </a:p>
        </p:txBody>
      </p:sp>
      <p:sp>
        <p:nvSpPr>
          <p:cNvPr id="4" name="フッター プレースホルダー 3">
            <a:extLst>
              <a:ext uri="{FF2B5EF4-FFF2-40B4-BE49-F238E27FC236}">
                <a16:creationId xmlns:a16="http://schemas.microsoft.com/office/drawing/2014/main" id="{2900DF1E-A774-BB89-A695-E278064438EE}"/>
              </a:ext>
            </a:extLst>
          </p:cNvPr>
          <p:cNvSpPr>
            <a:spLocks noGrp="1"/>
          </p:cNvSpPr>
          <p:nvPr>
            <p:ph type="ftr" sz="quarter" idx="11"/>
          </p:nvPr>
        </p:nvSpPr>
        <p:spPr/>
        <p:txBody>
          <a:bodyPr/>
          <a:lstStyle/>
          <a:p>
            <a:r>
              <a:rPr lang="en-US" altLang="ja-JP"/>
              <a:t>Copyright © SystemEXE,Inc All Rights Reserved.</a:t>
            </a:r>
          </a:p>
        </p:txBody>
      </p:sp>
      <p:sp>
        <p:nvSpPr>
          <p:cNvPr id="3" name="スライド番号プレースホルダー 3">
            <a:extLst>
              <a:ext uri="{FF2B5EF4-FFF2-40B4-BE49-F238E27FC236}">
                <a16:creationId xmlns:a16="http://schemas.microsoft.com/office/drawing/2014/main" id="{FC53A36E-8CC7-1D4E-5221-51750C0C3017}"/>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11</a:t>
            </a:fld>
            <a:endParaRPr kumimoji="1" lang="ja-JP" altLang="en-US" sz="700"/>
          </a:p>
        </p:txBody>
      </p:sp>
      <p:pic>
        <p:nvPicPr>
          <p:cNvPr id="10" name="図 9" descr="テキスト, チャットまたはテキスト メッセージ&#10;&#10;AI 生成コンテンツは誤りを含む可能性があります。">
            <a:extLst>
              <a:ext uri="{FF2B5EF4-FFF2-40B4-BE49-F238E27FC236}">
                <a16:creationId xmlns:a16="http://schemas.microsoft.com/office/drawing/2014/main" id="{F135F320-9FFF-8C21-09FE-B7DA3DE34FD1}"/>
              </a:ext>
            </a:extLst>
          </p:cNvPr>
          <p:cNvPicPr>
            <a:picLocks noChangeAspect="1"/>
          </p:cNvPicPr>
          <p:nvPr/>
        </p:nvPicPr>
        <p:blipFill>
          <a:blip r:embed="rId3"/>
          <a:srcRect b="10465"/>
          <a:stretch>
            <a:fillRect/>
          </a:stretch>
        </p:blipFill>
        <p:spPr>
          <a:xfrm>
            <a:off x="1450109" y="1581890"/>
            <a:ext cx="9291782" cy="4643419"/>
          </a:xfrm>
          <a:prstGeom prst="rect">
            <a:avLst/>
          </a:prstGeom>
        </p:spPr>
      </p:pic>
      <p:sp>
        <p:nvSpPr>
          <p:cNvPr id="11" name="正方形/長方形 10">
            <a:extLst>
              <a:ext uri="{FF2B5EF4-FFF2-40B4-BE49-F238E27FC236}">
                <a16:creationId xmlns:a16="http://schemas.microsoft.com/office/drawing/2014/main" id="{46B36E0B-5705-E92D-C3DF-A48D366916BD}"/>
              </a:ext>
            </a:extLst>
          </p:cNvPr>
          <p:cNvSpPr/>
          <p:nvPr/>
        </p:nvSpPr>
        <p:spPr>
          <a:xfrm>
            <a:off x="609090" y="863563"/>
            <a:ext cx="102870" cy="411480"/>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571BF69D-92AF-5D7B-E708-7CCE905A49D2}"/>
              </a:ext>
            </a:extLst>
          </p:cNvPr>
          <p:cNvCxnSpPr/>
          <p:nvPr/>
        </p:nvCxnSpPr>
        <p:spPr>
          <a:xfrm>
            <a:off x="857250" y="1275043"/>
            <a:ext cx="700659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4F516005-F6B3-47D6-A07A-6DF92A645AC5}"/>
              </a:ext>
            </a:extLst>
          </p:cNvPr>
          <p:cNvSpPr txBox="1"/>
          <p:nvPr/>
        </p:nvSpPr>
        <p:spPr>
          <a:xfrm>
            <a:off x="857250" y="863562"/>
            <a:ext cx="3117984" cy="369332"/>
          </a:xfrm>
          <a:prstGeom prst="rect">
            <a:avLst/>
          </a:prstGeom>
          <a:noFill/>
        </p:spPr>
        <p:txBody>
          <a:bodyPr wrap="square" rtlCol="0">
            <a:spAutoFit/>
          </a:bodyPr>
          <a:lstStyle/>
          <a:p>
            <a:r>
              <a:rPr kumimoji="1" lang="ja-JP" altLang="en-US" b="1" dirty="0">
                <a:latin typeface="游ゴシック" panose="020B0400000000000000" pitchFamily="50" charset="-128"/>
                <a:ea typeface="游ゴシック" panose="020B0400000000000000" pitchFamily="50" charset="-128"/>
              </a:rPr>
              <a:t>引継ぎ計画</a:t>
            </a:r>
          </a:p>
        </p:txBody>
      </p:sp>
    </p:spTree>
    <p:extLst>
      <p:ext uri="{BB962C8B-B14F-4D97-AF65-F5344CB8AC3E}">
        <p14:creationId xmlns:p14="http://schemas.microsoft.com/office/powerpoint/2010/main" val="2209164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08F970E-F44D-C4E4-6DD6-F0F7FB78D08B}"/>
              </a:ext>
            </a:extLst>
          </p:cNvPr>
          <p:cNvSpPr>
            <a:spLocks noGrp="1"/>
          </p:cNvSpPr>
          <p:nvPr>
            <p:ph type="ftr" sz="quarter" idx="11"/>
          </p:nvPr>
        </p:nvSpPr>
        <p:spPr/>
        <p:txBody>
          <a:bodyPr/>
          <a:lstStyle/>
          <a:p>
            <a:r>
              <a:rPr lang="en-US"/>
              <a:t>Copyright © SystemEXE,Inc All Rights Reserved.</a:t>
            </a:r>
          </a:p>
        </p:txBody>
      </p:sp>
      <p:sp>
        <p:nvSpPr>
          <p:cNvPr id="3" name="タイトル 2">
            <a:extLst>
              <a:ext uri="{FF2B5EF4-FFF2-40B4-BE49-F238E27FC236}">
                <a16:creationId xmlns:a16="http://schemas.microsoft.com/office/drawing/2014/main" id="{E56CEAF8-DA11-DB40-5D6E-1FBA7E31ED5C}"/>
              </a:ext>
            </a:extLst>
          </p:cNvPr>
          <p:cNvSpPr>
            <a:spLocks noGrp="1"/>
          </p:cNvSpPr>
          <p:nvPr>
            <p:ph type="title"/>
          </p:nvPr>
        </p:nvSpPr>
        <p:spPr/>
        <p:txBody>
          <a:bodyPr/>
          <a:lstStyle/>
          <a:p>
            <a:r>
              <a:rPr kumimoji="1" lang="ja-JP" altLang="en-US" dirty="0"/>
              <a:t>推進体制</a:t>
            </a:r>
          </a:p>
        </p:txBody>
      </p:sp>
    </p:spTree>
    <p:extLst>
      <p:ext uri="{BB962C8B-B14F-4D97-AF65-F5344CB8AC3E}">
        <p14:creationId xmlns:p14="http://schemas.microsoft.com/office/powerpoint/2010/main" val="40567162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B2D47-5E15-5EEA-78CF-BD05A754414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1FEB0CC-8557-E8A4-995B-A223F87310E9}"/>
              </a:ext>
            </a:extLst>
          </p:cNvPr>
          <p:cNvSpPr>
            <a:spLocks noGrp="1"/>
          </p:cNvSpPr>
          <p:nvPr>
            <p:ph type="title"/>
          </p:nvPr>
        </p:nvSpPr>
        <p:spPr/>
        <p:txBody>
          <a:bodyPr/>
          <a:lstStyle/>
          <a:p>
            <a:r>
              <a:rPr kumimoji="1" lang="en-US" altLang="ja-JP" dirty="0"/>
              <a:t>4-1</a:t>
            </a:r>
            <a:r>
              <a:rPr kumimoji="1" lang="ja-JP" altLang="en-US"/>
              <a:t>．</a:t>
            </a:r>
            <a:r>
              <a:rPr kumimoji="1" lang="ja-JP" altLang="en-US" dirty="0"/>
              <a:t>コミュニケーションフロー</a:t>
            </a:r>
            <a:endParaRPr kumimoji="1" lang="ja-JP" altLang="en-US"/>
          </a:p>
        </p:txBody>
      </p:sp>
      <p:sp>
        <p:nvSpPr>
          <p:cNvPr id="4" name="フッター プレースホルダー 3">
            <a:extLst>
              <a:ext uri="{FF2B5EF4-FFF2-40B4-BE49-F238E27FC236}">
                <a16:creationId xmlns:a16="http://schemas.microsoft.com/office/drawing/2014/main" id="{9FBC8446-A706-6007-481B-56A4262B87C6}"/>
              </a:ext>
            </a:extLst>
          </p:cNvPr>
          <p:cNvSpPr>
            <a:spLocks noGrp="1"/>
          </p:cNvSpPr>
          <p:nvPr>
            <p:ph type="ftr" sz="quarter" idx="11"/>
          </p:nvPr>
        </p:nvSpPr>
        <p:spPr/>
        <p:txBody>
          <a:bodyPr/>
          <a:lstStyle/>
          <a:p>
            <a:r>
              <a:rPr lang="en-US" altLang="ja-JP"/>
              <a:t>Copyright © SystemEXE,Inc All Rights Reserved.</a:t>
            </a:r>
          </a:p>
        </p:txBody>
      </p:sp>
      <p:sp>
        <p:nvSpPr>
          <p:cNvPr id="3" name="スライド番号プレースホルダー 3">
            <a:extLst>
              <a:ext uri="{FF2B5EF4-FFF2-40B4-BE49-F238E27FC236}">
                <a16:creationId xmlns:a16="http://schemas.microsoft.com/office/drawing/2014/main" id="{A4AD0AE0-61B4-BB76-696A-B7BE6BDFEA81}"/>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13</a:t>
            </a:fld>
            <a:endParaRPr kumimoji="1" lang="ja-JP" altLang="en-US" sz="700"/>
          </a:p>
        </p:txBody>
      </p:sp>
      <p:pic>
        <p:nvPicPr>
          <p:cNvPr id="11" name="図 10" descr="タイムライン&#10;&#10;AI 生成コンテンツは誤りを含む可能性があります。">
            <a:extLst>
              <a:ext uri="{FF2B5EF4-FFF2-40B4-BE49-F238E27FC236}">
                <a16:creationId xmlns:a16="http://schemas.microsoft.com/office/drawing/2014/main" id="{2A5455DF-2676-8101-EED1-5CA20203BD2F}"/>
              </a:ext>
            </a:extLst>
          </p:cNvPr>
          <p:cNvPicPr>
            <a:picLocks noChangeAspect="1"/>
          </p:cNvPicPr>
          <p:nvPr/>
        </p:nvPicPr>
        <p:blipFill>
          <a:blip r:embed="rId3"/>
          <a:srcRect b="3003"/>
          <a:stretch>
            <a:fillRect/>
          </a:stretch>
        </p:blipFill>
        <p:spPr>
          <a:xfrm>
            <a:off x="576000" y="1317192"/>
            <a:ext cx="10387175" cy="5149564"/>
          </a:xfrm>
          <a:prstGeom prst="rect">
            <a:avLst/>
          </a:prstGeom>
        </p:spPr>
      </p:pic>
      <p:sp>
        <p:nvSpPr>
          <p:cNvPr id="12" name="正方形/長方形 11">
            <a:extLst>
              <a:ext uri="{FF2B5EF4-FFF2-40B4-BE49-F238E27FC236}">
                <a16:creationId xmlns:a16="http://schemas.microsoft.com/office/drawing/2014/main" id="{4F16D04F-65D5-D1AA-DB8F-8F4FC0F063E8}"/>
              </a:ext>
            </a:extLst>
          </p:cNvPr>
          <p:cNvSpPr/>
          <p:nvPr/>
        </p:nvSpPr>
        <p:spPr>
          <a:xfrm>
            <a:off x="609090" y="863563"/>
            <a:ext cx="102870" cy="411480"/>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コネクタ 12">
            <a:extLst>
              <a:ext uri="{FF2B5EF4-FFF2-40B4-BE49-F238E27FC236}">
                <a16:creationId xmlns:a16="http://schemas.microsoft.com/office/drawing/2014/main" id="{A8871AF5-0B5E-2DEF-67C4-1D5AA6C986B2}"/>
              </a:ext>
            </a:extLst>
          </p:cNvPr>
          <p:cNvCxnSpPr/>
          <p:nvPr/>
        </p:nvCxnSpPr>
        <p:spPr>
          <a:xfrm>
            <a:off x="857250" y="1275043"/>
            <a:ext cx="700659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2BDDC99D-8556-D9BE-6297-58FEB19592A5}"/>
              </a:ext>
            </a:extLst>
          </p:cNvPr>
          <p:cNvSpPr txBox="1"/>
          <p:nvPr/>
        </p:nvSpPr>
        <p:spPr>
          <a:xfrm>
            <a:off x="857250" y="863562"/>
            <a:ext cx="3117984" cy="369332"/>
          </a:xfrm>
          <a:prstGeom prst="rect">
            <a:avLst/>
          </a:prstGeom>
          <a:noFill/>
        </p:spPr>
        <p:txBody>
          <a:bodyPr wrap="square" rtlCol="0">
            <a:spAutoFit/>
          </a:bodyPr>
          <a:lstStyle/>
          <a:p>
            <a:r>
              <a:rPr kumimoji="1" lang="ja-JP" altLang="en-US" b="1" dirty="0">
                <a:latin typeface="游ゴシック" panose="020B0400000000000000" pitchFamily="50" charset="-128"/>
                <a:ea typeface="游ゴシック" panose="020B0400000000000000" pitchFamily="50" charset="-128"/>
              </a:rPr>
              <a:t>コミュニケーションフロー</a:t>
            </a:r>
          </a:p>
        </p:txBody>
      </p:sp>
    </p:spTree>
    <p:extLst>
      <p:ext uri="{BB962C8B-B14F-4D97-AF65-F5344CB8AC3E}">
        <p14:creationId xmlns:p14="http://schemas.microsoft.com/office/powerpoint/2010/main" val="1526869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61AC2-25E7-E787-333E-1B5F11F05599}"/>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D6A26857-4AF9-6C0F-3296-065EA97A8F3E}"/>
              </a:ext>
            </a:extLst>
          </p:cNvPr>
          <p:cNvSpPr txBox="1"/>
          <p:nvPr/>
        </p:nvSpPr>
        <p:spPr>
          <a:xfrm>
            <a:off x="576000" y="936000"/>
            <a:ext cx="11041200" cy="864000"/>
          </a:xfrm>
          <a:prstGeom prst="rect">
            <a:avLst/>
          </a:prstGeom>
          <a:noFill/>
        </p:spPr>
        <p:txBody>
          <a:bodyPr wrap="square" lIns="108000" tIns="72000" rIns="108000" bIns="72000" rtlCol="0" anchor="t">
            <a:noAutofit/>
          </a:bodyPr>
          <a:lstStyle/>
          <a:p>
            <a:pPr>
              <a:spcBef>
                <a:spcPts val="600"/>
              </a:spcBef>
            </a:pPr>
            <a:r>
              <a:rPr kumimoji="1" lang="ja-JP" altLang="en-US" sz="1600">
                <a:latin typeface="游ゴシック"/>
                <a:ea typeface="游ゴシック"/>
              </a:rPr>
              <a:t>貴社との会議体につきましては、以下の会議を開催し、進捗管理・各種調整作業・課題解決等を実施します。</a:t>
            </a:r>
            <a:br>
              <a:rPr kumimoji="1" lang="ja-JP" altLang="en-US" sz="1600">
                <a:latin typeface="游ゴシック"/>
                <a:ea typeface="游ゴシック"/>
              </a:rPr>
            </a:br>
            <a:r>
              <a:rPr kumimoji="1" lang="ja-JP" altLang="en-US" sz="1600">
                <a:latin typeface="游ゴシック"/>
                <a:ea typeface="游ゴシック"/>
              </a:rPr>
              <a:t>貴社との会議体は、対面会議および</a:t>
            </a:r>
            <a:r>
              <a:rPr kumimoji="1" lang="en-US" altLang="ja-JP" sz="1600">
                <a:latin typeface="游ゴシック"/>
                <a:ea typeface="游ゴシック"/>
              </a:rPr>
              <a:t>WEB</a:t>
            </a:r>
            <a:r>
              <a:rPr kumimoji="1" lang="ja-JP" altLang="en-US" sz="1600">
                <a:latin typeface="游ゴシック"/>
                <a:ea typeface="游ゴシック"/>
              </a:rPr>
              <a:t>会議を会議体の特性に応じて使い分けることとします。</a:t>
            </a:r>
            <a:br>
              <a:rPr kumimoji="1" lang="ja-JP" altLang="en-US" sz="1600">
                <a:latin typeface="游ゴシック"/>
                <a:ea typeface="游ゴシック"/>
              </a:rPr>
            </a:br>
            <a:r>
              <a:rPr kumimoji="1" lang="en-US" altLang="ja-JP" sz="1600">
                <a:latin typeface="游ゴシック"/>
                <a:ea typeface="游ゴシック"/>
              </a:rPr>
              <a:t>※WEB</a:t>
            </a:r>
            <a:r>
              <a:rPr kumimoji="1" lang="ja-JP" altLang="en-US" sz="1600">
                <a:latin typeface="游ゴシック"/>
                <a:ea typeface="游ゴシック"/>
              </a:rPr>
              <a:t>会議の予定であっても、状況に応じて対面での会議を開催します。</a:t>
            </a:r>
          </a:p>
        </p:txBody>
      </p:sp>
      <p:sp>
        <p:nvSpPr>
          <p:cNvPr id="2" name="タイトル 1">
            <a:extLst>
              <a:ext uri="{FF2B5EF4-FFF2-40B4-BE49-F238E27FC236}">
                <a16:creationId xmlns:a16="http://schemas.microsoft.com/office/drawing/2014/main" id="{5E88FC77-3B7F-4FFF-ABEA-3891E016BB8A}"/>
              </a:ext>
            </a:extLst>
          </p:cNvPr>
          <p:cNvSpPr>
            <a:spLocks noGrp="1"/>
          </p:cNvSpPr>
          <p:nvPr>
            <p:ph type="title"/>
          </p:nvPr>
        </p:nvSpPr>
        <p:spPr/>
        <p:txBody>
          <a:bodyPr/>
          <a:lstStyle/>
          <a:p>
            <a:r>
              <a:rPr kumimoji="1" lang="en-US" altLang="ja-JP" dirty="0"/>
              <a:t>4-2</a:t>
            </a:r>
            <a:r>
              <a:rPr kumimoji="1" lang="ja-JP" altLang="en-US"/>
              <a:t>．会議体</a:t>
            </a:r>
          </a:p>
        </p:txBody>
      </p:sp>
      <p:sp>
        <p:nvSpPr>
          <p:cNvPr id="4" name="フッター プレースホルダー 3">
            <a:extLst>
              <a:ext uri="{FF2B5EF4-FFF2-40B4-BE49-F238E27FC236}">
                <a16:creationId xmlns:a16="http://schemas.microsoft.com/office/drawing/2014/main" id="{1DBD5E17-7E95-BDA5-2DED-3447C28C10AD}"/>
              </a:ext>
            </a:extLst>
          </p:cNvPr>
          <p:cNvSpPr>
            <a:spLocks noGrp="1"/>
          </p:cNvSpPr>
          <p:nvPr>
            <p:ph type="ftr" sz="quarter" idx="11"/>
          </p:nvPr>
        </p:nvSpPr>
        <p:spPr/>
        <p:txBody>
          <a:bodyPr/>
          <a:lstStyle/>
          <a:p>
            <a:r>
              <a:rPr lang="en-US" altLang="ja-JP"/>
              <a:t>Copyright © SystemEXE,Inc All Rights Reserved.</a:t>
            </a:r>
          </a:p>
        </p:txBody>
      </p:sp>
      <p:graphicFrame>
        <p:nvGraphicFramePr>
          <p:cNvPr id="6" name="コンテンツ プレースホルダー 6">
            <a:extLst>
              <a:ext uri="{FF2B5EF4-FFF2-40B4-BE49-F238E27FC236}">
                <a16:creationId xmlns:a16="http://schemas.microsoft.com/office/drawing/2014/main" id="{4F98FCB3-C730-C554-3FF9-F3B1F69497DB}"/>
              </a:ext>
            </a:extLst>
          </p:cNvPr>
          <p:cNvGraphicFramePr>
            <a:graphicFrameLocks/>
          </p:cNvGraphicFramePr>
          <p:nvPr>
            <p:extLst>
              <p:ext uri="{D42A27DB-BD31-4B8C-83A1-F6EECF244321}">
                <p14:modId xmlns:p14="http://schemas.microsoft.com/office/powerpoint/2010/main" val="3394650778"/>
              </p:ext>
            </p:extLst>
          </p:nvPr>
        </p:nvGraphicFramePr>
        <p:xfrm>
          <a:off x="575999" y="1780170"/>
          <a:ext cx="11184750" cy="4693920"/>
        </p:xfrm>
        <a:graphic>
          <a:graphicData uri="http://schemas.openxmlformats.org/drawingml/2006/table">
            <a:tbl>
              <a:tblPr firstRow="1" bandRow="1">
                <a:tableStyleId>{3B4B98B0-60AC-42C2-AFA5-B58CD77FA1E5}</a:tableStyleId>
              </a:tblPr>
              <a:tblGrid>
                <a:gridCol w="1656000">
                  <a:extLst>
                    <a:ext uri="{9D8B030D-6E8A-4147-A177-3AD203B41FA5}">
                      <a16:colId xmlns:a16="http://schemas.microsoft.com/office/drawing/2014/main" val="20000"/>
                    </a:ext>
                  </a:extLst>
                </a:gridCol>
                <a:gridCol w="1428750">
                  <a:extLst>
                    <a:ext uri="{9D8B030D-6E8A-4147-A177-3AD203B41FA5}">
                      <a16:colId xmlns:a16="http://schemas.microsoft.com/office/drawing/2014/main" val="20003"/>
                    </a:ext>
                  </a:extLst>
                </a:gridCol>
                <a:gridCol w="720000">
                  <a:extLst>
                    <a:ext uri="{9D8B030D-6E8A-4147-A177-3AD203B41FA5}">
                      <a16:colId xmlns:a16="http://schemas.microsoft.com/office/drawing/2014/main" val="2022646445"/>
                    </a:ext>
                  </a:extLst>
                </a:gridCol>
                <a:gridCol w="900000">
                  <a:extLst>
                    <a:ext uri="{9D8B030D-6E8A-4147-A177-3AD203B41FA5}">
                      <a16:colId xmlns:a16="http://schemas.microsoft.com/office/drawing/2014/main" val="1186915876"/>
                    </a:ext>
                  </a:extLst>
                </a:gridCol>
                <a:gridCol w="1440000">
                  <a:extLst>
                    <a:ext uri="{9D8B030D-6E8A-4147-A177-3AD203B41FA5}">
                      <a16:colId xmlns:a16="http://schemas.microsoft.com/office/drawing/2014/main" val="2528857795"/>
                    </a:ext>
                  </a:extLst>
                </a:gridCol>
                <a:gridCol w="5040000">
                  <a:extLst>
                    <a:ext uri="{9D8B030D-6E8A-4147-A177-3AD203B41FA5}">
                      <a16:colId xmlns:a16="http://schemas.microsoft.com/office/drawing/2014/main" val="20001"/>
                    </a:ext>
                  </a:extLst>
                </a:gridCol>
              </a:tblGrid>
              <a:tr h="417600">
                <a:tc>
                  <a:txBody>
                    <a:bodyPr/>
                    <a:lstStyle/>
                    <a:p>
                      <a:pPr algn="l"/>
                      <a:r>
                        <a:rPr kumimoji="1" lang="ja-JP" altLang="en-US" sz="1600" dirty="0">
                          <a:solidFill>
                            <a:schemeClr val="bg1"/>
                          </a:solidFill>
                          <a:latin typeface="+mn-ea"/>
                          <a:ea typeface="+mn-ea"/>
                        </a:rPr>
                        <a:t>会議名</a:t>
                      </a:r>
                      <a:endParaRPr kumimoji="1" lang="en-US" altLang="ja-JP" sz="1600" b="1" dirty="0">
                        <a:solidFill>
                          <a:schemeClr val="bg1"/>
                        </a:solidFill>
                        <a:latin typeface="+mn-ea"/>
                        <a:ea typeface="+mn-ea"/>
                      </a:endParaRPr>
                    </a:p>
                  </a:txBody>
                  <a:tcPr marL="72000" marR="72000" anchor="ctr">
                    <a:solidFill>
                      <a:schemeClr val="accent1"/>
                    </a:solidFill>
                  </a:tcPr>
                </a:tc>
                <a:tc>
                  <a:txBody>
                    <a:bodyPr/>
                    <a:lstStyle/>
                    <a:p>
                      <a:pPr algn="ctr"/>
                      <a:r>
                        <a:rPr kumimoji="1" lang="ja-JP" altLang="en-US" sz="1600">
                          <a:solidFill>
                            <a:schemeClr val="bg1"/>
                          </a:solidFill>
                          <a:latin typeface="+mn-ea"/>
                          <a:ea typeface="+mn-ea"/>
                        </a:rPr>
                        <a:t>開催</a:t>
                      </a:r>
                      <a:endParaRPr kumimoji="1" lang="en-US" altLang="ja-JP" sz="1600">
                        <a:solidFill>
                          <a:schemeClr val="bg1"/>
                        </a:solidFill>
                        <a:latin typeface="+mn-ea"/>
                        <a:ea typeface="+mn-ea"/>
                      </a:endParaRPr>
                    </a:p>
                    <a:p>
                      <a:pPr algn="ctr"/>
                      <a:r>
                        <a:rPr kumimoji="1" lang="ja-JP" altLang="en-US" sz="1600">
                          <a:solidFill>
                            <a:schemeClr val="bg1"/>
                          </a:solidFill>
                          <a:latin typeface="+mn-ea"/>
                          <a:ea typeface="+mn-ea"/>
                        </a:rPr>
                        <a:t>頻度</a:t>
                      </a:r>
                      <a:endParaRPr kumimoji="1" lang="en-US" altLang="ja-JP" sz="1600" b="1" dirty="0">
                        <a:solidFill>
                          <a:schemeClr val="bg1"/>
                        </a:solidFill>
                        <a:latin typeface="+mn-ea"/>
                        <a:ea typeface="+mn-ea"/>
                      </a:endParaRPr>
                    </a:p>
                  </a:txBody>
                  <a:tcPr marL="72000" marR="72000" anchor="ctr">
                    <a:solidFill>
                      <a:schemeClr val="accent1"/>
                    </a:solidFill>
                  </a:tcPr>
                </a:tc>
                <a:tc>
                  <a:txBody>
                    <a:bodyPr/>
                    <a:lstStyle/>
                    <a:p>
                      <a:pPr algn="ctr"/>
                      <a:r>
                        <a:rPr kumimoji="1" lang="ja-JP" altLang="en-US" sz="1600" dirty="0">
                          <a:solidFill>
                            <a:schemeClr val="bg1"/>
                          </a:solidFill>
                          <a:latin typeface="+mn-ea"/>
                          <a:ea typeface="+mn-ea"/>
                        </a:rPr>
                        <a:t>会議</a:t>
                      </a:r>
                      <a:endParaRPr kumimoji="1" lang="en-US" altLang="ja-JP" sz="1600" dirty="0">
                        <a:solidFill>
                          <a:schemeClr val="bg1"/>
                        </a:solidFill>
                        <a:latin typeface="+mn-ea"/>
                        <a:ea typeface="+mn-ea"/>
                      </a:endParaRPr>
                    </a:p>
                    <a:p>
                      <a:pPr algn="ctr"/>
                      <a:r>
                        <a:rPr kumimoji="1" lang="ja-JP" altLang="en-US" sz="1600" dirty="0">
                          <a:solidFill>
                            <a:schemeClr val="bg1"/>
                          </a:solidFill>
                          <a:latin typeface="+mn-ea"/>
                          <a:ea typeface="+mn-ea"/>
                        </a:rPr>
                        <a:t>形態</a:t>
                      </a:r>
                      <a:endParaRPr kumimoji="1" lang="en-US" altLang="ja-JP" sz="1600" b="1" dirty="0">
                        <a:solidFill>
                          <a:schemeClr val="bg1"/>
                        </a:solidFill>
                        <a:latin typeface="+mn-ea"/>
                        <a:ea typeface="+mn-ea"/>
                      </a:endParaRPr>
                    </a:p>
                  </a:txBody>
                  <a:tcPr marL="72000" marR="72000" anchor="ctr">
                    <a:solidFill>
                      <a:schemeClr val="accent1"/>
                    </a:solidFill>
                  </a:tcPr>
                </a:tc>
                <a:tc>
                  <a:txBody>
                    <a:bodyPr/>
                    <a:lstStyle/>
                    <a:p>
                      <a:pPr algn="ctr"/>
                      <a:r>
                        <a:rPr kumimoji="1" lang="ja-JP" altLang="en-US" sz="1600" dirty="0">
                          <a:solidFill>
                            <a:schemeClr val="bg1"/>
                          </a:solidFill>
                          <a:latin typeface="+mn-ea"/>
                          <a:ea typeface="+mn-ea"/>
                        </a:rPr>
                        <a:t>主催</a:t>
                      </a:r>
                      <a:endParaRPr kumimoji="1" lang="en-US" altLang="ja-JP" sz="1600" b="1" dirty="0">
                        <a:solidFill>
                          <a:schemeClr val="bg1"/>
                        </a:solidFill>
                        <a:latin typeface="+mn-ea"/>
                        <a:ea typeface="+mn-ea"/>
                      </a:endParaRPr>
                    </a:p>
                  </a:txBody>
                  <a:tcPr marL="72000" marR="72000" anchor="ctr">
                    <a:solidFill>
                      <a:schemeClr val="accent1"/>
                    </a:solidFill>
                  </a:tcPr>
                </a:tc>
                <a:tc>
                  <a:txBody>
                    <a:bodyPr/>
                    <a:lstStyle/>
                    <a:p>
                      <a:pPr algn="l"/>
                      <a:r>
                        <a:rPr kumimoji="1" lang="ja-JP" altLang="en-US" sz="1600" b="1" dirty="0">
                          <a:solidFill>
                            <a:schemeClr val="bg1"/>
                          </a:solidFill>
                          <a:latin typeface="+mn-ea"/>
                          <a:ea typeface="+mn-ea"/>
                        </a:rPr>
                        <a:t>参加者</a:t>
                      </a:r>
                      <a:endParaRPr kumimoji="1" lang="en-US" altLang="ja-JP" sz="1600" b="1" dirty="0">
                        <a:solidFill>
                          <a:schemeClr val="bg1"/>
                        </a:solidFill>
                        <a:latin typeface="+mn-ea"/>
                        <a:ea typeface="+mn-ea"/>
                      </a:endParaRPr>
                    </a:p>
                  </a:txBody>
                  <a:tcPr marL="72000" marR="72000" anchor="ctr">
                    <a:solidFill>
                      <a:schemeClr val="accent1"/>
                    </a:solidFill>
                  </a:tcPr>
                </a:tc>
                <a:tc>
                  <a:txBody>
                    <a:bodyPr/>
                    <a:lstStyle/>
                    <a:p>
                      <a:pPr algn="l"/>
                      <a:r>
                        <a:rPr kumimoji="1" lang="ja-JP" altLang="en-US" sz="1600" dirty="0">
                          <a:solidFill>
                            <a:schemeClr val="bg1"/>
                          </a:solidFill>
                          <a:latin typeface="+mn-ea"/>
                          <a:ea typeface="+mn-ea"/>
                        </a:rPr>
                        <a:t>内容</a:t>
                      </a:r>
                      <a:endParaRPr kumimoji="1" lang="en-US" altLang="ja-JP" sz="1600" b="1" dirty="0">
                        <a:solidFill>
                          <a:schemeClr val="bg1"/>
                        </a:solidFill>
                        <a:latin typeface="+mn-ea"/>
                        <a:ea typeface="+mn-ea"/>
                      </a:endParaRPr>
                    </a:p>
                  </a:txBody>
                  <a:tcPr marL="72000" marR="72000" anchor="ctr">
                    <a:solidFill>
                      <a:schemeClr val="accent1"/>
                    </a:solidFill>
                  </a:tcPr>
                </a:tc>
                <a:extLst>
                  <a:ext uri="{0D108BD9-81ED-4DB2-BD59-A6C34878D82A}">
                    <a16:rowId xmlns:a16="http://schemas.microsoft.com/office/drawing/2014/main" val="10000"/>
                  </a:ext>
                </a:extLst>
              </a:tr>
              <a:tr h="822960">
                <a:tc>
                  <a:txBody>
                    <a:bodyPr/>
                    <a:lstStyle/>
                    <a:p>
                      <a:pPr fontAlgn="ctr">
                        <a:buNone/>
                      </a:pPr>
                      <a:r>
                        <a:rPr lang="ja-JP" altLang="en-US" sz="1600" dirty="0">
                          <a:effectLst/>
                          <a:latin typeface="+mn-ea"/>
                          <a:ea typeface="+mn-ea"/>
                        </a:rPr>
                        <a:t>キックオフ会議</a:t>
                      </a:r>
                    </a:p>
                  </a:txBody>
                  <a:tcPr anchor="ctr"/>
                </a:tc>
                <a:tc>
                  <a:txBody>
                    <a:bodyPr/>
                    <a:lstStyle/>
                    <a:p>
                      <a:pPr fontAlgn="ctr">
                        <a:buNone/>
                      </a:pPr>
                      <a:r>
                        <a:rPr lang="en-US" altLang="ja-JP" sz="1600">
                          <a:effectLst/>
                          <a:latin typeface="+mn-ea"/>
                          <a:ea typeface="+mn-ea"/>
                        </a:rPr>
                        <a:t>1</a:t>
                      </a:r>
                      <a:r>
                        <a:rPr lang="ja-JP" altLang="en-US" sz="1600">
                          <a:effectLst/>
                          <a:latin typeface="+mn-ea"/>
                          <a:ea typeface="+mn-ea"/>
                        </a:rPr>
                        <a:t>回</a:t>
                      </a:r>
                    </a:p>
                  </a:txBody>
                  <a:tcPr anchor="ctr"/>
                </a:tc>
                <a:tc>
                  <a:txBody>
                    <a:bodyPr/>
                    <a:lstStyle/>
                    <a:p>
                      <a:pPr fontAlgn="ctr">
                        <a:buNone/>
                      </a:pPr>
                      <a:r>
                        <a:rPr lang="en-US" sz="1600" dirty="0">
                          <a:effectLst/>
                          <a:latin typeface="+mn-ea"/>
                          <a:ea typeface="+mn-ea"/>
                        </a:rPr>
                        <a:t>WEB</a:t>
                      </a:r>
                      <a:endParaRPr lang="ja-JP" altLang="en-US" sz="1600" dirty="0">
                        <a:effectLst/>
                        <a:latin typeface="+mn-ea"/>
                        <a:ea typeface="+mn-ea"/>
                      </a:endParaRPr>
                    </a:p>
                  </a:txBody>
                  <a:tcPr anchor="ctr"/>
                </a:tc>
                <a:tc>
                  <a:txBody>
                    <a:bodyPr/>
                    <a:lstStyle/>
                    <a:p>
                      <a:pPr fontAlgn="ctr">
                        <a:buNone/>
                      </a:pPr>
                      <a:r>
                        <a:rPr kumimoji="1" lang="ja-JP" altLang="en-US" sz="16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エグゼ</a:t>
                      </a:r>
                      <a:endParaRPr lang="en-US" sz="1600" dirty="0">
                        <a:effectLst/>
                        <a:latin typeface="+mn-ea"/>
                        <a:ea typeface="+mn-ea"/>
                      </a:endParaRPr>
                    </a:p>
                  </a:txBody>
                  <a:tcPr anchor="ctr"/>
                </a:tc>
                <a:tc>
                  <a:txBody>
                    <a:bodyPr/>
                    <a:lstStyle/>
                    <a:p>
                      <a:pPr fontAlgn="ctr">
                        <a:buNone/>
                      </a:pPr>
                      <a:r>
                        <a:rPr lang="ja-JP" altLang="en-US" sz="1600" dirty="0">
                          <a:effectLst/>
                          <a:latin typeface="+mn-ea"/>
                          <a:ea typeface="+mn-ea"/>
                        </a:rPr>
                        <a:t>貴社</a:t>
                      </a:r>
                      <a:endParaRPr lang="en-US" altLang="ja-JP" sz="1600" dirty="0">
                        <a:effectLst/>
                        <a:latin typeface="+mn-ea"/>
                        <a:ea typeface="+mn-ea"/>
                      </a:endParaRPr>
                    </a:p>
                    <a:p>
                      <a:pPr fontAlgn="ctr">
                        <a:buNone/>
                      </a:pPr>
                      <a:r>
                        <a:rPr lang="ja-JP" altLang="en-US" sz="1600" dirty="0">
                          <a:effectLst/>
                          <a:latin typeface="+mn-ea"/>
                          <a:ea typeface="+mn-ea"/>
                        </a:rPr>
                        <a:t>現行ベンダー</a:t>
                      </a:r>
                      <a:endParaRPr lang="en-US" altLang="ja-JP" sz="1600" dirty="0">
                        <a:effectLst/>
                        <a:latin typeface="+mn-ea"/>
                        <a:ea typeface="+mn-ea"/>
                      </a:endParaRPr>
                    </a:p>
                    <a:p>
                      <a:pPr fontAlgn="ctr">
                        <a:buNone/>
                      </a:pPr>
                      <a:r>
                        <a:rPr lang="ja-JP" altLang="en-US" sz="1600" dirty="0">
                          <a:effectLst/>
                          <a:latin typeface="+mn-ea"/>
                          <a:ea typeface="+mn-ea"/>
                        </a:rPr>
                        <a:t>エグゼ</a:t>
                      </a:r>
                      <a:endParaRPr lang="en-US" altLang="ja-JP" sz="1600" dirty="0">
                        <a:effectLst/>
                        <a:latin typeface="+mn-ea"/>
                        <a:ea typeface="+mn-ea"/>
                      </a:endParaRPr>
                    </a:p>
                  </a:txBody>
                  <a:tcPr anchor="ctr"/>
                </a:tc>
                <a:tc>
                  <a:txBody>
                    <a:bodyPr/>
                    <a:lstStyle/>
                    <a:p>
                      <a:pPr fontAlgn="ctr">
                        <a:buNone/>
                      </a:pPr>
                      <a:r>
                        <a:rPr lang="ja-JP" altLang="en-US" sz="1600">
                          <a:effectLst/>
                          <a:latin typeface="+mn-ea"/>
                          <a:ea typeface="+mn-ea"/>
                        </a:rPr>
                        <a:t>引継ぎの進め方、体制、役割分担、目的の認識合わせ、連絡経路、会議運営ルール、今後のスケジュール共有</a:t>
                      </a:r>
                      <a:endParaRPr lang="ja-JP" altLang="en-US" sz="1600" dirty="0">
                        <a:effectLst/>
                        <a:latin typeface="+mn-ea"/>
                        <a:ea typeface="+mn-ea"/>
                      </a:endParaRPr>
                    </a:p>
                  </a:txBody>
                  <a:tcPr anchor="ctr"/>
                </a:tc>
                <a:extLst>
                  <a:ext uri="{0D108BD9-81ED-4DB2-BD59-A6C34878D82A}">
                    <a16:rowId xmlns:a16="http://schemas.microsoft.com/office/drawing/2014/main" val="51281576"/>
                  </a:ext>
                </a:extLst>
              </a:tr>
              <a:tr h="822960">
                <a:tc>
                  <a:txBody>
                    <a:bodyPr/>
                    <a:lstStyle/>
                    <a:p>
                      <a:pPr fontAlgn="ctr">
                        <a:buNone/>
                      </a:pPr>
                      <a:r>
                        <a:rPr lang="ja-JP" altLang="en-US" sz="1600" dirty="0">
                          <a:effectLst/>
                          <a:latin typeface="+mn-ea"/>
                          <a:ea typeface="+mn-ea"/>
                        </a:rPr>
                        <a:t>引継ぎ会議</a:t>
                      </a:r>
                    </a:p>
                  </a:txBody>
                  <a:tcPr anchor="ctr"/>
                </a:tc>
                <a:tc>
                  <a:txBody>
                    <a:bodyPr/>
                    <a:lstStyle/>
                    <a:p>
                      <a:pPr fontAlgn="ctr">
                        <a:buNone/>
                      </a:pPr>
                      <a:r>
                        <a:rPr lang="ja-JP" altLang="en-US" sz="1600" dirty="0">
                          <a:effectLst/>
                          <a:latin typeface="+mn-ea"/>
                          <a:ea typeface="+mn-ea"/>
                        </a:rPr>
                        <a:t>週次</a:t>
                      </a:r>
                      <a:endParaRPr lang="en-US" altLang="ja-JP" sz="1600" dirty="0">
                        <a:effectLst/>
                        <a:latin typeface="+mn-ea"/>
                        <a:ea typeface="+mn-ea"/>
                      </a:endParaRPr>
                    </a:p>
                    <a:p>
                      <a:pPr fontAlgn="ctr">
                        <a:buNone/>
                      </a:pPr>
                      <a:r>
                        <a:rPr lang="ja-JP" altLang="en-US" sz="1400" dirty="0">
                          <a:effectLst/>
                          <a:latin typeface="+mn-ea"/>
                          <a:ea typeface="+mn-ea"/>
                        </a:rPr>
                        <a:t>（移行期のみ）</a:t>
                      </a:r>
                    </a:p>
                  </a:txBody>
                  <a:tcPr anchor="ctr"/>
                </a:tc>
                <a:tc>
                  <a:txBody>
                    <a:bodyPr/>
                    <a:lstStyle/>
                    <a:p>
                      <a:pPr fontAlgn="ctr">
                        <a:buNone/>
                      </a:pPr>
                      <a:r>
                        <a:rPr lang="en-US" sz="1600" dirty="0">
                          <a:effectLst/>
                          <a:latin typeface="+mn-ea"/>
                          <a:ea typeface="+mn-ea"/>
                        </a:rPr>
                        <a:t>WEB</a:t>
                      </a:r>
                    </a:p>
                  </a:txBody>
                  <a:tcPr anchor="ctr"/>
                </a:tc>
                <a:tc>
                  <a:txBody>
                    <a:bodyPr/>
                    <a:lstStyle/>
                    <a:p>
                      <a:pPr fontAlgn="ctr">
                        <a:buNone/>
                      </a:pPr>
                      <a:r>
                        <a:rPr kumimoji="1" lang="ja-JP" altLang="en-US" sz="16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エグゼ</a:t>
                      </a:r>
                      <a:endParaRPr lang="en-US" sz="1600" dirty="0">
                        <a:effectLst/>
                        <a:latin typeface="+mn-ea"/>
                        <a:ea typeface="+mn-ea"/>
                      </a:endParaRPr>
                    </a:p>
                  </a:txBody>
                  <a:tcPr anchor="ctr"/>
                </a:tc>
                <a:tc>
                  <a:txBody>
                    <a:bodyPr/>
                    <a:lstStyle/>
                    <a:p>
                      <a:pPr fontAlgn="ctr">
                        <a:buNone/>
                      </a:pPr>
                      <a:r>
                        <a:rPr lang="ja-JP" altLang="en-US" sz="1600" dirty="0">
                          <a:effectLst/>
                          <a:latin typeface="+mn-ea"/>
                          <a:ea typeface="+mn-ea"/>
                        </a:rPr>
                        <a:t>貴社</a:t>
                      </a:r>
                      <a:endParaRPr lang="en-US" altLang="ja-JP" sz="1600" dirty="0">
                        <a:effectLst/>
                        <a:latin typeface="+mn-ea"/>
                        <a:ea typeface="+mn-ea"/>
                      </a:endParaRPr>
                    </a:p>
                    <a:p>
                      <a:pPr fontAlgn="ctr">
                        <a:buNone/>
                      </a:pPr>
                      <a:r>
                        <a:rPr lang="ja-JP" altLang="en-US" sz="1600" dirty="0">
                          <a:effectLst/>
                          <a:latin typeface="+mn-ea"/>
                          <a:ea typeface="+mn-ea"/>
                        </a:rPr>
                        <a:t>現行ベンダーエグゼ</a:t>
                      </a:r>
                      <a:endParaRPr lang="en-US" altLang="ja-JP" sz="1600" dirty="0">
                        <a:effectLst/>
                        <a:latin typeface="+mn-ea"/>
                        <a:ea typeface="+mn-ea"/>
                      </a:endParaRPr>
                    </a:p>
                  </a:txBody>
                  <a:tcPr anchor="ctr"/>
                </a:tc>
                <a:tc>
                  <a:txBody>
                    <a:bodyPr/>
                    <a:lstStyle/>
                    <a:p>
                      <a:pPr fontAlgn="ctr">
                        <a:buNone/>
                      </a:pPr>
                      <a:r>
                        <a:rPr lang="ja-JP" altLang="en-US" sz="1600">
                          <a:effectLst/>
                          <a:latin typeface="+mn-ea"/>
                          <a:ea typeface="+mn-ea"/>
                        </a:rPr>
                        <a:t>引継ぎに関する質疑、未決事項や課題の認識合わせ、追加提供が必要な情報の整理、手順や運用ルールの確認</a:t>
                      </a:r>
                    </a:p>
                  </a:txBody>
                  <a:tcPr anchor="ctr"/>
                </a:tc>
                <a:extLst>
                  <a:ext uri="{0D108BD9-81ED-4DB2-BD59-A6C34878D82A}">
                    <a16:rowId xmlns:a16="http://schemas.microsoft.com/office/drawing/2014/main" val="1653228462"/>
                  </a:ext>
                </a:extLst>
              </a:tr>
              <a:tr h="822960">
                <a:tc>
                  <a:txBody>
                    <a:bodyPr/>
                    <a:lstStyle/>
                    <a:p>
                      <a:pPr fontAlgn="ctr">
                        <a:buNone/>
                      </a:pPr>
                      <a:r>
                        <a:rPr lang="ja-JP" altLang="en-US" sz="1600" dirty="0">
                          <a:effectLst/>
                          <a:latin typeface="+mn-ea"/>
                          <a:ea typeface="+mn-ea"/>
                        </a:rPr>
                        <a:t>保守作業報告会</a:t>
                      </a:r>
                      <a:endParaRPr lang="zh-TW" altLang="en-US" sz="1600" dirty="0">
                        <a:effectLst/>
                        <a:latin typeface="+mn-ea"/>
                        <a:ea typeface="+mn-ea"/>
                      </a:endParaRPr>
                    </a:p>
                  </a:txBody>
                  <a:tcPr anchor="ctr"/>
                </a:tc>
                <a:tc>
                  <a:txBody>
                    <a:bodyPr/>
                    <a:lstStyle/>
                    <a:p>
                      <a:pPr fontAlgn="ctr">
                        <a:buNone/>
                      </a:pPr>
                      <a:r>
                        <a:rPr lang="ja-JP" altLang="en-US" sz="1600" dirty="0">
                          <a:effectLst/>
                          <a:latin typeface="+mn-ea"/>
                          <a:ea typeface="+mn-ea"/>
                        </a:rPr>
                        <a:t>月次</a:t>
                      </a:r>
                    </a:p>
                  </a:txBody>
                  <a:tcPr anchor="ctr"/>
                </a:tc>
                <a:tc>
                  <a:txBody>
                    <a:bodyPr/>
                    <a:lstStyle/>
                    <a:p>
                      <a:pPr fontAlgn="ctr">
                        <a:buNone/>
                      </a:pPr>
                      <a:r>
                        <a:rPr lang="en-US" sz="1600">
                          <a:effectLst/>
                          <a:latin typeface="+mn-ea"/>
                          <a:ea typeface="+mn-ea"/>
                        </a:rPr>
                        <a:t>WEB</a:t>
                      </a:r>
                    </a:p>
                  </a:txBody>
                  <a:tcPr anchor="ctr"/>
                </a:tc>
                <a:tc>
                  <a:txBody>
                    <a:bodyPr/>
                    <a:lstStyle/>
                    <a:p>
                      <a:pPr fontAlgn="ctr">
                        <a:buNone/>
                      </a:pPr>
                      <a:r>
                        <a:rPr kumimoji="1" lang="ja-JP" altLang="en-US" sz="16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エグゼ</a:t>
                      </a:r>
                      <a:endParaRPr lang="en-US" sz="1600" dirty="0">
                        <a:effectLst/>
                        <a:latin typeface="+mn-ea"/>
                        <a:ea typeface="+mn-ea"/>
                      </a:endParaRPr>
                    </a:p>
                  </a:txBody>
                  <a:tcPr anchor="ctr"/>
                </a:tc>
                <a:tc>
                  <a:txBody>
                    <a:bodyPr/>
                    <a:lstStyle/>
                    <a:p>
                      <a:pPr fontAlgn="ctr">
                        <a:buNone/>
                      </a:pPr>
                      <a:r>
                        <a:rPr lang="ja-JP" altLang="en-US" sz="1600" dirty="0">
                          <a:effectLst/>
                          <a:latin typeface="+mn-ea"/>
                          <a:ea typeface="+mn-ea"/>
                        </a:rPr>
                        <a:t>貴社</a:t>
                      </a:r>
                      <a:endParaRPr lang="en-US" altLang="ja-JP" sz="1600" dirty="0">
                        <a:effectLst/>
                        <a:latin typeface="+mn-ea"/>
                        <a:ea typeface="+mn-ea"/>
                      </a:endParaRPr>
                    </a:p>
                    <a:p>
                      <a:pPr fontAlgn="ctr">
                        <a:buNone/>
                      </a:pPr>
                      <a:r>
                        <a:rPr lang="ja-JP" altLang="en-US" sz="1600" dirty="0">
                          <a:effectLst/>
                          <a:latin typeface="+mn-ea"/>
                          <a:ea typeface="+mn-ea"/>
                        </a:rPr>
                        <a:t>エグゼ</a:t>
                      </a:r>
                      <a:endParaRPr lang="en-US" sz="1600" dirty="0">
                        <a:effectLst/>
                        <a:latin typeface="+mn-ea"/>
                        <a:ea typeface="+mn-ea"/>
                      </a:endParaRPr>
                    </a:p>
                  </a:txBody>
                  <a:tcPr anchor="ctr"/>
                </a:tc>
                <a:tc>
                  <a:txBody>
                    <a:bodyPr/>
                    <a:lstStyle/>
                    <a:p>
                      <a:pPr fontAlgn="ctr">
                        <a:buNone/>
                      </a:pPr>
                      <a:r>
                        <a:rPr lang="ja-JP" altLang="en-US" sz="1600" dirty="0">
                          <a:effectLst/>
                          <a:latin typeface="+mn-ea"/>
                          <a:ea typeface="+mn-ea"/>
                        </a:rPr>
                        <a:t>当月の作業状況の報告、問い合わせや依頼の傾向共有、課題の共有、翌月の見通しと調整事項の確認</a:t>
                      </a:r>
                    </a:p>
                  </a:txBody>
                  <a:tcPr anchor="ctr"/>
                </a:tc>
                <a:extLst>
                  <a:ext uri="{0D108BD9-81ED-4DB2-BD59-A6C34878D82A}">
                    <a16:rowId xmlns:a16="http://schemas.microsoft.com/office/drawing/2014/main" val="971996247"/>
                  </a:ext>
                </a:extLst>
              </a:tr>
              <a:tr h="822960">
                <a:tc>
                  <a:txBody>
                    <a:bodyPr/>
                    <a:lstStyle/>
                    <a:p>
                      <a:pPr fontAlgn="ctr">
                        <a:buNone/>
                      </a:pPr>
                      <a:r>
                        <a:rPr lang="ja-JP" altLang="en-US" sz="1600">
                          <a:effectLst/>
                          <a:latin typeface="+mn-ea"/>
                          <a:ea typeface="+mn-ea"/>
                        </a:rPr>
                        <a:t>保守定例会</a:t>
                      </a:r>
                    </a:p>
                  </a:txBody>
                  <a:tcPr anchor="ctr"/>
                </a:tc>
                <a:tc>
                  <a:txBody>
                    <a:bodyPr/>
                    <a:lstStyle/>
                    <a:p>
                      <a:pPr fontAlgn="ctr">
                        <a:buNone/>
                      </a:pPr>
                      <a:r>
                        <a:rPr lang="ja-JP" altLang="en-US" sz="1600" dirty="0">
                          <a:effectLst/>
                          <a:latin typeface="+mn-ea"/>
                          <a:ea typeface="+mn-ea"/>
                        </a:rPr>
                        <a:t>週次</a:t>
                      </a:r>
                      <a:endParaRPr lang="en-US" altLang="ja-JP" sz="1600" dirty="0">
                        <a:effectLst/>
                        <a:latin typeface="+mn-ea"/>
                        <a:ea typeface="+mn-ea"/>
                      </a:endParaRPr>
                    </a:p>
                    <a:p>
                      <a:pPr fontAlgn="ctr">
                        <a:buNone/>
                      </a:pPr>
                      <a:r>
                        <a:rPr lang="zh-TW" altLang="en-US" sz="1600" dirty="0">
                          <a:effectLst/>
                          <a:latin typeface="+mn-ea"/>
                          <a:ea typeface="+mn-ea"/>
                        </a:rPr>
                        <a:t>（</a:t>
                      </a:r>
                      <a:r>
                        <a:rPr lang="ja-JP" altLang="en-US" sz="1600" dirty="0">
                          <a:effectLst/>
                          <a:latin typeface="+mn-ea"/>
                          <a:ea typeface="+mn-ea"/>
                        </a:rPr>
                        <a:t>定常期</a:t>
                      </a:r>
                      <a:r>
                        <a:rPr lang="zh-TW" altLang="en-US" sz="1600" dirty="0">
                          <a:effectLst/>
                          <a:latin typeface="+mn-ea"/>
                          <a:ea typeface="+mn-ea"/>
                        </a:rPr>
                        <a:t>）</a:t>
                      </a:r>
                    </a:p>
                  </a:txBody>
                  <a:tcPr anchor="ctr"/>
                </a:tc>
                <a:tc>
                  <a:txBody>
                    <a:bodyPr/>
                    <a:lstStyle/>
                    <a:p>
                      <a:pPr fontAlgn="ctr">
                        <a:buNone/>
                      </a:pPr>
                      <a:r>
                        <a:rPr lang="en-US" sz="1600">
                          <a:effectLst/>
                          <a:latin typeface="+mn-ea"/>
                          <a:ea typeface="+mn-ea"/>
                        </a:rPr>
                        <a:t>WEB</a:t>
                      </a:r>
                    </a:p>
                  </a:txBody>
                  <a:tcPr anchor="ctr"/>
                </a:tc>
                <a:tc>
                  <a:txBody>
                    <a:bodyPr/>
                    <a:lstStyle/>
                    <a:p>
                      <a:pPr fontAlgn="ctr">
                        <a:buNone/>
                      </a:pPr>
                      <a:r>
                        <a:rPr kumimoji="1" lang="ja-JP" altLang="en-US" sz="16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エグゼ</a:t>
                      </a:r>
                      <a:endParaRPr lang="en-US" sz="1600" dirty="0">
                        <a:effectLst/>
                        <a:latin typeface="+mn-ea"/>
                        <a:ea typeface="+mn-ea"/>
                      </a:endParaRPr>
                    </a:p>
                  </a:txBody>
                  <a:tcPr anchor="ctr"/>
                </a:tc>
                <a:tc>
                  <a:txBody>
                    <a:bodyPr/>
                    <a:lstStyle/>
                    <a:p>
                      <a:pPr fontAlgn="ctr">
                        <a:buNone/>
                      </a:pPr>
                      <a:r>
                        <a:rPr lang="ja-JP" altLang="en-US" sz="1600" dirty="0">
                          <a:effectLst/>
                          <a:latin typeface="+mn-ea"/>
                          <a:ea typeface="+mn-ea"/>
                        </a:rPr>
                        <a:t>貴社</a:t>
                      </a:r>
                      <a:endParaRPr lang="en-US" altLang="ja-JP" sz="1600" dirty="0">
                        <a:effectLst/>
                        <a:latin typeface="+mn-ea"/>
                        <a:ea typeface="+mn-ea"/>
                      </a:endParaRPr>
                    </a:p>
                    <a:p>
                      <a:pPr fontAlgn="ctr">
                        <a:buNone/>
                      </a:pPr>
                      <a:r>
                        <a:rPr lang="ja-JP" altLang="en-US" sz="1600" dirty="0">
                          <a:effectLst/>
                          <a:latin typeface="+mn-ea"/>
                          <a:ea typeface="+mn-ea"/>
                        </a:rPr>
                        <a:t>エグゼ</a:t>
                      </a:r>
                      <a:endParaRPr lang="en-US" sz="1600" dirty="0">
                        <a:effectLst/>
                        <a:latin typeface="+mn-ea"/>
                        <a:ea typeface="+mn-ea"/>
                      </a:endParaRPr>
                    </a:p>
                  </a:txBody>
                  <a:tcPr anchor="ctr"/>
                </a:tc>
                <a:tc>
                  <a:txBody>
                    <a:bodyPr/>
                    <a:lstStyle/>
                    <a:p>
                      <a:pPr fontAlgn="ctr">
                        <a:buNone/>
                      </a:pPr>
                      <a:r>
                        <a:rPr lang="ja-JP" altLang="en-US" sz="1600" dirty="0">
                          <a:effectLst/>
                          <a:latin typeface="+mn-ea"/>
                          <a:ea typeface="+mn-ea"/>
                        </a:rPr>
                        <a:t>進捗状況、作業予定の確認、優先度の調整、連絡事項の周知、滞留・懸念事項の共有</a:t>
                      </a:r>
                    </a:p>
                  </a:txBody>
                  <a:tcPr anchor="ctr"/>
                </a:tc>
                <a:extLst>
                  <a:ext uri="{0D108BD9-81ED-4DB2-BD59-A6C34878D82A}">
                    <a16:rowId xmlns:a16="http://schemas.microsoft.com/office/drawing/2014/main" val="10001"/>
                  </a:ext>
                </a:extLst>
              </a:tr>
              <a:tr h="822960">
                <a:tc>
                  <a:txBody>
                    <a:bodyPr/>
                    <a:lstStyle/>
                    <a:p>
                      <a:pPr fontAlgn="ctr">
                        <a:buNone/>
                      </a:pPr>
                      <a:r>
                        <a:rPr lang="ja-JP" altLang="en-US" sz="1600" dirty="0">
                          <a:effectLst/>
                          <a:latin typeface="+mn-ea"/>
                          <a:ea typeface="+mn-ea"/>
                        </a:rPr>
                        <a:t>エグゼ内部会議</a:t>
                      </a:r>
                    </a:p>
                  </a:txBody>
                  <a:tcPr anchor="ctr"/>
                </a:tc>
                <a:tc>
                  <a:txBody>
                    <a:bodyPr/>
                    <a:lstStyle/>
                    <a:p>
                      <a:pPr fontAlgn="ctr">
                        <a:buNone/>
                      </a:pPr>
                      <a:r>
                        <a:rPr lang="ja-JP" altLang="en-US" sz="1600">
                          <a:effectLst/>
                          <a:latin typeface="+mn-ea"/>
                          <a:ea typeface="+mn-ea"/>
                        </a:rPr>
                        <a:t>週</a:t>
                      </a:r>
                      <a:r>
                        <a:rPr lang="en-US" altLang="ja-JP" sz="1600">
                          <a:effectLst/>
                          <a:latin typeface="+mn-ea"/>
                          <a:ea typeface="+mn-ea"/>
                        </a:rPr>
                        <a:t>2</a:t>
                      </a:r>
                      <a:r>
                        <a:rPr lang="ja-JP" altLang="en-US" sz="1600">
                          <a:effectLst/>
                          <a:latin typeface="+mn-ea"/>
                          <a:ea typeface="+mn-ea"/>
                        </a:rPr>
                        <a:t>回</a:t>
                      </a:r>
                      <a:r>
                        <a:rPr lang="en-US" altLang="ja-JP" sz="1600">
                          <a:effectLst/>
                          <a:latin typeface="+mn-ea"/>
                          <a:ea typeface="+mn-ea"/>
                        </a:rPr>
                        <a:t>〜</a:t>
                      </a:r>
                      <a:endParaRPr lang="ja-JP" altLang="en-US" sz="1600" dirty="0">
                        <a:effectLst/>
                        <a:latin typeface="+mn-ea"/>
                        <a:ea typeface="+mn-ea"/>
                      </a:endParaRPr>
                    </a:p>
                  </a:txBody>
                  <a:tcPr anchor="ctr"/>
                </a:tc>
                <a:tc>
                  <a:txBody>
                    <a:bodyPr/>
                    <a:lstStyle/>
                    <a:p>
                      <a:pPr fontAlgn="ctr">
                        <a:buNone/>
                      </a:pPr>
                      <a:r>
                        <a:rPr lang="en-US" sz="1600" dirty="0">
                          <a:effectLst/>
                          <a:latin typeface="+mn-ea"/>
                          <a:ea typeface="+mn-ea"/>
                        </a:rPr>
                        <a:t>WEB</a:t>
                      </a:r>
                    </a:p>
                  </a:txBody>
                  <a:tcPr anchor="ctr"/>
                </a:tc>
                <a:tc>
                  <a:txBody>
                    <a:bodyPr/>
                    <a:lstStyle/>
                    <a:p>
                      <a:pPr fontAlgn="ctr">
                        <a:buNone/>
                      </a:pPr>
                      <a:r>
                        <a:rPr kumimoji="1" lang="ja-JP" altLang="en-US"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rPr>
                        <a:t>エグゼ</a:t>
                      </a:r>
                      <a:endParaRPr lang="en-US" sz="1600" dirty="0">
                        <a:effectLst/>
                        <a:latin typeface="+mn-ea"/>
                        <a:ea typeface="+mn-ea"/>
                      </a:endParaRPr>
                    </a:p>
                  </a:txBody>
                  <a:tcPr anchor="ctr"/>
                </a:tc>
                <a:tc>
                  <a:txBody>
                    <a:bodyPr/>
                    <a:lstStyle/>
                    <a:p>
                      <a:pPr fontAlgn="ctr">
                        <a:buNone/>
                      </a:pPr>
                      <a:r>
                        <a:rPr lang="ja-JP" altLang="en-US" sz="1600" dirty="0">
                          <a:effectLst/>
                          <a:latin typeface="+mn-ea"/>
                          <a:ea typeface="+mn-ea"/>
                        </a:rPr>
                        <a:t>エグゼ</a:t>
                      </a:r>
                      <a:endParaRPr lang="en-US" sz="1600" dirty="0">
                        <a:effectLst/>
                        <a:latin typeface="+mn-ea"/>
                        <a:ea typeface="+mn-ea"/>
                      </a:endParaRPr>
                    </a:p>
                  </a:txBody>
                  <a:tcPr anchor="ctr"/>
                </a:tc>
                <a:tc>
                  <a:txBody>
                    <a:bodyPr/>
                    <a:lstStyle/>
                    <a:p>
                      <a:pPr fontAlgn="ctr">
                        <a:buNone/>
                      </a:pPr>
                      <a:r>
                        <a:rPr lang="ja-JP" altLang="en-US" sz="1600" dirty="0">
                          <a:effectLst/>
                          <a:latin typeface="+mn-ea"/>
                          <a:ea typeface="+mn-ea"/>
                        </a:rPr>
                        <a:t>不足事項の整理と確認、貴社向け確認事項の準備、作業割当と進捗確認、運用のすり合わせ</a:t>
                      </a:r>
                    </a:p>
                  </a:txBody>
                  <a:tcPr anchor="ctr"/>
                </a:tc>
                <a:extLst>
                  <a:ext uri="{0D108BD9-81ED-4DB2-BD59-A6C34878D82A}">
                    <a16:rowId xmlns:a16="http://schemas.microsoft.com/office/drawing/2014/main" val="3243259142"/>
                  </a:ext>
                </a:extLst>
              </a:tr>
            </a:tbl>
          </a:graphicData>
        </a:graphic>
      </p:graphicFrame>
      <p:sp>
        <p:nvSpPr>
          <p:cNvPr id="3" name="スライド番号プレースホルダー 3">
            <a:extLst>
              <a:ext uri="{FF2B5EF4-FFF2-40B4-BE49-F238E27FC236}">
                <a16:creationId xmlns:a16="http://schemas.microsoft.com/office/drawing/2014/main" id="{908A269C-96C2-23E1-8592-F94608BA50CC}"/>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14</a:t>
            </a:fld>
            <a:endParaRPr kumimoji="1" lang="ja-JP" altLang="en-US" sz="700"/>
          </a:p>
        </p:txBody>
      </p:sp>
    </p:spTree>
    <p:extLst>
      <p:ext uri="{BB962C8B-B14F-4D97-AF65-F5344CB8AC3E}">
        <p14:creationId xmlns:p14="http://schemas.microsoft.com/office/powerpoint/2010/main" val="2062957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0CD78-C27B-404E-EB80-3D2B8B66D2D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CBA065B-2F8B-F0D5-5B04-79E2FD7160BB}"/>
              </a:ext>
            </a:extLst>
          </p:cNvPr>
          <p:cNvSpPr>
            <a:spLocks noGrp="1"/>
          </p:cNvSpPr>
          <p:nvPr>
            <p:ph type="title"/>
          </p:nvPr>
        </p:nvSpPr>
        <p:spPr/>
        <p:txBody>
          <a:bodyPr/>
          <a:lstStyle/>
          <a:p>
            <a:r>
              <a:rPr lang="en-US" altLang="ja-JP" dirty="0"/>
              <a:t>4-3</a:t>
            </a:r>
            <a:r>
              <a:rPr kumimoji="1" lang="ja-JP" altLang="en-US"/>
              <a:t>．体制</a:t>
            </a:r>
          </a:p>
        </p:txBody>
      </p:sp>
      <p:sp>
        <p:nvSpPr>
          <p:cNvPr id="4" name="フッター プレースホルダー 3">
            <a:extLst>
              <a:ext uri="{FF2B5EF4-FFF2-40B4-BE49-F238E27FC236}">
                <a16:creationId xmlns:a16="http://schemas.microsoft.com/office/drawing/2014/main" id="{70A0DD85-93E1-8A00-0CC2-ED0215C8439F}"/>
              </a:ext>
            </a:extLst>
          </p:cNvPr>
          <p:cNvSpPr>
            <a:spLocks noGrp="1"/>
          </p:cNvSpPr>
          <p:nvPr>
            <p:ph type="ftr" sz="quarter" idx="11"/>
          </p:nvPr>
        </p:nvSpPr>
        <p:spPr/>
        <p:txBody>
          <a:bodyPr/>
          <a:lstStyle/>
          <a:p>
            <a:r>
              <a:rPr lang="en-US" altLang="ja-JP"/>
              <a:t>Copyright © </a:t>
            </a:r>
            <a:r>
              <a:rPr lang="en-US" altLang="ja-JP" err="1"/>
              <a:t>SystemEXE,Inc</a:t>
            </a:r>
            <a:r>
              <a:rPr lang="en-US" altLang="ja-JP"/>
              <a:t> All Rights Reserved.</a:t>
            </a:r>
          </a:p>
        </p:txBody>
      </p:sp>
      <p:sp>
        <p:nvSpPr>
          <p:cNvPr id="24" name="正方形/長方形 23">
            <a:extLst>
              <a:ext uri="{FF2B5EF4-FFF2-40B4-BE49-F238E27FC236}">
                <a16:creationId xmlns:a16="http://schemas.microsoft.com/office/drawing/2014/main" id="{9981E65E-52D1-06E7-B62C-88E5C962C4BB}"/>
              </a:ext>
            </a:extLst>
          </p:cNvPr>
          <p:cNvSpPr/>
          <p:nvPr/>
        </p:nvSpPr>
        <p:spPr>
          <a:xfrm>
            <a:off x="575998" y="1297411"/>
            <a:ext cx="5400000" cy="4623178"/>
          </a:xfrm>
          <a:prstGeom prst="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r"/>
            <a:endParaRPr kumimoji="1" lang="ja-JP" altLang="en-US" sz="1400">
              <a:solidFill>
                <a:schemeClr val="tx1"/>
              </a:solidFill>
              <a:latin typeface="+mn-ea"/>
            </a:endParaRPr>
          </a:p>
        </p:txBody>
      </p:sp>
      <p:sp>
        <p:nvSpPr>
          <p:cNvPr id="30" name="四角形: 上の 2 つの角を丸める 29">
            <a:extLst>
              <a:ext uri="{FF2B5EF4-FFF2-40B4-BE49-F238E27FC236}">
                <a16:creationId xmlns:a16="http://schemas.microsoft.com/office/drawing/2014/main" id="{E49C9C00-4C88-3DED-AD78-80F24A61AE28}"/>
              </a:ext>
            </a:extLst>
          </p:cNvPr>
          <p:cNvSpPr/>
          <p:nvPr/>
        </p:nvSpPr>
        <p:spPr>
          <a:xfrm>
            <a:off x="575999" y="937411"/>
            <a:ext cx="5400000" cy="360000"/>
          </a:xfrm>
          <a:prstGeom prst="round2Same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latin typeface="+mn-ea"/>
              </a:rPr>
              <a:t>出光興産様</a:t>
            </a:r>
          </a:p>
        </p:txBody>
      </p:sp>
      <p:cxnSp>
        <p:nvCxnSpPr>
          <p:cNvPr id="34" name="直線コネクタ 33">
            <a:extLst>
              <a:ext uri="{FF2B5EF4-FFF2-40B4-BE49-F238E27FC236}">
                <a16:creationId xmlns:a16="http://schemas.microsoft.com/office/drawing/2014/main" id="{804F6137-3497-2C14-7346-DC041DFD9FE0}"/>
              </a:ext>
            </a:extLst>
          </p:cNvPr>
          <p:cNvCxnSpPr>
            <a:cxnSpLocks/>
            <a:stCxn id="9" idx="0"/>
            <a:endCxn id="64" idx="2"/>
          </p:cNvCxnSpPr>
          <p:nvPr/>
        </p:nvCxnSpPr>
        <p:spPr>
          <a:xfrm flipV="1">
            <a:off x="3275998" y="2066834"/>
            <a:ext cx="1" cy="968644"/>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8" name="正方形/長方形 37">
            <a:extLst>
              <a:ext uri="{FF2B5EF4-FFF2-40B4-BE49-F238E27FC236}">
                <a16:creationId xmlns:a16="http://schemas.microsoft.com/office/drawing/2014/main" id="{2AD9E013-F686-2FD1-698C-D175FBC3E2BC}"/>
              </a:ext>
            </a:extLst>
          </p:cNvPr>
          <p:cNvSpPr/>
          <p:nvPr/>
        </p:nvSpPr>
        <p:spPr>
          <a:xfrm>
            <a:off x="6216005" y="1297410"/>
            <a:ext cx="5400000" cy="4615807"/>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mn-ea"/>
            </a:endParaRPr>
          </a:p>
        </p:txBody>
      </p:sp>
      <p:sp>
        <p:nvSpPr>
          <p:cNvPr id="39" name="四角形: 上の 2 つの角を丸める 38">
            <a:extLst>
              <a:ext uri="{FF2B5EF4-FFF2-40B4-BE49-F238E27FC236}">
                <a16:creationId xmlns:a16="http://schemas.microsoft.com/office/drawing/2014/main" id="{E8F7F3A3-58F5-FEA7-E58E-7F9FDD0E2C69}"/>
              </a:ext>
            </a:extLst>
          </p:cNvPr>
          <p:cNvSpPr/>
          <p:nvPr/>
        </p:nvSpPr>
        <p:spPr>
          <a:xfrm>
            <a:off x="6216003" y="937411"/>
            <a:ext cx="5400000" cy="360000"/>
          </a:xfrm>
          <a:prstGeom prst="round2Same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latin typeface="+mn-ea"/>
              </a:rPr>
              <a:t>システムエグゼ</a:t>
            </a:r>
          </a:p>
        </p:txBody>
      </p:sp>
      <p:grpSp>
        <p:nvGrpSpPr>
          <p:cNvPr id="40" name="グループ化 39">
            <a:extLst>
              <a:ext uri="{FF2B5EF4-FFF2-40B4-BE49-F238E27FC236}">
                <a16:creationId xmlns:a16="http://schemas.microsoft.com/office/drawing/2014/main" id="{7D45572A-6564-039D-42E2-D100FDD3A02A}"/>
              </a:ext>
            </a:extLst>
          </p:cNvPr>
          <p:cNvGrpSpPr/>
          <p:nvPr/>
        </p:nvGrpSpPr>
        <p:grpSpPr>
          <a:xfrm>
            <a:off x="7048358" y="1513413"/>
            <a:ext cx="1800000" cy="559820"/>
            <a:chOff x="4655954" y="1512000"/>
            <a:chExt cx="3738953" cy="720000"/>
          </a:xfrm>
        </p:grpSpPr>
        <p:sp>
          <p:nvSpPr>
            <p:cNvPr id="41" name="正方形/長方形 40">
              <a:extLst>
                <a:ext uri="{FF2B5EF4-FFF2-40B4-BE49-F238E27FC236}">
                  <a16:creationId xmlns:a16="http://schemas.microsoft.com/office/drawing/2014/main" id="{DA37A262-DC47-433A-D740-78DB9C3C8698}"/>
                </a:ext>
              </a:extLst>
            </p:cNvPr>
            <p:cNvSpPr/>
            <p:nvPr/>
          </p:nvSpPr>
          <p:spPr>
            <a:xfrm>
              <a:off x="4655954" y="1512000"/>
              <a:ext cx="3738947"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a:solidFill>
                    <a:schemeClr val="tx1"/>
                  </a:solidFill>
                  <a:latin typeface="+mn-ea"/>
                </a:rPr>
                <a:t>プロジェクト責任者</a:t>
              </a:r>
              <a:endParaRPr kumimoji="1" lang="ja-JP" altLang="en-US" sz="1400">
                <a:solidFill>
                  <a:schemeClr val="tx1"/>
                </a:solidFill>
                <a:latin typeface="+mn-ea"/>
              </a:endParaRPr>
            </a:p>
          </p:txBody>
        </p:sp>
        <p:sp>
          <p:nvSpPr>
            <p:cNvPr id="42" name="正方形/長方形 41">
              <a:extLst>
                <a:ext uri="{FF2B5EF4-FFF2-40B4-BE49-F238E27FC236}">
                  <a16:creationId xmlns:a16="http://schemas.microsoft.com/office/drawing/2014/main" id="{C0DF0B83-0B92-5F58-76C3-3F69C4A13F42}"/>
                </a:ext>
              </a:extLst>
            </p:cNvPr>
            <p:cNvSpPr/>
            <p:nvPr/>
          </p:nvSpPr>
          <p:spPr>
            <a:xfrm>
              <a:off x="4655960" y="1872000"/>
              <a:ext cx="3738947"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lvl="0" algn="ctr" defTabSz="914400">
                <a:defRPr/>
              </a:pPr>
              <a:r>
                <a:rPr lang="ja-JP" altLang="en-US" sz="1400">
                  <a:solidFill>
                    <a:srgbClr val="333333"/>
                  </a:solidFill>
                  <a:latin typeface="+mn-ea"/>
                </a:rPr>
                <a:t>川名翔太</a:t>
              </a:r>
            </a:p>
          </p:txBody>
        </p:sp>
      </p:grpSp>
      <p:grpSp>
        <p:nvGrpSpPr>
          <p:cNvPr id="43" name="グループ化 42">
            <a:extLst>
              <a:ext uri="{FF2B5EF4-FFF2-40B4-BE49-F238E27FC236}">
                <a16:creationId xmlns:a16="http://schemas.microsoft.com/office/drawing/2014/main" id="{FEA875BE-D9E8-79FD-65C7-EFEA23812683}"/>
              </a:ext>
            </a:extLst>
          </p:cNvPr>
          <p:cNvGrpSpPr/>
          <p:nvPr/>
        </p:nvGrpSpPr>
        <p:grpSpPr>
          <a:xfrm>
            <a:off x="7048357" y="3616585"/>
            <a:ext cx="1800000" cy="559820"/>
            <a:chOff x="4655954" y="2520000"/>
            <a:chExt cx="3738953" cy="720000"/>
          </a:xfrm>
        </p:grpSpPr>
        <p:sp>
          <p:nvSpPr>
            <p:cNvPr id="44" name="正方形/長方形 43">
              <a:extLst>
                <a:ext uri="{FF2B5EF4-FFF2-40B4-BE49-F238E27FC236}">
                  <a16:creationId xmlns:a16="http://schemas.microsoft.com/office/drawing/2014/main" id="{3CF23CE0-1398-0291-3AD6-E7C70ED5F6E6}"/>
                </a:ext>
              </a:extLst>
            </p:cNvPr>
            <p:cNvSpPr/>
            <p:nvPr/>
          </p:nvSpPr>
          <p:spPr>
            <a:xfrm>
              <a:off x="4655954" y="2520000"/>
              <a:ext cx="3738947"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en-US" altLang="ja-JP" sz="1400">
                  <a:solidFill>
                    <a:schemeClr val="tx1"/>
                  </a:solidFill>
                  <a:latin typeface="+mn-ea"/>
                </a:rPr>
                <a:t>PM</a:t>
              </a:r>
              <a:endParaRPr kumimoji="1" lang="ja-JP" altLang="en-US" sz="1400">
                <a:solidFill>
                  <a:schemeClr val="tx1"/>
                </a:solidFill>
                <a:latin typeface="+mn-ea"/>
              </a:endParaRPr>
            </a:p>
          </p:txBody>
        </p:sp>
        <p:sp>
          <p:nvSpPr>
            <p:cNvPr id="47" name="正方形/長方形 46">
              <a:extLst>
                <a:ext uri="{FF2B5EF4-FFF2-40B4-BE49-F238E27FC236}">
                  <a16:creationId xmlns:a16="http://schemas.microsoft.com/office/drawing/2014/main" id="{2E8D1934-EA8D-35FD-4885-FB50A09461F7}"/>
                </a:ext>
              </a:extLst>
            </p:cNvPr>
            <p:cNvSpPr/>
            <p:nvPr/>
          </p:nvSpPr>
          <p:spPr>
            <a:xfrm>
              <a:off x="4655960" y="2880000"/>
              <a:ext cx="3738947"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lvl="0" algn="ctr" defTabSz="914400">
                <a:defRPr/>
              </a:pPr>
              <a:r>
                <a:rPr lang="ja-JP" altLang="en-US" sz="1400">
                  <a:solidFill>
                    <a:srgbClr val="333333"/>
                  </a:solidFill>
                  <a:latin typeface="+mn-ea"/>
                </a:rPr>
                <a:t>髙木義尚</a:t>
              </a:r>
            </a:p>
          </p:txBody>
        </p:sp>
      </p:grpSp>
      <p:cxnSp>
        <p:nvCxnSpPr>
          <p:cNvPr id="48" name="直線コネクタ 47">
            <a:extLst>
              <a:ext uri="{FF2B5EF4-FFF2-40B4-BE49-F238E27FC236}">
                <a16:creationId xmlns:a16="http://schemas.microsoft.com/office/drawing/2014/main" id="{B02D2D4D-3924-332F-F7F5-F534F737B379}"/>
              </a:ext>
            </a:extLst>
          </p:cNvPr>
          <p:cNvCxnSpPr>
            <a:cxnSpLocks/>
            <a:stCxn id="42" idx="2"/>
            <a:endCxn id="44" idx="0"/>
          </p:cNvCxnSpPr>
          <p:nvPr/>
        </p:nvCxnSpPr>
        <p:spPr>
          <a:xfrm flipH="1">
            <a:off x="7948356" y="2073233"/>
            <a:ext cx="4" cy="1543352"/>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6" name="グループ化 55">
            <a:extLst>
              <a:ext uri="{FF2B5EF4-FFF2-40B4-BE49-F238E27FC236}">
                <a16:creationId xmlns:a16="http://schemas.microsoft.com/office/drawing/2014/main" id="{73ACBD6B-7455-0EDD-4932-D0A6D9353ACF}"/>
              </a:ext>
            </a:extLst>
          </p:cNvPr>
          <p:cNvGrpSpPr/>
          <p:nvPr/>
        </p:nvGrpSpPr>
        <p:grpSpPr>
          <a:xfrm>
            <a:off x="9506939" y="2564999"/>
            <a:ext cx="1547336" cy="559820"/>
            <a:chOff x="768000" y="1440000"/>
            <a:chExt cx="2880000" cy="720000"/>
          </a:xfrm>
        </p:grpSpPr>
        <p:sp>
          <p:nvSpPr>
            <p:cNvPr id="57" name="正方形/長方形 56">
              <a:extLst>
                <a:ext uri="{FF2B5EF4-FFF2-40B4-BE49-F238E27FC236}">
                  <a16:creationId xmlns:a16="http://schemas.microsoft.com/office/drawing/2014/main" id="{FF55B776-4E02-0991-7001-3D3AA5FC8656}"/>
                </a:ext>
              </a:extLst>
            </p:cNvPr>
            <p:cNvSpPr/>
            <p:nvPr/>
          </p:nvSpPr>
          <p:spPr>
            <a:xfrm>
              <a:off x="768000" y="1440000"/>
              <a:ext cx="2880000"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a:solidFill>
                    <a:schemeClr val="tx1"/>
                  </a:solidFill>
                  <a:latin typeface="+mn-ea"/>
                </a:rPr>
                <a:t>営業</a:t>
              </a:r>
              <a:endParaRPr kumimoji="1" lang="ja-JP" altLang="en-US" sz="1400">
                <a:solidFill>
                  <a:schemeClr val="tx1"/>
                </a:solidFill>
                <a:latin typeface="+mn-ea"/>
              </a:endParaRPr>
            </a:p>
          </p:txBody>
        </p:sp>
        <p:sp>
          <p:nvSpPr>
            <p:cNvPr id="58" name="正方形/長方形 57">
              <a:extLst>
                <a:ext uri="{FF2B5EF4-FFF2-40B4-BE49-F238E27FC236}">
                  <a16:creationId xmlns:a16="http://schemas.microsoft.com/office/drawing/2014/main" id="{010B5056-28F7-F4B8-3F4A-01D74EE5E06C}"/>
                </a:ext>
              </a:extLst>
            </p:cNvPr>
            <p:cNvSpPr/>
            <p:nvPr/>
          </p:nvSpPr>
          <p:spPr>
            <a:xfrm>
              <a:off x="768000" y="1800000"/>
              <a:ext cx="2880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algn="ctr"/>
              <a:r>
                <a:rPr lang="ja-JP" altLang="en-US" sz="1400" b="0" i="0">
                  <a:solidFill>
                    <a:srgbClr val="333333"/>
                  </a:solidFill>
                  <a:effectLst/>
                  <a:latin typeface="+mn-ea"/>
                </a:rPr>
                <a:t>髙浦 祐朗</a:t>
              </a:r>
            </a:p>
          </p:txBody>
        </p:sp>
      </p:grpSp>
      <p:cxnSp>
        <p:nvCxnSpPr>
          <p:cNvPr id="59" name="直線コネクタ 58">
            <a:extLst>
              <a:ext uri="{FF2B5EF4-FFF2-40B4-BE49-F238E27FC236}">
                <a16:creationId xmlns:a16="http://schemas.microsoft.com/office/drawing/2014/main" id="{6C5BF4C1-2748-3C2D-D135-958049E0D3B7}"/>
              </a:ext>
            </a:extLst>
          </p:cNvPr>
          <p:cNvCxnSpPr>
            <a:cxnSpLocks/>
            <a:stCxn id="87" idx="0"/>
            <a:endCxn id="47" idx="2"/>
          </p:cNvCxnSpPr>
          <p:nvPr/>
        </p:nvCxnSpPr>
        <p:spPr>
          <a:xfrm flipH="1" flipV="1">
            <a:off x="7948359" y="4176405"/>
            <a:ext cx="1983" cy="491765"/>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1" name="グループ化 60">
            <a:extLst>
              <a:ext uri="{FF2B5EF4-FFF2-40B4-BE49-F238E27FC236}">
                <a16:creationId xmlns:a16="http://schemas.microsoft.com/office/drawing/2014/main" id="{BF9B8D69-5C51-0F59-7C7B-B4AA7FED1961}"/>
              </a:ext>
            </a:extLst>
          </p:cNvPr>
          <p:cNvGrpSpPr/>
          <p:nvPr/>
        </p:nvGrpSpPr>
        <p:grpSpPr>
          <a:xfrm>
            <a:off x="2195999" y="1507014"/>
            <a:ext cx="2160000" cy="559819"/>
            <a:chOff x="719999" y="2016000"/>
            <a:chExt cx="2304000" cy="720000"/>
          </a:xfrm>
        </p:grpSpPr>
        <p:sp>
          <p:nvSpPr>
            <p:cNvPr id="62" name="正方形/長方形 61">
              <a:extLst>
                <a:ext uri="{FF2B5EF4-FFF2-40B4-BE49-F238E27FC236}">
                  <a16:creationId xmlns:a16="http://schemas.microsoft.com/office/drawing/2014/main" id="{9E968649-4ED0-C9BB-7812-383B64DDA856}"/>
                </a:ext>
              </a:extLst>
            </p:cNvPr>
            <p:cNvSpPr/>
            <p:nvPr/>
          </p:nvSpPr>
          <p:spPr>
            <a:xfrm>
              <a:off x="719999" y="2016000"/>
              <a:ext cx="504000" cy="72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latin typeface="+mn-ea"/>
              </a:endParaRPr>
            </a:p>
          </p:txBody>
        </p:sp>
        <p:sp>
          <p:nvSpPr>
            <p:cNvPr id="63" name="正方形/長方形 62">
              <a:extLst>
                <a:ext uri="{FF2B5EF4-FFF2-40B4-BE49-F238E27FC236}">
                  <a16:creationId xmlns:a16="http://schemas.microsoft.com/office/drawing/2014/main" id="{361B9BA4-8F54-97D7-E684-51F2467ABD38}"/>
                </a:ext>
              </a:extLst>
            </p:cNvPr>
            <p:cNvSpPr/>
            <p:nvPr/>
          </p:nvSpPr>
          <p:spPr>
            <a:xfrm>
              <a:off x="719999" y="2016000"/>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mn-ea"/>
                </a:rPr>
                <a:t>プロジェクト責任者</a:t>
              </a:r>
            </a:p>
          </p:txBody>
        </p:sp>
        <p:sp>
          <p:nvSpPr>
            <p:cNvPr id="64" name="正方形/長方形 63">
              <a:extLst>
                <a:ext uri="{FF2B5EF4-FFF2-40B4-BE49-F238E27FC236}">
                  <a16:creationId xmlns:a16="http://schemas.microsoft.com/office/drawing/2014/main" id="{E73CD72B-6DA5-068C-262A-4401C4D9DA54}"/>
                </a:ext>
              </a:extLst>
            </p:cNvPr>
            <p:cNvSpPr/>
            <p:nvPr/>
          </p:nvSpPr>
          <p:spPr>
            <a:xfrm>
              <a:off x="719999" y="2376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algn="ctr"/>
              <a:r>
                <a:rPr lang="ja-JP" altLang="en-US" sz="1400" dirty="0">
                  <a:solidFill>
                    <a:schemeClr val="tx1"/>
                  </a:solidFill>
                  <a:latin typeface="+mn-ea"/>
                </a:rPr>
                <a:t>松木様</a:t>
              </a:r>
              <a:endParaRPr lang="en-US" altLang="ja-JP" sz="1400" dirty="0">
                <a:solidFill>
                  <a:schemeClr val="tx1"/>
                </a:solidFill>
                <a:latin typeface="+mn-ea"/>
              </a:endParaRPr>
            </a:p>
          </p:txBody>
        </p:sp>
      </p:grpSp>
      <p:cxnSp>
        <p:nvCxnSpPr>
          <p:cNvPr id="72" name="直線コネクタ 71">
            <a:extLst>
              <a:ext uri="{FF2B5EF4-FFF2-40B4-BE49-F238E27FC236}">
                <a16:creationId xmlns:a16="http://schemas.microsoft.com/office/drawing/2014/main" id="{73A7776E-EDE7-9544-B058-8773197D39DB}"/>
              </a:ext>
            </a:extLst>
          </p:cNvPr>
          <p:cNvCxnSpPr>
            <a:cxnSpLocks/>
            <a:endCxn id="58" idx="1"/>
          </p:cNvCxnSpPr>
          <p:nvPr/>
        </p:nvCxnSpPr>
        <p:spPr>
          <a:xfrm>
            <a:off x="7948356" y="2961505"/>
            <a:ext cx="1558583"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9" name="テキスト ボックス 78">
            <a:extLst>
              <a:ext uri="{FF2B5EF4-FFF2-40B4-BE49-F238E27FC236}">
                <a16:creationId xmlns:a16="http://schemas.microsoft.com/office/drawing/2014/main" id="{B4320A7A-4E78-AB2E-0A05-B82174F939B7}"/>
              </a:ext>
            </a:extLst>
          </p:cNvPr>
          <p:cNvSpPr txBox="1"/>
          <p:nvPr/>
        </p:nvSpPr>
        <p:spPr>
          <a:xfrm>
            <a:off x="470388" y="5980609"/>
            <a:ext cx="10800000" cy="504000"/>
          </a:xfrm>
          <a:prstGeom prst="rect">
            <a:avLst/>
          </a:prstGeom>
          <a:noFill/>
        </p:spPr>
        <p:txBody>
          <a:bodyPr wrap="square" rtlCol="0">
            <a:noAutofit/>
          </a:bodyPr>
          <a:lstStyle/>
          <a:p>
            <a:pPr marL="171450" indent="-171450">
              <a:buFont typeface="游ゴシック" panose="020B0400000000000000" pitchFamily="50" charset="-128"/>
              <a:buChar char="※"/>
            </a:pPr>
            <a:r>
              <a:rPr kumimoji="1" lang="ja-JP" altLang="en-US" sz="1400">
                <a:latin typeface="+mn-ea"/>
              </a:rPr>
              <a:t> 表記の体制には、弊社の協力会社の要員を含みます。</a:t>
            </a:r>
            <a:endParaRPr kumimoji="1" lang="en-US" altLang="ja-JP" sz="1400">
              <a:latin typeface="+mn-ea"/>
            </a:endParaRPr>
          </a:p>
          <a:p>
            <a:pPr marL="171450" indent="-171450">
              <a:buFont typeface="游ゴシック" panose="020B0400000000000000" pitchFamily="50" charset="-128"/>
              <a:buChar char="※"/>
            </a:pPr>
            <a:r>
              <a:rPr kumimoji="1" lang="ja-JP" altLang="en-US" sz="1400">
                <a:latin typeface="+mn-ea"/>
                <a:cs typeface="メイリオ" pitchFamily="50" charset="-128"/>
              </a:rPr>
              <a:t> メンバー</a:t>
            </a:r>
            <a:r>
              <a:rPr lang="ja-JP" altLang="en-US" sz="1400">
                <a:latin typeface="+mn-ea"/>
                <a:cs typeface="メイリオ" pitchFamily="50" charset="-128"/>
              </a:rPr>
              <a:t>については、状況により変更が発生する場合がございます。</a:t>
            </a:r>
            <a:endParaRPr lang="en-US" altLang="ja-JP" sz="1400">
              <a:latin typeface="+mn-ea"/>
              <a:cs typeface="メイリオ" pitchFamily="50" charset="-128"/>
            </a:endParaRPr>
          </a:p>
        </p:txBody>
      </p:sp>
      <p:grpSp>
        <p:nvGrpSpPr>
          <p:cNvPr id="14" name="グループ化 13">
            <a:extLst>
              <a:ext uri="{FF2B5EF4-FFF2-40B4-BE49-F238E27FC236}">
                <a16:creationId xmlns:a16="http://schemas.microsoft.com/office/drawing/2014/main" id="{DDA90344-18AB-3A2A-E52C-87B67DFD8143}"/>
              </a:ext>
            </a:extLst>
          </p:cNvPr>
          <p:cNvGrpSpPr/>
          <p:nvPr/>
        </p:nvGrpSpPr>
        <p:grpSpPr>
          <a:xfrm>
            <a:off x="7052326" y="4668170"/>
            <a:ext cx="1796032" cy="1163566"/>
            <a:chOff x="6221210" y="4414071"/>
            <a:chExt cx="2591996" cy="2244744"/>
          </a:xfrm>
        </p:grpSpPr>
        <p:sp>
          <p:nvSpPr>
            <p:cNvPr id="87" name="正方形/長方形 86">
              <a:extLst>
                <a:ext uri="{FF2B5EF4-FFF2-40B4-BE49-F238E27FC236}">
                  <a16:creationId xmlns:a16="http://schemas.microsoft.com/office/drawing/2014/main" id="{E326D6E4-DC31-1435-808A-3B0131517697}"/>
                </a:ext>
              </a:extLst>
            </p:cNvPr>
            <p:cNvSpPr/>
            <p:nvPr/>
          </p:nvSpPr>
          <p:spPr>
            <a:xfrm>
              <a:off x="6221210" y="4414071"/>
              <a:ext cx="2591996" cy="539991"/>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spcAft>
                  <a:spcPts val="600"/>
                </a:spcAft>
              </a:pPr>
              <a:r>
                <a:rPr kumimoji="1" lang="ja-JP" altLang="en-US" sz="1400">
                  <a:solidFill>
                    <a:schemeClr val="tx1"/>
                  </a:solidFill>
                  <a:latin typeface="+mn-ea"/>
                </a:rPr>
                <a:t>メンバー</a:t>
              </a:r>
            </a:p>
          </p:txBody>
        </p:sp>
        <p:sp>
          <p:nvSpPr>
            <p:cNvPr id="88" name="正方形/長方形 87">
              <a:extLst>
                <a:ext uri="{FF2B5EF4-FFF2-40B4-BE49-F238E27FC236}">
                  <a16:creationId xmlns:a16="http://schemas.microsoft.com/office/drawing/2014/main" id="{358B10C0-7217-1F66-B3D7-FBF916B25408}"/>
                </a:ext>
              </a:extLst>
            </p:cNvPr>
            <p:cNvSpPr/>
            <p:nvPr/>
          </p:nvSpPr>
          <p:spPr>
            <a:xfrm>
              <a:off x="6221210" y="4871425"/>
              <a:ext cx="2591996" cy="178739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algn="ctr">
                <a:spcAft>
                  <a:spcPts val="600"/>
                </a:spcAft>
              </a:pPr>
              <a:r>
                <a:rPr lang="ja-JP" altLang="en-US" sz="1400" kern="0">
                  <a:solidFill>
                    <a:prstClr val="black"/>
                  </a:solidFill>
                  <a:latin typeface="+mn-ea"/>
                </a:rPr>
                <a:t>ブリッジ</a:t>
              </a:r>
              <a:r>
                <a:rPr lang="en-US" altLang="ja-JP" sz="1400" kern="0">
                  <a:solidFill>
                    <a:schemeClr val="tx1"/>
                  </a:solidFill>
                  <a:latin typeface="+mn-ea"/>
                </a:rPr>
                <a:t>SE</a:t>
              </a:r>
            </a:p>
            <a:p>
              <a:pPr lvl="0" algn="ctr" defTabSz="914400">
                <a:defRPr/>
              </a:pPr>
              <a:r>
                <a:rPr lang="ja-JP" altLang="en-US" sz="1400" kern="0">
                  <a:solidFill>
                    <a:schemeClr val="tx1"/>
                  </a:solidFill>
                  <a:latin typeface="+mn-ea"/>
                </a:rPr>
                <a:t>オフショア</a:t>
              </a:r>
              <a:endParaRPr lang="en-US" altLang="ja-JP" sz="1400" kern="0">
                <a:solidFill>
                  <a:prstClr val="black"/>
                </a:solidFill>
                <a:latin typeface="+mn-ea"/>
              </a:endParaRPr>
            </a:p>
          </p:txBody>
        </p:sp>
      </p:grpSp>
      <p:sp>
        <p:nvSpPr>
          <p:cNvPr id="109" name="スライド番号プレースホルダー 3">
            <a:extLst>
              <a:ext uri="{FF2B5EF4-FFF2-40B4-BE49-F238E27FC236}">
                <a16:creationId xmlns:a16="http://schemas.microsoft.com/office/drawing/2014/main" id="{BE0FAD37-1CEB-90BF-F8BC-9C686A13CB82}"/>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15</a:t>
            </a:fld>
            <a:endParaRPr kumimoji="1" lang="ja-JP" altLang="en-US" sz="700"/>
          </a:p>
        </p:txBody>
      </p:sp>
      <p:grpSp>
        <p:nvGrpSpPr>
          <p:cNvPr id="36" name="グループ化 35">
            <a:extLst>
              <a:ext uri="{FF2B5EF4-FFF2-40B4-BE49-F238E27FC236}">
                <a16:creationId xmlns:a16="http://schemas.microsoft.com/office/drawing/2014/main" id="{74BE4F1A-CB53-048B-FB84-5853BC955DAB}"/>
              </a:ext>
            </a:extLst>
          </p:cNvPr>
          <p:cNvGrpSpPr/>
          <p:nvPr/>
        </p:nvGrpSpPr>
        <p:grpSpPr>
          <a:xfrm>
            <a:off x="2195999" y="4563942"/>
            <a:ext cx="2160000" cy="559820"/>
            <a:chOff x="719999" y="2952000"/>
            <a:chExt cx="2304000" cy="720000"/>
          </a:xfrm>
        </p:grpSpPr>
        <p:sp>
          <p:nvSpPr>
            <p:cNvPr id="37" name="正方形/長方形 36">
              <a:extLst>
                <a:ext uri="{FF2B5EF4-FFF2-40B4-BE49-F238E27FC236}">
                  <a16:creationId xmlns:a16="http://schemas.microsoft.com/office/drawing/2014/main" id="{6047EE92-E8BB-2DBA-0F69-181A834BA675}"/>
                </a:ext>
              </a:extLst>
            </p:cNvPr>
            <p:cNvSpPr/>
            <p:nvPr/>
          </p:nvSpPr>
          <p:spPr>
            <a:xfrm>
              <a:off x="719999" y="2952000"/>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a:solidFill>
                    <a:schemeClr val="tx1"/>
                  </a:solidFill>
                  <a:latin typeface="+mn-ea"/>
                </a:rPr>
                <a:t>利用部門</a:t>
              </a:r>
            </a:p>
          </p:txBody>
        </p:sp>
        <p:sp>
          <p:nvSpPr>
            <p:cNvPr id="45" name="正方形/長方形 44">
              <a:extLst>
                <a:ext uri="{FF2B5EF4-FFF2-40B4-BE49-F238E27FC236}">
                  <a16:creationId xmlns:a16="http://schemas.microsoft.com/office/drawing/2014/main" id="{92676E90-1279-4030-7671-A3F47384D57B}"/>
                </a:ext>
              </a:extLst>
            </p:cNvPr>
            <p:cNvSpPr/>
            <p:nvPr/>
          </p:nvSpPr>
          <p:spPr>
            <a:xfrm>
              <a:off x="719999" y="3312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a:ln>
                    <a:noFill/>
                  </a:ln>
                  <a:solidFill>
                    <a:prstClr val="black"/>
                  </a:solidFill>
                  <a:effectLst/>
                  <a:uLnTx/>
                  <a:uFillTx/>
                  <a:latin typeface="+mn-ea"/>
                </a:rPr>
                <a:t>担当者様</a:t>
              </a:r>
              <a:endParaRPr lang="en-US" altLang="ja-JP" sz="1400">
                <a:solidFill>
                  <a:schemeClr val="tx1"/>
                </a:solidFill>
                <a:latin typeface="+mn-ea"/>
              </a:endParaRPr>
            </a:p>
          </p:txBody>
        </p:sp>
      </p:grpSp>
      <p:cxnSp>
        <p:nvCxnSpPr>
          <p:cNvPr id="52" name="直線コネクタ 51">
            <a:extLst>
              <a:ext uri="{FF2B5EF4-FFF2-40B4-BE49-F238E27FC236}">
                <a16:creationId xmlns:a16="http://schemas.microsoft.com/office/drawing/2014/main" id="{53C5D386-012F-B920-5ECE-044F4C5EC6EF}"/>
              </a:ext>
            </a:extLst>
          </p:cNvPr>
          <p:cNvCxnSpPr>
            <a:cxnSpLocks/>
            <a:stCxn id="10" idx="2"/>
            <a:endCxn id="37" idx="0"/>
          </p:cNvCxnSpPr>
          <p:nvPr/>
        </p:nvCxnSpPr>
        <p:spPr>
          <a:xfrm flipH="1">
            <a:off x="3275999" y="3595298"/>
            <a:ext cx="2" cy="968644"/>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3" name="グループ化 2">
            <a:extLst>
              <a:ext uri="{FF2B5EF4-FFF2-40B4-BE49-F238E27FC236}">
                <a16:creationId xmlns:a16="http://schemas.microsoft.com/office/drawing/2014/main" id="{E461406B-B658-68A5-4FD8-C89AA90391CB}"/>
              </a:ext>
            </a:extLst>
          </p:cNvPr>
          <p:cNvGrpSpPr/>
          <p:nvPr/>
        </p:nvGrpSpPr>
        <p:grpSpPr>
          <a:xfrm>
            <a:off x="9506939" y="1513411"/>
            <a:ext cx="1547336" cy="559820"/>
            <a:chOff x="768000" y="1440000"/>
            <a:chExt cx="2880000" cy="720000"/>
          </a:xfrm>
        </p:grpSpPr>
        <p:sp>
          <p:nvSpPr>
            <p:cNvPr id="5" name="正方形/長方形 4">
              <a:extLst>
                <a:ext uri="{FF2B5EF4-FFF2-40B4-BE49-F238E27FC236}">
                  <a16:creationId xmlns:a16="http://schemas.microsoft.com/office/drawing/2014/main" id="{BA3C1E6C-6305-3F60-09DA-3E0D1673FBA2}"/>
                </a:ext>
              </a:extLst>
            </p:cNvPr>
            <p:cNvSpPr/>
            <p:nvPr/>
          </p:nvSpPr>
          <p:spPr>
            <a:xfrm>
              <a:off x="768000" y="1440000"/>
              <a:ext cx="2880000"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a:solidFill>
                    <a:schemeClr val="tx1"/>
                  </a:solidFill>
                  <a:latin typeface="+mn-ea"/>
                </a:rPr>
                <a:t>技術支援</a:t>
              </a:r>
              <a:endParaRPr kumimoji="1" lang="ja-JP" altLang="en-US" sz="1400">
                <a:solidFill>
                  <a:schemeClr val="tx1"/>
                </a:solidFill>
                <a:latin typeface="+mn-ea"/>
              </a:endParaRPr>
            </a:p>
          </p:txBody>
        </p:sp>
        <p:sp>
          <p:nvSpPr>
            <p:cNvPr id="6" name="正方形/長方形 5">
              <a:extLst>
                <a:ext uri="{FF2B5EF4-FFF2-40B4-BE49-F238E27FC236}">
                  <a16:creationId xmlns:a16="http://schemas.microsoft.com/office/drawing/2014/main" id="{A1619B9A-D2E7-6EED-DD9B-6FA1D9ACE286}"/>
                </a:ext>
              </a:extLst>
            </p:cNvPr>
            <p:cNvSpPr/>
            <p:nvPr/>
          </p:nvSpPr>
          <p:spPr>
            <a:xfrm>
              <a:off x="768000" y="1800000"/>
              <a:ext cx="2880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algn="ctr"/>
              <a:r>
                <a:rPr lang="en-US" altLang="ja-JP" sz="1400">
                  <a:solidFill>
                    <a:srgbClr val="333333"/>
                  </a:solidFill>
                  <a:latin typeface="+mn-ea"/>
                </a:rPr>
                <a:t>R</a:t>
              </a:r>
              <a:r>
                <a:rPr lang="ja-JP" altLang="en-US" sz="1400">
                  <a:solidFill>
                    <a:srgbClr val="333333"/>
                  </a:solidFill>
                  <a:latin typeface="+mn-ea"/>
                </a:rPr>
                <a:t>＆</a:t>
              </a:r>
              <a:r>
                <a:rPr lang="en-US" altLang="ja-JP" sz="1400">
                  <a:solidFill>
                    <a:srgbClr val="333333"/>
                  </a:solidFill>
                  <a:latin typeface="+mn-ea"/>
                </a:rPr>
                <a:t>D</a:t>
              </a:r>
              <a:r>
                <a:rPr lang="ja-JP" altLang="en-US" sz="1400">
                  <a:solidFill>
                    <a:srgbClr val="333333"/>
                  </a:solidFill>
                  <a:latin typeface="+mn-ea"/>
                </a:rPr>
                <a:t>部門</a:t>
              </a:r>
              <a:endParaRPr lang="ja-JP" altLang="en-US" sz="1400" b="0" i="0">
                <a:solidFill>
                  <a:srgbClr val="333333"/>
                </a:solidFill>
                <a:effectLst/>
                <a:latin typeface="+mn-ea"/>
              </a:endParaRPr>
            </a:p>
          </p:txBody>
        </p:sp>
      </p:grpSp>
      <p:grpSp>
        <p:nvGrpSpPr>
          <p:cNvPr id="8" name="グループ化 7">
            <a:extLst>
              <a:ext uri="{FF2B5EF4-FFF2-40B4-BE49-F238E27FC236}">
                <a16:creationId xmlns:a16="http://schemas.microsoft.com/office/drawing/2014/main" id="{232D9611-4ED4-843A-9D9F-7A5A53FD1D55}"/>
              </a:ext>
            </a:extLst>
          </p:cNvPr>
          <p:cNvGrpSpPr/>
          <p:nvPr/>
        </p:nvGrpSpPr>
        <p:grpSpPr>
          <a:xfrm>
            <a:off x="2195999" y="3035478"/>
            <a:ext cx="2160000" cy="559820"/>
            <a:chOff x="4655954" y="2520000"/>
            <a:chExt cx="3738953" cy="720000"/>
          </a:xfrm>
        </p:grpSpPr>
        <p:sp>
          <p:nvSpPr>
            <p:cNvPr id="9" name="正方形/長方形 8">
              <a:extLst>
                <a:ext uri="{FF2B5EF4-FFF2-40B4-BE49-F238E27FC236}">
                  <a16:creationId xmlns:a16="http://schemas.microsoft.com/office/drawing/2014/main" id="{C79D0866-A090-E43E-100C-598415F04C38}"/>
                </a:ext>
              </a:extLst>
            </p:cNvPr>
            <p:cNvSpPr/>
            <p:nvPr/>
          </p:nvSpPr>
          <p:spPr>
            <a:xfrm>
              <a:off x="4655954" y="2520000"/>
              <a:ext cx="3738947"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en-US" altLang="ja-JP" sz="1400">
                  <a:solidFill>
                    <a:schemeClr val="tx1"/>
                  </a:solidFill>
                  <a:latin typeface="+mn-ea"/>
                </a:rPr>
                <a:t>PM</a:t>
              </a:r>
              <a:endParaRPr kumimoji="1" lang="ja-JP" altLang="en-US" sz="1400">
                <a:solidFill>
                  <a:schemeClr val="tx1"/>
                </a:solidFill>
                <a:latin typeface="+mn-ea"/>
              </a:endParaRPr>
            </a:p>
          </p:txBody>
        </p:sp>
        <p:sp>
          <p:nvSpPr>
            <p:cNvPr id="10" name="正方形/長方形 9">
              <a:extLst>
                <a:ext uri="{FF2B5EF4-FFF2-40B4-BE49-F238E27FC236}">
                  <a16:creationId xmlns:a16="http://schemas.microsoft.com/office/drawing/2014/main" id="{F60769B9-F840-043F-1DA0-41AA3A3E95C4}"/>
                </a:ext>
              </a:extLst>
            </p:cNvPr>
            <p:cNvSpPr/>
            <p:nvPr/>
          </p:nvSpPr>
          <p:spPr>
            <a:xfrm>
              <a:off x="4655960" y="2880000"/>
              <a:ext cx="3738947"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lvl="0" algn="ctr" defTabSz="914400">
                <a:defRPr/>
              </a:pPr>
              <a:r>
                <a:rPr lang="ja-JP" altLang="en-US" sz="1400">
                  <a:solidFill>
                    <a:srgbClr val="333333"/>
                  </a:solidFill>
                  <a:latin typeface="+mn-ea"/>
                </a:rPr>
                <a:t>小亀様</a:t>
              </a:r>
            </a:p>
          </p:txBody>
        </p:sp>
      </p:grpSp>
    </p:spTree>
    <p:extLst>
      <p:ext uri="{BB962C8B-B14F-4D97-AF65-F5344CB8AC3E}">
        <p14:creationId xmlns:p14="http://schemas.microsoft.com/office/powerpoint/2010/main" val="37031314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1F3F8-B380-BFAB-A2FF-5F50DF959A0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5F81390-A44E-CCDA-DCDF-286F47E61DA2}"/>
              </a:ext>
            </a:extLst>
          </p:cNvPr>
          <p:cNvSpPr>
            <a:spLocks noGrp="1"/>
          </p:cNvSpPr>
          <p:nvPr>
            <p:ph type="title"/>
          </p:nvPr>
        </p:nvSpPr>
        <p:spPr/>
        <p:txBody>
          <a:bodyPr/>
          <a:lstStyle/>
          <a:p>
            <a:r>
              <a:rPr lang="en-US" altLang="ja-JP" dirty="0"/>
              <a:t>4-4</a:t>
            </a:r>
            <a:r>
              <a:rPr kumimoji="1" lang="ja-JP" altLang="en-US"/>
              <a:t>．役割および責任・権限</a:t>
            </a:r>
          </a:p>
        </p:txBody>
      </p:sp>
      <p:sp>
        <p:nvSpPr>
          <p:cNvPr id="4" name="フッター プレースホルダー 3">
            <a:extLst>
              <a:ext uri="{FF2B5EF4-FFF2-40B4-BE49-F238E27FC236}">
                <a16:creationId xmlns:a16="http://schemas.microsoft.com/office/drawing/2014/main" id="{BFE40D89-F5DE-857A-47F5-E2FAB8C655FC}"/>
              </a:ext>
            </a:extLst>
          </p:cNvPr>
          <p:cNvSpPr>
            <a:spLocks noGrp="1"/>
          </p:cNvSpPr>
          <p:nvPr>
            <p:ph type="ftr" sz="quarter" idx="11"/>
          </p:nvPr>
        </p:nvSpPr>
        <p:spPr/>
        <p:txBody>
          <a:bodyPr/>
          <a:lstStyle/>
          <a:p>
            <a:r>
              <a:rPr lang="en-US" altLang="ja-JP"/>
              <a:t>Copyright © SystemEXE,Inc All Rights Reserved.</a:t>
            </a:r>
          </a:p>
        </p:txBody>
      </p:sp>
      <p:sp>
        <p:nvSpPr>
          <p:cNvPr id="3" name="スライド番号プレースホルダー 3">
            <a:extLst>
              <a:ext uri="{FF2B5EF4-FFF2-40B4-BE49-F238E27FC236}">
                <a16:creationId xmlns:a16="http://schemas.microsoft.com/office/drawing/2014/main" id="{76C0EF26-D9F9-3A93-96F1-E76E6816B62F}"/>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16</a:t>
            </a:fld>
            <a:endParaRPr kumimoji="1" lang="ja-JP" altLang="en-US" sz="700"/>
          </a:p>
        </p:txBody>
      </p:sp>
      <p:graphicFrame>
        <p:nvGraphicFramePr>
          <p:cNvPr id="6" name="コンテンツ プレースホルダー 5">
            <a:extLst>
              <a:ext uri="{FF2B5EF4-FFF2-40B4-BE49-F238E27FC236}">
                <a16:creationId xmlns:a16="http://schemas.microsoft.com/office/drawing/2014/main" id="{7A3D85B5-5C12-D3E4-86FF-2A45B0260640}"/>
              </a:ext>
            </a:extLst>
          </p:cNvPr>
          <p:cNvGraphicFramePr>
            <a:graphicFrameLocks/>
          </p:cNvGraphicFramePr>
          <p:nvPr>
            <p:extLst>
              <p:ext uri="{D42A27DB-BD31-4B8C-83A1-F6EECF244321}">
                <p14:modId xmlns:p14="http://schemas.microsoft.com/office/powerpoint/2010/main" val="2439694775"/>
              </p:ext>
            </p:extLst>
          </p:nvPr>
        </p:nvGraphicFramePr>
        <p:xfrm>
          <a:off x="576000" y="1276182"/>
          <a:ext cx="11041199" cy="4785360"/>
        </p:xfrm>
        <a:graphic>
          <a:graphicData uri="http://schemas.openxmlformats.org/drawingml/2006/table">
            <a:tbl>
              <a:tblPr firstRow="1" bandRow="1">
                <a:tableStyleId>{3B4B98B0-60AC-42C2-AFA5-B58CD77FA1E5}</a:tableStyleId>
              </a:tblPr>
              <a:tblGrid>
                <a:gridCol w="2527418">
                  <a:extLst>
                    <a:ext uri="{9D8B030D-6E8A-4147-A177-3AD203B41FA5}">
                      <a16:colId xmlns:a16="http://schemas.microsoft.com/office/drawing/2014/main" val="3739787443"/>
                    </a:ext>
                  </a:extLst>
                </a:gridCol>
                <a:gridCol w="8513781">
                  <a:extLst>
                    <a:ext uri="{9D8B030D-6E8A-4147-A177-3AD203B41FA5}">
                      <a16:colId xmlns:a16="http://schemas.microsoft.com/office/drawing/2014/main" val="1167101293"/>
                    </a:ext>
                  </a:extLst>
                </a:gridCol>
              </a:tblGrid>
              <a:tr h="284151">
                <a:tc>
                  <a:txBody>
                    <a:bodyPr/>
                    <a:lstStyle/>
                    <a:p>
                      <a:pPr algn="ctr"/>
                      <a:r>
                        <a:rPr kumimoji="1" lang="ja-JP" altLang="en-US" sz="1600">
                          <a:solidFill>
                            <a:schemeClr val="bg1"/>
                          </a:solidFill>
                          <a:latin typeface="+mn-ea"/>
                          <a:ea typeface="+mn-ea"/>
                        </a:rPr>
                        <a:t>役割</a:t>
                      </a:r>
                      <a:endParaRPr kumimoji="1" lang="ja-JP" altLang="en-US" sz="1600" b="1" dirty="0">
                        <a:solidFill>
                          <a:schemeClr val="bg1"/>
                        </a:solidFill>
                        <a:latin typeface="+mn-ea"/>
                        <a:ea typeface="+mn-ea"/>
                      </a:endParaRPr>
                    </a:p>
                  </a:txBody>
                  <a:tcPr anchor="ctr">
                    <a:solidFill>
                      <a:schemeClr val="accent1"/>
                    </a:solidFill>
                  </a:tcPr>
                </a:tc>
                <a:tc>
                  <a:txBody>
                    <a:bodyPr/>
                    <a:lstStyle/>
                    <a:p>
                      <a:pPr algn="ctr"/>
                      <a:r>
                        <a:rPr kumimoji="1" lang="ja-JP" altLang="en-US" sz="1600">
                          <a:solidFill>
                            <a:schemeClr val="bg1"/>
                          </a:solidFill>
                          <a:latin typeface="+mn-ea"/>
                          <a:ea typeface="+mn-ea"/>
                        </a:rPr>
                        <a:t>作業範囲</a:t>
                      </a:r>
                      <a:endParaRPr kumimoji="1" lang="ja-JP" altLang="en-US" sz="1600" b="1" dirty="0">
                        <a:solidFill>
                          <a:schemeClr val="bg1"/>
                        </a:solidFill>
                        <a:latin typeface="+mn-ea"/>
                        <a:ea typeface="+mn-ea"/>
                      </a:endParaRPr>
                    </a:p>
                  </a:txBody>
                  <a:tcPr anchor="ctr">
                    <a:solidFill>
                      <a:schemeClr val="accent1"/>
                    </a:solidFill>
                  </a:tcPr>
                </a:tc>
                <a:extLst>
                  <a:ext uri="{0D108BD9-81ED-4DB2-BD59-A6C34878D82A}">
                    <a16:rowId xmlns:a16="http://schemas.microsoft.com/office/drawing/2014/main" val="3449912314"/>
                  </a:ext>
                </a:extLst>
              </a:tr>
              <a:tr h="570096">
                <a:tc>
                  <a:txBody>
                    <a:bodyPr/>
                    <a:lstStyle/>
                    <a:p>
                      <a:pPr fontAlgn="ctr">
                        <a:buNone/>
                      </a:pPr>
                      <a:r>
                        <a:rPr lang="ja-JP" altLang="en-US" sz="1600" dirty="0">
                          <a:effectLst/>
                          <a:latin typeface="+mn-ea"/>
                          <a:ea typeface="+mn-ea"/>
                        </a:rPr>
                        <a:t>プロジェクト責任者</a:t>
                      </a:r>
                    </a:p>
                  </a:txBody>
                  <a:tcPr anchor="ctr"/>
                </a:tc>
                <a:tc>
                  <a:txBody>
                    <a:bodyPr/>
                    <a:lstStyle/>
                    <a:p>
                      <a:pPr fontAlgn="ctr">
                        <a:buNone/>
                      </a:pPr>
                      <a:r>
                        <a:rPr lang="ja-JP" altLang="en-US" sz="1600" dirty="0">
                          <a:effectLst/>
                          <a:latin typeface="+mn-ea"/>
                          <a:ea typeface="+mn-ea"/>
                        </a:rPr>
                        <a:t>予算・納期・体制の最終責任を負う。</a:t>
                      </a:r>
                      <a:br>
                        <a:rPr lang="ja-JP" altLang="en-US" sz="1600" dirty="0">
                          <a:effectLst/>
                          <a:latin typeface="+mn-ea"/>
                          <a:ea typeface="+mn-ea"/>
                        </a:rPr>
                      </a:br>
                      <a:r>
                        <a:rPr lang="ja-JP" altLang="en-US" sz="1600" dirty="0">
                          <a:effectLst/>
                          <a:latin typeface="+mn-ea"/>
                          <a:ea typeface="+mn-ea"/>
                        </a:rPr>
                        <a:t>重要意思決定とエスカレーションを裁定する。</a:t>
                      </a:r>
                    </a:p>
                  </a:txBody>
                  <a:tcPr anchor="ctr"/>
                </a:tc>
                <a:extLst>
                  <a:ext uri="{0D108BD9-81ED-4DB2-BD59-A6C34878D82A}">
                    <a16:rowId xmlns:a16="http://schemas.microsoft.com/office/drawing/2014/main" val="1960948427"/>
                  </a:ext>
                </a:extLst>
              </a:tr>
              <a:tr h="1007444">
                <a:tc>
                  <a:txBody>
                    <a:bodyPr/>
                    <a:lstStyle/>
                    <a:p>
                      <a:pPr fontAlgn="ctr">
                        <a:buNone/>
                      </a:pPr>
                      <a:r>
                        <a:rPr lang="ja-JP" altLang="en-US" sz="1600">
                          <a:effectLst/>
                          <a:latin typeface="+mn-ea"/>
                          <a:ea typeface="+mn-ea"/>
                        </a:rPr>
                        <a:t>プロジェクトマネージャー</a:t>
                      </a:r>
                    </a:p>
                  </a:txBody>
                  <a:tcPr anchor="ctr"/>
                </a:tc>
                <a:tc>
                  <a:txBody>
                    <a:bodyPr/>
                    <a:lstStyle/>
                    <a:p>
                      <a:pPr fontAlgn="ctr">
                        <a:buNone/>
                      </a:pPr>
                      <a:r>
                        <a:rPr lang="ja-JP" altLang="en-US" sz="1600" dirty="0">
                          <a:effectLst/>
                          <a:latin typeface="+mn-ea"/>
                          <a:ea typeface="+mn-ea"/>
                        </a:rPr>
                        <a:t>目標・範囲・予算・スケジュールを統制する。</a:t>
                      </a:r>
                      <a:br>
                        <a:rPr lang="ja-JP" altLang="en-US" sz="1600" dirty="0">
                          <a:effectLst/>
                          <a:latin typeface="+mn-ea"/>
                          <a:ea typeface="+mn-ea"/>
                        </a:rPr>
                      </a:br>
                      <a:r>
                        <a:rPr lang="ja-JP" altLang="en-US" sz="1600" dirty="0">
                          <a:effectLst/>
                          <a:latin typeface="+mn-ea"/>
                          <a:ea typeface="+mn-ea"/>
                        </a:rPr>
                        <a:t>進行管理（品質・変更・課題・リスク・体制）を徹底する。</a:t>
                      </a:r>
                      <a:br>
                        <a:rPr lang="ja-JP" altLang="en-US" sz="1600" dirty="0">
                          <a:effectLst/>
                          <a:latin typeface="+mn-ea"/>
                          <a:ea typeface="+mn-ea"/>
                        </a:rPr>
                      </a:br>
                      <a:r>
                        <a:rPr lang="ja-JP" altLang="en-US" sz="1600" dirty="0">
                          <a:effectLst/>
                          <a:latin typeface="+mn-ea"/>
                          <a:ea typeface="+mn-ea"/>
                        </a:rPr>
                        <a:t>決定事項の周知と関係者コミュニケーションを設計する。</a:t>
                      </a:r>
                      <a:br>
                        <a:rPr lang="ja-JP" altLang="en-US" sz="1600" dirty="0">
                          <a:effectLst/>
                          <a:latin typeface="+mn-ea"/>
                          <a:ea typeface="+mn-ea"/>
                        </a:rPr>
                      </a:br>
                      <a:r>
                        <a:rPr lang="ja-JP" altLang="en-US" sz="1600" dirty="0">
                          <a:effectLst/>
                          <a:latin typeface="+mn-ea"/>
                          <a:ea typeface="+mn-ea"/>
                        </a:rPr>
                        <a:t>成果物受入の最終判断を行う。</a:t>
                      </a:r>
                    </a:p>
                  </a:txBody>
                  <a:tcPr anchor="ctr"/>
                </a:tc>
                <a:extLst>
                  <a:ext uri="{0D108BD9-81ED-4DB2-BD59-A6C34878D82A}">
                    <a16:rowId xmlns:a16="http://schemas.microsoft.com/office/drawing/2014/main" val="4185347885"/>
                  </a:ext>
                </a:extLst>
              </a:tr>
              <a:tr h="774957">
                <a:tc>
                  <a:txBody>
                    <a:bodyPr/>
                    <a:lstStyle/>
                    <a:p>
                      <a:pPr fontAlgn="ctr">
                        <a:buNone/>
                      </a:pPr>
                      <a:r>
                        <a:rPr lang="ja-JP" altLang="en-US" sz="1600" dirty="0">
                          <a:effectLst/>
                          <a:latin typeface="+mn-ea"/>
                          <a:ea typeface="+mn-ea"/>
                        </a:rPr>
                        <a:t>ブリッジ</a:t>
                      </a:r>
                      <a:r>
                        <a:rPr lang="en-US" sz="1600" dirty="0">
                          <a:effectLst/>
                          <a:latin typeface="+mn-ea"/>
                          <a:ea typeface="+mn-ea"/>
                        </a:rPr>
                        <a:t>S</a:t>
                      </a:r>
                      <a:r>
                        <a:rPr lang="en-US" altLang="ja-JP" sz="1600" dirty="0">
                          <a:effectLst/>
                          <a:latin typeface="+mn-ea"/>
                          <a:ea typeface="+mn-ea"/>
                        </a:rPr>
                        <a:t>E</a:t>
                      </a:r>
                      <a:endParaRPr lang="en-US" sz="1600" dirty="0">
                        <a:effectLst/>
                        <a:latin typeface="+mn-ea"/>
                        <a:ea typeface="+mn-ea"/>
                      </a:endParaRPr>
                    </a:p>
                  </a:txBody>
                  <a:tcPr anchor="ctr"/>
                </a:tc>
                <a:tc>
                  <a:txBody>
                    <a:bodyPr/>
                    <a:lstStyle/>
                    <a:p>
                      <a:pPr fontAlgn="ctr">
                        <a:buNone/>
                      </a:pPr>
                      <a:r>
                        <a:rPr lang="ja-JP" altLang="en-US" sz="1600" dirty="0">
                          <a:effectLst/>
                          <a:latin typeface="+mn-ea"/>
                          <a:ea typeface="+mn-ea"/>
                        </a:rPr>
                        <a:t>オフショアへの指示系統を一本化する。</a:t>
                      </a:r>
                      <a:br>
                        <a:rPr lang="ja-JP" altLang="en-US" sz="1600" dirty="0">
                          <a:effectLst/>
                          <a:latin typeface="+mn-ea"/>
                          <a:ea typeface="+mn-ea"/>
                        </a:rPr>
                      </a:br>
                      <a:r>
                        <a:rPr lang="ja-JP" altLang="en-US" sz="1600" dirty="0">
                          <a:effectLst/>
                          <a:latin typeface="+mn-ea"/>
                          <a:ea typeface="+mn-ea"/>
                        </a:rPr>
                        <a:t>要件・仕様の整理と合意形成を主導し、認識齟齬を未然に防ぐ。</a:t>
                      </a:r>
                      <a:br>
                        <a:rPr lang="ja-JP" altLang="en-US" sz="1600" dirty="0">
                          <a:effectLst/>
                          <a:latin typeface="+mn-ea"/>
                          <a:ea typeface="+mn-ea"/>
                        </a:rPr>
                      </a:br>
                      <a:r>
                        <a:rPr lang="ja-JP" altLang="en-US" sz="1600" dirty="0">
                          <a:effectLst/>
                          <a:latin typeface="+mn-ea"/>
                          <a:ea typeface="+mn-ea"/>
                        </a:rPr>
                        <a:t>日本側</a:t>
                      </a:r>
                      <a:r>
                        <a:rPr lang="en-US" altLang="ja-JP" sz="1600" dirty="0">
                          <a:effectLst/>
                          <a:latin typeface="+mn-ea"/>
                          <a:ea typeface="+mn-ea"/>
                        </a:rPr>
                        <a:t>PM</a:t>
                      </a:r>
                      <a:r>
                        <a:rPr lang="ja-JP" altLang="en-US" sz="1600" dirty="0">
                          <a:effectLst/>
                          <a:latin typeface="+mn-ea"/>
                          <a:ea typeface="+mn-ea"/>
                        </a:rPr>
                        <a:t>と</a:t>
                      </a:r>
                      <a:r>
                        <a:rPr lang="en-US" altLang="ja-JP" sz="1600" dirty="0">
                          <a:effectLst/>
                          <a:latin typeface="+mn-ea"/>
                          <a:ea typeface="+mn-ea"/>
                        </a:rPr>
                        <a:t>VN</a:t>
                      </a:r>
                      <a:r>
                        <a:rPr lang="ja-JP" altLang="en-US" sz="1600" dirty="0">
                          <a:effectLst/>
                          <a:latin typeface="+mn-ea"/>
                          <a:ea typeface="+mn-ea"/>
                        </a:rPr>
                        <a:t>側の進捗・品質状況を日次で可視化し、リスクを早期に上げる。</a:t>
                      </a:r>
                    </a:p>
                  </a:txBody>
                  <a:tcPr anchor="ctr"/>
                </a:tc>
                <a:extLst>
                  <a:ext uri="{0D108BD9-81ED-4DB2-BD59-A6C34878D82A}">
                    <a16:rowId xmlns:a16="http://schemas.microsoft.com/office/drawing/2014/main" val="254760582"/>
                  </a:ext>
                </a:extLst>
              </a:tr>
              <a:tr h="542470">
                <a:tc>
                  <a:txBody>
                    <a:bodyPr/>
                    <a:lstStyle/>
                    <a:p>
                      <a:pPr fontAlgn="ctr">
                        <a:buNone/>
                      </a:pPr>
                      <a:r>
                        <a:rPr lang="ja-JP" altLang="en-US" sz="1600">
                          <a:effectLst/>
                          <a:latin typeface="+mn-ea"/>
                          <a:ea typeface="+mn-ea"/>
                        </a:rPr>
                        <a:t>オフショア</a:t>
                      </a:r>
                      <a:endParaRPr lang="en-US" altLang="ja-JP" sz="1600">
                        <a:effectLst/>
                        <a:latin typeface="+mn-ea"/>
                        <a:ea typeface="+mn-ea"/>
                      </a:endParaRPr>
                    </a:p>
                    <a:p>
                      <a:pPr fontAlgn="ctr">
                        <a:buNone/>
                      </a:pPr>
                      <a:r>
                        <a:rPr lang="ja-JP" altLang="en-US" sz="1600">
                          <a:effectLst/>
                          <a:latin typeface="+mn-ea"/>
                          <a:ea typeface="+mn-ea"/>
                        </a:rPr>
                        <a:t>（</a:t>
                      </a:r>
                      <a:r>
                        <a:rPr lang="en-US" altLang="ja-JP" sz="1600">
                          <a:effectLst/>
                          <a:latin typeface="+mn-ea"/>
                          <a:ea typeface="+mn-ea"/>
                        </a:rPr>
                        <a:t>VN</a:t>
                      </a:r>
                      <a:r>
                        <a:rPr lang="ja-JP" altLang="en-US" sz="1600">
                          <a:effectLst/>
                          <a:latin typeface="+mn-ea"/>
                          <a:ea typeface="+mn-ea"/>
                        </a:rPr>
                        <a:t>チーム）</a:t>
                      </a:r>
                      <a:endParaRPr lang="ja-JP" altLang="en-US" sz="1600" dirty="0">
                        <a:effectLst/>
                        <a:latin typeface="+mn-ea"/>
                        <a:ea typeface="+mn-ea"/>
                      </a:endParaRPr>
                    </a:p>
                  </a:txBody>
                  <a:tcPr anchor="ctr"/>
                </a:tc>
                <a:tc>
                  <a:txBody>
                    <a:bodyPr/>
                    <a:lstStyle/>
                    <a:p>
                      <a:pPr fontAlgn="ctr">
                        <a:buNone/>
                      </a:pPr>
                      <a:r>
                        <a:rPr lang="ja-JP" altLang="en-US" sz="1600" dirty="0">
                          <a:effectLst/>
                          <a:latin typeface="+mn-ea"/>
                          <a:ea typeface="+mn-ea"/>
                        </a:rPr>
                        <a:t>設計・実装・単体テスト・改修を実施する。</a:t>
                      </a:r>
                      <a:br>
                        <a:rPr lang="ja-JP" altLang="en-US" sz="1600" dirty="0">
                          <a:effectLst/>
                          <a:latin typeface="+mn-ea"/>
                          <a:ea typeface="+mn-ea"/>
                        </a:rPr>
                      </a:br>
                      <a:r>
                        <a:rPr lang="ja-JP" altLang="en-US" sz="1600" dirty="0">
                          <a:effectLst/>
                          <a:latin typeface="+mn-ea"/>
                          <a:ea typeface="+mn-ea"/>
                        </a:rPr>
                        <a:t>日次で進捗・課題・見積り差分を報告する。</a:t>
                      </a:r>
                    </a:p>
                  </a:txBody>
                  <a:tcPr anchor="ctr"/>
                </a:tc>
                <a:extLst>
                  <a:ext uri="{0D108BD9-81ED-4DB2-BD59-A6C34878D82A}">
                    <a16:rowId xmlns:a16="http://schemas.microsoft.com/office/drawing/2014/main" val="4107023447"/>
                  </a:ext>
                </a:extLst>
              </a:tr>
              <a:tr h="774957">
                <a:tc>
                  <a:txBody>
                    <a:bodyPr/>
                    <a:lstStyle/>
                    <a:p>
                      <a:pPr fontAlgn="ctr">
                        <a:buNone/>
                      </a:pPr>
                      <a:r>
                        <a:rPr lang="ja-JP" altLang="en-US" sz="1600" dirty="0">
                          <a:effectLst/>
                          <a:latin typeface="+mn-ea"/>
                          <a:ea typeface="+mn-ea"/>
                        </a:rPr>
                        <a:t>技術支援</a:t>
                      </a:r>
                      <a:r>
                        <a:rPr lang="zh-TW" altLang="en-US" sz="1600" dirty="0">
                          <a:effectLst/>
                          <a:latin typeface="游ゴシック" panose="020B0400000000000000" pitchFamily="50" charset="-128"/>
                          <a:ea typeface="游ゴシック" panose="020B0400000000000000" pitchFamily="50" charset="-128"/>
                        </a:rPr>
                        <a:t>（</a:t>
                      </a:r>
                      <a:r>
                        <a:rPr lang="en-US" altLang="zh-TW" sz="1600" dirty="0">
                          <a:effectLst/>
                          <a:latin typeface="游ゴシック" panose="020B0400000000000000" pitchFamily="50" charset="-128"/>
                          <a:ea typeface="游ゴシック" panose="020B0400000000000000" pitchFamily="50" charset="-128"/>
                        </a:rPr>
                        <a:t>R&amp;D</a:t>
                      </a:r>
                      <a:r>
                        <a:rPr lang="zh-TW" altLang="en-US" sz="1600" dirty="0">
                          <a:effectLst/>
                          <a:latin typeface="游ゴシック" panose="020B0400000000000000" pitchFamily="50" charset="-128"/>
                          <a:ea typeface="游ゴシック" panose="020B0400000000000000" pitchFamily="50" charset="-128"/>
                        </a:rPr>
                        <a:t>）</a:t>
                      </a:r>
                    </a:p>
                  </a:txBody>
                  <a:tcPr anchor="ctr"/>
                </a:tc>
                <a:tc>
                  <a:txBody>
                    <a:bodyPr/>
                    <a:lstStyle/>
                    <a:p>
                      <a:pPr fontAlgn="ctr">
                        <a:buNone/>
                      </a:pPr>
                      <a:r>
                        <a:rPr lang="ja-JP" altLang="en-US" sz="1600" dirty="0">
                          <a:effectLst/>
                          <a:latin typeface="+mn-ea"/>
                          <a:ea typeface="+mn-ea"/>
                        </a:rPr>
                        <a:t>生成</a:t>
                      </a:r>
                      <a:r>
                        <a:rPr lang="en-US" altLang="ja-JP" sz="1600" dirty="0">
                          <a:effectLst/>
                          <a:latin typeface="+mn-ea"/>
                          <a:ea typeface="+mn-ea"/>
                        </a:rPr>
                        <a:t>AI</a:t>
                      </a:r>
                      <a:r>
                        <a:rPr lang="ja-JP" altLang="en-US" sz="1600" dirty="0">
                          <a:effectLst/>
                          <a:latin typeface="+mn-ea"/>
                          <a:ea typeface="+mn-ea"/>
                        </a:rPr>
                        <a:t>活用と開発生産性向上のための技術支援を担う。</a:t>
                      </a:r>
                      <a:br>
                        <a:rPr lang="ja-JP" altLang="en-US" sz="1600" dirty="0">
                          <a:effectLst/>
                          <a:latin typeface="+mn-ea"/>
                          <a:ea typeface="+mn-ea"/>
                        </a:rPr>
                      </a:br>
                      <a:r>
                        <a:rPr lang="ja-JP" altLang="en-US" sz="1600" dirty="0">
                          <a:effectLst/>
                          <a:latin typeface="+mn-ea"/>
                          <a:ea typeface="+mn-ea"/>
                        </a:rPr>
                        <a:t>難易度の高い技術課題の相談対応を行う。</a:t>
                      </a:r>
                      <a:endParaRPr lang="en-US" altLang="ja-JP" sz="1600" dirty="0">
                        <a:effectLst/>
                        <a:latin typeface="+mn-ea"/>
                        <a:ea typeface="+mn-ea"/>
                      </a:endParaRPr>
                    </a:p>
                    <a:p>
                      <a:pPr fontAlgn="ctr">
                        <a:buNone/>
                      </a:pPr>
                      <a:r>
                        <a:rPr lang="en-US" altLang="ja-JP" sz="1600" dirty="0">
                          <a:effectLst/>
                          <a:latin typeface="+mn-ea"/>
                          <a:ea typeface="+mn-ea"/>
                        </a:rPr>
                        <a:t>※</a:t>
                      </a:r>
                      <a:r>
                        <a:rPr lang="ja-JP" altLang="en-US" sz="1600" dirty="0">
                          <a:effectLst/>
                          <a:latin typeface="+mn-ea"/>
                          <a:ea typeface="+mn-ea"/>
                        </a:rPr>
                        <a:t>プロジェクトの納期・品質の最終責任は負わない。</a:t>
                      </a:r>
                    </a:p>
                  </a:txBody>
                  <a:tcPr anchor="ctr"/>
                </a:tc>
                <a:extLst>
                  <a:ext uri="{0D108BD9-81ED-4DB2-BD59-A6C34878D82A}">
                    <a16:rowId xmlns:a16="http://schemas.microsoft.com/office/drawing/2014/main" val="423428347"/>
                  </a:ext>
                </a:extLst>
              </a:tr>
              <a:tr h="542470">
                <a:tc>
                  <a:txBody>
                    <a:bodyPr/>
                    <a:lstStyle/>
                    <a:p>
                      <a:pPr fontAlgn="ctr">
                        <a:buNone/>
                      </a:pPr>
                      <a:r>
                        <a:rPr lang="ja-JP" altLang="en-US" sz="1600">
                          <a:effectLst/>
                          <a:latin typeface="+mn-ea"/>
                          <a:ea typeface="+mn-ea"/>
                        </a:rPr>
                        <a:t>営業</a:t>
                      </a:r>
                    </a:p>
                  </a:txBody>
                  <a:tcPr anchor="ctr"/>
                </a:tc>
                <a:tc>
                  <a:txBody>
                    <a:bodyPr/>
                    <a:lstStyle/>
                    <a:p>
                      <a:pPr fontAlgn="ctr">
                        <a:buNone/>
                      </a:pPr>
                      <a:r>
                        <a:rPr lang="ja-JP" altLang="en-US" sz="1600" dirty="0">
                          <a:effectLst/>
                          <a:latin typeface="+mn-ea"/>
                          <a:ea typeface="+mn-ea"/>
                        </a:rPr>
                        <a:t>契約管理（条件調整、契約書締結、変更契約）を担当する。</a:t>
                      </a:r>
                      <a:br>
                        <a:rPr lang="ja-JP" altLang="en-US" sz="1600" dirty="0">
                          <a:effectLst/>
                          <a:latin typeface="+mn-ea"/>
                          <a:ea typeface="+mn-ea"/>
                        </a:rPr>
                      </a:br>
                      <a:r>
                        <a:rPr lang="ja-JP" altLang="en-US" sz="1600" dirty="0">
                          <a:effectLst/>
                          <a:latin typeface="+mn-ea"/>
                          <a:ea typeface="+mn-ea"/>
                        </a:rPr>
                        <a:t>顧客窓口としてクレーム対応を行う。</a:t>
                      </a:r>
                    </a:p>
                  </a:txBody>
                  <a:tcPr anchor="ctr"/>
                </a:tc>
                <a:extLst>
                  <a:ext uri="{0D108BD9-81ED-4DB2-BD59-A6C34878D82A}">
                    <a16:rowId xmlns:a16="http://schemas.microsoft.com/office/drawing/2014/main" val="2318722808"/>
                  </a:ext>
                </a:extLst>
              </a:tr>
            </a:tbl>
          </a:graphicData>
        </a:graphic>
      </p:graphicFrame>
      <p:sp>
        <p:nvSpPr>
          <p:cNvPr id="7" name="テキスト ボックス 6">
            <a:extLst>
              <a:ext uri="{FF2B5EF4-FFF2-40B4-BE49-F238E27FC236}">
                <a16:creationId xmlns:a16="http://schemas.microsoft.com/office/drawing/2014/main" id="{C74E8F55-EE8B-C620-463C-38E8741671E5}"/>
              </a:ext>
            </a:extLst>
          </p:cNvPr>
          <p:cNvSpPr txBox="1">
            <a:spLocks/>
          </p:cNvSpPr>
          <p:nvPr/>
        </p:nvSpPr>
        <p:spPr>
          <a:xfrm>
            <a:off x="575999" y="936000"/>
            <a:ext cx="11041199" cy="382481"/>
          </a:xfrm>
          <a:prstGeom prst="roundRect">
            <a:avLst>
              <a:gd name="adj" fmla="val 11024"/>
            </a:avLst>
          </a:prstGeom>
          <a:noFill/>
        </p:spPr>
        <p:txBody>
          <a:bodyPr wrap="square" rtlCol="0">
            <a:noAutofit/>
          </a:bodyPr>
          <a:lstStyle/>
          <a:p>
            <a:r>
              <a:rPr lang="ja-JP" altLang="en-US" sz="1600">
                <a:latin typeface="+mn-ea"/>
              </a:rPr>
              <a:t>体制について</a:t>
            </a:r>
            <a:r>
              <a:rPr kumimoji="1" lang="ja-JP" altLang="en-US" sz="1600">
                <a:latin typeface="+mn-ea"/>
              </a:rPr>
              <a:t>、</a:t>
            </a:r>
            <a:r>
              <a:rPr lang="ja-JP" altLang="en-US" sz="1600">
                <a:latin typeface="游ゴシック" panose="020B0400000000000000" pitchFamily="50" charset="-128"/>
              </a:rPr>
              <a:t>下記の通り役割と作業範囲を定めます。</a:t>
            </a:r>
          </a:p>
        </p:txBody>
      </p:sp>
    </p:spTree>
    <p:extLst>
      <p:ext uri="{BB962C8B-B14F-4D97-AF65-F5344CB8AC3E}">
        <p14:creationId xmlns:p14="http://schemas.microsoft.com/office/powerpoint/2010/main" val="332984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05BBEA04-38EA-4365-43BD-F8DEEFFE183C}"/>
              </a:ext>
            </a:extLst>
          </p:cNvPr>
          <p:cNvSpPr>
            <a:spLocks noGrp="1"/>
          </p:cNvSpPr>
          <p:nvPr>
            <p:ph type="ftr" sz="quarter" idx="11"/>
          </p:nvPr>
        </p:nvSpPr>
        <p:spPr/>
        <p:txBody>
          <a:bodyPr/>
          <a:lstStyle/>
          <a:p>
            <a:r>
              <a:rPr lang="en-US"/>
              <a:t>Copyright © SystemEXE,Inc All Rights Reserved.</a:t>
            </a:r>
          </a:p>
        </p:txBody>
      </p:sp>
      <p:sp>
        <p:nvSpPr>
          <p:cNvPr id="3" name="タイトル 2">
            <a:extLst>
              <a:ext uri="{FF2B5EF4-FFF2-40B4-BE49-F238E27FC236}">
                <a16:creationId xmlns:a16="http://schemas.microsoft.com/office/drawing/2014/main" id="{7AACB18C-21A4-CCDE-F20E-71F2D3DF02D3}"/>
              </a:ext>
            </a:extLst>
          </p:cNvPr>
          <p:cNvSpPr>
            <a:spLocks noGrp="1"/>
          </p:cNvSpPr>
          <p:nvPr>
            <p:ph type="title"/>
          </p:nvPr>
        </p:nvSpPr>
        <p:spPr/>
        <p:txBody>
          <a:bodyPr/>
          <a:lstStyle/>
          <a:p>
            <a:r>
              <a:rPr kumimoji="1" lang="ja-JP" altLang="en-US" dirty="0"/>
              <a:t>お見積り</a:t>
            </a:r>
            <a:r>
              <a:rPr kumimoji="1" lang="en-US" altLang="ja-JP" dirty="0"/>
              <a:t>(</a:t>
            </a:r>
            <a:r>
              <a:rPr kumimoji="1" lang="ja-JP" altLang="en-US" dirty="0"/>
              <a:t>運用・保守</a:t>
            </a:r>
            <a:r>
              <a:rPr kumimoji="1" lang="en-US" altLang="ja-JP" dirty="0"/>
              <a:t>)</a:t>
            </a:r>
            <a:endParaRPr kumimoji="1" lang="ja-JP" altLang="en-US" dirty="0"/>
          </a:p>
        </p:txBody>
      </p:sp>
    </p:spTree>
    <p:extLst>
      <p:ext uri="{BB962C8B-B14F-4D97-AF65-F5344CB8AC3E}">
        <p14:creationId xmlns:p14="http://schemas.microsoft.com/office/powerpoint/2010/main" val="2002779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3EC9E-61F2-9A6A-BC86-D73089DA501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1C2F193-999A-A3C0-7EF5-9A7266A8D4FC}"/>
              </a:ext>
            </a:extLst>
          </p:cNvPr>
          <p:cNvSpPr>
            <a:spLocks noGrp="1"/>
          </p:cNvSpPr>
          <p:nvPr>
            <p:ph type="title"/>
          </p:nvPr>
        </p:nvSpPr>
        <p:spPr/>
        <p:txBody>
          <a:bodyPr/>
          <a:lstStyle/>
          <a:p>
            <a:r>
              <a:rPr lang="en-US" altLang="ja-JP"/>
              <a:t>5</a:t>
            </a:r>
            <a:r>
              <a:rPr kumimoji="1" lang="en-US" altLang="ja-JP"/>
              <a:t>-1</a:t>
            </a:r>
            <a:r>
              <a:rPr kumimoji="1" lang="ja-JP" altLang="en-US"/>
              <a:t>．</a:t>
            </a:r>
            <a:r>
              <a:rPr lang="ja-JP" altLang="en-US"/>
              <a:t>概算</a:t>
            </a:r>
            <a:r>
              <a:rPr kumimoji="1" lang="ja-JP" altLang="en-US"/>
              <a:t>お見積り（運用</a:t>
            </a:r>
            <a:r>
              <a:rPr lang="ja-JP" altLang="en-US"/>
              <a:t>・</a:t>
            </a:r>
            <a:r>
              <a:rPr kumimoji="1" lang="ja-JP" altLang="en-US"/>
              <a:t>保守）</a:t>
            </a:r>
          </a:p>
        </p:txBody>
      </p:sp>
      <p:sp>
        <p:nvSpPr>
          <p:cNvPr id="4" name="フッター プレースホルダー 3">
            <a:extLst>
              <a:ext uri="{FF2B5EF4-FFF2-40B4-BE49-F238E27FC236}">
                <a16:creationId xmlns:a16="http://schemas.microsoft.com/office/drawing/2014/main" id="{3F022696-4196-7BD7-AFA1-576144ECFA9D}"/>
              </a:ext>
            </a:extLst>
          </p:cNvPr>
          <p:cNvSpPr>
            <a:spLocks noGrp="1"/>
          </p:cNvSpPr>
          <p:nvPr>
            <p:ph type="ftr" sz="quarter" idx="11"/>
          </p:nvPr>
        </p:nvSpPr>
        <p:spPr>
          <a:xfrm>
            <a:off x="3036000" y="6642000"/>
            <a:ext cx="6120000" cy="216000"/>
          </a:xfrm>
        </p:spPr>
        <p:txBody>
          <a:bodyPr/>
          <a:lstStyle/>
          <a:p>
            <a:r>
              <a:rPr lang="en-US" altLang="ja-JP"/>
              <a:t>Copyright © SystemEXE,Inc All Rights Reserved.</a:t>
            </a:r>
          </a:p>
        </p:txBody>
      </p:sp>
      <p:graphicFrame>
        <p:nvGraphicFramePr>
          <p:cNvPr id="5" name="表 4">
            <a:extLst>
              <a:ext uri="{FF2B5EF4-FFF2-40B4-BE49-F238E27FC236}">
                <a16:creationId xmlns:a16="http://schemas.microsoft.com/office/drawing/2014/main" id="{97E65FC0-BBB0-C921-A3CE-684542BFDF34}"/>
              </a:ext>
            </a:extLst>
          </p:cNvPr>
          <p:cNvGraphicFramePr>
            <a:graphicFrameLocks noGrp="1"/>
          </p:cNvGraphicFramePr>
          <p:nvPr>
            <p:extLst>
              <p:ext uri="{D42A27DB-BD31-4B8C-83A1-F6EECF244321}">
                <p14:modId xmlns:p14="http://schemas.microsoft.com/office/powerpoint/2010/main" val="3689918978"/>
              </p:ext>
            </p:extLst>
          </p:nvPr>
        </p:nvGraphicFramePr>
        <p:xfrm>
          <a:off x="515999" y="936000"/>
          <a:ext cx="11075301" cy="4376943"/>
        </p:xfrm>
        <a:graphic>
          <a:graphicData uri="http://schemas.openxmlformats.org/drawingml/2006/table">
            <a:tbl>
              <a:tblPr firstRow="1" bandRow="1">
                <a:tableStyleId>{2D5ABB26-0587-4C30-8999-92F81FD0307C}</a:tableStyleId>
              </a:tblPr>
              <a:tblGrid>
                <a:gridCol w="576000">
                  <a:extLst>
                    <a:ext uri="{9D8B030D-6E8A-4147-A177-3AD203B41FA5}">
                      <a16:colId xmlns:a16="http://schemas.microsoft.com/office/drawing/2014/main" val="233225342"/>
                    </a:ext>
                  </a:extLst>
                </a:gridCol>
                <a:gridCol w="1139301">
                  <a:extLst>
                    <a:ext uri="{9D8B030D-6E8A-4147-A177-3AD203B41FA5}">
                      <a16:colId xmlns:a16="http://schemas.microsoft.com/office/drawing/2014/main" val="3608806225"/>
                    </a:ext>
                  </a:extLst>
                </a:gridCol>
                <a:gridCol w="2736000">
                  <a:extLst>
                    <a:ext uri="{9D8B030D-6E8A-4147-A177-3AD203B41FA5}">
                      <a16:colId xmlns:a16="http://schemas.microsoft.com/office/drawing/2014/main" val="4260495519"/>
                    </a:ext>
                  </a:extLst>
                </a:gridCol>
                <a:gridCol w="1296000">
                  <a:extLst>
                    <a:ext uri="{9D8B030D-6E8A-4147-A177-3AD203B41FA5}">
                      <a16:colId xmlns:a16="http://schemas.microsoft.com/office/drawing/2014/main" val="357579559"/>
                    </a:ext>
                  </a:extLst>
                </a:gridCol>
                <a:gridCol w="2088000">
                  <a:extLst>
                    <a:ext uri="{9D8B030D-6E8A-4147-A177-3AD203B41FA5}">
                      <a16:colId xmlns:a16="http://schemas.microsoft.com/office/drawing/2014/main" val="2565051978"/>
                    </a:ext>
                  </a:extLst>
                </a:gridCol>
                <a:gridCol w="1620000">
                  <a:extLst>
                    <a:ext uri="{9D8B030D-6E8A-4147-A177-3AD203B41FA5}">
                      <a16:colId xmlns:a16="http://schemas.microsoft.com/office/drawing/2014/main" val="2912004341"/>
                    </a:ext>
                  </a:extLst>
                </a:gridCol>
                <a:gridCol w="1620000">
                  <a:extLst>
                    <a:ext uri="{9D8B030D-6E8A-4147-A177-3AD203B41FA5}">
                      <a16:colId xmlns:a16="http://schemas.microsoft.com/office/drawing/2014/main" val="4033832954"/>
                    </a:ext>
                  </a:extLst>
                </a:gridCol>
              </a:tblGrid>
              <a:tr h="396000">
                <a:tc>
                  <a:txBody>
                    <a:bodyPr/>
                    <a:lstStyle/>
                    <a:p>
                      <a:pPr algn="ctr" rtl="0" fontAlgn="ctr"/>
                      <a:r>
                        <a:rPr lang="en-US" sz="1600" b="1" i="0" u="none" strike="noStrike" dirty="0">
                          <a:solidFill>
                            <a:srgbClr val="FFFFFF"/>
                          </a:solidFill>
                          <a:effectLst/>
                          <a:latin typeface="+mn-ea"/>
                          <a:ea typeface="+mn-ea"/>
                        </a:rPr>
                        <a:t>No.</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フェーズ</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概要</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役割</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作業時間</a:t>
                      </a:r>
                      <a:endParaRPr lang="en-US" altLang="ja-JP" sz="1600" b="1" i="0" u="none" strike="noStrike" dirty="0">
                        <a:solidFill>
                          <a:srgbClr val="FFFFFF"/>
                        </a:solidFill>
                        <a:effectLst/>
                        <a:latin typeface="+mn-ea"/>
                        <a:ea typeface="+mn-ea"/>
                      </a:endParaRPr>
                    </a:p>
                    <a:p>
                      <a:pPr algn="ctr" rtl="0" fontAlgn="ctr"/>
                      <a:r>
                        <a:rPr lang="en-US" altLang="ja-JP" sz="1600" b="1" i="0" u="none" strike="noStrike" dirty="0">
                          <a:solidFill>
                            <a:srgbClr val="FFFFFF"/>
                          </a:solidFill>
                          <a:effectLst/>
                          <a:latin typeface="+mn-ea"/>
                          <a:ea typeface="+mn-ea"/>
                        </a:rPr>
                        <a:t>(</a:t>
                      </a:r>
                      <a:r>
                        <a:rPr lang="ja-JP" altLang="en-US" sz="1600" b="1" i="0" u="none" strike="noStrike" dirty="0">
                          <a:solidFill>
                            <a:srgbClr val="FFFFFF"/>
                          </a:solidFill>
                          <a:effectLst/>
                          <a:latin typeface="+mn-ea"/>
                          <a:ea typeface="+mn-ea"/>
                        </a:rPr>
                        <a:t>時間</a:t>
                      </a:r>
                      <a:r>
                        <a:rPr lang="en-US" altLang="ja-JP" sz="1600" b="1" i="0" u="none" strike="noStrike" dirty="0">
                          <a:solidFill>
                            <a:srgbClr val="FFFFFF"/>
                          </a:solidFill>
                          <a:effectLst/>
                          <a:latin typeface="+mn-ea"/>
                          <a:ea typeface="+mn-ea"/>
                        </a:rPr>
                        <a:t>/</a:t>
                      </a:r>
                      <a:r>
                        <a:rPr lang="ja-JP" altLang="en-US" sz="1600" b="1" i="0" u="none" strike="noStrike" dirty="0">
                          <a:solidFill>
                            <a:srgbClr val="FFFFFF"/>
                          </a:solidFill>
                          <a:effectLst/>
                          <a:latin typeface="+mn-ea"/>
                          <a:ea typeface="+mn-ea"/>
                        </a:rPr>
                        <a:t>月</a:t>
                      </a:r>
                      <a:r>
                        <a:rPr lang="en-US" altLang="ja-JP" sz="1600" b="1" i="0" u="none" strike="noStrike" dirty="0">
                          <a:solidFill>
                            <a:srgbClr val="FFFFFF"/>
                          </a:solidFill>
                          <a:effectLst/>
                          <a:latin typeface="+mn-ea"/>
                          <a:ea typeface="+mn-ea"/>
                        </a:rPr>
                        <a:t>)</a:t>
                      </a:r>
                      <a:endParaRPr lang="ja-JP" altLang="en-US" sz="1600" b="1" i="0" u="none" strike="noStrike" dirty="0">
                        <a:solidFill>
                          <a:srgbClr val="FFFFFF"/>
                        </a:solidFill>
                        <a:effectLst/>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月額</a:t>
                      </a:r>
                      <a:endParaRPr lang="en-US" altLang="ja-JP" sz="1600" b="1" i="0" u="none" strike="noStrike" dirty="0">
                        <a:solidFill>
                          <a:srgbClr val="FFFFFF"/>
                        </a:solidFill>
                        <a:effectLst/>
                        <a:latin typeface="+mn-ea"/>
                        <a:ea typeface="+mn-ea"/>
                      </a:endParaRPr>
                    </a:p>
                    <a:p>
                      <a:pPr algn="ctr" rtl="0" fontAlgn="ctr"/>
                      <a:r>
                        <a:rPr lang="en-US" altLang="ja-JP" sz="1600" b="1" i="0" u="none" strike="noStrike" dirty="0">
                          <a:solidFill>
                            <a:srgbClr val="FFFFFF"/>
                          </a:solidFill>
                          <a:effectLst/>
                          <a:latin typeface="+mn-ea"/>
                          <a:ea typeface="+mn-ea"/>
                        </a:rPr>
                        <a:t>(</a:t>
                      </a:r>
                      <a:r>
                        <a:rPr lang="ja-JP" altLang="en-US" sz="1600" b="1" i="0" u="none" strike="noStrike" dirty="0">
                          <a:solidFill>
                            <a:srgbClr val="FFFFFF"/>
                          </a:solidFill>
                          <a:effectLst/>
                          <a:latin typeface="+mn-ea"/>
                          <a:ea typeface="+mn-ea"/>
                        </a:rPr>
                        <a:t>税抜き</a:t>
                      </a:r>
                      <a:r>
                        <a:rPr lang="en-US" altLang="ja-JP" sz="1600" b="1" i="0" u="none" strike="noStrike" dirty="0">
                          <a:solidFill>
                            <a:srgbClr val="FFFFFF"/>
                          </a:solidFill>
                          <a:effectLst/>
                          <a:latin typeface="+mn-ea"/>
                          <a:ea typeface="+mn-ea"/>
                        </a:rPr>
                        <a:t>)</a:t>
                      </a:r>
                      <a:endParaRPr lang="ja-JP" altLang="en-US" sz="1600" b="1" i="0" u="none" strike="noStrike" dirty="0">
                        <a:solidFill>
                          <a:srgbClr val="FFFFFF"/>
                        </a:solidFill>
                        <a:effectLst/>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年額</a:t>
                      </a:r>
                      <a:endParaRPr lang="en-US" altLang="ja-JP" sz="1600" b="1" i="0" u="none" strike="noStrike" dirty="0">
                        <a:solidFill>
                          <a:srgbClr val="FFFFFF"/>
                        </a:solidFill>
                        <a:effectLst/>
                        <a:latin typeface="+mn-ea"/>
                        <a:ea typeface="+mn-ea"/>
                      </a:endParaRPr>
                    </a:p>
                    <a:p>
                      <a:pPr algn="ctr" rtl="0" fontAlgn="ctr"/>
                      <a:r>
                        <a:rPr lang="en-US" altLang="ja-JP" sz="1600" b="1" i="0" u="none" strike="noStrike" dirty="0">
                          <a:solidFill>
                            <a:srgbClr val="FFFFFF"/>
                          </a:solidFill>
                          <a:effectLst/>
                          <a:latin typeface="+mn-ea"/>
                          <a:ea typeface="+mn-ea"/>
                        </a:rPr>
                        <a:t>(</a:t>
                      </a:r>
                      <a:r>
                        <a:rPr lang="ja-JP" altLang="en-US" sz="1600" b="1" i="0" u="none" strike="noStrike" dirty="0">
                          <a:solidFill>
                            <a:srgbClr val="FFFFFF"/>
                          </a:solidFill>
                          <a:effectLst/>
                          <a:latin typeface="+mn-ea"/>
                          <a:ea typeface="+mn-ea"/>
                        </a:rPr>
                        <a:t>税抜き</a:t>
                      </a:r>
                      <a:r>
                        <a:rPr lang="en-US" altLang="ja-JP" sz="1600" b="1" i="0" u="none" strike="noStrike" dirty="0">
                          <a:solidFill>
                            <a:srgbClr val="FFFFFF"/>
                          </a:solidFill>
                          <a:effectLst/>
                          <a:latin typeface="+mn-ea"/>
                          <a:ea typeface="+mn-ea"/>
                        </a:rPr>
                        <a:t>)</a:t>
                      </a:r>
                      <a:endParaRPr lang="ja-JP" altLang="en-US" sz="1600" b="1" i="0" u="none" strike="noStrike" dirty="0">
                        <a:solidFill>
                          <a:srgbClr val="FFFFFF"/>
                        </a:solidFill>
                        <a:effectLst/>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4401785"/>
                  </a:ext>
                </a:extLst>
              </a:tr>
              <a:tr h="579120">
                <a:tc rowSpan="3">
                  <a:txBody>
                    <a:bodyPr/>
                    <a:lstStyle/>
                    <a:p>
                      <a:pPr algn="ctr" rtl="0" fontAlgn="ctr"/>
                      <a:r>
                        <a:rPr lang="ja-JP" altLang="en-US" sz="1600" b="0" i="0" u="none" strike="noStrike" dirty="0">
                          <a:solidFill>
                            <a:srgbClr val="000000"/>
                          </a:solidFill>
                          <a:effectLst/>
                          <a:latin typeface="+mn-ea"/>
                          <a:ea typeface="+mn-ea"/>
                        </a:rPr>
                        <a:t>１</a:t>
                      </a:r>
                      <a:endParaRPr lang="en-US" altLang="ja-JP" sz="1600" b="0" i="0" u="none" strike="noStrike" dirty="0">
                        <a:solidFill>
                          <a:srgbClr val="000000"/>
                        </a:solidFill>
                        <a:effectLst/>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mn-ea"/>
                          <a:ea typeface="+mn-ea"/>
                        </a:rPr>
                        <a:t>引継ぎ</a:t>
                      </a:r>
                      <a:endParaRPr lang="en-US" altLang="ja-JP" sz="1600" b="0" i="0" u="none" strike="noStrike" dirty="0">
                        <a:solidFill>
                          <a:srgbClr val="000000"/>
                        </a:solidFill>
                        <a:effectLst/>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l" rtl="0" fontAlgn="ctr"/>
                      <a:r>
                        <a:rPr lang="ja-JP" altLang="en-US" sz="1600" b="0" i="0" u="none" strike="noStrike" dirty="0">
                          <a:solidFill>
                            <a:srgbClr val="000000"/>
                          </a:solidFill>
                          <a:effectLst/>
                          <a:latin typeface="+mn-ea"/>
                          <a:ea typeface="+mn-ea"/>
                        </a:rPr>
                        <a:t>既存ベンダから引き継ぎ</a:t>
                      </a:r>
                      <a:endParaRPr lang="en-US" altLang="ja-JP" sz="1600" b="0" i="0" u="none" strike="noStrike" dirty="0">
                        <a:solidFill>
                          <a:srgbClr val="000000"/>
                        </a:solidFill>
                        <a:effectLst/>
                        <a:latin typeface="+mn-ea"/>
                        <a:ea typeface="+mn-ea"/>
                      </a:endParaRPr>
                    </a:p>
                    <a:p>
                      <a:pPr algn="l" rtl="0" fontAlgn="ctr"/>
                      <a:r>
                        <a:rPr lang="ja-JP" altLang="en-US" sz="1600" b="0" i="0" u="none" strike="noStrike" dirty="0">
                          <a:solidFill>
                            <a:srgbClr val="000000"/>
                          </a:solidFill>
                          <a:effectLst/>
                          <a:latin typeface="+mn-ea"/>
                          <a:ea typeface="+mn-ea"/>
                        </a:rPr>
                        <a:t>（</a:t>
                      </a:r>
                      <a:r>
                        <a:rPr lang="en-US" altLang="ja-JP" sz="1600" b="0" i="0" u="none" strike="noStrike" dirty="0">
                          <a:solidFill>
                            <a:srgbClr val="000000"/>
                          </a:solidFill>
                          <a:effectLst/>
                          <a:latin typeface="+mn-ea"/>
                          <a:ea typeface="+mn-ea"/>
                        </a:rPr>
                        <a:t>2026</a:t>
                      </a:r>
                      <a:r>
                        <a:rPr lang="ja-JP" altLang="en-US" sz="1600" b="0" i="0" u="none" strike="noStrike" dirty="0">
                          <a:solidFill>
                            <a:srgbClr val="000000"/>
                          </a:solidFill>
                          <a:effectLst/>
                          <a:latin typeface="+mn-ea"/>
                          <a:ea typeface="+mn-ea"/>
                        </a:rPr>
                        <a:t>年</a:t>
                      </a:r>
                      <a:r>
                        <a:rPr lang="en-US" altLang="ja-JP" sz="1600" b="0" i="0" u="none" strike="noStrike" dirty="0">
                          <a:solidFill>
                            <a:srgbClr val="000000"/>
                          </a:solidFill>
                          <a:effectLst/>
                          <a:latin typeface="+mn-ea"/>
                          <a:ea typeface="+mn-ea"/>
                        </a:rPr>
                        <a:t>3</a:t>
                      </a:r>
                      <a:r>
                        <a:rPr lang="ja-JP" altLang="en-US" sz="1600" b="0" i="0" u="none" strike="noStrike" dirty="0">
                          <a:solidFill>
                            <a:srgbClr val="000000"/>
                          </a:solidFill>
                          <a:effectLst/>
                          <a:latin typeface="+mn-ea"/>
                          <a:ea typeface="+mn-ea"/>
                        </a:rPr>
                        <a:t>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ja-JP" sz="1600" b="0" i="0" u="none" strike="noStrike" dirty="0">
                          <a:solidFill>
                            <a:srgbClr val="000000"/>
                          </a:solidFill>
                          <a:effectLst/>
                          <a:latin typeface="+mn-ea"/>
                          <a:ea typeface="+mn-ea"/>
                        </a:rPr>
                        <a:t>PM</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dirty="0">
                          <a:solidFill>
                            <a:srgbClr val="000000"/>
                          </a:solidFill>
                          <a:effectLst/>
                          <a:latin typeface="+mn-ea"/>
                          <a:ea typeface="+mn-ea"/>
                        </a:rPr>
                        <a:t>60</a:t>
                      </a:r>
                      <a:r>
                        <a:rPr lang="ja-JP" altLang="en-US" sz="1600" b="0" i="0" u="none" strike="noStrike" dirty="0">
                          <a:solidFill>
                            <a:srgbClr val="000000"/>
                          </a:solidFill>
                          <a:effectLst/>
                          <a:latin typeface="+mn-ea"/>
                          <a:ea typeface="+mn-ea"/>
                        </a:rPr>
                        <a:t>時間～</a:t>
                      </a:r>
                      <a:r>
                        <a:rPr lang="en-US" altLang="ja-JP" sz="1600" b="0" i="0" u="none" strike="noStrike" dirty="0">
                          <a:solidFill>
                            <a:srgbClr val="000000"/>
                          </a:solidFill>
                          <a:effectLst/>
                          <a:latin typeface="+mn-ea"/>
                          <a:ea typeface="+mn-ea"/>
                        </a:rPr>
                        <a:t>100</a:t>
                      </a:r>
                      <a:r>
                        <a:rPr lang="ja-JP" altLang="en-US" sz="1600" b="0" i="0" u="none" strike="noStrike" dirty="0">
                          <a:solidFill>
                            <a:srgbClr val="000000"/>
                          </a:solidFill>
                          <a:effectLst/>
                          <a:latin typeface="+mn-ea"/>
                          <a:ea typeface="+mn-ea"/>
                        </a:rPr>
                        <a:t>時間</a:t>
                      </a:r>
                      <a:endParaRPr lang="en-US" altLang="ja-JP" sz="1600" b="0" i="0" u="none" strike="noStrike" dirty="0">
                        <a:solidFill>
                          <a:srgbClr val="000000"/>
                        </a:solidFill>
                        <a:effectLst/>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3">
                  <a:txBody>
                    <a:bodyPr/>
                    <a:lstStyle/>
                    <a:p>
                      <a:pPr algn="r" rtl="0" fontAlgn="ctr"/>
                      <a:r>
                        <a:rPr lang="en-US" altLang="ja-JP" sz="1600" b="0" i="0" u="none" strike="noStrike" dirty="0">
                          <a:solidFill>
                            <a:srgbClr val="000000"/>
                          </a:solidFill>
                          <a:effectLst/>
                          <a:latin typeface="+mn-ea"/>
                          <a:ea typeface="+mn-ea"/>
                        </a:rPr>
                        <a:t>2,500,000</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3">
                  <a:txBody>
                    <a:bodyPr/>
                    <a:lstStyle/>
                    <a:p>
                      <a:pPr algn="r" rtl="0" fontAlgn="ctr"/>
                      <a:r>
                        <a:rPr lang="en-US" altLang="ja-JP" sz="1600" b="0" i="0" u="none" strike="noStrike" dirty="0">
                          <a:solidFill>
                            <a:srgbClr val="000000"/>
                          </a:solidFill>
                          <a:effectLst/>
                          <a:latin typeface="+mn-ea"/>
                          <a:ea typeface="+mn-ea"/>
                        </a:rPr>
                        <a: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2587978"/>
                  </a:ext>
                </a:extLst>
              </a:tr>
              <a:tr h="57912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ブリッジ</a:t>
                      </a:r>
                      <a:r>
                        <a:rPr lang="en-US" altLang="ja-JP" sz="1600" b="0" i="0" u="none" strike="noStrike" dirty="0">
                          <a:solidFill>
                            <a:srgbClr val="000000"/>
                          </a:solidFill>
                          <a:effectLst/>
                          <a:latin typeface="+mn-ea"/>
                          <a:ea typeface="+mn-ea"/>
                        </a:rPr>
                        <a:t>SE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dirty="0">
                          <a:solidFill>
                            <a:srgbClr val="000000"/>
                          </a:solidFill>
                          <a:effectLst/>
                          <a:latin typeface="+mn-ea"/>
                          <a:ea typeface="+mn-ea"/>
                        </a:rPr>
                        <a:t>44</a:t>
                      </a:r>
                      <a:r>
                        <a:rPr lang="ja-JP" altLang="en-US" sz="1600" b="0" i="0" u="none" strike="noStrike" dirty="0">
                          <a:solidFill>
                            <a:srgbClr val="000000"/>
                          </a:solidFill>
                          <a:effectLst/>
                          <a:latin typeface="+mn-ea"/>
                          <a:ea typeface="+mn-ea"/>
                        </a:rPr>
                        <a:t>時間～</a:t>
                      </a:r>
                      <a:r>
                        <a:rPr lang="en-US" altLang="ja-JP" sz="1600" b="0" i="0" u="none" strike="noStrike" dirty="0">
                          <a:solidFill>
                            <a:srgbClr val="000000"/>
                          </a:solidFill>
                          <a:effectLst/>
                          <a:latin typeface="+mn-ea"/>
                          <a:ea typeface="+mn-ea"/>
                        </a:rPr>
                        <a:t>84</a:t>
                      </a:r>
                      <a:r>
                        <a:rPr lang="ja-JP" altLang="en-US" sz="1600" b="0" i="0" u="none" strike="noStrike" dirty="0">
                          <a:solidFill>
                            <a:srgbClr val="000000"/>
                          </a:solidFill>
                          <a:effectLst/>
                          <a:latin typeface="+mn-ea"/>
                          <a:ea typeface="+mn-ea"/>
                        </a:rPr>
                        <a:t>時間</a:t>
                      </a:r>
                      <a:endParaRPr lang="en-US" altLang="ja-JP" sz="1600" b="0" i="0" u="none" strike="noStrike" dirty="0">
                        <a:solidFill>
                          <a:srgbClr val="000000"/>
                        </a:solidFill>
                        <a:effectLst/>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3966621402"/>
                  </a:ext>
                </a:extLst>
              </a:tr>
              <a:tr h="57912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オフショア</a:t>
                      </a:r>
                      <a:endParaRPr lang="en-US" altLang="ja-JP" sz="1600" b="0" i="0" u="none" strike="noStrike" dirty="0">
                        <a:solidFill>
                          <a:srgbClr val="000000"/>
                        </a:solidFill>
                        <a:effectLst/>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mn-ea"/>
                          <a:ea typeface="+mn-ea"/>
                        </a:rPr>
                        <a:t>140</a:t>
                      </a:r>
                      <a:r>
                        <a:rPr lang="ja-JP" altLang="en-US" sz="1600" b="0" i="0" u="none" strike="noStrike" dirty="0">
                          <a:solidFill>
                            <a:srgbClr val="000000"/>
                          </a:solidFill>
                          <a:effectLst/>
                          <a:latin typeface="+mn-ea"/>
                          <a:ea typeface="+mn-ea"/>
                        </a:rPr>
                        <a:t>時間～</a:t>
                      </a:r>
                      <a:r>
                        <a:rPr lang="en-US" altLang="ja-JP" sz="1600" b="0" i="0" u="none" strike="noStrike" dirty="0">
                          <a:solidFill>
                            <a:srgbClr val="000000"/>
                          </a:solidFill>
                          <a:effectLst/>
                          <a:latin typeface="+mn-ea"/>
                          <a:ea typeface="+mn-ea"/>
                        </a:rPr>
                        <a:t>180</a:t>
                      </a:r>
                      <a:r>
                        <a:rPr lang="ja-JP" altLang="en-US" sz="1600" b="0" i="0" u="none" strike="noStrike" dirty="0">
                          <a:solidFill>
                            <a:srgbClr val="000000"/>
                          </a:solidFill>
                          <a:effectLst/>
                          <a:latin typeface="+mn-ea"/>
                          <a:ea typeface="+mn-ea"/>
                        </a:rPr>
                        <a:t>時間</a:t>
                      </a:r>
                      <a:endParaRPr lang="en-US" altLang="ja-JP" sz="1600" b="0" i="0" u="none" strike="noStrike" dirty="0">
                        <a:solidFill>
                          <a:srgbClr val="000000"/>
                        </a:solidFill>
                        <a:effectLst/>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2811761066"/>
                  </a:ext>
                </a:extLst>
              </a:tr>
              <a:tr h="686821">
                <a:tc rowSpan="3">
                  <a:txBody>
                    <a:bodyPr/>
                    <a:lstStyle/>
                    <a:p>
                      <a:pPr algn="ctr" rtl="0" fontAlgn="ctr"/>
                      <a:r>
                        <a:rPr lang="en-US" altLang="ja-JP" sz="1600" b="0" i="0" u="none" strike="noStrike" dirty="0">
                          <a:solidFill>
                            <a:srgbClr val="000000"/>
                          </a:solidFill>
                          <a:effectLst/>
                          <a:latin typeface="+mn-ea"/>
                          <a:ea typeface="+mn-ea"/>
                        </a:rPr>
                        <a:t>2</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mn-ea"/>
                          <a:ea typeface="+mn-ea"/>
                        </a:rPr>
                        <a:t>運用保守</a:t>
                      </a:r>
                      <a:endParaRPr lang="en-US" altLang="ja-JP" sz="1600" b="0" i="0" u="none" strike="noStrike" dirty="0">
                        <a:solidFill>
                          <a:srgbClr val="000000"/>
                        </a:solidFill>
                        <a:effectLst/>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l" rtl="0" fontAlgn="ctr"/>
                      <a:r>
                        <a:rPr lang="ja-JP" altLang="en-US" sz="1600" b="0" i="0" u="none" strike="noStrike" dirty="0">
                          <a:solidFill>
                            <a:srgbClr val="000000"/>
                          </a:solidFill>
                          <a:effectLst/>
                          <a:latin typeface="+mn-ea"/>
                          <a:ea typeface="+mn-ea"/>
                        </a:rPr>
                        <a:t>通常保守</a:t>
                      </a:r>
                      <a:endParaRPr lang="en-US" altLang="ja-JP" sz="1600" b="0" i="0" u="none" strike="noStrike" dirty="0">
                        <a:solidFill>
                          <a:srgbClr val="000000"/>
                        </a:solidFill>
                        <a:effectLst/>
                        <a:latin typeface="+mn-ea"/>
                        <a:ea typeface="+mn-ea"/>
                      </a:endParaRPr>
                    </a:p>
                    <a:p>
                      <a:pPr algn="l" rtl="0" fontAlgn="ctr"/>
                      <a:r>
                        <a:rPr lang="ja-JP" altLang="en-US" sz="1600" b="0" i="0" u="none" strike="noStrike" dirty="0">
                          <a:solidFill>
                            <a:srgbClr val="000000"/>
                          </a:solidFill>
                          <a:effectLst/>
                          <a:latin typeface="+mn-ea"/>
                          <a:ea typeface="+mn-ea"/>
                        </a:rPr>
                        <a:t>（</a:t>
                      </a:r>
                      <a:r>
                        <a:rPr lang="en-US" altLang="ja-JP" sz="1600" b="0" i="0" u="none" strike="noStrike" dirty="0">
                          <a:solidFill>
                            <a:srgbClr val="000000"/>
                          </a:solidFill>
                          <a:effectLst/>
                          <a:latin typeface="+mn-ea"/>
                          <a:ea typeface="+mn-ea"/>
                        </a:rPr>
                        <a:t>2026</a:t>
                      </a:r>
                      <a:r>
                        <a:rPr lang="ja-JP" altLang="en-US" sz="1600" b="0" i="0" u="none" strike="noStrike" dirty="0">
                          <a:solidFill>
                            <a:srgbClr val="000000"/>
                          </a:solidFill>
                          <a:effectLst/>
                          <a:latin typeface="+mn-ea"/>
                          <a:ea typeface="+mn-ea"/>
                        </a:rPr>
                        <a:t>年</a:t>
                      </a:r>
                      <a:r>
                        <a:rPr lang="en-US" altLang="ja-JP" sz="1600" b="0" i="0" u="none" strike="noStrike" dirty="0">
                          <a:solidFill>
                            <a:srgbClr val="000000"/>
                          </a:solidFill>
                          <a:effectLst/>
                          <a:latin typeface="+mn-ea"/>
                          <a:ea typeface="+mn-ea"/>
                        </a:rPr>
                        <a:t>4</a:t>
                      </a:r>
                      <a:r>
                        <a:rPr lang="ja-JP" altLang="en-US" sz="1600" b="0" i="0" u="none" strike="noStrike" dirty="0">
                          <a:solidFill>
                            <a:srgbClr val="000000"/>
                          </a:solidFill>
                          <a:effectLst/>
                          <a:latin typeface="+mn-ea"/>
                          <a:ea typeface="+mn-ea"/>
                        </a:rPr>
                        <a:t>月～</a:t>
                      </a:r>
                      <a:r>
                        <a:rPr lang="en-US" altLang="ja-JP" sz="1600" b="0" i="0" u="none" strike="noStrike" dirty="0">
                          <a:solidFill>
                            <a:srgbClr val="000000"/>
                          </a:solidFill>
                          <a:effectLst/>
                          <a:latin typeface="+mn-ea"/>
                          <a:ea typeface="+mn-ea"/>
                        </a:rPr>
                        <a:t>2027</a:t>
                      </a:r>
                      <a:r>
                        <a:rPr lang="ja-JP" altLang="en-US" sz="1600" b="0" i="0" u="none" strike="noStrike" dirty="0">
                          <a:solidFill>
                            <a:srgbClr val="000000"/>
                          </a:solidFill>
                          <a:effectLst/>
                          <a:latin typeface="+mn-ea"/>
                          <a:ea typeface="+mn-ea"/>
                        </a:rPr>
                        <a:t>年</a:t>
                      </a:r>
                      <a:r>
                        <a:rPr lang="en-US" altLang="ja-JP" sz="1600" b="0" i="0" u="none" strike="noStrike" dirty="0">
                          <a:solidFill>
                            <a:srgbClr val="000000"/>
                          </a:solidFill>
                          <a:effectLst/>
                          <a:latin typeface="+mn-ea"/>
                          <a:ea typeface="+mn-ea"/>
                        </a:rPr>
                        <a:t>3</a:t>
                      </a:r>
                      <a:r>
                        <a:rPr lang="ja-JP" altLang="en-US" sz="1600" b="0" i="0" u="none" strike="noStrike" dirty="0">
                          <a:solidFill>
                            <a:srgbClr val="000000"/>
                          </a:solidFill>
                          <a:effectLst/>
                          <a:latin typeface="+mn-ea"/>
                          <a:ea typeface="+mn-ea"/>
                        </a:rPr>
                        <a:t>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altLang="ja-JP" sz="1600" b="0" i="0" u="none" strike="noStrike" dirty="0">
                          <a:solidFill>
                            <a:srgbClr val="000000"/>
                          </a:solidFill>
                          <a:effectLst/>
                          <a:latin typeface="+mn-ea"/>
                          <a:ea typeface="+mn-ea"/>
                        </a:rPr>
                        <a:t>PM</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r" rtl="0" fontAlgn="ctr"/>
                      <a:r>
                        <a:rPr lang="en-US" altLang="ja-JP" sz="1600" b="0" i="0" u="none" strike="noStrike" dirty="0">
                          <a:solidFill>
                            <a:srgbClr val="000000"/>
                          </a:solidFill>
                          <a:effectLst/>
                          <a:latin typeface="+mn-ea"/>
                          <a:ea typeface="+mn-ea"/>
                        </a:rPr>
                        <a:t>60</a:t>
                      </a:r>
                      <a:r>
                        <a:rPr lang="ja-JP" altLang="en-US" sz="1600" b="0" i="0" u="none" strike="noStrike" dirty="0">
                          <a:solidFill>
                            <a:srgbClr val="000000"/>
                          </a:solidFill>
                          <a:effectLst/>
                          <a:latin typeface="+mn-ea"/>
                          <a:ea typeface="+mn-ea"/>
                        </a:rPr>
                        <a:t>時間～</a:t>
                      </a:r>
                      <a:r>
                        <a:rPr lang="en-US" altLang="ja-JP" sz="1600" b="0" i="0" u="none" strike="noStrike" dirty="0">
                          <a:solidFill>
                            <a:srgbClr val="000000"/>
                          </a:solidFill>
                          <a:effectLst/>
                          <a:latin typeface="+mn-ea"/>
                          <a:ea typeface="+mn-ea"/>
                        </a:rPr>
                        <a:t>100</a:t>
                      </a:r>
                      <a:r>
                        <a:rPr lang="ja-JP" altLang="en-US" sz="1600" b="0" i="0" u="none" strike="noStrike" dirty="0">
                          <a:solidFill>
                            <a:srgbClr val="000000"/>
                          </a:solidFill>
                          <a:effectLst/>
                          <a:latin typeface="+mn-ea"/>
                          <a:ea typeface="+mn-ea"/>
                        </a:rPr>
                        <a:t>時間</a:t>
                      </a:r>
                      <a:endParaRPr lang="en-US" altLang="ja-JP" sz="1600" b="0" i="0" u="none" strike="noStrike" dirty="0">
                        <a:solidFill>
                          <a:srgbClr val="000000"/>
                        </a:solidFill>
                        <a:effectLst/>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r" rtl="0" fontAlgn="ctr"/>
                      <a:r>
                        <a:rPr lang="en-US" altLang="ja-JP" sz="1600" b="0" i="0" u="none" strike="noStrike" dirty="0">
                          <a:solidFill>
                            <a:srgbClr val="000000"/>
                          </a:solidFill>
                          <a:effectLst/>
                          <a:latin typeface="+mn-ea"/>
                          <a:ea typeface="+mn-ea"/>
                        </a:rPr>
                        <a:t>830,000</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r" rtl="0" fontAlgn="ctr"/>
                      <a:r>
                        <a:rPr lang="en-US" altLang="ja-JP" sz="1600" b="0" i="0" u="none" strike="noStrike" dirty="0">
                          <a:solidFill>
                            <a:srgbClr val="000000"/>
                          </a:solidFill>
                          <a:effectLst/>
                          <a:latin typeface="+mn-ea"/>
                          <a:ea typeface="+mn-ea"/>
                        </a:rPr>
                        <a:t>9,960,000</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992724"/>
                  </a:ext>
                </a:extLst>
              </a:tr>
              <a:tr h="686821">
                <a:tc vMerge="1">
                  <a:txBody>
                    <a:bodyPr/>
                    <a:lstStyle/>
                    <a:p>
                      <a:pPr algn="ctr" rtl="0" fontAlgn="ctr"/>
                      <a:endParaRPr lang="en-US" altLang="ja-JP" sz="1600" b="0" i="0" u="none" strike="noStrike" dirty="0">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ja-JP"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algn="l" rtl="0" fontAlgn="ctr"/>
                      <a:endParaRPr lang="ja-JP" altLang="en-US"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ja-JP" altLang="en-US" sz="1600" b="0" i="0" u="none" strike="noStrike" dirty="0">
                          <a:solidFill>
                            <a:srgbClr val="000000"/>
                          </a:solidFill>
                          <a:effectLst/>
                          <a:latin typeface="+mn-ea"/>
                          <a:ea typeface="+mn-ea"/>
                        </a:rPr>
                        <a:t>ブリッジ</a:t>
                      </a:r>
                      <a:r>
                        <a:rPr lang="en-US" altLang="ja-JP" sz="1600" b="0" i="0" u="none" strike="noStrike" dirty="0">
                          <a:solidFill>
                            <a:srgbClr val="000000"/>
                          </a:solidFill>
                          <a:effectLst/>
                          <a:latin typeface="+mn-ea"/>
                          <a:ea typeface="+mn-ea"/>
                        </a:rPr>
                        <a:t>SE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kumimoji="1" lang="ja-JP" altLang="en-US"/>
                    </a:p>
                  </a:txBody>
                  <a:tcPr/>
                </a:tc>
                <a:extLst>
                  <a:ext uri="{0D108BD9-81ED-4DB2-BD59-A6C34878D82A}">
                    <a16:rowId xmlns:a16="http://schemas.microsoft.com/office/drawing/2014/main" val="17763397"/>
                  </a:ext>
                </a:extLst>
              </a:tr>
              <a:tr h="686821">
                <a:tc vMerge="1">
                  <a:txBody>
                    <a:bodyPr/>
                    <a:lstStyle/>
                    <a:p>
                      <a:pPr algn="ctr" rtl="0" fontAlgn="ctr"/>
                      <a:endParaRPr lang="en-US" altLang="ja-JP" sz="1600" b="0" i="0" u="none" strike="noStrike" dirty="0">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ja-JP"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algn="l" rtl="0" fontAlgn="ctr"/>
                      <a:endParaRPr lang="ja-JP" altLang="en-US"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ja-JP" altLang="en-US" sz="1600" b="0" i="0" u="none" strike="noStrike" dirty="0">
                          <a:solidFill>
                            <a:srgbClr val="000000"/>
                          </a:solidFill>
                          <a:effectLst/>
                          <a:latin typeface="+mn-ea"/>
                          <a:ea typeface="+mn-ea"/>
                        </a:rPr>
                        <a:t>オフショア</a:t>
                      </a:r>
                      <a:endParaRPr lang="en-US" altLang="ja-JP" sz="1600" b="0" i="0" u="none" strike="noStrike" dirty="0">
                        <a:solidFill>
                          <a:srgbClr val="000000"/>
                        </a:solidFill>
                        <a:effectLst/>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kumimoji="1" lang="ja-JP" altLang="en-US"/>
                    </a:p>
                  </a:txBody>
                  <a:tcPr/>
                </a:tc>
                <a:extLst>
                  <a:ext uri="{0D108BD9-81ED-4DB2-BD59-A6C34878D82A}">
                    <a16:rowId xmlns:a16="http://schemas.microsoft.com/office/drawing/2014/main" val="3001724981"/>
                  </a:ext>
                </a:extLst>
              </a:tr>
            </a:tbl>
          </a:graphicData>
        </a:graphic>
      </p:graphicFrame>
      <p:sp>
        <p:nvSpPr>
          <p:cNvPr id="6" name="スライド番号プレースホルダー 3">
            <a:extLst>
              <a:ext uri="{FF2B5EF4-FFF2-40B4-BE49-F238E27FC236}">
                <a16:creationId xmlns:a16="http://schemas.microsoft.com/office/drawing/2014/main" id="{D314E3C3-00F0-1DEB-85C5-810AFE53456C}"/>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18</a:t>
            </a:fld>
            <a:endParaRPr kumimoji="1" lang="ja-JP" altLang="en-US" sz="700"/>
          </a:p>
        </p:txBody>
      </p:sp>
    </p:spTree>
    <p:extLst>
      <p:ext uri="{BB962C8B-B14F-4D97-AF65-F5344CB8AC3E}">
        <p14:creationId xmlns:p14="http://schemas.microsoft.com/office/powerpoint/2010/main" val="37725674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95198-BB9E-4719-3415-BF35C77BBC0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2BA19AE-6CD1-A1B5-EA44-A73F24F16C3D}"/>
              </a:ext>
            </a:extLst>
          </p:cNvPr>
          <p:cNvSpPr>
            <a:spLocks noGrp="1"/>
          </p:cNvSpPr>
          <p:nvPr>
            <p:ph type="title"/>
          </p:nvPr>
        </p:nvSpPr>
        <p:spPr/>
        <p:txBody>
          <a:bodyPr/>
          <a:lstStyle/>
          <a:p>
            <a:r>
              <a:rPr lang="en-US" altLang="ja-JP"/>
              <a:t>5-2</a:t>
            </a:r>
            <a:r>
              <a:rPr lang="ja-JP" altLang="en-US"/>
              <a:t>．サポート内容</a:t>
            </a:r>
            <a:endParaRPr kumimoji="1" lang="ja-JP" altLang="en-US"/>
          </a:p>
        </p:txBody>
      </p:sp>
      <p:sp>
        <p:nvSpPr>
          <p:cNvPr id="5" name="フッター プレースホルダー 4">
            <a:extLst>
              <a:ext uri="{FF2B5EF4-FFF2-40B4-BE49-F238E27FC236}">
                <a16:creationId xmlns:a16="http://schemas.microsoft.com/office/drawing/2014/main" id="{85EF879E-39EB-D0EC-9C88-01D7CD35D7A8}"/>
              </a:ext>
            </a:extLst>
          </p:cNvPr>
          <p:cNvSpPr>
            <a:spLocks noGrp="1"/>
          </p:cNvSpPr>
          <p:nvPr>
            <p:ph type="ftr" sz="quarter" idx="11"/>
          </p:nvPr>
        </p:nvSpPr>
        <p:spPr/>
        <p:txBody>
          <a:bodyPr/>
          <a:lstStyle/>
          <a:p>
            <a:r>
              <a:rPr lang="en-US" altLang="ja-JP"/>
              <a:t>Copyright © SystemEXE,Inc All Rights Reserved.</a:t>
            </a:r>
            <a:endParaRPr lang="ja-JP" altLang="en-US"/>
          </a:p>
        </p:txBody>
      </p:sp>
      <p:sp>
        <p:nvSpPr>
          <p:cNvPr id="3" name="スライド番号プレースホルダー 3">
            <a:extLst>
              <a:ext uri="{FF2B5EF4-FFF2-40B4-BE49-F238E27FC236}">
                <a16:creationId xmlns:a16="http://schemas.microsoft.com/office/drawing/2014/main" id="{28555423-EC9B-1F4F-7F98-C67B4561AF81}"/>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19</a:t>
            </a:fld>
            <a:endParaRPr kumimoji="1" lang="ja-JP" altLang="en-US" sz="700"/>
          </a:p>
        </p:txBody>
      </p:sp>
      <p:grpSp>
        <p:nvGrpSpPr>
          <p:cNvPr id="7" name="グループ化 6">
            <a:extLst>
              <a:ext uri="{FF2B5EF4-FFF2-40B4-BE49-F238E27FC236}">
                <a16:creationId xmlns:a16="http://schemas.microsoft.com/office/drawing/2014/main" id="{11361CAB-A30C-8A3E-3BAF-BD0A54E85354}"/>
              </a:ext>
            </a:extLst>
          </p:cNvPr>
          <p:cNvGrpSpPr/>
          <p:nvPr/>
        </p:nvGrpSpPr>
        <p:grpSpPr>
          <a:xfrm>
            <a:off x="3783061" y="954001"/>
            <a:ext cx="3436850" cy="5327999"/>
            <a:chOff x="3168000" y="1152000"/>
            <a:chExt cx="2772000" cy="5327999"/>
          </a:xfrm>
        </p:grpSpPr>
        <p:cxnSp>
          <p:nvCxnSpPr>
            <p:cNvPr id="8" name="直線コネクタ 7">
              <a:extLst>
                <a:ext uri="{FF2B5EF4-FFF2-40B4-BE49-F238E27FC236}">
                  <a16:creationId xmlns:a16="http://schemas.microsoft.com/office/drawing/2014/main" id="{95979449-1970-53FC-3910-8EB987235769}"/>
                </a:ext>
              </a:extLst>
            </p:cNvPr>
            <p:cNvCxnSpPr/>
            <p:nvPr/>
          </p:nvCxnSpPr>
          <p:spPr>
            <a:xfrm>
              <a:off x="3168000" y="1152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DBDEEDC0-12CA-303D-A13C-80C1EBC69F6A}"/>
                </a:ext>
              </a:extLst>
            </p:cNvPr>
            <p:cNvSpPr txBox="1"/>
            <p:nvPr/>
          </p:nvSpPr>
          <p:spPr>
            <a:xfrm>
              <a:off x="3240000" y="1152000"/>
              <a:ext cx="2664000" cy="338554"/>
            </a:xfrm>
            <a:prstGeom prst="rect">
              <a:avLst/>
            </a:prstGeom>
            <a:noFill/>
          </p:spPr>
          <p:txBody>
            <a:bodyPr wrap="square" rtlCol="0">
              <a:spAutoFit/>
            </a:bodyPr>
            <a:lstStyle/>
            <a:p>
              <a:r>
                <a:rPr lang="ja-JP" altLang="en-US" sz="1600" b="1">
                  <a:solidFill>
                    <a:schemeClr val="accent1">
                      <a:lumMod val="50000"/>
                    </a:schemeClr>
                  </a:solidFill>
                  <a:latin typeface="游ゴシック 本文"/>
                  <a:ea typeface="游ゴシック" panose="020B0400000000000000" pitchFamily="50" charset="-128"/>
                </a:rPr>
                <a:t>受付時間</a:t>
              </a:r>
              <a:endParaRPr kumimoji="1" lang="ja-JP" altLang="en-US" sz="1600" b="1">
                <a:solidFill>
                  <a:schemeClr val="accent1">
                    <a:lumMod val="50000"/>
                  </a:schemeClr>
                </a:solidFill>
                <a:latin typeface="游ゴシック 本文"/>
                <a:ea typeface="游ゴシック" panose="020B0400000000000000" pitchFamily="50" charset="-128"/>
              </a:endParaRPr>
            </a:p>
          </p:txBody>
        </p:sp>
        <p:sp>
          <p:nvSpPr>
            <p:cNvPr id="10" name="テキスト ボックス 9">
              <a:extLst>
                <a:ext uri="{FF2B5EF4-FFF2-40B4-BE49-F238E27FC236}">
                  <a16:creationId xmlns:a16="http://schemas.microsoft.com/office/drawing/2014/main" id="{F716FA11-AD7C-1254-07AF-B3E570FA6A2A}"/>
                </a:ext>
              </a:extLst>
            </p:cNvPr>
            <p:cNvSpPr txBox="1"/>
            <p:nvPr/>
          </p:nvSpPr>
          <p:spPr>
            <a:xfrm>
              <a:off x="3240000" y="1511999"/>
              <a:ext cx="2700000" cy="4968000"/>
            </a:xfrm>
            <a:prstGeom prst="rect">
              <a:avLst/>
            </a:prstGeom>
            <a:noFill/>
          </p:spPr>
          <p:txBody>
            <a:bodyPr wrap="square" rtlCol="0">
              <a:noAutofit/>
            </a:bodyPr>
            <a:lstStyle/>
            <a:p>
              <a:pPr>
                <a:spcBef>
                  <a:spcPts val="600"/>
                </a:spcBef>
              </a:pPr>
              <a:r>
                <a:rPr kumimoji="1" lang="ja-JP" altLang="en-US" sz="1400" b="1">
                  <a:latin typeface="+mn-ea"/>
                </a:rPr>
                <a:t>通常時</a:t>
              </a:r>
              <a:r>
                <a:rPr lang="ja-JP" altLang="en-US" sz="1400" b="1">
                  <a:latin typeface="+mn-ea"/>
                </a:rPr>
                <a:t>お問い合わせ</a:t>
              </a:r>
              <a:r>
                <a:rPr kumimoji="1" lang="ja-JP" altLang="en-US" sz="1400" b="1">
                  <a:latin typeface="+mn-ea"/>
                </a:rPr>
                <a:t>受付時間</a:t>
              </a:r>
              <a:endParaRPr lang="en-US" altLang="ja-JP" sz="1400" b="1">
                <a:latin typeface="+mn-ea"/>
              </a:endParaRPr>
            </a:p>
            <a:p>
              <a:pPr>
                <a:spcBef>
                  <a:spcPts val="600"/>
                </a:spcBef>
              </a:pPr>
              <a:r>
                <a:rPr lang="ja-JP" altLang="en-US" sz="1400">
                  <a:latin typeface="+mn-ea"/>
                </a:rPr>
                <a:t>平日（月曜日～金曜日）の </a:t>
              </a:r>
              <a:endParaRPr lang="en-US" altLang="ja-JP" sz="1400">
                <a:latin typeface="+mn-ea"/>
              </a:endParaRPr>
            </a:p>
            <a:p>
              <a:pPr>
                <a:spcBef>
                  <a:spcPts val="600"/>
                </a:spcBef>
              </a:pPr>
              <a:r>
                <a:rPr lang="en-US" altLang="ja-JP" sz="1400">
                  <a:latin typeface="+mn-ea"/>
                </a:rPr>
                <a:t>9:00 </a:t>
              </a:r>
              <a:r>
                <a:rPr lang="ja-JP" altLang="en-US" sz="1400">
                  <a:latin typeface="+mn-ea"/>
                </a:rPr>
                <a:t>～ </a:t>
              </a:r>
              <a:r>
                <a:rPr lang="en-US" altLang="ja-JP" sz="1400">
                  <a:latin typeface="+mn-ea"/>
                </a:rPr>
                <a:t>17:30</a:t>
              </a:r>
            </a:p>
            <a:p>
              <a:pPr marL="285750" indent="-285750">
                <a:spcBef>
                  <a:spcPts val="600"/>
                </a:spcBef>
                <a:buFont typeface="游ゴシック" panose="020B0400000000000000" pitchFamily="50" charset="-128"/>
                <a:buChar char="※"/>
              </a:pPr>
              <a:r>
                <a:rPr lang="ja-JP" altLang="en-US" sz="1400">
                  <a:latin typeface="+mn-ea"/>
                </a:rPr>
                <a:t>土曜日、日曜日、祝日、年末年始は除きます。</a:t>
              </a:r>
              <a:endParaRPr lang="en-US" altLang="ja-JP" sz="1400">
                <a:latin typeface="+mn-ea"/>
              </a:endParaRPr>
            </a:p>
            <a:p>
              <a:pPr marL="285750" indent="-285750">
                <a:spcBef>
                  <a:spcPts val="600"/>
                </a:spcBef>
                <a:buFont typeface="游ゴシック" panose="020B0400000000000000" pitchFamily="50" charset="-128"/>
                <a:buChar char="※"/>
              </a:pPr>
              <a:endParaRPr lang="en-US" altLang="ja-JP" sz="1400">
                <a:latin typeface="+mn-ea"/>
              </a:endParaRPr>
            </a:p>
            <a:p>
              <a:pPr>
                <a:spcBef>
                  <a:spcPts val="600"/>
                </a:spcBef>
              </a:pPr>
              <a:r>
                <a:rPr lang="ja-JP" altLang="en-US" sz="1400" b="1">
                  <a:latin typeface="+mn-ea"/>
                </a:rPr>
                <a:t>緊急時のお問い合わせについて</a:t>
              </a:r>
              <a:endParaRPr lang="en-US" altLang="ja-JP" sz="1400" b="1">
                <a:latin typeface="+mn-ea"/>
              </a:endParaRPr>
            </a:p>
            <a:p>
              <a:pPr>
                <a:spcBef>
                  <a:spcPts val="600"/>
                </a:spcBef>
              </a:pPr>
              <a:r>
                <a:rPr lang="ja-JP" altLang="en-US" sz="1400">
                  <a:latin typeface="+mn-ea"/>
                </a:rPr>
                <a:t>緊急時におきましては、上記時間帯を問わず受け付けいたしますが、状況により対応できない場合がございます。</a:t>
              </a:r>
              <a:endParaRPr lang="en-US" altLang="ja-JP" sz="1400">
                <a:latin typeface="+mn-ea"/>
              </a:endParaRPr>
            </a:p>
            <a:p>
              <a:pPr>
                <a:spcBef>
                  <a:spcPts val="600"/>
                </a:spcBef>
              </a:pPr>
              <a:r>
                <a:rPr lang="ja-JP" altLang="en-US" sz="1400">
                  <a:latin typeface="+mn-ea"/>
                </a:rPr>
                <a:t>非常事態発生時において、作業が必要となった場合は、保守担当者が自宅から専用に準備した機器により、リモート接続にてメンテナンスを実施することも可能です。</a:t>
              </a:r>
            </a:p>
            <a:p>
              <a:pPr>
                <a:spcBef>
                  <a:spcPts val="600"/>
                </a:spcBef>
              </a:pPr>
              <a:br>
                <a:rPr lang="ja-JP" altLang="en-US" sz="1400">
                  <a:latin typeface="+mn-ea"/>
                </a:rPr>
              </a:br>
              <a:endParaRPr kumimoji="1" lang="ja-JP" altLang="en-US" sz="1400">
                <a:latin typeface="+mn-ea"/>
              </a:endParaRPr>
            </a:p>
          </p:txBody>
        </p:sp>
      </p:grpSp>
      <p:grpSp>
        <p:nvGrpSpPr>
          <p:cNvPr id="11" name="グループ化 10">
            <a:extLst>
              <a:ext uri="{FF2B5EF4-FFF2-40B4-BE49-F238E27FC236}">
                <a16:creationId xmlns:a16="http://schemas.microsoft.com/office/drawing/2014/main" id="{A397CE09-61DF-1230-C7B9-96293E5FC023}"/>
              </a:ext>
            </a:extLst>
          </p:cNvPr>
          <p:cNvGrpSpPr/>
          <p:nvPr/>
        </p:nvGrpSpPr>
        <p:grpSpPr>
          <a:xfrm>
            <a:off x="7386131" y="954001"/>
            <a:ext cx="4231069" cy="5327999"/>
            <a:chOff x="6192000" y="1152000"/>
            <a:chExt cx="2772000" cy="5327999"/>
          </a:xfrm>
        </p:grpSpPr>
        <p:cxnSp>
          <p:nvCxnSpPr>
            <p:cNvPr id="12" name="直線コネクタ 11">
              <a:extLst>
                <a:ext uri="{FF2B5EF4-FFF2-40B4-BE49-F238E27FC236}">
                  <a16:creationId xmlns:a16="http://schemas.microsoft.com/office/drawing/2014/main" id="{3E2B0C0B-A0F4-4A96-DA2F-54392FD9E837}"/>
                </a:ext>
              </a:extLst>
            </p:cNvPr>
            <p:cNvCxnSpPr/>
            <p:nvPr/>
          </p:nvCxnSpPr>
          <p:spPr>
            <a:xfrm>
              <a:off x="6192000" y="1152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96271E72-1831-8DAF-9524-FA8D81A265A8}"/>
                </a:ext>
              </a:extLst>
            </p:cNvPr>
            <p:cNvSpPr txBox="1"/>
            <p:nvPr/>
          </p:nvSpPr>
          <p:spPr>
            <a:xfrm>
              <a:off x="6264000" y="1152000"/>
              <a:ext cx="2664000" cy="338554"/>
            </a:xfrm>
            <a:prstGeom prst="rect">
              <a:avLst/>
            </a:prstGeom>
            <a:noFill/>
          </p:spPr>
          <p:txBody>
            <a:bodyPr wrap="square" rtlCol="0">
              <a:spAutoFit/>
            </a:bodyPr>
            <a:lstStyle/>
            <a:p>
              <a:r>
                <a:rPr lang="ja-JP" altLang="en-US" sz="1600" b="1">
                  <a:solidFill>
                    <a:schemeClr val="accent1">
                      <a:lumMod val="50000"/>
                    </a:schemeClr>
                  </a:solidFill>
                  <a:latin typeface="游ゴシック" panose="020B0400000000000000" pitchFamily="50" charset="-128"/>
                  <a:ea typeface="游ゴシック" panose="020B0400000000000000" pitchFamily="50" charset="-128"/>
                </a:rPr>
                <a:t>作業範囲</a:t>
              </a:r>
              <a:endParaRPr kumimoji="1" lang="ja-JP" altLang="en-US" sz="1600" b="1">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14" name="テキスト ボックス 13">
              <a:extLst>
                <a:ext uri="{FF2B5EF4-FFF2-40B4-BE49-F238E27FC236}">
                  <a16:creationId xmlns:a16="http://schemas.microsoft.com/office/drawing/2014/main" id="{71093063-840D-9B8F-7D37-554728853DE1}"/>
                </a:ext>
              </a:extLst>
            </p:cNvPr>
            <p:cNvSpPr txBox="1"/>
            <p:nvPr/>
          </p:nvSpPr>
          <p:spPr>
            <a:xfrm>
              <a:off x="6264000" y="1511999"/>
              <a:ext cx="2700000" cy="4968000"/>
            </a:xfrm>
            <a:prstGeom prst="rect">
              <a:avLst/>
            </a:prstGeom>
            <a:noFill/>
          </p:spPr>
          <p:txBody>
            <a:bodyPr wrap="square" rtlCol="0">
              <a:noAutofit/>
            </a:bodyPr>
            <a:lstStyle/>
            <a:p>
              <a:pPr>
                <a:spcBef>
                  <a:spcPts val="600"/>
                </a:spcBef>
              </a:pPr>
              <a:r>
                <a:rPr lang="ja-JP" altLang="en-US" sz="1400" b="1">
                  <a:latin typeface="+mn-ea"/>
                </a:rPr>
                <a:t>お問い合わせ対応</a:t>
              </a:r>
            </a:p>
            <a:p>
              <a:pPr>
                <a:spcBef>
                  <a:spcPts val="600"/>
                </a:spcBef>
              </a:pPr>
              <a:r>
                <a:rPr lang="ja-JP" altLang="en-US" sz="1400">
                  <a:latin typeface="+mn-ea"/>
                </a:rPr>
                <a:t>各種お問い合わせに対し対応いたします。電話、メール、その他貴社利用ツールでのお問い合わせを受け付けます。</a:t>
              </a:r>
              <a:endParaRPr lang="en-US" altLang="ja-JP" sz="1400">
                <a:latin typeface="+mn-ea"/>
              </a:endParaRPr>
            </a:p>
            <a:p>
              <a:pPr>
                <a:spcBef>
                  <a:spcPts val="600"/>
                </a:spcBef>
              </a:pPr>
              <a:endParaRPr lang="en-US" altLang="ja-JP" sz="1400">
                <a:latin typeface="+mn-ea"/>
              </a:endParaRPr>
            </a:p>
            <a:p>
              <a:pPr>
                <a:spcBef>
                  <a:spcPts val="600"/>
                </a:spcBef>
              </a:pPr>
              <a:r>
                <a:rPr lang="ja-JP" altLang="en-US" sz="1400" b="1">
                  <a:latin typeface="+mn-ea"/>
                </a:rPr>
                <a:t>障害対応・不具合要望対応</a:t>
              </a:r>
            </a:p>
            <a:p>
              <a:pPr>
                <a:spcBef>
                  <a:spcPts val="600"/>
                </a:spcBef>
              </a:pPr>
              <a:r>
                <a:rPr lang="ja-JP" altLang="en-US" sz="1400">
                  <a:latin typeface="+mn-ea"/>
                </a:rPr>
                <a:t>障害発生時の復旧作業を実施または支援します。また、不具合や発覚時や要望受け付け時は貴社と協議の上、改善作業を実施します。対応規模が大きい場合は別途見積をした上でご相談させていただきます。</a:t>
              </a:r>
              <a:endParaRPr lang="en-US" altLang="ja-JP" sz="1400">
                <a:latin typeface="+mn-ea"/>
              </a:endParaRPr>
            </a:p>
            <a:p>
              <a:pPr>
                <a:spcBef>
                  <a:spcPts val="600"/>
                </a:spcBef>
              </a:pPr>
              <a:endParaRPr lang="ja-JP" altLang="en-US" sz="1400">
                <a:latin typeface="+mn-ea"/>
              </a:endParaRPr>
            </a:p>
            <a:p>
              <a:pPr>
                <a:spcBef>
                  <a:spcPts val="600"/>
                </a:spcBef>
              </a:pPr>
              <a:r>
                <a:rPr lang="ja-JP" altLang="en-US" sz="1400" b="1">
                  <a:latin typeface="+mn-ea"/>
                </a:rPr>
                <a:t>資源の維持</a:t>
              </a:r>
              <a:endParaRPr lang="en-US" altLang="ja-JP" sz="1400" b="1">
                <a:latin typeface="+mn-ea"/>
              </a:endParaRPr>
            </a:p>
            <a:p>
              <a:pPr>
                <a:spcBef>
                  <a:spcPts val="600"/>
                </a:spcBef>
              </a:pPr>
              <a:r>
                <a:rPr lang="ja-JP" altLang="en-US" sz="1400">
                  <a:latin typeface="+mn-ea"/>
                </a:rPr>
                <a:t>ドキュメントについては、出光様の</a:t>
              </a:r>
              <a:r>
                <a:rPr lang="en-US" altLang="ja-JP" sz="1400">
                  <a:latin typeface="+mn-ea"/>
                </a:rPr>
                <a:t>Box</a:t>
              </a:r>
              <a:r>
                <a:rPr lang="ja-JP" altLang="en-US" sz="1400">
                  <a:latin typeface="+mn-ea"/>
                </a:rPr>
                <a:t>を利用させていただき維持します。また、変更が発生した際は、都度、最新化を実施します。</a:t>
              </a:r>
              <a:endParaRPr lang="en-US" altLang="ja-JP" sz="1400">
                <a:latin typeface="+mn-ea"/>
              </a:endParaRPr>
            </a:p>
            <a:p>
              <a:pPr>
                <a:spcBef>
                  <a:spcPts val="600"/>
                </a:spcBef>
              </a:pPr>
              <a:endParaRPr lang="en-US" altLang="ja-JP" sz="1400">
                <a:latin typeface="+mn-ea"/>
              </a:endParaRPr>
            </a:p>
            <a:p>
              <a:pPr>
                <a:spcBef>
                  <a:spcPts val="600"/>
                </a:spcBef>
              </a:pPr>
              <a:r>
                <a:rPr lang="ja-JP" altLang="en-US" sz="1400" b="1">
                  <a:latin typeface="+mn-ea"/>
                </a:rPr>
                <a:t>作業報告</a:t>
              </a:r>
            </a:p>
            <a:p>
              <a:pPr>
                <a:spcBef>
                  <a:spcPts val="600"/>
                </a:spcBef>
              </a:pPr>
              <a:r>
                <a:rPr lang="ja-JP" altLang="en-US" sz="1400">
                  <a:latin typeface="+mn-ea"/>
                </a:rPr>
                <a:t>月</a:t>
              </a:r>
              <a:r>
                <a:rPr lang="en-US" altLang="ja-JP" sz="1400">
                  <a:latin typeface="+mn-ea"/>
                </a:rPr>
                <a:t>1</a:t>
              </a:r>
              <a:r>
                <a:rPr lang="ja-JP" altLang="en-US" sz="1400">
                  <a:latin typeface="+mn-ea"/>
                </a:rPr>
                <a:t>回、保守作業報告会を開催し、保守作業報告書を提出します。</a:t>
              </a:r>
              <a:endParaRPr kumimoji="1" lang="ja-JP" altLang="en-US" sz="1400">
                <a:latin typeface="+mn-ea"/>
              </a:endParaRPr>
            </a:p>
          </p:txBody>
        </p:sp>
      </p:grpSp>
      <p:grpSp>
        <p:nvGrpSpPr>
          <p:cNvPr id="15" name="グループ化 14">
            <a:extLst>
              <a:ext uri="{FF2B5EF4-FFF2-40B4-BE49-F238E27FC236}">
                <a16:creationId xmlns:a16="http://schemas.microsoft.com/office/drawing/2014/main" id="{96A97D67-EF83-07DE-D281-8BD957196593}"/>
              </a:ext>
            </a:extLst>
          </p:cNvPr>
          <p:cNvGrpSpPr/>
          <p:nvPr/>
        </p:nvGrpSpPr>
        <p:grpSpPr>
          <a:xfrm>
            <a:off x="492758" y="954000"/>
            <a:ext cx="3120732" cy="5328001"/>
            <a:chOff x="144000" y="1008000"/>
            <a:chExt cx="2772000" cy="5158723"/>
          </a:xfrm>
        </p:grpSpPr>
        <p:grpSp>
          <p:nvGrpSpPr>
            <p:cNvPr id="16" name="グループ化 15">
              <a:extLst>
                <a:ext uri="{FF2B5EF4-FFF2-40B4-BE49-F238E27FC236}">
                  <a16:creationId xmlns:a16="http://schemas.microsoft.com/office/drawing/2014/main" id="{BE3A5299-7040-FC50-B366-32AE3115A82E}"/>
                </a:ext>
              </a:extLst>
            </p:cNvPr>
            <p:cNvGrpSpPr/>
            <p:nvPr/>
          </p:nvGrpSpPr>
          <p:grpSpPr>
            <a:xfrm>
              <a:off x="144000" y="1008000"/>
              <a:ext cx="2772000" cy="720000"/>
              <a:chOff x="144000" y="1152000"/>
              <a:chExt cx="2772000" cy="720000"/>
            </a:xfrm>
          </p:grpSpPr>
          <p:cxnSp>
            <p:nvCxnSpPr>
              <p:cNvPr id="21" name="直線コネクタ 20">
                <a:extLst>
                  <a:ext uri="{FF2B5EF4-FFF2-40B4-BE49-F238E27FC236}">
                    <a16:creationId xmlns:a16="http://schemas.microsoft.com/office/drawing/2014/main" id="{F76B89B3-1949-C5F5-ADA5-5CE8DE47D93F}"/>
                  </a:ext>
                </a:extLst>
              </p:cNvPr>
              <p:cNvCxnSpPr/>
              <p:nvPr/>
            </p:nvCxnSpPr>
            <p:spPr>
              <a:xfrm>
                <a:off x="144000" y="1152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E50023F4-CD57-E89B-C6B0-16E5FCCC490C}"/>
                  </a:ext>
                </a:extLst>
              </p:cNvPr>
              <p:cNvSpPr txBox="1"/>
              <p:nvPr/>
            </p:nvSpPr>
            <p:spPr>
              <a:xfrm>
                <a:off x="216000" y="1152000"/>
                <a:ext cx="2664000" cy="338554"/>
              </a:xfrm>
              <a:prstGeom prst="rect">
                <a:avLst/>
              </a:prstGeom>
              <a:noFill/>
            </p:spPr>
            <p:txBody>
              <a:bodyPr wrap="square" rtlCol="0">
                <a:spAutoFit/>
              </a:bodyPr>
              <a:lstStyle/>
              <a:p>
                <a:r>
                  <a:rPr lang="ja-JP" altLang="en-US" sz="1600" b="1">
                    <a:solidFill>
                      <a:schemeClr val="accent1">
                        <a:lumMod val="50000"/>
                      </a:schemeClr>
                    </a:solidFill>
                    <a:latin typeface="游ゴシック 本文"/>
                    <a:ea typeface="游ゴシック" panose="020B0400000000000000" pitchFamily="50" charset="-128"/>
                  </a:rPr>
                  <a:t>対象範囲</a:t>
                </a:r>
                <a:endParaRPr kumimoji="1" lang="ja-JP" altLang="en-US" sz="1600" b="1">
                  <a:solidFill>
                    <a:schemeClr val="accent1">
                      <a:lumMod val="50000"/>
                    </a:schemeClr>
                  </a:solidFill>
                  <a:latin typeface="游ゴシック 本文"/>
                  <a:ea typeface="游ゴシック" panose="020B0400000000000000" pitchFamily="50" charset="-128"/>
                </a:endParaRPr>
              </a:p>
            </p:txBody>
          </p:sp>
          <p:sp>
            <p:nvSpPr>
              <p:cNvPr id="23" name="テキスト ボックス 22">
                <a:extLst>
                  <a:ext uri="{FF2B5EF4-FFF2-40B4-BE49-F238E27FC236}">
                    <a16:creationId xmlns:a16="http://schemas.microsoft.com/office/drawing/2014/main" id="{2A467660-12E5-4A6A-6A33-342C9B8DAD5B}"/>
                  </a:ext>
                </a:extLst>
              </p:cNvPr>
              <p:cNvSpPr txBox="1"/>
              <p:nvPr/>
            </p:nvSpPr>
            <p:spPr>
              <a:xfrm>
                <a:off x="216000" y="1512000"/>
                <a:ext cx="2700000" cy="360000"/>
              </a:xfrm>
              <a:prstGeom prst="rect">
                <a:avLst/>
              </a:prstGeom>
              <a:noFill/>
            </p:spPr>
            <p:txBody>
              <a:bodyPr wrap="square" rtlCol="0">
                <a:noAutofit/>
              </a:bodyPr>
              <a:lstStyle/>
              <a:p>
                <a:pPr>
                  <a:spcBef>
                    <a:spcPts val="600"/>
                  </a:spcBef>
                </a:pPr>
                <a:r>
                  <a:rPr kumimoji="1" lang="ja-JP" altLang="en-US" sz="1400" b="1">
                    <a:latin typeface="+mn-ea"/>
                  </a:rPr>
                  <a:t>本システム（</a:t>
                </a:r>
                <a:r>
                  <a:rPr kumimoji="1" lang="en-US" altLang="ja-JP" sz="1400" b="1" err="1">
                    <a:latin typeface="+mn-ea"/>
                  </a:rPr>
                  <a:t>Dify</a:t>
                </a:r>
                <a:r>
                  <a:rPr kumimoji="1" lang="ja-JP" altLang="en-US" sz="1400" b="1">
                    <a:latin typeface="+mn-ea"/>
                  </a:rPr>
                  <a:t>）</a:t>
                </a:r>
                <a:endParaRPr kumimoji="1" lang="en-US" altLang="ja-JP" sz="1400" b="1">
                  <a:latin typeface="+mn-ea"/>
                </a:endParaRPr>
              </a:p>
            </p:txBody>
          </p:sp>
        </p:grpSp>
        <p:grpSp>
          <p:nvGrpSpPr>
            <p:cNvPr id="17" name="グループ化 16">
              <a:extLst>
                <a:ext uri="{FF2B5EF4-FFF2-40B4-BE49-F238E27FC236}">
                  <a16:creationId xmlns:a16="http://schemas.microsoft.com/office/drawing/2014/main" id="{61AB89EF-6F51-D5B8-19D1-93442F816EAC}"/>
                </a:ext>
              </a:extLst>
            </p:cNvPr>
            <p:cNvGrpSpPr/>
            <p:nvPr/>
          </p:nvGrpSpPr>
          <p:grpSpPr>
            <a:xfrm>
              <a:off x="144000" y="3054868"/>
              <a:ext cx="2772000" cy="3111855"/>
              <a:chOff x="144000" y="3198868"/>
              <a:chExt cx="2772000" cy="3111855"/>
            </a:xfrm>
          </p:grpSpPr>
          <p:cxnSp>
            <p:nvCxnSpPr>
              <p:cNvPr id="18" name="直線コネクタ 17">
                <a:extLst>
                  <a:ext uri="{FF2B5EF4-FFF2-40B4-BE49-F238E27FC236}">
                    <a16:creationId xmlns:a16="http://schemas.microsoft.com/office/drawing/2014/main" id="{BDAD1398-B66F-E4BD-6762-07BEF3203BFE}"/>
                  </a:ext>
                </a:extLst>
              </p:cNvPr>
              <p:cNvCxnSpPr/>
              <p:nvPr/>
            </p:nvCxnSpPr>
            <p:spPr>
              <a:xfrm>
                <a:off x="144000" y="3198868"/>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6C308C06-E425-EC11-5A26-CB93643A6CE5}"/>
                  </a:ext>
                </a:extLst>
              </p:cNvPr>
              <p:cNvSpPr txBox="1"/>
              <p:nvPr/>
            </p:nvSpPr>
            <p:spPr>
              <a:xfrm>
                <a:off x="216000" y="3198868"/>
                <a:ext cx="2664000" cy="338554"/>
              </a:xfrm>
              <a:prstGeom prst="rect">
                <a:avLst/>
              </a:prstGeom>
              <a:noFill/>
            </p:spPr>
            <p:txBody>
              <a:bodyPr wrap="square" rtlCol="0">
                <a:spAutoFit/>
              </a:bodyPr>
              <a:lstStyle/>
              <a:p>
                <a:r>
                  <a:rPr lang="ja-JP" altLang="en-US" sz="1600" b="1">
                    <a:solidFill>
                      <a:schemeClr val="accent1">
                        <a:lumMod val="50000"/>
                      </a:schemeClr>
                    </a:solidFill>
                    <a:latin typeface="游ゴシック 本文"/>
                    <a:ea typeface="游ゴシック" panose="020B0400000000000000" pitchFamily="50" charset="-128"/>
                  </a:rPr>
                  <a:t>保守体制</a:t>
                </a:r>
                <a:endParaRPr kumimoji="1" lang="ja-JP" altLang="en-US" sz="1600" b="1">
                  <a:solidFill>
                    <a:schemeClr val="accent1">
                      <a:lumMod val="50000"/>
                    </a:schemeClr>
                  </a:solidFill>
                  <a:latin typeface="游ゴシック 本文"/>
                  <a:ea typeface="游ゴシック" panose="020B0400000000000000" pitchFamily="50" charset="-128"/>
                </a:endParaRPr>
              </a:p>
            </p:txBody>
          </p:sp>
          <p:sp>
            <p:nvSpPr>
              <p:cNvPr id="20" name="テキスト ボックス 19">
                <a:extLst>
                  <a:ext uri="{FF2B5EF4-FFF2-40B4-BE49-F238E27FC236}">
                    <a16:creationId xmlns:a16="http://schemas.microsoft.com/office/drawing/2014/main" id="{6CEB4D21-9965-1181-4248-845D96DABE6A}"/>
                  </a:ext>
                </a:extLst>
              </p:cNvPr>
              <p:cNvSpPr txBox="1"/>
              <p:nvPr/>
            </p:nvSpPr>
            <p:spPr>
              <a:xfrm>
                <a:off x="216000" y="3537422"/>
                <a:ext cx="2700000" cy="2773301"/>
              </a:xfrm>
              <a:prstGeom prst="rect">
                <a:avLst/>
              </a:prstGeom>
              <a:noFill/>
            </p:spPr>
            <p:txBody>
              <a:bodyPr wrap="square" rtlCol="0">
                <a:noAutofit/>
              </a:bodyPr>
              <a:lstStyle/>
              <a:p>
                <a:pPr>
                  <a:spcBef>
                    <a:spcPts val="600"/>
                  </a:spcBef>
                </a:pPr>
                <a:r>
                  <a:rPr kumimoji="1" lang="ja-JP" altLang="en-US" sz="1400" b="1">
                    <a:latin typeface="+mn-ea"/>
                  </a:rPr>
                  <a:t>要員</a:t>
                </a:r>
                <a:endParaRPr kumimoji="1" lang="en-US" altLang="ja-JP" sz="1400" b="1">
                  <a:latin typeface="+mn-ea"/>
                </a:endParaRPr>
              </a:p>
              <a:p>
                <a:pPr>
                  <a:spcBef>
                    <a:spcPts val="600"/>
                  </a:spcBef>
                </a:pPr>
                <a:r>
                  <a:rPr lang="ja-JP" altLang="en-US" sz="1400">
                    <a:latin typeface="+mn-ea"/>
                  </a:rPr>
                  <a:t>保守担当の要員としては、</a:t>
                </a:r>
                <a:endParaRPr lang="en-US" altLang="ja-JP" sz="1400">
                  <a:latin typeface="+mn-ea"/>
                </a:endParaRPr>
              </a:p>
              <a:p>
                <a:pPr>
                  <a:spcBef>
                    <a:spcPts val="600"/>
                  </a:spcBef>
                </a:pPr>
                <a:r>
                  <a:rPr lang="ja-JP" altLang="en-US" sz="1400">
                    <a:latin typeface="+mn-ea"/>
                  </a:rPr>
                  <a:t>実作業者</a:t>
                </a:r>
                <a:r>
                  <a:rPr lang="en-US" altLang="ja-JP" sz="1400">
                    <a:latin typeface="+mn-ea"/>
                  </a:rPr>
                  <a:t>1</a:t>
                </a:r>
                <a:r>
                  <a:rPr lang="ja-JP" altLang="en-US" sz="1400">
                    <a:latin typeface="+mn-ea"/>
                  </a:rPr>
                  <a:t>～</a:t>
                </a:r>
                <a:r>
                  <a:rPr lang="en-US" altLang="ja-JP" sz="1400">
                    <a:latin typeface="+mn-ea"/>
                  </a:rPr>
                  <a:t>2</a:t>
                </a:r>
                <a:r>
                  <a:rPr lang="ja-JP" altLang="en-US" sz="1400">
                    <a:latin typeface="+mn-ea"/>
                  </a:rPr>
                  <a:t>名配置します。</a:t>
                </a:r>
                <a:endParaRPr lang="en-US" altLang="ja-JP" sz="1400">
                  <a:latin typeface="+mn-ea"/>
                </a:endParaRPr>
              </a:p>
              <a:p>
                <a:pPr>
                  <a:spcBef>
                    <a:spcPts val="600"/>
                  </a:spcBef>
                </a:pPr>
                <a:endParaRPr lang="en-US" altLang="ja-JP" sz="1400">
                  <a:latin typeface="+mn-ea"/>
                </a:endParaRPr>
              </a:p>
              <a:p>
                <a:pPr>
                  <a:spcBef>
                    <a:spcPts val="600"/>
                  </a:spcBef>
                </a:pPr>
                <a:r>
                  <a:rPr lang="ja-JP" altLang="en-US" sz="1400" b="1">
                    <a:latin typeface="+mn-ea"/>
                  </a:rPr>
                  <a:t>作業場所</a:t>
                </a:r>
                <a:endParaRPr lang="en-US" altLang="ja-JP" sz="1400" b="1">
                  <a:latin typeface="+mn-ea"/>
                </a:endParaRPr>
              </a:p>
              <a:p>
                <a:pPr>
                  <a:spcBef>
                    <a:spcPts val="600"/>
                  </a:spcBef>
                </a:pPr>
                <a:r>
                  <a:rPr lang="ja-JP" altLang="en-US" sz="1400">
                    <a:latin typeface="+mn-ea"/>
                  </a:rPr>
                  <a:t>作業場所は、弊社オフィス内（在宅勤務含む）、再委託先のオフィス内（在宅勤務含む）とし、必要に応じてリモート接続にて、貴社環境に接続し作業します。</a:t>
                </a:r>
                <a:endParaRPr lang="en-US" altLang="ja-JP" sz="1400">
                  <a:latin typeface="+mn-ea"/>
                </a:endParaRPr>
              </a:p>
            </p:txBody>
          </p:sp>
        </p:grpSp>
      </p:grpSp>
    </p:spTree>
    <p:extLst>
      <p:ext uri="{BB962C8B-B14F-4D97-AF65-F5344CB8AC3E}">
        <p14:creationId xmlns:p14="http://schemas.microsoft.com/office/powerpoint/2010/main" val="36482349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E4407-11BE-0ACA-97A9-707215D9939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55BFC0E-C756-C51B-EA8F-BE4099EE85A6}"/>
              </a:ext>
            </a:extLst>
          </p:cNvPr>
          <p:cNvSpPr>
            <a:spLocks noGrp="1"/>
          </p:cNvSpPr>
          <p:nvPr>
            <p:ph type="title"/>
          </p:nvPr>
        </p:nvSpPr>
        <p:spPr/>
        <p:txBody>
          <a:bodyPr/>
          <a:lstStyle/>
          <a:p>
            <a:r>
              <a:rPr kumimoji="1" lang="en-US" altLang="ja-JP" dirty="0"/>
              <a:t>5-3</a:t>
            </a:r>
            <a:r>
              <a:rPr kumimoji="1" lang="ja-JP" altLang="en-US"/>
              <a:t>．</a:t>
            </a:r>
            <a:r>
              <a:rPr kumimoji="1" lang="ja-JP" altLang="en-US" dirty="0"/>
              <a:t>スポット開発発生時のフロー</a:t>
            </a:r>
            <a:endParaRPr kumimoji="1" lang="ja-JP" altLang="en-US"/>
          </a:p>
        </p:txBody>
      </p:sp>
      <p:sp>
        <p:nvSpPr>
          <p:cNvPr id="4" name="フッター プレースホルダー 3">
            <a:extLst>
              <a:ext uri="{FF2B5EF4-FFF2-40B4-BE49-F238E27FC236}">
                <a16:creationId xmlns:a16="http://schemas.microsoft.com/office/drawing/2014/main" id="{19C4C09B-7F5F-B1AA-80B7-690F6D5D6FA5}"/>
              </a:ext>
            </a:extLst>
          </p:cNvPr>
          <p:cNvSpPr>
            <a:spLocks noGrp="1"/>
          </p:cNvSpPr>
          <p:nvPr>
            <p:ph type="ftr" sz="quarter" idx="11"/>
          </p:nvPr>
        </p:nvSpPr>
        <p:spPr/>
        <p:txBody>
          <a:bodyPr/>
          <a:lstStyle/>
          <a:p>
            <a:r>
              <a:rPr lang="en-US" altLang="ja-JP"/>
              <a:t>Copyright © SystemEXE,Inc All Rights Reserved.</a:t>
            </a:r>
          </a:p>
        </p:txBody>
      </p:sp>
      <p:sp>
        <p:nvSpPr>
          <p:cNvPr id="3" name="スライド番号プレースホルダー 3">
            <a:extLst>
              <a:ext uri="{FF2B5EF4-FFF2-40B4-BE49-F238E27FC236}">
                <a16:creationId xmlns:a16="http://schemas.microsoft.com/office/drawing/2014/main" id="{A2168D41-B4E9-B4F4-A9F3-BFDD1EBAC578}"/>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20</a:t>
            </a:fld>
            <a:endParaRPr kumimoji="1" lang="ja-JP" altLang="en-US" sz="700"/>
          </a:p>
        </p:txBody>
      </p:sp>
      <p:pic>
        <p:nvPicPr>
          <p:cNvPr id="9" name="図 8" descr="グラフィカル ユーザー インターフェイス&#10;&#10;AI 生成コンテンツは誤りを含む可能性があります。">
            <a:extLst>
              <a:ext uri="{FF2B5EF4-FFF2-40B4-BE49-F238E27FC236}">
                <a16:creationId xmlns:a16="http://schemas.microsoft.com/office/drawing/2014/main" id="{B5E5B23A-7F15-00F1-E942-411C84AC1AE5}"/>
              </a:ext>
            </a:extLst>
          </p:cNvPr>
          <p:cNvPicPr>
            <a:picLocks noChangeAspect="1"/>
          </p:cNvPicPr>
          <p:nvPr/>
        </p:nvPicPr>
        <p:blipFill>
          <a:blip r:embed="rId3"/>
          <a:srcRect t="9361"/>
          <a:stretch>
            <a:fillRect/>
          </a:stretch>
        </p:blipFill>
        <p:spPr>
          <a:xfrm>
            <a:off x="1485500" y="1386038"/>
            <a:ext cx="9221001" cy="4664838"/>
          </a:xfrm>
          <a:prstGeom prst="rect">
            <a:avLst/>
          </a:prstGeom>
        </p:spPr>
      </p:pic>
      <p:sp>
        <p:nvSpPr>
          <p:cNvPr id="10" name="正方形/長方形 9">
            <a:extLst>
              <a:ext uri="{FF2B5EF4-FFF2-40B4-BE49-F238E27FC236}">
                <a16:creationId xmlns:a16="http://schemas.microsoft.com/office/drawing/2014/main" id="{618265FD-8423-2BE2-1CB4-25F97265D69A}"/>
              </a:ext>
            </a:extLst>
          </p:cNvPr>
          <p:cNvSpPr/>
          <p:nvPr/>
        </p:nvSpPr>
        <p:spPr>
          <a:xfrm>
            <a:off x="609090" y="863563"/>
            <a:ext cx="102870" cy="411480"/>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DF8F0074-E981-1DA6-CCB2-BA5EA3934A4C}"/>
              </a:ext>
            </a:extLst>
          </p:cNvPr>
          <p:cNvCxnSpPr/>
          <p:nvPr/>
        </p:nvCxnSpPr>
        <p:spPr>
          <a:xfrm>
            <a:off x="857250" y="1275043"/>
            <a:ext cx="700659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6A4AAA64-F3D0-67C2-8237-277235AF9011}"/>
              </a:ext>
            </a:extLst>
          </p:cNvPr>
          <p:cNvSpPr txBox="1"/>
          <p:nvPr/>
        </p:nvSpPr>
        <p:spPr>
          <a:xfrm>
            <a:off x="857250" y="863562"/>
            <a:ext cx="3557732" cy="369332"/>
          </a:xfrm>
          <a:prstGeom prst="rect">
            <a:avLst/>
          </a:prstGeom>
          <a:noFill/>
        </p:spPr>
        <p:txBody>
          <a:bodyPr wrap="square" rtlCol="0">
            <a:spAutoFit/>
          </a:bodyPr>
          <a:lstStyle/>
          <a:p>
            <a:r>
              <a:rPr kumimoji="1" lang="ja-JP" altLang="en-US" b="1" dirty="0">
                <a:latin typeface="游ゴシック" panose="020B0400000000000000" pitchFamily="50" charset="-128"/>
                <a:ea typeface="游ゴシック" panose="020B0400000000000000" pitchFamily="50" charset="-128"/>
              </a:rPr>
              <a:t>スポット開発発生時のフロー</a:t>
            </a:r>
          </a:p>
        </p:txBody>
      </p:sp>
    </p:spTree>
    <p:extLst>
      <p:ext uri="{BB962C8B-B14F-4D97-AF65-F5344CB8AC3E}">
        <p14:creationId xmlns:p14="http://schemas.microsoft.com/office/powerpoint/2010/main" val="13246529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1563E-73D9-7457-76D3-F4FF9D5011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AC1507F-D843-BA3F-D5B9-B45C79BD6154}"/>
              </a:ext>
            </a:extLst>
          </p:cNvPr>
          <p:cNvSpPr>
            <a:spLocks noGrp="1"/>
          </p:cNvSpPr>
          <p:nvPr>
            <p:ph type="title"/>
          </p:nvPr>
        </p:nvSpPr>
        <p:spPr/>
        <p:txBody>
          <a:bodyPr/>
          <a:lstStyle/>
          <a:p>
            <a:r>
              <a:rPr lang="en-US" altLang="ja-JP" dirty="0">
                <a:latin typeface="游明朝"/>
                <a:ea typeface="游明朝"/>
              </a:rPr>
              <a:t>5-4</a:t>
            </a:r>
            <a:r>
              <a:rPr kumimoji="1" lang="ja-JP" altLang="en-US">
                <a:latin typeface="游明朝"/>
                <a:ea typeface="游明朝"/>
              </a:rPr>
              <a:t>．</a:t>
            </a:r>
            <a:r>
              <a:rPr lang="ja-JP" altLang="en-US">
                <a:latin typeface="游明朝"/>
                <a:ea typeface="游明朝"/>
              </a:rPr>
              <a:t>お見積</a:t>
            </a:r>
            <a:r>
              <a:rPr kumimoji="1" lang="ja-JP" altLang="en-US">
                <a:latin typeface="游明朝"/>
                <a:ea typeface="游明朝"/>
              </a:rPr>
              <a:t>り前提条件</a:t>
            </a:r>
          </a:p>
        </p:txBody>
      </p:sp>
      <p:sp>
        <p:nvSpPr>
          <p:cNvPr id="4" name="フッター プレースホルダー 3">
            <a:extLst>
              <a:ext uri="{FF2B5EF4-FFF2-40B4-BE49-F238E27FC236}">
                <a16:creationId xmlns:a16="http://schemas.microsoft.com/office/drawing/2014/main" id="{B9A0B4E4-BDD5-929C-7738-7C7D2D817C1D}"/>
              </a:ext>
            </a:extLst>
          </p:cNvPr>
          <p:cNvSpPr>
            <a:spLocks noGrp="1"/>
          </p:cNvSpPr>
          <p:nvPr>
            <p:ph type="ftr" sz="quarter" idx="11"/>
          </p:nvPr>
        </p:nvSpPr>
        <p:spPr/>
        <p:txBody>
          <a:bodyPr/>
          <a:lstStyle/>
          <a:p>
            <a:r>
              <a:rPr lang="en-US"/>
              <a:t>Copyright © SystemEXE,Inc All Rights Reserved.</a:t>
            </a:r>
          </a:p>
        </p:txBody>
      </p:sp>
      <p:sp>
        <p:nvSpPr>
          <p:cNvPr id="8" name="コンテンツ プレースホルダー 2">
            <a:extLst>
              <a:ext uri="{FF2B5EF4-FFF2-40B4-BE49-F238E27FC236}">
                <a16:creationId xmlns:a16="http://schemas.microsoft.com/office/drawing/2014/main" id="{6AE8CC45-2A20-B6E7-E20B-802E66F6B3D5}"/>
              </a:ext>
            </a:extLst>
          </p:cNvPr>
          <p:cNvSpPr txBox="1">
            <a:spLocks/>
          </p:cNvSpPr>
          <p:nvPr/>
        </p:nvSpPr>
        <p:spPr>
          <a:xfrm>
            <a:off x="575999" y="936000"/>
            <a:ext cx="11347060" cy="517905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400" dirty="0">
                <a:latin typeface="+mn-ea"/>
                <a:ea typeface="+mn-ea"/>
              </a:rPr>
              <a:t>お見積り金額はすべて税抜きでの記載となります。</a:t>
            </a:r>
            <a:endParaRPr lang="ja-JP" altLang="en-US" sz="1400" b="0" i="0" u="none" strike="noStrike" baseline="0" dirty="0">
              <a:solidFill>
                <a:srgbClr val="000000"/>
              </a:solidFill>
              <a:latin typeface="+mn-ea"/>
              <a:ea typeface="+mn-ea"/>
            </a:endParaRPr>
          </a:p>
          <a:p>
            <a:r>
              <a:rPr lang="en-US" altLang="ja-JP" sz="1400" dirty="0" err="1">
                <a:solidFill>
                  <a:srgbClr val="FF0000"/>
                </a:solidFill>
                <a:latin typeface="+mn-ea"/>
                <a:ea typeface="+mn-ea"/>
              </a:rPr>
              <a:t>Dify</a:t>
            </a:r>
            <a:r>
              <a:rPr lang="ja-JP" altLang="en-US" sz="1400" dirty="0">
                <a:solidFill>
                  <a:srgbClr val="FF0000"/>
                </a:solidFill>
                <a:latin typeface="+mn-ea"/>
                <a:ea typeface="+mn-ea"/>
              </a:rPr>
              <a:t>を含む、ソフトウェアなどのライセンス費用は含まれておりません。</a:t>
            </a:r>
            <a:endParaRPr lang="en-US" altLang="ja-JP" sz="1400" dirty="0">
              <a:solidFill>
                <a:srgbClr val="FF0000"/>
              </a:solidFill>
              <a:latin typeface="+mn-ea"/>
              <a:ea typeface="+mn-ea"/>
            </a:endParaRPr>
          </a:p>
          <a:p>
            <a:pPr>
              <a:lnSpc>
                <a:spcPct val="160000"/>
              </a:lnSpc>
              <a:spcBef>
                <a:spcPts val="600"/>
              </a:spcBef>
            </a:pPr>
            <a:r>
              <a:rPr lang="ja-JP" altLang="en-US" sz="1400" dirty="0"/>
              <a:t>引継ぎおよび保守フェーズのご契約は、準委任契約にてお願いします。</a:t>
            </a:r>
            <a:endParaRPr lang="en-US" altLang="ja-JP" sz="1400" dirty="0"/>
          </a:p>
          <a:p>
            <a:pPr>
              <a:lnSpc>
                <a:spcPct val="160000"/>
              </a:lnSpc>
              <a:spcBef>
                <a:spcPts val="600"/>
              </a:spcBef>
            </a:pPr>
            <a:r>
              <a:rPr lang="ja-JP" altLang="en-US" sz="1400" dirty="0"/>
              <a:t>保守フェーズのご契約につきましては、四半期（クォータ）単位でのご契約および精算を想定しております。</a:t>
            </a:r>
            <a:endParaRPr lang="en-US" altLang="ja-JP" sz="1400" dirty="0"/>
          </a:p>
          <a:p>
            <a:pPr>
              <a:lnSpc>
                <a:spcPct val="160000"/>
              </a:lnSpc>
              <a:spcBef>
                <a:spcPts val="600"/>
              </a:spcBef>
            </a:pPr>
            <a:r>
              <a:rPr lang="ja-JP" altLang="en-US" sz="1400" dirty="0"/>
              <a:t>各月の作業時間の基準時間の範囲は下限 </a:t>
            </a:r>
            <a:r>
              <a:rPr lang="en-US" altLang="ja-JP" sz="1400" dirty="0"/>
              <a:t>60</a:t>
            </a:r>
            <a:r>
              <a:rPr lang="ja-JP" altLang="en-US" sz="1400" dirty="0"/>
              <a:t>時間、上限 </a:t>
            </a:r>
            <a:r>
              <a:rPr lang="en-US" altLang="ja-JP" sz="1400" dirty="0"/>
              <a:t>100</a:t>
            </a:r>
            <a:r>
              <a:rPr lang="ja-JP" altLang="en-US" sz="1400" dirty="0"/>
              <a:t>時間とさせていただきます。</a:t>
            </a:r>
            <a:br>
              <a:rPr lang="en-US" altLang="ja-JP" sz="1400" dirty="0"/>
            </a:br>
            <a:r>
              <a:rPr lang="ja-JP" altLang="en-US" sz="1400" dirty="0"/>
              <a:t>前月の作業時間が上限</a:t>
            </a:r>
            <a:r>
              <a:rPr lang="en-US" altLang="ja-JP" sz="1400" dirty="0"/>
              <a:t>100</a:t>
            </a:r>
            <a:r>
              <a:rPr lang="ja-JP" altLang="en-US" sz="1400" dirty="0"/>
              <a:t>時間に満たない場合でも原則、余りの作業時間を翌月へ繰り越しできないものとさせていただきます。</a:t>
            </a:r>
            <a:br>
              <a:rPr lang="en-US" altLang="ja-JP" sz="1400" dirty="0"/>
            </a:br>
            <a:r>
              <a:rPr lang="ja-JP" altLang="en-US" sz="1400" dirty="0"/>
              <a:t>作業実績時間が、基準時間を超過（未達）する場合は、超過（未達）時間（</a:t>
            </a:r>
            <a:r>
              <a:rPr lang="en-US" altLang="ja-JP" sz="1400" dirty="0"/>
              <a:t>30</a:t>
            </a:r>
            <a:r>
              <a:rPr lang="ja-JP" altLang="en-US" sz="1400" dirty="0"/>
              <a:t>分単位）に時間単価 </a:t>
            </a:r>
            <a:r>
              <a:rPr lang="en-US" altLang="ja-JP" sz="1400" dirty="0"/>
              <a:t>7,000</a:t>
            </a:r>
            <a:r>
              <a:rPr lang="ja-JP" altLang="en-US" sz="1400" dirty="0"/>
              <a:t>円を乗じた金額を加算（減算）し、精算とさせていただきます。</a:t>
            </a:r>
            <a:endParaRPr lang="en-US" altLang="ja-JP" sz="1400" dirty="0"/>
          </a:p>
          <a:p>
            <a:pPr>
              <a:lnSpc>
                <a:spcPct val="160000"/>
              </a:lnSpc>
              <a:spcBef>
                <a:spcPts val="600"/>
              </a:spcBef>
            </a:pPr>
            <a:r>
              <a:rPr lang="ja-JP" altLang="en-US" sz="1400" dirty="0"/>
              <a:t>四半期単位の契約更新の際に実績値をもとに作業時間の範囲・工数・費用の見直しを行い、小亀様と相談の上、契約させていただきます。</a:t>
            </a:r>
            <a:endParaRPr lang="en-US" altLang="ja-JP" sz="1400" dirty="0">
              <a:solidFill>
                <a:srgbClr val="FF0000"/>
              </a:solidFill>
              <a:latin typeface="+mn-ea"/>
              <a:ea typeface="+mn-ea"/>
            </a:endParaRPr>
          </a:p>
          <a:p>
            <a:r>
              <a:rPr lang="ja-JP" altLang="en-US" sz="1400" dirty="0">
                <a:latin typeface="+mn-ea"/>
                <a:ea typeface="+mn-ea"/>
              </a:rPr>
              <a:t>作業場所は、打合せを除き、原則弊社オフィス内（在宅勤務含む）およびシステムエグゼベトナム社内（在宅勤務含む）といたします。</a:t>
            </a:r>
            <a:endParaRPr lang="en-US" altLang="ja-JP" sz="1400" dirty="0">
              <a:latin typeface="+mn-ea"/>
              <a:ea typeface="+mn-ea"/>
            </a:endParaRPr>
          </a:p>
          <a:p>
            <a:r>
              <a:rPr lang="ja-JP" altLang="en-US" sz="1400" dirty="0">
                <a:latin typeface="+mn-ea"/>
                <a:ea typeface="+mn-ea"/>
              </a:rPr>
              <a:t>東京２３区以外でのオフィスや事業所等での作業・出張につきましては、交通費・宿泊費を別途ご請求といたします。</a:t>
            </a:r>
            <a:endParaRPr lang="en-US" altLang="ja-JP" sz="1400" dirty="0">
              <a:latin typeface="+mn-ea"/>
              <a:ea typeface="+mn-ea"/>
            </a:endParaRPr>
          </a:p>
          <a:p>
            <a:r>
              <a:rPr lang="ja-JP" altLang="en-US" sz="1400" dirty="0">
                <a:latin typeface="+mn-ea"/>
                <a:ea typeface="+mn-ea"/>
              </a:rPr>
              <a:t>作業の一部を弊社パートナー会社である「システムエグゼベトナム」へ再委託させていただく想定でおります。</a:t>
            </a:r>
            <a:endParaRPr lang="en-US" altLang="ja-JP" sz="1400" dirty="0">
              <a:latin typeface="+mn-ea"/>
              <a:ea typeface="+mn-ea"/>
            </a:endParaRPr>
          </a:p>
          <a:p>
            <a:r>
              <a:rPr lang="ja-JP" altLang="en-US" sz="1400" dirty="0">
                <a:latin typeface="+mn-ea"/>
                <a:ea typeface="+mn-ea"/>
              </a:rPr>
              <a:t>上記諸条件および本提案書に記載のない諸条件</a:t>
            </a:r>
            <a:r>
              <a:rPr lang="en-US" altLang="ja-JP" sz="1400" dirty="0">
                <a:latin typeface="+mn-ea"/>
                <a:ea typeface="+mn-ea"/>
              </a:rPr>
              <a:t>/</a:t>
            </a:r>
            <a:r>
              <a:rPr lang="ja-JP" altLang="en-US" sz="1400" dirty="0">
                <a:latin typeface="+mn-ea"/>
                <a:ea typeface="+mn-ea"/>
              </a:rPr>
              <a:t>作業内容につきましては、別途ご相談の上、決定させていただきます。</a:t>
            </a:r>
            <a:endParaRPr lang="en-US" altLang="ja-JP" sz="1400" dirty="0">
              <a:latin typeface="+mn-ea"/>
              <a:ea typeface="+mn-ea"/>
            </a:endParaRPr>
          </a:p>
        </p:txBody>
      </p:sp>
      <p:sp>
        <p:nvSpPr>
          <p:cNvPr id="3" name="スライド番号プレースホルダー 3">
            <a:extLst>
              <a:ext uri="{FF2B5EF4-FFF2-40B4-BE49-F238E27FC236}">
                <a16:creationId xmlns:a16="http://schemas.microsoft.com/office/drawing/2014/main" id="{4F9FFC9A-15D2-3D18-639E-0C85624B9EF0}"/>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21</a:t>
            </a:fld>
            <a:endParaRPr kumimoji="1" lang="ja-JP" altLang="en-US" sz="700"/>
          </a:p>
        </p:txBody>
      </p:sp>
    </p:spTree>
    <p:extLst>
      <p:ext uri="{BB962C8B-B14F-4D97-AF65-F5344CB8AC3E}">
        <p14:creationId xmlns:p14="http://schemas.microsoft.com/office/powerpoint/2010/main" val="25132572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91AC2177-58F7-FBC6-7ACF-5A147011E5D8}"/>
              </a:ext>
            </a:extLst>
          </p:cNvPr>
          <p:cNvSpPr>
            <a:spLocks noGrp="1"/>
          </p:cNvSpPr>
          <p:nvPr>
            <p:ph type="ftr" sz="quarter" idx="11"/>
          </p:nvPr>
        </p:nvSpPr>
        <p:spPr/>
        <p:txBody>
          <a:bodyPr/>
          <a:lstStyle/>
          <a:p>
            <a:r>
              <a:rPr lang="en-US"/>
              <a:t>Copyright © SystemEXE,Inc All Rights Reserved.</a:t>
            </a:r>
          </a:p>
        </p:txBody>
      </p:sp>
      <p:sp>
        <p:nvSpPr>
          <p:cNvPr id="3" name="タイトル 2">
            <a:extLst>
              <a:ext uri="{FF2B5EF4-FFF2-40B4-BE49-F238E27FC236}">
                <a16:creationId xmlns:a16="http://schemas.microsoft.com/office/drawing/2014/main" id="{5DAEF7E2-BEC2-0CF3-DEF7-D4FB6BE417D7}"/>
              </a:ext>
            </a:extLst>
          </p:cNvPr>
          <p:cNvSpPr>
            <a:spLocks noGrp="1"/>
          </p:cNvSpPr>
          <p:nvPr>
            <p:ph type="title"/>
          </p:nvPr>
        </p:nvSpPr>
        <p:spPr/>
        <p:txBody>
          <a:bodyPr/>
          <a:lstStyle/>
          <a:p>
            <a:r>
              <a:rPr lang="ja-JP" altLang="ja-JP" dirty="0"/>
              <a:t>弊社情報</a:t>
            </a:r>
            <a:endParaRPr kumimoji="1" lang="ja-JP" altLang="en-US" dirty="0"/>
          </a:p>
        </p:txBody>
      </p:sp>
    </p:spTree>
    <p:extLst>
      <p:ext uri="{BB962C8B-B14F-4D97-AF65-F5344CB8AC3E}">
        <p14:creationId xmlns:p14="http://schemas.microsoft.com/office/powerpoint/2010/main" val="40310835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C62C3-9372-E805-89F1-55BE7F66CB1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B648F7D-D578-7FB0-AA31-AB55F9D40891}"/>
              </a:ext>
            </a:extLst>
          </p:cNvPr>
          <p:cNvSpPr>
            <a:spLocks noGrp="1"/>
          </p:cNvSpPr>
          <p:nvPr>
            <p:ph type="title"/>
          </p:nvPr>
        </p:nvSpPr>
        <p:spPr/>
        <p:txBody>
          <a:bodyPr/>
          <a:lstStyle/>
          <a:p>
            <a:r>
              <a:rPr lang="en-US" altLang="ja-JP" dirty="0">
                <a:latin typeface="游明朝"/>
                <a:ea typeface="游明朝"/>
              </a:rPr>
              <a:t>6-1</a:t>
            </a:r>
            <a:r>
              <a:rPr lang="ja-JP" altLang="en-US">
                <a:latin typeface="游明朝"/>
                <a:ea typeface="游明朝"/>
              </a:rPr>
              <a:t>．弊社概要①</a:t>
            </a:r>
            <a:endParaRPr kumimoji="1" lang="ja-JP" altLang="en-US">
              <a:latin typeface="游明朝"/>
              <a:ea typeface="游明朝"/>
            </a:endParaRPr>
          </a:p>
        </p:txBody>
      </p:sp>
      <p:sp>
        <p:nvSpPr>
          <p:cNvPr id="5" name="フッター プレースホルダー 4">
            <a:extLst>
              <a:ext uri="{FF2B5EF4-FFF2-40B4-BE49-F238E27FC236}">
                <a16:creationId xmlns:a16="http://schemas.microsoft.com/office/drawing/2014/main" id="{2BECB683-AE78-7FFC-069B-EF8F249FDAAB}"/>
              </a:ext>
            </a:extLst>
          </p:cNvPr>
          <p:cNvSpPr>
            <a:spLocks noGrp="1"/>
          </p:cNvSpPr>
          <p:nvPr>
            <p:ph type="ftr" sz="quarter" idx="11"/>
          </p:nvPr>
        </p:nvSpPr>
        <p:spPr/>
        <p:txBody>
          <a:bodyPr/>
          <a:lstStyle/>
          <a:p>
            <a:r>
              <a:rPr lang="en-US" altLang="ja-JP"/>
              <a:t>Copyright © SystemEXE,Inc All Rights Reserved.</a:t>
            </a:r>
            <a:endParaRPr lang="ja-JP" altLang="en-US"/>
          </a:p>
        </p:txBody>
      </p:sp>
      <p:sp>
        <p:nvSpPr>
          <p:cNvPr id="3" name="スライド番号プレースホルダー 3">
            <a:extLst>
              <a:ext uri="{FF2B5EF4-FFF2-40B4-BE49-F238E27FC236}">
                <a16:creationId xmlns:a16="http://schemas.microsoft.com/office/drawing/2014/main" id="{FC122E66-C7F4-2D7E-63C5-B19558C8919C}"/>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23</a:t>
            </a:fld>
            <a:endParaRPr kumimoji="1" lang="ja-JP" altLang="en-US" sz="700"/>
          </a:p>
        </p:txBody>
      </p:sp>
      <p:graphicFrame>
        <p:nvGraphicFramePr>
          <p:cNvPr id="4" name="コンテンツ プレースホルダー 7">
            <a:extLst>
              <a:ext uri="{FF2B5EF4-FFF2-40B4-BE49-F238E27FC236}">
                <a16:creationId xmlns:a16="http://schemas.microsoft.com/office/drawing/2014/main" id="{795F264D-352A-14F7-3305-B89F47D53D80}"/>
              </a:ext>
            </a:extLst>
          </p:cNvPr>
          <p:cNvGraphicFramePr>
            <a:graphicFrameLocks/>
          </p:cNvGraphicFramePr>
          <p:nvPr>
            <p:extLst>
              <p:ext uri="{D42A27DB-BD31-4B8C-83A1-F6EECF244321}">
                <p14:modId xmlns:p14="http://schemas.microsoft.com/office/powerpoint/2010/main" val="1022728516"/>
              </p:ext>
            </p:extLst>
          </p:nvPr>
        </p:nvGraphicFramePr>
        <p:xfrm>
          <a:off x="508722" y="993608"/>
          <a:ext cx="5861545" cy="5184000"/>
        </p:xfrm>
        <a:graphic>
          <a:graphicData uri="http://schemas.openxmlformats.org/drawingml/2006/table">
            <a:tbl>
              <a:tblPr firstRow="1" bandRow="1"/>
              <a:tblGrid>
                <a:gridCol w="1440000">
                  <a:extLst>
                    <a:ext uri="{9D8B030D-6E8A-4147-A177-3AD203B41FA5}">
                      <a16:colId xmlns:a16="http://schemas.microsoft.com/office/drawing/2014/main" val="3234578392"/>
                    </a:ext>
                  </a:extLst>
                </a:gridCol>
                <a:gridCol w="1482635">
                  <a:extLst>
                    <a:ext uri="{9D8B030D-6E8A-4147-A177-3AD203B41FA5}">
                      <a16:colId xmlns:a16="http://schemas.microsoft.com/office/drawing/2014/main" val="3687508247"/>
                    </a:ext>
                  </a:extLst>
                </a:gridCol>
                <a:gridCol w="1149131">
                  <a:extLst>
                    <a:ext uri="{9D8B030D-6E8A-4147-A177-3AD203B41FA5}">
                      <a16:colId xmlns:a16="http://schemas.microsoft.com/office/drawing/2014/main" val="1416225269"/>
                    </a:ext>
                  </a:extLst>
                </a:gridCol>
                <a:gridCol w="1789779">
                  <a:extLst>
                    <a:ext uri="{9D8B030D-6E8A-4147-A177-3AD203B41FA5}">
                      <a16:colId xmlns:a16="http://schemas.microsoft.com/office/drawing/2014/main" val="2608253652"/>
                    </a:ext>
                  </a:extLst>
                </a:gridCol>
              </a:tblGrid>
              <a:tr h="86400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商号</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株式会社システムエグゼ</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sz="1600">
                        <a:latin typeface="游ゴシック" panose="020B0400000000000000" pitchFamily="50" charset="-128"/>
                        <a:ea typeface="游ゴシック" panose="020B0400000000000000" pitchFamily="50" charset="-128"/>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hMerge="1">
                  <a:txBody>
                    <a:bodyPr/>
                    <a:lstStyle/>
                    <a:p>
                      <a:endParaRPr kumimoji="1" lang="ja-JP" altLang="en-US" sz="1600">
                        <a:latin typeface="游ゴシック" panose="020B0400000000000000" pitchFamily="50" charset="-128"/>
                        <a:ea typeface="游ゴシック" panose="020B0400000000000000" pitchFamily="50" charset="-128"/>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967273096"/>
                  </a:ext>
                </a:extLst>
              </a:tr>
              <a:tr h="86400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本社所在地</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a:t>
                      </a:r>
                      <a:r>
                        <a:rPr kumimoji="1" lang="en-US" altLang="ja-JP" sz="1400">
                          <a:latin typeface="+mn-ea"/>
                          <a:ea typeface="+mn-ea"/>
                        </a:rPr>
                        <a:t>103-0022</a:t>
                      </a:r>
                    </a:p>
                    <a:p>
                      <a:r>
                        <a:rPr kumimoji="1" lang="ja-JP" altLang="en-US" sz="1400">
                          <a:latin typeface="+mn-ea"/>
                          <a:ea typeface="+mn-ea"/>
                        </a:rPr>
                        <a:t>東京都中央区日本橋室町三丁目４番４号</a:t>
                      </a:r>
                      <a:endParaRPr kumimoji="1" lang="en-US" altLang="ja-JP" sz="1400">
                        <a:latin typeface="+mn-ea"/>
                        <a:ea typeface="+mn-ea"/>
                      </a:endParaRPr>
                    </a:p>
                    <a:p>
                      <a:r>
                        <a:rPr kumimoji="1" lang="ja-JP" altLang="en-US" sz="1400">
                          <a:latin typeface="+mn-ea"/>
                          <a:ea typeface="+mn-ea"/>
                        </a:rPr>
                        <a:t>ＯＶＯＬ日本橋ビル７階</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sz="1600">
                        <a:latin typeface="游ゴシック" panose="020B0400000000000000" pitchFamily="50" charset="-128"/>
                        <a:ea typeface="游ゴシック" panose="020B0400000000000000" pitchFamily="50" charset="-128"/>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hMerge="1">
                  <a:txBody>
                    <a:bodyPr/>
                    <a:lstStyle/>
                    <a:p>
                      <a:endParaRPr kumimoji="1" lang="ja-JP" altLang="en-US" sz="1600">
                        <a:latin typeface="游ゴシック" panose="020B0400000000000000" pitchFamily="50" charset="-128"/>
                        <a:ea typeface="游ゴシック" panose="020B0400000000000000" pitchFamily="50" charset="-128"/>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2533683915"/>
                  </a:ext>
                </a:extLst>
              </a:tr>
              <a:tr h="86400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電話番号</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en-US" altLang="ja-JP" sz="1400">
                          <a:latin typeface="+mn-ea"/>
                          <a:ea typeface="+mn-ea"/>
                        </a:rPr>
                        <a:t>03-5299-5351</a:t>
                      </a:r>
                      <a:r>
                        <a:rPr kumimoji="1" lang="ja-JP" altLang="en-US" sz="1400">
                          <a:latin typeface="+mn-ea"/>
                          <a:ea typeface="+mn-ea"/>
                        </a:rPr>
                        <a:t>（代表）</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endParaRPr kumimoji="1" lang="ja-JP" altLang="en-US" sz="1600">
                        <a:latin typeface="+mn-ea"/>
                        <a:ea typeface="+mn-ea"/>
                      </a:endParaRP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hMerge="1">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endParaRPr kumimoji="1" lang="ja-JP" altLang="en-US" sz="1600">
                        <a:latin typeface="+mn-ea"/>
                        <a:ea typeface="+mn-ea"/>
                      </a:endParaRP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1361790"/>
                  </a:ext>
                </a:extLst>
              </a:tr>
              <a:tr h="864000">
                <a:tc>
                  <a:txBody>
                    <a:bodyPr/>
                    <a:lstStyle/>
                    <a:p>
                      <a:r>
                        <a:rPr kumimoji="1" lang="ja-JP" altLang="en-US" sz="1400">
                          <a:latin typeface="+mn-ea"/>
                          <a:ea typeface="+mn-ea"/>
                        </a:rPr>
                        <a:t>ホームページ</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p>
                      <a:r>
                        <a:rPr kumimoji="1" lang="en-US" altLang="ja-JP" sz="1400">
                          <a:latin typeface="+mn-ea"/>
                          <a:ea typeface="+mn-ea"/>
                        </a:rPr>
                        <a:t>https://www.system-exe.co.jp/</a:t>
                      </a:r>
                      <a:endParaRPr kumimoji="1" lang="ja-JP" altLang="en-US" sz="1400">
                        <a:latin typeface="+mn-ea"/>
                        <a:ea typeface="+mn-ea"/>
                      </a:endParaRP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hMerge="1">
                  <a:txBody>
                    <a:bodyPr/>
                    <a:lstStyle/>
                    <a:p>
                      <a:endParaRPr kumimoji="1" lang="ja-JP" altLang="en-US"/>
                    </a:p>
                  </a:txBody>
                  <a:tcP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266838"/>
                  </a:ext>
                </a:extLst>
              </a:tr>
              <a:tr h="864000">
                <a:tc>
                  <a:txBody>
                    <a:bodyPr/>
                    <a:lstStyle/>
                    <a:p>
                      <a:r>
                        <a:rPr kumimoji="1" lang="ja-JP" altLang="en-US" sz="1400">
                          <a:latin typeface="+mn-ea"/>
                          <a:ea typeface="+mn-ea"/>
                        </a:rPr>
                        <a:t>設立</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p>
                      <a:r>
                        <a:rPr kumimoji="1" lang="en-US" altLang="ja-JP" sz="1400">
                          <a:latin typeface="+mn-ea"/>
                          <a:ea typeface="+mn-ea"/>
                        </a:rPr>
                        <a:t>1998</a:t>
                      </a:r>
                      <a:r>
                        <a:rPr kumimoji="1" lang="ja-JP" altLang="en-US" sz="1400">
                          <a:latin typeface="+mn-ea"/>
                          <a:ea typeface="+mn-ea"/>
                        </a:rPr>
                        <a:t>年</a:t>
                      </a:r>
                      <a:r>
                        <a:rPr kumimoji="1" lang="en-US" altLang="ja-JP" sz="1400">
                          <a:latin typeface="+mn-ea"/>
                          <a:ea typeface="+mn-ea"/>
                        </a:rPr>
                        <a:t>2</a:t>
                      </a:r>
                      <a:r>
                        <a:rPr kumimoji="1" lang="ja-JP" altLang="en-US" sz="1400">
                          <a:latin typeface="+mn-ea"/>
                          <a:ea typeface="+mn-ea"/>
                        </a:rPr>
                        <a:t>月</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400">
                          <a:latin typeface="+mn-ea"/>
                          <a:ea typeface="+mn-ea"/>
                        </a:rPr>
                        <a:t>資本金</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n-ea"/>
                          <a:ea typeface="+mn-ea"/>
                        </a:rPr>
                        <a:t>4</a:t>
                      </a:r>
                      <a:r>
                        <a:rPr kumimoji="1" lang="ja-JP" altLang="en-US" sz="1400">
                          <a:latin typeface="+mn-ea"/>
                          <a:ea typeface="+mn-ea"/>
                        </a:rPr>
                        <a:t>億</a:t>
                      </a:r>
                      <a:r>
                        <a:rPr kumimoji="1" lang="en-US" altLang="ja-JP" sz="1400">
                          <a:latin typeface="+mn-ea"/>
                          <a:ea typeface="+mn-ea"/>
                        </a:rPr>
                        <a:t>7</a:t>
                      </a:r>
                      <a:r>
                        <a:rPr kumimoji="1" lang="ja-JP" altLang="en-US" sz="1400">
                          <a:latin typeface="+mn-ea"/>
                          <a:ea typeface="+mn-ea"/>
                        </a:rPr>
                        <a:t>千</a:t>
                      </a:r>
                      <a:r>
                        <a:rPr kumimoji="1" lang="en-US" altLang="ja-JP" sz="1400">
                          <a:latin typeface="+mn-ea"/>
                          <a:ea typeface="+mn-ea"/>
                        </a:rPr>
                        <a:t>5</a:t>
                      </a:r>
                      <a:r>
                        <a:rPr kumimoji="1" lang="ja-JP" altLang="en-US" sz="1400">
                          <a:latin typeface="+mn-ea"/>
                          <a:ea typeface="+mn-ea"/>
                        </a:rPr>
                        <a:t>百万円</a:t>
                      </a:r>
                      <a:endParaRPr kumimoji="1" lang="en-US" altLang="ja-JP" sz="1400">
                        <a:latin typeface="+mn-ea"/>
                        <a:ea typeface="+mn-ea"/>
                      </a:endParaRP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3163110"/>
                  </a:ext>
                </a:extLst>
              </a:tr>
              <a:tr h="86400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代表者</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大場 康次</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400">
                          <a:latin typeface="+mn-ea"/>
                          <a:ea typeface="+mn-ea"/>
                        </a:rPr>
                        <a:t>従業員数</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p>
                      <a:r>
                        <a:rPr kumimoji="1" lang="en-US" altLang="ja-JP" sz="1400">
                          <a:latin typeface="+mn-ea"/>
                          <a:ea typeface="+mn-ea"/>
                        </a:rPr>
                        <a:t>701</a:t>
                      </a:r>
                      <a:r>
                        <a:rPr kumimoji="1" lang="ja-JP" altLang="en-US" sz="1400">
                          <a:latin typeface="+mn-ea"/>
                          <a:ea typeface="+mn-ea"/>
                        </a:rPr>
                        <a:t>名</a:t>
                      </a:r>
                      <a:endParaRPr kumimoji="1" lang="en-US" altLang="ja-JP" sz="1400">
                        <a:latin typeface="+mn-ea"/>
                        <a:ea typeface="+mn-ea"/>
                      </a:endParaRPr>
                    </a:p>
                    <a:p>
                      <a:r>
                        <a:rPr kumimoji="1" lang="ja-JP" altLang="en-US" sz="1200">
                          <a:latin typeface="+mn-ea"/>
                          <a:ea typeface="+mn-ea"/>
                        </a:rPr>
                        <a:t>（</a:t>
                      </a:r>
                      <a:r>
                        <a:rPr kumimoji="1" lang="en-US" altLang="ja-JP" sz="1200">
                          <a:latin typeface="+mn-ea"/>
                          <a:ea typeface="+mn-ea"/>
                        </a:rPr>
                        <a:t>2025</a:t>
                      </a:r>
                      <a:r>
                        <a:rPr kumimoji="1" lang="ja-JP" altLang="en-US" sz="1200">
                          <a:latin typeface="+mn-ea"/>
                          <a:ea typeface="+mn-ea"/>
                        </a:rPr>
                        <a:t>年</a:t>
                      </a:r>
                      <a:r>
                        <a:rPr kumimoji="1" lang="en-US" altLang="ja-JP" sz="1200">
                          <a:latin typeface="+mn-ea"/>
                          <a:ea typeface="+mn-ea"/>
                        </a:rPr>
                        <a:t>5</a:t>
                      </a:r>
                      <a:r>
                        <a:rPr kumimoji="1" lang="ja-JP" altLang="en-US" sz="1200">
                          <a:latin typeface="+mn-ea"/>
                          <a:ea typeface="+mn-ea"/>
                        </a:rPr>
                        <a:t>月</a:t>
                      </a:r>
                      <a:r>
                        <a:rPr kumimoji="1" lang="en-US" altLang="ja-JP" sz="1200">
                          <a:latin typeface="+mn-ea"/>
                          <a:ea typeface="+mn-ea"/>
                        </a:rPr>
                        <a:t>1</a:t>
                      </a:r>
                      <a:r>
                        <a:rPr kumimoji="1" lang="ja-JP" altLang="en-US" sz="1200">
                          <a:latin typeface="+mn-ea"/>
                          <a:ea typeface="+mn-ea"/>
                        </a:rPr>
                        <a:t>日現在）</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0855461"/>
                  </a:ext>
                </a:extLst>
              </a:tr>
            </a:tbl>
          </a:graphicData>
        </a:graphic>
      </p:graphicFrame>
      <p:graphicFrame>
        <p:nvGraphicFramePr>
          <p:cNvPr id="171" name="表 170">
            <a:extLst>
              <a:ext uri="{FF2B5EF4-FFF2-40B4-BE49-F238E27FC236}">
                <a16:creationId xmlns:a16="http://schemas.microsoft.com/office/drawing/2014/main" id="{21C6665E-5DC8-1874-110A-64F4062E7D0A}"/>
              </a:ext>
            </a:extLst>
          </p:cNvPr>
          <p:cNvGraphicFramePr>
            <a:graphicFrameLocks noGrp="1"/>
          </p:cNvGraphicFramePr>
          <p:nvPr>
            <p:extLst>
              <p:ext uri="{D42A27DB-BD31-4B8C-83A1-F6EECF244321}">
                <p14:modId xmlns:p14="http://schemas.microsoft.com/office/powerpoint/2010/main" val="13753183"/>
              </p:ext>
            </p:extLst>
          </p:nvPr>
        </p:nvGraphicFramePr>
        <p:xfrm>
          <a:off x="6705737" y="993608"/>
          <a:ext cx="4911463" cy="5348880"/>
        </p:xfrm>
        <a:graphic>
          <a:graphicData uri="http://schemas.openxmlformats.org/drawingml/2006/table">
            <a:tbl>
              <a:tblPr>
                <a:tableStyleId>{5C22544A-7EE6-4342-B048-85BDC9FD1C3A}</a:tableStyleId>
              </a:tblPr>
              <a:tblGrid>
                <a:gridCol w="1373034">
                  <a:extLst>
                    <a:ext uri="{9D8B030D-6E8A-4147-A177-3AD203B41FA5}">
                      <a16:colId xmlns:a16="http://schemas.microsoft.com/office/drawing/2014/main" val="20000"/>
                    </a:ext>
                  </a:extLst>
                </a:gridCol>
                <a:gridCol w="3538429">
                  <a:extLst>
                    <a:ext uri="{9D8B030D-6E8A-4147-A177-3AD203B41FA5}">
                      <a16:colId xmlns:a16="http://schemas.microsoft.com/office/drawing/2014/main" val="20001"/>
                    </a:ext>
                  </a:extLst>
                </a:gridCol>
              </a:tblGrid>
              <a:tr h="236880">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latin typeface="+mn-ea"/>
                          <a:ea typeface="+mn-ea"/>
                          <a:cs typeface="Meiryo" charset="-128"/>
                        </a:rPr>
                        <a:t>拠</a:t>
                      </a:r>
                      <a:r>
                        <a:rPr kumimoji="1" lang="en-US" altLang="ja-JP" sz="1200" b="0" i="0">
                          <a:latin typeface="+mn-ea"/>
                          <a:ea typeface="+mn-ea"/>
                          <a:cs typeface="Meiryo" charset="-128"/>
                        </a:rPr>
                        <a:t> </a:t>
                      </a:r>
                      <a:r>
                        <a:rPr kumimoji="1" lang="ja-JP" altLang="en-US" sz="1200" b="0" i="0">
                          <a:latin typeface="+mn-ea"/>
                          <a:ea typeface="+mn-ea"/>
                          <a:cs typeface="Meiryo" charset="-128"/>
                        </a:rPr>
                        <a:t>点</a:t>
                      </a:r>
                      <a:r>
                        <a:rPr kumimoji="1" lang="en-US" altLang="ja-JP" sz="1200" b="0" i="0">
                          <a:latin typeface="+mn-ea"/>
                          <a:ea typeface="+mn-ea"/>
                          <a:cs typeface="Meiryo" charset="-128"/>
                        </a:rPr>
                        <a:t> </a:t>
                      </a:r>
                      <a:r>
                        <a:rPr kumimoji="1" lang="ja-JP" altLang="en-US" sz="1200" b="0" i="0">
                          <a:latin typeface="+mn-ea"/>
                          <a:ea typeface="+mn-ea"/>
                          <a:cs typeface="Meiryo" charset="-128"/>
                        </a:rPr>
                        <a:t>一</a:t>
                      </a:r>
                      <a:r>
                        <a:rPr kumimoji="1" lang="en-US" altLang="ja-JP" sz="1200" b="0" i="0">
                          <a:latin typeface="+mn-ea"/>
                          <a:ea typeface="+mn-ea"/>
                          <a:cs typeface="Meiryo" charset="-128"/>
                        </a:rPr>
                        <a:t> </a:t>
                      </a:r>
                      <a:r>
                        <a:rPr kumimoji="1" lang="ja-JP" altLang="en-US" sz="1200" b="0" i="0">
                          <a:latin typeface="+mn-ea"/>
                          <a:ea typeface="+mn-ea"/>
                          <a:cs typeface="Meiryo" charset="-128"/>
                        </a:rPr>
                        <a:t>覧：</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just"/>
                      <a:endParaRPr kumimoji="1" lang="ja-JP" altLang="en-US" sz="900" b="0" i="0">
                        <a:latin typeface="Meiryo UI" charset="-128"/>
                        <a:ea typeface="Meiryo UI" charset="-128"/>
                        <a:cs typeface="Meiryo UI" charset="-128"/>
                      </a:endParaRPr>
                    </a:p>
                  </a:txBody>
                  <a:tcPr marL="0" marR="0" marT="90000" marB="90000">
                    <a:solidFill>
                      <a:schemeClr val="bg1"/>
                    </a:solidFill>
                  </a:tcPr>
                </a:tc>
                <a:extLst>
                  <a:ext uri="{0D108BD9-81ED-4DB2-BD59-A6C34878D82A}">
                    <a16:rowId xmlns:a16="http://schemas.microsoft.com/office/drawing/2014/main" val="10000"/>
                  </a:ext>
                </a:extLst>
              </a:tr>
              <a:tr h="485190">
                <a:tc>
                  <a:txBody>
                    <a:bodyPr/>
                    <a:lstStyle/>
                    <a:p>
                      <a:pPr algn="l"/>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本社</a:t>
                      </a:r>
                      <a:endParaRPr kumimoji="1" lang="en-US" altLang="ja-JP" sz="1200" b="0" i="0">
                        <a:solidFill>
                          <a:srgbClr val="323232"/>
                        </a:solidFill>
                        <a:latin typeface="+mn-ea"/>
                        <a:ea typeface="+mn-ea"/>
                        <a:cs typeface="Meiryo" charset="-128"/>
                      </a:endParaRPr>
                    </a:p>
                  </a:txBody>
                  <a:tcPr marL="0" marR="0" marT="81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103-0022</a:t>
                      </a:r>
                    </a:p>
                    <a:p>
                      <a:pPr marL="0" marR="0" indent="0" algn="l" defTabSz="914400" rtl="0" eaLnBrk="1" fontAlgn="auto" latinLnBrk="0" hangingPunct="1">
                        <a:lnSpc>
                          <a:spcPct val="100000"/>
                        </a:lnSpc>
                        <a:spcBef>
                          <a:spcPts val="0"/>
                        </a:spcBef>
                        <a:spcAft>
                          <a:spcPts val="0"/>
                        </a:spcAft>
                        <a:buClrTx/>
                        <a:buSzTx/>
                        <a:buFontTx/>
                        <a:buNone/>
                        <a:tabLst/>
                        <a:defRPr/>
                      </a:pPr>
                      <a:r>
                        <a:rPr kumimoji="1" lang="zh-TW" altLang="en-US" sz="1200" b="0" i="0" kern="1200">
                          <a:solidFill>
                            <a:srgbClr val="323232"/>
                          </a:solidFill>
                          <a:effectLst/>
                          <a:latin typeface="+mn-ea"/>
                          <a:ea typeface="+mn-ea"/>
                          <a:cs typeface="Meiryo" charset="-128"/>
                        </a:rPr>
                        <a:t>東京都中央区日本橋室町</a:t>
                      </a:r>
                      <a:r>
                        <a:rPr kumimoji="1" lang="en-US" altLang="zh-TW" sz="1200" b="0" i="0" kern="1200">
                          <a:solidFill>
                            <a:srgbClr val="323232"/>
                          </a:solidFill>
                          <a:effectLst/>
                          <a:latin typeface="+mn-ea"/>
                          <a:ea typeface="+mn-ea"/>
                          <a:cs typeface="Meiryo" charset="-128"/>
                        </a:rPr>
                        <a:t>3</a:t>
                      </a:r>
                      <a:r>
                        <a:rPr kumimoji="1" lang="en-US" altLang="ja-JP" sz="1200" b="0" i="0" kern="1200">
                          <a:solidFill>
                            <a:srgbClr val="323232"/>
                          </a:solidFill>
                          <a:effectLst/>
                          <a:latin typeface="+mn-ea"/>
                          <a:ea typeface="+mn-ea"/>
                          <a:cs typeface="Meiryo" charset="-128"/>
                        </a:rPr>
                        <a:t>-4-4</a:t>
                      </a:r>
                      <a:r>
                        <a:rPr kumimoji="1" lang="ja-JP" altLang="en-US" sz="1200" b="0" i="0" kern="1200">
                          <a:solidFill>
                            <a:srgbClr val="323232"/>
                          </a:solidFill>
                          <a:effectLst/>
                          <a:latin typeface="+mn-ea"/>
                          <a:ea typeface="+mn-ea"/>
                          <a:cs typeface="Meiryo" charset="-128"/>
                        </a:rPr>
                        <a:t>　</a:t>
                      </a:r>
                      <a:r>
                        <a:rPr kumimoji="1" lang="en-US" altLang="ja-JP" sz="1200" b="0" i="0" kern="1200" baseline="0">
                          <a:solidFill>
                            <a:srgbClr val="323232"/>
                          </a:solidFill>
                          <a:effectLst/>
                          <a:latin typeface="+mn-ea"/>
                          <a:ea typeface="+mn-ea"/>
                          <a:cs typeface="Meiryo" charset="-128"/>
                        </a:rPr>
                        <a:t>OVOL</a:t>
                      </a:r>
                      <a:r>
                        <a:rPr kumimoji="1" lang="ja-JP" altLang="en-US" sz="1200" b="0" i="0" kern="1200" baseline="0">
                          <a:solidFill>
                            <a:srgbClr val="323232"/>
                          </a:solidFill>
                          <a:effectLst/>
                          <a:latin typeface="+mn-ea"/>
                          <a:ea typeface="+mn-ea"/>
                          <a:cs typeface="Meiryo" charset="-128"/>
                        </a:rPr>
                        <a:t>日本橋ビル</a:t>
                      </a:r>
                      <a:r>
                        <a:rPr kumimoji="1" lang="ja-JP" altLang="en-US" sz="1200" b="0" i="0" kern="1200">
                          <a:solidFill>
                            <a:srgbClr val="323232"/>
                          </a:solidFill>
                          <a:effectLst/>
                          <a:latin typeface="+mn-ea"/>
                          <a:ea typeface="+mn-ea"/>
                          <a:cs typeface="Meiryo" charset="-128"/>
                        </a:rPr>
                        <a:t> </a:t>
                      </a:r>
                      <a:r>
                        <a:rPr kumimoji="1" lang="en-US" altLang="ja-JP" sz="1200" b="0" i="0" kern="1200">
                          <a:solidFill>
                            <a:srgbClr val="323232"/>
                          </a:solidFill>
                          <a:effectLst/>
                          <a:latin typeface="+mn-ea"/>
                          <a:ea typeface="+mn-ea"/>
                          <a:cs typeface="Meiryo" charset="-128"/>
                        </a:rPr>
                        <a:t>7</a:t>
                      </a:r>
                      <a:r>
                        <a:rPr kumimoji="1" lang="ja-JP" altLang="en-US" sz="1200" b="0" i="0" kern="1200">
                          <a:solidFill>
                            <a:srgbClr val="323232"/>
                          </a:solidFill>
                          <a:effectLst/>
                          <a:latin typeface="+mn-ea"/>
                          <a:ea typeface="+mn-ea"/>
                          <a:cs typeface="Meiryo" charset="-128"/>
                        </a:rPr>
                        <a:t>階</a:t>
                      </a:r>
                      <a:endParaRPr kumimoji="1" lang="en-US" altLang="ja-JP" sz="1200" b="0" i="0" kern="1200">
                        <a:solidFill>
                          <a:srgbClr val="323232"/>
                        </a:solidFill>
                        <a:effectLst/>
                        <a:latin typeface="+mn-ea"/>
                        <a:ea typeface="+mn-ea"/>
                        <a:cs typeface="Meiryo"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kern="1200">
                          <a:solidFill>
                            <a:srgbClr val="323232"/>
                          </a:solidFill>
                          <a:effectLst/>
                          <a:latin typeface="+mn-ea"/>
                          <a:ea typeface="+mn-ea"/>
                          <a:cs typeface="Meiryo" charset="-128"/>
                        </a:rPr>
                        <a:t>TEL: 03-5299-5351</a:t>
                      </a:r>
                      <a:r>
                        <a:rPr kumimoji="1" lang="ja-JP" altLang="en-US" sz="1200" b="0" i="0" kern="1200">
                          <a:solidFill>
                            <a:srgbClr val="323232"/>
                          </a:solidFill>
                          <a:effectLst/>
                          <a:latin typeface="+mn-ea"/>
                          <a:ea typeface="+mn-ea"/>
                          <a:cs typeface="Meiryo" charset="-128"/>
                        </a:rPr>
                        <a:t>　</a:t>
                      </a:r>
                      <a:r>
                        <a:rPr kumimoji="1" lang="en-US" altLang="ja-JP" sz="1200" b="0" i="0" kern="1200">
                          <a:solidFill>
                            <a:srgbClr val="323232"/>
                          </a:solidFill>
                          <a:effectLst/>
                          <a:latin typeface="+mn-ea"/>
                          <a:ea typeface="+mn-ea"/>
                          <a:cs typeface="Meiryo" charset="-128"/>
                        </a:rPr>
                        <a:t>FAX: 03-5299-5354</a:t>
                      </a:r>
                      <a:endParaRPr kumimoji="1" lang="ja-JP" altLang="ja-JP" sz="1200" b="0" i="0" kern="1200">
                        <a:solidFill>
                          <a:srgbClr val="323232"/>
                        </a:solidFill>
                        <a:effectLst/>
                        <a:latin typeface="+mn-ea"/>
                        <a:ea typeface="+mn-ea"/>
                        <a:cs typeface="Meiryo" charset="-128"/>
                      </a:endParaRPr>
                    </a:p>
                  </a:txBody>
                  <a:tcPr marL="0" marR="0" marT="81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京橋オフィス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104-0032</a:t>
                      </a:r>
                      <a:br>
                        <a:rPr kumimoji="1" lang="en-US" altLang="ja-JP" sz="1200" b="0" i="0" kern="1200">
                          <a:solidFill>
                            <a:srgbClr val="323232"/>
                          </a:solidFill>
                          <a:effectLst/>
                          <a:latin typeface="+mn-ea"/>
                          <a:ea typeface="+mn-ea"/>
                          <a:cs typeface="Meiryo" charset="-128"/>
                        </a:rPr>
                      </a:br>
                      <a:r>
                        <a:rPr kumimoji="1" lang="ja-JP" altLang="en-US" sz="1200" b="0" i="0" kern="1200">
                          <a:solidFill>
                            <a:srgbClr val="323232"/>
                          </a:solidFill>
                          <a:effectLst/>
                          <a:latin typeface="+mn-ea"/>
                          <a:ea typeface="+mn-ea"/>
                          <a:cs typeface="Meiryo" charset="-128"/>
                        </a:rPr>
                        <a:t>東京都中央区八丁堀</a:t>
                      </a:r>
                      <a:r>
                        <a:rPr kumimoji="1" lang="en-US" altLang="ja-JP" sz="1200" b="0" i="0" kern="1200">
                          <a:solidFill>
                            <a:srgbClr val="323232"/>
                          </a:solidFill>
                          <a:effectLst/>
                          <a:latin typeface="+mn-ea"/>
                          <a:ea typeface="+mn-ea"/>
                          <a:cs typeface="Meiryo" charset="-128"/>
                        </a:rPr>
                        <a:t>4-3-3</a:t>
                      </a:r>
                      <a:r>
                        <a:rPr kumimoji="1" lang="ja-JP" altLang="en-US" sz="1200" b="0" i="0" kern="1200">
                          <a:solidFill>
                            <a:srgbClr val="323232"/>
                          </a:solidFill>
                          <a:effectLst/>
                          <a:latin typeface="+mn-ea"/>
                          <a:ea typeface="+mn-ea"/>
                          <a:cs typeface="Meiryo" charset="-128"/>
                        </a:rPr>
                        <a:t>　</a:t>
                      </a:r>
                      <a:r>
                        <a:rPr kumimoji="1" lang="en-US" altLang="ja-JP" sz="1200" b="0" i="0" kern="1200">
                          <a:solidFill>
                            <a:srgbClr val="323232"/>
                          </a:solidFill>
                          <a:effectLst/>
                          <a:latin typeface="+mn-ea"/>
                          <a:ea typeface="+mn-ea"/>
                          <a:cs typeface="Meiryo" charset="-128"/>
                        </a:rPr>
                        <a:t>Daiwa</a:t>
                      </a:r>
                      <a:r>
                        <a:rPr kumimoji="1" lang="ja-JP" altLang="en-US" sz="1200" b="0" i="0" kern="1200">
                          <a:solidFill>
                            <a:srgbClr val="323232"/>
                          </a:solidFill>
                          <a:effectLst/>
                          <a:latin typeface="+mn-ea"/>
                          <a:ea typeface="+mn-ea"/>
                          <a:cs typeface="Meiryo" charset="-128"/>
                        </a:rPr>
                        <a:t>京橋ビル</a:t>
                      </a:r>
                      <a:r>
                        <a:rPr kumimoji="1" lang="en-US" altLang="ja-JP" sz="1200" b="0" i="0" kern="1200" baseline="0">
                          <a:solidFill>
                            <a:srgbClr val="323232"/>
                          </a:solidFill>
                          <a:effectLst/>
                          <a:latin typeface="+mn-ea"/>
                          <a:ea typeface="+mn-ea"/>
                          <a:cs typeface="Meiryo" charset="-128"/>
                        </a:rPr>
                        <a:t> </a:t>
                      </a:r>
                      <a:r>
                        <a:rPr kumimoji="1" lang="en-US" altLang="ja-JP" sz="1200" b="0" i="0" kern="1200">
                          <a:solidFill>
                            <a:srgbClr val="323232"/>
                          </a:solidFill>
                          <a:effectLst/>
                          <a:latin typeface="+mn-ea"/>
                          <a:ea typeface="+mn-ea"/>
                          <a:cs typeface="Meiryo" charset="-128"/>
                        </a:rPr>
                        <a:t>8</a:t>
                      </a:r>
                      <a:r>
                        <a:rPr kumimoji="1" lang="ja-JP" altLang="en-US" sz="1200" b="0" i="0" kern="1200">
                          <a:solidFill>
                            <a:srgbClr val="323232"/>
                          </a:solidFill>
                          <a:effectLst/>
                          <a:latin typeface="+mn-ea"/>
                          <a:ea typeface="+mn-ea"/>
                          <a:cs typeface="Meiryo" charset="-128"/>
                        </a:rPr>
                        <a:t>階</a:t>
                      </a:r>
                      <a:endParaRPr kumimoji="1" lang="ja-JP"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9602">
                <a:tc>
                  <a:txBody>
                    <a:bodyPr/>
                    <a:lstStyle/>
                    <a:p>
                      <a:pPr algn="l"/>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府中オフィス</a:t>
                      </a:r>
                      <a:endParaRPr kumimoji="1" lang="en-US" altLang="ja-JP" sz="1200" b="0" i="0">
                        <a:solidFill>
                          <a:srgbClr val="323232"/>
                        </a:solidFill>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en-US" sz="1200" b="0" i="0">
                          <a:solidFill>
                            <a:srgbClr val="323232"/>
                          </a:solidFill>
                          <a:latin typeface="+mn-ea"/>
                          <a:ea typeface="+mn-ea"/>
                          <a:cs typeface="Meiryo" charset="-128"/>
                        </a:rPr>
                        <a:t>〒</a:t>
                      </a:r>
                      <a:r>
                        <a:rPr kumimoji="1" lang="en-US" altLang="ja-JP" sz="1200" b="0" i="0" baseline="0">
                          <a:solidFill>
                            <a:srgbClr val="323232"/>
                          </a:solidFill>
                          <a:latin typeface="+mn-ea"/>
                          <a:ea typeface="+mn-ea"/>
                          <a:cs typeface="Meiryo" charset="-128"/>
                        </a:rPr>
                        <a:t>183-0056</a:t>
                      </a:r>
                    </a:p>
                    <a:p>
                      <a:pPr algn="l"/>
                      <a:r>
                        <a:rPr kumimoji="1" lang="ja-JP" altLang="en-US" sz="1200" b="0" i="0">
                          <a:solidFill>
                            <a:srgbClr val="323232"/>
                          </a:solidFill>
                          <a:latin typeface="+mn-ea"/>
                          <a:ea typeface="+mn-ea"/>
                          <a:cs typeface="Meiryo" charset="-128"/>
                        </a:rPr>
                        <a:t>東京都府中市寿町</a:t>
                      </a:r>
                      <a:r>
                        <a:rPr kumimoji="1" lang="en-US" altLang="ja-JP" sz="1200" b="0" i="0">
                          <a:solidFill>
                            <a:srgbClr val="323232"/>
                          </a:solidFill>
                          <a:latin typeface="+mn-ea"/>
                          <a:ea typeface="+mn-ea"/>
                          <a:cs typeface="Meiryo" charset="-128"/>
                        </a:rPr>
                        <a:t>1-1-3</a:t>
                      </a:r>
                      <a:r>
                        <a:rPr kumimoji="1" lang="ja-JP" altLang="en-US" sz="1200" b="0" i="0">
                          <a:solidFill>
                            <a:srgbClr val="323232"/>
                          </a:solidFill>
                          <a:latin typeface="+mn-ea"/>
                          <a:ea typeface="+mn-ea"/>
                          <a:cs typeface="Meiryo" charset="-128"/>
                        </a:rPr>
                        <a:t>　三ツ木寿町ビル </a:t>
                      </a:r>
                      <a:r>
                        <a:rPr kumimoji="1" lang="en-US" altLang="ja-JP" sz="1200" b="0" i="0">
                          <a:solidFill>
                            <a:srgbClr val="323232"/>
                          </a:solidFill>
                          <a:latin typeface="+mn-ea"/>
                          <a:ea typeface="+mn-ea"/>
                          <a:cs typeface="Meiryo" charset="-128"/>
                        </a:rPr>
                        <a:t>6</a:t>
                      </a:r>
                      <a:r>
                        <a:rPr kumimoji="1" lang="ja-JP" altLang="en-US" sz="1200" b="0" i="0">
                          <a:solidFill>
                            <a:srgbClr val="323232"/>
                          </a:solidFill>
                          <a:latin typeface="+mn-ea"/>
                          <a:ea typeface="+mn-ea"/>
                          <a:cs typeface="Meiryo" charset="-128"/>
                        </a:rPr>
                        <a:t>階</a:t>
                      </a:r>
                      <a:endParaRPr kumimoji="1" lang="en-US" altLang="ja-JP" sz="1200" b="0" i="0">
                        <a:solidFill>
                          <a:srgbClr val="323232"/>
                        </a:solidFill>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9602">
                <a:tc>
                  <a:txBody>
                    <a:bodyPr/>
                    <a:lstStyle/>
                    <a:p>
                      <a:pPr algn="l"/>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千葉オフィス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260-0045</a:t>
                      </a: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kern="1200">
                          <a:solidFill>
                            <a:srgbClr val="323232"/>
                          </a:solidFill>
                          <a:effectLst/>
                          <a:latin typeface="+mn-ea"/>
                          <a:ea typeface="+mn-ea"/>
                          <a:cs typeface="Meiryo" charset="-128"/>
                        </a:rPr>
                        <a:t>千葉市中央区弁天</a:t>
                      </a:r>
                      <a:r>
                        <a:rPr kumimoji="1" lang="en-US" altLang="ja-JP" sz="1200" b="0" i="0" kern="1200">
                          <a:solidFill>
                            <a:srgbClr val="323232"/>
                          </a:solidFill>
                          <a:effectLst/>
                          <a:latin typeface="+mn-ea"/>
                          <a:ea typeface="+mn-ea"/>
                          <a:cs typeface="Meiryo" charset="-128"/>
                        </a:rPr>
                        <a:t>1-5-1</a:t>
                      </a:r>
                      <a:r>
                        <a:rPr kumimoji="1" lang="ja-JP" altLang="en-US" sz="1200" b="0" i="0" kern="1200">
                          <a:solidFill>
                            <a:srgbClr val="323232"/>
                          </a:solidFill>
                          <a:effectLst/>
                          <a:latin typeface="+mn-ea"/>
                          <a:ea typeface="+mn-ea"/>
                          <a:cs typeface="Meiryo" charset="-128"/>
                        </a:rPr>
                        <a:t>　オーパスビルディング </a:t>
                      </a:r>
                      <a:r>
                        <a:rPr kumimoji="1" lang="en-US" altLang="ja-JP" sz="1200" b="0" i="0" kern="1200">
                          <a:solidFill>
                            <a:srgbClr val="323232"/>
                          </a:solidFill>
                          <a:effectLst/>
                          <a:latin typeface="+mn-ea"/>
                          <a:ea typeface="+mn-ea"/>
                          <a:cs typeface="Meiryo" charset="-128"/>
                        </a:rPr>
                        <a:t>9</a:t>
                      </a:r>
                      <a:r>
                        <a:rPr kumimoji="1" lang="ja-JP" altLang="en-US" sz="1200" b="0" i="0" kern="1200">
                          <a:solidFill>
                            <a:srgbClr val="323232"/>
                          </a:solidFill>
                          <a:effectLst/>
                          <a:latin typeface="+mn-ea"/>
                          <a:ea typeface="+mn-ea"/>
                          <a:cs typeface="Meiryo" charset="-128"/>
                        </a:rPr>
                        <a:t>階</a:t>
                      </a:r>
                      <a:endParaRPr kumimoji="1" lang="en-US"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横浜オフィス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en-US" sz="1200" b="0" i="0">
                          <a:solidFill>
                            <a:schemeClr val="tx1"/>
                          </a:solidFill>
                          <a:latin typeface="+mn-ea"/>
                          <a:ea typeface="+mn-ea"/>
                          <a:cs typeface="Meiryo" charset="-128"/>
                        </a:rPr>
                        <a:t>〒</a:t>
                      </a:r>
                      <a:r>
                        <a:rPr kumimoji="1" lang="en-US" altLang="ja-JP" sz="1200" b="0" i="0">
                          <a:solidFill>
                            <a:schemeClr val="tx1"/>
                          </a:solidFill>
                          <a:latin typeface="+mn-ea"/>
                          <a:ea typeface="+mn-ea"/>
                          <a:cs typeface="Meiryo" charset="-128"/>
                        </a:rPr>
                        <a:t>220-0012</a:t>
                      </a:r>
                    </a:p>
                    <a:p>
                      <a:pPr algn="l"/>
                      <a:r>
                        <a:rPr kumimoji="1" lang="ja-JP" altLang="en-US" sz="1200" b="0" i="0">
                          <a:solidFill>
                            <a:schemeClr val="tx1"/>
                          </a:solidFill>
                          <a:latin typeface="+mn-ea"/>
                          <a:ea typeface="+mn-ea"/>
                          <a:cs typeface="Meiryo" charset="-128"/>
                        </a:rPr>
                        <a:t>神奈川県横浜市西区みなとみらい</a:t>
                      </a:r>
                      <a:r>
                        <a:rPr kumimoji="1" lang="en-US" altLang="ja-JP" sz="1200" b="0" i="0">
                          <a:solidFill>
                            <a:schemeClr val="tx1"/>
                          </a:solidFill>
                          <a:latin typeface="+mn-ea"/>
                          <a:ea typeface="+mn-ea"/>
                          <a:cs typeface="Meiryo" charset="-128"/>
                        </a:rPr>
                        <a:t>3-7-1</a:t>
                      </a:r>
                      <a:r>
                        <a:rPr kumimoji="1" lang="ja-JP" altLang="en-US" sz="1200" b="0" i="0">
                          <a:solidFill>
                            <a:schemeClr val="tx1"/>
                          </a:solidFill>
                          <a:latin typeface="+mn-ea"/>
                          <a:ea typeface="+mn-ea"/>
                          <a:cs typeface="Meiryo" charset="-128"/>
                        </a:rPr>
                        <a:t>　</a:t>
                      </a:r>
                      <a:endParaRPr kumimoji="1" lang="en-US" altLang="ja-JP" sz="1200" b="0" i="0">
                        <a:solidFill>
                          <a:schemeClr val="tx1"/>
                        </a:solidFill>
                        <a:latin typeface="+mn-ea"/>
                        <a:ea typeface="+mn-ea"/>
                        <a:cs typeface="Meiryo" charset="-128"/>
                      </a:endParaRPr>
                    </a:p>
                    <a:p>
                      <a:pPr algn="l"/>
                      <a:r>
                        <a:rPr kumimoji="1" lang="ja-JP" altLang="en-US" sz="1200" b="0" i="0">
                          <a:solidFill>
                            <a:schemeClr val="tx1"/>
                          </a:solidFill>
                          <a:latin typeface="+mn-ea"/>
                          <a:ea typeface="+mn-ea"/>
                          <a:cs typeface="Meiryo" charset="-128"/>
                        </a:rPr>
                        <a:t>オーシャンゲートみなとみらい</a:t>
                      </a:r>
                      <a:r>
                        <a:rPr kumimoji="1" lang="en-US" altLang="ja-JP" sz="1200" b="0" i="0">
                          <a:solidFill>
                            <a:schemeClr val="tx1"/>
                          </a:solidFill>
                          <a:latin typeface="+mn-ea"/>
                          <a:ea typeface="+mn-ea"/>
                          <a:cs typeface="Meiryo" charset="-128"/>
                        </a:rPr>
                        <a:t>8</a:t>
                      </a:r>
                      <a:r>
                        <a:rPr kumimoji="1" lang="ja-JP" altLang="en-US" sz="1200" b="0" i="0">
                          <a:solidFill>
                            <a:schemeClr val="tx1"/>
                          </a:solidFill>
                          <a:latin typeface="+mn-ea"/>
                          <a:ea typeface="+mn-ea"/>
                          <a:cs typeface="Meiryo" charset="-128"/>
                        </a:rPr>
                        <a:t>階（</a:t>
                      </a:r>
                      <a:r>
                        <a:rPr kumimoji="1" lang="en-US" altLang="ja-JP" sz="1200" b="0" i="0" err="1">
                          <a:solidFill>
                            <a:schemeClr val="tx1"/>
                          </a:solidFill>
                          <a:latin typeface="+mn-ea"/>
                          <a:ea typeface="+mn-ea"/>
                          <a:cs typeface="Meiryo" charset="-128"/>
                        </a:rPr>
                        <a:t>WeWork</a:t>
                      </a:r>
                      <a:r>
                        <a:rPr kumimoji="1" lang="ja-JP" altLang="en-US" sz="1200" b="0" i="0">
                          <a:solidFill>
                            <a:schemeClr val="tx1"/>
                          </a:solidFill>
                          <a:latin typeface="+mn-ea"/>
                          <a:ea typeface="+mn-ea"/>
                          <a:cs typeface="Meiryo" charset="-128"/>
                        </a:rPr>
                        <a:t>内）</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長野オフィス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en-US"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390-0811 </a:t>
                      </a:r>
                    </a:p>
                    <a:p>
                      <a:pPr algn="l"/>
                      <a:r>
                        <a:rPr kumimoji="1" lang="ja-JP" altLang="en-US" sz="1200" b="0" i="0" kern="1200">
                          <a:solidFill>
                            <a:srgbClr val="323232"/>
                          </a:solidFill>
                          <a:effectLst/>
                          <a:latin typeface="+mn-ea"/>
                          <a:ea typeface="+mn-ea"/>
                          <a:cs typeface="Meiryo" charset="-128"/>
                        </a:rPr>
                        <a:t>長野県松本市中央</a:t>
                      </a:r>
                      <a:r>
                        <a:rPr kumimoji="1" lang="en-US" altLang="ja-JP" sz="1200" b="0" i="0" kern="1200">
                          <a:solidFill>
                            <a:srgbClr val="323232"/>
                          </a:solidFill>
                          <a:effectLst/>
                          <a:latin typeface="+mn-ea"/>
                          <a:ea typeface="+mn-ea"/>
                          <a:cs typeface="Meiryo" charset="-128"/>
                        </a:rPr>
                        <a:t>2-1-27</a:t>
                      </a:r>
                      <a:r>
                        <a:rPr kumimoji="1" lang="ja-JP" altLang="en-US" sz="1200" b="0" i="0" kern="1200">
                          <a:solidFill>
                            <a:srgbClr val="323232"/>
                          </a:solidFill>
                          <a:effectLst/>
                          <a:latin typeface="+mn-ea"/>
                          <a:ea typeface="+mn-ea"/>
                          <a:cs typeface="Meiryo" charset="-128"/>
                        </a:rPr>
                        <a:t>　松本本町第一生命ビルディング </a:t>
                      </a:r>
                      <a:r>
                        <a:rPr kumimoji="1" lang="en-US" altLang="ja-JP" sz="1200" b="0" i="0" kern="1200">
                          <a:solidFill>
                            <a:srgbClr val="323232"/>
                          </a:solidFill>
                          <a:effectLst/>
                          <a:latin typeface="+mn-ea"/>
                          <a:ea typeface="+mn-ea"/>
                          <a:cs typeface="Meiryo" charset="-128"/>
                        </a:rPr>
                        <a:t>7</a:t>
                      </a:r>
                      <a:r>
                        <a:rPr kumimoji="1" lang="ja-JP" altLang="en-US" sz="1200" b="0" i="0" kern="1200">
                          <a:solidFill>
                            <a:srgbClr val="323232"/>
                          </a:solidFill>
                          <a:effectLst/>
                          <a:latin typeface="+mn-ea"/>
                          <a:ea typeface="+mn-ea"/>
                          <a:cs typeface="Meiryo" charset="-128"/>
                        </a:rPr>
                        <a:t>階</a:t>
                      </a:r>
                      <a:endParaRPr kumimoji="1" lang="en-US"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名古屋オフィス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en-US" sz="1200" b="0" i="0">
                          <a:solidFill>
                            <a:srgbClr val="323232"/>
                          </a:solidFill>
                          <a:latin typeface="+mn-ea"/>
                          <a:ea typeface="+mn-ea"/>
                          <a:cs typeface="Meiryo" charset="-128"/>
                        </a:rPr>
                        <a:t>〒</a:t>
                      </a:r>
                      <a:r>
                        <a:rPr kumimoji="1" lang="en-US" altLang="ja-JP" sz="1200" b="0" i="0">
                          <a:solidFill>
                            <a:srgbClr val="323232"/>
                          </a:solidFill>
                          <a:latin typeface="+mn-ea"/>
                          <a:ea typeface="+mn-ea"/>
                          <a:cs typeface="Meiryo" charset="-128"/>
                        </a:rPr>
                        <a:t>460-0003</a:t>
                      </a:r>
                    </a:p>
                    <a:p>
                      <a:pPr algn="l"/>
                      <a:r>
                        <a:rPr kumimoji="1" lang="ja-JP" altLang="en-US" sz="1200" b="0" i="0">
                          <a:solidFill>
                            <a:srgbClr val="323232"/>
                          </a:solidFill>
                          <a:latin typeface="+mn-ea"/>
                          <a:ea typeface="+mn-ea"/>
                          <a:cs typeface="Meiryo" charset="-128"/>
                        </a:rPr>
                        <a:t>愛知県名古屋市中区錦</a:t>
                      </a:r>
                      <a:r>
                        <a:rPr kumimoji="1" lang="en-US" altLang="ja-JP" sz="1200" b="0" i="0">
                          <a:solidFill>
                            <a:srgbClr val="323232"/>
                          </a:solidFill>
                          <a:latin typeface="+mn-ea"/>
                          <a:ea typeface="+mn-ea"/>
                          <a:cs typeface="Meiryo" charset="-128"/>
                        </a:rPr>
                        <a:t>2-20-8</a:t>
                      </a:r>
                      <a:r>
                        <a:rPr kumimoji="1" lang="ja-JP" altLang="en-US" sz="1200" b="0" i="0">
                          <a:solidFill>
                            <a:srgbClr val="323232"/>
                          </a:solidFill>
                          <a:latin typeface="+mn-ea"/>
                          <a:ea typeface="+mn-ea"/>
                          <a:cs typeface="Meiryo" charset="-128"/>
                        </a:rPr>
                        <a:t>　東栄ビル </a:t>
                      </a:r>
                      <a:r>
                        <a:rPr kumimoji="1" lang="en-US" altLang="ja-JP" sz="1200" b="0" i="0">
                          <a:solidFill>
                            <a:srgbClr val="323232"/>
                          </a:solidFill>
                          <a:latin typeface="+mn-ea"/>
                          <a:ea typeface="+mn-ea"/>
                          <a:cs typeface="Meiryo" charset="-128"/>
                        </a:rPr>
                        <a:t>7</a:t>
                      </a:r>
                      <a:r>
                        <a:rPr kumimoji="1" lang="ja-JP" altLang="en-US" sz="1200" b="0" i="0">
                          <a:solidFill>
                            <a:srgbClr val="323232"/>
                          </a:solidFill>
                          <a:latin typeface="+mn-ea"/>
                          <a:ea typeface="+mn-ea"/>
                          <a:cs typeface="Meiryo" charset="-128"/>
                        </a:rPr>
                        <a:t>階</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4311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関西オフィス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ja-JP"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530-0005</a:t>
                      </a:r>
                      <a:r>
                        <a:rPr kumimoji="1" lang="ja-JP" altLang="ja-JP" sz="1200" b="0" i="0" kern="1200">
                          <a:solidFill>
                            <a:srgbClr val="323232"/>
                          </a:solidFill>
                          <a:effectLst/>
                          <a:latin typeface="+mn-ea"/>
                          <a:ea typeface="+mn-ea"/>
                          <a:cs typeface="Meiryo" charset="-128"/>
                        </a:rPr>
                        <a:t> </a:t>
                      </a:r>
                      <a:endParaRPr kumimoji="1" lang="en-US" altLang="ja-JP" sz="1200" b="0" i="0" kern="1200">
                        <a:solidFill>
                          <a:srgbClr val="323232"/>
                        </a:solidFill>
                        <a:effectLst/>
                        <a:latin typeface="+mn-ea"/>
                        <a:ea typeface="+mn-ea"/>
                        <a:cs typeface="Meiryo" charset="-128"/>
                      </a:endParaRPr>
                    </a:p>
                    <a:p>
                      <a:pPr algn="l"/>
                      <a:r>
                        <a:rPr kumimoji="1" lang="ja-JP" altLang="en-US" sz="1200" b="0" i="0" kern="1200">
                          <a:solidFill>
                            <a:srgbClr val="323232"/>
                          </a:solidFill>
                          <a:effectLst/>
                          <a:latin typeface="+mn-ea"/>
                          <a:ea typeface="+mn-ea"/>
                          <a:cs typeface="Meiryo" charset="-128"/>
                        </a:rPr>
                        <a:t>大阪府大阪市北区中之島</a:t>
                      </a:r>
                      <a:r>
                        <a:rPr kumimoji="1" lang="en-US" altLang="ja-JP" sz="1200" b="0" i="0" kern="1200">
                          <a:solidFill>
                            <a:srgbClr val="323232"/>
                          </a:solidFill>
                          <a:effectLst/>
                          <a:latin typeface="+mn-ea"/>
                          <a:ea typeface="+mn-ea"/>
                          <a:cs typeface="Meiryo" charset="-128"/>
                        </a:rPr>
                        <a:t>3-3-3</a:t>
                      </a:r>
                      <a:r>
                        <a:rPr kumimoji="1" lang="ja-JP" altLang="en-US" sz="1200" b="0" i="0" kern="1200">
                          <a:solidFill>
                            <a:srgbClr val="323232"/>
                          </a:solidFill>
                          <a:effectLst/>
                          <a:latin typeface="+mn-ea"/>
                          <a:ea typeface="+mn-ea"/>
                          <a:cs typeface="Meiryo" charset="-128"/>
                        </a:rPr>
                        <a:t>　中之島三井ビルディング </a:t>
                      </a:r>
                      <a:r>
                        <a:rPr kumimoji="1" lang="en-US" altLang="ja-JP" sz="1200" b="0" i="0" kern="1200">
                          <a:solidFill>
                            <a:srgbClr val="323232"/>
                          </a:solidFill>
                          <a:effectLst/>
                          <a:latin typeface="+mn-ea"/>
                          <a:ea typeface="+mn-ea"/>
                          <a:cs typeface="Meiryo" charset="-128"/>
                        </a:rPr>
                        <a:t>20</a:t>
                      </a:r>
                      <a:r>
                        <a:rPr kumimoji="1" lang="ja-JP" altLang="en-US" sz="1200" b="0" i="0" kern="1200">
                          <a:solidFill>
                            <a:srgbClr val="323232"/>
                          </a:solidFill>
                          <a:effectLst/>
                          <a:latin typeface="+mn-ea"/>
                          <a:ea typeface="+mn-ea"/>
                          <a:cs typeface="Meiryo" charset="-128"/>
                        </a:rPr>
                        <a:t>階 </a:t>
                      </a:r>
                      <a:endParaRPr kumimoji="1" lang="en-US" altLang="ja-JP" sz="1200" b="0" i="0" kern="1200">
                        <a:solidFill>
                          <a:srgbClr val="323232"/>
                        </a:solidFill>
                        <a:effectLst/>
                        <a:latin typeface="+mn-ea"/>
                        <a:ea typeface="+mn-ea"/>
                        <a:cs typeface="Meiryo" charset="-128"/>
                      </a:endParaRPr>
                    </a:p>
                    <a:p>
                      <a:pPr algn="l"/>
                      <a:r>
                        <a:rPr kumimoji="1" lang="en-US" altLang="ja-JP" sz="1200" b="0" i="0" kern="1200">
                          <a:solidFill>
                            <a:srgbClr val="323232"/>
                          </a:solidFill>
                          <a:effectLst/>
                          <a:latin typeface="+mn-ea"/>
                          <a:ea typeface="+mn-ea"/>
                          <a:cs typeface="Meiryo" charset="-128"/>
                        </a:rPr>
                        <a:t>2006</a:t>
                      </a:r>
                      <a:r>
                        <a:rPr kumimoji="1" lang="ja-JP" altLang="en-US" sz="1200" b="0" i="0" kern="1200">
                          <a:solidFill>
                            <a:srgbClr val="323232"/>
                          </a:solidFill>
                          <a:effectLst/>
                          <a:latin typeface="+mn-ea"/>
                          <a:ea typeface="+mn-ea"/>
                          <a:cs typeface="Meiryo" charset="-128"/>
                        </a:rPr>
                        <a:t>号室</a:t>
                      </a:r>
                      <a:endParaRPr kumimoji="1" lang="en-US"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80531223"/>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1313A1"/>
                          </a:solidFill>
                          <a:latin typeface="+mn-ea"/>
                          <a:ea typeface="+mn-ea"/>
                          <a:cs typeface="Meiryo" charset="-128"/>
                        </a:rPr>
                        <a:t>■</a:t>
                      </a:r>
                      <a:r>
                        <a:rPr kumimoji="1" lang="ja-JP" altLang="en-US" sz="1200" b="0" i="0">
                          <a:solidFill>
                            <a:srgbClr val="323232"/>
                          </a:solidFill>
                          <a:latin typeface="+mn-ea"/>
                          <a:ea typeface="+mn-ea"/>
                          <a:cs typeface="Meiryo" charset="-128"/>
                        </a:rPr>
                        <a:t>システムエグゼ</a:t>
                      </a:r>
                      <a:endParaRPr kumimoji="1" lang="en-US" altLang="ja-JP" sz="1200" b="0" i="0">
                        <a:solidFill>
                          <a:srgbClr val="323232"/>
                        </a:solidFill>
                        <a:latin typeface="+mn-ea"/>
                        <a:ea typeface="+mn-ea"/>
                        <a:cs typeface="Meiryo"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323232"/>
                          </a:solidFill>
                          <a:latin typeface="+mn-ea"/>
                          <a:ea typeface="+mn-ea"/>
                          <a:cs typeface="Meiryo" charset="-128"/>
                        </a:rPr>
                        <a:t>　ベトナム　</a:t>
                      </a:r>
                      <a:endParaRPr kumimoji="1" lang="en-US"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a:solidFill>
                            <a:srgbClr val="323232"/>
                          </a:solidFill>
                          <a:latin typeface="+mn-ea"/>
                          <a:ea typeface="+mn-ea"/>
                          <a:cs typeface="Meiryo" panose="020B0604030504040204" pitchFamily="50" charset="-128"/>
                        </a:rPr>
                        <a:t>2/F, E-Town 1, 364 Cong </a:t>
                      </a:r>
                      <a:r>
                        <a:rPr kumimoji="1" lang="en-US" altLang="ja-JP" sz="1200" b="0" err="1">
                          <a:solidFill>
                            <a:srgbClr val="323232"/>
                          </a:solidFill>
                          <a:latin typeface="+mn-ea"/>
                          <a:ea typeface="+mn-ea"/>
                          <a:cs typeface="Meiryo" panose="020B0604030504040204" pitchFamily="50" charset="-128"/>
                        </a:rPr>
                        <a:t>Hoa</a:t>
                      </a:r>
                      <a:r>
                        <a:rPr kumimoji="1" lang="en-US" altLang="ja-JP" sz="1200" b="0">
                          <a:solidFill>
                            <a:srgbClr val="323232"/>
                          </a:solidFill>
                          <a:latin typeface="+mn-ea"/>
                          <a:ea typeface="+mn-ea"/>
                          <a:cs typeface="Meiryo" panose="020B0604030504040204" pitchFamily="50" charset="-128"/>
                        </a:rPr>
                        <a:t> ST., Tan </a:t>
                      </a:r>
                      <a:r>
                        <a:rPr kumimoji="1" lang="en-US" altLang="ja-JP" sz="1200" b="0" err="1">
                          <a:solidFill>
                            <a:srgbClr val="323232"/>
                          </a:solidFill>
                          <a:latin typeface="+mn-ea"/>
                          <a:ea typeface="+mn-ea"/>
                          <a:cs typeface="Meiryo" panose="020B0604030504040204" pitchFamily="50" charset="-128"/>
                        </a:rPr>
                        <a:t>Binh</a:t>
                      </a:r>
                      <a:r>
                        <a:rPr kumimoji="1" lang="en-US" altLang="ja-JP" sz="1200" b="0">
                          <a:solidFill>
                            <a:srgbClr val="323232"/>
                          </a:solidFill>
                          <a:latin typeface="+mn-ea"/>
                          <a:ea typeface="+mn-ea"/>
                          <a:cs typeface="Meiryo" panose="020B0604030504040204" pitchFamily="50" charset="-128"/>
                        </a:rPr>
                        <a:t> Dist.,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a:solidFill>
                            <a:srgbClr val="323232"/>
                          </a:solidFill>
                          <a:latin typeface="+mn-ea"/>
                          <a:ea typeface="+mn-ea"/>
                          <a:cs typeface="Meiryo" panose="020B0604030504040204" pitchFamily="50" charset="-128"/>
                        </a:rPr>
                        <a:t>Ho Chi Minh City, VIETNAM</a:t>
                      </a:r>
                      <a:endParaRPr lang="ja-JP" altLang="ja-JP" sz="1200" b="0">
                        <a:solidFill>
                          <a:srgbClr val="323232"/>
                        </a:solidFill>
                        <a:latin typeface="+mn-ea"/>
                        <a:ea typeface="+mn-ea"/>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2000221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48D7E-0627-E1B4-00E3-358C0F4F542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5393A7B-B759-DE92-F13E-5F0012861637}"/>
              </a:ext>
            </a:extLst>
          </p:cNvPr>
          <p:cNvSpPr>
            <a:spLocks noGrp="1"/>
          </p:cNvSpPr>
          <p:nvPr>
            <p:ph type="title"/>
          </p:nvPr>
        </p:nvSpPr>
        <p:spPr/>
        <p:txBody>
          <a:bodyPr/>
          <a:lstStyle/>
          <a:p>
            <a:r>
              <a:rPr lang="en-US" altLang="ja-JP" dirty="0">
                <a:latin typeface="游明朝"/>
                <a:ea typeface="游明朝"/>
              </a:rPr>
              <a:t>6-2</a:t>
            </a:r>
            <a:r>
              <a:rPr lang="ja-JP" altLang="en-US">
                <a:latin typeface="游明朝"/>
                <a:ea typeface="游明朝"/>
              </a:rPr>
              <a:t>．貴社プロジェクトにおける主な開発実績・規模</a:t>
            </a:r>
            <a:endParaRPr kumimoji="1" lang="ja-JP" altLang="en-US">
              <a:latin typeface="游明朝"/>
              <a:ea typeface="游明朝"/>
            </a:endParaRPr>
          </a:p>
        </p:txBody>
      </p:sp>
      <p:sp>
        <p:nvSpPr>
          <p:cNvPr id="5" name="フッター プレースホルダー 4">
            <a:extLst>
              <a:ext uri="{FF2B5EF4-FFF2-40B4-BE49-F238E27FC236}">
                <a16:creationId xmlns:a16="http://schemas.microsoft.com/office/drawing/2014/main" id="{8B639E57-6C45-D486-FC22-658B6E834F72}"/>
              </a:ext>
            </a:extLst>
          </p:cNvPr>
          <p:cNvSpPr>
            <a:spLocks noGrp="1"/>
          </p:cNvSpPr>
          <p:nvPr>
            <p:ph type="ftr" sz="quarter" idx="11"/>
          </p:nvPr>
        </p:nvSpPr>
        <p:spPr/>
        <p:txBody>
          <a:bodyPr/>
          <a:lstStyle/>
          <a:p>
            <a:r>
              <a:rPr lang="en-US" altLang="ja-JP"/>
              <a:t>Copyright © SystemEXE,Inc All Rights Reserved.</a:t>
            </a:r>
            <a:endParaRPr lang="ja-JP" altLang="en-US"/>
          </a:p>
        </p:txBody>
      </p:sp>
      <p:sp>
        <p:nvSpPr>
          <p:cNvPr id="3" name="スライド番号プレースホルダー 3">
            <a:extLst>
              <a:ext uri="{FF2B5EF4-FFF2-40B4-BE49-F238E27FC236}">
                <a16:creationId xmlns:a16="http://schemas.microsoft.com/office/drawing/2014/main" id="{9E076605-40FA-BE6D-C3BD-97FC6AAA1CC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24</a:t>
            </a:fld>
            <a:endParaRPr kumimoji="1" lang="ja-JP" altLang="en-US" sz="700"/>
          </a:p>
        </p:txBody>
      </p:sp>
      <p:graphicFrame>
        <p:nvGraphicFramePr>
          <p:cNvPr id="4" name="表 3">
            <a:extLst>
              <a:ext uri="{FF2B5EF4-FFF2-40B4-BE49-F238E27FC236}">
                <a16:creationId xmlns:a16="http://schemas.microsoft.com/office/drawing/2014/main" id="{10B7530C-5627-A931-FBE6-AB25A3E9021E}"/>
              </a:ext>
            </a:extLst>
          </p:cNvPr>
          <p:cNvGraphicFramePr>
            <a:graphicFrameLocks noGrp="1"/>
          </p:cNvGraphicFramePr>
          <p:nvPr>
            <p:extLst>
              <p:ext uri="{D42A27DB-BD31-4B8C-83A1-F6EECF244321}">
                <p14:modId xmlns:p14="http://schemas.microsoft.com/office/powerpoint/2010/main" val="570584471"/>
              </p:ext>
            </p:extLst>
          </p:nvPr>
        </p:nvGraphicFramePr>
        <p:xfrm>
          <a:off x="575999" y="890863"/>
          <a:ext cx="11041198" cy="5427972"/>
        </p:xfrm>
        <a:graphic>
          <a:graphicData uri="http://schemas.openxmlformats.org/drawingml/2006/table">
            <a:tbl>
              <a:tblPr/>
              <a:tblGrid>
                <a:gridCol w="510701">
                  <a:extLst>
                    <a:ext uri="{9D8B030D-6E8A-4147-A177-3AD203B41FA5}">
                      <a16:colId xmlns:a16="http://schemas.microsoft.com/office/drawing/2014/main" val="20000"/>
                    </a:ext>
                  </a:extLst>
                </a:gridCol>
                <a:gridCol w="7122959">
                  <a:extLst>
                    <a:ext uri="{9D8B030D-6E8A-4147-A177-3AD203B41FA5}">
                      <a16:colId xmlns:a16="http://schemas.microsoft.com/office/drawing/2014/main" val="20002"/>
                    </a:ext>
                  </a:extLst>
                </a:gridCol>
                <a:gridCol w="1981386">
                  <a:extLst>
                    <a:ext uri="{9D8B030D-6E8A-4147-A177-3AD203B41FA5}">
                      <a16:colId xmlns:a16="http://schemas.microsoft.com/office/drawing/2014/main" val="20003"/>
                    </a:ext>
                  </a:extLst>
                </a:gridCol>
                <a:gridCol w="1426152">
                  <a:extLst>
                    <a:ext uri="{9D8B030D-6E8A-4147-A177-3AD203B41FA5}">
                      <a16:colId xmlns:a16="http://schemas.microsoft.com/office/drawing/2014/main" val="20005"/>
                    </a:ext>
                  </a:extLst>
                </a:gridCol>
              </a:tblGrid>
              <a:tr h="283043">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1" i="0"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rPr>
                        <a:t>No</a:t>
                      </a:r>
                      <a:endParaRPr kumimoji="1" lang="ja-JP" altLang="en-US" sz="1400" b="1" i="0"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プロジェクト概要</a:t>
                      </a:r>
                      <a:endParaRPr kumimoji="1" lang="en-US" altLang="ja-JP" sz="1400" b="1" i="0"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環境</a:t>
                      </a:r>
                      <a:endParaRPr kumimoji="1" lang="ja-JP" altLang="en-US" sz="1400" b="1" i="0"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開発規模</a:t>
                      </a:r>
                      <a:endParaRPr kumimoji="1" lang="en-US" altLang="ja-JP" sz="1400" b="1"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anchor="ctr"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965346">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chemeClr val="dk1"/>
                          </a:solidFill>
                          <a:effectLst/>
                          <a:latin typeface="游ゴシック" panose="020B0400000000000000" pitchFamily="50" charset="-128"/>
                          <a:ea typeface="游ゴシック" panose="020B0400000000000000" pitchFamily="50" charset="-128"/>
                          <a:cs typeface="Meiryo UI" pitchFamily="50" charset="-128"/>
                        </a:rPr>
                        <a:t>1</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sng"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製品倉庫システム再構築</a:t>
                      </a:r>
                      <a:endParaRPr kumimoji="1" lang="en-US" altLang="ja-JP" sz="1400" b="0" u="sng"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VB6.0</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で構築されたシステムを</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VB.NET</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で再構築。</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Windows Server 2008 R2 + Windows7 </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から </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Windows Server 2016 + Windows10</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への更新</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OS: Windows</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DB: Oracle</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VB.NET</a:t>
                      </a: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その他</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VB6</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70</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人月</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72000" marR="72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4"/>
                  </a:ext>
                </a:extLst>
              </a:tr>
              <a:tr h="965346">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2</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sng"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化学工場システム再構築</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化学工場にて稼働する製造工程に関わる４つのシステムを統合。レガシー</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ASP</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および</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VB</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で構築されているシステムを</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Java</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で再構築。</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Oracle11g </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から </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Oracle12c </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へのバージョンアップ対応も実施。</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OS: Windows</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DB: Oracle</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Java</a:t>
                      </a: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その他</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ASP,VB6</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170</a:t>
                      </a:r>
                      <a:r>
                        <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人月</a:t>
                      </a:r>
                      <a:endParaRPr kumimoji="1" lang="en-US" altLang="ja-JP"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72000" marR="72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260929575"/>
                  </a:ext>
                </a:extLst>
              </a:tr>
              <a:tr h="787300">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3</a:t>
                      </a:r>
                      <a:endPar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sng"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千葉品質管理システム再構築</a:t>
                      </a:r>
                      <a:endPar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化学工場にて稼働する品質管理に関わる５つのシステムを統合。レガシー</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ASP</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および</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VB</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で構築されているシステムを</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Java</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で再構築。</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OS: Windows</a:t>
                      </a:r>
                    </a:p>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DB: Oracle</a:t>
                      </a:r>
                    </a:p>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言語</a:t>
                      </a: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 Java</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120</a:t>
                      </a: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085136893"/>
                  </a:ext>
                </a:extLst>
              </a:tr>
              <a:tr h="742788">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4</a:t>
                      </a:r>
                      <a:endPar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indent="0">
                        <a:spcBef>
                          <a:spcPts val="0"/>
                        </a:spcBef>
                        <a:buFont typeface="Wingdings" panose="05000000000000000000" pitchFamily="2" charset="2"/>
                        <a:buNone/>
                      </a:pPr>
                      <a:r>
                        <a:rPr kumimoji="1" lang="ja-JP" altLang="en-US" sz="1400" b="0" u="sng">
                          <a:latin typeface="游ゴシック" panose="020B0400000000000000" pitchFamily="50" charset="-128"/>
                          <a:ea typeface="游ゴシック" panose="020B0400000000000000" pitchFamily="50" charset="-128"/>
                        </a:rPr>
                        <a:t>千葉運転管理システム構築</a:t>
                      </a:r>
                      <a:endParaRPr kumimoji="1" lang="en-US" altLang="ja-JP" sz="1400" b="0" u="sng">
                        <a:latin typeface="游ゴシック" panose="020B0400000000000000" pitchFamily="50" charset="-128"/>
                        <a:ea typeface="游ゴシック" panose="020B0400000000000000"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VB6.0</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で構築されたシステムを</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VB.NET</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で再構築。</a:t>
                      </a:r>
                      <a:endPar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Windows Server 2008 R2 + Windows7 </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から </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Windows Server 2016 + Windows10</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 への更新</a:t>
                      </a:r>
                      <a:endPar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OS: Windows</a:t>
                      </a:r>
                      <a:endParaRPr kumimoji="1" lang="ja-JP" altLang="en-US" sz="1400" b="0" i="0" u="none" strike="noStrike" cap="none" normalizeH="0" baseline="0">
                        <a:ln>
                          <a:noFill/>
                        </a:ln>
                        <a:solidFill>
                          <a:schemeClr val="tx1"/>
                        </a:solidFill>
                        <a:effectLst/>
                        <a:latin typeface="游ゴシック" panose="020B0400000000000000" pitchFamily="50" charset="-128"/>
                        <a:ea typeface="+mn-ea"/>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DB: Oracle</a:t>
                      </a:r>
                      <a:endParaRPr kumimoji="1" lang="ja-JP" altLang="en-US" sz="1400" b="0" i="0" u="none" strike="noStrike" cap="none" normalizeH="0" baseline="0">
                        <a:ln>
                          <a:noFill/>
                        </a:ln>
                        <a:solidFill>
                          <a:schemeClr val="tx1"/>
                        </a:solidFill>
                        <a:effectLst/>
                        <a:latin typeface="游ゴシック" panose="020B0400000000000000" pitchFamily="50" charset="-128"/>
                        <a:ea typeface="+mn-ea"/>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言語</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 VB.NET</a:t>
                      </a: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その他</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 VB6</a:t>
                      </a:r>
                      <a:endPar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420</a:t>
                      </a: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637695766"/>
                  </a:ext>
                </a:extLst>
              </a:tr>
              <a:tr h="756392">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5</a:t>
                      </a:r>
                      <a:endPar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indent="0">
                        <a:spcBef>
                          <a:spcPts val="0"/>
                        </a:spcBef>
                        <a:buFont typeface="Wingdings" panose="05000000000000000000" pitchFamily="2" charset="2"/>
                        <a:buNone/>
                      </a:pPr>
                      <a:r>
                        <a:rPr kumimoji="1" lang="ja-JP" altLang="en-US" sz="1400" b="0" u="sng">
                          <a:latin typeface="游ゴシック" panose="020B0400000000000000" pitchFamily="50" charset="-128"/>
                          <a:ea typeface="游ゴシック" panose="020B0400000000000000" pitchFamily="50" charset="-128"/>
                        </a:rPr>
                        <a:t>黒本ポータル構築</a:t>
                      </a:r>
                      <a:endParaRPr kumimoji="1" lang="en-US" altLang="ja-JP" sz="1400" b="0" u="sng">
                        <a:latin typeface="游ゴシック" panose="020B0400000000000000" pitchFamily="50" charset="-128"/>
                        <a:ea typeface="游ゴシック" panose="020B0400000000000000"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日々の点検業務で使用している点検表（冊子＜黒本＞）を</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Web</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化</a:t>
                      </a:r>
                      <a:endPar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a:ln>
                            <a:noFill/>
                          </a:ln>
                          <a:solidFill>
                            <a:srgbClr val="000000"/>
                          </a:solidFill>
                          <a:effectLst/>
                          <a:latin typeface="游ゴシック" panose="020B0400000000000000" pitchFamily="50" charset="-128"/>
                          <a:ea typeface="+mn-ea"/>
                          <a:cs typeface="Meiryo UI" panose="020B0604030504040204" pitchFamily="50" charset="-128"/>
                        </a:rPr>
                        <a:t>OS: Linux</a:t>
                      </a:r>
                    </a:p>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a:ln>
                            <a:noFill/>
                          </a:ln>
                          <a:solidFill>
                            <a:srgbClr val="000000"/>
                          </a:solidFill>
                          <a:effectLst/>
                          <a:latin typeface="游ゴシック" panose="020B0400000000000000" pitchFamily="50" charset="-128"/>
                          <a:ea typeface="+mn-ea"/>
                          <a:cs typeface="Meiryo UI" panose="020B0604030504040204" pitchFamily="50" charset="-128"/>
                        </a:rPr>
                        <a:t>DB: MySQL</a:t>
                      </a:r>
                    </a:p>
                    <a:p>
                      <a:pPr marL="0" marR="0" lvl="0" indent="0" algn="l" defTabSz="914400" rtl="0" eaLnBrk="1" fontAlgn="base" latinLnBrk="1" hangingPunct="1">
                        <a:lnSpc>
                          <a:spcPct val="100000"/>
                        </a:lnSpc>
                        <a:spcBef>
                          <a:spcPct val="0"/>
                        </a:spcBef>
                        <a:spcAft>
                          <a:spcPct val="0"/>
                        </a:spcAft>
                        <a:buClrTx/>
                        <a:buSzTx/>
                        <a:buFontTx/>
                        <a:buNone/>
                        <a:tabLst/>
                      </a:pPr>
                      <a:r>
                        <a:rPr kumimoji="1" lang="ja-JP" altLang="en-US" sz="1400" b="0" u="none" strike="noStrike" cap="none" normalizeH="0" baseline="0">
                          <a:ln>
                            <a:noFill/>
                          </a:ln>
                          <a:solidFill>
                            <a:srgbClr val="000000"/>
                          </a:solidFill>
                          <a:effectLst/>
                          <a:latin typeface="游ゴシック" panose="020B0400000000000000" pitchFamily="50" charset="-128"/>
                          <a:ea typeface="+mn-ea"/>
                          <a:cs typeface="Meiryo UI" panose="020B0604030504040204" pitchFamily="50" charset="-128"/>
                        </a:rPr>
                        <a:t>言語</a:t>
                      </a:r>
                      <a:r>
                        <a:rPr kumimoji="1" lang="en-US" altLang="ja-JP" sz="1400" b="0" u="none" strike="noStrike" cap="none" normalizeH="0" baseline="0">
                          <a:ln>
                            <a:noFill/>
                          </a:ln>
                          <a:solidFill>
                            <a:srgbClr val="000000"/>
                          </a:solidFill>
                          <a:effectLst/>
                          <a:latin typeface="游ゴシック" panose="020B0400000000000000" pitchFamily="50" charset="-128"/>
                          <a:ea typeface="+mn-ea"/>
                          <a:cs typeface="Meiryo UI" panose="020B0604030504040204" pitchFamily="50" charset="-128"/>
                        </a:rPr>
                        <a:t>: Java</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20</a:t>
                      </a: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4029561531"/>
                  </a:ext>
                </a:extLst>
              </a:tr>
              <a:tr h="742788">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6</a:t>
                      </a:r>
                      <a:endPar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indent="0">
                        <a:spcBef>
                          <a:spcPts val="0"/>
                        </a:spcBef>
                        <a:buFont typeface="Wingdings" panose="05000000000000000000" pitchFamily="2" charset="2"/>
                        <a:buNone/>
                      </a:pPr>
                      <a:r>
                        <a:rPr kumimoji="1" lang="en-US" altLang="ja-JP" sz="1400" b="0" u="sng"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IFC</a:t>
                      </a:r>
                      <a:r>
                        <a:rPr kumimoji="1" lang="ja-JP" altLang="en-US" sz="1400" b="0" u="sng"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生産委託ポータル構築</a:t>
                      </a:r>
                      <a:endParaRPr kumimoji="1" lang="en-US" altLang="ja-JP" sz="1400" b="0" u="sng"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p>
                      <a:pPr marL="0" indent="0">
                        <a:spcBef>
                          <a:spcPts val="0"/>
                        </a:spcBef>
                        <a:buFont typeface="Wingdings" panose="05000000000000000000" pitchFamily="2" charset="2"/>
                        <a:buNone/>
                      </a:pP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製造委託先に向けて、購買発注</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オーダー</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業務をポータルシステムを構築</a:t>
                      </a:r>
                      <a:endPar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OS: Linux</a:t>
                      </a:r>
                    </a:p>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DB: MySQL</a:t>
                      </a:r>
                    </a:p>
                    <a:p>
                      <a:pPr marL="0" marR="0" lvl="0" indent="0" algn="l" defTabSz="914400" rtl="0" eaLnBrk="1" fontAlgn="base" latinLnBrk="1" hangingPunct="1">
                        <a:lnSpc>
                          <a:spcPct val="100000"/>
                        </a:lnSpc>
                        <a:spcBef>
                          <a:spcPct val="0"/>
                        </a:spcBef>
                        <a:spcAft>
                          <a:spcPct val="0"/>
                        </a:spcAft>
                        <a:buClrTx/>
                        <a:buSzTx/>
                        <a:buFontTx/>
                        <a:buNone/>
                        <a:tabLst/>
                      </a:pPr>
                      <a:r>
                        <a:rPr kumimoji="1" lang="ja-JP" altLang="en-US"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 Java</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21</a:t>
                      </a: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441170676"/>
                  </a:ext>
                </a:extLst>
              </a:tr>
            </a:tbl>
          </a:graphicData>
        </a:graphic>
      </p:graphicFrame>
    </p:spTree>
    <p:extLst>
      <p:ext uri="{BB962C8B-B14F-4D97-AF65-F5344CB8AC3E}">
        <p14:creationId xmlns:p14="http://schemas.microsoft.com/office/powerpoint/2010/main" val="39048287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E5AFBB-40C2-496D-B346-2F35D7574253}"/>
              </a:ext>
            </a:extLst>
          </p:cNvPr>
          <p:cNvSpPr>
            <a:spLocks noGrp="1"/>
          </p:cNvSpPr>
          <p:nvPr>
            <p:ph type="title"/>
          </p:nvPr>
        </p:nvSpPr>
        <p:spPr/>
        <p:txBody>
          <a:bodyPr/>
          <a:lstStyle/>
          <a:p>
            <a:r>
              <a:rPr lang="en-US" altLang="ja-JP" dirty="0">
                <a:latin typeface="游明朝"/>
                <a:ea typeface="游明朝"/>
              </a:rPr>
              <a:t>6-3</a:t>
            </a:r>
            <a:r>
              <a:rPr lang="ja-JP" altLang="en-US">
                <a:latin typeface="游明朝"/>
                <a:ea typeface="游明朝"/>
              </a:rPr>
              <a:t>．貴社</a:t>
            </a:r>
            <a:r>
              <a:rPr kumimoji="1" lang="ja-JP" altLang="en-US">
                <a:latin typeface="游明朝"/>
                <a:ea typeface="游明朝"/>
              </a:rPr>
              <a:t>プロジェクトにおける主な開発実績</a:t>
            </a:r>
          </a:p>
        </p:txBody>
      </p:sp>
      <p:graphicFrame>
        <p:nvGraphicFramePr>
          <p:cNvPr id="7" name="表 4">
            <a:extLst>
              <a:ext uri="{FF2B5EF4-FFF2-40B4-BE49-F238E27FC236}">
                <a16:creationId xmlns:a16="http://schemas.microsoft.com/office/drawing/2014/main" id="{BB6B71FF-5C15-68C7-E9F5-F540AF6E8B10}"/>
              </a:ext>
            </a:extLst>
          </p:cNvPr>
          <p:cNvGraphicFramePr>
            <a:graphicFrameLocks noGrp="1"/>
          </p:cNvGraphicFramePr>
          <p:nvPr>
            <p:extLst>
              <p:ext uri="{D42A27DB-BD31-4B8C-83A1-F6EECF244321}">
                <p14:modId xmlns:p14="http://schemas.microsoft.com/office/powerpoint/2010/main" val="3928069585"/>
              </p:ext>
            </p:extLst>
          </p:nvPr>
        </p:nvGraphicFramePr>
        <p:xfrm>
          <a:off x="575400" y="864000"/>
          <a:ext cx="11041200" cy="5148000"/>
        </p:xfrm>
        <a:graphic>
          <a:graphicData uri="http://schemas.openxmlformats.org/drawingml/2006/table">
            <a:tbl>
              <a:tblPr firstRow="1" bandRow="1">
                <a:tableStyleId>{5C22544A-7EE6-4342-B048-85BDC9FD1C3A}</a:tableStyleId>
              </a:tblPr>
              <a:tblGrid>
                <a:gridCol w="736080">
                  <a:extLst>
                    <a:ext uri="{9D8B030D-6E8A-4147-A177-3AD203B41FA5}">
                      <a16:colId xmlns:a16="http://schemas.microsoft.com/office/drawing/2014/main" val="788139100"/>
                    </a:ext>
                  </a:extLst>
                </a:gridCol>
                <a:gridCol w="8096880">
                  <a:extLst>
                    <a:ext uri="{9D8B030D-6E8A-4147-A177-3AD203B41FA5}">
                      <a16:colId xmlns:a16="http://schemas.microsoft.com/office/drawing/2014/main" val="3829192621"/>
                    </a:ext>
                  </a:extLst>
                </a:gridCol>
                <a:gridCol w="2208240">
                  <a:extLst>
                    <a:ext uri="{9D8B030D-6E8A-4147-A177-3AD203B41FA5}">
                      <a16:colId xmlns:a16="http://schemas.microsoft.com/office/drawing/2014/main" val="1020064100"/>
                    </a:ext>
                  </a:extLst>
                </a:gridCol>
              </a:tblGrid>
              <a:tr h="396000">
                <a:tc>
                  <a:txBody>
                    <a:bodyPr/>
                    <a:lstStyle/>
                    <a:p>
                      <a:pPr algn="ctr"/>
                      <a:r>
                        <a:rPr kumimoji="1" lang="en-US" altLang="ja-JP" sz="1400">
                          <a:latin typeface="+mn-ea"/>
                          <a:ea typeface="+mn-ea"/>
                        </a:rPr>
                        <a:t>#</a:t>
                      </a:r>
                      <a:endParaRPr kumimoji="1" lang="ja-JP" altLang="en-US" sz="1400">
                        <a:latin typeface="+mn-ea"/>
                        <a:ea typeface="+mn-ea"/>
                      </a:endParaRP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400">
                          <a:latin typeface="+mn-ea"/>
                          <a:ea typeface="+mn-ea"/>
                        </a:rPr>
                        <a:t>案件名</a:t>
                      </a: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kumimoji="1" lang="ja-JP" altLang="en-US" sz="1400">
                          <a:latin typeface="+mn-ea"/>
                          <a:ea typeface="+mn-ea"/>
                        </a:rPr>
                        <a:t>ご対応部署</a:t>
                      </a: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81146360"/>
                  </a:ext>
                </a:extLst>
              </a:tr>
              <a:tr h="396000">
                <a:tc>
                  <a:txBody>
                    <a:bodyPr/>
                    <a:lstStyle/>
                    <a:p>
                      <a:pPr algn="ctr"/>
                      <a:r>
                        <a:rPr kumimoji="1" lang="ja-JP" altLang="en-US" sz="1400">
                          <a:latin typeface="+mn-ea"/>
                          <a:ea typeface="+mn-ea"/>
                        </a:rPr>
                        <a:t>１</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海外企業情報取得アプリケーション開発</a:t>
                      </a:r>
                      <a:endParaRPr kumimoji="1" lang="en-US" altLang="ja-JP" sz="12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業務変革一課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4694972"/>
                  </a:ext>
                </a:extLst>
              </a:tr>
              <a:tr h="396000">
                <a:tc>
                  <a:txBody>
                    <a:bodyPr/>
                    <a:lstStyle/>
                    <a:p>
                      <a:pPr algn="ctr"/>
                      <a:r>
                        <a:rPr kumimoji="1" lang="ja-JP" altLang="en-US" sz="1400">
                          <a:latin typeface="+mn-ea"/>
                          <a:ea typeface="+mn-ea"/>
                        </a:rPr>
                        <a:t>２</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期末報奨金計算機能再構築</a:t>
                      </a:r>
                      <a:endParaRPr kumimoji="1" lang="en-US" altLang="ja-JP" sz="12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0386390"/>
                  </a:ext>
                </a:extLst>
              </a:tr>
              <a:tr h="396000">
                <a:tc>
                  <a:txBody>
                    <a:bodyPr/>
                    <a:lstStyle/>
                    <a:p>
                      <a:pPr algn="ctr"/>
                      <a:r>
                        <a:rPr kumimoji="1" lang="en-US" altLang="ja-JP" sz="1400">
                          <a:latin typeface="+mn-ea"/>
                          <a:ea typeface="+mn-ea"/>
                        </a:rPr>
                        <a:t>3</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黒本電子化に伴うシステム開発（黒本ポータル）</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3886788"/>
                  </a:ext>
                </a:extLst>
              </a:tr>
              <a:tr h="396000">
                <a:tc>
                  <a:txBody>
                    <a:bodyPr/>
                    <a:lstStyle/>
                    <a:p>
                      <a:pPr algn="ctr"/>
                      <a:r>
                        <a:rPr kumimoji="1" lang="en-US" altLang="ja-JP" sz="1400">
                          <a:latin typeface="+mn-ea"/>
                          <a:ea typeface="+mn-ea"/>
                        </a:rPr>
                        <a:t>4</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販売系業務システム</a:t>
                      </a:r>
                      <a:r>
                        <a:rPr kumimoji="1" lang="en-US" altLang="ja-JP" sz="1400">
                          <a:latin typeface="+mn-ea"/>
                          <a:ea typeface="+mn-ea"/>
                        </a:rPr>
                        <a:t>HUB</a:t>
                      </a:r>
                      <a:r>
                        <a:rPr kumimoji="1" lang="ja-JP" altLang="en-US" sz="1400">
                          <a:latin typeface="+mn-ea"/>
                          <a:ea typeface="+mn-ea"/>
                        </a:rPr>
                        <a:t>処理　　</a:t>
                      </a:r>
                      <a:r>
                        <a:rPr kumimoji="1" lang="en-US" altLang="ja-JP" sz="1400">
                          <a:latin typeface="+mn-ea"/>
                          <a:ea typeface="+mn-ea"/>
                        </a:rPr>
                        <a:t>※</a:t>
                      </a:r>
                      <a:r>
                        <a:rPr kumimoji="1" lang="ja-JP" altLang="en-US" sz="1400">
                          <a:latin typeface="+mn-ea"/>
                          <a:ea typeface="+mn-ea"/>
                        </a:rPr>
                        <a:t>構築中</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3040990"/>
                  </a:ext>
                </a:extLst>
              </a:tr>
              <a:tr h="396000">
                <a:tc>
                  <a:txBody>
                    <a:bodyPr/>
                    <a:lstStyle/>
                    <a:p>
                      <a:pPr algn="ctr"/>
                      <a:r>
                        <a:rPr kumimoji="1" lang="en-US" altLang="ja-JP" sz="1400">
                          <a:latin typeface="+mn-ea"/>
                          <a:ea typeface="+mn-ea"/>
                        </a:rPr>
                        <a:t>5</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千葉運転管理システム構築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0549527"/>
                  </a:ext>
                </a:extLst>
              </a:tr>
              <a:tr h="396000">
                <a:tc>
                  <a:txBody>
                    <a:bodyPr/>
                    <a:lstStyle/>
                    <a:p>
                      <a:pPr algn="ctr"/>
                      <a:r>
                        <a:rPr kumimoji="1" lang="en-US" altLang="ja-JP" sz="1400">
                          <a:latin typeface="+mn-ea"/>
                          <a:ea typeface="+mn-ea"/>
                        </a:rPr>
                        <a:t>6</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latin typeface="+mn-ea"/>
                          <a:ea typeface="+mn-ea"/>
                        </a:rPr>
                        <a:t>MES</a:t>
                      </a:r>
                      <a:r>
                        <a:rPr kumimoji="1" lang="ja-JP" altLang="en-US" sz="1400">
                          <a:latin typeface="+mn-ea"/>
                          <a:ea typeface="+mn-ea"/>
                        </a:rPr>
                        <a:t>システム更新</a:t>
                      </a:r>
                      <a:endParaRPr kumimoji="1" lang="en-US" altLang="ja-JP"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1935848"/>
                  </a:ext>
                </a:extLst>
              </a:tr>
              <a:tr h="396000">
                <a:tc>
                  <a:txBody>
                    <a:bodyPr/>
                    <a:lstStyle/>
                    <a:p>
                      <a:pPr algn="ctr"/>
                      <a:r>
                        <a:rPr kumimoji="1" lang="en-US" altLang="ja-JP" sz="1400">
                          <a:latin typeface="+mn-ea"/>
                          <a:ea typeface="+mn-ea"/>
                        </a:rPr>
                        <a:t>7</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出光資格総合サイト構築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2433833"/>
                  </a:ext>
                </a:extLst>
              </a:tr>
              <a:tr h="396000">
                <a:tc>
                  <a:txBody>
                    <a:bodyPr/>
                    <a:lstStyle/>
                    <a:p>
                      <a:pPr algn="ctr"/>
                      <a:r>
                        <a:rPr kumimoji="1" lang="en-US" altLang="ja-JP" sz="1400">
                          <a:latin typeface="+mn-ea"/>
                          <a:ea typeface="+mn-ea"/>
                        </a:rPr>
                        <a:t>8</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latin typeface="+mn-ea"/>
                          <a:ea typeface="+mn-ea"/>
                        </a:rPr>
                        <a:t>IFC</a:t>
                      </a:r>
                      <a:r>
                        <a:rPr kumimoji="1" lang="ja-JP" altLang="en-US" sz="1400">
                          <a:latin typeface="+mn-ea"/>
                          <a:ea typeface="+mn-ea"/>
                        </a:rPr>
                        <a:t>生産委託ポータル構築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7560635"/>
                  </a:ext>
                </a:extLst>
              </a:tr>
              <a:tr h="396000">
                <a:tc>
                  <a:txBody>
                    <a:bodyPr/>
                    <a:lstStyle/>
                    <a:p>
                      <a:pPr algn="ctr"/>
                      <a:r>
                        <a:rPr kumimoji="1" lang="en-US" altLang="ja-JP" sz="1400">
                          <a:latin typeface="+mn-ea"/>
                          <a:ea typeface="+mn-ea"/>
                        </a:rPr>
                        <a:t>9</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海上入出荷計画業務システム構築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793563"/>
                  </a:ext>
                </a:extLst>
              </a:tr>
              <a:tr h="396000">
                <a:tc>
                  <a:txBody>
                    <a:bodyPr/>
                    <a:lstStyle/>
                    <a:p>
                      <a:pPr algn="ctr"/>
                      <a:r>
                        <a:rPr kumimoji="1" lang="en-US" altLang="ja-JP" sz="1400">
                          <a:latin typeface="+mn-ea"/>
                          <a:ea typeface="+mn-ea"/>
                        </a:rPr>
                        <a:t>10</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製品倉庫システム再構築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4966302"/>
                  </a:ext>
                </a:extLst>
              </a:tr>
              <a:tr h="396000">
                <a:tc>
                  <a:txBody>
                    <a:bodyPr/>
                    <a:lstStyle/>
                    <a:p>
                      <a:pPr algn="ctr"/>
                      <a:r>
                        <a:rPr kumimoji="1" lang="en-US" altLang="ja-JP" sz="1400">
                          <a:latin typeface="+mn-ea"/>
                          <a:ea typeface="+mn-ea"/>
                        </a:rPr>
                        <a:t>11</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化学工場システム再構築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1741956"/>
                  </a:ext>
                </a:extLst>
              </a:tr>
              <a:tr h="396000">
                <a:tc>
                  <a:txBody>
                    <a:bodyPr/>
                    <a:lstStyle/>
                    <a:p>
                      <a:pPr algn="ctr"/>
                      <a:r>
                        <a:rPr kumimoji="1" lang="en-US" altLang="ja-JP" sz="1400">
                          <a:latin typeface="+mn-ea"/>
                          <a:ea typeface="+mn-ea"/>
                        </a:rPr>
                        <a:t>12</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千葉品質管理システム再構築</a:t>
                      </a:r>
                      <a:endParaRPr kumimoji="1" lang="en-US" altLang="ja-JP"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9760635"/>
                  </a:ext>
                </a:extLst>
              </a:tr>
            </a:tbl>
          </a:graphicData>
        </a:graphic>
      </p:graphicFrame>
      <p:sp>
        <p:nvSpPr>
          <p:cNvPr id="4" name="フッター プレースホルダー 3">
            <a:extLst>
              <a:ext uri="{FF2B5EF4-FFF2-40B4-BE49-F238E27FC236}">
                <a16:creationId xmlns:a16="http://schemas.microsoft.com/office/drawing/2014/main" id="{C20C1020-3505-41DC-7906-BBA4A8E00907}"/>
              </a:ext>
            </a:extLst>
          </p:cNvPr>
          <p:cNvSpPr>
            <a:spLocks noGrp="1"/>
          </p:cNvSpPr>
          <p:nvPr>
            <p:ph type="ftr" sz="quarter" idx="11"/>
          </p:nvPr>
        </p:nvSpPr>
        <p:spPr>
          <a:xfrm>
            <a:off x="3036000" y="6552000"/>
            <a:ext cx="6120000" cy="216000"/>
          </a:xfrm>
        </p:spPr>
        <p:txBody>
          <a:bodyPr/>
          <a:lstStyle/>
          <a:p>
            <a:r>
              <a:rPr lang="en-US" altLang="ja-JP"/>
              <a:t>Copyright © </a:t>
            </a:r>
            <a:r>
              <a:rPr lang="en-US" altLang="ja-JP" err="1"/>
              <a:t>SystemEXE,Inc</a:t>
            </a:r>
            <a:r>
              <a:rPr lang="en-US" altLang="ja-JP"/>
              <a:t> All Rights Reserved.</a:t>
            </a:r>
          </a:p>
        </p:txBody>
      </p:sp>
      <p:sp>
        <p:nvSpPr>
          <p:cNvPr id="5" name="スライド番号プレースホルダー 3">
            <a:extLst>
              <a:ext uri="{FF2B5EF4-FFF2-40B4-BE49-F238E27FC236}">
                <a16:creationId xmlns:a16="http://schemas.microsoft.com/office/drawing/2014/main" id="{FD506ABF-FC2A-CFCC-D248-D2C7F03A9DB7}"/>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25</a:t>
            </a:fld>
            <a:endParaRPr kumimoji="1" lang="ja-JP" altLang="en-US" sz="700"/>
          </a:p>
        </p:txBody>
      </p:sp>
    </p:spTree>
    <p:extLst>
      <p:ext uri="{BB962C8B-B14F-4D97-AF65-F5344CB8AC3E}">
        <p14:creationId xmlns:p14="http://schemas.microsoft.com/office/powerpoint/2010/main" val="12694969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E5AFBB-40C2-496D-B346-2F35D7574253}"/>
              </a:ext>
            </a:extLst>
          </p:cNvPr>
          <p:cNvSpPr>
            <a:spLocks noGrp="1"/>
          </p:cNvSpPr>
          <p:nvPr>
            <p:ph type="title"/>
          </p:nvPr>
        </p:nvSpPr>
        <p:spPr/>
        <p:txBody>
          <a:bodyPr/>
          <a:lstStyle/>
          <a:p>
            <a:r>
              <a:rPr lang="en-US" altLang="ja-JP" dirty="0">
                <a:latin typeface="游明朝"/>
                <a:ea typeface="游明朝"/>
              </a:rPr>
              <a:t>6-4</a:t>
            </a:r>
            <a:r>
              <a:rPr lang="ja-JP" altLang="en-US">
                <a:latin typeface="游明朝"/>
                <a:ea typeface="游明朝"/>
              </a:rPr>
              <a:t>．貴社</a:t>
            </a:r>
            <a:r>
              <a:rPr kumimoji="1" lang="ja-JP" altLang="en-US">
                <a:latin typeface="游明朝"/>
                <a:ea typeface="游明朝"/>
              </a:rPr>
              <a:t>プロジェクトにおける主な運用保守実績</a:t>
            </a:r>
          </a:p>
        </p:txBody>
      </p:sp>
      <p:graphicFrame>
        <p:nvGraphicFramePr>
          <p:cNvPr id="7" name="表 4">
            <a:extLst>
              <a:ext uri="{FF2B5EF4-FFF2-40B4-BE49-F238E27FC236}">
                <a16:creationId xmlns:a16="http://schemas.microsoft.com/office/drawing/2014/main" id="{BB6B71FF-5C15-68C7-E9F5-F540AF6E8B10}"/>
              </a:ext>
            </a:extLst>
          </p:cNvPr>
          <p:cNvGraphicFramePr>
            <a:graphicFrameLocks noGrp="1"/>
          </p:cNvGraphicFramePr>
          <p:nvPr>
            <p:extLst>
              <p:ext uri="{D42A27DB-BD31-4B8C-83A1-F6EECF244321}">
                <p14:modId xmlns:p14="http://schemas.microsoft.com/office/powerpoint/2010/main" val="4073754085"/>
              </p:ext>
            </p:extLst>
          </p:nvPr>
        </p:nvGraphicFramePr>
        <p:xfrm>
          <a:off x="576000" y="864000"/>
          <a:ext cx="11041200" cy="5544000"/>
        </p:xfrm>
        <a:graphic>
          <a:graphicData uri="http://schemas.openxmlformats.org/drawingml/2006/table">
            <a:tbl>
              <a:tblPr firstRow="1" bandRow="1">
                <a:tableStyleId>{5C22544A-7EE6-4342-B048-85BDC9FD1C3A}</a:tableStyleId>
              </a:tblPr>
              <a:tblGrid>
                <a:gridCol w="736079">
                  <a:extLst>
                    <a:ext uri="{9D8B030D-6E8A-4147-A177-3AD203B41FA5}">
                      <a16:colId xmlns:a16="http://schemas.microsoft.com/office/drawing/2014/main" val="788139100"/>
                    </a:ext>
                  </a:extLst>
                </a:gridCol>
                <a:gridCol w="8096881">
                  <a:extLst>
                    <a:ext uri="{9D8B030D-6E8A-4147-A177-3AD203B41FA5}">
                      <a16:colId xmlns:a16="http://schemas.microsoft.com/office/drawing/2014/main" val="3829192621"/>
                    </a:ext>
                  </a:extLst>
                </a:gridCol>
                <a:gridCol w="2208240">
                  <a:extLst>
                    <a:ext uri="{9D8B030D-6E8A-4147-A177-3AD203B41FA5}">
                      <a16:colId xmlns:a16="http://schemas.microsoft.com/office/drawing/2014/main" val="1020064100"/>
                    </a:ext>
                  </a:extLst>
                </a:gridCol>
              </a:tblGrid>
              <a:tr h="396000">
                <a:tc>
                  <a:txBody>
                    <a:bodyPr/>
                    <a:lstStyle/>
                    <a:p>
                      <a:pPr algn="ctr"/>
                      <a:r>
                        <a:rPr kumimoji="1" lang="en-US" altLang="ja-JP" sz="1400">
                          <a:latin typeface="+mn-ea"/>
                          <a:ea typeface="+mn-ea"/>
                        </a:rPr>
                        <a:t>#</a:t>
                      </a:r>
                      <a:endParaRPr kumimoji="1" lang="ja-JP" altLang="en-US" sz="1400">
                        <a:latin typeface="+mn-ea"/>
                        <a:ea typeface="+mn-ea"/>
                      </a:endParaRP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400">
                          <a:latin typeface="+mn-ea"/>
                          <a:ea typeface="+mn-ea"/>
                        </a:rPr>
                        <a:t>案件名</a:t>
                      </a: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400">
                          <a:latin typeface="+mn-ea"/>
                          <a:ea typeface="+mn-ea"/>
                        </a:rPr>
                        <a:t>ご対応部署</a:t>
                      </a: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81146360"/>
                  </a:ext>
                </a:extLst>
              </a:tr>
              <a:tr h="396000">
                <a:tc>
                  <a:txBody>
                    <a:bodyPr/>
                    <a:lstStyle/>
                    <a:p>
                      <a:pPr algn="ctr"/>
                      <a:r>
                        <a:rPr kumimoji="1" lang="ja-JP" altLang="en-US" sz="1400">
                          <a:solidFill>
                            <a:schemeClr val="tx1"/>
                          </a:solidFill>
                          <a:latin typeface="+mn-ea"/>
                          <a:ea typeface="+mn-ea"/>
                        </a:rPr>
                        <a:t>１</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海外企業情報サイトおよび債権管理等</a:t>
                      </a:r>
                      <a:r>
                        <a:rPr kumimoji="1" lang="en-US" altLang="ja-JP" sz="1400">
                          <a:solidFill>
                            <a:schemeClr val="tx1"/>
                          </a:solidFill>
                          <a:latin typeface="+mn-ea"/>
                          <a:ea typeface="+mn-ea"/>
                        </a:rPr>
                        <a:t>Excel</a:t>
                      </a:r>
                      <a:r>
                        <a:rPr kumimoji="1" lang="ja-JP" altLang="en-US" sz="1400">
                          <a:solidFill>
                            <a:schemeClr val="tx1"/>
                          </a:solidFill>
                          <a:latin typeface="+mn-ea"/>
                          <a:ea typeface="+mn-ea"/>
                        </a:rPr>
                        <a:t>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業務変革一課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4694972"/>
                  </a:ext>
                </a:extLst>
              </a:tr>
              <a:tr h="396000">
                <a:tc>
                  <a:txBody>
                    <a:bodyPr/>
                    <a:lstStyle/>
                    <a:p>
                      <a:pPr algn="ctr"/>
                      <a:r>
                        <a:rPr kumimoji="1" lang="ja-JP" altLang="en-US" sz="1400">
                          <a:solidFill>
                            <a:schemeClr val="tx1"/>
                          </a:solidFill>
                          <a:latin typeface="+mn-ea"/>
                          <a:ea typeface="+mn-ea"/>
                        </a:rPr>
                        <a:t>２</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黒本ポータル保守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0386390"/>
                  </a:ext>
                </a:extLst>
              </a:tr>
              <a:tr h="396000">
                <a:tc>
                  <a:txBody>
                    <a:bodyPr/>
                    <a:lstStyle/>
                    <a:p>
                      <a:pPr algn="ctr"/>
                      <a:r>
                        <a:rPr kumimoji="1" lang="en-US" altLang="ja-JP" sz="1400">
                          <a:solidFill>
                            <a:schemeClr val="tx1"/>
                          </a:solidFill>
                          <a:latin typeface="+mn-ea"/>
                          <a:ea typeface="+mn-ea"/>
                        </a:rPr>
                        <a:t>3</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期末報奨金システム保守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3201294"/>
                  </a:ext>
                </a:extLst>
              </a:tr>
              <a:tr h="396000">
                <a:tc>
                  <a:txBody>
                    <a:bodyPr/>
                    <a:lstStyle/>
                    <a:p>
                      <a:pPr algn="ctr"/>
                      <a:r>
                        <a:rPr kumimoji="1" lang="en-US" altLang="ja-JP" sz="1400">
                          <a:solidFill>
                            <a:schemeClr val="tx1"/>
                          </a:solidFill>
                          <a:latin typeface="+mn-ea"/>
                          <a:ea typeface="+mn-ea"/>
                        </a:rPr>
                        <a:t>4</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solidFill>
                            <a:schemeClr val="tx1"/>
                          </a:solidFill>
                          <a:latin typeface="+mn-ea"/>
                          <a:ea typeface="+mn-ea"/>
                        </a:rPr>
                        <a:t>IFC</a:t>
                      </a:r>
                      <a:r>
                        <a:rPr kumimoji="1" lang="ja-JP" altLang="en-US" sz="1400">
                          <a:solidFill>
                            <a:schemeClr val="tx1"/>
                          </a:solidFill>
                          <a:latin typeface="+mn-ea"/>
                          <a:ea typeface="+mn-ea"/>
                        </a:rPr>
                        <a:t>生産委託ポータル保守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4750968"/>
                  </a:ext>
                </a:extLst>
              </a:tr>
              <a:tr h="396000">
                <a:tc>
                  <a:txBody>
                    <a:bodyPr/>
                    <a:lstStyle/>
                    <a:p>
                      <a:pPr algn="ctr"/>
                      <a:r>
                        <a:rPr kumimoji="1" lang="en-US" altLang="ja-JP" sz="1400">
                          <a:solidFill>
                            <a:schemeClr val="tx1"/>
                          </a:solidFill>
                          <a:latin typeface="+mn-ea"/>
                          <a:ea typeface="+mn-ea"/>
                        </a:rPr>
                        <a:t>5</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solidFill>
                            <a:schemeClr val="tx1"/>
                          </a:solidFill>
                          <a:latin typeface="+mn-ea"/>
                          <a:ea typeface="+mn-ea"/>
                        </a:rPr>
                        <a:t>MES</a:t>
                      </a:r>
                      <a:r>
                        <a:rPr kumimoji="1" lang="ja-JP" altLang="en-US" sz="1400">
                          <a:solidFill>
                            <a:schemeClr val="tx1"/>
                          </a:solidFill>
                          <a:latin typeface="+mn-ea"/>
                          <a:ea typeface="+mn-ea"/>
                        </a:rPr>
                        <a:t>システム 保守・運用</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3040990"/>
                  </a:ext>
                </a:extLst>
              </a:tr>
              <a:tr h="396000">
                <a:tc>
                  <a:txBody>
                    <a:bodyPr/>
                    <a:lstStyle/>
                    <a:p>
                      <a:pPr algn="ctr"/>
                      <a:r>
                        <a:rPr kumimoji="1" lang="en-US" altLang="ja-JP" sz="1400">
                          <a:solidFill>
                            <a:schemeClr val="tx1"/>
                          </a:solidFill>
                          <a:latin typeface="+mn-ea"/>
                          <a:ea typeface="+mn-ea"/>
                        </a:rPr>
                        <a:t>6</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千葉運転管理システム保守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0549527"/>
                  </a:ext>
                </a:extLst>
              </a:tr>
              <a:tr h="396000">
                <a:tc>
                  <a:txBody>
                    <a:bodyPr/>
                    <a:lstStyle/>
                    <a:p>
                      <a:pPr algn="ctr"/>
                      <a:r>
                        <a:rPr kumimoji="1" lang="en-US" altLang="ja-JP" sz="1400">
                          <a:solidFill>
                            <a:schemeClr val="tx1"/>
                          </a:solidFill>
                          <a:latin typeface="+mn-ea"/>
                          <a:ea typeface="+mn-ea"/>
                        </a:rPr>
                        <a:t>7</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海外バーコードシステム保守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1935848"/>
                  </a:ext>
                </a:extLst>
              </a:tr>
              <a:tr h="396000">
                <a:tc>
                  <a:txBody>
                    <a:bodyPr/>
                    <a:lstStyle/>
                    <a:p>
                      <a:pPr algn="ctr"/>
                      <a:r>
                        <a:rPr kumimoji="1" lang="en-US" altLang="ja-JP" sz="1400">
                          <a:solidFill>
                            <a:schemeClr val="tx1"/>
                          </a:solidFill>
                          <a:latin typeface="+mn-ea"/>
                          <a:ea typeface="+mn-ea"/>
                        </a:rPr>
                        <a:t>8</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出光総合資格サイト保守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7162782"/>
                  </a:ext>
                </a:extLst>
              </a:tr>
              <a:tr h="396000">
                <a:tc>
                  <a:txBody>
                    <a:bodyPr/>
                    <a:lstStyle/>
                    <a:p>
                      <a:pPr algn="ctr"/>
                      <a:r>
                        <a:rPr kumimoji="1" lang="en-US" altLang="ja-JP" sz="1400">
                          <a:solidFill>
                            <a:schemeClr val="tx1"/>
                          </a:solidFill>
                          <a:latin typeface="+mn-ea"/>
                          <a:ea typeface="+mn-ea"/>
                        </a:rPr>
                        <a:t>9</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研究所・工場系システム保守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793563"/>
                  </a:ext>
                </a:extLst>
              </a:tr>
              <a:tr h="396000">
                <a:tc>
                  <a:txBody>
                    <a:bodyPr/>
                    <a:lstStyle/>
                    <a:p>
                      <a:pPr algn="ctr"/>
                      <a:r>
                        <a:rPr kumimoji="1" lang="en-US" altLang="ja-JP" sz="1400">
                          <a:solidFill>
                            <a:schemeClr val="tx1"/>
                          </a:solidFill>
                          <a:latin typeface="+mn-ea"/>
                          <a:ea typeface="+mn-ea"/>
                        </a:rPr>
                        <a:t>10</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業務変革四課</a:t>
                      </a:r>
                      <a:r>
                        <a:rPr kumimoji="1" lang="en-US" altLang="ja-JP" sz="1400">
                          <a:solidFill>
                            <a:schemeClr val="tx1"/>
                          </a:solidFill>
                          <a:latin typeface="+mn-ea"/>
                          <a:ea typeface="+mn-ea"/>
                        </a:rPr>
                        <a:t>DB</a:t>
                      </a:r>
                      <a:r>
                        <a:rPr kumimoji="1" lang="ja-JP" altLang="en-US" sz="1400">
                          <a:solidFill>
                            <a:schemeClr val="tx1"/>
                          </a:solidFill>
                          <a:latin typeface="+mn-ea"/>
                          <a:ea typeface="+mn-ea"/>
                        </a:rPr>
                        <a:t>保守・技術支援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4966302"/>
                  </a:ext>
                </a:extLst>
              </a:tr>
              <a:tr h="396000">
                <a:tc>
                  <a:txBody>
                    <a:bodyPr/>
                    <a:lstStyle/>
                    <a:p>
                      <a:pPr algn="ctr"/>
                      <a:r>
                        <a:rPr kumimoji="1" lang="en-US" altLang="ja-JP" sz="1400">
                          <a:solidFill>
                            <a:schemeClr val="tx1"/>
                          </a:solidFill>
                          <a:latin typeface="+mn-ea"/>
                          <a:ea typeface="+mn-ea"/>
                        </a:rPr>
                        <a:t>11</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海上入出荷計画業務システム保守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9760635"/>
                  </a:ext>
                </a:extLst>
              </a:tr>
              <a:tr h="396000">
                <a:tc>
                  <a:txBody>
                    <a:bodyPr/>
                    <a:lstStyle/>
                    <a:p>
                      <a:pPr algn="ctr"/>
                      <a:r>
                        <a:rPr kumimoji="1" lang="en-US" altLang="ja-JP" sz="1400">
                          <a:solidFill>
                            <a:schemeClr val="tx1"/>
                          </a:solidFill>
                          <a:latin typeface="+mn-ea"/>
                          <a:ea typeface="+mn-ea"/>
                        </a:rPr>
                        <a:t>12</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solidFill>
                            <a:schemeClr val="tx1"/>
                          </a:solidFill>
                          <a:latin typeface="+mn-ea"/>
                          <a:ea typeface="+mn-ea"/>
                        </a:rPr>
                        <a:t>IDM</a:t>
                      </a:r>
                      <a:r>
                        <a:rPr kumimoji="1" lang="ja-JP" altLang="en-US" sz="1400">
                          <a:solidFill>
                            <a:schemeClr val="tx1"/>
                          </a:solidFill>
                          <a:latin typeface="+mn-ea"/>
                          <a:ea typeface="+mn-ea"/>
                        </a:rPr>
                        <a:t>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ﾃﾞｼﾞﾀﾙﾌﾟﾗｯﾄﾌｫｰﾑ課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3072616"/>
                  </a:ext>
                </a:extLst>
              </a:tr>
              <a:tr h="396000">
                <a:tc>
                  <a:txBody>
                    <a:bodyPr/>
                    <a:lstStyle/>
                    <a:p>
                      <a:pPr algn="ctr"/>
                      <a:r>
                        <a:rPr kumimoji="1" lang="en-US" altLang="ja-JP" sz="1400">
                          <a:solidFill>
                            <a:schemeClr val="tx1"/>
                          </a:solidFill>
                          <a:latin typeface="+mn-ea"/>
                          <a:ea typeface="+mn-ea"/>
                        </a:rPr>
                        <a:t>13</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次期</a:t>
                      </a:r>
                      <a:r>
                        <a:rPr kumimoji="1" lang="en-US" altLang="ja-JP" sz="1400">
                          <a:solidFill>
                            <a:schemeClr val="tx1"/>
                          </a:solidFill>
                          <a:latin typeface="+mn-ea"/>
                          <a:ea typeface="+mn-ea"/>
                        </a:rPr>
                        <a:t>POS DB</a:t>
                      </a:r>
                      <a:r>
                        <a:rPr kumimoji="1" lang="ja-JP" altLang="en-US" sz="1400">
                          <a:solidFill>
                            <a:schemeClr val="tx1"/>
                          </a:solidFill>
                          <a:latin typeface="+mn-ea"/>
                          <a:ea typeface="+mn-ea"/>
                        </a:rPr>
                        <a:t>保守・技術支援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販売部</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81200483"/>
                  </a:ext>
                </a:extLst>
              </a:tr>
            </a:tbl>
          </a:graphicData>
        </a:graphic>
      </p:graphicFrame>
      <p:sp>
        <p:nvSpPr>
          <p:cNvPr id="4" name="フッター プレースホルダー 3">
            <a:extLst>
              <a:ext uri="{FF2B5EF4-FFF2-40B4-BE49-F238E27FC236}">
                <a16:creationId xmlns:a16="http://schemas.microsoft.com/office/drawing/2014/main" id="{98E6C16D-46A3-7266-8BC4-518CBBE2D829}"/>
              </a:ext>
            </a:extLst>
          </p:cNvPr>
          <p:cNvSpPr>
            <a:spLocks noGrp="1"/>
          </p:cNvSpPr>
          <p:nvPr>
            <p:ph type="ftr" sz="quarter" idx="11"/>
          </p:nvPr>
        </p:nvSpPr>
        <p:spPr>
          <a:xfrm>
            <a:off x="3036000" y="6552000"/>
            <a:ext cx="6120000" cy="216000"/>
          </a:xfrm>
        </p:spPr>
        <p:txBody>
          <a:bodyPr/>
          <a:lstStyle/>
          <a:p>
            <a:r>
              <a:rPr lang="en-US" altLang="ja-JP"/>
              <a:t>Copyright © </a:t>
            </a:r>
            <a:r>
              <a:rPr lang="en-US" altLang="ja-JP" err="1"/>
              <a:t>SystemEXE,Inc</a:t>
            </a:r>
            <a:r>
              <a:rPr lang="en-US" altLang="ja-JP"/>
              <a:t> All Rights Reserved.</a:t>
            </a:r>
          </a:p>
        </p:txBody>
      </p:sp>
      <p:sp>
        <p:nvSpPr>
          <p:cNvPr id="5" name="スライド番号プレースホルダー 3">
            <a:extLst>
              <a:ext uri="{FF2B5EF4-FFF2-40B4-BE49-F238E27FC236}">
                <a16:creationId xmlns:a16="http://schemas.microsoft.com/office/drawing/2014/main" id="{06A08549-0263-F7BF-CFC6-BCFA3F717A09}"/>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26</a:t>
            </a:fld>
            <a:endParaRPr kumimoji="1" lang="ja-JP" altLang="en-US" sz="700"/>
          </a:p>
        </p:txBody>
      </p:sp>
    </p:spTree>
    <p:extLst>
      <p:ext uri="{BB962C8B-B14F-4D97-AF65-F5344CB8AC3E}">
        <p14:creationId xmlns:p14="http://schemas.microsoft.com/office/powerpoint/2010/main" val="14906675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E5AFBB-40C2-496D-B346-2F35D7574253}"/>
              </a:ext>
            </a:extLst>
          </p:cNvPr>
          <p:cNvSpPr>
            <a:spLocks noGrp="1"/>
          </p:cNvSpPr>
          <p:nvPr>
            <p:ph type="title"/>
          </p:nvPr>
        </p:nvSpPr>
        <p:spPr/>
        <p:txBody>
          <a:bodyPr/>
          <a:lstStyle/>
          <a:p>
            <a:r>
              <a:rPr lang="en-US" altLang="ja-JP" dirty="0">
                <a:latin typeface="游明朝"/>
                <a:ea typeface="游明朝"/>
              </a:rPr>
              <a:t>6-5</a:t>
            </a:r>
            <a:r>
              <a:rPr lang="ja-JP" altLang="en-US">
                <a:latin typeface="游明朝"/>
                <a:ea typeface="游明朝"/>
              </a:rPr>
              <a:t>．貴社</a:t>
            </a:r>
            <a:r>
              <a:rPr kumimoji="1" lang="ja-JP" altLang="en-US">
                <a:latin typeface="游明朝"/>
                <a:ea typeface="游明朝"/>
              </a:rPr>
              <a:t>プロジェクトにおける主な派遣・準委任参画実績</a:t>
            </a:r>
          </a:p>
        </p:txBody>
      </p:sp>
      <p:sp>
        <p:nvSpPr>
          <p:cNvPr id="3" name="フッター プレースホルダー 3">
            <a:extLst>
              <a:ext uri="{FF2B5EF4-FFF2-40B4-BE49-F238E27FC236}">
                <a16:creationId xmlns:a16="http://schemas.microsoft.com/office/drawing/2014/main" id="{79C659F8-0B0A-2447-6154-EEAA1DE2E7E0}"/>
              </a:ext>
            </a:extLst>
          </p:cNvPr>
          <p:cNvSpPr>
            <a:spLocks noGrp="1"/>
          </p:cNvSpPr>
          <p:nvPr>
            <p:ph type="ftr" sz="quarter" idx="11"/>
          </p:nvPr>
        </p:nvSpPr>
        <p:spPr>
          <a:xfrm>
            <a:off x="3036000" y="6552000"/>
            <a:ext cx="6120000" cy="216000"/>
          </a:xfrm>
        </p:spPr>
        <p:txBody>
          <a:bodyPr/>
          <a:lstStyle/>
          <a:p>
            <a:r>
              <a:rPr lang="en-US" altLang="ja-JP"/>
              <a:t>Copyright © </a:t>
            </a:r>
            <a:r>
              <a:rPr lang="en-US" altLang="ja-JP" err="1"/>
              <a:t>SystemEXE,Inc</a:t>
            </a:r>
            <a:r>
              <a:rPr lang="en-US" altLang="ja-JP"/>
              <a:t> All Rights Reserved.</a:t>
            </a:r>
          </a:p>
        </p:txBody>
      </p:sp>
      <p:sp>
        <p:nvSpPr>
          <p:cNvPr id="5" name="スライド番号プレースホルダー 3">
            <a:extLst>
              <a:ext uri="{FF2B5EF4-FFF2-40B4-BE49-F238E27FC236}">
                <a16:creationId xmlns:a16="http://schemas.microsoft.com/office/drawing/2014/main" id="{FBCFA1A0-6C61-2C00-25FA-43F3CAFDA257}"/>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27</a:t>
            </a:fld>
            <a:endParaRPr kumimoji="1" lang="ja-JP" altLang="en-US" sz="700"/>
          </a:p>
        </p:txBody>
      </p:sp>
      <p:graphicFrame>
        <p:nvGraphicFramePr>
          <p:cNvPr id="4" name="表 4">
            <a:extLst>
              <a:ext uri="{FF2B5EF4-FFF2-40B4-BE49-F238E27FC236}">
                <a16:creationId xmlns:a16="http://schemas.microsoft.com/office/drawing/2014/main" id="{935529FD-45E0-889D-F8CA-D3A26146E78C}"/>
              </a:ext>
            </a:extLst>
          </p:cNvPr>
          <p:cNvGraphicFramePr>
            <a:graphicFrameLocks noGrp="1"/>
          </p:cNvGraphicFramePr>
          <p:nvPr>
            <p:extLst>
              <p:ext uri="{D42A27DB-BD31-4B8C-83A1-F6EECF244321}">
                <p14:modId xmlns:p14="http://schemas.microsoft.com/office/powerpoint/2010/main" val="3267135493"/>
              </p:ext>
            </p:extLst>
          </p:nvPr>
        </p:nvGraphicFramePr>
        <p:xfrm>
          <a:off x="576000" y="864000"/>
          <a:ext cx="11041200" cy="3708000"/>
        </p:xfrm>
        <a:graphic>
          <a:graphicData uri="http://schemas.openxmlformats.org/drawingml/2006/table">
            <a:tbl>
              <a:tblPr firstRow="1" bandRow="1">
                <a:tableStyleId>{5C22544A-7EE6-4342-B048-85BDC9FD1C3A}</a:tableStyleId>
              </a:tblPr>
              <a:tblGrid>
                <a:gridCol w="736080">
                  <a:extLst>
                    <a:ext uri="{9D8B030D-6E8A-4147-A177-3AD203B41FA5}">
                      <a16:colId xmlns:a16="http://schemas.microsoft.com/office/drawing/2014/main" val="788139100"/>
                    </a:ext>
                  </a:extLst>
                </a:gridCol>
                <a:gridCol w="7419544">
                  <a:extLst>
                    <a:ext uri="{9D8B030D-6E8A-4147-A177-3AD203B41FA5}">
                      <a16:colId xmlns:a16="http://schemas.microsoft.com/office/drawing/2014/main" val="3829192621"/>
                    </a:ext>
                  </a:extLst>
                </a:gridCol>
                <a:gridCol w="2885576">
                  <a:extLst>
                    <a:ext uri="{9D8B030D-6E8A-4147-A177-3AD203B41FA5}">
                      <a16:colId xmlns:a16="http://schemas.microsoft.com/office/drawing/2014/main" val="1020064100"/>
                    </a:ext>
                  </a:extLst>
                </a:gridCol>
              </a:tblGrid>
              <a:tr h="396000">
                <a:tc>
                  <a:txBody>
                    <a:bodyPr/>
                    <a:lstStyle/>
                    <a:p>
                      <a:pPr algn="ctr"/>
                      <a:r>
                        <a:rPr kumimoji="1" lang="en-US" altLang="ja-JP" sz="1400">
                          <a:latin typeface="+mn-ea"/>
                          <a:ea typeface="+mn-ea"/>
                        </a:rPr>
                        <a:t>#</a:t>
                      </a:r>
                      <a:endParaRPr kumimoji="1" lang="ja-JP" altLang="en-US" sz="1400">
                        <a:latin typeface="+mn-ea"/>
                        <a:ea typeface="+mn-ea"/>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kumimoji="1" lang="ja-JP" altLang="en-US" sz="1400">
                          <a:latin typeface="+mn-ea"/>
                          <a:ea typeface="+mn-ea"/>
                        </a:rPr>
                        <a:t>案件名</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kumimoji="1" lang="ja-JP" altLang="en-US" sz="1400">
                          <a:latin typeface="+mn-ea"/>
                          <a:ea typeface="+mn-ea"/>
                        </a:rPr>
                        <a:t>ご対応部署</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681146360"/>
                  </a:ext>
                </a:extLst>
              </a:tr>
              <a:tr h="396000">
                <a:tc>
                  <a:txBody>
                    <a:bodyPr/>
                    <a:lstStyle/>
                    <a:p>
                      <a:pPr algn="ctr"/>
                      <a:r>
                        <a:rPr kumimoji="1" lang="ja-JP" altLang="en-US" sz="1400">
                          <a:latin typeface="+mn-ea"/>
                          <a:ea typeface="+mn-ea"/>
                        </a:rPr>
                        <a:t>１</a:t>
                      </a:r>
                    </a:p>
                  </a:txBody>
                  <a:tcPr anchor="ctr">
                    <a:lnL w="12700" cmpd="sng">
                      <a:noFill/>
                    </a:lnL>
                    <a:lnR w="12700" cmpd="sng">
                      <a:noFill/>
                    </a:lnR>
                    <a:lnT w="381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統合マスタ基盤構築支援</a:t>
                      </a:r>
                    </a:p>
                  </a:txBody>
                  <a:tcPr anchor="ctr">
                    <a:lnL w="12700" cmpd="sng">
                      <a:noFill/>
                    </a:lnL>
                    <a:lnR w="12700" cmpd="sng">
                      <a:noFill/>
                    </a:lnR>
                    <a:lnT w="381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業務変革一課</a:t>
                      </a:r>
                    </a:p>
                  </a:txBody>
                  <a:tcPr anchor="ctr">
                    <a:lnL w="12700" cmpd="sng">
                      <a:noFill/>
                    </a:lnL>
                    <a:lnR w="12700" cmpd="sng">
                      <a:noFill/>
                    </a:lnR>
                    <a:lnT w="381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7974386"/>
                  </a:ext>
                </a:extLst>
              </a:tr>
              <a:tr h="396000">
                <a:tc>
                  <a:txBody>
                    <a:bodyPr/>
                    <a:lstStyle/>
                    <a:p>
                      <a:pPr algn="ctr"/>
                      <a:r>
                        <a:rPr kumimoji="1" lang="en-US" altLang="ja-JP" sz="1400">
                          <a:latin typeface="+mn-ea"/>
                          <a:ea typeface="+mn-ea"/>
                        </a:rPr>
                        <a:t>2</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燃料油</a:t>
                      </a:r>
                      <a:r>
                        <a:rPr kumimoji="1" lang="en-US" altLang="ja-JP" sz="1400">
                          <a:latin typeface="+mn-ea"/>
                          <a:ea typeface="+mn-ea"/>
                        </a:rPr>
                        <a:t>ADF</a:t>
                      </a:r>
                      <a:r>
                        <a:rPr kumimoji="1" lang="ja-JP" altLang="en-US" sz="1400">
                          <a:latin typeface="+mn-ea"/>
                          <a:ea typeface="+mn-ea"/>
                        </a:rPr>
                        <a:t>関連開発支援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業務変革一課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5560948"/>
                  </a:ext>
                </a:extLst>
              </a:tr>
              <a:tr h="396000">
                <a:tc>
                  <a:txBody>
                    <a:bodyPr/>
                    <a:lstStyle/>
                    <a:p>
                      <a:pPr algn="ctr"/>
                      <a:r>
                        <a:rPr kumimoji="1" lang="en-US" altLang="ja-JP" sz="1400">
                          <a:latin typeface="+mn-ea"/>
                          <a:ea typeface="+mn-ea"/>
                        </a:rPr>
                        <a:t>3</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latin typeface="+mn-ea"/>
                          <a:ea typeface="+mn-ea"/>
                        </a:rPr>
                        <a:t>Azure</a:t>
                      </a:r>
                      <a:r>
                        <a:rPr kumimoji="1" lang="ja-JP" altLang="en-US" sz="1400">
                          <a:latin typeface="+mn-ea"/>
                          <a:ea typeface="+mn-ea"/>
                        </a:rPr>
                        <a:t> </a:t>
                      </a:r>
                      <a:r>
                        <a:rPr kumimoji="1" lang="en-US" altLang="ja-JP" sz="1400">
                          <a:latin typeface="+mn-ea"/>
                          <a:ea typeface="+mn-ea"/>
                        </a:rPr>
                        <a:t>Synapse</a:t>
                      </a:r>
                      <a:r>
                        <a:rPr kumimoji="1" lang="ja-JP" altLang="en-US" sz="1400">
                          <a:latin typeface="+mn-ea"/>
                          <a:ea typeface="+mn-ea"/>
                        </a:rPr>
                        <a:t>基盤運用支援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1087585"/>
                  </a:ext>
                </a:extLst>
              </a:tr>
              <a:tr h="540000">
                <a:tc>
                  <a:txBody>
                    <a:bodyPr/>
                    <a:lstStyle/>
                    <a:p>
                      <a:pPr algn="ctr"/>
                      <a:r>
                        <a:rPr kumimoji="1" lang="en-US" altLang="ja-JP" sz="1400">
                          <a:latin typeface="+mn-ea"/>
                          <a:ea typeface="+mn-ea"/>
                        </a:rPr>
                        <a:t>4</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業務変革四課における開発・保守・運用に関わる業務</a:t>
                      </a:r>
                      <a:endParaRPr kumimoji="1" lang="en-US" altLang="ja-JP" sz="1400">
                        <a:latin typeface="+mn-ea"/>
                        <a:ea typeface="+mn-ea"/>
                      </a:endParaRPr>
                    </a:p>
                    <a:p>
                      <a:pPr algn="l"/>
                      <a:r>
                        <a:rPr kumimoji="1" lang="ja-JP" altLang="en-US" sz="1400">
                          <a:latin typeface="+mn-ea"/>
                          <a:ea typeface="+mn-ea"/>
                        </a:rPr>
                        <a:t>　</a:t>
                      </a:r>
                      <a:r>
                        <a:rPr kumimoji="1" lang="en-US" altLang="ja-JP" sz="1400">
                          <a:latin typeface="+mn-ea"/>
                          <a:ea typeface="+mn-ea"/>
                        </a:rPr>
                        <a:t>※</a:t>
                      </a:r>
                      <a:r>
                        <a:rPr kumimoji="1" lang="ja-JP" altLang="en-US" sz="1400">
                          <a:latin typeface="+mn-ea"/>
                          <a:ea typeface="+mn-ea"/>
                        </a:rPr>
                        <a:t>青井・河名・植木・滝田が貴社社員代替として従事</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4694972"/>
                  </a:ext>
                </a:extLst>
              </a:tr>
              <a:tr h="396000">
                <a:tc>
                  <a:txBody>
                    <a:bodyPr/>
                    <a:lstStyle/>
                    <a:p>
                      <a:pPr algn="ctr"/>
                      <a:r>
                        <a:rPr kumimoji="1" lang="en-US" altLang="ja-JP" sz="1400">
                          <a:latin typeface="+mn-ea"/>
                          <a:ea typeface="+mn-ea"/>
                        </a:rPr>
                        <a:t>5</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latin typeface="+mn-ea"/>
                          <a:ea typeface="+mn-ea"/>
                        </a:rPr>
                        <a:t>DX</a:t>
                      </a:r>
                      <a:r>
                        <a:rPr kumimoji="1" lang="ja-JP" altLang="en-US" sz="1400">
                          <a:latin typeface="+mn-ea"/>
                          <a:ea typeface="+mn-ea"/>
                        </a:rPr>
                        <a:t>業務支援、</a:t>
                      </a:r>
                      <a:r>
                        <a:rPr kumimoji="1" lang="en-US" altLang="ja-JP" sz="1400">
                          <a:latin typeface="+mn-ea"/>
                          <a:ea typeface="+mn-ea"/>
                        </a:rPr>
                        <a:t>SDM</a:t>
                      </a:r>
                      <a:r>
                        <a:rPr kumimoji="1" lang="ja-JP" altLang="en-US" sz="1400">
                          <a:latin typeface="+mn-ea"/>
                          <a:ea typeface="+mn-ea"/>
                        </a:rPr>
                        <a:t>くん新機能開発要員</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0386390"/>
                  </a:ext>
                </a:extLst>
              </a:tr>
              <a:tr h="396000">
                <a:tc>
                  <a:txBody>
                    <a:bodyPr/>
                    <a:lstStyle/>
                    <a:p>
                      <a:pPr algn="ctr"/>
                      <a:r>
                        <a:rPr kumimoji="1" lang="en-US" altLang="ja-JP" sz="1400">
                          <a:latin typeface="+mn-ea"/>
                          <a:ea typeface="+mn-ea"/>
                        </a:rPr>
                        <a:t>6</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デジタルプラットフォーム課業務支援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デジタルプラットフォーム課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193168"/>
                  </a:ext>
                </a:extLst>
              </a:tr>
              <a:tr h="396000">
                <a:tc>
                  <a:txBody>
                    <a:bodyPr/>
                    <a:lstStyle/>
                    <a:p>
                      <a:pPr algn="ctr"/>
                      <a:r>
                        <a:rPr kumimoji="1" lang="en-US" altLang="ja-JP" sz="1400">
                          <a:latin typeface="+mn-ea"/>
                          <a:ea typeface="+mn-ea"/>
                        </a:rPr>
                        <a:t>7</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生成</a:t>
                      </a:r>
                      <a:r>
                        <a:rPr kumimoji="1" lang="en-US" altLang="ja-JP" sz="1400">
                          <a:latin typeface="+mn-ea"/>
                          <a:ea typeface="+mn-ea"/>
                        </a:rPr>
                        <a:t>AI</a:t>
                      </a:r>
                      <a:r>
                        <a:rPr kumimoji="1" lang="ja-JP" altLang="en-US" sz="1400">
                          <a:latin typeface="+mn-ea"/>
                          <a:ea typeface="+mn-ea"/>
                        </a:rPr>
                        <a:t>に関するシステム開発支援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n-ea"/>
                          <a:ea typeface="+mn-ea"/>
                        </a:rPr>
                        <a:t>DX</a:t>
                      </a:r>
                      <a:r>
                        <a:rPr kumimoji="1" lang="ja-JP" altLang="en-US" sz="1400">
                          <a:latin typeface="+mn-ea"/>
                          <a:ea typeface="+mn-ea"/>
                        </a:rPr>
                        <a:t>技術戦略課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2743070"/>
                  </a:ext>
                </a:extLst>
              </a:tr>
              <a:tr h="396000">
                <a:tc>
                  <a:txBody>
                    <a:bodyPr/>
                    <a:lstStyle/>
                    <a:p>
                      <a:pPr algn="ctr"/>
                      <a:r>
                        <a:rPr kumimoji="1" lang="en-US" altLang="ja-JP" sz="1400">
                          <a:latin typeface="+mn-ea"/>
                          <a:ea typeface="+mn-ea"/>
                        </a:rPr>
                        <a:t>8</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操業システム革新グループ業務支援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生産技術センター</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793563"/>
                  </a:ext>
                </a:extLst>
              </a:tr>
            </a:tbl>
          </a:graphicData>
        </a:graphic>
      </p:graphicFrame>
    </p:spTree>
    <p:extLst>
      <p:ext uri="{BB962C8B-B14F-4D97-AF65-F5344CB8AC3E}">
        <p14:creationId xmlns:p14="http://schemas.microsoft.com/office/powerpoint/2010/main" val="28199551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1"/>
          </p:nvPr>
        </p:nvSpPr>
        <p:spPr/>
        <p:txBody>
          <a:bodyPr/>
          <a:lstStyle/>
          <a:p>
            <a:r>
              <a:rPr lang="en-US"/>
              <a:t>Copyright © SystemEXE,Inc All Rights Reserved.</a:t>
            </a:r>
          </a:p>
        </p:txBody>
      </p:sp>
      <p:sp>
        <p:nvSpPr>
          <p:cNvPr id="5" name="テキスト プレースホルダー 4"/>
          <p:cNvSpPr>
            <a:spLocks noGrp="1"/>
          </p:cNvSpPr>
          <p:nvPr>
            <p:ph type="body" sz="quarter" idx="13"/>
          </p:nvPr>
        </p:nvSpPr>
        <p:spPr/>
        <p:txBody>
          <a:bodyPr/>
          <a:lstStyle/>
          <a:p>
            <a:r>
              <a:rPr lang="ja-JP" altLang="en-US"/>
              <a:t>株式会社システムエグゼ</a:t>
            </a:r>
          </a:p>
        </p:txBody>
      </p:sp>
      <p:sp>
        <p:nvSpPr>
          <p:cNvPr id="6" name="テキスト プレースホルダー 5"/>
          <p:cNvSpPr>
            <a:spLocks noGrp="1"/>
          </p:cNvSpPr>
          <p:nvPr>
            <p:ph type="body" sz="quarter" idx="14"/>
          </p:nvPr>
        </p:nvSpPr>
        <p:spPr/>
        <p:txBody>
          <a:bodyPr/>
          <a:lstStyle/>
          <a:p>
            <a:r>
              <a:rPr lang="ja-JP" altLang="en-US"/>
              <a:t>担当：髙木義尚、髙浦祐朗</a:t>
            </a:r>
          </a:p>
        </p:txBody>
      </p:sp>
      <p:sp>
        <p:nvSpPr>
          <p:cNvPr id="7" name="テキスト プレースホルダー 6"/>
          <p:cNvSpPr>
            <a:spLocks noGrp="1"/>
          </p:cNvSpPr>
          <p:nvPr>
            <p:ph type="body" sz="quarter" idx="15"/>
          </p:nvPr>
        </p:nvSpPr>
        <p:spPr/>
        <p:txBody>
          <a:bodyPr/>
          <a:lstStyle/>
          <a:p>
            <a:r>
              <a:rPr lang="en-US" altLang="ja-JP"/>
              <a:t>TEL</a:t>
            </a:r>
            <a:r>
              <a:rPr lang="ja-JP" altLang="en-US"/>
              <a:t>：</a:t>
            </a:r>
            <a:r>
              <a:rPr lang="en-US" altLang="ja-JP"/>
              <a:t> 03-5299-5351</a:t>
            </a:r>
            <a:endParaRPr lang="ja-JP" altLang="en-US"/>
          </a:p>
        </p:txBody>
      </p:sp>
      <p:sp>
        <p:nvSpPr>
          <p:cNvPr id="8" name="テキスト プレースホルダー 7"/>
          <p:cNvSpPr>
            <a:spLocks noGrp="1"/>
          </p:cNvSpPr>
          <p:nvPr>
            <p:ph type="body" sz="quarter" idx="16"/>
          </p:nvPr>
        </p:nvSpPr>
        <p:spPr/>
        <p:txBody>
          <a:bodyPr/>
          <a:lstStyle/>
          <a:p>
            <a:r>
              <a:rPr lang="en-US" altLang="ja-JP"/>
              <a:t>Mail</a:t>
            </a:r>
            <a:r>
              <a:rPr lang="ja-JP" altLang="en-US"/>
              <a:t>：</a:t>
            </a:r>
            <a:r>
              <a:rPr lang="en-US" altLang="ja-JP"/>
              <a:t>yoshinao.takagi@system-exe.jp</a:t>
            </a:r>
          </a:p>
          <a:p>
            <a:r>
              <a:rPr lang="ja-JP" altLang="en-US"/>
              <a:t>　　　</a:t>
            </a:r>
            <a:r>
              <a:rPr lang="en-US" altLang="ja-JP"/>
              <a:t>masaaki.takaura@system-exe.jp</a:t>
            </a:r>
            <a:endParaRPr lang="ja-JP" altLang="en-US"/>
          </a:p>
        </p:txBody>
      </p:sp>
      <p:sp>
        <p:nvSpPr>
          <p:cNvPr id="9" name="テキスト プレースホルダー 8"/>
          <p:cNvSpPr>
            <a:spLocks noGrp="1"/>
          </p:cNvSpPr>
          <p:nvPr>
            <p:ph type="body" sz="quarter" idx="17"/>
          </p:nvPr>
        </p:nvSpPr>
        <p:spPr/>
        <p:txBody>
          <a:bodyPr/>
          <a:lstStyle/>
          <a:p>
            <a:r>
              <a:rPr kumimoji="1" lang="en-US" altLang="ja-JP"/>
              <a:t>URL</a:t>
            </a:r>
            <a:r>
              <a:rPr kumimoji="1" lang="ja-JP" altLang="en-US"/>
              <a:t>：</a:t>
            </a:r>
            <a:r>
              <a:rPr lang="en-US" altLang="ja-JP"/>
              <a:t>https://www.system-exe.co.jp</a:t>
            </a:r>
            <a:endParaRPr kumimoji="1" lang="ja-JP" altLang="en-US"/>
          </a:p>
        </p:txBody>
      </p:sp>
      <p:sp>
        <p:nvSpPr>
          <p:cNvPr id="10" name="テキスト プレースホルダー 9"/>
          <p:cNvSpPr>
            <a:spLocks noGrp="1"/>
          </p:cNvSpPr>
          <p:nvPr>
            <p:ph type="body" sz="quarter" idx="18"/>
          </p:nvPr>
        </p:nvSpPr>
        <p:spPr>
          <a:xfrm>
            <a:off x="1920000" y="4944000"/>
            <a:ext cx="3936000" cy="577569"/>
          </a:xfrm>
        </p:spPr>
        <p:txBody>
          <a:bodyPr/>
          <a:lstStyle/>
          <a:p>
            <a:r>
              <a:rPr lang="ja-JP" altLang="en-US"/>
              <a:t>〒</a:t>
            </a:r>
            <a:r>
              <a:rPr lang="en-US" altLang="ja-JP"/>
              <a:t>103-0022</a:t>
            </a:r>
          </a:p>
          <a:p>
            <a:r>
              <a:rPr lang="ja-JP" altLang="en-US"/>
              <a:t>東京都中央区日本橋室町三丁目４番４号</a:t>
            </a:r>
            <a:endParaRPr lang="en-US" altLang="ja-JP"/>
          </a:p>
          <a:p>
            <a:r>
              <a:rPr lang="ja-JP" altLang="en-US"/>
              <a:t>ＯＶＯＬ日本橋ビル７階</a:t>
            </a:r>
          </a:p>
        </p:txBody>
      </p:sp>
    </p:spTree>
    <p:extLst>
      <p:ext uri="{BB962C8B-B14F-4D97-AF65-F5344CB8AC3E}">
        <p14:creationId xmlns:p14="http://schemas.microsoft.com/office/powerpoint/2010/main" val="2405740042"/>
      </p:ext>
    </p:extLst>
  </p:cSld>
  <p:clrMapOvr>
    <a:masterClrMapping/>
  </p:clrMapOvr>
</p:sld>
</file>

<file path=ppt/theme/theme1.xml><?xml version="1.0" encoding="utf-8"?>
<a:theme xmlns:a="http://schemas.openxmlformats.org/drawingml/2006/main" name="Office テーマ">
  <a:themeElements>
    <a:clrScheme name="ペーパー">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b7644d4de02ded20394603be2720d07a">
  <xsd:schema xmlns:xsd="http://www.w3.org/2001/XMLSchema" xmlns:xs="http://www.w3.org/2001/XMLSchema" xmlns:p="http://schemas.microsoft.com/office/2006/metadata/properties" xmlns:ns2="2fd442da-66a9-4fa6-ba31-eb0d54ad1381" targetNamespace="http://schemas.microsoft.com/office/2006/metadata/properties" ma:root="true" ma:fieldsID="2cb02ba061cb2e2c8687b0626190540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6B460F5-A58E-476A-A48E-BDB354E063CC}">
  <ds:schemaRefs>
    <ds:schemaRef ds:uri="http://schemas.microsoft.com/sharepoint/v3/contenttype/forms"/>
  </ds:schemaRefs>
</ds:datastoreItem>
</file>

<file path=customXml/itemProps2.xml><?xml version="1.0" encoding="utf-8"?>
<ds:datastoreItem xmlns:ds="http://schemas.openxmlformats.org/officeDocument/2006/customXml" ds:itemID="{96D4756C-7B3C-4F66-935C-AB37B76449CD}">
  <ds:schemaRefs>
    <ds:schemaRef ds:uri="http://schemas.microsoft.com/office/2006/documentManagement/types"/>
    <ds:schemaRef ds:uri="http://schemas.openxmlformats.org/package/2006/metadata/core-properties"/>
    <ds:schemaRef ds:uri="http://purl.org/dc/dcmitype/"/>
    <ds:schemaRef ds:uri="http://schemas.microsoft.com/office/2006/metadata/properties"/>
    <ds:schemaRef ds:uri="http://www.w3.org/XML/1998/namespace"/>
    <ds:schemaRef ds:uri="http://purl.org/dc/elements/1.1/"/>
    <ds:schemaRef ds:uri="2fd442da-66a9-4fa6-ba31-eb0d54ad1381"/>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E6A36ABA-2685-402D-BDEE-89B997F5D663}">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10</TotalTime>
  <Words>3292</Words>
  <Application>Microsoft Office PowerPoint</Application>
  <PresentationFormat>ワイド画面</PresentationFormat>
  <Paragraphs>594</Paragraphs>
  <Slides>29</Slides>
  <Notes>9</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29</vt:i4>
      </vt:variant>
    </vt:vector>
  </HeadingPairs>
  <TitlesOfParts>
    <vt:vector size="39" baseType="lpstr">
      <vt:lpstr>Meiryo UI</vt:lpstr>
      <vt:lpstr>Yu Gothic</vt:lpstr>
      <vt:lpstr>Yu Gothic</vt:lpstr>
      <vt:lpstr>Yu Gothic Medium</vt:lpstr>
      <vt:lpstr>游ゴシック 本文</vt:lpstr>
      <vt:lpstr>游明朝</vt:lpstr>
      <vt:lpstr>Arial</vt:lpstr>
      <vt:lpstr>Calibri</vt:lpstr>
      <vt:lpstr>Wingdings</vt:lpstr>
      <vt:lpstr>Office テーマ</vt:lpstr>
      <vt:lpstr>PowerPoint プレゼンテーション</vt:lpstr>
      <vt:lpstr>PowerPoint プレゼンテーション</vt:lpstr>
      <vt:lpstr>目次</vt:lpstr>
      <vt:lpstr>ご提案のポイント</vt:lpstr>
      <vt:lpstr>1-1．背景・目的</vt:lpstr>
      <vt:lpstr>1-2．弊社の強み</vt:lpstr>
      <vt:lpstr>保守範囲</vt:lpstr>
      <vt:lpstr>2-1．システム構成</vt:lpstr>
      <vt:lpstr>2-2．Dify以外の機能一覧</vt:lpstr>
      <vt:lpstr>スケジュール</vt:lpstr>
      <vt:lpstr>3-1．スケジュール案</vt:lpstr>
      <vt:lpstr>3-2．引継ぎ計画</vt:lpstr>
      <vt:lpstr>推進体制</vt:lpstr>
      <vt:lpstr>4-1．コミュニケーションフロー</vt:lpstr>
      <vt:lpstr>4-2．会議体</vt:lpstr>
      <vt:lpstr>4-3．体制</vt:lpstr>
      <vt:lpstr>4-4．役割および責任・権限</vt:lpstr>
      <vt:lpstr>お見積り(運用・保守)</vt:lpstr>
      <vt:lpstr>5-1．概算お見積り（運用・保守）</vt:lpstr>
      <vt:lpstr>5-2．サポート内容</vt:lpstr>
      <vt:lpstr>5-3．スポット開発発生時のフロー</vt:lpstr>
      <vt:lpstr>5-4．お見積り前提条件</vt:lpstr>
      <vt:lpstr>弊社情報</vt:lpstr>
      <vt:lpstr>6-1．弊社概要①</vt:lpstr>
      <vt:lpstr>6-2．貴社プロジェクトにおける主な開発実績・規模</vt:lpstr>
      <vt:lpstr>6-3．貴社プロジェクトにおける主な開発実績</vt:lpstr>
      <vt:lpstr>6-4．貴社プロジェクトにおける主な運用保守実績</vt:lpstr>
      <vt:lpstr>6-5．貴社プロジェクトにおける主な派遣・準委任参画実績</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髙浦祐朗</cp:lastModifiedBy>
  <cp:revision>1</cp:revision>
  <dcterms:created xsi:type="dcterms:W3CDTF">2021-02-05T06:36:21Z</dcterms:created>
  <dcterms:modified xsi:type="dcterms:W3CDTF">2025-12-16T04:28:03Z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