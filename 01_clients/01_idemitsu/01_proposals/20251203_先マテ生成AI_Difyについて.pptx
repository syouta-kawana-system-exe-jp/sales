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1" r:id="rId4"/>
  </p:sldMasterIdLst>
  <p:notesMasterIdLst>
    <p:notesMasterId r:id="rId9"/>
  </p:notesMasterIdLst>
  <p:sldIdLst>
    <p:sldId id="2147477382" r:id="rId5"/>
    <p:sldId id="2147477388" r:id="rId6"/>
    <p:sldId id="2147477375" r:id="rId7"/>
    <p:sldId id="2147477389" r:id="rId8"/>
  </p:sldIdLst>
  <p:sldSz cx="24384000" cy="13716000"/>
  <p:notesSz cx="6858000" cy="9144000"/>
  <p:custDataLst>
    <p:tags r:id="rId10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25" userDrawn="1">
          <p15:clr>
            <a:srgbClr val="A4A3A4"/>
          </p15:clr>
        </p15:guide>
        <p15:guide id="2" pos="513" userDrawn="1">
          <p15:clr>
            <a:srgbClr val="A4A3A4"/>
          </p15:clr>
        </p15:guide>
        <p15:guide id="3" pos="148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作成者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00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052D"/>
    <a:srgbClr val="FFFF00"/>
    <a:srgbClr val="FDADBC"/>
    <a:srgbClr val="FCF7F7"/>
    <a:srgbClr val="FFFFFF"/>
    <a:srgbClr val="F7EFD5"/>
    <a:srgbClr val="F0FCE3"/>
    <a:srgbClr val="E4EBF7"/>
    <a:srgbClr val="D8E5F8"/>
    <a:srgbClr val="606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8B66A9-DBF9-4F59-B387-834A1D7F0764}" v="31" dt="2025-12-03T08:45:21.70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25400" cap="flat">
              <a:noFill/>
              <a:miter lim="400000"/>
            </a:ln>
          </a:top>
          <a:bottom>
            <a:ln w="25400" cap="flat">
              <a:noFill/>
              <a:miter lim="400000"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25400" cap="flat">
              <a:noFill/>
              <a:miter lim="400000"/>
            </a:ln>
          </a:top>
          <a:bottom>
            <a:ln w="25400" cap="flat">
              <a:noFill/>
              <a:miter lim="400000"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101600" cap="flat">
              <a:solidFill>
                <a:srgbClr val="000000"/>
              </a:solidFill>
              <a:prstDash val="solid"/>
              <a:round/>
            </a:ln>
          </a:top>
          <a:bottom>
            <a:ln w="508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508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76200" cap="flat">
              <a:solidFill>
                <a:srgbClr val="FFFFFF"/>
              </a:solidFill>
              <a:prstDash val="solid"/>
              <a:round/>
            </a:ln>
          </a:top>
          <a:bottom>
            <a:ln w="254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FFFFFF"/>
      </a:tcTxStyle>
      <a:tcStyle>
        <a:tcBdr>
          <a:left>
            <a:ln w="25400" cap="flat">
              <a:solidFill>
                <a:srgbClr val="FFFFFF"/>
              </a:solidFill>
              <a:prstDash val="solid"/>
              <a:round/>
            </a:ln>
          </a:left>
          <a:right>
            <a:ln w="25400" cap="flat">
              <a:solidFill>
                <a:srgbClr val="FFFFFF"/>
              </a:solidFill>
              <a:prstDash val="solid"/>
              <a:round/>
            </a:ln>
          </a:right>
          <a:top>
            <a:ln w="25400" cap="flat">
              <a:solidFill>
                <a:srgbClr val="FFFFFF"/>
              </a:solidFill>
              <a:prstDash val="solid"/>
              <a:round/>
            </a:ln>
          </a:top>
          <a:bottom>
            <a:ln w="76200" cap="flat">
              <a:solidFill>
                <a:srgbClr val="FFFFFF"/>
              </a:solidFill>
              <a:prstDash val="solid"/>
              <a:round/>
            </a:ln>
          </a:bottom>
          <a:insideH>
            <a:ln w="25400" cap="flat">
              <a:solidFill>
                <a:srgbClr val="FFFFFF"/>
              </a:solidFill>
              <a:prstDash val="solid"/>
              <a:round/>
            </a:ln>
          </a:insideH>
          <a:insideV>
            <a:ln w="254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1016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25400" cap="flat">
              <a:solidFill>
                <a:srgbClr val="000000"/>
              </a:solidFill>
              <a:prstDash val="solid"/>
              <a:round/>
            </a:ln>
          </a:left>
          <a:right>
            <a:ln w="25400" cap="flat">
              <a:solidFill>
                <a:srgbClr val="000000"/>
              </a:solidFill>
              <a:prstDash val="solid"/>
              <a:round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50800" cap="flat">
              <a:solidFill>
                <a:srgbClr val="000000"/>
              </a:solidFill>
              <a:prstDash val="solid"/>
              <a:round/>
            </a:ln>
          </a:bottom>
          <a:insideH>
            <a:ln w="25400" cap="flat">
              <a:solidFill>
                <a:srgbClr val="000000"/>
              </a:solidFill>
              <a:prstDash val="solid"/>
              <a:round/>
            </a:ln>
          </a:insideH>
          <a:insideV>
            <a:ln w="254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テーマ スタイル 1 - アクセント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テーマ スタイル 1 - アクセント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69C7853C-536D-4A76-A0AE-DD22124D55A5}" styleName="テーマ スタイル 1 - アクセント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3C2FFA5D-87B4-456A-9821-1D502468CF0F}" styleName="テーマ スタイル 1 - アクセント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F5AB1C69-6EDB-4FF4-983F-18BD219EF322}" styleName="中間スタイル 2 - アクセント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淡色スタイル 3 - アクセント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284E427A-3D55-4303-BF80-6455036E1DE7}" styleName="テーマ スタイル 1 - アクセント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5BE263C-DBD7-4A20-BB59-AAB30ACAA65A}" styleName="中間スタイル 3 - アクセント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D7AC3CCA-C797-4891-BE02-D94E43425B78}" styleName="スタイル (中間)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01" autoAdjust="0"/>
    <p:restoredTop sz="78620" autoAdjust="0"/>
  </p:normalViewPr>
  <p:slideViewPr>
    <p:cSldViewPr snapToGrid="0">
      <p:cViewPr varScale="1">
        <p:scale>
          <a:sx n="52" d="100"/>
          <a:sy n="52" d="100"/>
        </p:scale>
        <p:origin x="576" y="276"/>
      </p:cViewPr>
      <p:guideLst>
        <p:guide orient="horz" pos="1825"/>
        <p:guide pos="513"/>
        <p:guide pos="1482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17" Type="http://schemas.microsoft.com/office/2018/10/relationships/authors" Target="authors.xml"/><Relationship Id="rId2" Type="http://schemas.openxmlformats.org/officeDocument/2006/relationships/customXml" Target="../customXml/item2.xml"/><Relationship Id="rId16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tags" Target="tags/tag1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game, Shinya(ﾃﾞｼﾞﾀﾙ･ICT推進部DX技術戦略課_出光興産)" userId="13707309785_tp_box_2" providerId="OAuth2" clId="{458E8CB3-CE5A-4A79-9A73-FE7DE4D03487}"/>
    <pc:docChg chg="modSld">
      <pc:chgData name="Kogame, Shinya(ﾃﾞｼﾞﾀﾙ･ICT推進部DX技術戦略課_出光興産)" userId="13707309785_tp_box_2" providerId="OAuth2" clId="{458E8CB3-CE5A-4A79-9A73-FE7DE4D03487}" dt="2025-06-15T23:29:34.054" v="2" actId="20577"/>
      <pc:docMkLst>
        <pc:docMk/>
      </pc:docMkLst>
      <pc:sldChg chg="modSp mod">
        <pc:chgData name="Kogame, Shinya(ﾃﾞｼﾞﾀﾙ･ICT推進部DX技術戦略課_出光興産)" userId="13707309785_tp_box_2" providerId="OAuth2" clId="{458E8CB3-CE5A-4A79-9A73-FE7DE4D03487}" dt="2025-06-15T23:29:34.054" v="2" actId="20577"/>
        <pc:sldMkLst>
          <pc:docMk/>
          <pc:sldMk cId="2229319540" sldId="2147477338"/>
        </pc:sldMkLst>
      </pc:sldChg>
    </pc:docChg>
  </pc:docChgLst>
  <pc:docChgLst>
    <pc:chgData name="Kogame, Shinya(ﾃﾞｼﾞﾀﾙ･ICT推進部DX技術戦略課_出光興産)" userId="13707309785_tp_box_2" providerId="OAuth2" clId="{63EA000C-FEAF-43EF-AB71-D1C521D63876}"/>
    <pc:docChg chg="undo custSel addSld delSld modSld sldOrd">
      <pc:chgData name="Kogame, Shinya(ﾃﾞｼﾞﾀﾙ･ICT推進部DX技術戦略課_出光興産)" userId="13707309785_tp_box_2" providerId="OAuth2" clId="{63EA000C-FEAF-43EF-AB71-D1C521D63876}" dt="2025-06-15T22:16:02.069" v="1914" actId="403"/>
      <pc:docMkLst>
        <pc:docMk/>
      </pc:docMkLst>
      <pc:sldChg chg="addSp modSp add del">
        <pc:chgData name="Kogame, Shinya(ﾃﾞｼﾞﾀﾙ･ICT推進部DX技術戦略課_出光興産)" userId="13707309785_tp_box_2" providerId="OAuth2" clId="{63EA000C-FEAF-43EF-AB71-D1C521D63876}" dt="2025-06-15T21:20:26.486" v="47" actId="47"/>
        <pc:sldMkLst>
          <pc:docMk/>
          <pc:sldMk cId="2374224497" sldId="369"/>
        </pc:sldMkLst>
      </pc:sldChg>
      <pc:sldChg chg="add del">
        <pc:chgData name="Kogame, Shinya(ﾃﾞｼﾞﾀﾙ･ICT推進部DX技術戦略課_出光興産)" userId="13707309785_tp_box_2" providerId="OAuth2" clId="{63EA000C-FEAF-43EF-AB71-D1C521D63876}" dt="2025-06-15T21:20:26.486" v="47" actId="47"/>
        <pc:sldMkLst>
          <pc:docMk/>
          <pc:sldMk cId="1742129920" sldId="370"/>
        </pc:sldMkLst>
      </pc:sldChg>
      <pc:sldChg chg="del">
        <pc:chgData name="Kogame, Shinya(ﾃﾞｼﾞﾀﾙ･ICT推進部DX技術戦略課_出光興産)" userId="13707309785_tp_box_2" providerId="OAuth2" clId="{63EA000C-FEAF-43EF-AB71-D1C521D63876}" dt="2025-06-15T21:34:05.173" v="631" actId="2696"/>
        <pc:sldMkLst>
          <pc:docMk/>
          <pc:sldMk cId="749610003" sldId="2147477337"/>
        </pc:sldMkLst>
      </pc:sldChg>
      <pc:sldChg chg="modSp mod">
        <pc:chgData name="Kogame, Shinya(ﾃﾞｼﾞﾀﾙ･ICT推進部DX技術戦略課_出光興産)" userId="13707309785_tp_box_2" providerId="OAuth2" clId="{63EA000C-FEAF-43EF-AB71-D1C521D63876}" dt="2025-06-15T21:30:37.592" v="485" actId="20577"/>
        <pc:sldMkLst>
          <pc:docMk/>
          <pc:sldMk cId="2229319540" sldId="2147477338"/>
        </pc:sldMkLst>
      </pc:sldChg>
      <pc:sldChg chg="modSp mod">
        <pc:chgData name="Kogame, Shinya(ﾃﾞｼﾞﾀﾙ･ICT推進部DX技術戦略課_出光興産)" userId="13707309785_tp_box_2" providerId="OAuth2" clId="{63EA000C-FEAF-43EF-AB71-D1C521D63876}" dt="2025-06-15T22:08:24.989" v="1452" actId="404"/>
        <pc:sldMkLst>
          <pc:docMk/>
          <pc:sldMk cId="3317704549" sldId="2147477339"/>
        </pc:sldMkLst>
      </pc:sldChg>
      <pc:sldChg chg="modSp mod">
        <pc:chgData name="Kogame, Shinya(ﾃﾞｼﾞﾀﾙ･ICT推進部DX技術戦略課_出光興産)" userId="13707309785_tp_box_2" providerId="OAuth2" clId="{63EA000C-FEAF-43EF-AB71-D1C521D63876}" dt="2025-06-15T22:08:16.299" v="1450" actId="404"/>
        <pc:sldMkLst>
          <pc:docMk/>
          <pc:sldMk cId="2601158274" sldId="2147477340"/>
        </pc:sldMkLst>
      </pc:sldChg>
      <pc:sldChg chg="modSp mod">
        <pc:chgData name="Kogame, Shinya(ﾃﾞｼﾞﾀﾙ･ICT推進部DX技術戦略課_出光興産)" userId="13707309785_tp_box_2" providerId="OAuth2" clId="{63EA000C-FEAF-43EF-AB71-D1C521D63876}" dt="2025-06-15T21:30:45.066" v="486" actId="6549"/>
        <pc:sldMkLst>
          <pc:docMk/>
          <pc:sldMk cId="3068012839" sldId="2147477341"/>
        </pc:sldMkLst>
      </pc:sldChg>
      <pc:sldChg chg="ord">
        <pc:chgData name="Kogame, Shinya(ﾃﾞｼﾞﾀﾙ･ICT推進部DX技術戦略課_出光興産)" userId="13707309785_tp_box_2" providerId="OAuth2" clId="{63EA000C-FEAF-43EF-AB71-D1C521D63876}" dt="2025-06-15T21:33:53.227" v="630"/>
        <pc:sldMkLst>
          <pc:docMk/>
          <pc:sldMk cId="341210457" sldId="2147477342"/>
        </pc:sldMkLst>
      </pc:sldChg>
      <pc:sldChg chg="ord">
        <pc:chgData name="Kogame, Shinya(ﾃﾞｼﾞﾀﾙ･ICT推進部DX技術戦略課_出光興産)" userId="13707309785_tp_box_2" providerId="OAuth2" clId="{63EA000C-FEAF-43EF-AB71-D1C521D63876}" dt="2025-06-15T21:33:53.227" v="630"/>
        <pc:sldMkLst>
          <pc:docMk/>
          <pc:sldMk cId="3918159370" sldId="2147477343"/>
        </pc:sldMkLst>
      </pc:sldChg>
      <pc:sldChg chg="addSp delSp modSp mod">
        <pc:chgData name="Kogame, Shinya(ﾃﾞｼﾞﾀﾙ･ICT推進部DX技術戦略課_出光興産)" userId="13707309785_tp_box_2" providerId="OAuth2" clId="{63EA000C-FEAF-43EF-AB71-D1C521D63876}" dt="2025-06-15T21:35:04.545" v="645" actId="207"/>
        <pc:sldMkLst>
          <pc:docMk/>
          <pc:sldMk cId="2369940363" sldId="2147477346"/>
        </pc:sldMkLst>
      </pc:sldChg>
      <pc:sldChg chg="addSp modSp mod">
        <pc:chgData name="Kogame, Shinya(ﾃﾞｼﾞﾀﾙ･ICT推進部DX技術戦略課_出光興産)" userId="13707309785_tp_box_2" providerId="OAuth2" clId="{63EA000C-FEAF-43EF-AB71-D1C521D63876}" dt="2025-06-15T21:22:10.230" v="181" actId="6549"/>
        <pc:sldMkLst>
          <pc:docMk/>
          <pc:sldMk cId="2916458033" sldId="2147477349"/>
        </pc:sldMkLst>
      </pc:sldChg>
      <pc:sldChg chg="modSp mod">
        <pc:chgData name="Kogame, Shinya(ﾃﾞｼﾞﾀﾙ･ICT推進部DX技術戦略課_出光興産)" userId="13707309785_tp_box_2" providerId="OAuth2" clId="{63EA000C-FEAF-43EF-AB71-D1C521D63876}" dt="2025-06-15T21:38:30.491" v="888" actId="6549"/>
        <pc:sldMkLst>
          <pc:docMk/>
          <pc:sldMk cId="3494301853" sldId="2147477350"/>
        </pc:sldMkLst>
      </pc:sldChg>
      <pc:sldChg chg="modSp mod">
        <pc:chgData name="Kogame, Shinya(ﾃﾞｼﾞﾀﾙ･ICT推進部DX技術戦略課_出光興産)" userId="13707309785_tp_box_2" providerId="OAuth2" clId="{63EA000C-FEAF-43EF-AB71-D1C521D63876}" dt="2025-06-15T21:38:36.139" v="889" actId="6549"/>
        <pc:sldMkLst>
          <pc:docMk/>
          <pc:sldMk cId="3075582387" sldId="2147477351"/>
        </pc:sldMkLst>
      </pc:sldChg>
      <pc:sldChg chg="addSp modSp mod">
        <pc:chgData name="Kogame, Shinya(ﾃﾞｼﾞﾀﾙ･ICT推進部DX技術戦略課_出光興産)" userId="13707309785_tp_box_2" providerId="OAuth2" clId="{63EA000C-FEAF-43EF-AB71-D1C521D63876}" dt="2025-06-15T21:19:13.851" v="30" actId="14100"/>
        <pc:sldMkLst>
          <pc:docMk/>
          <pc:sldMk cId="1078420586" sldId="2147477352"/>
        </pc:sldMkLst>
      </pc:sldChg>
      <pc:sldChg chg="addSp delSp modSp mod">
        <pc:chgData name="Kogame, Shinya(ﾃﾞｼﾞﾀﾙ･ICT推進部DX技術戦略課_出光興産)" userId="13707309785_tp_box_2" providerId="OAuth2" clId="{63EA000C-FEAF-43EF-AB71-D1C521D63876}" dt="2025-06-15T21:33:32.347" v="628" actId="20577"/>
        <pc:sldMkLst>
          <pc:docMk/>
          <pc:sldMk cId="2447376155" sldId="2147477353"/>
        </pc:sldMkLst>
      </pc:sldChg>
      <pc:sldChg chg="addSp delSp modSp mod">
        <pc:chgData name="Kogame, Shinya(ﾃﾞｼﾞﾀﾙ･ICT推進部DX技術戦略課_出光興産)" userId="13707309785_tp_box_2" providerId="OAuth2" clId="{63EA000C-FEAF-43EF-AB71-D1C521D63876}" dt="2025-06-15T22:16:02.069" v="1914" actId="403"/>
        <pc:sldMkLst>
          <pc:docMk/>
          <pc:sldMk cId="2199917679" sldId="2147477354"/>
        </pc:sldMkLst>
      </pc:sldChg>
      <pc:sldChg chg="addSp delSp modSp new mod">
        <pc:chgData name="Kogame, Shinya(ﾃﾞｼﾞﾀﾙ･ICT推進部DX技術戦略課_出光興産)" userId="13707309785_tp_box_2" providerId="OAuth2" clId="{63EA000C-FEAF-43EF-AB71-D1C521D63876}" dt="2025-06-15T21:20:14.618" v="46" actId="1076"/>
        <pc:sldMkLst>
          <pc:docMk/>
          <pc:sldMk cId="2396393341" sldId="2147477355"/>
        </pc:sldMkLst>
      </pc:sldChg>
      <pc:sldChg chg="addSp delSp modSp new mod">
        <pc:chgData name="Kogame, Shinya(ﾃﾞｼﾞﾀﾙ･ICT推進部DX技術戦略課_出光興産)" userId="13707309785_tp_box_2" providerId="OAuth2" clId="{63EA000C-FEAF-43EF-AB71-D1C521D63876}" dt="2025-06-15T21:20:01.424" v="42" actId="1076"/>
        <pc:sldMkLst>
          <pc:docMk/>
          <pc:sldMk cId="735645804" sldId="2147477356"/>
        </pc:sldMkLst>
      </pc:sldChg>
      <pc:sldChg chg="addSp modSp new mod">
        <pc:chgData name="Kogame, Shinya(ﾃﾞｼﾞﾀﾙ･ICT推進部DX技術戦略課_出光興産)" userId="13707309785_tp_box_2" providerId="OAuth2" clId="{63EA000C-FEAF-43EF-AB71-D1C521D63876}" dt="2025-06-15T21:49:07.827" v="1447" actId="20577"/>
        <pc:sldMkLst>
          <pc:docMk/>
          <pc:sldMk cId="1324954379" sldId="2147477357"/>
        </pc:sldMkLst>
      </pc:sldChg>
      <pc:sldChg chg="addSp delSp modSp add mod">
        <pc:chgData name="Kogame, Shinya(ﾃﾞｼﾞﾀﾙ･ICT推進部DX技術戦略課_出光興産)" userId="13707309785_tp_box_2" providerId="OAuth2" clId="{63EA000C-FEAF-43EF-AB71-D1C521D63876}" dt="2025-06-15T21:30:16.781" v="476" actId="207"/>
        <pc:sldMkLst>
          <pc:docMk/>
          <pc:sldMk cId="797857193" sldId="2147477358"/>
        </pc:sldMkLst>
      </pc:sldChg>
      <pc:sldChg chg="modSp add mod">
        <pc:chgData name="Kogame, Shinya(ﾃﾞｼﾞﾀﾙ･ICT推進部DX技術戦略課_出光興産)" userId="13707309785_tp_box_2" providerId="OAuth2" clId="{63EA000C-FEAF-43EF-AB71-D1C521D63876}" dt="2025-06-15T22:09:55.797" v="1554" actId="20577"/>
        <pc:sldMkLst>
          <pc:docMk/>
          <pc:sldMk cId="4000304826" sldId="2147477359"/>
        </pc:sldMkLst>
      </pc:sldChg>
    </pc:docChg>
  </pc:docChgLst>
  <pc:docChgLst>
    <pc:chgData name="Kogame, Shinya(ﾃﾞｼﾞﾀﾙ･ICT推進部DX技術戦略課_出光興産)" userId="13707309785_tp_box_2" providerId="OAuth2" clId="{C07A110B-1ACC-4B29-AAB6-E83044179844}"/>
    <pc:docChg chg="custSel addSld delSld modSld sldOrd">
      <pc:chgData name="Kogame, Shinya(ﾃﾞｼﾞﾀﾙ･ICT推進部DX技術戦略課_出光興産)" userId="13707309785_tp_box_2" providerId="OAuth2" clId="{C07A110B-1ACC-4B29-AAB6-E83044179844}" dt="2025-06-13T05:03:12.747" v="384" actId="113"/>
      <pc:docMkLst>
        <pc:docMk/>
      </pc:docMkLst>
      <pc:sldChg chg="del">
        <pc:chgData name="Kogame, Shinya(ﾃﾞｼﾞﾀﾙ･ICT推進部DX技術戦略課_出光興産)" userId="13707309785_tp_box_2" providerId="OAuth2" clId="{C07A110B-1ACC-4B29-AAB6-E83044179844}" dt="2025-06-13T04:53:35.557" v="82" actId="47"/>
        <pc:sldMkLst>
          <pc:docMk/>
          <pc:sldMk cId="2488158764" sldId="2147477344"/>
        </pc:sldMkLst>
      </pc:sldChg>
      <pc:sldChg chg="modSp mod">
        <pc:chgData name="Kogame, Shinya(ﾃﾞｼﾞﾀﾙ･ICT推進部DX技術戦略課_出光興産)" userId="13707309785_tp_box_2" providerId="OAuth2" clId="{C07A110B-1ACC-4B29-AAB6-E83044179844}" dt="2025-06-13T04:59:44.084" v="264" actId="1076"/>
        <pc:sldMkLst>
          <pc:docMk/>
          <pc:sldMk cId="384152357" sldId="2147477345"/>
        </pc:sldMkLst>
      </pc:sldChg>
      <pc:sldChg chg="addSp delSp modSp mod">
        <pc:chgData name="Kogame, Shinya(ﾃﾞｼﾞﾀﾙ･ICT推進部DX技術戦略課_出光興産)" userId="13707309785_tp_box_2" providerId="OAuth2" clId="{C07A110B-1ACC-4B29-AAB6-E83044179844}" dt="2025-06-13T04:56:22.688" v="241" actId="6549"/>
        <pc:sldMkLst>
          <pc:docMk/>
          <pc:sldMk cId="2369940363" sldId="2147477346"/>
        </pc:sldMkLst>
      </pc:sldChg>
      <pc:sldChg chg="modSp mod">
        <pc:chgData name="Kogame, Shinya(ﾃﾞｼﾞﾀﾙ･ICT推進部DX技術戦略課_出光興産)" userId="13707309785_tp_box_2" providerId="OAuth2" clId="{C07A110B-1ACC-4B29-AAB6-E83044179844}" dt="2025-06-13T05:03:05.593" v="383" actId="113"/>
        <pc:sldMkLst>
          <pc:docMk/>
          <pc:sldMk cId="3494301853" sldId="2147477350"/>
        </pc:sldMkLst>
      </pc:sldChg>
      <pc:sldChg chg="delSp modSp mod">
        <pc:chgData name="Kogame, Shinya(ﾃﾞｼﾞﾀﾙ･ICT推進部DX技術戦略課_出光興産)" userId="13707309785_tp_box_2" providerId="OAuth2" clId="{C07A110B-1ACC-4B29-AAB6-E83044179844}" dt="2025-06-13T05:03:12.747" v="384" actId="113"/>
        <pc:sldMkLst>
          <pc:docMk/>
          <pc:sldMk cId="3075582387" sldId="2147477351"/>
        </pc:sldMkLst>
      </pc:sldChg>
      <pc:sldChg chg="modSp new mod ord">
        <pc:chgData name="Kogame, Shinya(ﾃﾞｼﾞﾀﾙ･ICT推進部DX技術戦略課_出光興産)" userId="13707309785_tp_box_2" providerId="OAuth2" clId="{C07A110B-1ACC-4B29-AAB6-E83044179844}" dt="2025-06-13T04:58:47.182" v="243" actId="404"/>
        <pc:sldMkLst>
          <pc:docMk/>
          <pc:sldMk cId="1078420586" sldId="2147477352"/>
        </pc:sldMkLst>
      </pc:sldChg>
      <pc:sldChg chg="modSp new mod ord">
        <pc:chgData name="Kogame, Shinya(ﾃﾞｼﾞﾀﾙ･ICT推進部DX技術戦略課_出光興産)" userId="13707309785_tp_box_2" providerId="OAuth2" clId="{C07A110B-1ACC-4B29-AAB6-E83044179844}" dt="2025-06-13T04:58:54.217" v="245" actId="404"/>
        <pc:sldMkLst>
          <pc:docMk/>
          <pc:sldMk cId="2447376155" sldId="2147477353"/>
        </pc:sldMkLst>
      </pc:sldChg>
      <pc:sldChg chg="addSp modSp add mod">
        <pc:chgData name="Kogame, Shinya(ﾃﾞｼﾞﾀﾙ･ICT推進部DX技術戦略課_出光興産)" userId="13707309785_tp_box_2" providerId="OAuth2" clId="{C07A110B-1ACC-4B29-AAB6-E83044179844}" dt="2025-06-13T05:01:55.262" v="382" actId="948"/>
        <pc:sldMkLst>
          <pc:docMk/>
          <pc:sldMk cId="2199917679" sldId="2147477354"/>
        </pc:sldMkLst>
      </pc:sldChg>
    </pc:docChg>
  </pc:docChgLst>
  <pc:docChgLst>
    <pc:chgData name="Kogame, Shinya(ﾃﾞｼﾞﾀﾙ･ICT推進部DX技術戦略課_出光興産)" userId="13707309785_tp_box_2" providerId="OAuth2" clId="{A93CF2A0-2E20-40F9-AFEE-18BC3695B679}"/>
    <pc:docChg chg="delSld modSld">
      <pc:chgData name="Kogame, Shinya(ﾃﾞｼﾞﾀﾙ･ICT推進部DX技術戦略課_出光興産)" userId="13707309785_tp_box_2" providerId="OAuth2" clId="{A93CF2A0-2E20-40F9-AFEE-18BC3695B679}" dt="2025-07-17T00:25:06.016" v="14" actId="20577"/>
      <pc:docMkLst>
        <pc:docMk/>
      </pc:docMkLst>
      <pc:sldChg chg="modSp mod">
        <pc:chgData name="Kogame, Shinya(ﾃﾞｼﾞﾀﾙ･ICT推進部DX技術戦略課_出光興産)" userId="13707309785_tp_box_2" providerId="OAuth2" clId="{A93CF2A0-2E20-40F9-AFEE-18BC3695B679}" dt="2025-07-17T00:25:06.016" v="14" actId="20577"/>
        <pc:sldMkLst>
          <pc:docMk/>
          <pc:sldMk cId="3068012839" sldId="2147477341"/>
        </pc:sldMkLst>
      </pc:sldChg>
      <pc:sldChg chg="del">
        <pc:chgData name="Kogame, Shinya(ﾃﾞｼﾞﾀﾙ･ICT推進部DX技術戦略課_出光興産)" userId="13707309785_tp_box_2" providerId="OAuth2" clId="{A93CF2A0-2E20-40F9-AFEE-18BC3695B679}" dt="2025-07-17T00:24:37.778" v="0" actId="47"/>
        <pc:sldMkLst>
          <pc:docMk/>
          <pc:sldMk cId="2369940363" sldId="2147477346"/>
        </pc:sldMkLst>
      </pc:sldChg>
      <pc:sldChg chg="del">
        <pc:chgData name="Kogame, Shinya(ﾃﾞｼﾞﾀﾙ･ICT推進部DX技術戦略課_出光興産)" userId="13707309785_tp_box_2" providerId="OAuth2" clId="{A93CF2A0-2E20-40F9-AFEE-18BC3695B679}" dt="2025-07-17T00:24:37.778" v="0" actId="47"/>
        <pc:sldMkLst>
          <pc:docMk/>
          <pc:sldMk cId="3075582387" sldId="2147477351"/>
        </pc:sldMkLst>
      </pc:sldChg>
      <pc:sldChg chg="del">
        <pc:chgData name="Kogame, Shinya(ﾃﾞｼﾞﾀﾙ･ICT推進部DX技術戦略課_出光興産)" userId="13707309785_tp_box_2" providerId="OAuth2" clId="{A93CF2A0-2E20-40F9-AFEE-18BC3695B679}" dt="2025-07-17T00:24:37.778" v="0" actId="47"/>
        <pc:sldMkLst>
          <pc:docMk/>
          <pc:sldMk cId="2199917679" sldId="2147477354"/>
        </pc:sldMkLst>
      </pc:sldChg>
      <pc:sldChg chg="del">
        <pc:chgData name="Kogame, Shinya(ﾃﾞｼﾞﾀﾙ･ICT推進部DX技術戦略課_出光興産)" userId="13707309785_tp_box_2" providerId="OAuth2" clId="{A93CF2A0-2E20-40F9-AFEE-18BC3695B679}" dt="2025-07-17T00:24:37.778" v="0" actId="47"/>
        <pc:sldMkLst>
          <pc:docMk/>
          <pc:sldMk cId="4000304826" sldId="2147477359"/>
        </pc:sldMkLst>
      </pc:sldChg>
      <pc:sldChg chg="del">
        <pc:chgData name="Kogame, Shinya(ﾃﾞｼﾞﾀﾙ･ICT推進部DX技術戦略課_出光興産)" userId="13707309785_tp_box_2" providerId="OAuth2" clId="{A93CF2A0-2E20-40F9-AFEE-18BC3695B679}" dt="2025-07-17T00:24:37.778" v="0" actId="47"/>
        <pc:sldMkLst>
          <pc:docMk/>
          <pc:sldMk cId="3745690696" sldId="2147477360"/>
        </pc:sldMkLst>
      </pc:sldChg>
      <pc:sldChg chg="modSp mod">
        <pc:chgData name="Kogame, Shinya(ﾃﾞｼﾞﾀﾙ･ICT推進部DX技術戦略課_出光興産)" userId="13707309785_tp_box_2" providerId="OAuth2" clId="{A93CF2A0-2E20-40F9-AFEE-18BC3695B679}" dt="2025-07-17T00:25:01.700" v="4" actId="403"/>
        <pc:sldMkLst>
          <pc:docMk/>
          <pc:sldMk cId="1937548317" sldId="2147477361"/>
        </pc:sldMkLst>
      </pc:sldChg>
      <pc:sldChg chg="del">
        <pc:chgData name="Kogame, Shinya(ﾃﾞｼﾞﾀﾙ･ICT推進部DX技術戦略課_出光興産)" userId="13707309785_tp_box_2" providerId="OAuth2" clId="{A93CF2A0-2E20-40F9-AFEE-18BC3695B679}" dt="2025-07-17T00:24:37.778" v="0" actId="47"/>
        <pc:sldMkLst>
          <pc:docMk/>
          <pc:sldMk cId="886978919" sldId="2147477367"/>
        </pc:sldMkLst>
      </pc:sldChg>
    </pc:docChg>
  </pc:docChgLst>
  <pc:docChgLst>
    <pc:chgData name="Kogame, Shinya(ﾃﾞｼﾞﾀﾙ･ICT推進部DX技術戦略課_出光興産)" userId="13707309785_tp_box_2" providerId="OAuth2" clId="{ADE6A8BD-E15F-4DC3-B2A6-FAFACAF56162}"/>
    <pc:docChg chg="undo custSel delSld modSld">
      <pc:chgData name="Kogame, Shinya(ﾃﾞｼﾞﾀﾙ･ICT推進部DX技術戦略課_出光興産)" userId="13707309785_tp_box_2" providerId="OAuth2" clId="{ADE6A8BD-E15F-4DC3-B2A6-FAFACAF56162}" dt="2025-07-18T02:04:59.833" v="638" actId="20577"/>
      <pc:docMkLst>
        <pc:docMk/>
      </pc:docMkLst>
      <pc:sldChg chg="addSp delSp modSp mod">
        <pc:chgData name="Kogame, Shinya(ﾃﾞｼﾞﾀﾙ･ICT推進部DX技術戦略課_出光興産)" userId="13707309785_tp_box_2" providerId="OAuth2" clId="{ADE6A8BD-E15F-4DC3-B2A6-FAFACAF56162}" dt="2025-07-18T02:04:59.833" v="638" actId="20577"/>
        <pc:sldMkLst>
          <pc:docMk/>
          <pc:sldMk cId="3494301853" sldId="2147477350"/>
        </pc:sldMkLst>
      </pc:sldChg>
      <pc:sldChg chg="del">
        <pc:chgData name="Kogame, Shinya(ﾃﾞｼﾞﾀﾙ･ICT推進部DX技術戦略課_出光興産)" userId="13707309785_tp_box_2" providerId="OAuth2" clId="{ADE6A8BD-E15F-4DC3-B2A6-FAFACAF56162}" dt="2025-07-18T01:39:26.540" v="535" actId="47"/>
        <pc:sldMkLst>
          <pc:docMk/>
          <pc:sldMk cId="3075582387" sldId="2147477351"/>
        </pc:sldMkLst>
      </pc:sldChg>
      <pc:sldChg chg="del">
        <pc:chgData name="Kogame, Shinya(ﾃﾞｼﾞﾀﾙ･ICT推進部DX技術戦略課_出光興産)" userId="13707309785_tp_box_2" providerId="OAuth2" clId="{ADE6A8BD-E15F-4DC3-B2A6-FAFACAF56162}" dt="2025-07-18T01:39:28.023" v="536" actId="47"/>
        <pc:sldMkLst>
          <pc:docMk/>
          <pc:sldMk cId="284756261" sldId="2147477368"/>
        </pc:sldMkLst>
      </pc:sldChg>
      <pc:sldChg chg="del">
        <pc:chgData name="Kogame, Shinya(ﾃﾞｼﾞﾀﾙ･ICT推進部DX技術戦略課_出光興産)" userId="13707309785_tp_box_2" providerId="OAuth2" clId="{ADE6A8BD-E15F-4DC3-B2A6-FAFACAF56162}" dt="2025-07-18T01:39:25.160" v="534" actId="47"/>
        <pc:sldMkLst>
          <pc:docMk/>
          <pc:sldMk cId="1589781832" sldId="2147477369"/>
        </pc:sldMkLst>
      </pc:sldChg>
    </pc:docChg>
  </pc:docChgLst>
  <pc:docChgLst>
    <pc:chgData name="Kogame, Shinya(ﾃﾞｼﾞﾀﾙ･ICT推進部DX技術戦略課_出光興産)" userId="13707309785_tp_box_2" providerId="OAuth2" clId="{72B7744E-B44A-4495-8226-54A9C339ADC9}"/>
    <pc:docChg chg="undo custSel addSld delSld modSld sldOrd">
      <pc:chgData name="Kogame, Shinya(ﾃﾞｼﾞﾀﾙ･ICT推進部DX技術戦略課_出光興産)" userId="13707309785_tp_box_2" providerId="OAuth2" clId="{72B7744E-B44A-4495-8226-54A9C339ADC9}" dt="2025-12-03T08:46:36.535" v="3905" actId="47"/>
      <pc:docMkLst>
        <pc:docMk/>
      </pc:docMkLst>
      <pc:sldChg chg="del">
        <pc:chgData name="Kogame, Shinya(ﾃﾞｼﾞﾀﾙ･ICT推進部DX技術戦略課_出光興産)" userId="13707309785_tp_box_2" providerId="OAuth2" clId="{72B7744E-B44A-4495-8226-54A9C339ADC9}" dt="2025-11-10T01:05:36.808" v="2" actId="47"/>
        <pc:sldMkLst>
          <pc:docMk/>
          <pc:sldMk cId="1387080971" sldId="2147477368"/>
        </pc:sldMkLst>
      </pc:sldChg>
      <pc:sldChg chg="del">
        <pc:chgData name="Kogame, Shinya(ﾃﾞｼﾞﾀﾙ･ICT推進部DX技術戦略課_出光興産)" userId="13707309785_tp_box_2" providerId="OAuth2" clId="{72B7744E-B44A-4495-8226-54A9C339ADC9}" dt="2025-11-10T01:05:36.808" v="2" actId="47"/>
        <pc:sldMkLst>
          <pc:docMk/>
          <pc:sldMk cId="3095831735" sldId="2147477369"/>
        </pc:sldMkLst>
      </pc:sldChg>
      <pc:sldChg chg="del">
        <pc:chgData name="Kogame, Shinya(ﾃﾞｼﾞﾀﾙ･ICT推進部DX技術戦略課_出光興産)" userId="13707309785_tp_box_2" providerId="OAuth2" clId="{72B7744E-B44A-4495-8226-54A9C339ADC9}" dt="2025-11-10T01:05:36.808" v="2" actId="47"/>
        <pc:sldMkLst>
          <pc:docMk/>
          <pc:sldMk cId="1697000665" sldId="2147477370"/>
        </pc:sldMkLst>
      </pc:sldChg>
      <pc:sldChg chg="addSp delSp modSp add del mod ord modNotesTx">
        <pc:chgData name="Kogame, Shinya(ﾃﾞｼﾞﾀﾙ･ICT推進部DX技術戦略課_出光興産)" userId="13707309785_tp_box_2" providerId="OAuth2" clId="{72B7744E-B44A-4495-8226-54A9C339ADC9}" dt="2025-12-03T08:11:54.459" v="3820" actId="14100"/>
        <pc:sldMkLst>
          <pc:docMk/>
          <pc:sldMk cId="869127263" sldId="2147477375"/>
        </pc:sldMkLst>
        <pc:spChg chg="add mod">
          <ac:chgData name="Kogame, Shinya(ﾃﾞｼﾞﾀﾙ･ICT推進部DX技術戦略課_出光興産)" userId="13707309785_tp_box_2" providerId="OAuth2" clId="{72B7744E-B44A-4495-8226-54A9C339ADC9}" dt="2025-11-10T01:44:22.874" v="457" actId="404"/>
          <ac:spMkLst>
            <pc:docMk/>
            <pc:sldMk cId="869127263" sldId="2147477375"/>
            <ac:spMk id="18" creationId="{72EA0832-477F-DD84-BF7F-118ECAE0CAD6}"/>
          </ac:spMkLst>
        </pc:spChg>
        <pc:spChg chg="add mod">
          <ac:chgData name="Kogame, Shinya(ﾃﾞｼﾞﾀﾙ･ICT推進部DX技術戦略課_出光興産)" userId="13707309785_tp_box_2" providerId="OAuth2" clId="{72B7744E-B44A-4495-8226-54A9C339ADC9}" dt="2025-12-03T04:24:01.415" v="2981" actId="14100"/>
          <ac:spMkLst>
            <pc:docMk/>
            <pc:sldMk cId="869127263" sldId="2147477375"/>
            <ac:spMk id="25" creationId="{A5F0693B-AC40-E992-57DA-A826DE64B2A8}"/>
          </ac:spMkLst>
        </pc:spChg>
        <pc:spChg chg="add del">
          <ac:chgData name="Kogame, Shinya(ﾃﾞｼﾞﾀﾙ･ICT推進部DX技術戦略課_出光興産)" userId="13707309785_tp_box_2" providerId="OAuth2" clId="{72B7744E-B44A-4495-8226-54A9C339ADC9}" dt="2025-12-03T07:10:54.725" v="3692" actId="22"/>
          <ac:spMkLst>
            <pc:docMk/>
            <pc:sldMk cId="869127263" sldId="2147477375"/>
            <ac:spMk id="27" creationId="{ECA6409B-3358-EBD9-3B38-459323779F4E}"/>
          </ac:spMkLst>
        </pc:spChg>
        <pc:spChg chg="add mod ord">
          <ac:chgData name="Kogame, Shinya(ﾃﾞｼﾞﾀﾙ･ICT推進部DX技術戦略課_出光興産)" userId="13707309785_tp_box_2" providerId="OAuth2" clId="{72B7744E-B44A-4495-8226-54A9C339ADC9}" dt="2025-12-03T08:11:04.134" v="3805" actId="166"/>
          <ac:spMkLst>
            <pc:docMk/>
            <pc:sldMk cId="869127263" sldId="2147477375"/>
            <ac:spMk id="30" creationId="{DEAD4B78-6CBA-E944-BBF8-D4DA8A994F0A}"/>
          </ac:spMkLst>
        </pc:spChg>
        <pc:spChg chg="add mod ord">
          <ac:chgData name="Kogame, Shinya(ﾃﾞｼﾞﾀﾙ･ICT推進部DX技術戦略課_出光興産)" userId="13707309785_tp_box_2" providerId="OAuth2" clId="{72B7744E-B44A-4495-8226-54A9C339ADC9}" dt="2025-12-03T08:11:38.780" v="3816" actId="1076"/>
          <ac:spMkLst>
            <pc:docMk/>
            <pc:sldMk cId="869127263" sldId="2147477375"/>
            <ac:spMk id="32" creationId="{F042B125-8A2B-6ADB-EB9B-D1E56D639457}"/>
          </ac:spMkLst>
        </pc:spChg>
        <pc:spChg chg="add mod">
          <ac:chgData name="Kogame, Shinya(ﾃﾞｼﾞﾀﾙ･ICT推進部DX技術戦略課_出光興産)" userId="13707309785_tp_box_2" providerId="OAuth2" clId="{72B7744E-B44A-4495-8226-54A9C339ADC9}" dt="2025-12-03T08:08:55.118" v="3795" actId="14100"/>
          <ac:spMkLst>
            <pc:docMk/>
            <pc:sldMk cId="869127263" sldId="2147477375"/>
            <ac:spMk id="34" creationId="{105E263E-8F2B-5C02-C4E3-CF0D02D760BC}"/>
          </ac:spMkLst>
        </pc:spChg>
        <pc:spChg chg="add mod">
          <ac:chgData name="Kogame, Shinya(ﾃﾞｼﾞﾀﾙ･ICT推進部DX技術戦略課_出光興産)" userId="13707309785_tp_box_2" providerId="OAuth2" clId="{72B7744E-B44A-4495-8226-54A9C339ADC9}" dt="2025-12-03T08:10:39.736" v="3801" actId="14100"/>
          <ac:spMkLst>
            <pc:docMk/>
            <pc:sldMk cId="869127263" sldId="2147477375"/>
            <ac:spMk id="35" creationId="{1E5F0C0A-7F9A-ADC2-3E7C-13A742EED1C9}"/>
          </ac:spMkLst>
        </pc:spChg>
        <pc:spChg chg="add mod">
          <ac:chgData name="Kogame, Shinya(ﾃﾞｼﾞﾀﾙ･ICT推進部DX技術戦略課_出光興産)" userId="13707309785_tp_box_2" providerId="OAuth2" clId="{72B7744E-B44A-4495-8226-54A9C339ADC9}" dt="2025-12-03T08:11:54.459" v="3820" actId="14100"/>
          <ac:spMkLst>
            <pc:docMk/>
            <pc:sldMk cId="869127263" sldId="2147477375"/>
            <ac:spMk id="37" creationId="{94B75B66-D441-2D56-F19F-703B72E9FBB4}"/>
          </ac:spMkLst>
        </pc:spChg>
        <pc:spChg chg="mod">
          <ac:chgData name="Kogame, Shinya(ﾃﾞｼﾞﾀﾙ･ICT推進部DX技術戦略課_出光興産)" userId="13707309785_tp_box_2" providerId="OAuth2" clId="{72B7744E-B44A-4495-8226-54A9C339ADC9}" dt="2025-12-03T04:24:32.221" v="2988" actId="1076"/>
          <ac:spMkLst>
            <pc:docMk/>
            <pc:sldMk cId="869127263" sldId="2147477375"/>
            <ac:spMk id="121" creationId="{F8274A66-5BA3-5A39-B97A-E2A9BD39ACB6}"/>
          </ac:spMkLst>
        </pc:spChg>
        <pc:spChg chg="mod">
          <ac:chgData name="Kogame, Shinya(ﾃﾞｼﾞﾀﾙ･ICT推進部DX技術戦略課_出光興産)" userId="13707309785_tp_box_2" providerId="OAuth2" clId="{72B7744E-B44A-4495-8226-54A9C339ADC9}" dt="2025-12-03T04:23:45.369" v="2975" actId="1076"/>
          <ac:spMkLst>
            <pc:docMk/>
            <pc:sldMk cId="869127263" sldId="2147477375"/>
            <ac:spMk id="125" creationId="{83BA6098-73A6-6425-2D03-D9AFC0F82313}"/>
          </ac:spMkLst>
        </pc:spChg>
        <pc:spChg chg="mod">
          <ac:chgData name="Kogame, Shinya(ﾃﾞｼﾞﾀﾙ･ICT推進部DX技術戦略課_出光興産)" userId="13707309785_tp_box_2" providerId="OAuth2" clId="{72B7744E-B44A-4495-8226-54A9C339ADC9}" dt="2025-12-03T04:23:45.369" v="2975" actId="1076"/>
          <ac:spMkLst>
            <pc:docMk/>
            <pc:sldMk cId="869127263" sldId="2147477375"/>
            <ac:spMk id="126" creationId="{7ED539F0-B7EA-44B6-28E5-42EC34E47FE9}"/>
          </ac:spMkLst>
        </pc:spChg>
        <pc:spChg chg="mod">
          <ac:chgData name="Kogame, Shinya(ﾃﾞｼﾞﾀﾙ･ICT推進部DX技術戦略課_出光興産)" userId="13707309785_tp_box_2" providerId="OAuth2" clId="{72B7744E-B44A-4495-8226-54A9C339ADC9}" dt="2025-12-03T04:24:04.577" v="2982" actId="1076"/>
          <ac:spMkLst>
            <pc:docMk/>
            <pc:sldMk cId="869127263" sldId="2147477375"/>
            <ac:spMk id="137" creationId="{1AFD6A58-7ECC-FF43-9815-C270253600AB}"/>
          </ac:spMkLst>
        </pc:spChg>
        <pc:picChg chg="add mod ord">
          <ac:chgData name="Kogame, Shinya(ﾃﾞｼﾞﾀﾙ･ICT推進部DX技術戦略課_出光興産)" userId="13707309785_tp_box_2" providerId="OAuth2" clId="{72B7744E-B44A-4495-8226-54A9C339ADC9}" dt="2025-12-03T08:11:04.134" v="3805" actId="166"/>
          <ac:picMkLst>
            <pc:docMk/>
            <pc:sldMk cId="869127263" sldId="2147477375"/>
            <ac:picMk id="31" creationId="{9A49D8AD-E1F7-CAFB-F320-9567B3BE93CD}"/>
          </ac:picMkLst>
        </pc:picChg>
        <pc:picChg chg="mod ord">
          <ac:chgData name="Kogame, Shinya(ﾃﾞｼﾞﾀﾙ･ICT推進部DX技術戦略課_出光興産)" userId="13707309785_tp_box_2" providerId="OAuth2" clId="{72B7744E-B44A-4495-8226-54A9C339ADC9}" dt="2025-12-03T04:24:42.694" v="2990" actId="1076"/>
          <ac:picMkLst>
            <pc:docMk/>
            <pc:sldMk cId="869127263" sldId="2147477375"/>
            <ac:picMk id="86" creationId="{5EF93CC4-533C-4070-4B59-34BB7BF1D82F}"/>
          </ac:picMkLst>
        </pc:picChg>
        <pc:picChg chg="mod">
          <ac:chgData name="Kogame, Shinya(ﾃﾞｼﾞﾀﾙ･ICT推進部DX技術戦略課_出光興産)" userId="13707309785_tp_box_2" providerId="OAuth2" clId="{72B7744E-B44A-4495-8226-54A9C339ADC9}" dt="2025-11-10T01:52:51.327" v="469" actId="1076"/>
          <ac:picMkLst>
            <pc:docMk/>
            <pc:sldMk cId="869127263" sldId="2147477375"/>
            <ac:picMk id="90" creationId="{4B5E14C5-ED6E-0267-1261-CC0B0C1F9928}"/>
          </ac:picMkLst>
        </pc:picChg>
        <pc:picChg chg="mod">
          <ac:chgData name="Kogame, Shinya(ﾃﾞｼﾞﾀﾙ･ICT推進部DX技術戦略課_出光興産)" userId="13707309785_tp_box_2" providerId="OAuth2" clId="{72B7744E-B44A-4495-8226-54A9C339ADC9}" dt="2025-12-03T04:23:31.212" v="2972" actId="1076"/>
          <ac:picMkLst>
            <pc:docMk/>
            <pc:sldMk cId="869127263" sldId="2147477375"/>
            <ac:picMk id="92" creationId="{94C999AC-8A38-7CEC-7564-CF2535FBDC70}"/>
          </ac:picMkLst>
        </pc:picChg>
        <pc:picChg chg="mod">
          <ac:chgData name="Kogame, Shinya(ﾃﾞｼﾞﾀﾙ･ICT推進部DX技術戦略課_出光興産)" userId="13707309785_tp_box_2" providerId="OAuth2" clId="{72B7744E-B44A-4495-8226-54A9C339ADC9}" dt="2025-12-03T04:23:45.369" v="2975" actId="1076"/>
          <ac:picMkLst>
            <pc:docMk/>
            <pc:sldMk cId="869127263" sldId="2147477375"/>
            <ac:picMk id="128" creationId="{8204FEED-4925-06E1-2CAE-E2058A5CC1DE}"/>
          </ac:picMkLst>
        </pc:picChg>
        <pc:picChg chg="mod">
          <ac:chgData name="Kogame, Shinya(ﾃﾞｼﾞﾀﾙ･ICT推進部DX技術戦略課_出光興産)" userId="13707309785_tp_box_2" providerId="OAuth2" clId="{72B7744E-B44A-4495-8226-54A9C339ADC9}" dt="2025-12-03T04:23:45.369" v="2975" actId="1076"/>
          <ac:picMkLst>
            <pc:docMk/>
            <pc:sldMk cId="869127263" sldId="2147477375"/>
            <ac:picMk id="130" creationId="{26A3408F-6BEB-3B47-F1A9-88C9B18CCAED}"/>
          </ac:picMkLst>
        </pc:picChg>
        <pc:cxnChg chg="mod">
          <ac:chgData name="Kogame, Shinya(ﾃﾞｼﾞﾀﾙ･ICT推進部DX技術戦略課_出光興産)" userId="13707309785_tp_box_2" providerId="OAuth2" clId="{72B7744E-B44A-4495-8226-54A9C339ADC9}" dt="2025-12-03T04:23:41.049" v="2974" actId="14100"/>
          <ac:cxnSpMkLst>
            <pc:docMk/>
            <pc:sldMk cId="869127263" sldId="2147477375"/>
            <ac:cxnSpMk id="95" creationId="{48687A19-4D95-13D5-4FC0-ED51017404ED}"/>
          </ac:cxnSpMkLst>
        </pc:cxnChg>
        <pc:cxnChg chg="mod">
          <ac:chgData name="Kogame, Shinya(ﾃﾞｼﾞﾀﾙ･ICT推進部DX技術戦略課_出光興産)" userId="13707309785_tp_box_2" providerId="OAuth2" clId="{72B7744E-B44A-4495-8226-54A9C339ADC9}" dt="2025-11-10T01:52:51.327" v="469" actId="1076"/>
          <ac:cxnSpMkLst>
            <pc:docMk/>
            <pc:sldMk cId="869127263" sldId="2147477375"/>
            <ac:cxnSpMk id="100" creationId="{9421AF7D-1BC6-12C3-D077-CEAF0068E746}"/>
          </ac:cxnSpMkLst>
        </pc:cxnChg>
        <pc:cxnChg chg="mod">
          <ac:chgData name="Kogame, Shinya(ﾃﾞｼﾞﾀﾙ･ICT推進部DX技術戦略課_出光興産)" userId="13707309785_tp_box_2" providerId="OAuth2" clId="{72B7744E-B44A-4495-8226-54A9C339ADC9}" dt="2025-12-03T04:23:45.369" v="2975" actId="1076"/>
          <ac:cxnSpMkLst>
            <pc:docMk/>
            <pc:sldMk cId="869127263" sldId="2147477375"/>
            <ac:cxnSpMk id="131" creationId="{812BC83B-8BDC-AA93-DA30-E4CE8EAE30E7}"/>
          </ac:cxnSpMkLst>
        </pc:cxnChg>
      </pc:sldChg>
      <pc:sldChg chg="del">
        <pc:chgData name="Kogame, Shinya(ﾃﾞｼﾞﾀﾙ･ICT推進部DX技術戦略課_出光興産)" userId="13707309785_tp_box_2" providerId="OAuth2" clId="{72B7744E-B44A-4495-8226-54A9C339ADC9}" dt="2025-11-10T01:05:36.808" v="2" actId="47"/>
        <pc:sldMkLst>
          <pc:docMk/>
          <pc:sldMk cId="4181484250" sldId="2147477376"/>
        </pc:sldMkLst>
      </pc:sldChg>
      <pc:sldChg chg="del">
        <pc:chgData name="Kogame, Shinya(ﾃﾞｼﾞﾀﾙ･ICT推進部DX技術戦略課_出光興産)" userId="13707309785_tp_box_2" providerId="OAuth2" clId="{72B7744E-B44A-4495-8226-54A9C339ADC9}" dt="2025-11-10T01:05:36.808" v="2" actId="47"/>
        <pc:sldMkLst>
          <pc:docMk/>
          <pc:sldMk cId="3386677843" sldId="2147477377"/>
        </pc:sldMkLst>
      </pc:sldChg>
      <pc:sldChg chg="del">
        <pc:chgData name="Kogame, Shinya(ﾃﾞｼﾞﾀﾙ･ICT推進部DX技術戦略課_出光興産)" userId="13707309785_tp_box_2" providerId="OAuth2" clId="{72B7744E-B44A-4495-8226-54A9C339ADC9}" dt="2025-11-10T01:05:36.808" v="2" actId="47"/>
        <pc:sldMkLst>
          <pc:docMk/>
          <pc:sldMk cId="2181926092" sldId="2147477378"/>
        </pc:sldMkLst>
      </pc:sldChg>
      <pc:sldChg chg="addSp modSp del mod ord modNotesTx">
        <pc:chgData name="Kogame, Shinya(ﾃﾞｼﾞﾀﾙ･ICT推進部DX技術戦略課_出光興産)" userId="13707309785_tp_box_2" providerId="OAuth2" clId="{72B7744E-B44A-4495-8226-54A9C339ADC9}" dt="2025-11-11T02:44:01.753" v="2185" actId="47"/>
        <pc:sldMkLst>
          <pc:docMk/>
          <pc:sldMk cId="707625561" sldId="2147477379"/>
        </pc:sldMkLst>
      </pc:sldChg>
      <pc:sldChg chg="addSp delSp modSp new del mod ord">
        <pc:chgData name="Kogame, Shinya(ﾃﾞｼﾞﾀﾙ･ICT推進部DX技術戦略課_出光興産)" userId="13707309785_tp_box_2" providerId="OAuth2" clId="{72B7744E-B44A-4495-8226-54A9C339ADC9}" dt="2025-12-03T07:18:59.632" v="3731" actId="47"/>
        <pc:sldMkLst>
          <pc:docMk/>
          <pc:sldMk cId="3918242204" sldId="2147477380"/>
        </pc:sldMkLst>
      </pc:sldChg>
      <pc:sldChg chg="addSp modSp new del mod ord">
        <pc:chgData name="Kogame, Shinya(ﾃﾞｼﾞﾀﾙ･ICT推進部DX技術戦略課_出光興産)" userId="13707309785_tp_box_2" providerId="OAuth2" clId="{72B7744E-B44A-4495-8226-54A9C339ADC9}" dt="2025-12-03T08:46:36.535" v="3905" actId="47"/>
        <pc:sldMkLst>
          <pc:docMk/>
          <pc:sldMk cId="3637522682" sldId="2147477381"/>
        </pc:sldMkLst>
        <pc:spChg chg="mod">
          <ac:chgData name="Kogame, Shinya(ﾃﾞｼﾞﾀﾙ･ICT推進部DX技術戦略課_出光興産)" userId="13707309785_tp_box_2" providerId="OAuth2" clId="{72B7744E-B44A-4495-8226-54A9C339ADC9}" dt="2025-11-10T01:41:55.562" v="427" actId="120"/>
          <ac:spMkLst>
            <pc:docMk/>
            <pc:sldMk cId="3637522682" sldId="2147477381"/>
            <ac:spMk id="2" creationId="{15B3B88A-99FA-6E49-F0CA-F67A5E10A167}"/>
          </ac:spMkLst>
        </pc:spChg>
        <pc:picChg chg="add mod">
          <ac:chgData name="Kogame, Shinya(ﾃﾞｼﾞﾀﾙ･ICT推進部DX技術戦略課_出光興産)" userId="13707309785_tp_box_2" providerId="OAuth2" clId="{72B7744E-B44A-4495-8226-54A9C339ADC9}" dt="2025-12-03T04:46:31.368" v="3027" actId="14100"/>
          <ac:picMkLst>
            <pc:docMk/>
            <pc:sldMk cId="3637522682" sldId="2147477381"/>
            <ac:picMk id="4" creationId="{46A68506-03D7-67FC-5F8B-3EC651B23E6F}"/>
          </ac:picMkLst>
        </pc:picChg>
      </pc:sldChg>
      <pc:sldChg chg="addSp modSp new mod">
        <pc:chgData name="Kogame, Shinya(ﾃﾞｼﾞﾀﾙ･ICT推進部DX技術戦略課_出光興産)" userId="13707309785_tp_box_2" providerId="OAuth2" clId="{72B7744E-B44A-4495-8226-54A9C339ADC9}" dt="2025-12-03T08:46:20.098" v="3904" actId="20577"/>
        <pc:sldMkLst>
          <pc:docMk/>
          <pc:sldMk cId="702719943" sldId="2147477382"/>
        </pc:sldMkLst>
        <pc:spChg chg="mod">
          <ac:chgData name="Kogame, Shinya(ﾃﾞｼﾞﾀﾙ･ICT推進部DX技術戦略課_出光興産)" userId="13707309785_tp_box_2" providerId="OAuth2" clId="{72B7744E-B44A-4495-8226-54A9C339ADC9}" dt="2025-12-03T08:46:20.098" v="3904" actId="20577"/>
          <ac:spMkLst>
            <pc:docMk/>
            <pc:sldMk cId="702719943" sldId="2147477382"/>
            <ac:spMk id="2" creationId="{231B0C97-8C96-2FD2-0B52-348731D7D99D}"/>
          </ac:spMkLst>
        </pc:spChg>
        <pc:spChg chg="add mod">
          <ac:chgData name="Kogame, Shinya(ﾃﾞｼﾞﾀﾙ･ICT推進部DX技術戦略課_出光興産)" userId="13707309785_tp_box_2" providerId="OAuth2" clId="{72B7744E-B44A-4495-8226-54A9C339ADC9}" dt="2025-12-03T04:22:42.504" v="2967" actId="20577"/>
          <ac:spMkLst>
            <pc:docMk/>
            <pc:sldMk cId="702719943" sldId="2147477382"/>
            <ac:spMk id="3" creationId="{EECD2278-6122-14F7-A217-64E93B640372}"/>
          </ac:spMkLst>
        </pc:spChg>
      </pc:sldChg>
      <pc:sldChg chg="new del">
        <pc:chgData name="Kogame, Shinya(ﾃﾞｼﾞﾀﾙ･ICT推進部DX技術戦略課_出光興産)" userId="13707309785_tp_box_2" providerId="OAuth2" clId="{72B7744E-B44A-4495-8226-54A9C339ADC9}" dt="2025-11-11T02:55:33.543" v="2961" actId="47"/>
        <pc:sldMkLst>
          <pc:docMk/>
          <pc:sldMk cId="3624174383" sldId="2147477383"/>
        </pc:sldMkLst>
      </pc:sldChg>
      <pc:sldChg chg="addSp modSp add del mod">
        <pc:chgData name="Kogame, Shinya(ﾃﾞｼﾞﾀﾙ･ICT推進部DX技術戦略課_出光興産)" userId="13707309785_tp_box_2" providerId="OAuth2" clId="{72B7744E-B44A-4495-8226-54A9C339ADC9}" dt="2025-12-03T07:18:59.632" v="3731" actId="47"/>
        <pc:sldMkLst>
          <pc:docMk/>
          <pc:sldMk cId="358971937" sldId="2147477384"/>
        </pc:sldMkLst>
      </pc:sldChg>
      <pc:sldChg chg="new del">
        <pc:chgData name="Kogame, Shinya(ﾃﾞｼﾞﾀﾙ･ICT推進部DX技術戦略課_出光興産)" userId="13707309785_tp_box_2" providerId="OAuth2" clId="{72B7744E-B44A-4495-8226-54A9C339ADC9}" dt="2025-11-11T02:51:40.648" v="2542" actId="47"/>
        <pc:sldMkLst>
          <pc:docMk/>
          <pc:sldMk cId="1331240309" sldId="2147477385"/>
        </pc:sldMkLst>
      </pc:sldChg>
      <pc:sldChg chg="modSp add del mod">
        <pc:chgData name="Kogame, Shinya(ﾃﾞｼﾞﾀﾙ･ICT推進部DX技術戦略課_出光興産)" userId="13707309785_tp_box_2" providerId="OAuth2" clId="{72B7744E-B44A-4495-8226-54A9C339ADC9}" dt="2025-12-03T07:18:59.632" v="3731" actId="47"/>
        <pc:sldMkLst>
          <pc:docMk/>
          <pc:sldMk cId="3514651427" sldId="2147477386"/>
        </pc:sldMkLst>
      </pc:sldChg>
      <pc:sldChg chg="del">
        <pc:chgData name="Kogame, Shinya(ﾃﾞｼﾞﾀﾙ･ICT推進部DX技術戦略課_出光興産)" userId="13707309785_tp_box_2" providerId="OAuth2" clId="{72B7744E-B44A-4495-8226-54A9C339ADC9}" dt="2025-12-03T07:18:59.632" v="3731" actId="47"/>
        <pc:sldMkLst>
          <pc:docMk/>
          <pc:sldMk cId="1697589099" sldId="2147477387"/>
        </pc:sldMkLst>
      </pc:sldChg>
      <pc:sldChg chg="addSp modSp new mod ord">
        <pc:chgData name="Kogame, Shinya(ﾃﾞｼﾞﾀﾙ･ICT推進部DX技術戦略課_出光興産)" userId="13707309785_tp_box_2" providerId="OAuth2" clId="{72B7744E-B44A-4495-8226-54A9C339ADC9}" dt="2025-12-03T08:08:05.592" v="3770" actId="20577"/>
        <pc:sldMkLst>
          <pc:docMk/>
          <pc:sldMk cId="914248034" sldId="2147477388"/>
        </pc:sldMkLst>
        <pc:spChg chg="mod">
          <ac:chgData name="Kogame, Shinya(ﾃﾞｼﾞﾀﾙ･ICT推進部DX技術戦略課_出光興産)" userId="13707309785_tp_box_2" providerId="OAuth2" clId="{72B7744E-B44A-4495-8226-54A9C339ADC9}" dt="2025-12-03T08:08:05.592" v="3770" actId="20577"/>
          <ac:spMkLst>
            <pc:docMk/>
            <pc:sldMk cId="914248034" sldId="2147477388"/>
            <ac:spMk id="2" creationId="{EF032852-6FB1-9E16-20B4-4ACE2980256E}"/>
          </ac:spMkLst>
        </pc:spChg>
        <pc:spChg chg="add mod">
          <ac:chgData name="Kogame, Shinya(ﾃﾞｼﾞﾀﾙ･ICT推進部DX技術戦略課_出光興産)" userId="13707309785_tp_box_2" providerId="OAuth2" clId="{72B7744E-B44A-4495-8226-54A9C339ADC9}" dt="2025-12-03T08:08:00.545" v="3758" actId="6549"/>
          <ac:spMkLst>
            <pc:docMk/>
            <pc:sldMk cId="914248034" sldId="2147477388"/>
            <ac:spMk id="3" creationId="{1359D70B-6778-5CBF-87F2-05D866DF8005}"/>
          </ac:spMkLst>
        </pc:spChg>
      </pc:sldChg>
      <pc:sldChg chg="addSp delSp modSp new mod modNotesTx">
        <pc:chgData name="Kogame, Shinya(ﾃﾞｼﾞﾀﾙ･ICT推進部DX技術戦略課_出光興産)" userId="13707309785_tp_box_2" providerId="OAuth2" clId="{72B7744E-B44A-4495-8226-54A9C339ADC9}" dt="2025-12-03T08:46:09.433" v="3892" actId="1076"/>
        <pc:sldMkLst>
          <pc:docMk/>
          <pc:sldMk cId="330572913" sldId="2147477389"/>
        </pc:sldMkLst>
        <pc:spChg chg="mod">
          <ac:chgData name="Kogame, Shinya(ﾃﾞｼﾞﾀﾙ･ICT推進部DX技術戦略課_出光興産)" userId="13707309785_tp_box_2" providerId="OAuth2" clId="{72B7744E-B44A-4495-8226-54A9C339ADC9}" dt="2025-12-03T08:44:23.775" v="3853" actId="404"/>
          <ac:spMkLst>
            <pc:docMk/>
            <pc:sldMk cId="330572913" sldId="2147477389"/>
            <ac:spMk id="2" creationId="{D7D502C1-1EDA-0E3C-163A-963B7BA14DFA}"/>
          </ac:spMkLst>
        </pc:spChg>
        <pc:spChg chg="add del mod">
          <ac:chgData name="Kogame, Shinya(ﾃﾞｼﾞﾀﾙ･ICT推進部DX技術戦略課_出光興産)" userId="13707309785_tp_box_2" providerId="OAuth2" clId="{72B7744E-B44A-4495-8226-54A9C339ADC9}" dt="2025-12-03T08:45:24.249" v="3864" actId="478"/>
          <ac:spMkLst>
            <pc:docMk/>
            <pc:sldMk cId="330572913" sldId="2147477389"/>
            <ac:spMk id="4" creationId="{4E01111E-DDA9-5494-AA32-AD630A09F77B}"/>
          </ac:spMkLst>
        </pc:spChg>
        <pc:spChg chg="add mod">
          <ac:chgData name="Kogame, Shinya(ﾃﾞｼﾞﾀﾙ･ICT推進部DX技術戦略課_出光興産)" userId="13707309785_tp_box_2" providerId="OAuth2" clId="{72B7744E-B44A-4495-8226-54A9C339ADC9}" dt="2025-12-03T08:45:08.513" v="3860"/>
          <ac:spMkLst>
            <pc:docMk/>
            <pc:sldMk cId="330572913" sldId="2147477389"/>
            <ac:spMk id="5" creationId="{23F0CFA2-2798-74A0-3D3B-9D44B2228F4B}"/>
          </ac:spMkLst>
        </pc:spChg>
        <pc:spChg chg="add mod">
          <ac:chgData name="Kogame, Shinya(ﾃﾞｼﾞﾀﾙ･ICT推進部DX技術戦略課_出光興産)" userId="13707309785_tp_box_2" providerId="OAuth2" clId="{72B7744E-B44A-4495-8226-54A9C339ADC9}" dt="2025-12-03T08:45:42.263" v="3889" actId="12"/>
          <ac:spMkLst>
            <pc:docMk/>
            <pc:sldMk cId="330572913" sldId="2147477389"/>
            <ac:spMk id="6" creationId="{FD04D7AE-23C0-3136-9D61-75CCF69C6FF2}"/>
          </ac:spMkLst>
        </pc:spChg>
        <pc:picChg chg="add mod">
          <ac:chgData name="Kogame, Shinya(ﾃﾞｼﾞﾀﾙ･ICT推進部DX技術戦略課_出光興産)" userId="13707309785_tp_box_2" providerId="OAuth2" clId="{72B7744E-B44A-4495-8226-54A9C339ADC9}" dt="2025-12-03T08:46:09.433" v="3892" actId="1076"/>
          <ac:picMkLst>
            <pc:docMk/>
            <pc:sldMk cId="330572913" sldId="2147477389"/>
            <ac:picMk id="8" creationId="{1219EFB2-5C43-53A4-342B-DA77CD9DF3A7}"/>
          </ac:picMkLst>
        </pc:picChg>
      </pc:sldChg>
      <pc:sldChg chg="new del">
        <pc:chgData name="Kogame, Shinya(ﾃﾞｼﾞﾀﾙ･ICT推進部DX技術戦略課_出光興産)" userId="13707309785_tp_box_2" providerId="OAuth2" clId="{72B7744E-B44A-4495-8226-54A9C339ADC9}" dt="2025-12-03T07:18:59.632" v="3731" actId="47"/>
        <pc:sldMkLst>
          <pc:docMk/>
          <pc:sldMk cId="497688060" sldId="2147477389"/>
        </pc:sldMkLst>
      </pc:sldChg>
      <pc:sldChg chg="new del">
        <pc:chgData name="Kogame, Shinya(ﾃﾞｼﾞﾀﾙ･ICT推進部DX技術戦略課_出光興産)" userId="13707309785_tp_box_2" providerId="OAuth2" clId="{72B7744E-B44A-4495-8226-54A9C339ADC9}" dt="2025-12-03T07:18:59.632" v="3731" actId="47"/>
        <pc:sldMkLst>
          <pc:docMk/>
          <pc:sldMk cId="1156564185" sldId="2147477390"/>
        </pc:sldMkLst>
      </pc:sldChg>
    </pc:docChg>
  </pc:docChgLst>
  <pc:docChgLst>
    <pc:chgData name="Kogame, Shinya(ﾃﾞｼﾞﾀﾙ･ICT推進部DX技術戦略課_出光興産)" userId="13707309785_tp_box_2" providerId="OAuth2" clId="{4FE4EBDF-7831-46BF-98F1-4D24CD63C6AE}"/>
    <pc:docChg chg="undo custSel addSld modSld">
      <pc:chgData name="Kogame, Shinya(ﾃﾞｼﾞﾀﾙ･ICT推進部DX技術戦略課_出光興産)" userId="13707309785_tp_box_2" providerId="OAuth2" clId="{4FE4EBDF-7831-46BF-98F1-4D24CD63C6AE}" dt="2025-09-25T03:05:17.690" v="454" actId="1076"/>
      <pc:docMkLst>
        <pc:docMk/>
      </pc:docMkLst>
      <pc:sldChg chg="addSp delSp modSp add mod modNotesTx">
        <pc:chgData name="Kogame, Shinya(ﾃﾞｼﾞﾀﾙ･ICT推進部DX技術戦略課_出光興産)" userId="13707309785_tp_box_2" providerId="OAuth2" clId="{4FE4EBDF-7831-46BF-98F1-4D24CD63C6AE}" dt="2025-09-25T03:05:17.690" v="454" actId="1076"/>
        <pc:sldMkLst>
          <pc:docMk/>
          <pc:sldMk cId="869127263" sldId="2147477375"/>
        </pc:sldMkLst>
      </pc:sldChg>
      <pc:sldChg chg="new">
        <pc:chgData name="Kogame, Shinya(ﾃﾞｼﾞﾀﾙ･ICT推進部DX技術戦略課_出光興産)" userId="13707309785_tp_box_2" providerId="OAuth2" clId="{4FE4EBDF-7831-46BF-98F1-4D24CD63C6AE}" dt="2025-09-25T03:04:14.873" v="446" actId="680"/>
        <pc:sldMkLst>
          <pc:docMk/>
          <pc:sldMk cId="4181484250" sldId="2147477376"/>
        </pc:sldMkLst>
      </pc:sldChg>
    </pc:docChg>
  </pc:docChgLst>
  <pc:docChgLst>
    <pc:chgData name="Kogame, Shinya(ﾃﾞｼﾞﾀﾙ･ICT推進部DX技術戦略課_出光興産)" userId="13707309785_tp_box_2" providerId="OAuth2" clId="{DA404F57-E051-4A9A-AC3E-47087F754C59}"/>
    <pc:docChg chg="custSel addSld delSld modSld">
      <pc:chgData name="Kogame, Shinya(ﾃﾞｼﾞﾀﾙ･ICT推進部DX技術戦略課_出光興産)" userId="13707309785_tp_box_2" providerId="OAuth2" clId="{DA404F57-E051-4A9A-AC3E-47087F754C59}" dt="2025-07-17T08:53:08.551" v="353"/>
      <pc:docMkLst>
        <pc:docMk/>
      </pc:docMkLst>
      <pc:sldChg chg="addSp delSp modSp add mod">
        <pc:chgData name="Kogame, Shinya(ﾃﾞｼﾞﾀﾙ･ICT推進部DX技術戦略課_出光興産)" userId="13707309785_tp_box_2" providerId="OAuth2" clId="{DA404F57-E051-4A9A-AC3E-47087F754C59}" dt="2025-07-17T07:16:57.346" v="316" actId="14100"/>
        <pc:sldMkLst>
          <pc:docMk/>
          <pc:sldMk cId="3494301853" sldId="2147477350"/>
        </pc:sldMkLst>
      </pc:sldChg>
      <pc:sldChg chg="add">
        <pc:chgData name="Kogame, Shinya(ﾃﾞｼﾞﾀﾙ･ICT推進部DX技術戦略課_出光興産)" userId="13707309785_tp_box_2" providerId="OAuth2" clId="{DA404F57-E051-4A9A-AC3E-47087F754C59}" dt="2025-07-17T07:07:46.097" v="1"/>
        <pc:sldMkLst>
          <pc:docMk/>
          <pc:sldMk cId="3075582387" sldId="2147477351"/>
        </pc:sldMkLst>
      </pc:sldChg>
      <pc:sldChg chg="add">
        <pc:chgData name="Kogame, Shinya(ﾃﾞｼﾞﾀﾙ･ICT推進部DX技術戦略課_出光興産)" userId="13707309785_tp_box_2" providerId="OAuth2" clId="{DA404F57-E051-4A9A-AC3E-47087F754C59}" dt="2025-07-17T07:07:46.097" v="1"/>
        <pc:sldMkLst>
          <pc:docMk/>
          <pc:sldMk cId="2199917679" sldId="2147477354"/>
        </pc:sldMkLst>
      </pc:sldChg>
      <pc:sldChg chg="new">
        <pc:chgData name="Kogame, Shinya(ﾃﾞｼﾞﾀﾙ･ICT推進部DX技術戦略課_出光興産)" userId="13707309785_tp_box_2" providerId="OAuth2" clId="{DA404F57-E051-4A9A-AC3E-47087F754C59}" dt="2025-07-17T07:05:09.663" v="0" actId="680"/>
        <pc:sldMkLst>
          <pc:docMk/>
          <pc:sldMk cId="284756261" sldId="2147477368"/>
        </pc:sldMkLst>
      </pc:sldChg>
      <pc:sldChg chg="add del">
        <pc:chgData name="Kogame, Shinya(ﾃﾞｼﾞﾀﾙ･ICT推進部DX技術戦略課_出光興産)" userId="13707309785_tp_box_2" providerId="OAuth2" clId="{DA404F57-E051-4A9A-AC3E-47087F754C59}" dt="2025-07-17T08:50:33.102" v="318"/>
        <pc:sldMkLst>
          <pc:docMk/>
          <pc:sldMk cId="1083477644" sldId="2147477369"/>
        </pc:sldMkLst>
      </pc:sldChg>
      <pc:sldChg chg="addSp delSp modSp add mod">
        <pc:chgData name="Kogame, Shinya(ﾃﾞｼﾞﾀﾙ･ICT推進部DX技術戦略課_出光興産)" userId="13707309785_tp_box_2" providerId="OAuth2" clId="{DA404F57-E051-4A9A-AC3E-47087F754C59}" dt="2025-07-17T08:53:08.551" v="353"/>
        <pc:sldMkLst>
          <pc:docMk/>
          <pc:sldMk cId="1589781832" sldId="2147477369"/>
        </pc:sldMkLst>
      </pc:sldChg>
    </pc:docChg>
  </pc:docChgLst>
  <pc:docChgLst>
    <pc:chgData name="Kogame, Shinya(ﾃﾞｼﾞﾀﾙ･ICT推進部DX技術戦略課_出光興産)" userId="13707309785_tp_box_2" providerId="OAuth2" clId="{3B7EB954-2704-458B-808E-2DF7540014D5}"/>
    <pc:docChg chg="delSld modSld sldOrd">
      <pc:chgData name="Kogame, Shinya(ﾃﾞｼﾞﾀﾙ･ICT推進部DX技術戦略課_出光興産)" userId="13707309785_tp_box_2" providerId="OAuth2" clId="{3B7EB954-2704-458B-808E-2DF7540014D5}" dt="2025-06-17T00:07:45.897" v="403" actId="122"/>
      <pc:docMkLst>
        <pc:docMk/>
      </pc:docMkLst>
      <pc:sldChg chg="del">
        <pc:chgData name="Kogame, Shinya(ﾃﾞｼﾞﾀﾙ･ICT推進部DX技術戦略課_出光興産)" userId="13707309785_tp_box_2" providerId="OAuth2" clId="{3B7EB954-2704-458B-808E-2DF7540014D5}" dt="2025-06-17T00:02:32.404" v="2" actId="47"/>
        <pc:sldMkLst>
          <pc:docMk/>
          <pc:sldMk cId="2272332217" sldId="257"/>
        </pc:sldMkLst>
      </pc:sldChg>
      <pc:sldChg chg="del">
        <pc:chgData name="Kogame, Shinya(ﾃﾞｼﾞﾀﾙ･ICT推進部DX技術戦略課_出光興産)" userId="13707309785_tp_box_2" providerId="OAuth2" clId="{3B7EB954-2704-458B-808E-2DF7540014D5}" dt="2025-06-17T00:02:33.458" v="3" actId="47"/>
        <pc:sldMkLst>
          <pc:docMk/>
          <pc:sldMk cId="2601158274" sldId="2147477340"/>
        </pc:sldMkLst>
      </pc:sldChg>
      <pc:sldChg chg="del">
        <pc:chgData name="Kogame, Shinya(ﾃﾞｼﾞﾀﾙ･ICT推進部DX技術戦略課_出光興産)" userId="13707309785_tp_box_2" providerId="OAuth2" clId="{3B7EB954-2704-458B-808E-2DF7540014D5}" dt="2025-06-17T00:02:31.373" v="1" actId="47"/>
        <pc:sldMkLst>
          <pc:docMk/>
          <pc:sldMk cId="341210457" sldId="2147477342"/>
        </pc:sldMkLst>
      </pc:sldChg>
      <pc:sldChg chg="del">
        <pc:chgData name="Kogame, Shinya(ﾃﾞｼﾞﾀﾙ･ICT推進部DX技術戦略課_出光興産)" userId="13707309785_tp_box_2" providerId="OAuth2" clId="{3B7EB954-2704-458B-808E-2DF7540014D5}" dt="2025-06-17T00:02:30.966" v="0" actId="47"/>
        <pc:sldMkLst>
          <pc:docMk/>
          <pc:sldMk cId="3918159370" sldId="2147477343"/>
        </pc:sldMkLst>
      </pc:sldChg>
      <pc:sldChg chg="addSp modSp mod">
        <pc:chgData name="Kogame, Shinya(ﾃﾞｼﾞﾀﾙ･ICT推進部DX技術戦略課_出光興産)" userId="13707309785_tp_box_2" providerId="OAuth2" clId="{3B7EB954-2704-458B-808E-2DF7540014D5}" dt="2025-06-17T00:05:43.828" v="218" actId="1076"/>
        <pc:sldMkLst>
          <pc:docMk/>
          <pc:sldMk cId="3494301853" sldId="2147477350"/>
        </pc:sldMkLst>
      </pc:sldChg>
      <pc:sldChg chg="ord">
        <pc:chgData name="Kogame, Shinya(ﾃﾞｼﾞﾀﾙ･ICT推進部DX技術戦略課_出光興産)" userId="13707309785_tp_box_2" providerId="OAuth2" clId="{3B7EB954-2704-458B-808E-2DF7540014D5}" dt="2025-06-17T00:06:09.963" v="220"/>
        <pc:sldMkLst>
          <pc:docMk/>
          <pc:sldMk cId="1078420586" sldId="2147477352"/>
        </pc:sldMkLst>
      </pc:sldChg>
      <pc:sldChg chg="modSp mod">
        <pc:chgData name="Kogame, Shinya(ﾃﾞｼﾞﾀﾙ･ICT推進部DX技術戦略課_出光興産)" userId="13707309785_tp_box_2" providerId="OAuth2" clId="{3B7EB954-2704-458B-808E-2DF7540014D5}" dt="2025-06-17T00:07:45.897" v="403" actId="122"/>
        <pc:sldMkLst>
          <pc:docMk/>
          <pc:sldMk cId="2199917679" sldId="2147477354"/>
        </pc:sldMkLst>
      </pc:sldChg>
      <pc:sldChg chg="ord">
        <pc:chgData name="Kogame, Shinya(ﾃﾞｼﾞﾀﾙ･ICT推進部DX技術戦略課_出光興産)" userId="13707309785_tp_box_2" providerId="OAuth2" clId="{3B7EB954-2704-458B-808E-2DF7540014D5}" dt="2025-06-17T00:06:09.963" v="220"/>
        <pc:sldMkLst>
          <pc:docMk/>
          <pc:sldMk cId="2396393341" sldId="2147477355"/>
        </pc:sldMkLst>
      </pc:sldChg>
      <pc:sldChg chg="ord">
        <pc:chgData name="Kogame, Shinya(ﾃﾞｼﾞﾀﾙ･ICT推進部DX技術戦略課_出光興産)" userId="13707309785_tp_box_2" providerId="OAuth2" clId="{3B7EB954-2704-458B-808E-2DF7540014D5}" dt="2025-06-17T00:06:09.963" v="220"/>
        <pc:sldMkLst>
          <pc:docMk/>
          <pc:sldMk cId="735645804" sldId="2147477356"/>
        </pc:sldMkLst>
      </pc:sldChg>
      <pc:sldChg chg="ord">
        <pc:chgData name="Kogame, Shinya(ﾃﾞｼﾞﾀﾙ･ICT推進部DX技術戦略課_出光興産)" userId="13707309785_tp_box_2" providerId="OAuth2" clId="{3B7EB954-2704-458B-808E-2DF7540014D5}" dt="2025-06-17T00:06:09.963" v="220"/>
        <pc:sldMkLst>
          <pc:docMk/>
          <pc:sldMk cId="1324954379" sldId="2147477357"/>
        </pc:sldMkLst>
      </pc:sldChg>
      <pc:sldChg chg="ord">
        <pc:chgData name="Kogame, Shinya(ﾃﾞｼﾞﾀﾙ･ICT推進部DX技術戦略課_出光興産)" userId="13707309785_tp_box_2" providerId="OAuth2" clId="{3B7EB954-2704-458B-808E-2DF7540014D5}" dt="2025-06-17T00:06:09.963" v="220"/>
        <pc:sldMkLst>
          <pc:docMk/>
          <pc:sldMk cId="797857193" sldId="2147477358"/>
        </pc:sldMkLst>
      </pc:sldChg>
      <pc:sldChg chg="modSp mod">
        <pc:chgData name="Kogame, Shinya(ﾃﾞｼﾞﾀﾙ･ICT推進部DX技術戦略課_出光興産)" userId="13707309785_tp_box_2" providerId="OAuth2" clId="{3B7EB954-2704-458B-808E-2DF7540014D5}" dt="2025-06-17T00:03:57.017" v="132" actId="12"/>
        <pc:sldMkLst>
          <pc:docMk/>
          <pc:sldMk cId="4000304826" sldId="2147477359"/>
        </pc:sldMkLst>
      </pc:sldChg>
    </pc:docChg>
  </pc:docChgLst>
  <pc:docChgLst>
    <pc:chgData name="Kogame, Shinya(ﾃﾞｼﾞﾀﾙ･ICT推進部DX技術戦略課_出光興産)" userId="13707309785_tp_box_2" providerId="OAuth2" clId="{9E0AE40A-CEC2-4509-B315-F0B9BBA5A0C1}"/>
    <pc:docChg chg="undo custSel addSld modSld">
      <pc:chgData name="Kogame, Shinya(ﾃﾞｼﾞﾀﾙ･ICT推進部DX技術戦略課_出光興産)" userId="13707309785_tp_box_2" providerId="OAuth2" clId="{9E0AE40A-CEC2-4509-B315-F0B9BBA5A0C1}" dt="2025-06-16T03:57:24.662" v="774" actId="20577"/>
      <pc:docMkLst>
        <pc:docMk/>
      </pc:docMkLst>
      <pc:sldChg chg="addSp delSp modSp mod">
        <pc:chgData name="Kogame, Shinya(ﾃﾞｼﾞﾀﾙ･ICT推進部DX技術戦略課_出光興産)" userId="13707309785_tp_box_2" providerId="OAuth2" clId="{9E0AE40A-CEC2-4509-B315-F0B9BBA5A0C1}" dt="2025-06-16T03:44:56.268" v="127" actId="1076"/>
        <pc:sldMkLst>
          <pc:docMk/>
          <pc:sldMk cId="2369940363" sldId="2147477346"/>
        </pc:sldMkLst>
      </pc:sldChg>
      <pc:sldChg chg="addSp delSp modSp mod">
        <pc:chgData name="Kogame, Shinya(ﾃﾞｼﾞﾀﾙ･ICT推進部DX技術戦略課_出光興産)" userId="13707309785_tp_box_2" providerId="OAuth2" clId="{9E0AE40A-CEC2-4509-B315-F0B9BBA5A0C1}" dt="2025-06-16T03:40:42.913" v="119" actId="478"/>
        <pc:sldMkLst>
          <pc:docMk/>
          <pc:sldMk cId="3494301853" sldId="2147477350"/>
        </pc:sldMkLst>
      </pc:sldChg>
      <pc:sldChg chg="addSp delSp modSp mod">
        <pc:chgData name="Kogame, Shinya(ﾃﾞｼﾞﾀﾙ･ICT推進部DX技術戦略課_出光興産)" userId="13707309785_tp_box_2" providerId="OAuth2" clId="{9E0AE40A-CEC2-4509-B315-F0B9BBA5A0C1}" dt="2025-06-16T03:40:31.161" v="118"/>
        <pc:sldMkLst>
          <pc:docMk/>
          <pc:sldMk cId="3075582387" sldId="2147477351"/>
        </pc:sldMkLst>
      </pc:sldChg>
      <pc:sldChg chg="modSp mod">
        <pc:chgData name="Kogame, Shinya(ﾃﾞｼﾞﾀﾙ･ICT推進部DX技術戦略課_出光興産)" userId="13707309785_tp_box_2" providerId="OAuth2" clId="{9E0AE40A-CEC2-4509-B315-F0B9BBA5A0C1}" dt="2025-06-16T02:50:49.677" v="25" actId="20577"/>
        <pc:sldMkLst>
          <pc:docMk/>
          <pc:sldMk cId="2447376155" sldId="2147477353"/>
        </pc:sldMkLst>
      </pc:sldChg>
      <pc:sldChg chg="modSp mod">
        <pc:chgData name="Kogame, Shinya(ﾃﾞｼﾞﾀﾙ･ICT推進部DX技術戦略課_出光興産)" userId="13707309785_tp_box_2" providerId="OAuth2" clId="{9E0AE40A-CEC2-4509-B315-F0B9BBA5A0C1}" dt="2025-06-16T02:55:24.498" v="34" actId="20577"/>
        <pc:sldMkLst>
          <pc:docMk/>
          <pc:sldMk cId="4000304826" sldId="2147477359"/>
        </pc:sldMkLst>
      </pc:sldChg>
      <pc:sldChg chg="modSp add mod">
        <pc:chgData name="Kogame, Shinya(ﾃﾞｼﾞﾀﾙ･ICT推進部DX技術戦略課_出光興産)" userId="13707309785_tp_box_2" providerId="OAuth2" clId="{9E0AE40A-CEC2-4509-B315-F0B9BBA5A0C1}" dt="2025-06-16T03:57:24.662" v="774" actId="20577"/>
        <pc:sldMkLst>
          <pc:docMk/>
          <pc:sldMk cId="3745690696" sldId="2147477360"/>
        </pc:sldMkLst>
      </pc:sldChg>
    </pc:docChg>
  </pc:docChgLst>
  <pc:docChgLst>
    <pc:chgData name="Kogame, Shinya(ﾃﾞｼﾞﾀﾙ･ICT推進部DX技術戦略課_出光興産)" userId="13707309785_tp_box_2" providerId="OAuth2" clId="{00E09A87-F6F7-4F11-85E9-980E2AE3F31E}"/>
    <pc:docChg chg="undo custSel modSld">
      <pc:chgData name="Kogame, Shinya(ﾃﾞｼﾞﾀﾙ･ICT推進部DX技術戦略課_出光興産)" userId="13707309785_tp_box_2" providerId="OAuth2" clId="{00E09A87-F6F7-4F11-85E9-980E2AE3F31E}" dt="2025-06-16T04:24:35.543" v="571" actId="1076"/>
      <pc:docMkLst>
        <pc:docMk/>
      </pc:docMkLst>
      <pc:sldChg chg="addSp delSp modSp mod">
        <pc:chgData name="Kogame, Shinya(ﾃﾞｼﾞﾀﾙ･ICT推進部DX技術戦略課_出光興産)" userId="13707309785_tp_box_2" providerId="OAuth2" clId="{00E09A87-F6F7-4F11-85E9-980E2AE3F31E}" dt="2025-06-16T04:24:35.543" v="571" actId="1076"/>
        <pc:sldMkLst>
          <pc:docMk/>
          <pc:sldMk cId="2369940363" sldId="2147477346"/>
        </pc:sldMkLst>
      </pc:sldChg>
      <pc:sldChg chg="addSp modSp mod">
        <pc:chgData name="Kogame, Shinya(ﾃﾞｼﾞﾀﾙ･ICT推進部DX技術戦略課_出光興産)" userId="13707309785_tp_box_2" providerId="OAuth2" clId="{00E09A87-F6F7-4F11-85E9-980E2AE3F31E}" dt="2025-06-16T04:23:28.117" v="564" actId="6549"/>
        <pc:sldMkLst>
          <pc:docMk/>
          <pc:sldMk cId="3745690696" sldId="2147477360"/>
        </pc:sldMkLst>
      </pc:sldChg>
    </pc:docChg>
  </pc:docChgLst>
  <pc:docChgLst>
    <pc:chgData name="Kogame, Shinya(ﾃﾞｼﾞﾀﾙ･ICT推進部DX技術戦略課_出光興産)" userId="13707309785_tp_box_2" providerId="OAuth2" clId="{2509D6F6-4872-4348-BDAE-FE64ED571C8E}"/>
    <pc:docChg chg="undo custSel addSld delSld modSld sldOrd">
      <pc:chgData name="Kogame, Shinya(ﾃﾞｼﾞﾀﾙ･ICT推進部DX技術戦略課_出光興産)" userId="13707309785_tp_box_2" providerId="OAuth2" clId="{2509D6F6-4872-4348-BDAE-FE64ED571C8E}" dt="2025-07-16T23:46:56.823" v="822" actId="20577"/>
      <pc:docMkLst>
        <pc:docMk/>
      </pc:docMkLst>
      <pc:sldChg chg="modSp mod">
        <pc:chgData name="Kogame, Shinya(ﾃﾞｼﾞﾀﾙ･ICT推進部DX技術戦略課_出光興産)" userId="13707309785_tp_box_2" providerId="OAuth2" clId="{2509D6F6-4872-4348-BDAE-FE64ED571C8E}" dt="2025-07-16T23:22:44.606" v="254" actId="20577"/>
        <pc:sldMkLst>
          <pc:docMk/>
          <pc:sldMk cId="2229319540" sldId="2147477338"/>
        </pc:sldMkLst>
      </pc:sldChg>
      <pc:sldChg chg="del">
        <pc:chgData name="Kogame, Shinya(ﾃﾞｼﾞﾀﾙ･ICT推進部DX技術戦略課_出光興産)" userId="13707309785_tp_box_2" providerId="OAuth2" clId="{2509D6F6-4872-4348-BDAE-FE64ED571C8E}" dt="2025-07-16T23:32:13.579" v="474" actId="47"/>
        <pc:sldMkLst>
          <pc:docMk/>
          <pc:sldMk cId="3317704549" sldId="2147477339"/>
        </pc:sldMkLst>
      </pc:sldChg>
      <pc:sldChg chg="delSp modSp mod">
        <pc:chgData name="Kogame, Shinya(ﾃﾞｼﾞﾀﾙ･ICT推進部DX技術戦略課_出光興産)" userId="13707309785_tp_box_2" providerId="OAuth2" clId="{2509D6F6-4872-4348-BDAE-FE64ED571C8E}" dt="2025-07-16T23:22:55.716" v="264" actId="20577"/>
        <pc:sldMkLst>
          <pc:docMk/>
          <pc:sldMk cId="3068012839" sldId="2147477341"/>
        </pc:sldMkLst>
      </pc:sldChg>
      <pc:sldChg chg="del">
        <pc:chgData name="Kogame, Shinya(ﾃﾞｼﾞﾀﾙ･ICT推進部DX技術戦略課_出光興産)" userId="13707309785_tp_box_2" providerId="OAuth2" clId="{2509D6F6-4872-4348-BDAE-FE64ED571C8E}" dt="2025-07-16T23:44:25.101" v="726" actId="47"/>
        <pc:sldMkLst>
          <pc:docMk/>
          <pc:sldMk cId="384152357" sldId="2147477345"/>
        </pc:sldMkLst>
      </pc:sldChg>
      <pc:sldChg chg="modSp mod ord">
        <pc:chgData name="Kogame, Shinya(ﾃﾞｼﾞﾀﾙ･ICT推進部DX技術戦略課_出光興産)" userId="13707309785_tp_box_2" providerId="OAuth2" clId="{2509D6F6-4872-4348-BDAE-FE64ED571C8E}" dt="2025-07-16T23:32:09.296" v="473"/>
        <pc:sldMkLst>
          <pc:docMk/>
          <pc:sldMk cId="2369940363" sldId="2147477346"/>
        </pc:sldMkLst>
      </pc:sldChg>
      <pc:sldChg chg="modSp mod">
        <pc:chgData name="Kogame, Shinya(ﾃﾞｼﾞﾀﾙ･ICT推進部DX技術戦略課_出光興産)" userId="13707309785_tp_box_2" providerId="OAuth2" clId="{2509D6F6-4872-4348-BDAE-FE64ED571C8E}" dt="2025-07-16T23:17:11.261" v="4" actId="20577"/>
        <pc:sldMkLst>
          <pc:docMk/>
          <pc:sldMk cId="628850284" sldId="2147477347"/>
        </pc:sldMkLst>
      </pc:sldChg>
      <pc:sldChg chg="delSp modSp mod ord">
        <pc:chgData name="Kogame, Shinya(ﾃﾞｼﾞﾀﾙ･ICT推進部DX技術戦略課_出光興産)" userId="13707309785_tp_box_2" providerId="OAuth2" clId="{2509D6F6-4872-4348-BDAE-FE64ED571C8E}" dt="2025-07-16T23:45:35.226" v="762" actId="14100"/>
        <pc:sldMkLst>
          <pc:docMk/>
          <pc:sldMk cId="3494301853" sldId="2147477350"/>
        </pc:sldMkLst>
      </pc:sldChg>
      <pc:sldChg chg="modSp mod ord">
        <pc:chgData name="Kogame, Shinya(ﾃﾞｼﾞﾀﾙ･ICT推進部DX技術戦略課_出光興産)" userId="13707309785_tp_box_2" providerId="OAuth2" clId="{2509D6F6-4872-4348-BDAE-FE64ED571C8E}" dt="2025-07-16T23:33:06.929" v="493" actId="14100"/>
        <pc:sldMkLst>
          <pc:docMk/>
          <pc:sldMk cId="3075582387" sldId="2147477351"/>
        </pc:sldMkLst>
      </pc:sldChg>
      <pc:sldChg chg="del">
        <pc:chgData name="Kogame, Shinya(ﾃﾞｼﾞﾀﾙ･ICT推進部DX技術戦略課_出光興産)" userId="13707309785_tp_box_2" providerId="OAuth2" clId="{2509D6F6-4872-4348-BDAE-FE64ED571C8E}" dt="2025-07-16T23:29:05.149" v="424" actId="47"/>
        <pc:sldMkLst>
          <pc:docMk/>
          <pc:sldMk cId="2447376155" sldId="2147477353"/>
        </pc:sldMkLst>
      </pc:sldChg>
      <pc:sldChg chg="modSp mod ord">
        <pc:chgData name="Kogame, Shinya(ﾃﾞｼﾞﾀﾙ･ICT推進部DX技術戦略課_出光興産)" userId="13707309785_tp_box_2" providerId="OAuth2" clId="{2509D6F6-4872-4348-BDAE-FE64ED571C8E}" dt="2025-07-16T23:44:59.624" v="730" actId="20577"/>
        <pc:sldMkLst>
          <pc:docMk/>
          <pc:sldMk cId="2199917679" sldId="2147477354"/>
        </pc:sldMkLst>
      </pc:sldChg>
      <pc:sldChg chg="modSp mod ord">
        <pc:chgData name="Kogame, Shinya(ﾃﾞｼﾞﾀﾙ･ICT推進部DX技術戦略課_出光興産)" userId="13707309785_tp_box_2" providerId="OAuth2" clId="{2509D6F6-4872-4348-BDAE-FE64ED571C8E}" dt="2025-07-16T23:46:56.823" v="822" actId="20577"/>
        <pc:sldMkLst>
          <pc:docMk/>
          <pc:sldMk cId="4000304826" sldId="2147477359"/>
        </pc:sldMkLst>
      </pc:sldChg>
      <pc:sldChg chg="modSp mod ord">
        <pc:chgData name="Kogame, Shinya(ﾃﾞｼﾞﾀﾙ･ICT推進部DX技術戦略課_出光興産)" userId="13707309785_tp_box_2" providerId="OAuth2" clId="{2509D6F6-4872-4348-BDAE-FE64ED571C8E}" dt="2025-07-16T23:46:23.797" v="805" actId="6549"/>
        <pc:sldMkLst>
          <pc:docMk/>
          <pc:sldMk cId="3745690696" sldId="2147477360"/>
        </pc:sldMkLst>
      </pc:sldChg>
      <pc:sldChg chg="addSp delSp modSp new mod">
        <pc:chgData name="Kogame, Shinya(ﾃﾞｼﾞﾀﾙ･ICT推進部DX技術戦略課_出光興産)" userId="13707309785_tp_box_2" providerId="OAuth2" clId="{2509D6F6-4872-4348-BDAE-FE64ED571C8E}" dt="2025-07-16T23:32:48.946" v="477" actId="14100"/>
        <pc:sldMkLst>
          <pc:docMk/>
          <pc:sldMk cId="1937548317" sldId="2147477361"/>
        </pc:sldMkLst>
      </pc:sldChg>
      <pc:sldChg chg="new del">
        <pc:chgData name="Kogame, Shinya(ﾃﾞｼﾞﾀﾙ･ICT推進部DX技術戦略課_出光興産)" userId="13707309785_tp_box_2" providerId="OAuth2" clId="{2509D6F6-4872-4348-BDAE-FE64ED571C8E}" dt="2025-07-16T23:44:23.234" v="722" actId="47"/>
        <pc:sldMkLst>
          <pc:docMk/>
          <pc:sldMk cId="1431345878" sldId="2147477362"/>
        </pc:sldMkLst>
      </pc:sldChg>
      <pc:sldChg chg="new del">
        <pc:chgData name="Kogame, Shinya(ﾃﾞｼﾞﾀﾙ･ICT推進部DX技術戦略課_出光興産)" userId="13707309785_tp_box_2" providerId="OAuth2" clId="{2509D6F6-4872-4348-BDAE-FE64ED571C8E}" dt="2025-07-16T23:44:23.689" v="723" actId="47"/>
        <pc:sldMkLst>
          <pc:docMk/>
          <pc:sldMk cId="4176927154" sldId="2147477363"/>
        </pc:sldMkLst>
      </pc:sldChg>
      <pc:sldChg chg="new del">
        <pc:chgData name="Kogame, Shinya(ﾃﾞｼﾞﾀﾙ･ICT推進部DX技術戦略課_出光興産)" userId="13707309785_tp_box_2" providerId="OAuth2" clId="{2509D6F6-4872-4348-BDAE-FE64ED571C8E}" dt="2025-07-16T23:44:24.112" v="724" actId="47"/>
        <pc:sldMkLst>
          <pc:docMk/>
          <pc:sldMk cId="3527535022" sldId="2147477364"/>
        </pc:sldMkLst>
      </pc:sldChg>
      <pc:sldChg chg="new del">
        <pc:chgData name="Kogame, Shinya(ﾃﾞｼﾞﾀﾙ･ICT推進部DX技術戦略課_出光興産)" userId="13707309785_tp_box_2" providerId="OAuth2" clId="{2509D6F6-4872-4348-BDAE-FE64ED571C8E}" dt="2025-07-16T23:44:24.578" v="725" actId="47"/>
        <pc:sldMkLst>
          <pc:docMk/>
          <pc:sldMk cId="1785993767" sldId="2147477365"/>
        </pc:sldMkLst>
      </pc:sldChg>
      <pc:sldChg chg="modSp add mod ord">
        <pc:chgData name="Kogame, Shinya(ﾃﾞｼﾞﾀﾙ･ICT推進部DX技術戦略課_出光興産)" userId="13707309785_tp_box_2" providerId="OAuth2" clId="{2509D6F6-4872-4348-BDAE-FE64ED571C8E}" dt="2025-07-16T23:42:36.284" v="721" actId="20577"/>
        <pc:sldMkLst>
          <pc:docMk/>
          <pc:sldMk cId="1282057351" sldId="2147477366"/>
        </pc:sldMkLst>
      </pc:sldChg>
      <pc:sldChg chg="new">
        <pc:chgData name="Kogame, Shinya(ﾃﾞｼﾞﾀﾙ･ICT推進部DX技術戦略課_出光興産)" userId="13707309785_tp_box_2" providerId="OAuth2" clId="{2509D6F6-4872-4348-BDAE-FE64ED571C8E}" dt="2025-07-16T23:32:16.107" v="475" actId="680"/>
        <pc:sldMkLst>
          <pc:docMk/>
          <pc:sldMk cId="886978919" sldId="2147477367"/>
        </pc:sldMkLst>
      </pc:sldChg>
    </pc:docChg>
  </pc:docChgLst>
  <pc:docChgLst>
    <pc:chgData name="Kogame, Shinya(ﾃﾞｼﾞﾀﾙ･ICT推進部DX技術戦略課_出光興産)" userId="13707309785_tp_box_2" providerId="OAuth2" clId="{1C4FFD35-A043-4DD1-B0BA-C16F11BA143B}"/>
    <pc:docChg chg="undo custSel addSld delSld modSld sldOrd">
      <pc:chgData name="Kogame, Shinya(ﾃﾞｼﾞﾀﾙ･ICT推進部DX技術戦略課_出光興産)" userId="13707309785_tp_box_2" providerId="OAuth2" clId="{1C4FFD35-A043-4DD1-B0BA-C16F11BA143B}" dt="2025-09-25T06:08:30.555" v="1551" actId="20577"/>
      <pc:docMkLst>
        <pc:docMk/>
      </pc:docMkLst>
      <pc:sldChg chg="del">
        <pc:chgData name="Kogame, Shinya(ﾃﾞｼﾞﾀﾙ･ICT推進部DX技術戦略課_出光興産)" userId="13707309785_tp_box_2" providerId="OAuth2" clId="{1C4FFD35-A043-4DD1-B0BA-C16F11BA143B}" dt="2025-09-25T05:33:21.091" v="830" actId="47"/>
        <pc:sldMkLst>
          <pc:docMk/>
          <pc:sldMk cId="2229319540" sldId="2147477338"/>
        </pc:sldMkLst>
      </pc:sldChg>
      <pc:sldChg chg="del">
        <pc:chgData name="Kogame, Shinya(ﾃﾞｼﾞﾀﾙ･ICT推進部DX技術戦略課_出光興産)" userId="13707309785_tp_box_2" providerId="OAuth2" clId="{1C4FFD35-A043-4DD1-B0BA-C16F11BA143B}" dt="2025-09-25T05:33:20.268" v="828" actId="47"/>
        <pc:sldMkLst>
          <pc:docMk/>
          <pc:sldMk cId="3068012839" sldId="2147477341"/>
        </pc:sldMkLst>
      </pc:sldChg>
      <pc:sldChg chg="del">
        <pc:chgData name="Kogame, Shinya(ﾃﾞｼﾞﾀﾙ･ICT推進部DX技術戦略課_出光興産)" userId="13707309785_tp_box_2" providerId="OAuth2" clId="{1C4FFD35-A043-4DD1-B0BA-C16F11BA143B}" dt="2025-09-25T05:33:25.075" v="836" actId="47"/>
        <pc:sldMkLst>
          <pc:docMk/>
          <pc:sldMk cId="628850284" sldId="2147477347"/>
        </pc:sldMkLst>
      </pc:sldChg>
      <pc:sldChg chg="del">
        <pc:chgData name="Kogame, Shinya(ﾃﾞｼﾞﾀﾙ･ICT推進部DX技術戦略課_出光興産)" userId="13707309785_tp_box_2" providerId="OAuth2" clId="{1C4FFD35-A043-4DD1-B0BA-C16F11BA143B}" dt="2025-09-25T05:33:18.425" v="824" actId="47"/>
        <pc:sldMkLst>
          <pc:docMk/>
          <pc:sldMk cId="1269254997" sldId="2147477348"/>
        </pc:sldMkLst>
      </pc:sldChg>
      <pc:sldChg chg="del">
        <pc:chgData name="Kogame, Shinya(ﾃﾞｼﾞﾀﾙ･ICT推進部DX技術戦略課_出光興産)" userId="13707309785_tp_box_2" providerId="OAuth2" clId="{1C4FFD35-A043-4DD1-B0BA-C16F11BA143B}" dt="2025-09-25T05:33:20.732" v="829" actId="47"/>
        <pc:sldMkLst>
          <pc:docMk/>
          <pc:sldMk cId="2916458033" sldId="2147477349"/>
        </pc:sldMkLst>
      </pc:sldChg>
      <pc:sldChg chg="del">
        <pc:chgData name="Kogame, Shinya(ﾃﾞｼﾞﾀﾙ･ICT推進部DX技術戦略課_出光興産)" userId="13707309785_tp_box_2" providerId="OAuth2" clId="{1C4FFD35-A043-4DD1-B0BA-C16F11BA143B}" dt="2025-09-25T05:33:18.921" v="825" actId="47"/>
        <pc:sldMkLst>
          <pc:docMk/>
          <pc:sldMk cId="3494301853" sldId="2147477350"/>
        </pc:sldMkLst>
      </pc:sldChg>
      <pc:sldChg chg="del">
        <pc:chgData name="Kogame, Shinya(ﾃﾞｼﾞﾀﾙ･ICT推進部DX技術戦略課_出光興産)" userId="13707309785_tp_box_2" providerId="OAuth2" clId="{1C4FFD35-A043-4DD1-B0BA-C16F11BA143B}" dt="2025-09-25T05:33:17.761" v="823" actId="47"/>
        <pc:sldMkLst>
          <pc:docMk/>
          <pc:sldMk cId="1078420586" sldId="2147477352"/>
        </pc:sldMkLst>
      </pc:sldChg>
      <pc:sldChg chg="del">
        <pc:chgData name="Kogame, Shinya(ﾃﾞｼﾞﾀﾙ･ICT推進部DX技術戦略課_出光興産)" userId="13707309785_tp_box_2" providerId="OAuth2" clId="{1C4FFD35-A043-4DD1-B0BA-C16F11BA143B}" dt="2025-09-25T05:33:17.147" v="822" actId="47"/>
        <pc:sldMkLst>
          <pc:docMk/>
          <pc:sldMk cId="2396393341" sldId="2147477355"/>
        </pc:sldMkLst>
      </pc:sldChg>
      <pc:sldChg chg="del">
        <pc:chgData name="Kogame, Shinya(ﾃﾞｼﾞﾀﾙ･ICT推進部DX技術戦略課_出光興産)" userId="13707309785_tp_box_2" providerId="OAuth2" clId="{1C4FFD35-A043-4DD1-B0BA-C16F11BA143B}" dt="2025-09-25T05:33:16.479" v="821" actId="47"/>
        <pc:sldMkLst>
          <pc:docMk/>
          <pc:sldMk cId="735645804" sldId="2147477356"/>
        </pc:sldMkLst>
      </pc:sldChg>
      <pc:sldChg chg="del">
        <pc:chgData name="Kogame, Shinya(ﾃﾞｼﾞﾀﾙ･ICT推進部DX技術戦略課_出光興産)" userId="13707309785_tp_box_2" providerId="OAuth2" clId="{1C4FFD35-A043-4DD1-B0BA-C16F11BA143B}" dt="2025-09-25T05:33:15.807" v="820" actId="47"/>
        <pc:sldMkLst>
          <pc:docMk/>
          <pc:sldMk cId="1324954379" sldId="2147477357"/>
        </pc:sldMkLst>
      </pc:sldChg>
      <pc:sldChg chg="del">
        <pc:chgData name="Kogame, Shinya(ﾃﾞｼﾞﾀﾙ･ICT推進部DX技術戦略課_出光興産)" userId="13707309785_tp_box_2" providerId="OAuth2" clId="{1C4FFD35-A043-4DD1-B0BA-C16F11BA143B}" dt="2025-09-25T05:33:15.048" v="819" actId="47"/>
        <pc:sldMkLst>
          <pc:docMk/>
          <pc:sldMk cId="797857193" sldId="2147477358"/>
        </pc:sldMkLst>
      </pc:sldChg>
      <pc:sldChg chg="del">
        <pc:chgData name="Kogame, Shinya(ﾃﾞｼﾞﾀﾙ･ICT推進部DX技術戦略課_出光興産)" userId="13707309785_tp_box_2" providerId="OAuth2" clId="{1C4FFD35-A043-4DD1-B0BA-C16F11BA143B}" dt="2025-09-25T05:33:19.849" v="827" actId="47"/>
        <pc:sldMkLst>
          <pc:docMk/>
          <pc:sldMk cId="1937548317" sldId="2147477361"/>
        </pc:sldMkLst>
      </pc:sldChg>
      <pc:sldChg chg="del">
        <pc:chgData name="Kogame, Shinya(ﾃﾞｼﾞﾀﾙ･ICT推進部DX技術戦略課_出光興産)" userId="13707309785_tp_box_2" providerId="OAuth2" clId="{1C4FFD35-A043-4DD1-B0BA-C16F11BA143B}" dt="2025-09-25T05:33:23.780" v="835" actId="47"/>
        <pc:sldMkLst>
          <pc:docMk/>
          <pc:sldMk cId="1282057351" sldId="2147477366"/>
        </pc:sldMkLst>
      </pc:sldChg>
      <pc:sldChg chg="del">
        <pc:chgData name="Kogame, Shinya(ﾃﾞｼﾞﾀﾙ･ICT推進部DX技術戦略課_出光興産)" userId="13707309785_tp_box_2" providerId="OAuth2" clId="{1C4FFD35-A043-4DD1-B0BA-C16F11BA143B}" dt="2025-09-25T05:33:19.374" v="826" actId="47"/>
        <pc:sldMkLst>
          <pc:docMk/>
          <pc:sldMk cId="3683234187" sldId="2147477367"/>
        </pc:sldMkLst>
      </pc:sldChg>
      <pc:sldChg chg="addSp modSp mod ord">
        <pc:chgData name="Kogame, Shinya(ﾃﾞｼﾞﾀﾙ･ICT推進部DX技術戦略課_出光興産)" userId="13707309785_tp_box_2" providerId="OAuth2" clId="{1C4FFD35-A043-4DD1-B0BA-C16F11BA143B}" dt="2025-09-25T05:46:49.657" v="1063" actId="122"/>
        <pc:sldMkLst>
          <pc:docMk/>
          <pc:sldMk cId="1387080971" sldId="2147477368"/>
        </pc:sldMkLst>
      </pc:sldChg>
      <pc:sldChg chg="addSp delSp modSp mod ord">
        <pc:chgData name="Kogame, Shinya(ﾃﾞｼﾞﾀﾙ･ICT推進部DX技術戦略課_出光興産)" userId="13707309785_tp_box_2" providerId="OAuth2" clId="{1C4FFD35-A043-4DD1-B0BA-C16F11BA143B}" dt="2025-09-25T05:52:51.539" v="1289" actId="20577"/>
        <pc:sldMkLst>
          <pc:docMk/>
          <pc:sldMk cId="3095831735" sldId="2147477369"/>
        </pc:sldMkLst>
      </pc:sldChg>
      <pc:sldChg chg="addSp delSp modSp mod ord">
        <pc:chgData name="Kogame, Shinya(ﾃﾞｼﾞﾀﾙ･ICT推進部DX技術戦略課_出光興産)" userId="13707309785_tp_box_2" providerId="OAuth2" clId="{1C4FFD35-A043-4DD1-B0BA-C16F11BA143B}" dt="2025-09-25T05:53:34.140" v="1293" actId="1076"/>
        <pc:sldMkLst>
          <pc:docMk/>
          <pc:sldMk cId="1697000665" sldId="2147477370"/>
        </pc:sldMkLst>
      </pc:sldChg>
      <pc:sldChg chg="del">
        <pc:chgData name="Kogame, Shinya(ﾃﾞｼﾞﾀﾙ･ICT推進部DX技術戦略課_出光興産)" userId="13707309785_tp_box_2" providerId="OAuth2" clId="{1C4FFD35-A043-4DD1-B0BA-C16F11BA143B}" dt="2025-09-25T05:33:23.337" v="834" actId="47"/>
        <pc:sldMkLst>
          <pc:docMk/>
          <pc:sldMk cId="1300723023" sldId="2147477371"/>
        </pc:sldMkLst>
      </pc:sldChg>
      <pc:sldChg chg="del">
        <pc:chgData name="Kogame, Shinya(ﾃﾞｼﾞﾀﾙ･ICT推進部DX技術戦略課_出光興産)" userId="13707309785_tp_box_2" providerId="OAuth2" clId="{1C4FFD35-A043-4DD1-B0BA-C16F11BA143B}" dt="2025-09-25T05:33:22.868" v="833" actId="47"/>
        <pc:sldMkLst>
          <pc:docMk/>
          <pc:sldMk cId="2165652874" sldId="2147477372"/>
        </pc:sldMkLst>
      </pc:sldChg>
      <pc:sldChg chg="del">
        <pc:chgData name="Kogame, Shinya(ﾃﾞｼﾞﾀﾙ･ICT推進部DX技術戦略課_出光興産)" userId="13707309785_tp_box_2" providerId="OAuth2" clId="{1C4FFD35-A043-4DD1-B0BA-C16F11BA143B}" dt="2025-09-25T05:33:22.309" v="832" actId="47"/>
        <pc:sldMkLst>
          <pc:docMk/>
          <pc:sldMk cId="507951316" sldId="2147477373"/>
        </pc:sldMkLst>
      </pc:sldChg>
      <pc:sldChg chg="del">
        <pc:chgData name="Kogame, Shinya(ﾃﾞｼﾞﾀﾙ･ICT推進部DX技術戦略課_出光興産)" userId="13707309785_tp_box_2" providerId="OAuth2" clId="{1C4FFD35-A043-4DD1-B0BA-C16F11BA143B}" dt="2025-09-25T05:33:21.564" v="831" actId="47"/>
        <pc:sldMkLst>
          <pc:docMk/>
          <pc:sldMk cId="3460135752" sldId="2147477374"/>
        </pc:sldMkLst>
      </pc:sldChg>
      <pc:sldChg chg="addSp delSp modSp mod modNotesTx">
        <pc:chgData name="Kogame, Shinya(ﾃﾞｼﾞﾀﾙ･ICT推進部DX技術戦略課_出光興産)" userId="13707309785_tp_box_2" providerId="OAuth2" clId="{1C4FFD35-A043-4DD1-B0BA-C16F11BA143B}" dt="2025-09-25T06:04:31.768" v="1413" actId="1076"/>
        <pc:sldMkLst>
          <pc:docMk/>
          <pc:sldMk cId="869127263" sldId="2147477375"/>
        </pc:sldMkLst>
      </pc:sldChg>
      <pc:sldChg chg="addSp modSp mod modNotesTx">
        <pc:chgData name="Kogame, Shinya(ﾃﾞｼﾞﾀﾙ･ICT推進部DX技術戦略課_出光興産)" userId="13707309785_tp_box_2" providerId="OAuth2" clId="{1C4FFD35-A043-4DD1-B0BA-C16F11BA143B}" dt="2025-09-25T06:08:30.555" v="1551" actId="20577"/>
        <pc:sldMkLst>
          <pc:docMk/>
          <pc:sldMk cId="4181484250" sldId="2147477376"/>
        </pc:sldMkLst>
      </pc:sldChg>
      <pc:sldChg chg="addSp modSp new mod ord">
        <pc:chgData name="Kogame, Shinya(ﾃﾞｼﾞﾀﾙ･ICT推進部DX技術戦略課_出光興産)" userId="13707309785_tp_box_2" providerId="OAuth2" clId="{1C4FFD35-A043-4DD1-B0BA-C16F11BA143B}" dt="2025-09-25T05:49:47.314" v="1210" actId="20577"/>
        <pc:sldMkLst>
          <pc:docMk/>
          <pc:sldMk cId="3386677843" sldId="2147477377"/>
        </pc:sldMkLst>
      </pc:sldChg>
      <pc:sldChg chg="addSp modSp add mod ord">
        <pc:chgData name="Kogame, Shinya(ﾃﾞｼﾞﾀﾙ･ICT推進部DX技術戦略課_出光興産)" userId="13707309785_tp_box_2" providerId="OAuth2" clId="{1C4FFD35-A043-4DD1-B0BA-C16F11BA143B}" dt="2025-09-25T05:56:06.444" v="1334" actId="13822"/>
        <pc:sldMkLst>
          <pc:docMk/>
          <pc:sldMk cId="2181926092" sldId="2147477378"/>
        </pc:sldMkLst>
      </pc:sldChg>
      <pc:sldChg chg="modSp new mod">
        <pc:chgData name="Kogame, Shinya(ﾃﾞｼﾞﾀﾙ･ICT推進部DX技術戦略課_出光興産)" userId="13707309785_tp_box_2" providerId="OAuth2" clId="{1C4FFD35-A043-4DD1-B0BA-C16F11BA143B}" dt="2025-09-25T05:51:09.443" v="1270" actId="20577"/>
        <pc:sldMkLst>
          <pc:docMk/>
          <pc:sldMk cId="707625561" sldId="2147477379"/>
        </pc:sldMkLst>
      </pc:sldChg>
    </pc:docChg>
  </pc:docChgLst>
  <pc:docChgLst>
    <pc:chgData name="Kogame, Shinya(ﾃﾞｼﾞﾀﾙ･ICT推進部DX技術戦略課_出光興産)" userId="13707309785_tp_box_2" providerId="OAuth2" clId="{91A5ABAC-6D75-480D-AF90-D3A11A347126}"/>
    <pc:docChg chg="undo custSel modSld">
      <pc:chgData name="Kogame, Shinya(ﾃﾞｼﾞﾀﾙ･ICT推進部DX技術戦略課_出光興産)" userId="13707309785_tp_box_2" providerId="OAuth2" clId="{91A5ABAC-6D75-480D-AF90-D3A11A347126}" dt="2025-07-17T04:02:11.564" v="3"/>
      <pc:docMkLst>
        <pc:docMk/>
      </pc:docMkLst>
      <pc:sldChg chg="modSp mod">
        <pc:chgData name="Kogame, Shinya(ﾃﾞｼﾞﾀﾙ･ICT推進部DX技術戦略課_出光興産)" userId="13707309785_tp_box_2" providerId="OAuth2" clId="{91A5ABAC-6D75-480D-AF90-D3A11A347126}" dt="2025-07-17T04:02:11.564" v="3"/>
        <pc:sldMkLst>
          <pc:docMk/>
          <pc:sldMk cId="3683234187" sldId="2147477367"/>
        </pc:sldMkLst>
      </pc:sldChg>
    </pc:docChg>
  </pc:docChgLst>
  <pc:docChgLst>
    <pc:chgData name="Kogame, Shinya(ﾃﾞｼﾞﾀﾙ･ICT推進部DX技術戦略課_出光興産)" userId="13707309785_tp_box_2" providerId="OAuth2" clId="{7F27A090-16AF-4311-B97F-ED5C1F6390B0}"/>
    <pc:docChg chg="delSld modSld">
      <pc:chgData name="Kogame, Shinya(ﾃﾞｼﾞﾀﾙ･ICT推進部DX技術戦略課_出光興産)" userId="13707309785_tp_box_2" providerId="OAuth2" clId="{7F27A090-16AF-4311-B97F-ED5C1F6390B0}" dt="2025-07-18T02:07:36.045" v="67" actId="2696"/>
      <pc:docMkLst>
        <pc:docMk/>
      </pc:docMkLst>
      <pc:sldChg chg="modSp mod">
        <pc:chgData name="Kogame, Shinya(ﾃﾞｼﾞﾀﾙ･ICT推進部DX技術戦略課_出光興産)" userId="13707309785_tp_box_2" providerId="OAuth2" clId="{7F27A090-16AF-4311-B97F-ED5C1F6390B0}" dt="2025-07-18T02:06:52.899" v="66" actId="20577"/>
        <pc:sldMkLst>
          <pc:docMk/>
          <pc:sldMk cId="3494301853" sldId="2147477350"/>
        </pc:sldMkLst>
      </pc:sldChg>
      <pc:sldChg chg="del">
        <pc:chgData name="Kogame, Shinya(ﾃﾞｼﾞﾀﾙ･ICT推進部DX技術戦略課_出光興産)" userId="13707309785_tp_box_2" providerId="OAuth2" clId="{7F27A090-16AF-4311-B97F-ED5C1F6390B0}" dt="2025-07-18T02:07:36.045" v="67" actId="2696"/>
        <pc:sldMkLst>
          <pc:docMk/>
          <pc:sldMk cId="2199917679" sldId="2147477354"/>
        </pc:sldMkLst>
      </pc:sldChg>
      <pc:sldChg chg="modSp mod">
        <pc:chgData name="Kogame, Shinya(ﾃﾞｼﾞﾀﾙ･ICT推進部DX技術戦略課_出光興産)" userId="13707309785_tp_box_2" providerId="OAuth2" clId="{7F27A090-16AF-4311-B97F-ED5C1F6390B0}" dt="2025-07-18T02:05:59.857" v="1" actId="404"/>
        <pc:sldMkLst>
          <pc:docMk/>
          <pc:sldMk cId="3683234187" sldId="2147477367"/>
        </pc:sldMkLst>
      </pc:sldChg>
    </pc:docChg>
  </pc:docChgLst>
  <pc:docChgLst>
    <pc:chgData name="Kogame, Shinya(ﾃﾞｼﾞﾀﾙ･ICT推進部DX技術戦略課_出光興産)" userId="13707309785_tp_box_2" providerId="OAuth2" clId="{C659B25E-B6B8-4D79-9834-F0E85198C8CA}"/>
    <pc:docChg chg="modSld">
      <pc:chgData name="Kogame, Shinya(ﾃﾞｼﾞﾀﾙ･ICT推進部DX技術戦略課_出光興産)" userId="13707309785_tp_box_2" providerId="OAuth2" clId="{C659B25E-B6B8-4D79-9834-F0E85198C8CA}" dt="2025-07-18T02:11:29.900" v="1" actId="1076"/>
      <pc:docMkLst>
        <pc:docMk/>
      </pc:docMkLst>
    </pc:docChg>
  </pc:docChgLst>
  <pc:docChgLst>
    <pc:chgData name="Kogame, Shinya(ﾃﾞｼﾞﾀﾙ･ICT推進部DX技術戦略課_出光興産)" userId="13707309785_tp_box_2" providerId="OAuth2" clId="{78E61E54-36F8-421D-96D2-8BAE1B5400E0}"/>
    <pc:docChg chg="addSld modSld">
      <pc:chgData name="Kogame, Shinya(ﾃﾞｼﾞﾀﾙ･ICT推進部DX技術戦略課_出光興産)" userId="13707309785_tp_box_2" providerId="OAuth2" clId="{78E61E54-36F8-421D-96D2-8BAE1B5400E0}" dt="2025-07-17T03:48:31.727" v="1244" actId="20577"/>
      <pc:docMkLst>
        <pc:docMk/>
      </pc:docMkLst>
      <pc:sldChg chg="modSp mod">
        <pc:chgData name="Kogame, Shinya(ﾃﾞｼﾞﾀﾙ･ICT推進部DX技術戦略課_出光興産)" userId="13707309785_tp_box_2" providerId="OAuth2" clId="{78E61E54-36F8-421D-96D2-8BAE1B5400E0}" dt="2025-07-17T02:14:13.687" v="9" actId="20577"/>
        <pc:sldMkLst>
          <pc:docMk/>
          <pc:sldMk cId="3068012839" sldId="2147477341"/>
        </pc:sldMkLst>
      </pc:sldChg>
      <pc:sldChg chg="modSp mod">
        <pc:chgData name="Kogame, Shinya(ﾃﾞｼﾞﾀﾙ･ICT推進部DX技術戦略課_出光興産)" userId="13707309785_tp_box_2" providerId="OAuth2" clId="{78E61E54-36F8-421D-96D2-8BAE1B5400E0}" dt="2025-07-17T00:30:55.628" v="5" actId="20577"/>
        <pc:sldMkLst>
          <pc:docMk/>
          <pc:sldMk cId="628850284" sldId="2147477347"/>
        </pc:sldMkLst>
      </pc:sldChg>
      <pc:sldChg chg="addSp modSp new mod">
        <pc:chgData name="Kogame, Shinya(ﾃﾞｼﾞﾀﾙ･ICT推進部DX技術戦略課_出光興産)" userId="13707309785_tp_box_2" providerId="OAuth2" clId="{78E61E54-36F8-421D-96D2-8BAE1B5400E0}" dt="2025-07-17T03:48:31.727" v="1244" actId="20577"/>
        <pc:sldMkLst>
          <pc:docMk/>
          <pc:sldMk cId="3683234187" sldId="2147477367"/>
        </pc:sldMkLst>
      </pc:sldChg>
    </pc:docChg>
  </pc:docChgLst>
  <pc:docChgLst>
    <pc:chgData name="Kogame, Shinya(ﾃﾞｼﾞﾀﾙ･ICT推進部DX技術戦略課_出光興産)" userId="13707309785_tp_box_2" providerId="OAuth2" clId="{FBF463BB-2E74-445B-A4B5-64B4A82CDAC9}"/>
    <pc:docChg chg="modSld">
      <pc:chgData name="Kogame, Shinya(ﾃﾞｼﾞﾀﾙ･ICT推進部DX技術戦略課_出光興産)" userId="13707309785_tp_box_2" providerId="OAuth2" clId="{FBF463BB-2E74-445B-A4B5-64B4A82CDAC9}" dt="2025-06-15T23:31:41.942" v="56" actId="20577"/>
      <pc:docMkLst>
        <pc:docMk/>
      </pc:docMkLst>
      <pc:sldChg chg="modSp mod">
        <pc:chgData name="Kogame, Shinya(ﾃﾞｼﾞﾀﾙ･ICT推進部DX技術戦略課_出光興産)" userId="13707309785_tp_box_2" providerId="OAuth2" clId="{FBF463BB-2E74-445B-A4B5-64B4A82CDAC9}" dt="2025-06-15T23:31:01.955" v="28" actId="6549"/>
        <pc:sldMkLst>
          <pc:docMk/>
          <pc:sldMk cId="3068012839" sldId="2147477341"/>
        </pc:sldMkLst>
      </pc:sldChg>
      <pc:sldChg chg="modSp mod">
        <pc:chgData name="Kogame, Shinya(ﾃﾞｼﾞﾀﾙ･ICT推進部DX技術戦略課_出光興産)" userId="13707309785_tp_box_2" providerId="OAuth2" clId="{FBF463BB-2E74-445B-A4B5-64B4A82CDAC9}" dt="2025-06-15T23:30:49.672" v="27" actId="20577"/>
        <pc:sldMkLst>
          <pc:docMk/>
          <pc:sldMk cId="2916458033" sldId="2147477349"/>
        </pc:sldMkLst>
      </pc:sldChg>
      <pc:sldChg chg="modSp mod">
        <pc:chgData name="Kogame, Shinya(ﾃﾞｼﾞﾀﾙ･ICT推進部DX技術戦略課_出光興産)" userId="13707309785_tp_box_2" providerId="OAuth2" clId="{FBF463BB-2E74-445B-A4B5-64B4A82CDAC9}" dt="2025-06-15T23:30:16.059" v="11" actId="20577"/>
        <pc:sldMkLst>
          <pc:docMk/>
          <pc:sldMk cId="1324954379" sldId="2147477357"/>
        </pc:sldMkLst>
      </pc:sldChg>
      <pc:sldChg chg="modSp mod">
        <pc:chgData name="Kogame, Shinya(ﾃﾞｼﾞﾀﾙ･ICT推進部DX技術戦略課_出光興産)" userId="13707309785_tp_box_2" providerId="OAuth2" clId="{FBF463BB-2E74-445B-A4B5-64B4A82CDAC9}" dt="2025-06-15T23:30:20.403" v="12"/>
        <pc:sldMkLst>
          <pc:docMk/>
          <pc:sldMk cId="797857193" sldId="2147477358"/>
        </pc:sldMkLst>
      </pc:sldChg>
      <pc:sldChg chg="modSp mod">
        <pc:chgData name="Kogame, Shinya(ﾃﾞｼﾞﾀﾙ･ICT推進部DX技術戦略課_出光興産)" userId="13707309785_tp_box_2" providerId="OAuth2" clId="{FBF463BB-2E74-445B-A4B5-64B4A82CDAC9}" dt="2025-06-15T23:31:41.942" v="56" actId="20577"/>
        <pc:sldMkLst>
          <pc:docMk/>
          <pc:sldMk cId="4000304826" sldId="2147477359"/>
        </pc:sldMkLst>
      </pc:sldChg>
    </pc:docChg>
  </pc:docChgLst>
  <pc:docChgLst>
    <pc:chgData name="Kogame, Shinya(ﾃﾞｼﾞﾀﾙ･ICT推進部DX技術戦略課_出光興産)" userId="13707309785_tp_box_2" providerId="OAuth2" clId="{9EF8240A-5A05-45CD-8865-262057D8D907}"/>
    <pc:docChg chg="undo custSel addSld modSld">
      <pc:chgData name="Kogame, Shinya(ﾃﾞｼﾞﾀﾙ･ICT推進部DX技術戦略課_出光興産)" userId="13707309785_tp_box_2" providerId="OAuth2" clId="{9EF8240A-5A05-45CD-8865-262057D8D907}" dt="2025-08-07T07:55:21.680" v="2810" actId="20577"/>
      <pc:docMkLst>
        <pc:docMk/>
      </pc:docMkLst>
      <pc:sldChg chg="modSp mod">
        <pc:chgData name="Kogame, Shinya(ﾃﾞｼﾞﾀﾙ･ICT推進部DX技術戦略課_出光興産)" userId="13707309785_tp_box_2" providerId="OAuth2" clId="{9EF8240A-5A05-45CD-8865-262057D8D907}" dt="2025-08-07T07:25:59.539" v="36" actId="20577"/>
        <pc:sldMkLst>
          <pc:docMk/>
          <pc:sldMk cId="628850284" sldId="2147477347"/>
        </pc:sldMkLst>
      </pc:sldChg>
      <pc:sldChg chg="modSp mod">
        <pc:chgData name="Kogame, Shinya(ﾃﾞｼﾞﾀﾙ･ICT推進部DX技術戦略課_出光興産)" userId="13707309785_tp_box_2" providerId="OAuth2" clId="{9EF8240A-5A05-45CD-8865-262057D8D907}" dt="2025-08-07T07:45:57.988" v="1440" actId="20577"/>
        <pc:sldMkLst>
          <pc:docMk/>
          <pc:sldMk cId="1282057351" sldId="2147477366"/>
        </pc:sldMkLst>
      </pc:sldChg>
      <pc:sldChg chg="addSp modSp add mod">
        <pc:chgData name="Kogame, Shinya(ﾃﾞｼﾞﾀﾙ･ICT推進部DX技術戦略課_出光興産)" userId="13707309785_tp_box_2" providerId="OAuth2" clId="{9EF8240A-5A05-45CD-8865-262057D8D907}" dt="2025-08-07T07:31:51.740" v="143" actId="20577"/>
        <pc:sldMkLst>
          <pc:docMk/>
          <pc:sldMk cId="1387080971" sldId="2147477368"/>
        </pc:sldMkLst>
      </pc:sldChg>
      <pc:sldChg chg="addSp delSp modSp new mod">
        <pc:chgData name="Kogame, Shinya(ﾃﾞｼﾞﾀﾙ･ICT推進部DX技術戦略課_出光興産)" userId="13707309785_tp_box_2" providerId="OAuth2" clId="{9EF8240A-5A05-45CD-8865-262057D8D907}" dt="2025-08-07T07:34:46.783" v="250" actId="20577"/>
        <pc:sldMkLst>
          <pc:docMk/>
          <pc:sldMk cId="3095831735" sldId="2147477369"/>
        </pc:sldMkLst>
      </pc:sldChg>
      <pc:sldChg chg="addSp delSp modSp add mod">
        <pc:chgData name="Kogame, Shinya(ﾃﾞｼﾞﾀﾙ･ICT推進部DX技術戦略課_出光興産)" userId="13707309785_tp_box_2" providerId="OAuth2" clId="{9EF8240A-5A05-45CD-8865-262057D8D907}" dt="2025-08-07T07:40:49.480" v="567" actId="14100"/>
        <pc:sldMkLst>
          <pc:docMk/>
          <pc:sldMk cId="1697000665" sldId="2147477370"/>
        </pc:sldMkLst>
      </pc:sldChg>
      <pc:sldChg chg="addSp modSp new mod">
        <pc:chgData name="Kogame, Shinya(ﾃﾞｼﾞﾀﾙ･ICT推進部DX技術戦略課_出光興産)" userId="13707309785_tp_box_2" providerId="OAuth2" clId="{9EF8240A-5A05-45CD-8865-262057D8D907}" dt="2025-08-07T07:45:44.489" v="1438" actId="20577"/>
        <pc:sldMkLst>
          <pc:docMk/>
          <pc:sldMk cId="1300723023" sldId="2147477371"/>
        </pc:sldMkLst>
      </pc:sldChg>
      <pc:sldChg chg="addSp modSp new mod">
        <pc:chgData name="Kogame, Shinya(ﾃﾞｼﾞﾀﾙ･ICT推進部DX技術戦略課_出光興産)" userId="13707309785_tp_box_2" providerId="OAuth2" clId="{9EF8240A-5A05-45CD-8865-262057D8D907}" dt="2025-08-07T07:55:21.680" v="2810" actId="20577"/>
        <pc:sldMkLst>
          <pc:docMk/>
          <pc:sldMk cId="2165652874" sldId="2147477372"/>
        </pc:sldMkLst>
      </pc:sldChg>
      <pc:sldChg chg="new">
        <pc:chgData name="Kogame, Shinya(ﾃﾞｼﾞﾀﾙ･ICT推進部DX技術戦略課_出光興産)" userId="13707309785_tp_box_2" providerId="OAuth2" clId="{9EF8240A-5A05-45CD-8865-262057D8D907}" dt="2025-08-07T07:50:59.514" v="2215" actId="680"/>
        <pc:sldMkLst>
          <pc:docMk/>
          <pc:sldMk cId="507951316" sldId="2147477373"/>
        </pc:sldMkLst>
      </pc:sldChg>
      <pc:sldChg chg="new">
        <pc:chgData name="Kogame, Shinya(ﾃﾞｼﾞﾀﾙ･ICT推進部DX技術戦略課_出光興産)" userId="13707309785_tp_box_2" providerId="OAuth2" clId="{9EF8240A-5A05-45CD-8865-262057D8D907}" dt="2025-08-07T07:50:59.669" v="2216" actId="680"/>
        <pc:sldMkLst>
          <pc:docMk/>
          <pc:sldMk cId="3460135752" sldId="2147477374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29" name="Shape 22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 latinLnBrk="0">
      <a:defRPr sz="2400">
        <a:latin typeface="Meiryo UI" panose="020B0604030504040204" pitchFamily="50" charset="-128"/>
        <a:ea typeface="Meiryo UI" panose="020B0604030504040204" pitchFamily="50" charset="-128"/>
        <a:cs typeface="+mj-cs"/>
        <a:sym typeface="游ゴシック"/>
      </a:defRPr>
    </a:lvl1pPr>
    <a:lvl2pPr indent="228600" defTabSz="1828800" latinLnBrk="0">
      <a:defRPr sz="2400">
        <a:latin typeface="+mj-lt"/>
        <a:ea typeface="+mj-ea"/>
        <a:cs typeface="+mj-cs"/>
        <a:sym typeface="游ゴシック"/>
      </a:defRPr>
    </a:lvl2pPr>
    <a:lvl3pPr indent="457200" defTabSz="1828800" latinLnBrk="0">
      <a:defRPr sz="2400">
        <a:latin typeface="+mj-lt"/>
        <a:ea typeface="+mj-ea"/>
        <a:cs typeface="+mj-cs"/>
        <a:sym typeface="游ゴシック"/>
      </a:defRPr>
    </a:lvl3pPr>
    <a:lvl4pPr indent="685800" defTabSz="1828800" latinLnBrk="0">
      <a:defRPr sz="2400">
        <a:latin typeface="+mj-lt"/>
        <a:ea typeface="+mj-ea"/>
        <a:cs typeface="+mj-cs"/>
        <a:sym typeface="游ゴシック"/>
      </a:defRPr>
    </a:lvl4pPr>
    <a:lvl5pPr indent="914400" defTabSz="1828800" latinLnBrk="0">
      <a:defRPr sz="2400">
        <a:latin typeface="+mj-lt"/>
        <a:ea typeface="+mj-ea"/>
        <a:cs typeface="+mj-cs"/>
        <a:sym typeface="游ゴシック"/>
      </a:defRPr>
    </a:lvl5pPr>
    <a:lvl6pPr indent="1143000" defTabSz="1828800" latinLnBrk="0">
      <a:defRPr sz="2400">
        <a:latin typeface="+mj-lt"/>
        <a:ea typeface="+mj-ea"/>
        <a:cs typeface="+mj-cs"/>
        <a:sym typeface="游ゴシック"/>
      </a:defRPr>
    </a:lvl6pPr>
    <a:lvl7pPr indent="1371600" defTabSz="1828800" latinLnBrk="0">
      <a:defRPr sz="2400">
        <a:latin typeface="+mj-lt"/>
        <a:ea typeface="+mj-ea"/>
        <a:cs typeface="+mj-cs"/>
        <a:sym typeface="游ゴシック"/>
      </a:defRPr>
    </a:lvl7pPr>
    <a:lvl8pPr indent="1600200" defTabSz="1828800" latinLnBrk="0">
      <a:defRPr sz="2400">
        <a:latin typeface="+mj-lt"/>
        <a:ea typeface="+mj-ea"/>
        <a:cs typeface="+mj-cs"/>
        <a:sym typeface="游ゴシック"/>
      </a:defRPr>
    </a:lvl8pPr>
    <a:lvl9pPr indent="1828800" defTabSz="1828800" latinLnBrk="0">
      <a:defRPr sz="2400">
        <a:latin typeface="+mj-lt"/>
        <a:ea typeface="+mj-ea"/>
        <a:cs typeface="+mj-cs"/>
        <a:sym typeface="游ゴシック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828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993449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9057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図 1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21368" y="-54768"/>
            <a:ext cx="18146016" cy="13825536"/>
          </a:xfrm>
          <a:prstGeom prst="rect">
            <a:avLst/>
          </a:prstGeom>
        </p:spPr>
      </p:pic>
      <p:sp>
        <p:nvSpPr>
          <p:cNvPr id="15" name="正方形/長方形 14"/>
          <p:cNvSpPr/>
          <p:nvPr userDrawn="1"/>
        </p:nvSpPr>
        <p:spPr>
          <a:xfrm>
            <a:off x="13488144" y="28128"/>
            <a:ext cx="4536504" cy="13687872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bg1">
                  <a:alpha val="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10" name="図 9"/>
          <p:cNvPicPr>
            <a:picLocks noChangeAspect="1"/>
          </p:cNvPicPr>
          <p:nvPr userDrawn="1"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31302" y="-54768"/>
            <a:ext cx="12827358" cy="1382553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188214" y="6281936"/>
            <a:ext cx="11660970" cy="937308"/>
          </a:xfrm>
        </p:spPr>
        <p:txBody>
          <a:bodyPr lIns="0" tIns="72000" rIns="0" bIns="0" anchor="t" anchorCtr="0">
            <a:noAutofit/>
          </a:bodyPr>
          <a:lstStyle>
            <a:lvl1pPr algn="l">
              <a:defRPr sz="11500" b="1" i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188214" y="7883211"/>
            <a:ext cx="11660970" cy="702981"/>
          </a:xfrm>
        </p:spPr>
        <p:txBody>
          <a:bodyPr lIns="0" tIns="72000" rIns="0" bIns="0" anchor="t" anchorCtr="0">
            <a:noAutofit/>
          </a:bodyPr>
          <a:lstStyle>
            <a:lvl1pPr marL="0" indent="0" algn="l">
              <a:buNone/>
              <a:defRPr sz="5400" b="0" i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  <a:lvl2pPr marL="914400" indent="0" algn="ctr">
              <a:buNone/>
              <a:defRPr sz="4000"/>
            </a:lvl2pPr>
            <a:lvl3pPr marL="1828800" indent="0" algn="ctr">
              <a:buNone/>
              <a:defRPr sz="3600"/>
            </a:lvl3pPr>
            <a:lvl4pPr marL="2743200" indent="0" algn="ctr">
              <a:buNone/>
              <a:defRPr sz="3200"/>
            </a:lvl4pPr>
            <a:lvl5pPr marL="3657600" indent="0" algn="ctr">
              <a:buNone/>
              <a:defRPr sz="3200"/>
            </a:lvl5pPr>
            <a:lvl6pPr marL="4572000" indent="0" algn="ctr">
              <a:buNone/>
              <a:defRPr sz="3200"/>
            </a:lvl6pPr>
            <a:lvl7pPr marL="5486400" indent="0" algn="ctr">
              <a:buNone/>
              <a:defRPr sz="3200"/>
            </a:lvl7pPr>
            <a:lvl8pPr marL="6400800" indent="0" algn="ctr">
              <a:buNone/>
              <a:defRPr sz="3200"/>
            </a:lvl8pPr>
            <a:lvl9pPr marL="7315200" indent="0" algn="ctr">
              <a:buNone/>
              <a:defRPr sz="3200"/>
            </a:lvl9pPr>
          </a:lstStyle>
          <a:p>
            <a:r>
              <a:rPr lang="ja-JP" altLang="en-US"/>
              <a:t>マスター サブタイトルの書式設定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008000" y="10800000"/>
            <a:ext cx="4320000" cy="576000"/>
          </a:xfrm>
        </p:spPr>
        <p:txBody>
          <a:bodyPr lIns="0" tIns="36000" rIns="0" bIns="0"/>
          <a:lstStyle>
            <a:lvl1pPr algn="ctr">
              <a:defRPr sz="360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endParaRPr kumimoji="1" lang="ja-JP" altLang="en-US"/>
          </a:p>
        </p:txBody>
      </p:sp>
      <p:pic>
        <p:nvPicPr>
          <p:cNvPr id="7" name="イメージ" descr="イメージ">
            <a:extLst>
              <a:ext uri="{FF2B5EF4-FFF2-40B4-BE49-F238E27FC236}">
                <a16:creationId xmlns:a16="http://schemas.microsoft.com/office/drawing/2014/main" id="{FC40FAFA-4C04-064F-AAFF-F26F1FE7C8D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188214" y="4427461"/>
            <a:ext cx="4602629" cy="937308"/>
          </a:xfrm>
          <a:prstGeom prst="rect">
            <a:avLst/>
          </a:prstGeom>
          <a:ln w="12700">
            <a:miter lim="400000"/>
          </a:ln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D0DEEAC-3C3F-E04D-AC4F-A5FCA311C6A7}"/>
              </a:ext>
            </a:extLst>
          </p:cNvPr>
          <p:cNvSpPr/>
          <p:nvPr userDrawn="1"/>
        </p:nvSpPr>
        <p:spPr>
          <a:xfrm>
            <a:off x="18384688" y="449288"/>
            <a:ext cx="5760640" cy="22322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正方形/長方形 10"/>
          <p:cNvSpPr/>
          <p:nvPr userDrawn="1"/>
        </p:nvSpPr>
        <p:spPr>
          <a:xfrm>
            <a:off x="17448584" y="12762656"/>
            <a:ext cx="6048672" cy="64807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6027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04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白いバックグラウンドのスクリーンショット&#10;&#10;自動的に生成された説明">
            <a:extLst>
              <a:ext uri="{FF2B5EF4-FFF2-40B4-BE49-F238E27FC236}">
                <a16:creationId xmlns:a16="http://schemas.microsoft.com/office/drawing/2014/main" id="{A851688F-C419-5642-BCCF-F34205046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744" y="720000"/>
            <a:ext cx="20448000" cy="720000"/>
          </a:xfrm>
        </p:spPr>
        <p:txBody>
          <a:bodyPr lIns="0" tIns="36000" rIns="0" bIns="0">
            <a:noAutofit/>
          </a:bodyPr>
          <a:lstStyle>
            <a:lvl1pPr>
              <a:defRPr sz="6000" b="1" i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3040000" y="13248000"/>
            <a:ext cx="864000" cy="288000"/>
          </a:xfrm>
        </p:spPr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59F857F7-C215-C24D-8BD9-19720E90295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スライド番号"/>
          <p:cNvSpPr txBox="1">
            <a:spLocks/>
          </p:cNvSpPr>
          <p:nvPr userDrawn="1"/>
        </p:nvSpPr>
        <p:spPr>
          <a:xfrm>
            <a:off x="22539929" y="12234071"/>
            <a:ext cx="561371" cy="553996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Helvetica" charset="0"/>
                <a:ea typeface="Helvetica" charset="0"/>
                <a:cs typeface="Helvetica" charset="0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7" name="イメージ" descr="イメージ">
            <a:extLst>
              <a:ext uri="{FF2B5EF4-FFF2-40B4-BE49-F238E27FC236}">
                <a16:creationId xmlns:a16="http://schemas.microsoft.com/office/drawing/2014/main" id="{46A17797-8218-3540-BB7F-DF280E68A28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5083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0178" y="4368110"/>
            <a:ext cx="8371822" cy="8432128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0E7F9041-789D-0D43-FF6C-879ADE976F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7412" y="1845113"/>
            <a:ext cx="22584587" cy="914400"/>
          </a:xfrm>
        </p:spPr>
        <p:txBody>
          <a:bodyPr>
            <a:noAutofit/>
          </a:bodyPr>
          <a:lstStyle>
            <a:lvl1pPr marL="0" indent="0">
              <a:buNone/>
              <a:defRPr sz="5400"/>
            </a:lvl1pPr>
            <a:lvl2pPr marL="914400" indent="0">
              <a:buNone/>
              <a:defRPr sz="4400"/>
            </a:lvl2pPr>
            <a:lvl3pPr marL="1828800" indent="0">
              <a:buNone/>
              <a:defRPr sz="3600"/>
            </a:lvl3pPr>
            <a:lvl4pPr marL="2743200" indent="0">
              <a:buNone/>
              <a:defRPr sz="3200"/>
            </a:lvl4pPr>
            <a:lvl5pPr marL="3657600" indent="0">
              <a:buNone/>
              <a:defRPr sz="32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8585470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白いバックグラウンドのスクリーンショット&#10;&#10;自動的に生成された説明">
            <a:extLst>
              <a:ext uri="{FF2B5EF4-FFF2-40B4-BE49-F238E27FC236}">
                <a16:creationId xmlns:a16="http://schemas.microsoft.com/office/drawing/2014/main" id="{A851688F-C419-5642-BCCF-F34205046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744" y="720000"/>
            <a:ext cx="20448000" cy="720000"/>
          </a:xfrm>
        </p:spPr>
        <p:txBody>
          <a:bodyPr lIns="0" tIns="36000" rIns="0" bIns="0">
            <a:noAutofit/>
          </a:bodyPr>
          <a:lstStyle>
            <a:lvl1pPr>
              <a:defRPr sz="6000" b="1" i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3040000" y="13248000"/>
            <a:ext cx="864000" cy="288000"/>
          </a:xfrm>
        </p:spPr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59F857F7-C215-C24D-8BD9-19720E90295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スライド番号"/>
          <p:cNvSpPr txBox="1">
            <a:spLocks/>
          </p:cNvSpPr>
          <p:nvPr userDrawn="1"/>
        </p:nvSpPr>
        <p:spPr>
          <a:xfrm>
            <a:off x="22539929" y="12234071"/>
            <a:ext cx="561371" cy="553996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Helvetica" charset="0"/>
                <a:ea typeface="Helvetica" charset="0"/>
                <a:cs typeface="Helvetica" charset="0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20" name="テキスト プレースホルダー 14">
            <a:extLst>
              <a:ext uri="{FF2B5EF4-FFF2-40B4-BE49-F238E27FC236}">
                <a16:creationId xmlns:a16="http://schemas.microsoft.com/office/drawing/2014/main" id="{98CD564F-0894-F860-AACE-EA209FBF67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7412" y="1845113"/>
            <a:ext cx="22584587" cy="914400"/>
          </a:xfrm>
        </p:spPr>
        <p:txBody>
          <a:bodyPr>
            <a:noAutofit/>
          </a:bodyPr>
          <a:lstStyle>
            <a:lvl1pPr marL="0" indent="0">
              <a:buNone/>
              <a:defRPr sz="5400"/>
            </a:lvl1pPr>
            <a:lvl2pPr marL="914400" indent="0">
              <a:buNone/>
              <a:defRPr sz="4400"/>
            </a:lvl2pPr>
            <a:lvl3pPr marL="1828800" indent="0">
              <a:buNone/>
              <a:defRPr sz="3600"/>
            </a:lvl3pPr>
            <a:lvl4pPr marL="2743200" indent="0">
              <a:buNone/>
              <a:defRPr sz="3200"/>
            </a:lvl4pPr>
            <a:lvl5pPr marL="3657600" indent="0">
              <a:buNone/>
              <a:defRPr sz="32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449419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2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白いバックグラウンドのスクリーンショット&#10;&#10;自動的に生成された説明">
            <a:extLst>
              <a:ext uri="{FF2B5EF4-FFF2-40B4-BE49-F238E27FC236}">
                <a16:creationId xmlns:a16="http://schemas.microsoft.com/office/drawing/2014/main" id="{A851688F-C419-5642-BCCF-F34205046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744" y="720000"/>
            <a:ext cx="20448000" cy="720000"/>
          </a:xfrm>
        </p:spPr>
        <p:txBody>
          <a:bodyPr lIns="0" tIns="36000" rIns="0" bIns="0">
            <a:noAutofit/>
          </a:bodyPr>
          <a:lstStyle>
            <a:lvl1pPr>
              <a:defRPr sz="6000" b="1" i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3040000" y="13248000"/>
            <a:ext cx="864000" cy="288000"/>
          </a:xfrm>
        </p:spPr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59F857F7-C215-C24D-8BD9-19720E90295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スライド番号"/>
          <p:cNvSpPr txBox="1">
            <a:spLocks/>
          </p:cNvSpPr>
          <p:nvPr userDrawn="1"/>
        </p:nvSpPr>
        <p:spPr>
          <a:xfrm>
            <a:off x="22539933" y="12234073"/>
            <a:ext cx="561371" cy="553998"/>
          </a:xfrm>
          <a:prstGeom prst="rect">
            <a:avLst/>
          </a:prstGeom>
          <a:ln w="25400">
            <a:miter lim="400000"/>
          </a:ln>
        </p:spPr>
        <p:txBody>
          <a:bodyPr wrap="none" tIns="91440" bIns="91440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Helvetica" charset="0"/>
                <a:ea typeface="Helvetica" charset="0"/>
                <a:cs typeface="Helvetica" charset="0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uk-UA" sz="2400" smtClean="0"/>
              <a:pPr/>
              <a:t>‹#›</a:t>
            </a:fld>
            <a:endParaRPr lang="uk-UA" sz="2400"/>
          </a:p>
        </p:txBody>
      </p:sp>
    </p:spTree>
    <p:extLst>
      <p:ext uri="{BB962C8B-B14F-4D97-AF65-F5344CB8AC3E}">
        <p14:creationId xmlns:p14="http://schemas.microsoft.com/office/powerpoint/2010/main" val="14306982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白いバックグラウンドのスクリーンショット&#10;&#10;自動的に生成された説明">
            <a:extLst>
              <a:ext uri="{FF2B5EF4-FFF2-40B4-BE49-F238E27FC236}">
                <a16:creationId xmlns:a16="http://schemas.microsoft.com/office/drawing/2014/main" id="{A851688F-C419-5642-BCCF-F34205046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744" y="720000"/>
            <a:ext cx="20448000" cy="720000"/>
          </a:xfrm>
        </p:spPr>
        <p:txBody>
          <a:bodyPr lIns="0" tIns="36000" rIns="0" bIns="0">
            <a:noAutofit/>
          </a:bodyPr>
          <a:lstStyle>
            <a:lvl1pPr>
              <a:defRPr sz="6000" b="1" i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3040000" y="13248000"/>
            <a:ext cx="864000" cy="288000"/>
          </a:xfrm>
        </p:spPr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59F857F7-C215-C24D-8BD9-19720E90295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スライド番号"/>
          <p:cNvSpPr txBox="1">
            <a:spLocks/>
          </p:cNvSpPr>
          <p:nvPr userDrawn="1"/>
        </p:nvSpPr>
        <p:spPr>
          <a:xfrm>
            <a:off x="22539929" y="12234071"/>
            <a:ext cx="561371" cy="553996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Helvetica" charset="0"/>
                <a:ea typeface="Helvetica" charset="0"/>
                <a:cs typeface="Helvetica" charset="0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pic>
        <p:nvPicPr>
          <p:cNvPr id="7" name="イメージ" descr="イメージ">
            <a:extLst>
              <a:ext uri="{FF2B5EF4-FFF2-40B4-BE49-F238E27FC236}">
                <a16:creationId xmlns:a16="http://schemas.microsoft.com/office/drawing/2014/main" id="{46A17797-8218-3540-BB7F-DF280E68A28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5083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100178" y="4368110"/>
            <a:ext cx="8371822" cy="8432128"/>
          </a:xfrm>
          <a:prstGeom prst="rect">
            <a:avLst/>
          </a:prstGeom>
          <a:ln w="12700">
            <a:miter lim="400000"/>
          </a:ln>
        </p:spPr>
      </p:pic>
      <p:sp>
        <p:nvSpPr>
          <p:cNvPr id="15" name="テキスト プレースホルダー 14">
            <a:extLst>
              <a:ext uri="{FF2B5EF4-FFF2-40B4-BE49-F238E27FC236}">
                <a16:creationId xmlns:a16="http://schemas.microsoft.com/office/drawing/2014/main" id="{0E7F9041-789D-0D43-FF6C-879ADE976F1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7412" y="1845113"/>
            <a:ext cx="22584587" cy="914400"/>
          </a:xfrm>
        </p:spPr>
        <p:txBody>
          <a:bodyPr>
            <a:noAutofit/>
          </a:bodyPr>
          <a:lstStyle>
            <a:lvl1pPr marL="0" indent="0">
              <a:buNone/>
              <a:defRPr sz="5400"/>
            </a:lvl1pPr>
            <a:lvl2pPr marL="914400" indent="0">
              <a:buNone/>
              <a:defRPr sz="4400"/>
            </a:lvl2pPr>
            <a:lvl3pPr marL="1828800" indent="0">
              <a:buNone/>
              <a:defRPr sz="3600"/>
            </a:lvl3pPr>
            <a:lvl4pPr marL="2743200" indent="0">
              <a:buNone/>
              <a:defRPr sz="3200"/>
            </a:lvl4pPr>
            <a:lvl5pPr marL="3657600" indent="0">
              <a:buNone/>
              <a:defRPr sz="32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33806241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図 7" descr="白いバックグラウンドのスクリーンショット&#10;&#10;自動的に生成された説明">
            <a:extLst>
              <a:ext uri="{FF2B5EF4-FFF2-40B4-BE49-F238E27FC236}">
                <a16:creationId xmlns:a16="http://schemas.microsoft.com/office/drawing/2014/main" id="{A851688F-C419-5642-BCCF-F342050463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6744" y="720000"/>
            <a:ext cx="20448000" cy="720000"/>
          </a:xfrm>
        </p:spPr>
        <p:txBody>
          <a:bodyPr lIns="0" tIns="36000" rIns="0" bIns="0">
            <a:noAutofit/>
          </a:bodyPr>
          <a:lstStyle>
            <a:lvl1pPr>
              <a:defRPr sz="6000" b="1" i="0">
                <a:latin typeface="Meiryo UI" panose="020B0604030504040204" pitchFamily="34" charset="-128"/>
                <a:ea typeface="Meiryo UI" panose="020B0604030504040204" pitchFamily="34" charset="-128"/>
              </a:defRPr>
            </a:lvl1pPr>
          </a:lstStyle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23040000" y="13248000"/>
            <a:ext cx="864000" cy="288000"/>
          </a:xfrm>
        </p:spPr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Meiryo" panose="020B0604030504040204" pitchFamily="34" charset="-128"/>
                <a:ea typeface="Meiryo" panose="020B0604030504040204" pitchFamily="34" charset="-128"/>
              </a:defRPr>
            </a:lvl1pPr>
          </a:lstStyle>
          <a:p>
            <a:fld id="{59F857F7-C215-C24D-8BD9-19720E902953}" type="slidenum">
              <a:rPr kumimoji="1" lang="ja-JP" altLang="en-US" smtClean="0"/>
              <a:pPr/>
              <a:t>‹#›</a:t>
            </a:fld>
            <a:endParaRPr kumimoji="1" lang="ja-JP" altLang="en-US"/>
          </a:p>
        </p:txBody>
      </p:sp>
      <p:sp>
        <p:nvSpPr>
          <p:cNvPr id="6" name="スライド番号"/>
          <p:cNvSpPr txBox="1">
            <a:spLocks/>
          </p:cNvSpPr>
          <p:nvPr userDrawn="1"/>
        </p:nvSpPr>
        <p:spPr>
          <a:xfrm>
            <a:off x="22539929" y="12234071"/>
            <a:ext cx="561371" cy="553996"/>
          </a:xfrm>
          <a:prstGeom prst="rect">
            <a:avLst/>
          </a:prstGeom>
          <a:ln w="25400">
            <a:miter lim="400000"/>
          </a:ln>
        </p:spPr>
        <p:txBody>
          <a:bodyPr wrap="none" tIns="91439" bIns="91439" anchor="ctr">
            <a:spAutoFit/>
          </a:bodyPr>
          <a:lstStyle>
            <a:defPPr marL="0" marR="0" indent="0" algn="l" defTabSz="914400" rtl="0" fontAlgn="auto" latinLnBrk="1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</a:defRPr>
            </a:defPPr>
            <a:lvl1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2400" b="0" i="0" u="none" strike="noStrike" cap="none" spc="0" normalizeH="0" baseline="0">
                <a:ln>
                  <a:noFill/>
                </a:ln>
                <a:solidFill>
                  <a:srgbClr val="888888"/>
                </a:solidFill>
                <a:effectLst/>
                <a:uFillTx/>
                <a:latin typeface="Helvetica" charset="0"/>
                <a:ea typeface="Helvetica" charset="0"/>
                <a:cs typeface="Helvetica" charset="0"/>
                <a:sym typeface="Calibri"/>
              </a:defRPr>
            </a:lvl1pPr>
            <a:lvl2pPr marL="0" marR="0" indent="457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2pPr>
            <a:lvl3pPr marL="0" marR="0" indent="914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3pPr>
            <a:lvl4pPr marL="0" marR="0" indent="1371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4pPr>
            <a:lvl5pPr marL="0" marR="0" indent="18288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5pPr>
            <a:lvl6pPr marL="0" marR="0" indent="22860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6pPr>
            <a:lvl7pPr marL="0" marR="0" indent="27432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7pPr>
            <a:lvl8pPr marL="0" marR="0" indent="32004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8pPr>
            <a:lvl9pPr marL="0" marR="0" indent="36576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36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20" name="テキスト プレースホルダー 14">
            <a:extLst>
              <a:ext uri="{FF2B5EF4-FFF2-40B4-BE49-F238E27FC236}">
                <a16:creationId xmlns:a16="http://schemas.microsoft.com/office/drawing/2014/main" id="{98CD564F-0894-F860-AACE-EA209FBF673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87412" y="1845113"/>
            <a:ext cx="22584587" cy="914400"/>
          </a:xfrm>
        </p:spPr>
        <p:txBody>
          <a:bodyPr>
            <a:noAutofit/>
          </a:bodyPr>
          <a:lstStyle>
            <a:lvl1pPr marL="0" indent="0">
              <a:buNone/>
              <a:defRPr sz="5400"/>
            </a:lvl1pPr>
            <a:lvl2pPr marL="914400" indent="0">
              <a:buNone/>
              <a:defRPr sz="4400"/>
            </a:lvl2pPr>
            <a:lvl3pPr marL="1828800" indent="0">
              <a:buNone/>
              <a:defRPr sz="3600"/>
            </a:lvl3pPr>
            <a:lvl4pPr marL="2743200" indent="0">
              <a:buNone/>
              <a:defRPr sz="3200"/>
            </a:lvl4pPr>
            <a:lvl5pPr marL="3657600" indent="0">
              <a:buNone/>
              <a:defRPr sz="3200"/>
            </a:lvl5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17459877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2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oleObject" Target="../embeddings/oleObject1.bin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オブジェクト 9" hidden="1">
            <a:extLst>
              <a:ext uri="{FF2B5EF4-FFF2-40B4-BE49-F238E27FC236}">
                <a16:creationId xmlns:a16="http://schemas.microsoft.com/office/drawing/2014/main" id="{FA56E976-7F02-47DF-684D-98C5DE3D933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8"/>
            </p:custDataLst>
            <p:extLst>
              <p:ext uri="{D42A27DB-BD31-4B8C-83A1-F6EECF244321}">
                <p14:modId xmlns:p14="http://schemas.microsoft.com/office/powerpoint/2010/main" val="277285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9" imgW="498" imgH="499" progId="TCLayout.ActiveDocument.1">
                  <p:embed/>
                </p:oleObj>
              </mc:Choice>
              <mc:Fallback>
                <p:oleObj name="think-cell Slide" r:id="rId9" imgW="498" imgH="499" progId="TCLayout.ActiveDocument.1">
                  <p:embed/>
                  <p:pic>
                    <p:nvPicPr>
                      <p:cNvPr id="10" name="オブジェクト 9" hidden="1">
                        <a:extLst>
                          <a:ext uri="{FF2B5EF4-FFF2-40B4-BE49-F238E27FC236}">
                            <a16:creationId xmlns:a16="http://schemas.microsoft.com/office/drawing/2014/main" id="{FA56E976-7F02-47DF-684D-98C5DE3D933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76400" y="730251"/>
            <a:ext cx="21031200" cy="26511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6400" y="3651250"/>
            <a:ext cx="21031200" cy="87026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212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CB4B4D-7CA3-9044-876B-883B54F8677D}" type="slidenum">
              <a:rPr lang="uk-UA" smtClean="0"/>
              <a:pPr/>
              <a:t>‹#›</a:t>
            </a:fld>
            <a:endParaRPr lang="uk-UA"/>
          </a:p>
        </p:txBody>
      </p:sp>
      <p:sp>
        <p:nvSpPr>
          <p:cNvPr id="7" name="Rectangle 8"/>
          <p:cNvSpPr txBox="1"/>
          <p:nvPr userDrawn="1"/>
        </p:nvSpPr>
        <p:spPr>
          <a:xfrm>
            <a:off x="17892518" y="13041153"/>
            <a:ext cx="5048197" cy="235514"/>
          </a:xfrm>
          <a:prstGeom prst="rect">
            <a:avLst/>
          </a:prstGeom>
          <a:ln w="254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21600" tIns="21600" rIns="21600" bIns="21600">
            <a:spAutoFit/>
          </a:bodyPr>
          <a:lstStyle>
            <a:lvl1pPr defTabSz="1828800">
              <a:defRPr sz="1800">
                <a:solidFill>
                  <a:srgbClr val="595959"/>
                </a:solidFill>
                <a:latin typeface="Meiryo UI"/>
                <a:ea typeface="Meiryo UI"/>
                <a:cs typeface="Meiryo UI"/>
                <a:sym typeface="Meiryo UI"/>
              </a:defRPr>
            </a:lvl1pPr>
          </a:lstStyle>
          <a:p>
            <a:pPr algn="r"/>
            <a:r>
              <a:rPr sz="1400" b="0" i="0">
                <a:latin typeface="Meiryo UI" charset="-128"/>
                <a:ea typeface="Meiryo UI" charset="-128"/>
                <a:cs typeface="Meiryo UI" charset="-128"/>
              </a:rPr>
              <a:t>Copyright© Idemitsu Kosan Co.,Ltd. All Rights Reserved.</a:t>
            </a:r>
          </a:p>
        </p:txBody>
      </p:sp>
      <p:pic>
        <p:nvPicPr>
          <p:cNvPr id="8" name="イメージ" descr="イメージ"/>
          <p:cNvPicPr>
            <a:picLocks noChangeAspect="1"/>
          </p:cNvPicPr>
          <p:nvPr userDrawn="1"/>
        </p:nvPicPr>
        <p:blipFill>
          <a:blip r:embed="rId1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435353" y="1147808"/>
            <a:ext cx="3824201" cy="77878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4824200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56" r:id="rId1"/>
    <p:sldLayoutId id="2147483853" r:id="rId2"/>
    <p:sldLayoutId id="2147483859" r:id="rId3"/>
    <p:sldLayoutId id="2147484061" r:id="rId4"/>
    <p:sldLayoutId id="2147484138" r:id="rId5"/>
    <p:sldLayoutId id="2147484139" r:id="rId6"/>
  </p:sldLayoutIdLst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kumimoji="1" sz="8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Arial" panose="020B0604020202020204" pitchFamily="34" charset="0"/>
        <a:buChar char="•"/>
        <a:defRPr kumimoji="1" sz="56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40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50292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kumimoji="1"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13" Type="http://schemas.openxmlformats.org/officeDocument/2006/relationships/image" Target="../media/image18.png"/><Relationship Id="rId18" Type="http://schemas.openxmlformats.org/officeDocument/2006/relationships/image" Target="../media/image23.png"/><Relationship Id="rId3" Type="http://schemas.openxmlformats.org/officeDocument/2006/relationships/image" Target="../media/image8.png"/><Relationship Id="rId21" Type="http://schemas.openxmlformats.org/officeDocument/2006/relationships/image" Target="../media/image26.png"/><Relationship Id="rId7" Type="http://schemas.openxmlformats.org/officeDocument/2006/relationships/image" Target="../media/image12.png"/><Relationship Id="rId12" Type="http://schemas.openxmlformats.org/officeDocument/2006/relationships/image" Target="../media/image17.png"/><Relationship Id="rId17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21.png"/><Relationship Id="rId20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5" Type="http://schemas.openxmlformats.org/officeDocument/2006/relationships/image" Target="../media/image20.png"/><Relationship Id="rId10" Type="http://schemas.openxmlformats.org/officeDocument/2006/relationships/image" Target="../media/image15.png"/><Relationship Id="rId19" Type="http://schemas.openxmlformats.org/officeDocument/2006/relationships/image" Target="../media/image24.png"/><Relationship Id="rId4" Type="http://schemas.openxmlformats.org/officeDocument/2006/relationships/image" Target="../media/image9.png"/><Relationship Id="rId9" Type="http://schemas.openxmlformats.org/officeDocument/2006/relationships/image" Target="../media/image14.png"/><Relationship Id="rId14" Type="http://schemas.openxmlformats.org/officeDocument/2006/relationships/image" Target="../media/image19.png"/><Relationship Id="rId22" Type="http://schemas.openxmlformats.org/officeDocument/2006/relationships/image" Target="../media/image2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31B0C97-8C96-2FD2-0B52-348731D7D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4800" dirty="0"/>
              <a:t>ユースケース</a:t>
            </a:r>
            <a:endParaRPr kumimoji="1" lang="ja-JP" altLang="en-US" sz="48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ECD2278-6122-14F7-A217-64E93B640372}"/>
              </a:ext>
            </a:extLst>
          </p:cNvPr>
          <p:cNvSpPr txBox="1"/>
          <p:nvPr/>
        </p:nvSpPr>
        <p:spPr>
          <a:xfrm>
            <a:off x="886744" y="2179907"/>
            <a:ext cx="22589076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出光の研究開発部門では、生成</a:t>
            </a:r>
            <a:r>
              <a:rPr kumimoji="1" lang="en-US" altLang="ja-JP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AI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（</a:t>
            </a:r>
            <a:r>
              <a:rPr kumimoji="1" lang="en-US" altLang="ja-JP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RAG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）環境の構築と活用を進めている。</a:t>
            </a:r>
            <a:endParaRPr kumimoji="1" lang="en-US" altLang="ja-JP" sz="3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kumimoji="1" lang="en-US" altLang="ja-JP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Azure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上に</a:t>
            </a:r>
            <a:r>
              <a:rPr kumimoji="1" lang="en-US" altLang="ja-JP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Dify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（フリーライセンス版）を構築し、必要な外部情報を</a:t>
            </a:r>
            <a:r>
              <a:rPr kumimoji="1" lang="en-US" altLang="ja-JP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API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開発等で連携している。</a:t>
            </a:r>
            <a:endParaRPr kumimoji="1" lang="en-US" altLang="ja-JP" sz="3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endParaRPr kumimoji="1" lang="en-US" altLang="ja-JP" sz="3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利用者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：研究部門のメンバー</a:t>
            </a:r>
            <a:endParaRPr kumimoji="1" lang="en-US" altLang="ja-JP" sz="3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スキルレベル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：</a:t>
            </a:r>
            <a:r>
              <a:rPr kumimoji="1" lang="en-US" altLang="ja-JP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Python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コードを扱えるメンバーはいるが、</a:t>
            </a:r>
            <a:r>
              <a:rPr kumimoji="1" lang="en-US" altLang="ja-JP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Azure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などのクラウド構築までは難しい</a:t>
            </a:r>
            <a:endParaRPr kumimoji="1" lang="en-US" altLang="ja-JP" sz="3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特徴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：</a:t>
            </a:r>
            <a:r>
              <a:rPr kumimoji="1" lang="en-US" altLang="ja-JP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GUI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ベースで手軽に</a:t>
            </a:r>
            <a:r>
              <a:rPr kumimoji="1" lang="en-US" altLang="ja-JP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AI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チャットやフロー、</a:t>
            </a:r>
            <a:r>
              <a:rPr kumimoji="1" lang="en-US" altLang="ja-JP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RAG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を作成できる環境が求められる</a:t>
            </a:r>
            <a:endParaRPr kumimoji="1" lang="en-US" altLang="ja-JP" sz="3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　　　</a:t>
            </a:r>
            <a:r>
              <a:rPr kumimoji="1" lang="ja-JP" altLang="en-US" sz="3200" dirty="0">
                <a:latin typeface="+mn-ea"/>
              </a:rPr>
              <a:t>用途に応じて、様々な</a:t>
            </a:r>
            <a:r>
              <a:rPr kumimoji="1" lang="en-US" altLang="ja-JP" sz="3200" dirty="0">
                <a:latin typeface="+mn-ea"/>
              </a:rPr>
              <a:t>LLM</a:t>
            </a:r>
            <a:r>
              <a:rPr kumimoji="1" lang="ja-JP" altLang="en-US" sz="3200" dirty="0">
                <a:latin typeface="+mn-ea"/>
              </a:rPr>
              <a:t>を自由に選択している。（長文なら</a:t>
            </a:r>
            <a:r>
              <a:rPr kumimoji="1" lang="en-US" altLang="ja-JP" sz="3200" dirty="0">
                <a:latin typeface="+mn-ea"/>
              </a:rPr>
              <a:t>Gemini</a:t>
            </a:r>
            <a:r>
              <a:rPr kumimoji="1" lang="ja-JP" altLang="en-US" sz="3200" dirty="0">
                <a:latin typeface="+mn-ea"/>
              </a:rPr>
              <a:t>など）</a:t>
            </a:r>
            <a:endParaRPr kumimoji="1" lang="en-US" altLang="ja-JP" sz="3200" dirty="0"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主なユースケース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：</a:t>
            </a:r>
            <a:endParaRPr kumimoji="1" lang="en-US" altLang="ja-JP" sz="3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過去情報・ナレッジ検索</a:t>
            </a:r>
            <a:endParaRPr kumimoji="1" lang="en-US" altLang="ja-JP" sz="3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特許情報検索</a:t>
            </a:r>
            <a:endParaRPr kumimoji="1" lang="en-US" altLang="ja-JP" sz="3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新規事業アイデアの壁打ち など</a:t>
            </a:r>
            <a:endParaRPr kumimoji="1" lang="en-US" altLang="ja-JP" sz="3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7027199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032852-6FB1-9E16-20B4-4ACE298025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4800" dirty="0"/>
              <a:t>Dify</a:t>
            </a:r>
            <a:r>
              <a:rPr kumimoji="1" lang="ja-JP" altLang="en-US" sz="4800" dirty="0"/>
              <a:t>以外の機能一覧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359D70B-6778-5CBF-87F2-05D866DF8005}"/>
              </a:ext>
            </a:extLst>
          </p:cNvPr>
          <p:cNvSpPr txBox="1"/>
          <p:nvPr/>
        </p:nvSpPr>
        <p:spPr>
          <a:xfrm>
            <a:off x="886744" y="2030617"/>
            <a:ext cx="22589076" cy="10926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Salesforce</a:t>
            </a:r>
            <a:r>
              <a:rPr kumimoji="1" lang="ja-JP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連携機能</a:t>
            </a:r>
            <a:endParaRPr kumimoji="1" lang="en-US" altLang="ja-JP" sz="32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バッチ</a:t>
            </a:r>
            <a:r>
              <a:rPr kumimoji="1" lang="en-US" altLang="ja-JP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データロード・保存</a:t>
            </a:r>
            <a:endParaRPr kumimoji="1" lang="en-US" altLang="ja-JP" sz="3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kumimoji="1" lang="en-US" altLang="ja-JP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API: 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データ検索</a:t>
            </a:r>
            <a:endParaRPr kumimoji="1" lang="en-US" altLang="ja-JP" sz="3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endParaRPr kumimoji="1" lang="en-US" altLang="ja-JP" sz="32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kumimoji="1" lang="en-US" altLang="ja-JP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Box</a:t>
            </a:r>
            <a:r>
              <a:rPr kumimoji="1" lang="ja-JP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ドキュメント連携機能</a:t>
            </a:r>
            <a:endParaRPr kumimoji="1" lang="en-US" altLang="ja-JP" sz="32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kumimoji="1" lang="en-US" altLang="ja-JP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API: 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データロード</a:t>
            </a:r>
            <a:endParaRPr kumimoji="1" lang="en-US" altLang="ja-JP" sz="3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endParaRPr kumimoji="1" lang="en-US" altLang="ja-JP" sz="32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kumimoji="1" lang="ja-JP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特許監視</a:t>
            </a:r>
            <a:endParaRPr kumimoji="1" lang="en-US" altLang="ja-JP" sz="32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バッチ</a:t>
            </a:r>
            <a:r>
              <a:rPr kumimoji="1" lang="en-US" altLang="ja-JP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 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特許ステータスチェック</a:t>
            </a:r>
            <a:endParaRPr kumimoji="1" lang="en-US" altLang="ja-JP" sz="3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kumimoji="1" lang="en-US" altLang="ja-JP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API: 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マスタ管理</a:t>
            </a:r>
            <a:endParaRPr kumimoji="1" lang="en-US" altLang="ja-JP" sz="3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endParaRPr kumimoji="1" lang="en-US" altLang="ja-JP" sz="32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kumimoji="1" lang="ja-JP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辞書ツール</a:t>
            </a:r>
            <a:endParaRPr kumimoji="1" lang="en-US" altLang="ja-JP" sz="32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kumimoji="1" lang="en-US" altLang="ja-JP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API: 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単語</a:t>
            </a:r>
            <a:r>
              <a:rPr kumimoji="1" lang="en-US" altLang="ja-JP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/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説明の</a:t>
            </a:r>
            <a:r>
              <a:rPr kumimoji="1" lang="en-US" altLang="ja-JP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CRUD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kumimoji="1" lang="en-US" altLang="ja-JP" sz="32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kumimoji="1" lang="en-US" altLang="ja-JP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Web</a:t>
            </a:r>
            <a:r>
              <a:rPr kumimoji="1" lang="ja-JP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スクレイピング機能</a:t>
            </a:r>
            <a:endParaRPr kumimoji="1" lang="en-US" altLang="ja-JP" sz="32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kumimoji="1" lang="en-US" altLang="ja-JP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API: 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コンテンツ抽出</a:t>
            </a:r>
            <a:endParaRPr kumimoji="1" lang="en-US" altLang="ja-JP" sz="3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kumimoji="1" lang="en-US" altLang="ja-JP" sz="3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kumimoji="1" lang="en-US" altLang="ja-JP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Web UI</a:t>
            </a:r>
            <a:r>
              <a:rPr kumimoji="1" lang="ja-JP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kumimoji="1" lang="en-US" altLang="ja-JP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(Dify</a:t>
            </a:r>
            <a:r>
              <a:rPr kumimoji="1" lang="ja-JP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連携</a:t>
            </a:r>
            <a:r>
              <a:rPr kumimoji="1" lang="en-US" altLang="ja-JP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</a:p>
          <a:p>
            <a:r>
              <a:rPr kumimoji="1" lang="en-US" altLang="ja-JP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WEB: </a:t>
            </a:r>
            <a:r>
              <a:rPr kumimoji="1" lang="en-US" altLang="ja-JP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Streamlit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にて実装、</a:t>
            </a:r>
            <a:r>
              <a:rPr kumimoji="1" lang="en-US" altLang="ja-JP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EntraID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認証</a:t>
            </a:r>
            <a:endParaRPr kumimoji="1" lang="en-US" altLang="ja-JP" sz="3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endParaRPr kumimoji="1" lang="en-US" altLang="ja-JP" sz="3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r>
              <a:rPr kumimoji="1" lang="en-US" altLang="ja-JP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Web UI</a:t>
            </a:r>
            <a:r>
              <a:rPr kumimoji="1" lang="ja-JP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kumimoji="1" lang="en-US" altLang="ja-JP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(</a:t>
            </a:r>
            <a:r>
              <a:rPr kumimoji="1" lang="ja-JP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検証用</a:t>
            </a:r>
            <a:r>
              <a:rPr kumimoji="1" lang="en-US" altLang="ja-JP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)</a:t>
            </a:r>
          </a:p>
          <a:p>
            <a:r>
              <a:rPr kumimoji="1" lang="en-US" altLang="ja-JP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WEB: </a:t>
            </a:r>
            <a:r>
              <a:rPr kumimoji="1" lang="en-US" altLang="ja-JP" sz="32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Streamlit</a:t>
            </a:r>
            <a:r>
              <a:rPr kumimoji="1" lang="ja-JP" altLang="en-US" sz="3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にて実装</a:t>
            </a:r>
            <a:endParaRPr kumimoji="1" lang="en-US" altLang="ja-JP" sz="32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14248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E993C-A500-632D-C0BD-5E15D87D51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図 1">
            <a:extLst>
              <a:ext uri="{FF2B5EF4-FFF2-40B4-BE49-F238E27FC236}">
                <a16:creationId xmlns:a16="http://schemas.microsoft.com/office/drawing/2014/main" id="{F3C728A9-4775-3459-0DBD-C3F0AA80AB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0812" y="6678274"/>
            <a:ext cx="849424" cy="825342"/>
          </a:xfrm>
          <a:prstGeom prst="rect">
            <a:avLst/>
          </a:prstGeom>
        </p:spPr>
      </p:pic>
      <p:pic>
        <p:nvPicPr>
          <p:cNvPr id="4" name="図 3">
            <a:extLst>
              <a:ext uri="{FF2B5EF4-FFF2-40B4-BE49-F238E27FC236}">
                <a16:creationId xmlns:a16="http://schemas.microsoft.com/office/drawing/2014/main" id="{245A2114-78DC-3ED6-159C-479D4917A6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6168" y="3517111"/>
            <a:ext cx="3982795" cy="1954500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8" name="図 7">
            <a:extLst>
              <a:ext uri="{FF2B5EF4-FFF2-40B4-BE49-F238E27FC236}">
                <a16:creationId xmlns:a16="http://schemas.microsoft.com/office/drawing/2014/main" id="{A2FFAA12-4AFA-9506-8C8E-D76F2AC7D6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8977" y="6128999"/>
            <a:ext cx="3982795" cy="1923892"/>
          </a:xfrm>
          <a:prstGeom prst="rect">
            <a:avLst/>
          </a:prstGeom>
          <a:ln>
            <a:solidFill>
              <a:schemeClr val="accent1"/>
            </a:solidFill>
          </a:ln>
        </p:spPr>
      </p:pic>
      <p:pic>
        <p:nvPicPr>
          <p:cNvPr id="10" name="図 9">
            <a:extLst>
              <a:ext uri="{FF2B5EF4-FFF2-40B4-BE49-F238E27FC236}">
                <a16:creationId xmlns:a16="http://schemas.microsoft.com/office/drawing/2014/main" id="{6B813E78-2396-BC06-3983-88DF9A17F5A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1794" y="8632483"/>
            <a:ext cx="3982795" cy="1955459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1" name="正方形/長方形 10">
            <a:extLst>
              <a:ext uri="{FF2B5EF4-FFF2-40B4-BE49-F238E27FC236}">
                <a16:creationId xmlns:a16="http://schemas.microsoft.com/office/drawing/2014/main" id="{2A4985B1-5882-ACFD-0088-034323514390}"/>
              </a:ext>
            </a:extLst>
          </p:cNvPr>
          <p:cNvSpPr/>
          <p:nvPr/>
        </p:nvSpPr>
        <p:spPr bwMode="auto">
          <a:xfrm>
            <a:off x="5867399" y="2286000"/>
            <a:ext cx="15921605" cy="9939606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85800" indent="-685800" algn="l" defTabSz="914400" eaLnBrk="0" fontAlgn="ctr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1" lang="ja-JP" altLang="en-US" sz="3600" dirty="0">
              <a:latin typeface="+mn-ea"/>
            </a:endParaRPr>
          </a:p>
        </p:txBody>
      </p:sp>
      <p:pic>
        <p:nvPicPr>
          <p:cNvPr id="13" name="図 12">
            <a:extLst>
              <a:ext uri="{FF2B5EF4-FFF2-40B4-BE49-F238E27FC236}">
                <a16:creationId xmlns:a16="http://schemas.microsoft.com/office/drawing/2014/main" id="{84A314E7-EFDE-7074-C930-4196E46177A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316855" y="4710801"/>
            <a:ext cx="1047896" cy="985975"/>
          </a:xfrm>
          <a:prstGeom prst="rect">
            <a:avLst/>
          </a:prstGeom>
        </p:spPr>
      </p:pic>
      <p:pic>
        <p:nvPicPr>
          <p:cNvPr id="15" name="図 14">
            <a:extLst>
              <a:ext uri="{FF2B5EF4-FFF2-40B4-BE49-F238E27FC236}">
                <a16:creationId xmlns:a16="http://schemas.microsoft.com/office/drawing/2014/main" id="{AD6F2221-C217-ECE0-5ED4-A487BF379EB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2272086" y="3236714"/>
            <a:ext cx="838317" cy="857370"/>
          </a:xfrm>
          <a:prstGeom prst="rect">
            <a:avLst/>
          </a:prstGeom>
        </p:spPr>
      </p:pic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0F42211-627D-7774-EF51-9F2F1AC6B421}"/>
              </a:ext>
            </a:extLst>
          </p:cNvPr>
          <p:cNvSpPr txBox="1"/>
          <p:nvPr/>
        </p:nvSpPr>
        <p:spPr>
          <a:xfrm>
            <a:off x="5867400" y="1701225"/>
            <a:ext cx="2133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32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Azure</a:t>
            </a:r>
            <a:endParaRPr kumimoji="1" lang="ja-JP" altLang="en-US" sz="3200" b="1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2" name="図 21">
            <a:extLst>
              <a:ext uri="{FF2B5EF4-FFF2-40B4-BE49-F238E27FC236}">
                <a16:creationId xmlns:a16="http://schemas.microsoft.com/office/drawing/2014/main" id="{62E86F6C-42AB-33C9-F69C-35D8E96E90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79525" y="5107666"/>
            <a:ext cx="1286054" cy="990738"/>
          </a:xfrm>
          <a:prstGeom prst="rect">
            <a:avLst/>
          </a:prstGeom>
        </p:spPr>
      </p:pic>
      <p:sp>
        <p:nvSpPr>
          <p:cNvPr id="23" name="テキスト ボックス 22">
            <a:extLst>
              <a:ext uri="{FF2B5EF4-FFF2-40B4-BE49-F238E27FC236}">
                <a16:creationId xmlns:a16="http://schemas.microsoft.com/office/drawing/2014/main" id="{E6C9CF7A-21AA-1350-D0AE-72E3D77B9882}"/>
              </a:ext>
            </a:extLst>
          </p:cNvPr>
          <p:cNvSpPr txBox="1"/>
          <p:nvPr/>
        </p:nvSpPr>
        <p:spPr>
          <a:xfrm>
            <a:off x="7075873" y="4249202"/>
            <a:ext cx="2133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App</a:t>
            </a:r>
          </a:p>
          <a:p>
            <a:pPr algn="ctr"/>
            <a:r>
              <a:rPr kumimoji="1"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Service</a:t>
            </a:r>
            <a:endParaRPr kumimoji="1" lang="ja-JP" alt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4" name="図 23">
            <a:extLst>
              <a:ext uri="{FF2B5EF4-FFF2-40B4-BE49-F238E27FC236}">
                <a16:creationId xmlns:a16="http://schemas.microsoft.com/office/drawing/2014/main" id="{4F4F7AAE-2B91-960E-E24B-F16C94391A7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99646" y="9114843"/>
            <a:ext cx="1286054" cy="990738"/>
          </a:xfrm>
          <a:prstGeom prst="rect">
            <a:avLst/>
          </a:prstGeom>
        </p:spPr>
      </p:pic>
      <p:cxnSp>
        <p:nvCxnSpPr>
          <p:cNvPr id="28" name="直線コネクタ 27">
            <a:extLst>
              <a:ext uri="{FF2B5EF4-FFF2-40B4-BE49-F238E27FC236}">
                <a16:creationId xmlns:a16="http://schemas.microsoft.com/office/drawing/2014/main" id="{A6ADFBD1-308D-66DB-2365-3273163174AC}"/>
              </a:ext>
            </a:extLst>
          </p:cNvPr>
          <p:cNvCxnSpPr>
            <a:cxnSpLocks/>
            <a:stCxn id="2" idx="3"/>
            <a:endCxn id="4" idx="1"/>
          </p:cNvCxnSpPr>
          <p:nvPr/>
        </p:nvCxnSpPr>
        <p:spPr>
          <a:xfrm flipV="1">
            <a:off x="1030236" y="4494361"/>
            <a:ext cx="705932" cy="2596584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コネクタ 32">
            <a:extLst>
              <a:ext uri="{FF2B5EF4-FFF2-40B4-BE49-F238E27FC236}">
                <a16:creationId xmlns:a16="http://schemas.microsoft.com/office/drawing/2014/main" id="{E4C49D1B-972F-5CD4-2839-228116D64E92}"/>
              </a:ext>
            </a:extLst>
          </p:cNvPr>
          <p:cNvCxnSpPr>
            <a:cxnSpLocks/>
            <a:stCxn id="2" idx="3"/>
            <a:endCxn id="8" idx="1"/>
          </p:cNvCxnSpPr>
          <p:nvPr/>
        </p:nvCxnSpPr>
        <p:spPr>
          <a:xfrm>
            <a:off x="1030236" y="7090945"/>
            <a:ext cx="688741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コネクタ 37">
            <a:extLst>
              <a:ext uri="{FF2B5EF4-FFF2-40B4-BE49-F238E27FC236}">
                <a16:creationId xmlns:a16="http://schemas.microsoft.com/office/drawing/2014/main" id="{1E5D9EC7-C1BD-F700-6924-B78A13DCD4BE}"/>
              </a:ext>
            </a:extLst>
          </p:cNvPr>
          <p:cNvCxnSpPr>
            <a:cxnSpLocks/>
            <a:stCxn id="2" idx="3"/>
            <a:endCxn id="10" idx="1"/>
          </p:cNvCxnSpPr>
          <p:nvPr/>
        </p:nvCxnSpPr>
        <p:spPr>
          <a:xfrm>
            <a:off x="1030236" y="7090945"/>
            <a:ext cx="721558" cy="2519268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コネクタ 40">
            <a:extLst>
              <a:ext uri="{FF2B5EF4-FFF2-40B4-BE49-F238E27FC236}">
                <a16:creationId xmlns:a16="http://schemas.microsoft.com/office/drawing/2014/main" id="{F79C2D80-5507-F4CD-3DDC-D0EF2BD8E81C}"/>
              </a:ext>
            </a:extLst>
          </p:cNvPr>
          <p:cNvCxnSpPr>
            <a:cxnSpLocks/>
            <a:stCxn id="4" idx="3"/>
            <a:endCxn id="22" idx="1"/>
          </p:cNvCxnSpPr>
          <p:nvPr/>
        </p:nvCxnSpPr>
        <p:spPr>
          <a:xfrm>
            <a:off x="5718963" y="4494361"/>
            <a:ext cx="1760562" cy="1108674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コネクタ 43">
            <a:extLst>
              <a:ext uri="{FF2B5EF4-FFF2-40B4-BE49-F238E27FC236}">
                <a16:creationId xmlns:a16="http://schemas.microsoft.com/office/drawing/2014/main" id="{F9448675-3B5A-D330-BC17-A7B40A1857FB}"/>
              </a:ext>
            </a:extLst>
          </p:cNvPr>
          <p:cNvCxnSpPr>
            <a:cxnSpLocks/>
            <a:stCxn id="8" idx="3"/>
            <a:endCxn id="22" idx="1"/>
          </p:cNvCxnSpPr>
          <p:nvPr/>
        </p:nvCxnSpPr>
        <p:spPr>
          <a:xfrm flipV="1">
            <a:off x="5701772" y="5603035"/>
            <a:ext cx="1777753" cy="148791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コネクタ 46">
            <a:extLst>
              <a:ext uri="{FF2B5EF4-FFF2-40B4-BE49-F238E27FC236}">
                <a16:creationId xmlns:a16="http://schemas.microsoft.com/office/drawing/2014/main" id="{D98CE1E9-2AC2-5C57-F31D-12031B0C37FE}"/>
              </a:ext>
            </a:extLst>
          </p:cNvPr>
          <p:cNvCxnSpPr>
            <a:cxnSpLocks/>
            <a:stCxn id="10" idx="3"/>
            <a:endCxn id="24" idx="1"/>
          </p:cNvCxnSpPr>
          <p:nvPr/>
        </p:nvCxnSpPr>
        <p:spPr>
          <a:xfrm flipV="1">
            <a:off x="5734589" y="9610212"/>
            <a:ext cx="1765057" cy="1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2" name="図 51">
            <a:extLst>
              <a:ext uri="{FF2B5EF4-FFF2-40B4-BE49-F238E27FC236}">
                <a16:creationId xmlns:a16="http://schemas.microsoft.com/office/drawing/2014/main" id="{29396A48-FB9D-89C4-ACDA-95E4C6E7FD7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768636" y="5025243"/>
            <a:ext cx="1475069" cy="1155584"/>
          </a:xfrm>
          <a:prstGeom prst="rect">
            <a:avLst/>
          </a:prstGeom>
        </p:spPr>
      </p:pic>
      <p:cxnSp>
        <p:nvCxnSpPr>
          <p:cNvPr id="53" name="直線コネクタ 52">
            <a:extLst>
              <a:ext uri="{FF2B5EF4-FFF2-40B4-BE49-F238E27FC236}">
                <a16:creationId xmlns:a16="http://schemas.microsoft.com/office/drawing/2014/main" id="{5EF022B2-DAA0-73C7-393E-C7CD0491E0A5}"/>
              </a:ext>
            </a:extLst>
          </p:cNvPr>
          <p:cNvCxnSpPr>
            <a:cxnSpLocks/>
            <a:stCxn id="22" idx="3"/>
            <a:endCxn id="52" idx="1"/>
          </p:cNvCxnSpPr>
          <p:nvPr/>
        </p:nvCxnSpPr>
        <p:spPr>
          <a:xfrm>
            <a:off x="8765579" y="5603035"/>
            <a:ext cx="1003057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C8F72FF7-1380-AEA2-7B49-578F4A30483A}"/>
              </a:ext>
            </a:extLst>
          </p:cNvPr>
          <p:cNvSpPr txBox="1"/>
          <p:nvPr/>
        </p:nvSpPr>
        <p:spPr>
          <a:xfrm>
            <a:off x="8852166" y="5781460"/>
            <a:ext cx="1111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  <a:endParaRPr kumimoji="1" lang="ja-JP" alt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62" name="正方形/長方形 61">
            <a:extLst>
              <a:ext uri="{FF2B5EF4-FFF2-40B4-BE49-F238E27FC236}">
                <a16:creationId xmlns:a16="http://schemas.microsoft.com/office/drawing/2014/main" id="{0985FA9B-0EBA-838A-2E52-0EA1EA73264A}"/>
              </a:ext>
            </a:extLst>
          </p:cNvPr>
          <p:cNvSpPr/>
          <p:nvPr/>
        </p:nvSpPr>
        <p:spPr bwMode="auto">
          <a:xfrm>
            <a:off x="6803382" y="4114800"/>
            <a:ext cx="318390" cy="2954244"/>
          </a:xfrm>
          <a:prstGeom prst="rect">
            <a:avLst/>
          </a:prstGeom>
          <a:solidFill>
            <a:schemeClr val="lt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85800" indent="-685800" algn="l" defTabSz="914400" eaLnBrk="0" fontAlgn="ctr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1" lang="ja-JP" altLang="en-US" sz="3600" dirty="0">
              <a:latin typeface="+mn-ea"/>
            </a:endParaRPr>
          </a:p>
        </p:txBody>
      </p:sp>
      <p:sp>
        <p:nvSpPr>
          <p:cNvPr id="63" name="テキスト ボックス 62">
            <a:extLst>
              <a:ext uri="{FF2B5EF4-FFF2-40B4-BE49-F238E27FC236}">
                <a16:creationId xmlns:a16="http://schemas.microsoft.com/office/drawing/2014/main" id="{477BE688-C932-C388-A955-7594F24A36D9}"/>
              </a:ext>
            </a:extLst>
          </p:cNvPr>
          <p:cNvSpPr txBox="1"/>
          <p:nvPr/>
        </p:nvSpPr>
        <p:spPr>
          <a:xfrm>
            <a:off x="5982339" y="3378864"/>
            <a:ext cx="2133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認証</a:t>
            </a:r>
          </a:p>
        </p:txBody>
      </p:sp>
      <p:cxnSp>
        <p:nvCxnSpPr>
          <p:cNvPr id="64" name="直線コネクタ 63">
            <a:extLst>
              <a:ext uri="{FF2B5EF4-FFF2-40B4-BE49-F238E27FC236}">
                <a16:creationId xmlns:a16="http://schemas.microsoft.com/office/drawing/2014/main" id="{F6D700EF-8B20-2868-6D63-D3EAF6CF06D2}"/>
              </a:ext>
            </a:extLst>
          </p:cNvPr>
          <p:cNvCxnSpPr>
            <a:cxnSpLocks/>
            <a:stCxn id="52" idx="3"/>
            <a:endCxn id="13" idx="1"/>
          </p:cNvCxnSpPr>
          <p:nvPr/>
        </p:nvCxnSpPr>
        <p:spPr>
          <a:xfrm flipV="1">
            <a:off x="11243705" y="5203789"/>
            <a:ext cx="11073150" cy="399246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51DD0539-435B-14FC-61E6-395D95F5336A}"/>
              </a:ext>
            </a:extLst>
          </p:cNvPr>
          <p:cNvCxnSpPr>
            <a:cxnSpLocks/>
            <a:stCxn id="52" idx="3"/>
            <a:endCxn id="15" idx="1"/>
          </p:cNvCxnSpPr>
          <p:nvPr/>
        </p:nvCxnSpPr>
        <p:spPr>
          <a:xfrm flipV="1">
            <a:off x="11243705" y="3665399"/>
            <a:ext cx="11028381" cy="1937636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テキスト ボックス 71">
            <a:extLst>
              <a:ext uri="{FF2B5EF4-FFF2-40B4-BE49-F238E27FC236}">
                <a16:creationId xmlns:a16="http://schemas.microsoft.com/office/drawing/2014/main" id="{83D4A4BE-8C6C-5F37-5BBB-C7B3296933F8}"/>
              </a:ext>
            </a:extLst>
          </p:cNvPr>
          <p:cNvSpPr txBox="1"/>
          <p:nvPr/>
        </p:nvSpPr>
        <p:spPr>
          <a:xfrm>
            <a:off x="21710916" y="2385511"/>
            <a:ext cx="2133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外部リソース</a:t>
            </a:r>
          </a:p>
        </p:txBody>
      </p:sp>
      <p:pic>
        <p:nvPicPr>
          <p:cNvPr id="17" name="図 16">
            <a:extLst>
              <a:ext uri="{FF2B5EF4-FFF2-40B4-BE49-F238E27FC236}">
                <a16:creationId xmlns:a16="http://schemas.microsoft.com/office/drawing/2014/main" id="{53B64D38-9534-8DD9-DE24-25D4E35978A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78111" y="6130927"/>
            <a:ext cx="1475069" cy="783061"/>
          </a:xfrm>
          <a:prstGeom prst="rect">
            <a:avLst/>
          </a:prstGeom>
        </p:spPr>
      </p:pic>
      <p:pic>
        <p:nvPicPr>
          <p:cNvPr id="90" name="図 89">
            <a:extLst>
              <a:ext uri="{FF2B5EF4-FFF2-40B4-BE49-F238E27FC236}">
                <a16:creationId xmlns:a16="http://schemas.microsoft.com/office/drawing/2014/main" id="{4B5E14C5-ED6E-0267-1261-CC0B0C1F9928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2029081" y="11339672"/>
            <a:ext cx="2006429" cy="1315369"/>
          </a:xfrm>
          <a:prstGeom prst="rect">
            <a:avLst/>
          </a:prstGeom>
        </p:spPr>
      </p:pic>
      <p:pic>
        <p:nvPicPr>
          <p:cNvPr id="92" name="図 91">
            <a:extLst>
              <a:ext uri="{FF2B5EF4-FFF2-40B4-BE49-F238E27FC236}">
                <a16:creationId xmlns:a16="http://schemas.microsoft.com/office/drawing/2014/main" id="{94C999AC-8A38-7CEC-7564-CF2535FBDC7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2208006" y="6355810"/>
            <a:ext cx="1265594" cy="947974"/>
          </a:xfrm>
          <a:prstGeom prst="rect">
            <a:avLst/>
          </a:prstGeom>
        </p:spPr>
      </p:pic>
      <p:pic>
        <p:nvPicPr>
          <p:cNvPr id="94" name="図 93">
            <a:extLst>
              <a:ext uri="{FF2B5EF4-FFF2-40B4-BE49-F238E27FC236}">
                <a16:creationId xmlns:a16="http://schemas.microsoft.com/office/drawing/2014/main" id="{FEBC4E66-4F47-43DE-07CE-0630A2CDF67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5474402" y="8434551"/>
            <a:ext cx="1190791" cy="885949"/>
          </a:xfrm>
          <a:prstGeom prst="rect">
            <a:avLst/>
          </a:prstGeom>
        </p:spPr>
      </p:pic>
      <p:cxnSp>
        <p:nvCxnSpPr>
          <p:cNvPr id="95" name="直線コネクタ 94">
            <a:extLst>
              <a:ext uri="{FF2B5EF4-FFF2-40B4-BE49-F238E27FC236}">
                <a16:creationId xmlns:a16="http://schemas.microsoft.com/office/drawing/2014/main" id="{48687A19-4D95-13D5-4FC0-ED51017404ED}"/>
              </a:ext>
            </a:extLst>
          </p:cNvPr>
          <p:cNvCxnSpPr>
            <a:cxnSpLocks/>
            <a:stCxn id="52" idx="3"/>
            <a:endCxn id="92" idx="1"/>
          </p:cNvCxnSpPr>
          <p:nvPr/>
        </p:nvCxnSpPr>
        <p:spPr>
          <a:xfrm>
            <a:off x="11243705" y="5603035"/>
            <a:ext cx="10964301" cy="1226762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直線コネクタ 99">
            <a:extLst>
              <a:ext uri="{FF2B5EF4-FFF2-40B4-BE49-F238E27FC236}">
                <a16:creationId xmlns:a16="http://schemas.microsoft.com/office/drawing/2014/main" id="{9421AF7D-1BC6-12C3-D077-CEAF0068E746}"/>
              </a:ext>
            </a:extLst>
          </p:cNvPr>
          <p:cNvCxnSpPr>
            <a:cxnSpLocks/>
            <a:stCxn id="94" idx="3"/>
            <a:endCxn id="90" idx="1"/>
          </p:cNvCxnSpPr>
          <p:nvPr/>
        </p:nvCxnSpPr>
        <p:spPr>
          <a:xfrm>
            <a:off x="16665193" y="8877526"/>
            <a:ext cx="5363888" cy="3119831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5" name="図 104">
            <a:extLst>
              <a:ext uri="{FF2B5EF4-FFF2-40B4-BE49-F238E27FC236}">
                <a16:creationId xmlns:a16="http://schemas.microsoft.com/office/drawing/2014/main" id="{9FB6E98F-19E3-2ED7-FD96-B450E3A06C8B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4729515" y="10991789"/>
            <a:ext cx="1000265" cy="876422"/>
          </a:xfrm>
          <a:prstGeom prst="rect">
            <a:avLst/>
          </a:prstGeom>
        </p:spPr>
      </p:pic>
      <p:cxnSp>
        <p:nvCxnSpPr>
          <p:cNvPr id="106" name="直線コネクタ 105">
            <a:extLst>
              <a:ext uri="{FF2B5EF4-FFF2-40B4-BE49-F238E27FC236}">
                <a16:creationId xmlns:a16="http://schemas.microsoft.com/office/drawing/2014/main" id="{145F0BE2-F26F-4F4A-C3F7-D749C4F0BE94}"/>
              </a:ext>
            </a:extLst>
          </p:cNvPr>
          <p:cNvCxnSpPr>
            <a:cxnSpLocks/>
            <a:stCxn id="52" idx="3"/>
            <a:endCxn id="105" idx="1"/>
          </p:cNvCxnSpPr>
          <p:nvPr/>
        </p:nvCxnSpPr>
        <p:spPr>
          <a:xfrm>
            <a:off x="11243705" y="5603035"/>
            <a:ext cx="3485810" cy="5826965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直線コネクタ 108">
            <a:extLst>
              <a:ext uri="{FF2B5EF4-FFF2-40B4-BE49-F238E27FC236}">
                <a16:creationId xmlns:a16="http://schemas.microsoft.com/office/drawing/2014/main" id="{7C10AF3C-19A9-54CE-DA66-9087B3D315AF}"/>
              </a:ext>
            </a:extLst>
          </p:cNvPr>
          <p:cNvCxnSpPr>
            <a:cxnSpLocks/>
            <a:stCxn id="52" idx="3"/>
            <a:endCxn id="94" idx="1"/>
          </p:cNvCxnSpPr>
          <p:nvPr/>
        </p:nvCxnSpPr>
        <p:spPr>
          <a:xfrm>
            <a:off x="11243705" y="5603035"/>
            <a:ext cx="4230697" cy="3274491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直線コネクタ 111">
            <a:extLst>
              <a:ext uri="{FF2B5EF4-FFF2-40B4-BE49-F238E27FC236}">
                <a16:creationId xmlns:a16="http://schemas.microsoft.com/office/drawing/2014/main" id="{C535439D-A8C1-04FB-89B9-B3C6CC775DF5}"/>
              </a:ext>
            </a:extLst>
          </p:cNvPr>
          <p:cNvCxnSpPr>
            <a:cxnSpLocks/>
            <a:stCxn id="24" idx="3"/>
            <a:endCxn id="105" idx="1"/>
          </p:cNvCxnSpPr>
          <p:nvPr/>
        </p:nvCxnSpPr>
        <p:spPr>
          <a:xfrm>
            <a:off x="8785700" y="9610212"/>
            <a:ext cx="5943815" cy="1819788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5" name="図 74">
            <a:extLst>
              <a:ext uri="{FF2B5EF4-FFF2-40B4-BE49-F238E27FC236}">
                <a16:creationId xmlns:a16="http://schemas.microsoft.com/office/drawing/2014/main" id="{EF27F9F7-9ABB-0364-C062-E8CB9C6AC6D7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7301851" y="9083641"/>
            <a:ext cx="1047956" cy="927282"/>
          </a:xfrm>
          <a:prstGeom prst="rect">
            <a:avLst/>
          </a:prstGeom>
        </p:spPr>
      </p:pic>
      <p:sp>
        <p:nvSpPr>
          <p:cNvPr id="120" name="テキスト ボックス 119">
            <a:extLst>
              <a:ext uri="{FF2B5EF4-FFF2-40B4-BE49-F238E27FC236}">
                <a16:creationId xmlns:a16="http://schemas.microsoft.com/office/drawing/2014/main" id="{A7A73B68-E9C6-C328-665A-24268F5C28DB}"/>
              </a:ext>
            </a:extLst>
          </p:cNvPr>
          <p:cNvSpPr txBox="1"/>
          <p:nvPr/>
        </p:nvSpPr>
        <p:spPr>
          <a:xfrm>
            <a:off x="8852166" y="4442508"/>
            <a:ext cx="329738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VM</a:t>
            </a:r>
            <a:endParaRPr kumimoji="1" lang="ja-JP" alt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1" name="テキスト ボックス 120">
            <a:extLst>
              <a:ext uri="{FF2B5EF4-FFF2-40B4-BE49-F238E27FC236}">
                <a16:creationId xmlns:a16="http://schemas.microsoft.com/office/drawing/2014/main" id="{F8274A66-5BA3-5A39-B97A-E2A9BD39ACB6}"/>
              </a:ext>
            </a:extLst>
          </p:cNvPr>
          <p:cNvSpPr txBox="1"/>
          <p:nvPr/>
        </p:nvSpPr>
        <p:spPr>
          <a:xfrm>
            <a:off x="15776965" y="4283011"/>
            <a:ext cx="1111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VM</a:t>
            </a:r>
            <a:endParaRPr kumimoji="1" lang="ja-JP" alt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2" name="テキスト ボックス 121">
            <a:extLst>
              <a:ext uri="{FF2B5EF4-FFF2-40B4-BE49-F238E27FC236}">
                <a16:creationId xmlns:a16="http://schemas.microsoft.com/office/drawing/2014/main" id="{A654EC94-E85A-08FA-0B86-DEB3D3969CC1}"/>
              </a:ext>
            </a:extLst>
          </p:cNvPr>
          <p:cNvSpPr txBox="1"/>
          <p:nvPr/>
        </p:nvSpPr>
        <p:spPr>
          <a:xfrm>
            <a:off x="16921597" y="8671294"/>
            <a:ext cx="2133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functions</a:t>
            </a:r>
            <a:endParaRPr kumimoji="1" lang="ja-JP" alt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3" name="テキスト ボックス 122">
            <a:extLst>
              <a:ext uri="{FF2B5EF4-FFF2-40B4-BE49-F238E27FC236}">
                <a16:creationId xmlns:a16="http://schemas.microsoft.com/office/drawing/2014/main" id="{4AEE35AA-4C5D-9BCD-DD79-9E88F9ACE835}"/>
              </a:ext>
            </a:extLst>
          </p:cNvPr>
          <p:cNvSpPr txBox="1"/>
          <p:nvPr/>
        </p:nvSpPr>
        <p:spPr>
          <a:xfrm>
            <a:off x="15055688" y="8012974"/>
            <a:ext cx="2133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AI Search</a:t>
            </a:r>
            <a:endParaRPr kumimoji="1" lang="ja-JP" alt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4" name="テキスト ボックス 123">
            <a:extLst>
              <a:ext uri="{FF2B5EF4-FFF2-40B4-BE49-F238E27FC236}">
                <a16:creationId xmlns:a16="http://schemas.microsoft.com/office/drawing/2014/main" id="{C7880028-F5BC-4FEF-2312-6FF597256090}"/>
              </a:ext>
            </a:extLst>
          </p:cNvPr>
          <p:cNvSpPr txBox="1"/>
          <p:nvPr/>
        </p:nvSpPr>
        <p:spPr>
          <a:xfrm>
            <a:off x="14223870" y="10530124"/>
            <a:ext cx="2133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OpenAI</a:t>
            </a:r>
            <a:endParaRPr kumimoji="1" lang="ja-JP" alt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125" name="正方形/長方形 124">
            <a:extLst>
              <a:ext uri="{FF2B5EF4-FFF2-40B4-BE49-F238E27FC236}">
                <a16:creationId xmlns:a16="http://schemas.microsoft.com/office/drawing/2014/main" id="{83BA6098-73A6-6425-2D03-D9AFC0F82313}"/>
              </a:ext>
            </a:extLst>
          </p:cNvPr>
          <p:cNvSpPr/>
          <p:nvPr/>
        </p:nvSpPr>
        <p:spPr bwMode="auto">
          <a:xfrm>
            <a:off x="22069310" y="7937828"/>
            <a:ext cx="1923350" cy="3150878"/>
          </a:xfrm>
          <a:prstGeom prst="rect">
            <a:avLst/>
          </a:prstGeom>
          <a:noFill/>
          <a:ln w="9525">
            <a:solidFill>
              <a:schemeClr val="tx1">
                <a:lumMod val="85000"/>
                <a:lumOff val="15000"/>
              </a:scheme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85800" indent="-685800" algn="l" defTabSz="914400" eaLnBrk="0" fontAlgn="ctr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1" lang="ja-JP" altLang="en-US" sz="3600" dirty="0">
              <a:latin typeface="+mn-ea"/>
            </a:endParaRPr>
          </a:p>
        </p:txBody>
      </p:sp>
      <p:sp>
        <p:nvSpPr>
          <p:cNvPr id="126" name="テキスト ボックス 125">
            <a:extLst>
              <a:ext uri="{FF2B5EF4-FFF2-40B4-BE49-F238E27FC236}">
                <a16:creationId xmlns:a16="http://schemas.microsoft.com/office/drawing/2014/main" id="{7ED539F0-B7EA-44B6-28E5-42EC34E47FE9}"/>
              </a:ext>
            </a:extLst>
          </p:cNvPr>
          <p:cNvSpPr txBox="1"/>
          <p:nvPr/>
        </p:nvSpPr>
        <p:spPr>
          <a:xfrm>
            <a:off x="22026722" y="8071129"/>
            <a:ext cx="2133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Google</a:t>
            </a:r>
          </a:p>
          <a:p>
            <a:pPr algn="ctr"/>
            <a:r>
              <a:rPr kumimoji="1" lang="en-US" altLang="ja-JP" sz="2400" b="1" dirty="0">
                <a:latin typeface="Meiryo UI" panose="020B0604030504040204" pitchFamily="50" charset="-128"/>
                <a:ea typeface="Meiryo UI" panose="020B0604030504040204" pitchFamily="50" charset="-128"/>
              </a:rPr>
              <a:t>Cloud</a:t>
            </a:r>
          </a:p>
          <a:p>
            <a:pPr algn="ctr"/>
            <a:r>
              <a:rPr kumimoji="1"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(</a:t>
            </a:r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試験運用</a:t>
            </a:r>
            <a:r>
              <a:rPr kumimoji="1"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)</a:t>
            </a:r>
            <a:endParaRPr kumimoji="1" lang="ja-JP" alt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128" name="図 127">
            <a:extLst>
              <a:ext uri="{FF2B5EF4-FFF2-40B4-BE49-F238E27FC236}">
                <a16:creationId xmlns:a16="http://schemas.microsoft.com/office/drawing/2014/main" id="{8204FEED-4925-06E1-2CAE-E2058A5CC1DE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2118363" y="9678201"/>
            <a:ext cx="1845346" cy="541990"/>
          </a:xfrm>
          <a:prstGeom prst="rect">
            <a:avLst/>
          </a:prstGeom>
        </p:spPr>
      </p:pic>
      <p:pic>
        <p:nvPicPr>
          <p:cNvPr id="130" name="図 129">
            <a:extLst>
              <a:ext uri="{FF2B5EF4-FFF2-40B4-BE49-F238E27FC236}">
                <a16:creationId xmlns:a16="http://schemas.microsoft.com/office/drawing/2014/main" id="{26A3408F-6BEB-3B47-F1A9-88C9B18CCAED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2359903" y="10197172"/>
            <a:ext cx="1362265" cy="514422"/>
          </a:xfrm>
          <a:prstGeom prst="rect">
            <a:avLst/>
          </a:prstGeom>
        </p:spPr>
      </p:pic>
      <p:cxnSp>
        <p:nvCxnSpPr>
          <p:cNvPr id="131" name="直線コネクタ 130">
            <a:extLst>
              <a:ext uri="{FF2B5EF4-FFF2-40B4-BE49-F238E27FC236}">
                <a16:creationId xmlns:a16="http://schemas.microsoft.com/office/drawing/2014/main" id="{812BC83B-8BDC-AA93-DA30-E4CE8EAE30E7}"/>
              </a:ext>
            </a:extLst>
          </p:cNvPr>
          <p:cNvCxnSpPr>
            <a:cxnSpLocks/>
            <a:stCxn id="52" idx="3"/>
            <a:endCxn id="125" idx="1"/>
          </p:cNvCxnSpPr>
          <p:nvPr/>
        </p:nvCxnSpPr>
        <p:spPr>
          <a:xfrm>
            <a:off x="11243705" y="5603035"/>
            <a:ext cx="10825605" cy="3910232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テキスト ボックス 136">
            <a:extLst>
              <a:ext uri="{FF2B5EF4-FFF2-40B4-BE49-F238E27FC236}">
                <a16:creationId xmlns:a16="http://schemas.microsoft.com/office/drawing/2014/main" id="{1AFD6A58-7ECC-FF43-9815-C270253600AB}"/>
              </a:ext>
            </a:extLst>
          </p:cNvPr>
          <p:cNvSpPr txBox="1"/>
          <p:nvPr/>
        </p:nvSpPr>
        <p:spPr>
          <a:xfrm>
            <a:off x="15055688" y="3833073"/>
            <a:ext cx="11113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API</a:t>
            </a:r>
            <a:endParaRPr kumimoji="1" lang="ja-JP" alt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CA832EA-C920-5211-6E84-76D01E790C14}"/>
              </a:ext>
            </a:extLst>
          </p:cNvPr>
          <p:cNvSpPr txBox="1"/>
          <p:nvPr/>
        </p:nvSpPr>
        <p:spPr>
          <a:xfrm>
            <a:off x="2064759" y="8140552"/>
            <a:ext cx="361161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800" dirty="0">
                <a:latin typeface="+mn-ea"/>
              </a:rPr>
              <a:t>特許スクリーニング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2FBAEAC-BD4D-5007-9DE3-B21A94E888FA}"/>
              </a:ext>
            </a:extLst>
          </p:cNvPr>
          <p:cNvSpPr txBox="1"/>
          <p:nvPr/>
        </p:nvSpPr>
        <p:spPr>
          <a:xfrm>
            <a:off x="2585592" y="5674466"/>
            <a:ext cx="25267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800" dirty="0">
                <a:latin typeface="+mn-ea"/>
              </a:rPr>
              <a:t>他社特許動向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2CFB6491-8AAF-A88D-1500-816C0B3C9674}"/>
              </a:ext>
            </a:extLst>
          </p:cNvPr>
          <p:cNvSpPr txBox="1"/>
          <p:nvPr/>
        </p:nvSpPr>
        <p:spPr>
          <a:xfrm>
            <a:off x="2737132" y="3059558"/>
            <a:ext cx="219786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800" dirty="0">
                <a:latin typeface="+mn-ea"/>
              </a:rPr>
              <a:t>情報検索系</a:t>
            </a:r>
          </a:p>
        </p:txBody>
      </p:sp>
      <p:pic>
        <p:nvPicPr>
          <p:cNvPr id="2050" name="Picture 2" descr="Azure Database for PostgreSQL | Microsoft Azure">
            <a:extLst>
              <a:ext uri="{FF2B5EF4-FFF2-40B4-BE49-F238E27FC236}">
                <a16:creationId xmlns:a16="http://schemas.microsoft.com/office/drawing/2014/main" id="{46774734-6E3A-7376-3C3C-F317E88117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61043" y="7336110"/>
            <a:ext cx="1909204" cy="1002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C0E44F9-54E7-3297-527F-DDEE07FDA1EB}"/>
              </a:ext>
            </a:extLst>
          </p:cNvPr>
          <p:cNvSpPr txBox="1"/>
          <p:nvPr/>
        </p:nvSpPr>
        <p:spPr>
          <a:xfrm>
            <a:off x="9814602" y="8264275"/>
            <a:ext cx="2133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PostgreSQL</a:t>
            </a:r>
            <a:endParaRPr kumimoji="1" lang="ja-JP" alt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20" name="図 19">
            <a:extLst>
              <a:ext uri="{FF2B5EF4-FFF2-40B4-BE49-F238E27FC236}">
                <a16:creationId xmlns:a16="http://schemas.microsoft.com/office/drawing/2014/main" id="{BAF2708B-13F9-1F7D-13ED-9411E9C8B45D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7261803" y="10898905"/>
            <a:ext cx="1234547" cy="1074513"/>
          </a:xfrm>
          <a:prstGeom prst="rect">
            <a:avLst/>
          </a:prstGeom>
        </p:spPr>
      </p:pic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3504A55F-D95D-8481-9A96-17097BE249C4}"/>
              </a:ext>
            </a:extLst>
          </p:cNvPr>
          <p:cNvSpPr txBox="1"/>
          <p:nvPr/>
        </p:nvSpPr>
        <p:spPr>
          <a:xfrm>
            <a:off x="16778796" y="10591541"/>
            <a:ext cx="21336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Cosmos</a:t>
            </a:r>
            <a:r>
              <a:rPr kumimoji="1"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 </a:t>
            </a:r>
            <a:r>
              <a:rPr kumimoji="1"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DB</a:t>
            </a:r>
            <a:endParaRPr kumimoji="1" lang="ja-JP" altLang="en-US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cxnSp>
        <p:nvCxnSpPr>
          <p:cNvPr id="40" name="直線コネクタ 39">
            <a:extLst>
              <a:ext uri="{FF2B5EF4-FFF2-40B4-BE49-F238E27FC236}">
                <a16:creationId xmlns:a16="http://schemas.microsoft.com/office/drawing/2014/main" id="{0140C70B-686D-CF23-1C82-00C53AC743BA}"/>
              </a:ext>
            </a:extLst>
          </p:cNvPr>
          <p:cNvCxnSpPr>
            <a:cxnSpLocks/>
            <a:stCxn id="94" idx="2"/>
            <a:endCxn id="105" idx="3"/>
          </p:cNvCxnSpPr>
          <p:nvPr/>
        </p:nvCxnSpPr>
        <p:spPr>
          <a:xfrm flipH="1">
            <a:off x="15729780" y="9320500"/>
            <a:ext cx="340018" cy="210950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線コネクタ 44">
            <a:extLst>
              <a:ext uri="{FF2B5EF4-FFF2-40B4-BE49-F238E27FC236}">
                <a16:creationId xmlns:a16="http://schemas.microsoft.com/office/drawing/2014/main" id="{BDB85F85-D9A2-EC09-8638-0CA525D46F80}"/>
              </a:ext>
            </a:extLst>
          </p:cNvPr>
          <p:cNvCxnSpPr>
            <a:cxnSpLocks/>
            <a:stCxn id="17" idx="2"/>
            <a:endCxn id="2050" idx="0"/>
          </p:cNvCxnSpPr>
          <p:nvPr/>
        </p:nvCxnSpPr>
        <p:spPr>
          <a:xfrm flipH="1">
            <a:off x="10715645" y="6913988"/>
            <a:ext cx="1" cy="422122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コネクタ 49">
            <a:extLst>
              <a:ext uri="{FF2B5EF4-FFF2-40B4-BE49-F238E27FC236}">
                <a16:creationId xmlns:a16="http://schemas.microsoft.com/office/drawing/2014/main" id="{6E43052F-382F-0B1D-2A32-EDE5552CA812}"/>
              </a:ext>
            </a:extLst>
          </p:cNvPr>
          <p:cNvCxnSpPr>
            <a:cxnSpLocks/>
            <a:stCxn id="75" idx="2"/>
            <a:endCxn id="36" idx="0"/>
          </p:cNvCxnSpPr>
          <p:nvPr/>
        </p:nvCxnSpPr>
        <p:spPr>
          <a:xfrm>
            <a:off x="17825829" y="10010923"/>
            <a:ext cx="19767" cy="580618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タイトル 17">
            <a:extLst>
              <a:ext uri="{FF2B5EF4-FFF2-40B4-BE49-F238E27FC236}">
                <a16:creationId xmlns:a16="http://schemas.microsoft.com/office/drawing/2014/main" id="{72EA0832-477F-DD84-BF7F-118ECAE0C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z="4800" dirty="0"/>
              <a:t>構成図</a:t>
            </a:r>
          </a:p>
        </p:txBody>
      </p:sp>
      <p:sp>
        <p:nvSpPr>
          <p:cNvPr id="25" name="正方形/長方形 24">
            <a:extLst>
              <a:ext uri="{FF2B5EF4-FFF2-40B4-BE49-F238E27FC236}">
                <a16:creationId xmlns:a16="http://schemas.microsoft.com/office/drawing/2014/main" id="{A5F0693B-AC40-E992-57DA-A826DE64B2A8}"/>
              </a:ext>
            </a:extLst>
          </p:cNvPr>
          <p:cNvSpPr/>
          <p:nvPr/>
        </p:nvSpPr>
        <p:spPr bwMode="auto">
          <a:xfrm>
            <a:off x="15405233" y="4494361"/>
            <a:ext cx="346134" cy="1861449"/>
          </a:xfrm>
          <a:prstGeom prst="rect">
            <a:avLst/>
          </a:prstGeom>
          <a:solidFill>
            <a:schemeClr val="lt1"/>
          </a:solidFill>
          <a:ln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85800" indent="-685800" algn="l" defTabSz="914400" eaLnBrk="0" fontAlgn="ctr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1" lang="ja-JP" altLang="en-US" sz="3600" dirty="0">
              <a:latin typeface="+mn-ea"/>
            </a:endParaRPr>
          </a:p>
        </p:txBody>
      </p:sp>
      <p:pic>
        <p:nvPicPr>
          <p:cNvPr id="86" name="図 85">
            <a:extLst>
              <a:ext uri="{FF2B5EF4-FFF2-40B4-BE49-F238E27FC236}">
                <a16:creationId xmlns:a16="http://schemas.microsoft.com/office/drawing/2014/main" id="{5EF93CC4-533C-4070-4B59-34BB7BF1D82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5764623" y="4871561"/>
            <a:ext cx="1475069" cy="1155584"/>
          </a:xfrm>
          <a:prstGeom prst="rect">
            <a:avLst/>
          </a:prstGeom>
        </p:spPr>
      </p:pic>
      <p:sp>
        <p:nvSpPr>
          <p:cNvPr id="34" name="四角形: 角を丸くする 33">
            <a:extLst>
              <a:ext uri="{FF2B5EF4-FFF2-40B4-BE49-F238E27FC236}">
                <a16:creationId xmlns:a16="http://schemas.microsoft.com/office/drawing/2014/main" id="{105E263E-8F2B-5C02-C4E3-CF0D02D760BC}"/>
              </a:ext>
            </a:extLst>
          </p:cNvPr>
          <p:cNvSpPr/>
          <p:nvPr/>
        </p:nvSpPr>
        <p:spPr bwMode="auto">
          <a:xfrm>
            <a:off x="7479525" y="4094084"/>
            <a:ext cx="4284200" cy="3285919"/>
          </a:xfrm>
          <a:prstGeom prst="roundRect">
            <a:avLst/>
          </a:prstGeom>
          <a:noFill/>
          <a:ln w="76200"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85800" indent="-685800" algn="l" defTabSz="914400" eaLnBrk="0" fontAlgn="ctr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1" lang="ja-JP" altLang="en-US" sz="3600" dirty="0">
              <a:latin typeface="+mn-ea"/>
            </a:endParaRPr>
          </a:p>
        </p:txBody>
      </p:sp>
      <p:sp>
        <p:nvSpPr>
          <p:cNvPr id="35" name="四角形: 角を丸くする 34">
            <a:extLst>
              <a:ext uri="{FF2B5EF4-FFF2-40B4-BE49-F238E27FC236}">
                <a16:creationId xmlns:a16="http://schemas.microsoft.com/office/drawing/2014/main" id="{1E5F0C0A-7F9A-ADC2-3E7C-13A742EED1C9}"/>
              </a:ext>
            </a:extLst>
          </p:cNvPr>
          <p:cNvSpPr/>
          <p:nvPr/>
        </p:nvSpPr>
        <p:spPr bwMode="auto">
          <a:xfrm>
            <a:off x="14449050" y="4374162"/>
            <a:ext cx="3059583" cy="2404995"/>
          </a:xfrm>
          <a:prstGeom prst="roundRect">
            <a:avLst/>
          </a:prstGeom>
          <a:noFill/>
          <a:ln w="76200">
            <a:prstDash val="dash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85800" indent="-685800" algn="l" defTabSz="914400" eaLnBrk="0" fontAlgn="ctr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1" lang="ja-JP" altLang="en-US" sz="3600" dirty="0">
              <a:latin typeface="+mn-ea"/>
            </a:endParaRPr>
          </a:p>
        </p:txBody>
      </p:sp>
      <p:sp>
        <p:nvSpPr>
          <p:cNvPr id="37" name="吹き出し: 角を丸めた四角形 36">
            <a:extLst>
              <a:ext uri="{FF2B5EF4-FFF2-40B4-BE49-F238E27FC236}">
                <a16:creationId xmlns:a16="http://schemas.microsoft.com/office/drawing/2014/main" id="{94B75B66-D441-2D56-F19F-703B72E9FBB4}"/>
              </a:ext>
            </a:extLst>
          </p:cNvPr>
          <p:cNvSpPr/>
          <p:nvPr/>
        </p:nvSpPr>
        <p:spPr bwMode="auto">
          <a:xfrm>
            <a:off x="10148716" y="2188078"/>
            <a:ext cx="3531363" cy="2119117"/>
          </a:xfrm>
          <a:prstGeom prst="wedgeRoundRectCallout">
            <a:avLst>
              <a:gd name="adj1" fmla="val 73888"/>
              <a:gd name="adj2" fmla="val 58948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85800" indent="-685800" algn="l" defTabSz="914400" eaLnBrk="0" fontAlgn="ctr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1" lang="ja-JP" altLang="en-US" sz="3600" dirty="0">
              <a:latin typeface="+mn-ea"/>
            </a:endParaRPr>
          </a:p>
        </p:txBody>
      </p:sp>
      <p:sp>
        <p:nvSpPr>
          <p:cNvPr id="32" name="吹き出し: 角を丸めた四角形 31">
            <a:extLst>
              <a:ext uri="{FF2B5EF4-FFF2-40B4-BE49-F238E27FC236}">
                <a16:creationId xmlns:a16="http://schemas.microsoft.com/office/drawing/2014/main" id="{F042B125-8A2B-6ADB-EB9B-D1E56D639457}"/>
              </a:ext>
            </a:extLst>
          </p:cNvPr>
          <p:cNvSpPr/>
          <p:nvPr/>
        </p:nvSpPr>
        <p:spPr bwMode="auto">
          <a:xfrm>
            <a:off x="10033777" y="2090619"/>
            <a:ext cx="3757987" cy="2272870"/>
          </a:xfrm>
          <a:prstGeom prst="wedgeRoundRectCallout">
            <a:avLst>
              <a:gd name="adj1" fmla="val -26596"/>
              <a:gd name="adj2" fmla="val 62500"/>
              <a:gd name="adj3" fmla="val 16667"/>
            </a:avLst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685800" indent="-685800" algn="l" defTabSz="914400" eaLnBrk="0" fontAlgn="ctr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endParaRPr kumimoji="1" lang="ja-JP" altLang="en-US" sz="3600" dirty="0">
              <a:latin typeface="+mn-ea"/>
            </a:endParaRPr>
          </a:p>
        </p:txBody>
      </p:sp>
      <p:sp>
        <p:nvSpPr>
          <p:cNvPr id="30" name="テキスト ボックス 29">
            <a:extLst>
              <a:ext uri="{FF2B5EF4-FFF2-40B4-BE49-F238E27FC236}">
                <a16:creationId xmlns:a16="http://schemas.microsoft.com/office/drawing/2014/main" id="{DEAD4B78-6CBA-E944-BBF8-D4DA8A994F0A}"/>
              </a:ext>
            </a:extLst>
          </p:cNvPr>
          <p:cNvSpPr txBox="1"/>
          <p:nvPr/>
        </p:nvSpPr>
        <p:spPr>
          <a:xfrm>
            <a:off x="9963466" y="2346498"/>
            <a:ext cx="381039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18288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ja-JP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Container Apps</a:t>
            </a:r>
            <a:r>
              <a:rPr lang="ja-JP" altLang="en-US" sz="2400" dirty="0">
                <a:latin typeface="Meiryo UI" panose="020B0604030504040204" pitchFamily="50" charset="-128"/>
                <a:ea typeface="Meiryo UI" panose="020B0604030504040204" pitchFamily="50" charset="-128"/>
              </a:rPr>
              <a:t>に移管中</a:t>
            </a:r>
            <a:endParaRPr lang="en-US" altLang="ja-JP" sz="2400" dirty="0">
              <a:latin typeface="Meiryo UI" panose="020B0604030504040204" pitchFamily="50" charset="-128"/>
              <a:ea typeface="Meiryo UI" panose="020B0604030504040204" pitchFamily="50" charset="-128"/>
            </a:endParaRPr>
          </a:p>
        </p:txBody>
      </p:sp>
      <p:pic>
        <p:nvPicPr>
          <p:cNvPr id="31" name="グラフィックス 2048">
            <a:extLst>
              <a:ext uri="{FF2B5EF4-FFF2-40B4-BE49-F238E27FC236}">
                <a16:creationId xmlns:a16="http://schemas.microsoft.com/office/drawing/2014/main" id="{9A49D8AD-E1F7-CAFB-F320-9567B3BE93C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091871" y="2917321"/>
            <a:ext cx="1260293" cy="1292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9127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7D502C1-1EDA-0E3C-163A-963B7BA14D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z="4800" dirty="0"/>
              <a:t>現行ドキュメント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D04D7AE-23C0-3136-9D61-75CCF69C6FF2}"/>
              </a:ext>
            </a:extLst>
          </p:cNvPr>
          <p:cNvSpPr txBox="1"/>
          <p:nvPr/>
        </p:nvSpPr>
        <p:spPr>
          <a:xfrm>
            <a:off x="886744" y="2030617"/>
            <a:ext cx="22589076" cy="84638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-US" altLang="ja-JP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GitHub</a:t>
            </a:r>
            <a:r>
              <a:rPr kumimoji="1" lang="ja-JP" alt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にて管理</a:t>
            </a:r>
            <a:endParaRPr kumimoji="1" lang="en-US" altLang="ja-JP" sz="32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3200" dirty="0">
                <a:latin typeface="+mn-ea"/>
              </a:rPr>
              <a:t>API</a:t>
            </a:r>
            <a:r>
              <a:rPr kumimoji="1" lang="ja-JP" altLang="en-US" sz="3200" dirty="0">
                <a:latin typeface="+mn-ea"/>
              </a:rPr>
              <a:t>デプロイ手順書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3200" dirty="0">
                <a:latin typeface="+mn-ea"/>
              </a:rPr>
              <a:t>DB</a:t>
            </a:r>
            <a:r>
              <a:rPr kumimoji="1" lang="ja-JP" altLang="en-US" sz="3200" dirty="0">
                <a:latin typeface="+mn-ea"/>
              </a:rPr>
              <a:t>バックアップ・リストア計画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3200" dirty="0">
                <a:latin typeface="+mn-ea"/>
              </a:rPr>
              <a:t>Dify</a:t>
            </a:r>
            <a:r>
              <a:rPr kumimoji="1" lang="ja-JP" altLang="en-US" sz="3200" dirty="0">
                <a:latin typeface="+mn-ea"/>
              </a:rPr>
              <a:t>インストール手順書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3200" dirty="0">
                <a:latin typeface="+mn-ea"/>
              </a:rPr>
              <a:t>Dify</a:t>
            </a:r>
            <a:r>
              <a:rPr kumimoji="1" lang="ja-JP" altLang="en-US" sz="3200" dirty="0">
                <a:latin typeface="+mn-ea"/>
              </a:rPr>
              <a:t>バージョンアップ手順書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3200" dirty="0">
                <a:latin typeface="+mn-ea"/>
              </a:rPr>
              <a:t>Dify</a:t>
            </a:r>
            <a:r>
              <a:rPr kumimoji="1" lang="ja-JP" altLang="en-US" sz="3200" dirty="0">
                <a:latin typeface="+mn-ea"/>
              </a:rPr>
              <a:t>操作手順書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3200" dirty="0">
                <a:latin typeface="+mn-ea"/>
              </a:rPr>
              <a:t>EPO(</a:t>
            </a:r>
            <a:r>
              <a:rPr kumimoji="1" lang="ja-JP" altLang="en-US" sz="3200" dirty="0">
                <a:latin typeface="+mn-ea"/>
              </a:rPr>
              <a:t>特許</a:t>
            </a:r>
            <a:r>
              <a:rPr kumimoji="1" lang="en-US" altLang="ja-JP" sz="3200" dirty="0">
                <a:latin typeface="+mn-ea"/>
              </a:rPr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3200" dirty="0">
                <a:latin typeface="+mn-ea"/>
              </a:rPr>
              <a:t>ER</a:t>
            </a:r>
            <a:r>
              <a:rPr kumimoji="1" lang="ja-JP" altLang="en-US" sz="3200" dirty="0">
                <a:latin typeface="+mn-ea"/>
              </a:rPr>
              <a:t>図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3200" dirty="0">
                <a:latin typeface="+mn-ea"/>
              </a:rPr>
              <a:t>Tool</a:t>
            </a:r>
            <a:r>
              <a:rPr kumimoji="1" lang="ja-JP" altLang="en-US" sz="3200" dirty="0">
                <a:latin typeface="+mn-ea"/>
              </a:rPr>
              <a:t>デプロイ手順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3200" dirty="0" err="1">
                <a:latin typeface="+mn-ea"/>
              </a:rPr>
              <a:t>WebUI</a:t>
            </a:r>
            <a:r>
              <a:rPr kumimoji="1" lang="ja-JP" altLang="en-US" sz="3200" dirty="0">
                <a:latin typeface="+mn-ea"/>
              </a:rPr>
              <a:t>開発環境構築手順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3200" dirty="0">
                <a:latin typeface="+mn-ea"/>
              </a:rPr>
              <a:t>box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3200" dirty="0" err="1">
                <a:latin typeface="+mn-ea"/>
              </a:rPr>
              <a:t>dict</a:t>
            </a:r>
            <a:endParaRPr kumimoji="1" lang="en-US" altLang="ja-JP" sz="3200" dirty="0"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en-US" altLang="ja-JP" sz="3200" dirty="0" err="1">
                <a:latin typeface="+mn-ea"/>
              </a:rPr>
              <a:t>sfdc</a:t>
            </a:r>
            <a:endParaRPr kumimoji="1" lang="en-US" altLang="ja-JP" sz="3200" dirty="0">
              <a:latin typeface="+mn-ea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sz="3200" dirty="0">
                <a:latin typeface="+mn-ea"/>
              </a:rPr>
              <a:t>仮想マシンバックアップ・リストア手順書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sz="3200" dirty="0">
                <a:latin typeface="+mn-ea"/>
              </a:rPr>
              <a:t>先マテ生成</a:t>
            </a:r>
            <a:r>
              <a:rPr kumimoji="1" lang="en-US" altLang="ja-JP" sz="3200" dirty="0">
                <a:latin typeface="+mn-ea"/>
              </a:rPr>
              <a:t>AI_</a:t>
            </a:r>
            <a:r>
              <a:rPr kumimoji="1" lang="ja-JP" altLang="en-US" sz="3200" dirty="0">
                <a:latin typeface="+mn-ea"/>
              </a:rPr>
              <a:t>環境構築手順書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sz="3200" dirty="0">
                <a:latin typeface="+mn-ea"/>
              </a:rPr>
              <a:t>単体テスト実行手順書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sz="3200" dirty="0">
                <a:latin typeface="+mn-ea"/>
              </a:rPr>
              <a:t>社内開発アプリビルド手順書</a:t>
            </a:r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1219EFB2-5C43-53A4-342B-DA77CD9DF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22572" y="2259524"/>
            <a:ext cx="13274684" cy="6623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7291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007和文wide">
  <a:themeElements>
    <a:clrScheme name="idemitsuDX">
      <a:dk1>
        <a:sysClr val="windowText" lastClr="000000"/>
      </a:dk1>
      <a:lt1>
        <a:sysClr val="window" lastClr="FFFFFF"/>
      </a:lt1>
      <a:dk2>
        <a:srgbClr val="717171"/>
      </a:dk2>
      <a:lt2>
        <a:srgbClr val="BBBBBB"/>
      </a:lt2>
      <a:accent1>
        <a:srgbClr val="D9052D"/>
      </a:accent1>
      <a:accent2>
        <a:srgbClr val="717171"/>
      </a:accent2>
      <a:accent3>
        <a:srgbClr val="FB5776"/>
      </a:accent3>
      <a:accent4>
        <a:srgbClr val="FFFFFF"/>
      </a:accent4>
      <a:accent5>
        <a:srgbClr val="FDADBC"/>
      </a:accent5>
      <a:accent6>
        <a:srgbClr val="FFFFFF"/>
      </a:accent6>
      <a:hlink>
        <a:srgbClr val="D9052D"/>
      </a:hlink>
      <a:folHlink>
        <a:srgbClr val="BBBBBB"/>
      </a:folHlink>
    </a:clrScheme>
    <a:fontScheme name="ユーザー定義 1">
      <a:majorFont>
        <a:latin typeface="Calibri Light"/>
        <a:ea typeface="メイリオ"/>
        <a:cs typeface=""/>
      </a:majorFont>
      <a:minorFont>
        <a:latin typeface="Constantia"/>
        <a:ea typeface="メイリオ"/>
        <a:cs typeface="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685800" indent="-685800" algn="l" defTabSz="914400" eaLnBrk="0" fontAlgn="ctr" hangingPunct="0">
          <a:spcBef>
            <a:spcPct val="0"/>
          </a:spcBef>
          <a:spcAft>
            <a:spcPct val="0"/>
          </a:spcAft>
          <a:buFont typeface="Arial" panose="020B0604020202020204" pitchFamily="34" charset="0"/>
          <a:buChar char="•"/>
          <a:defRPr sz="3600" dirty="0" smtClean="0">
            <a:latin typeface="+mn-ea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202007和文wide" id="{34B68E48-9E6B-4FD1-8F19-BBB288363C6B}" vid="{A22F8E09-2F73-4E23-B1EE-8170B67BF7CE}"/>
    </a:ext>
  </a:extLst>
</a:theme>
</file>

<file path=ppt/theme/theme2.xml><?xml version="1.0" encoding="utf-8"?>
<a:theme xmlns:a="http://schemas.openxmlformats.org/drawingml/2006/main" name="Office テーマ">
  <a:themeElements>
    <a:clrScheme name="Office テーマ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テーマ">
      <a:majorFont>
        <a:latin typeface="游ゴシック"/>
        <a:ea typeface="游ゴシック"/>
        <a:cs typeface="游ゴシック"/>
      </a:majorFont>
      <a:minorFont>
        <a:latin typeface="Helvetica"/>
        <a:ea typeface="Helvetica"/>
        <a:cs typeface="Helvetica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25400" cap="flat">
          <a:noFill/>
          <a:miter lim="400000"/>
        </a:ln>
        <a:effectLst/>
        <a:sp3d/>
      </a:spPr>
      <a:bodyPr rot="0" spcFirstLastPara="1" vertOverflow="overflow" horzOverflow="overflow" vert="horz" wrap="square" lIns="91439" tIns="91439" rIns="91439" bIns="9143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6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Calibri"/>
            <a:ea typeface="Calibri"/>
            <a:cs typeface="Calibri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fd442da-66a9-4fa6-ba31-eb0d54ad1381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B207C222D4A704392DD812ABE7F848A" ma:contentTypeVersion="10" ma:contentTypeDescription="新しいドキュメントを作成します。" ma:contentTypeScope="" ma:versionID="b7644d4de02ded20394603be2720d07a">
  <xsd:schema xmlns:xsd="http://www.w3.org/2001/XMLSchema" xmlns:xs="http://www.w3.org/2001/XMLSchema" xmlns:p="http://schemas.microsoft.com/office/2006/metadata/properties" xmlns:ns2="2fd442da-66a9-4fa6-ba31-eb0d54ad1381" targetNamespace="http://schemas.microsoft.com/office/2006/metadata/properties" ma:root="true" ma:fieldsID="2cb02ba061cb2e2c8687b06261905403" ns2:_="">
    <xsd:import namespace="2fd442da-66a9-4fa6-ba31-eb0d54ad13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442da-66a9-4fa6-ba31-eb0d54ad13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画像タグ" ma:readOnly="false" ma:fieldId="{5cf76f15-5ced-4ddc-b409-7134ff3c332f}" ma:taxonomyMulti="true" ma:sspId="a5fcdd6f-42ce-4fb7-9ce2-d9614ea932c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3F1FD29-EA5F-47D9-9256-54B6428176E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8e85102-4274-4ec5-9ecc-7a84559510d0"/>
    <ds:schemaRef ds:uri="41ec3685-ddfa-4074-b159-c8acd471a110"/>
  </ds:schemaRefs>
</ds:datastoreItem>
</file>

<file path=customXml/itemProps2.xml><?xml version="1.0" encoding="utf-8"?>
<ds:datastoreItem xmlns:ds="http://schemas.openxmlformats.org/officeDocument/2006/customXml" ds:itemID="{EE266DC7-5F52-4D02-AA09-1FB9263775E3}"/>
</file>

<file path=customXml/itemProps3.xml><?xml version="1.0" encoding="utf-8"?>
<ds:datastoreItem xmlns:ds="http://schemas.openxmlformats.org/officeDocument/2006/customXml" ds:itemID="{925A6ED6-AF54-41F9-8ADC-BBF51FA1F77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35082090-7460-4cd2-b96e-6d3046763a0b}" enabled="1" method="Privileged" siteId="{7f0109a4-ac57-417a-8bf5-0517bf5c4cd7}" contentBits="1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2991</TotalTime>
  <Words>298</Words>
  <Application>Microsoft Office PowerPoint</Application>
  <PresentationFormat>ユーザー設定</PresentationFormat>
  <Paragraphs>75</Paragraphs>
  <Slides>4</Slides>
  <Notes>2</Notes>
  <HiddenSlides>0</HiddenSlides>
  <MMClips>0</MMClips>
  <ScaleCrop>false</ScaleCrop>
  <HeadingPairs>
    <vt:vector size="8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埋め込まれた OLE サーバー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10" baseType="lpstr">
      <vt:lpstr>Meiryo UI</vt:lpstr>
      <vt:lpstr>Meiryo</vt:lpstr>
      <vt:lpstr>Arial</vt:lpstr>
      <vt:lpstr>Constantia</vt:lpstr>
      <vt:lpstr>202007和文wide</vt:lpstr>
      <vt:lpstr>think-cell Slide</vt:lpstr>
      <vt:lpstr>ユースケース</vt:lpstr>
      <vt:lpstr>Dify以外の機能一覧</vt:lpstr>
      <vt:lpstr>構成図</vt:lpstr>
      <vt:lpstr>現行ドキュメント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24年5月度  生成AI推進WG活動報告</dc:title>
  <dc:creator/>
  <cp:lastModifiedBy>Kogame, Shinya</cp:lastModifiedBy>
  <cp:revision>247</cp:revision>
  <dcterms:modified xsi:type="dcterms:W3CDTF">2025-12-03T08:46:45Z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viewCycleID">
    <vt:i4>-1011439214</vt:i4>
  </property>
  <property fmtid="{D5CDD505-2E9C-101B-9397-08002B2CF9AE}" pid="3" name="_NewReviewCycle">
    <vt:lpwstr/>
  </property>
  <property fmtid="{D5CDD505-2E9C-101B-9397-08002B2CF9AE}" pid="4" name="ContentTypeId">
    <vt:lpwstr>0x0101008B207C222D4A704392DD812ABE7F848A</vt:lpwstr>
  </property>
  <property fmtid="{D5CDD505-2E9C-101B-9397-08002B2CF9AE}" pid="5" name="MediaServiceImageTags">
    <vt:lpwstr/>
  </property>
</Properties>
</file>