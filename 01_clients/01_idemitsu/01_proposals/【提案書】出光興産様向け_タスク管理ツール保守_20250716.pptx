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autoCompressPictures="0">
  <p:sldMasterIdLst>
    <p:sldMasterId id="2147483770" r:id="rId4"/>
  </p:sldMasterIdLst>
  <p:notesMasterIdLst>
    <p:notesMasterId r:id="rId12"/>
  </p:notesMasterIdLst>
  <p:handoutMasterIdLst>
    <p:handoutMasterId r:id="rId13"/>
  </p:handoutMasterIdLst>
  <p:sldIdLst>
    <p:sldId id="715" r:id="rId5"/>
    <p:sldId id="2147376035" r:id="rId6"/>
    <p:sldId id="2147376031" r:id="rId7"/>
    <p:sldId id="2147376036" r:id="rId8"/>
    <p:sldId id="2147376030" r:id="rId9"/>
    <p:sldId id="2147376024" r:id="rId10"/>
    <p:sldId id="749"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FFFFFF"/>
    <a:srgbClr val="7F7F7F"/>
    <a:srgbClr val="9A3B5D"/>
    <a:srgbClr val="595959"/>
    <a:srgbClr val="A01D45"/>
    <a:srgbClr val="EB8DAA"/>
    <a:srgbClr val="656565"/>
    <a:srgbClr val="F6E6EC"/>
    <a:srgbClr val="EDCFD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55975C2-99B3-41D8-A05C-AFB8C0AC6AD7}" v="2" dt="2025-06-26T00:54:25.908"/>
    <p1510:client id="{726815AB-B0CB-49AE-926D-D6F6616D497D}" v="5" dt="2025-06-26T00:38:28.835"/>
  </p1510:revLst>
</p1510:revInfo>
</file>

<file path=ppt/tableStyles.xml><?xml version="1.0" encoding="utf-8"?>
<a:tblStyleLst xmlns:a="http://schemas.openxmlformats.org/drawingml/2006/main" def="{5C22544A-7EE6-4342-B048-85BDC9FD1C3A}">
  <a:tblStyle styleId="{1E171933-4619-4E11-9A3F-F7608DF75F80}" styleName="中間スタイル 1 - アクセント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9DCAF9ED-07DC-4A11-8D7F-57B35C25682E}" styleName="中間スタイル 1 - アクセント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17292A2E-F333-43FB-9621-5CBBE7FDCDCB}" styleName="淡色スタイル 2 - アクセント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BDBED569-4797-4DF1-A0F4-6AAB3CD982D8}" styleName="淡色スタイル 3 - アクセント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ED083AE6-46FA-4A59-8FB0-9F97EB10719F}" styleName="淡色スタイル 3 - アクセント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68D230F3-CF80-4859-8CE7-A43EE81993B5}" styleName="淡色スタイル 1 - アクセント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C083E6E3-FA7D-4D7B-A595-EF9225AFEA82}" styleName="淡色スタイル 1 - アクセント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27102A9-8310-4765-A935-A1911B00CA55}" styleName="淡色スタイル 1 - アクセント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12C8C85-51F0-491E-9774-3900AFEF0FD7}" styleName="淡色スタイル 2 - アクセント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0A1B5D5-9B99-4C35-A422-299274C87663}" styleName="中間スタイル 1 - アクセント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7" d="100"/>
          <a:sy n="107" d="100"/>
        </p:scale>
        <p:origin x="636" y="102"/>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18"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髙浦祐朗" userId="S::masaaki.takaura@system-exe.jp::d6d860fe-bc64-411b-9605-a16d1ba875f6" providerId="AD" clId="Web-{726815AB-B0CB-49AE-926D-D6F6616D497D}"/>
    <pc:docChg chg="modSld">
      <pc:chgData name="髙浦祐朗" userId="S::masaaki.takaura@system-exe.jp::d6d860fe-bc64-411b-9605-a16d1ba875f6" providerId="AD" clId="Web-{726815AB-B0CB-49AE-926D-D6F6616D497D}" dt="2025-06-26T00:38:28.835" v="4" actId="14100"/>
      <pc:docMkLst>
        <pc:docMk/>
      </pc:docMkLst>
      <pc:sldChg chg="modSp">
        <pc:chgData name="髙浦祐朗" userId="S::masaaki.takaura@system-exe.jp::d6d860fe-bc64-411b-9605-a16d1ba875f6" providerId="AD" clId="Web-{726815AB-B0CB-49AE-926D-D6F6616D497D}" dt="2025-06-26T00:38:28.835" v="4" actId="14100"/>
        <pc:sldMkLst>
          <pc:docMk/>
          <pc:sldMk cId="945547376" sldId="2147376030"/>
        </pc:sldMkLst>
        <pc:spChg chg="mod">
          <ac:chgData name="髙浦祐朗" userId="S::masaaki.takaura@system-exe.jp::d6d860fe-bc64-411b-9605-a16d1ba875f6" providerId="AD" clId="Web-{726815AB-B0CB-49AE-926D-D6F6616D497D}" dt="2025-06-26T00:38:28.835" v="4" actId="14100"/>
          <ac:spMkLst>
            <pc:docMk/>
            <pc:sldMk cId="945547376" sldId="2147376030"/>
            <ac:spMk id="2" creationId="{3FC39DA9-7407-A4A0-4B73-98D6DAA5FFD4}"/>
          </ac:spMkLst>
        </pc:spChg>
        <pc:spChg chg="mod">
          <ac:chgData name="髙浦祐朗" userId="S::masaaki.takaura@system-exe.jp::d6d860fe-bc64-411b-9605-a16d1ba875f6" providerId="AD" clId="Web-{726815AB-B0CB-49AE-926D-D6F6616D497D}" dt="2025-06-26T00:38:23.757" v="3" actId="14100"/>
          <ac:spMkLst>
            <pc:docMk/>
            <pc:sldMk cId="945547376" sldId="2147376030"/>
            <ac:spMk id="3" creationId="{52382DBC-2236-D2A7-0E64-6FA3DB4BE449}"/>
          </ac:spMkLst>
        </pc:spChg>
        <pc:graphicFrameChg chg="modGraphic">
          <ac:chgData name="髙浦祐朗" userId="S::masaaki.takaura@system-exe.jp::d6d860fe-bc64-411b-9605-a16d1ba875f6" providerId="AD" clId="Web-{726815AB-B0CB-49AE-926D-D6F6616D497D}" dt="2025-06-26T00:38:16.100" v="1"/>
          <ac:graphicFrameMkLst>
            <pc:docMk/>
            <pc:sldMk cId="945547376" sldId="2147376030"/>
            <ac:graphicFrameMk id="4" creationId="{99D33876-F16C-04A8-E929-B73D5DC90614}"/>
          </ac:graphicFrameMkLst>
        </pc:graphicFrameChg>
      </pc:sldChg>
    </pc:docChg>
  </pc:docChgLst>
  <pc:docChgLst>
    <pc:chgData name="髙浦祐朗" userId="d6d860fe-bc64-411b-9605-a16d1ba875f6" providerId="ADAL" clId="{155975C2-99B3-41D8-A05C-AFB8C0AC6AD7}"/>
    <pc:docChg chg="undo custSel modSld">
      <pc:chgData name="髙浦祐朗" userId="d6d860fe-bc64-411b-9605-a16d1ba875f6" providerId="ADAL" clId="{155975C2-99B3-41D8-A05C-AFB8C0AC6AD7}" dt="2025-06-26T00:54:11.665" v="33" actId="1076"/>
      <pc:docMkLst>
        <pc:docMk/>
      </pc:docMkLst>
      <pc:sldChg chg="modSp mod">
        <pc:chgData name="髙浦祐朗" userId="d6d860fe-bc64-411b-9605-a16d1ba875f6" providerId="ADAL" clId="{155975C2-99B3-41D8-A05C-AFB8C0AC6AD7}" dt="2025-06-26T00:54:11.665" v="33" actId="1076"/>
        <pc:sldMkLst>
          <pc:docMk/>
          <pc:sldMk cId="2285282917" sldId="715"/>
        </pc:sldMkLst>
        <pc:spChg chg="mod">
          <ac:chgData name="髙浦祐朗" userId="d6d860fe-bc64-411b-9605-a16d1ba875f6" providerId="ADAL" clId="{155975C2-99B3-41D8-A05C-AFB8C0AC6AD7}" dt="2025-06-26T00:54:11.665" v="33" actId="1076"/>
          <ac:spMkLst>
            <pc:docMk/>
            <pc:sldMk cId="2285282917" sldId="715"/>
            <ac:spMk id="8" creationId="{2B2DEC2C-6320-E251-7737-D52416D38EFD}"/>
          </ac:spMkLst>
        </pc:spChg>
      </pc:sldChg>
      <pc:sldChg chg="modSp mod">
        <pc:chgData name="髙浦祐朗" userId="d6d860fe-bc64-411b-9605-a16d1ba875f6" providerId="ADAL" clId="{155975C2-99B3-41D8-A05C-AFB8C0AC6AD7}" dt="2025-06-26T00:41:08.937" v="1" actId="113"/>
        <pc:sldMkLst>
          <pc:docMk/>
          <pc:sldMk cId="1305436830" sldId="2147376024"/>
        </pc:sldMkLst>
        <pc:spChg chg="mod">
          <ac:chgData name="髙浦祐朗" userId="d6d860fe-bc64-411b-9605-a16d1ba875f6" providerId="ADAL" clId="{155975C2-99B3-41D8-A05C-AFB8C0AC6AD7}" dt="2025-06-26T00:41:08.937" v="1" actId="113"/>
          <ac:spMkLst>
            <pc:docMk/>
            <pc:sldMk cId="1305436830" sldId="2147376024"/>
            <ac:spMk id="4" creationId="{E5B908FF-F3DC-73C6-A042-678C37131E6E}"/>
          </ac:spMkLst>
        </pc:spChg>
      </pc:sldChg>
      <pc:sldChg chg="modSp mod">
        <pc:chgData name="髙浦祐朗" userId="d6d860fe-bc64-411b-9605-a16d1ba875f6" providerId="ADAL" clId="{155975C2-99B3-41D8-A05C-AFB8C0AC6AD7}" dt="2025-06-26T00:53:48.805" v="32" actId="14100"/>
        <pc:sldMkLst>
          <pc:docMk/>
          <pc:sldMk cId="945547376" sldId="2147376030"/>
        </pc:sldMkLst>
        <pc:spChg chg="mod">
          <ac:chgData name="髙浦祐朗" userId="d6d860fe-bc64-411b-9605-a16d1ba875f6" providerId="ADAL" clId="{155975C2-99B3-41D8-A05C-AFB8C0AC6AD7}" dt="2025-06-26T00:53:48.805" v="32" actId="14100"/>
          <ac:spMkLst>
            <pc:docMk/>
            <pc:sldMk cId="945547376" sldId="2147376030"/>
            <ac:spMk id="2" creationId="{3FC39DA9-7407-A4A0-4B73-98D6DAA5FFD4}"/>
          </ac:spMkLst>
        </pc:spChg>
        <pc:spChg chg="mod">
          <ac:chgData name="髙浦祐朗" userId="d6d860fe-bc64-411b-9605-a16d1ba875f6" providerId="ADAL" clId="{155975C2-99B3-41D8-A05C-AFB8C0AC6AD7}" dt="2025-06-26T00:53:28.184" v="31" actId="1076"/>
          <ac:spMkLst>
            <pc:docMk/>
            <pc:sldMk cId="945547376" sldId="2147376030"/>
            <ac:spMk id="3" creationId="{52382DBC-2236-D2A7-0E64-6FA3DB4BE449}"/>
          </ac:spMkLst>
        </pc:spChg>
        <pc:graphicFrameChg chg="modGraphic">
          <ac:chgData name="髙浦祐朗" userId="d6d860fe-bc64-411b-9605-a16d1ba875f6" providerId="ADAL" clId="{155975C2-99B3-41D8-A05C-AFB8C0AC6AD7}" dt="2025-06-26T00:53:22.546" v="30" actId="20577"/>
          <ac:graphicFrameMkLst>
            <pc:docMk/>
            <pc:sldMk cId="945547376" sldId="2147376030"/>
            <ac:graphicFrameMk id="4" creationId="{99D33876-F16C-04A8-E929-B73D5DC90614}"/>
          </ac:graphicFrameMkLst>
        </pc:graphicFrameChg>
      </pc:sldChg>
      <pc:sldChg chg="addSp modSp mod">
        <pc:chgData name="髙浦祐朗" userId="d6d860fe-bc64-411b-9605-a16d1ba875f6" providerId="ADAL" clId="{155975C2-99B3-41D8-A05C-AFB8C0AC6AD7}" dt="2025-06-26T00:52:39.747" v="26" actId="20577"/>
        <pc:sldMkLst>
          <pc:docMk/>
          <pc:sldMk cId="1477420637" sldId="2147376036"/>
        </pc:sldMkLst>
        <pc:spChg chg="mod">
          <ac:chgData name="髙浦祐朗" userId="d6d860fe-bc64-411b-9605-a16d1ba875f6" providerId="ADAL" clId="{155975C2-99B3-41D8-A05C-AFB8C0AC6AD7}" dt="2025-06-26T00:52:29.201" v="25" actId="14100"/>
          <ac:spMkLst>
            <pc:docMk/>
            <pc:sldMk cId="1477420637" sldId="2147376036"/>
            <ac:spMk id="2" creationId="{987DCDB2-1DE7-48D1-BC5E-3A5E28468292}"/>
          </ac:spMkLst>
        </pc:spChg>
        <pc:spChg chg="mod">
          <ac:chgData name="髙浦祐朗" userId="d6d860fe-bc64-411b-9605-a16d1ba875f6" providerId="ADAL" clId="{155975C2-99B3-41D8-A05C-AFB8C0AC6AD7}" dt="2025-06-26T00:52:29.201" v="25" actId="14100"/>
          <ac:spMkLst>
            <pc:docMk/>
            <pc:sldMk cId="1477420637" sldId="2147376036"/>
            <ac:spMk id="4" creationId="{C9053B5F-9BF5-29CC-287C-3F824569593A}"/>
          </ac:spMkLst>
        </pc:spChg>
        <pc:graphicFrameChg chg="mod modGraphic">
          <ac:chgData name="髙浦祐朗" userId="d6d860fe-bc64-411b-9605-a16d1ba875f6" providerId="ADAL" clId="{155975C2-99B3-41D8-A05C-AFB8C0AC6AD7}" dt="2025-06-26T00:51:57.491" v="17" actId="1076"/>
          <ac:graphicFrameMkLst>
            <pc:docMk/>
            <pc:sldMk cId="1477420637" sldId="2147376036"/>
            <ac:graphicFrameMk id="8" creationId="{15E46DB7-8A29-BE7D-F138-D72C42D0F92F}"/>
          </ac:graphicFrameMkLst>
        </pc:graphicFrameChg>
        <pc:graphicFrameChg chg="modGraphic">
          <ac:chgData name="髙浦祐朗" userId="d6d860fe-bc64-411b-9605-a16d1ba875f6" providerId="ADAL" clId="{155975C2-99B3-41D8-A05C-AFB8C0AC6AD7}" dt="2025-06-26T00:52:39.747" v="26" actId="20577"/>
          <ac:graphicFrameMkLst>
            <pc:docMk/>
            <pc:sldMk cId="1477420637" sldId="2147376036"/>
            <ac:graphicFrameMk id="24" creationId="{C7CCDF13-F987-43FA-86BA-C5C21808A8B9}"/>
          </ac:graphicFrameMkLst>
        </pc:graphicFrameChg>
        <pc:cxnChg chg="add mod">
          <ac:chgData name="髙浦祐朗" userId="d6d860fe-bc64-411b-9605-a16d1ba875f6" providerId="ADAL" clId="{155975C2-99B3-41D8-A05C-AFB8C0AC6AD7}" dt="2025-06-26T00:52:18.101" v="20" actId="14100"/>
          <ac:cxnSpMkLst>
            <pc:docMk/>
            <pc:sldMk cId="1477420637" sldId="2147376036"/>
            <ac:cxnSpMk id="19" creationId="{35E1AB82-DFF2-DCAD-942C-52C8C8BED853}"/>
          </ac:cxnSpMkLst>
        </pc:cxnChg>
        <pc:cxnChg chg="mod">
          <ac:chgData name="髙浦祐朗" userId="d6d860fe-bc64-411b-9605-a16d1ba875f6" providerId="ADAL" clId="{155975C2-99B3-41D8-A05C-AFB8C0AC6AD7}" dt="2025-06-26T00:51:57.491" v="17" actId="1076"/>
          <ac:cxnSpMkLst>
            <pc:docMk/>
            <pc:sldMk cId="1477420637" sldId="2147376036"/>
            <ac:cxnSpMk id="23" creationId="{3C49B2B4-011F-A088-0154-750C2E1F4650}"/>
          </ac:cxnSpMkLst>
        </pc:cxn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68B81E3-04FF-4B3A-91A3-0B9D6F284D31}" type="datetimeFigureOut">
              <a:rPr kumimoji="1" lang="ja-JP" altLang="en-US" smtClean="0"/>
              <a:t>2025/7/16</a:t>
            </a:fld>
            <a:endParaRPr kumimoji="1" lang="ja-JP" altLang="en-US"/>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4EA281C-6E67-4E22-BEFF-238CFBDEFD06}" type="slidenum">
              <a:rPr kumimoji="1" lang="ja-JP" altLang="en-US" smtClean="0"/>
              <a:t>‹#›</a:t>
            </a:fld>
            <a:endParaRPr kumimoji="1" lang="ja-JP" altLang="en-US"/>
          </a:p>
        </p:txBody>
      </p:sp>
    </p:spTree>
    <p:extLst>
      <p:ext uri="{BB962C8B-B14F-4D97-AF65-F5344CB8AC3E}">
        <p14:creationId xmlns:p14="http://schemas.microsoft.com/office/powerpoint/2010/main" val="7926952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224887-F90F-3047-8721-5156A8E1A469}" type="datetimeFigureOut">
              <a:rPr kumimoji="1" lang="ja-JP" altLang="en-US" smtClean="0"/>
              <a:t>2025/7/16</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57080C-E8FE-C146-B769-6100616B65A7}" type="slidenum">
              <a:rPr kumimoji="1" lang="ja-JP" altLang="en-US" smtClean="0"/>
              <a:t>‹#›</a:t>
            </a:fld>
            <a:endParaRPr kumimoji="1" lang="ja-JP" altLang="en-US"/>
          </a:p>
        </p:txBody>
      </p:sp>
    </p:spTree>
    <p:extLst>
      <p:ext uri="{BB962C8B-B14F-4D97-AF65-F5344CB8AC3E}">
        <p14:creationId xmlns:p14="http://schemas.microsoft.com/office/powerpoint/2010/main" val="121283509"/>
      </p:ext>
    </p:extLst>
  </p:cSld>
  <p:clrMap bg1="lt1" tx1="dk1" bg2="lt2" tx2="dk2" accent1="accent1" accent2="accent2" accent3="accent3" accent4="accent4" accent5="accent5" accent6="accent6" hlink="hlink" folHlink="folHlink"/>
  <p:notesStyle>
    <a:lvl1pPr marL="0" algn="l" defTabSz="1219075" rtl="0" eaLnBrk="1" latinLnBrk="0" hangingPunct="1">
      <a:defRPr kumimoji="1" sz="1600" kern="1200">
        <a:solidFill>
          <a:schemeClr val="tx1"/>
        </a:solidFill>
        <a:latin typeface="+mn-lt"/>
        <a:ea typeface="+mn-ea"/>
        <a:cs typeface="+mn-cs"/>
      </a:defRPr>
    </a:lvl1pPr>
    <a:lvl2pPr marL="609537" algn="l" defTabSz="1219075" rtl="0" eaLnBrk="1" latinLnBrk="0" hangingPunct="1">
      <a:defRPr kumimoji="1" sz="1600" kern="1200">
        <a:solidFill>
          <a:schemeClr val="tx1"/>
        </a:solidFill>
        <a:latin typeface="+mn-lt"/>
        <a:ea typeface="+mn-ea"/>
        <a:cs typeface="+mn-cs"/>
      </a:defRPr>
    </a:lvl2pPr>
    <a:lvl3pPr marL="1219075" algn="l" defTabSz="1219075" rtl="0" eaLnBrk="1" latinLnBrk="0" hangingPunct="1">
      <a:defRPr kumimoji="1" sz="1600" kern="1200">
        <a:solidFill>
          <a:schemeClr val="tx1"/>
        </a:solidFill>
        <a:latin typeface="+mn-lt"/>
        <a:ea typeface="+mn-ea"/>
        <a:cs typeface="+mn-cs"/>
      </a:defRPr>
    </a:lvl3pPr>
    <a:lvl4pPr marL="1828612" algn="l" defTabSz="1219075" rtl="0" eaLnBrk="1" latinLnBrk="0" hangingPunct="1">
      <a:defRPr kumimoji="1" sz="1600" kern="1200">
        <a:solidFill>
          <a:schemeClr val="tx1"/>
        </a:solidFill>
        <a:latin typeface="+mn-lt"/>
        <a:ea typeface="+mn-ea"/>
        <a:cs typeface="+mn-cs"/>
      </a:defRPr>
    </a:lvl4pPr>
    <a:lvl5pPr marL="2438148" algn="l" defTabSz="1219075" rtl="0" eaLnBrk="1" latinLnBrk="0" hangingPunct="1">
      <a:defRPr kumimoji="1" sz="1600" kern="1200">
        <a:solidFill>
          <a:schemeClr val="tx1"/>
        </a:solidFill>
        <a:latin typeface="+mn-lt"/>
        <a:ea typeface="+mn-ea"/>
        <a:cs typeface="+mn-cs"/>
      </a:defRPr>
    </a:lvl5pPr>
    <a:lvl6pPr marL="3047686" algn="l" defTabSz="1219075" rtl="0" eaLnBrk="1" latinLnBrk="0" hangingPunct="1">
      <a:defRPr kumimoji="1" sz="1600" kern="1200">
        <a:solidFill>
          <a:schemeClr val="tx1"/>
        </a:solidFill>
        <a:latin typeface="+mn-lt"/>
        <a:ea typeface="+mn-ea"/>
        <a:cs typeface="+mn-cs"/>
      </a:defRPr>
    </a:lvl6pPr>
    <a:lvl7pPr marL="3657223" algn="l" defTabSz="1219075" rtl="0" eaLnBrk="1" latinLnBrk="0" hangingPunct="1">
      <a:defRPr kumimoji="1" sz="1600" kern="1200">
        <a:solidFill>
          <a:schemeClr val="tx1"/>
        </a:solidFill>
        <a:latin typeface="+mn-lt"/>
        <a:ea typeface="+mn-ea"/>
        <a:cs typeface="+mn-cs"/>
      </a:defRPr>
    </a:lvl7pPr>
    <a:lvl8pPr marL="4266761" algn="l" defTabSz="1219075" rtl="0" eaLnBrk="1" latinLnBrk="0" hangingPunct="1">
      <a:defRPr kumimoji="1" sz="1600" kern="1200">
        <a:solidFill>
          <a:schemeClr val="tx1"/>
        </a:solidFill>
        <a:latin typeface="+mn-lt"/>
        <a:ea typeface="+mn-ea"/>
        <a:cs typeface="+mn-cs"/>
      </a:defRPr>
    </a:lvl8pPr>
    <a:lvl9pPr marL="4876298" algn="l" defTabSz="1219075" rtl="0" eaLnBrk="1" latinLnBrk="0" hangingPunct="1">
      <a:defRPr kumimoji="1"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8CB3DC-1B1A-0EBB-DF85-43CACB21822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AAE696E-917B-E8D6-9256-1B194DD6E28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77F4D86-5E82-A633-EFE1-5EE22DEA8A86}"/>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923DC2F3-8762-2000-282E-42D19C46D20C}"/>
              </a:ext>
            </a:extLst>
          </p:cNvPr>
          <p:cNvSpPr>
            <a:spLocks noGrp="1"/>
          </p:cNvSpPr>
          <p:nvPr>
            <p:ph type="sldNum" sz="quarter" idx="5"/>
          </p:nvPr>
        </p:nvSpPr>
        <p:spPr/>
        <p:txBody>
          <a:bodyPr/>
          <a:lstStyle/>
          <a:p>
            <a:fld id="{BC57080C-E8FE-C146-B769-6100616B65A7}" type="slidenum">
              <a:rPr kumimoji="1" lang="ja-JP" altLang="en-US" smtClean="0"/>
              <a:t>1</a:t>
            </a:fld>
            <a:endParaRPr kumimoji="1" lang="ja-JP" altLang="en-US"/>
          </a:p>
        </p:txBody>
      </p:sp>
    </p:spTree>
    <p:extLst>
      <p:ext uri="{BB962C8B-B14F-4D97-AF65-F5344CB8AC3E}">
        <p14:creationId xmlns:p14="http://schemas.microsoft.com/office/powerpoint/2010/main" val="23443407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90D259-F505-BA66-CC25-1D0F0811FEE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3C05EC2-623C-9A5E-5103-BD7CB44D560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9F752FA-95F1-6F23-8B4F-23188A0F8DBA}"/>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63A261B1-5329-AAEE-6DD4-9B107C0C2C35}"/>
              </a:ext>
            </a:extLst>
          </p:cNvPr>
          <p:cNvSpPr>
            <a:spLocks noGrp="1"/>
          </p:cNvSpPr>
          <p:nvPr>
            <p:ph type="sldNum" sz="quarter" idx="5"/>
          </p:nvPr>
        </p:nvSpPr>
        <p:spPr/>
        <p:txBody>
          <a:bodyPr/>
          <a:lstStyle/>
          <a:p>
            <a:fld id="{BC57080C-E8FE-C146-B769-6100616B65A7}" type="slidenum">
              <a:rPr kumimoji="1" lang="ja-JP" altLang="en-US" smtClean="0"/>
              <a:t>2</a:t>
            </a:fld>
            <a:endParaRPr kumimoji="1" lang="ja-JP" altLang="en-US"/>
          </a:p>
        </p:txBody>
      </p:sp>
    </p:spTree>
    <p:extLst>
      <p:ext uri="{BB962C8B-B14F-4D97-AF65-F5344CB8AC3E}">
        <p14:creationId xmlns:p14="http://schemas.microsoft.com/office/powerpoint/2010/main" val="13691615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A190FD-2A26-8F09-1E9E-3E998CA6DBA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6CECCAC-6A31-DCB0-EE10-939369B4F32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828A280-A1FF-BAC5-A592-1104639B85EA}"/>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4CE1847-C501-5A7D-DF88-832DEA6F590F}"/>
              </a:ext>
            </a:extLst>
          </p:cNvPr>
          <p:cNvSpPr>
            <a:spLocks noGrp="1"/>
          </p:cNvSpPr>
          <p:nvPr>
            <p:ph type="sldNum" sz="quarter" idx="5"/>
          </p:nvPr>
        </p:nvSpPr>
        <p:spPr/>
        <p:txBody>
          <a:bodyPr/>
          <a:lstStyle/>
          <a:p>
            <a:fld id="{BC57080C-E8FE-C146-B769-6100616B65A7}" type="slidenum">
              <a:rPr kumimoji="1" lang="ja-JP" altLang="en-US" smtClean="0"/>
              <a:t>3</a:t>
            </a:fld>
            <a:endParaRPr kumimoji="1" lang="ja-JP" altLang="en-US"/>
          </a:p>
        </p:txBody>
      </p:sp>
    </p:spTree>
    <p:extLst>
      <p:ext uri="{BB962C8B-B14F-4D97-AF65-F5344CB8AC3E}">
        <p14:creationId xmlns:p14="http://schemas.microsoft.com/office/powerpoint/2010/main" val="30751787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19F012-80FC-567B-280A-58B3E579441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45D2B9A-15AB-37EA-AFE3-914757921E2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91D6DAB-B6CD-CA61-1611-A7F18CF1C97F}"/>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2FB99F50-2501-976C-9ED6-6131E35AF92F}"/>
              </a:ext>
            </a:extLst>
          </p:cNvPr>
          <p:cNvSpPr>
            <a:spLocks noGrp="1"/>
          </p:cNvSpPr>
          <p:nvPr>
            <p:ph type="sldNum" sz="quarter" idx="5"/>
          </p:nvPr>
        </p:nvSpPr>
        <p:spPr/>
        <p:txBody>
          <a:bodyPr/>
          <a:lstStyle/>
          <a:p>
            <a:fld id="{BC57080C-E8FE-C146-B769-6100616B65A7}" type="slidenum">
              <a:rPr kumimoji="1" lang="ja-JP" altLang="en-US" smtClean="0"/>
              <a:t>4</a:t>
            </a:fld>
            <a:endParaRPr kumimoji="1" lang="ja-JP" altLang="en-US"/>
          </a:p>
        </p:txBody>
      </p:sp>
    </p:spTree>
    <p:extLst>
      <p:ext uri="{BB962C8B-B14F-4D97-AF65-F5344CB8AC3E}">
        <p14:creationId xmlns:p14="http://schemas.microsoft.com/office/powerpoint/2010/main" val="23014740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FD58C0-6FCF-46C2-0621-5880EBAAE53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D0F2D66-DA24-64AD-34A7-0A898CC27A3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C571F57-EA28-2405-D332-5F56A4EFF323}"/>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FC9E84FD-C195-51C1-52B1-A0854CE62E07}"/>
              </a:ext>
            </a:extLst>
          </p:cNvPr>
          <p:cNvSpPr>
            <a:spLocks noGrp="1"/>
          </p:cNvSpPr>
          <p:nvPr>
            <p:ph type="sldNum" sz="quarter" idx="5"/>
          </p:nvPr>
        </p:nvSpPr>
        <p:spPr/>
        <p:txBody>
          <a:bodyPr/>
          <a:lstStyle/>
          <a:p>
            <a:fld id="{BC57080C-E8FE-C146-B769-6100616B65A7}" type="slidenum">
              <a:rPr kumimoji="1" lang="ja-JP" altLang="en-US" smtClean="0"/>
              <a:t>5</a:t>
            </a:fld>
            <a:endParaRPr kumimoji="1" lang="ja-JP" altLang="en-US"/>
          </a:p>
        </p:txBody>
      </p:sp>
    </p:spTree>
    <p:extLst>
      <p:ext uri="{BB962C8B-B14F-4D97-AF65-F5344CB8AC3E}">
        <p14:creationId xmlns:p14="http://schemas.microsoft.com/office/powerpoint/2010/main" val="1771488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12.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13.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16.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17.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18.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19.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20.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21.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22.pn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23.pn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6.png"/><Relationship Id="rId1" Type="http://schemas.openxmlformats.org/officeDocument/2006/relationships/slideMaster" Target="../slideMasters/slideMaster1.xml"/><Relationship Id="rId4" Type="http://schemas.openxmlformats.org/officeDocument/2006/relationships/image" Target="../media/image27.pn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はじめに">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BIZ UDPゴシック" panose="020B0400000000000000" pitchFamily="50" charset="-128"/>
                <a:ea typeface="BIZ UDPゴシック" panose="020B0400000000000000" pitchFamily="50" charset="-128"/>
              </a:defRPr>
            </a:lvl1pPr>
          </a:lstStyle>
          <a:p>
            <a:r>
              <a:rPr lang="ja-JP" altLang="en-US"/>
              <a:t>マスター タイトルの書式設定</a:t>
            </a:r>
            <a:endParaRPr lang="en-US"/>
          </a:p>
        </p:txBody>
      </p:sp>
      <p:sp>
        <p:nvSpPr>
          <p:cNvPr id="3" name="Content Placeholder 2"/>
          <p:cNvSpPr>
            <a:spLocks noGrp="1"/>
          </p:cNvSpPr>
          <p:nvPr>
            <p:ph idx="1"/>
          </p:nvPr>
        </p:nvSpPr>
        <p:spPr/>
        <p:txBody>
          <a:bodyPr anchor="ctr"/>
          <a:lstStyle>
            <a:lvl1pPr>
              <a:lnSpc>
                <a:spcPct val="120000"/>
              </a:lnSpc>
              <a:spcBef>
                <a:spcPts val="1200"/>
              </a:spcBef>
              <a:defRPr>
                <a:latin typeface="游明朝" panose="02020400000000000000" pitchFamily="18" charset="-128"/>
                <a:ea typeface="游明朝" panose="02020400000000000000" pitchFamily="18" charset="-128"/>
              </a:defRPr>
            </a:lvl1pPr>
          </a:lstStyle>
          <a:p>
            <a:pPr lvl="0"/>
            <a:r>
              <a:rPr lang="ja-JP" altLang="en-US"/>
              <a:t>マスター テキストの書式設定</a:t>
            </a:r>
            <a:endParaRPr lang="en-US"/>
          </a:p>
        </p:txBody>
      </p:sp>
      <p:sp>
        <p:nvSpPr>
          <p:cNvPr id="4" name="Date Placeholder 3"/>
          <p:cNvSpPr>
            <a:spLocks noGrp="1"/>
          </p:cNvSpPr>
          <p:nvPr>
            <p:ph type="dt" sz="half" idx="10"/>
          </p:nvPr>
        </p:nvSpPr>
        <p:spPr/>
        <p:txBody>
          <a:bodyPr/>
          <a:lstStyle/>
          <a:p>
            <a:r>
              <a:rPr lang="en-US" altLang="ja-JP"/>
              <a:t>2025/7/16</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7" name="直線コネクタ 6">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380777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BIZ UDPゴシック" panose="020B0400000000000000" pitchFamily="50" charset="-128"/>
                <a:ea typeface="BIZ UDPゴシック" panose="020B0400000000000000" pitchFamily="50" charset="-128"/>
              </a:defRPr>
            </a:lvl1pPr>
          </a:lstStyle>
          <a:p>
            <a:r>
              <a:rPr lang="ja-JP" altLang="en-US"/>
              <a:t>マスター タイトルの書式設定</a:t>
            </a:r>
            <a:endParaRPr lang="en-US"/>
          </a:p>
        </p:txBody>
      </p:sp>
      <p:sp>
        <p:nvSpPr>
          <p:cNvPr id="3" name="Content Placeholder 2"/>
          <p:cNvSpPr>
            <a:spLocks noGrp="1"/>
          </p:cNvSpPr>
          <p:nvPr>
            <p:ph idx="1"/>
          </p:nvPr>
        </p:nvSpPr>
        <p:spPr/>
        <p:txBody>
          <a:bodyPr/>
          <a:lstStyle/>
          <a:p>
            <a:pPr lvl="0"/>
            <a:r>
              <a:rPr lang="ja-JP" altLang="en-US"/>
              <a:t>マスター テキストの書式設定</a:t>
            </a:r>
            <a:endParaRPr lang="en-US"/>
          </a:p>
        </p:txBody>
      </p:sp>
      <p:sp>
        <p:nvSpPr>
          <p:cNvPr id="4" name="Date Placeholder 3"/>
          <p:cNvSpPr>
            <a:spLocks noGrp="1"/>
          </p:cNvSpPr>
          <p:nvPr>
            <p:ph type="dt" sz="half" idx="10"/>
          </p:nvPr>
        </p:nvSpPr>
        <p:spPr/>
        <p:txBody>
          <a:bodyPr/>
          <a:lstStyle/>
          <a:p>
            <a:r>
              <a:rPr lang="en-US" altLang="ja-JP"/>
              <a:t>2025/7/16</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7" name="直線コネクタ 6">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24555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BIZ UDPゴシック" panose="020B0400000000000000" pitchFamily="50" charset="-128"/>
                <a:ea typeface="BIZ UDPゴシック" panose="020B0400000000000000" pitchFamily="50" charset="-128"/>
              </a:defRPr>
            </a:lvl1pPr>
          </a:lstStyle>
          <a:p>
            <a:r>
              <a:rPr lang="ja-JP" altLang="en-US"/>
              <a:t>マスター タイトルの書式設定</a:t>
            </a:r>
            <a:endParaRPr lang="en-US"/>
          </a:p>
        </p:txBody>
      </p:sp>
      <p:sp>
        <p:nvSpPr>
          <p:cNvPr id="3" name="Date Placeholder 2"/>
          <p:cNvSpPr>
            <a:spLocks noGrp="1"/>
          </p:cNvSpPr>
          <p:nvPr>
            <p:ph type="dt" sz="half" idx="10"/>
          </p:nvPr>
        </p:nvSpPr>
        <p:spPr/>
        <p:txBody>
          <a:bodyPr/>
          <a:lstStyle/>
          <a:p>
            <a:r>
              <a:rPr lang="en-US" altLang="ja-JP"/>
              <a:t>2025/7/16</a:t>
            </a:r>
            <a:endParaRPr lang="en-US"/>
          </a:p>
        </p:txBody>
      </p:sp>
      <p:sp>
        <p:nvSpPr>
          <p:cNvPr id="4" name="Footer Placeholder 3"/>
          <p:cNvSpPr>
            <a:spLocks noGrp="1"/>
          </p:cNvSpPr>
          <p:nvPr>
            <p:ph type="ftr" sz="quarter" idx="11"/>
          </p:nvPr>
        </p:nvSpPr>
        <p:spPr/>
        <p:txBody>
          <a:bodyPr/>
          <a:lstStyle/>
          <a:p>
            <a:r>
              <a:rPr lang="en-US"/>
              <a:t>Copyright © 2025 SystemEXE,Inc. All Rights Reserved.</a:t>
            </a:r>
          </a:p>
        </p:txBody>
      </p:sp>
      <p:sp>
        <p:nvSpPr>
          <p:cNvPr id="5" name="Slide Number Placeholder 4"/>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6" name="直線コネクタ 5">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77887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目次_10">
    <p:spTree>
      <p:nvGrpSpPr>
        <p:cNvPr id="1" name=""/>
        <p:cNvGrpSpPr/>
        <p:nvPr/>
      </p:nvGrpSpPr>
      <p:grpSpPr>
        <a:xfrm>
          <a:off x="0" y="0"/>
          <a:ext cx="0" cy="0"/>
          <a:chOff x="0" y="0"/>
          <a:chExt cx="0" cy="0"/>
        </a:xfrm>
      </p:grpSpPr>
      <p:sp>
        <p:nvSpPr>
          <p:cNvPr id="2" name="タイトル 1"/>
          <p:cNvSpPr>
            <a:spLocks noGrp="1"/>
          </p:cNvSpPr>
          <p:nvPr>
            <p:ph type="title"/>
          </p:nvPr>
        </p:nvSpPr>
        <p:spPr>
          <a:xfrm>
            <a:off x="576000" y="192000"/>
            <a:ext cx="11040000" cy="480000"/>
          </a:xfrm>
        </p:spPr>
        <p:txBody>
          <a:bodyPr/>
          <a:lstStyle>
            <a:lvl1pPr>
              <a:defRPr>
                <a:latin typeface="BIZ UDPゴシック" panose="020B0400000000000000" pitchFamily="50" charset="-128"/>
                <a:ea typeface="BIZ UDPゴシック" panose="020B0400000000000000" pitchFamily="50" charset="-128"/>
              </a:defRPr>
            </a:lvl1pPr>
          </a:lstStyle>
          <a:p>
            <a:r>
              <a:rPr kumimoji="1" lang="ja-JP" altLang="en-US"/>
              <a:t>マスター タイトルの書式設定</a:t>
            </a:r>
          </a:p>
        </p:txBody>
      </p:sp>
      <p:sp>
        <p:nvSpPr>
          <p:cNvPr id="3" name="日付プレースホルダー 2"/>
          <p:cNvSpPr>
            <a:spLocks noGrp="1"/>
          </p:cNvSpPr>
          <p:nvPr>
            <p:ph type="dt" sz="half" idx="10"/>
          </p:nvPr>
        </p:nvSpPr>
        <p:spPr/>
        <p:txBody>
          <a:bodyPr/>
          <a:lstStyle/>
          <a:p>
            <a:r>
              <a:rPr lang="en-US" altLang="ja-JP"/>
              <a:t>2025/7/16</a:t>
            </a:r>
            <a:endParaRPr lang="en-US"/>
          </a:p>
        </p:txBody>
      </p:sp>
      <p:sp>
        <p:nvSpPr>
          <p:cNvPr id="4" name="フッター プレースホルダー 3"/>
          <p:cNvSpPr>
            <a:spLocks noGrp="1"/>
          </p:cNvSpPr>
          <p:nvPr>
            <p:ph type="ftr" sz="quarter" idx="11"/>
          </p:nvPr>
        </p:nvSpPr>
        <p:spPr/>
        <p:txBody>
          <a:bodyPr/>
          <a:lstStyle/>
          <a:p>
            <a:r>
              <a:rPr lang="en-US"/>
              <a:t>Copyright © 2025 SystemEXE,Inc. All Rights Reserved.</a:t>
            </a:r>
          </a:p>
        </p:txBody>
      </p:sp>
      <p:sp>
        <p:nvSpPr>
          <p:cNvPr id="5" name="スライド番号プレースホルダー 4"/>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533"/>
          </a:p>
        </p:txBody>
      </p:sp>
      <p:sp>
        <p:nvSpPr>
          <p:cNvPr id="7" name="テキスト ボックス 6"/>
          <p:cNvSpPr txBox="1"/>
          <p:nvPr/>
        </p:nvSpPr>
        <p:spPr>
          <a:xfrm>
            <a:off x="576001" y="12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1</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8" name="テキスト ボックス 7"/>
          <p:cNvSpPr txBox="1"/>
          <p:nvPr/>
        </p:nvSpPr>
        <p:spPr>
          <a:xfrm>
            <a:off x="9552001" y="12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5</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9" name="テキスト ボックス 8"/>
          <p:cNvSpPr txBox="1"/>
          <p:nvPr/>
        </p:nvSpPr>
        <p:spPr>
          <a:xfrm>
            <a:off x="2820001" y="12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2</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10" name="テキスト ボックス 9"/>
          <p:cNvSpPr txBox="1"/>
          <p:nvPr/>
        </p:nvSpPr>
        <p:spPr>
          <a:xfrm>
            <a:off x="5064001" y="12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3</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11" name="テキスト ボックス 10"/>
          <p:cNvSpPr txBox="1"/>
          <p:nvPr/>
        </p:nvSpPr>
        <p:spPr>
          <a:xfrm>
            <a:off x="7308001" y="12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4</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23" name="テキスト ボックス 22"/>
          <p:cNvSpPr txBox="1"/>
          <p:nvPr/>
        </p:nvSpPr>
        <p:spPr>
          <a:xfrm>
            <a:off x="576001" y="36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6</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24" name="テキスト ボックス 23"/>
          <p:cNvSpPr txBox="1"/>
          <p:nvPr/>
        </p:nvSpPr>
        <p:spPr>
          <a:xfrm>
            <a:off x="9552001" y="3648001"/>
            <a:ext cx="896399"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A</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25" name="テキスト ボックス 24"/>
          <p:cNvSpPr txBox="1"/>
          <p:nvPr/>
        </p:nvSpPr>
        <p:spPr>
          <a:xfrm>
            <a:off x="2820001" y="36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7</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26" name="テキスト ボックス 25"/>
          <p:cNvSpPr txBox="1"/>
          <p:nvPr/>
        </p:nvSpPr>
        <p:spPr>
          <a:xfrm>
            <a:off x="5064001" y="36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8</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27" name="テキスト ボックス 26"/>
          <p:cNvSpPr txBox="1"/>
          <p:nvPr/>
        </p:nvSpPr>
        <p:spPr>
          <a:xfrm>
            <a:off x="7308001" y="36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9</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39" name="テキスト プレースホルダー 38"/>
          <p:cNvSpPr>
            <a:spLocks noGrp="1"/>
          </p:cNvSpPr>
          <p:nvPr>
            <p:ph type="body" sz="quarter" idx="13"/>
          </p:nvPr>
        </p:nvSpPr>
        <p:spPr>
          <a:xfrm>
            <a:off x="576000" y="15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en-US" altLang="ja-JP"/>
          </a:p>
        </p:txBody>
      </p:sp>
      <p:sp>
        <p:nvSpPr>
          <p:cNvPr id="40" name="テキスト プレースホルダー 38"/>
          <p:cNvSpPr>
            <a:spLocks noGrp="1"/>
          </p:cNvSpPr>
          <p:nvPr>
            <p:ph type="body" sz="quarter" idx="14"/>
          </p:nvPr>
        </p:nvSpPr>
        <p:spPr>
          <a:xfrm>
            <a:off x="576000" y="23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cxnSp>
        <p:nvCxnSpPr>
          <p:cNvPr id="41" name="直線コネクタ 40">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
        <p:nvSpPr>
          <p:cNvPr id="42" name="テキスト プレースホルダー 38"/>
          <p:cNvSpPr>
            <a:spLocks noGrp="1"/>
          </p:cNvSpPr>
          <p:nvPr>
            <p:ph type="body" sz="quarter" idx="15"/>
          </p:nvPr>
        </p:nvSpPr>
        <p:spPr>
          <a:xfrm>
            <a:off x="2820000" y="15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43" name="テキスト プレースホルダー 38"/>
          <p:cNvSpPr>
            <a:spLocks noGrp="1"/>
          </p:cNvSpPr>
          <p:nvPr>
            <p:ph type="body" sz="quarter" idx="16"/>
          </p:nvPr>
        </p:nvSpPr>
        <p:spPr>
          <a:xfrm>
            <a:off x="2820000" y="23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44" name="テキスト プレースホルダー 38"/>
          <p:cNvSpPr>
            <a:spLocks noGrp="1"/>
          </p:cNvSpPr>
          <p:nvPr>
            <p:ph type="body" sz="quarter" idx="17"/>
          </p:nvPr>
        </p:nvSpPr>
        <p:spPr>
          <a:xfrm>
            <a:off x="5064000" y="15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45" name="テキスト プレースホルダー 38"/>
          <p:cNvSpPr>
            <a:spLocks noGrp="1"/>
          </p:cNvSpPr>
          <p:nvPr>
            <p:ph type="body" sz="quarter" idx="18"/>
          </p:nvPr>
        </p:nvSpPr>
        <p:spPr>
          <a:xfrm>
            <a:off x="5064000" y="23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46" name="テキスト プレースホルダー 38"/>
          <p:cNvSpPr>
            <a:spLocks noGrp="1"/>
          </p:cNvSpPr>
          <p:nvPr>
            <p:ph type="body" sz="quarter" idx="19"/>
          </p:nvPr>
        </p:nvSpPr>
        <p:spPr>
          <a:xfrm>
            <a:off x="7308000" y="15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47" name="テキスト プレースホルダー 38"/>
          <p:cNvSpPr>
            <a:spLocks noGrp="1"/>
          </p:cNvSpPr>
          <p:nvPr>
            <p:ph type="body" sz="quarter" idx="20"/>
          </p:nvPr>
        </p:nvSpPr>
        <p:spPr>
          <a:xfrm>
            <a:off x="7308000" y="23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48" name="テキスト プレースホルダー 38"/>
          <p:cNvSpPr>
            <a:spLocks noGrp="1"/>
          </p:cNvSpPr>
          <p:nvPr>
            <p:ph type="body" sz="quarter" idx="21"/>
          </p:nvPr>
        </p:nvSpPr>
        <p:spPr>
          <a:xfrm>
            <a:off x="9552000" y="15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49" name="テキスト プレースホルダー 38"/>
          <p:cNvSpPr>
            <a:spLocks noGrp="1"/>
          </p:cNvSpPr>
          <p:nvPr>
            <p:ph type="body" sz="quarter" idx="22"/>
          </p:nvPr>
        </p:nvSpPr>
        <p:spPr>
          <a:xfrm>
            <a:off x="9552000" y="23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50" name="テキスト プレースホルダー 38"/>
          <p:cNvSpPr>
            <a:spLocks noGrp="1"/>
          </p:cNvSpPr>
          <p:nvPr>
            <p:ph type="body" sz="quarter" idx="23"/>
          </p:nvPr>
        </p:nvSpPr>
        <p:spPr>
          <a:xfrm>
            <a:off x="576000" y="39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51" name="テキスト プレースホルダー 38"/>
          <p:cNvSpPr>
            <a:spLocks noGrp="1"/>
          </p:cNvSpPr>
          <p:nvPr>
            <p:ph type="body" sz="quarter" idx="24"/>
          </p:nvPr>
        </p:nvSpPr>
        <p:spPr>
          <a:xfrm>
            <a:off x="576000" y="47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52" name="テキスト プレースホルダー 38"/>
          <p:cNvSpPr>
            <a:spLocks noGrp="1"/>
          </p:cNvSpPr>
          <p:nvPr>
            <p:ph type="body" sz="quarter" idx="25"/>
          </p:nvPr>
        </p:nvSpPr>
        <p:spPr>
          <a:xfrm>
            <a:off x="2820000" y="39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53" name="テキスト プレースホルダー 38"/>
          <p:cNvSpPr>
            <a:spLocks noGrp="1"/>
          </p:cNvSpPr>
          <p:nvPr>
            <p:ph type="body" sz="quarter" idx="26"/>
          </p:nvPr>
        </p:nvSpPr>
        <p:spPr>
          <a:xfrm>
            <a:off x="2820000" y="47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54" name="テキスト プレースホルダー 38"/>
          <p:cNvSpPr>
            <a:spLocks noGrp="1"/>
          </p:cNvSpPr>
          <p:nvPr>
            <p:ph type="body" sz="quarter" idx="27"/>
          </p:nvPr>
        </p:nvSpPr>
        <p:spPr>
          <a:xfrm>
            <a:off x="5064000" y="39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55" name="テキスト プレースホルダー 38"/>
          <p:cNvSpPr>
            <a:spLocks noGrp="1"/>
          </p:cNvSpPr>
          <p:nvPr>
            <p:ph type="body" sz="quarter" idx="28"/>
          </p:nvPr>
        </p:nvSpPr>
        <p:spPr>
          <a:xfrm>
            <a:off x="5064000" y="47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56" name="テキスト プレースホルダー 38"/>
          <p:cNvSpPr>
            <a:spLocks noGrp="1"/>
          </p:cNvSpPr>
          <p:nvPr>
            <p:ph type="body" sz="quarter" idx="29"/>
          </p:nvPr>
        </p:nvSpPr>
        <p:spPr>
          <a:xfrm>
            <a:off x="7308000" y="39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57" name="テキスト プレースホルダー 38"/>
          <p:cNvSpPr>
            <a:spLocks noGrp="1"/>
          </p:cNvSpPr>
          <p:nvPr>
            <p:ph type="body" sz="quarter" idx="30"/>
          </p:nvPr>
        </p:nvSpPr>
        <p:spPr>
          <a:xfrm>
            <a:off x="7308000" y="47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58" name="テキスト プレースホルダー 38"/>
          <p:cNvSpPr>
            <a:spLocks noGrp="1"/>
          </p:cNvSpPr>
          <p:nvPr>
            <p:ph type="body" sz="quarter" idx="31"/>
          </p:nvPr>
        </p:nvSpPr>
        <p:spPr>
          <a:xfrm>
            <a:off x="9552000" y="39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59" name="テキスト プレースホルダー 38"/>
          <p:cNvSpPr>
            <a:spLocks noGrp="1"/>
          </p:cNvSpPr>
          <p:nvPr>
            <p:ph type="body" sz="quarter" idx="32"/>
          </p:nvPr>
        </p:nvSpPr>
        <p:spPr>
          <a:xfrm>
            <a:off x="9552000" y="47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Tree>
    <p:extLst>
      <p:ext uri="{BB962C8B-B14F-4D97-AF65-F5344CB8AC3E}">
        <p14:creationId xmlns:p14="http://schemas.microsoft.com/office/powerpoint/2010/main" val="34240028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セクション見出し_1">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2025/7/16</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sp>
        <p:nvSpPr>
          <p:cNvPr id="21" name="正方形/長方形 20">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23"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C0B5BC7E-8B96-4645-AA46-36E6E79D8E18}"/>
              </a:ext>
            </a:extLst>
          </p:cNvPr>
          <p:cNvSpPr/>
          <p:nvPr userDrawn="1"/>
        </p:nvSpPr>
        <p:spPr>
          <a:xfrm>
            <a:off x="-164074" y="2180503"/>
            <a:ext cx="3793402" cy="2097938"/>
          </a:xfrm>
          <a:prstGeom prst="rect">
            <a:avLst/>
          </a:prstGeom>
          <a:noFill/>
          <a:ln>
            <a:noFill/>
          </a:ln>
          <a:effectLst>
            <a:glow rad="127000">
              <a:schemeClr val="accent1"/>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kumimoji="1" lang="en-US" altLang="ja-JP" sz="23000">
                <a:solidFill>
                  <a:srgbClr val="EBD8DF"/>
                </a:solidFill>
                <a:latin typeface="BIZ UD明朝 Medium" panose="02020500000000000000" pitchFamily="17" charset="-128"/>
                <a:ea typeface="BIZ UD明朝 Medium" panose="02020500000000000000" pitchFamily="17" charset="-128"/>
              </a:rPr>
              <a:t>A</a:t>
            </a:r>
            <a:endParaRPr kumimoji="1" lang="ja-JP" altLang="en-US" sz="23000">
              <a:solidFill>
                <a:srgbClr val="EBD8DF"/>
              </a:solidFill>
              <a:latin typeface="BIZ UD明朝 Medium" panose="02020500000000000000" pitchFamily="17" charset="-128"/>
              <a:ea typeface="BIZ UD明朝 Medium" panose="02020500000000000000" pitchFamily="17" charset="-128"/>
            </a:endParaRPr>
          </a:p>
        </p:txBody>
      </p:sp>
    </p:spTree>
    <p:extLst>
      <p:ext uri="{BB962C8B-B14F-4D97-AF65-F5344CB8AC3E}">
        <p14:creationId xmlns:p14="http://schemas.microsoft.com/office/powerpoint/2010/main" val="32883210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セクション見出し_1">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2025/7/16</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sp>
        <p:nvSpPr>
          <p:cNvPr id="21" name="正方形/長方形 20">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23"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C0B5BC7E-8B96-4645-AA46-36E6E79D8E18}"/>
              </a:ext>
            </a:extLst>
          </p:cNvPr>
          <p:cNvSpPr/>
          <p:nvPr userDrawn="1"/>
        </p:nvSpPr>
        <p:spPr>
          <a:xfrm>
            <a:off x="-237963" y="2162031"/>
            <a:ext cx="3793402" cy="2097938"/>
          </a:xfrm>
          <a:prstGeom prst="rect">
            <a:avLst/>
          </a:prstGeom>
          <a:noFill/>
          <a:ln>
            <a:noFill/>
          </a:ln>
          <a:effectLst>
            <a:glow rad="127000">
              <a:schemeClr val="accent1"/>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kumimoji="1" lang="en-US" altLang="ja-JP" sz="23000">
                <a:solidFill>
                  <a:srgbClr val="EBD8DF"/>
                </a:solidFill>
                <a:latin typeface="BIZ UD明朝 Medium" panose="02020500000000000000" pitchFamily="17" charset="-128"/>
                <a:ea typeface="BIZ UD明朝 Medium" panose="02020500000000000000" pitchFamily="17" charset="-128"/>
              </a:rPr>
              <a:t>B</a:t>
            </a:r>
            <a:endParaRPr kumimoji="1" lang="ja-JP" altLang="en-US" sz="23000">
              <a:solidFill>
                <a:srgbClr val="EBD8DF"/>
              </a:solidFill>
              <a:latin typeface="BIZ UD明朝 Medium" panose="02020500000000000000" pitchFamily="17" charset="-128"/>
              <a:ea typeface="BIZ UD明朝 Medium" panose="02020500000000000000" pitchFamily="17" charset="-128"/>
            </a:endParaRPr>
          </a:p>
        </p:txBody>
      </p:sp>
    </p:spTree>
    <p:extLst>
      <p:ext uri="{BB962C8B-B14F-4D97-AF65-F5344CB8AC3E}">
        <p14:creationId xmlns:p14="http://schemas.microsoft.com/office/powerpoint/2010/main" val="16309044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セクション見出し_1">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2025/7/16</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sp>
        <p:nvSpPr>
          <p:cNvPr id="21" name="正方形/長方形 20">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23"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C0B5BC7E-8B96-4645-AA46-36E6E79D8E18}"/>
              </a:ext>
            </a:extLst>
          </p:cNvPr>
          <p:cNvSpPr/>
          <p:nvPr userDrawn="1"/>
        </p:nvSpPr>
        <p:spPr>
          <a:xfrm>
            <a:off x="-284145" y="2180503"/>
            <a:ext cx="3793402" cy="2097938"/>
          </a:xfrm>
          <a:prstGeom prst="rect">
            <a:avLst/>
          </a:prstGeom>
          <a:noFill/>
          <a:ln>
            <a:noFill/>
          </a:ln>
          <a:effectLst>
            <a:glow rad="127000">
              <a:schemeClr val="accent1"/>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kumimoji="1" lang="en-US" altLang="ja-JP" sz="23000">
                <a:solidFill>
                  <a:srgbClr val="EBD8DF"/>
                </a:solidFill>
                <a:latin typeface="BIZ UD明朝 Medium" panose="02020500000000000000" pitchFamily="17" charset="-128"/>
                <a:ea typeface="BIZ UD明朝 Medium" panose="02020500000000000000" pitchFamily="17" charset="-128"/>
              </a:rPr>
              <a:t>C</a:t>
            </a:r>
            <a:endParaRPr kumimoji="1" lang="ja-JP" altLang="en-US" sz="23000">
              <a:solidFill>
                <a:srgbClr val="EBD8DF"/>
              </a:solidFill>
              <a:latin typeface="BIZ UD明朝 Medium" panose="02020500000000000000" pitchFamily="17" charset="-128"/>
              <a:ea typeface="BIZ UD明朝 Medium" panose="02020500000000000000" pitchFamily="17" charset="-128"/>
            </a:endParaRPr>
          </a:p>
        </p:txBody>
      </p:sp>
    </p:spTree>
    <p:extLst>
      <p:ext uri="{BB962C8B-B14F-4D97-AF65-F5344CB8AC3E}">
        <p14:creationId xmlns:p14="http://schemas.microsoft.com/office/powerpoint/2010/main" val="5816497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セクション見出し_1">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2025/7/16</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sp>
        <p:nvSpPr>
          <p:cNvPr id="21" name="正方形/長方形 20">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23"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C0B5BC7E-8B96-4645-AA46-36E6E79D8E18}"/>
              </a:ext>
            </a:extLst>
          </p:cNvPr>
          <p:cNvSpPr/>
          <p:nvPr userDrawn="1"/>
        </p:nvSpPr>
        <p:spPr>
          <a:xfrm>
            <a:off x="-201018" y="2171267"/>
            <a:ext cx="3793402" cy="2097938"/>
          </a:xfrm>
          <a:prstGeom prst="rect">
            <a:avLst/>
          </a:prstGeom>
          <a:noFill/>
          <a:ln>
            <a:noFill/>
          </a:ln>
          <a:effectLst>
            <a:glow rad="127000">
              <a:schemeClr val="accent1"/>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kumimoji="1" lang="en-US" altLang="ja-JP" sz="23000">
                <a:solidFill>
                  <a:srgbClr val="EBD8DF"/>
                </a:solidFill>
                <a:latin typeface="BIZ UD明朝 Medium" panose="02020500000000000000" pitchFamily="17" charset="-128"/>
                <a:ea typeface="BIZ UD明朝 Medium" panose="02020500000000000000" pitchFamily="17" charset="-128"/>
              </a:rPr>
              <a:t>D</a:t>
            </a:r>
            <a:endParaRPr kumimoji="1" lang="ja-JP" altLang="en-US" sz="23000">
              <a:solidFill>
                <a:srgbClr val="EBD8DF"/>
              </a:solidFill>
              <a:latin typeface="BIZ UD明朝 Medium" panose="02020500000000000000" pitchFamily="17" charset="-128"/>
              <a:ea typeface="BIZ UD明朝 Medium" panose="02020500000000000000" pitchFamily="17" charset="-128"/>
            </a:endParaRPr>
          </a:p>
        </p:txBody>
      </p:sp>
    </p:spTree>
    <p:extLst>
      <p:ext uri="{BB962C8B-B14F-4D97-AF65-F5344CB8AC3E}">
        <p14:creationId xmlns:p14="http://schemas.microsoft.com/office/powerpoint/2010/main" val="39697085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セクション見出し_1">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2025/7/16</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sp>
        <p:nvSpPr>
          <p:cNvPr id="21" name="正方形/長方形 20">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23"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C0B5BC7E-8B96-4645-AA46-36E6E79D8E18}"/>
              </a:ext>
            </a:extLst>
          </p:cNvPr>
          <p:cNvSpPr/>
          <p:nvPr userDrawn="1"/>
        </p:nvSpPr>
        <p:spPr>
          <a:xfrm>
            <a:off x="-237962" y="2162031"/>
            <a:ext cx="3793402" cy="2097938"/>
          </a:xfrm>
          <a:prstGeom prst="rect">
            <a:avLst/>
          </a:prstGeom>
          <a:noFill/>
          <a:ln>
            <a:noFill/>
          </a:ln>
          <a:effectLst>
            <a:glow rad="127000">
              <a:schemeClr val="accent1"/>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kumimoji="1" lang="en-US" altLang="ja-JP" sz="23000">
                <a:solidFill>
                  <a:srgbClr val="EBD8DF"/>
                </a:solidFill>
                <a:latin typeface="BIZ UD明朝 Medium" panose="02020500000000000000" pitchFamily="17" charset="-128"/>
                <a:ea typeface="BIZ UD明朝 Medium" panose="02020500000000000000" pitchFamily="17" charset="-128"/>
              </a:rPr>
              <a:t>E</a:t>
            </a:r>
            <a:endParaRPr kumimoji="1" lang="ja-JP" altLang="en-US" sz="23000">
              <a:solidFill>
                <a:srgbClr val="EBD8DF"/>
              </a:solidFill>
              <a:latin typeface="BIZ UD明朝 Medium" panose="02020500000000000000" pitchFamily="17" charset="-128"/>
              <a:ea typeface="BIZ UD明朝 Medium" panose="02020500000000000000" pitchFamily="17" charset="-128"/>
            </a:endParaRPr>
          </a:p>
        </p:txBody>
      </p:sp>
    </p:spTree>
    <p:extLst>
      <p:ext uri="{BB962C8B-B14F-4D97-AF65-F5344CB8AC3E}">
        <p14:creationId xmlns:p14="http://schemas.microsoft.com/office/powerpoint/2010/main" val="12021460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6_セクション見出し_1">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2025/7/16</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sp>
        <p:nvSpPr>
          <p:cNvPr id="21" name="正方形/長方形 20">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23"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C0B5BC7E-8B96-4645-AA46-36E6E79D8E18}"/>
              </a:ext>
            </a:extLst>
          </p:cNvPr>
          <p:cNvSpPr/>
          <p:nvPr userDrawn="1"/>
        </p:nvSpPr>
        <p:spPr>
          <a:xfrm>
            <a:off x="-284146" y="2162030"/>
            <a:ext cx="3793402" cy="2097938"/>
          </a:xfrm>
          <a:prstGeom prst="rect">
            <a:avLst/>
          </a:prstGeom>
          <a:noFill/>
          <a:ln>
            <a:noFill/>
          </a:ln>
          <a:effectLst>
            <a:glow rad="127000">
              <a:schemeClr val="accent1"/>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kumimoji="1" lang="en-US" altLang="ja-JP" sz="23000">
                <a:solidFill>
                  <a:srgbClr val="EBD8DF"/>
                </a:solidFill>
                <a:latin typeface="BIZ UD明朝 Medium" panose="02020500000000000000" pitchFamily="17" charset="-128"/>
                <a:ea typeface="BIZ UD明朝 Medium" panose="02020500000000000000" pitchFamily="17" charset="-128"/>
              </a:rPr>
              <a:t>F</a:t>
            </a:r>
            <a:endParaRPr kumimoji="1" lang="ja-JP" altLang="en-US" sz="23000">
              <a:solidFill>
                <a:srgbClr val="EBD8DF"/>
              </a:solidFill>
              <a:latin typeface="BIZ UD明朝 Medium" panose="02020500000000000000" pitchFamily="17" charset="-128"/>
              <a:ea typeface="BIZ UD明朝 Medium" panose="02020500000000000000" pitchFamily="17" charset="-128"/>
            </a:endParaRPr>
          </a:p>
        </p:txBody>
      </p:sp>
    </p:spTree>
    <p:extLst>
      <p:ext uri="{BB962C8B-B14F-4D97-AF65-F5344CB8AC3E}">
        <p14:creationId xmlns:p14="http://schemas.microsoft.com/office/powerpoint/2010/main" val="42940771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7_セクション見出し_1">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2025/7/16</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sp>
        <p:nvSpPr>
          <p:cNvPr id="21" name="正方形/長方形 20">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23"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C0B5BC7E-8B96-4645-AA46-36E6E79D8E18}"/>
              </a:ext>
            </a:extLst>
          </p:cNvPr>
          <p:cNvSpPr/>
          <p:nvPr userDrawn="1"/>
        </p:nvSpPr>
        <p:spPr>
          <a:xfrm>
            <a:off x="-265673" y="2189739"/>
            <a:ext cx="3793402" cy="2097938"/>
          </a:xfrm>
          <a:prstGeom prst="rect">
            <a:avLst/>
          </a:prstGeom>
          <a:noFill/>
          <a:ln>
            <a:noFill/>
          </a:ln>
          <a:effectLst>
            <a:glow rad="127000">
              <a:schemeClr val="accent1"/>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kumimoji="1" lang="en-US" altLang="ja-JP" sz="23000">
                <a:solidFill>
                  <a:srgbClr val="EBD8DF"/>
                </a:solidFill>
                <a:latin typeface="BIZ UD明朝 Medium" panose="02020500000000000000" pitchFamily="17" charset="-128"/>
                <a:ea typeface="BIZ UD明朝 Medium" panose="02020500000000000000" pitchFamily="17" charset="-128"/>
              </a:rPr>
              <a:t>G</a:t>
            </a:r>
            <a:endParaRPr kumimoji="1" lang="ja-JP" altLang="en-US" sz="23000">
              <a:solidFill>
                <a:srgbClr val="EBD8DF"/>
              </a:solidFill>
              <a:latin typeface="BIZ UD明朝 Medium" panose="02020500000000000000" pitchFamily="17" charset="-128"/>
              <a:ea typeface="BIZ UD明朝 Medium" panose="02020500000000000000" pitchFamily="17" charset="-128"/>
            </a:endParaRPr>
          </a:p>
        </p:txBody>
      </p:sp>
    </p:spTree>
    <p:extLst>
      <p:ext uri="{BB962C8B-B14F-4D97-AF65-F5344CB8AC3E}">
        <p14:creationId xmlns:p14="http://schemas.microsoft.com/office/powerpoint/2010/main" val="41681922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セクション見出し_1">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2025/7/16</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sp>
        <p:nvSpPr>
          <p:cNvPr id="21" name="正方形/長方形 20">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23"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pic>
        <p:nvPicPr>
          <p:cNvPr id="24" name="図 23">
            <a:extLst>
              <a:ext uri="{FF2B5EF4-FFF2-40B4-BE49-F238E27FC236}">
                <a16:creationId xmlns:a16="http://schemas.microsoft.com/office/drawing/2014/main" id="{F46E3783-8969-F042-AEFB-E6C22717CB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7"/>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Tree>
    <p:extLst>
      <p:ext uri="{BB962C8B-B14F-4D97-AF65-F5344CB8AC3E}">
        <p14:creationId xmlns:p14="http://schemas.microsoft.com/office/powerpoint/2010/main" val="5749489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セクション見出し_2">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2025/7/16</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055D30C4-CAC8-2E43-8AC9-139C13DA26B3}"/>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9122318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セクション見出し_3">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2025/7/16</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EFCF8B92-5079-A849-A76B-B3D7BB9532AA}"/>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7909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7441685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セクション見出し_4">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2025/7/16</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7D795D9-D515-7943-A185-DDAE04C1D38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4"/>
            <a:ext cx="37592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4111646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セクション見出し_5">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2025/7/16</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6EDF2FC6-1D05-234D-BFDB-6C1848F0C40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8290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76422871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セクション見出し_6">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2025/7/16</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A88F7372-C6AD-A745-ADD5-0755C27AAF7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73115076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セクション見出し_7">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2025/7/16</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5B467C42-11F0-014D-BB0B-3726E4832A4B}"/>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5618547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セクション見出し_8">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2025/7/16</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62F1E800-89BC-AC4A-B7B7-9C3612421E2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77825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01302647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セクション見出し_9">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2025/7/16</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123C138A-4F38-464A-8513-3908AEB3E066}"/>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3754056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セクション見出し_10">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2025/7/16</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372B925-BE4F-654A-B108-6CD7680708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00977232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セクション見出し_11">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2025/7/16</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53B38661-B790-F94B-9CC2-2C79D3EAD5F6}"/>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96746035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セクション見出し_12">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2025/7/16</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8C05D1CE-187C-7B4B-B162-14D3E8322852}"/>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5179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55496779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セクション見出し_13">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2025/7/16</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3633C1CF-F716-2E45-8568-C6E0FC0ED9D3}"/>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5179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79052524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セクション見出し_14">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2025/7/16</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056F889-4155-4A41-83A5-44D734D8E95C}"/>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5179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77972260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セクション見出し_15">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2025/7/16</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CEF53B95-EC99-B74D-A477-016CCD3E82FB}"/>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5179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98079182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セクション見出し_16">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2025/7/16</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ED893EE9-F018-7942-88CE-9ED464876B93}"/>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4"/>
            <a:ext cx="3514879"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24872703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セクション見出し_17">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2025/7/16</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41F14F30-E0F1-5246-B095-0CBD8E25BF00}"/>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513483"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72397062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セクション見出し_18">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2025/7/16</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D512EF49-6F4F-EF40-A52B-7C103FFD08A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82421903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セクション見出し_19">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2025/7/16</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730942D6-3112-7A47-9B1E-32A9824AA5D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5179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5929872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セクション見出し_20">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2025/7/16</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21074A7D-BEE3-DF4E-B3F2-92AC22A3564B}"/>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7592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atin typeface="游明朝" panose="02020400000000000000" pitchFamily="18" charset="-128"/>
                <a:ea typeface="游明朝" panose="02020400000000000000" pitchFamily="18" charset="-128"/>
              </a:defRPr>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87703157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10453C54-7F3F-5842-8AEE-825191D5B6E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1" y="0"/>
            <a:ext cx="12189739" cy="6858000"/>
          </a:xfrm>
          <a:prstGeom prst="rect">
            <a:avLst/>
          </a:prstGeom>
        </p:spPr>
      </p:pic>
      <p:sp>
        <p:nvSpPr>
          <p:cNvPr id="5" name="Footer Placeholder 4"/>
          <p:cNvSpPr>
            <a:spLocks noGrp="1"/>
          </p:cNvSpPr>
          <p:nvPr>
            <p:ph type="ftr" sz="quarter" idx="11"/>
          </p:nvPr>
        </p:nvSpPr>
        <p:spPr/>
        <p:txBody>
          <a:bodyPr/>
          <a:lstStyle/>
          <a:p>
            <a:r>
              <a:rPr lang="en-US"/>
              <a:t>Copyright © 2025 SystemEXE,Inc. All Rights Reserved.</a:t>
            </a:r>
          </a:p>
        </p:txBody>
      </p:sp>
      <p:sp>
        <p:nvSpPr>
          <p:cNvPr id="8" name="Rectangle 116">
            <a:extLst>
              <a:ext uri="{FF2B5EF4-FFF2-40B4-BE49-F238E27FC236}">
                <a16:creationId xmlns:a16="http://schemas.microsoft.com/office/drawing/2014/main" id="{63CB7166-763A-834A-BD8F-32568DB92384}"/>
              </a:ext>
            </a:extLst>
          </p:cNvPr>
          <p:cNvSpPr/>
          <p:nvPr userDrawn="1"/>
        </p:nvSpPr>
        <p:spPr bwMode="auto">
          <a:xfrm>
            <a:off x="0" y="2403368"/>
            <a:ext cx="12192000" cy="2051264"/>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sp>
        <p:nvSpPr>
          <p:cNvPr id="2" name="Title 1"/>
          <p:cNvSpPr>
            <a:spLocks noGrp="1"/>
          </p:cNvSpPr>
          <p:nvPr>
            <p:ph type="ctrTitle"/>
          </p:nvPr>
        </p:nvSpPr>
        <p:spPr>
          <a:xfrm>
            <a:off x="576000" y="3312000"/>
            <a:ext cx="8640000" cy="768000"/>
          </a:xfrm>
        </p:spPr>
        <p:txBody>
          <a:bodyPr anchor="ctr">
            <a:noAutofit/>
          </a:bodyPr>
          <a:lstStyle>
            <a:lvl1pPr algn="l">
              <a:lnSpc>
                <a:spcPct val="100000"/>
              </a:lnSpc>
              <a:defRPr sz="4800" b="1">
                <a:solidFill>
                  <a:srgbClr val="9A3B5D"/>
                </a:solidFill>
                <a:latin typeface="游明朝" panose="02020400000000000000" pitchFamily="18" charset="-128"/>
                <a:ea typeface="游明朝" panose="02020400000000000000" pitchFamily="18" charset="-128"/>
              </a:defRPr>
            </a:lvl1pPr>
          </a:lstStyle>
          <a:p>
            <a:r>
              <a:rPr lang="ja-JP" altLang="en-US"/>
              <a:t>マスター タイトルの書式設定</a:t>
            </a:r>
            <a:endParaRPr lang="en-US"/>
          </a:p>
        </p:txBody>
      </p:sp>
      <p:sp>
        <p:nvSpPr>
          <p:cNvPr id="3" name="Subtitle 2"/>
          <p:cNvSpPr>
            <a:spLocks noGrp="1"/>
          </p:cNvSpPr>
          <p:nvPr>
            <p:ph type="subTitle" idx="1"/>
          </p:nvPr>
        </p:nvSpPr>
        <p:spPr>
          <a:xfrm>
            <a:off x="576000" y="2784000"/>
            <a:ext cx="8640000" cy="480000"/>
          </a:xfrm>
        </p:spPr>
        <p:txBody>
          <a:bodyPr anchor="ctr"/>
          <a:lstStyle>
            <a:lvl1pPr marL="0" indent="0" algn="l">
              <a:lnSpc>
                <a:spcPct val="100000"/>
              </a:lnSpc>
              <a:spcBef>
                <a:spcPts val="0"/>
              </a:spcBef>
              <a:buNone/>
              <a:defRPr sz="2400" b="1">
                <a:solidFill>
                  <a:srgbClr val="9A3B5D"/>
                </a:solidFill>
                <a:latin typeface="游明朝" panose="02020400000000000000" pitchFamily="18" charset="-128"/>
                <a:ea typeface="游明朝" panose="02020400000000000000" pitchFamily="18" charset="-128"/>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ja-JP" altLang="en-US"/>
              <a:t>マスター サブタイトルの書式設定</a:t>
            </a:r>
            <a:endParaRPr lang="en-US"/>
          </a:p>
        </p:txBody>
      </p:sp>
      <p:pic>
        <p:nvPicPr>
          <p:cNvPr id="9" name="図 8">
            <a:extLst>
              <a:ext uri="{FF2B5EF4-FFF2-40B4-BE49-F238E27FC236}">
                <a16:creationId xmlns:a16="http://schemas.microsoft.com/office/drawing/2014/main" id="{49B378A5-FEEF-5D48-AD7F-5344F238A17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928710" y="3024001"/>
            <a:ext cx="1646580" cy="428111"/>
          </a:xfrm>
          <a:prstGeom prst="rect">
            <a:avLst/>
          </a:prstGeom>
        </p:spPr>
      </p:pic>
      <p:sp>
        <p:nvSpPr>
          <p:cNvPr id="11" name="テキスト プレースホルダー 10"/>
          <p:cNvSpPr>
            <a:spLocks noGrp="1"/>
          </p:cNvSpPr>
          <p:nvPr>
            <p:ph type="body" sz="quarter" idx="13" hasCustomPrompt="1"/>
          </p:nvPr>
        </p:nvSpPr>
        <p:spPr>
          <a:xfrm>
            <a:off x="9407999" y="3552000"/>
            <a:ext cx="2688000" cy="288000"/>
          </a:xfrm>
        </p:spPr>
        <p:txBody>
          <a:bodyPr anchor="ctr">
            <a:noAutofit/>
          </a:bodyPr>
          <a:lstStyle>
            <a:lvl1pPr marL="0" indent="0" algn="ctr">
              <a:lnSpc>
                <a:spcPct val="100000"/>
              </a:lnSpc>
              <a:spcBef>
                <a:spcPts val="0"/>
              </a:spcBef>
              <a:buNone/>
              <a:defRPr sz="1067">
                <a:latin typeface="游明朝" panose="02020400000000000000" pitchFamily="18" charset="-128"/>
                <a:ea typeface="游明朝" panose="02020400000000000000" pitchFamily="18" charset="-128"/>
              </a:defRPr>
            </a:lvl1pPr>
          </a:lstStyle>
          <a:p>
            <a:pPr lvl="0"/>
            <a:r>
              <a:rPr kumimoji="1" lang="ja-JP" altLang="en-US"/>
              <a:t>○○本部</a:t>
            </a:r>
          </a:p>
        </p:txBody>
      </p:sp>
      <p:sp>
        <p:nvSpPr>
          <p:cNvPr id="4" name="Date Placeholder 3"/>
          <p:cNvSpPr>
            <a:spLocks noGrp="1"/>
          </p:cNvSpPr>
          <p:nvPr>
            <p:ph type="dt" sz="half" idx="10"/>
          </p:nvPr>
        </p:nvSpPr>
        <p:spPr>
          <a:xfrm>
            <a:off x="9791999" y="3840000"/>
            <a:ext cx="1920000" cy="288000"/>
          </a:xfrm>
        </p:spPr>
        <p:txBody>
          <a:bodyPr/>
          <a:lstStyle>
            <a:lvl1pPr algn="ctr">
              <a:defRPr>
                <a:solidFill>
                  <a:srgbClr val="323232"/>
                </a:solidFill>
              </a:defRPr>
            </a:lvl1pPr>
          </a:lstStyle>
          <a:p>
            <a:r>
              <a:rPr lang="en-US" altLang="ja-JP"/>
              <a:t>2025/7/16</a:t>
            </a:r>
            <a:endParaRPr lang="en-US"/>
          </a:p>
        </p:txBody>
      </p:sp>
      <p:sp>
        <p:nvSpPr>
          <p:cNvPr id="13" name="テキスト プレースホルダー 12"/>
          <p:cNvSpPr>
            <a:spLocks noGrp="1"/>
          </p:cNvSpPr>
          <p:nvPr>
            <p:ph type="body" sz="quarter" idx="14" hasCustomPrompt="1"/>
          </p:nvPr>
        </p:nvSpPr>
        <p:spPr>
          <a:xfrm>
            <a:off x="576000" y="384000"/>
            <a:ext cx="3072000" cy="336000"/>
          </a:xfrm>
        </p:spPr>
        <p:txBody>
          <a:bodyPr anchor="ctr">
            <a:normAutofit/>
          </a:bodyPr>
          <a:lstStyle>
            <a:lvl1pPr>
              <a:lnSpc>
                <a:spcPct val="100000"/>
              </a:lnSpc>
              <a:spcBef>
                <a:spcPts val="0"/>
              </a:spcBef>
              <a:defRPr sz="1600" b="1">
                <a:solidFill>
                  <a:schemeClr val="bg1"/>
                </a:solidFill>
              </a:defRPr>
            </a:lvl1pPr>
            <a:lvl2pPr>
              <a:defRPr b="1">
                <a:solidFill>
                  <a:schemeClr val="bg1"/>
                </a:solidFill>
              </a:defRPr>
            </a:lvl2pPr>
            <a:lvl3pPr>
              <a:defRPr b="1">
                <a:solidFill>
                  <a:schemeClr val="bg1"/>
                </a:solidFill>
              </a:defRPr>
            </a:lvl3pPr>
            <a:lvl4pPr>
              <a:defRPr b="1">
                <a:solidFill>
                  <a:schemeClr val="bg1"/>
                </a:solidFill>
              </a:defRPr>
            </a:lvl4pPr>
            <a:lvl5pPr>
              <a:defRPr b="1">
                <a:solidFill>
                  <a:schemeClr val="bg1"/>
                </a:solidFill>
              </a:defRPr>
            </a:lvl5pPr>
          </a:lstStyle>
          <a:p>
            <a:pPr lvl="0"/>
            <a:r>
              <a:rPr kumimoji="1" lang="ja-JP" altLang="en-US"/>
              <a:t>○○株式会社 御中</a:t>
            </a:r>
          </a:p>
        </p:txBody>
      </p:sp>
    </p:spTree>
    <p:extLst>
      <p:ext uri="{BB962C8B-B14F-4D97-AF65-F5344CB8AC3E}">
        <p14:creationId xmlns:p14="http://schemas.microsoft.com/office/powerpoint/2010/main" val="91290840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ユーザー設定レイアウト">
    <p:spTree>
      <p:nvGrpSpPr>
        <p:cNvPr id="1" name=""/>
        <p:cNvGrpSpPr/>
        <p:nvPr/>
      </p:nvGrpSpPr>
      <p:grpSpPr>
        <a:xfrm>
          <a:off x="0" y="0"/>
          <a:ext cx="0" cy="0"/>
          <a:chOff x="0" y="0"/>
          <a:chExt cx="0" cy="0"/>
        </a:xfrm>
      </p:grpSpPr>
      <p:pic>
        <p:nvPicPr>
          <p:cNvPr id="6" name="図 5">
            <a:extLst>
              <a:ext uri="{FF2B5EF4-FFF2-40B4-BE49-F238E27FC236}">
                <a16:creationId xmlns:a16="http://schemas.microsoft.com/office/drawing/2014/main" id="{CF4BB5A5-0C5E-43FB-8F22-201F5BB496B1}"/>
              </a:ext>
            </a:extLst>
          </p:cNvPr>
          <p:cNvPicPr>
            <a:picLocks noChangeAspect="1"/>
          </p:cNvPicPr>
          <p:nvPr userDrawn="1"/>
        </p:nvPicPr>
        <p:blipFill>
          <a:blip r:embed="rId2" cstate="screen">
            <a:extLst>
              <a:ext uri="{BEBA8EAE-BF5A-486C-A8C5-ECC9F3942E4B}">
                <a14:imgProps xmlns:a14="http://schemas.microsoft.com/office/drawing/2010/main">
                  <a14:imgLayer r:embed="rId3">
                    <a14:imgEffect>
                      <a14:colorTemperature colorTemp="2835"/>
                    </a14:imgEffect>
                    <a14:imgEffect>
                      <a14:saturation sat="0"/>
                    </a14:imgEffect>
                  </a14:imgLayer>
                </a14:imgProps>
              </a:ext>
              <a:ext uri="{28A0092B-C50C-407E-A947-70E740481C1C}">
                <a14:useLocalDpi xmlns:a14="http://schemas.microsoft.com/office/drawing/2010/main"/>
              </a:ext>
            </a:extLst>
          </a:blip>
          <a:stretch>
            <a:fillRect/>
          </a:stretch>
        </p:blipFill>
        <p:spPr>
          <a:xfrm>
            <a:off x="0" y="0"/>
            <a:ext cx="12189739" cy="6858000"/>
          </a:xfrm>
          <a:prstGeom prst="rect">
            <a:avLst/>
          </a:prstGeom>
        </p:spPr>
      </p:pic>
      <p:sp>
        <p:nvSpPr>
          <p:cNvPr id="7" name="タイトル 1">
            <a:extLst>
              <a:ext uri="{FF2B5EF4-FFF2-40B4-BE49-F238E27FC236}">
                <a16:creationId xmlns:a16="http://schemas.microsoft.com/office/drawing/2014/main" id="{D108FCCF-060B-4D40-82A7-286882C33CC3}"/>
              </a:ext>
            </a:extLst>
          </p:cNvPr>
          <p:cNvSpPr txBox="1">
            <a:spLocks/>
          </p:cNvSpPr>
          <p:nvPr userDrawn="1"/>
        </p:nvSpPr>
        <p:spPr>
          <a:xfrm>
            <a:off x="1583797" y="940802"/>
            <a:ext cx="9024409" cy="399189"/>
          </a:xfrm>
          <a:prstGeom prst="rect">
            <a:avLst/>
          </a:prstGeom>
        </p:spPr>
        <p:txBody>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ja-JP" altLang="en-US" sz="2800" b="1" spc="300">
                <a:solidFill>
                  <a:schemeClr val="bg1"/>
                </a:solidFill>
                <a:latin typeface="Yu Gothic" panose="020B0400000000000000" pitchFamily="34" charset="-128"/>
                <a:ea typeface="Yu Gothic" panose="020B0400000000000000" pitchFamily="34" charset="-128"/>
              </a:rPr>
              <a:t>ご高覧ありがとうございました</a:t>
            </a:r>
          </a:p>
        </p:txBody>
      </p:sp>
      <p:sp>
        <p:nvSpPr>
          <p:cNvPr id="8" name="Rectangle 116">
            <a:extLst>
              <a:ext uri="{FF2B5EF4-FFF2-40B4-BE49-F238E27FC236}">
                <a16:creationId xmlns:a16="http://schemas.microsoft.com/office/drawing/2014/main" id="{3A884843-CC48-4E8C-B0ED-C5B85841284B}"/>
              </a:ext>
            </a:extLst>
          </p:cNvPr>
          <p:cNvSpPr/>
          <p:nvPr userDrawn="1"/>
        </p:nvSpPr>
        <p:spPr bwMode="auto">
          <a:xfrm>
            <a:off x="1583797" y="1879600"/>
            <a:ext cx="9024409" cy="4070351"/>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9" name="図 8">
            <a:extLst>
              <a:ext uri="{FF2B5EF4-FFF2-40B4-BE49-F238E27FC236}">
                <a16:creationId xmlns:a16="http://schemas.microsoft.com/office/drawing/2014/main" id="{A8796B8E-7484-43A2-8FD4-FA416E60C4F5}"/>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5377672" y="5424001"/>
            <a:ext cx="1436659" cy="373532"/>
          </a:xfrm>
          <a:prstGeom prst="rect">
            <a:avLst/>
          </a:prstGeom>
        </p:spPr>
      </p:pic>
      <p:graphicFrame>
        <p:nvGraphicFramePr>
          <p:cNvPr id="10" name="表 9">
            <a:extLst>
              <a:ext uri="{FF2B5EF4-FFF2-40B4-BE49-F238E27FC236}">
                <a16:creationId xmlns:a16="http://schemas.microsoft.com/office/drawing/2014/main" id="{BC09E805-51FF-4059-8759-0CFD4628AFB1}"/>
              </a:ext>
            </a:extLst>
          </p:cNvPr>
          <p:cNvGraphicFramePr>
            <a:graphicFrameLocks noGrp="1"/>
          </p:cNvGraphicFramePr>
          <p:nvPr userDrawn="1"/>
        </p:nvGraphicFramePr>
        <p:xfrm>
          <a:off x="1920000" y="2700000"/>
          <a:ext cx="3936000" cy="2520000"/>
        </p:xfrm>
        <a:graphic>
          <a:graphicData uri="http://schemas.openxmlformats.org/drawingml/2006/table">
            <a:tbl>
              <a:tblPr firstRow="1" bandRow="1">
                <a:tableStyleId>{5C22544A-7EE6-4342-B048-85BDC9FD1C3A}</a:tableStyleId>
              </a:tblPr>
              <a:tblGrid>
                <a:gridCol w="3936000">
                  <a:extLst>
                    <a:ext uri="{9D8B030D-6E8A-4147-A177-3AD203B41FA5}">
                      <a16:colId xmlns:a16="http://schemas.microsoft.com/office/drawing/2014/main" val="2827529615"/>
                    </a:ext>
                  </a:extLst>
                </a:gridCol>
              </a:tblGrid>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mpd="sng">
                      <a:noFill/>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2539194732"/>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93282665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261610194"/>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394578234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988007701"/>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38100" cap="flat" cmpd="sng" algn="ctr">
                      <a:noFill/>
                      <a:prstDash val="solid"/>
                      <a:round/>
                      <a:headEnd type="none" w="med" len="med"/>
                      <a:tailEnd type="none" w="med" len="med"/>
                    </a:lnB>
                    <a:noFill/>
                  </a:tcPr>
                </a:tc>
                <a:extLst>
                  <a:ext uri="{0D108BD9-81ED-4DB2-BD59-A6C34878D82A}">
                    <a16:rowId xmlns:a16="http://schemas.microsoft.com/office/drawing/2014/main" val="1683233331"/>
                  </a:ext>
                </a:extLst>
              </a:tr>
            </a:tbl>
          </a:graphicData>
        </a:graphic>
      </p:graphicFrame>
      <p:sp>
        <p:nvSpPr>
          <p:cNvPr id="11" name="テキスト ボックス 10">
            <a:extLst>
              <a:ext uri="{FF2B5EF4-FFF2-40B4-BE49-F238E27FC236}">
                <a16:creationId xmlns:a16="http://schemas.microsoft.com/office/drawing/2014/main" id="{F59FCD42-5CC0-4223-9A56-3FF27118A69A}"/>
              </a:ext>
            </a:extLst>
          </p:cNvPr>
          <p:cNvSpPr txBox="1"/>
          <p:nvPr userDrawn="1"/>
        </p:nvSpPr>
        <p:spPr>
          <a:xfrm>
            <a:off x="6384000" y="2699999"/>
            <a:ext cx="3936000" cy="2559419"/>
          </a:xfrm>
          <a:prstGeom prst="rect">
            <a:avLst/>
          </a:prstGeom>
          <a:noFill/>
        </p:spPr>
        <p:txBody>
          <a:bodyPr wrap="square" rtlCol="0">
            <a:spAutoFit/>
          </a:bodyPr>
          <a:lstStyle/>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本文に記載されている商品名、社名は、各社の商標および登録商標の場合があります。</a:t>
            </a:r>
          </a:p>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本資料には当社の機密情報が含まれておりますので、当社の書面による承諾なく第三者に開示することはできません。</a:t>
            </a:r>
          </a:p>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また、当社の承諾を得た場合であっても、本技術情報は外国為替及び外国貿易管理法の定める特定技術に該当するため、非居住者に提供する場合には同法に基づく許可を要することがあります。</a:t>
            </a:r>
          </a:p>
        </p:txBody>
      </p:sp>
      <p:cxnSp>
        <p:nvCxnSpPr>
          <p:cNvPr id="12" name="直線コネクタ 11">
            <a:extLst>
              <a:ext uri="{FF2B5EF4-FFF2-40B4-BE49-F238E27FC236}">
                <a16:creationId xmlns:a16="http://schemas.microsoft.com/office/drawing/2014/main" id="{7509048C-A9F2-49EC-8D5F-EB5445CA53E6}"/>
              </a:ext>
            </a:extLst>
          </p:cNvPr>
          <p:cNvCxnSpPr>
            <a:cxnSpLocks/>
          </p:cNvCxnSpPr>
          <p:nvPr userDrawn="1"/>
        </p:nvCxnSpPr>
        <p:spPr>
          <a:xfrm>
            <a:off x="6096000" y="2718057"/>
            <a:ext cx="0" cy="2448000"/>
          </a:xfrm>
          <a:prstGeom prst="line">
            <a:avLst/>
          </a:prstGeom>
          <a:ln>
            <a:solidFill>
              <a:srgbClr val="787878"/>
            </a:solidFill>
          </a:ln>
        </p:spPr>
        <p:style>
          <a:lnRef idx="1">
            <a:schemeClr val="accent1"/>
          </a:lnRef>
          <a:fillRef idx="0">
            <a:schemeClr val="accent1"/>
          </a:fillRef>
          <a:effectRef idx="0">
            <a:schemeClr val="accent1"/>
          </a:effectRef>
          <a:fontRef idx="minor">
            <a:schemeClr val="tx1"/>
          </a:fontRef>
        </p:style>
      </p:cxnSp>
      <p:sp>
        <p:nvSpPr>
          <p:cNvPr id="13" name="正方形/長方形 12">
            <a:extLst>
              <a:ext uri="{FF2B5EF4-FFF2-40B4-BE49-F238E27FC236}">
                <a16:creationId xmlns:a16="http://schemas.microsoft.com/office/drawing/2014/main" id="{89B9FAE6-6A5B-4611-A9D0-990EC550AF49}"/>
              </a:ext>
            </a:extLst>
          </p:cNvPr>
          <p:cNvSpPr/>
          <p:nvPr userDrawn="1"/>
        </p:nvSpPr>
        <p:spPr>
          <a:xfrm>
            <a:off x="2772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本書に関するお問い合わせ先</a:t>
            </a:r>
          </a:p>
        </p:txBody>
      </p:sp>
      <p:sp>
        <p:nvSpPr>
          <p:cNvPr id="14" name="正方形/長方形 13">
            <a:extLst>
              <a:ext uri="{FF2B5EF4-FFF2-40B4-BE49-F238E27FC236}">
                <a16:creationId xmlns:a16="http://schemas.microsoft.com/office/drawing/2014/main" id="{C8B7B5A6-C08F-4396-B875-92CEEC461FE6}"/>
              </a:ext>
            </a:extLst>
          </p:cNvPr>
          <p:cNvSpPr/>
          <p:nvPr userDrawn="1"/>
        </p:nvSpPr>
        <p:spPr>
          <a:xfrm>
            <a:off x="7236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登録商標</a:t>
            </a:r>
          </a:p>
        </p:txBody>
      </p:sp>
      <p:sp>
        <p:nvSpPr>
          <p:cNvPr id="15" name="テキスト プレースホルダー 6">
            <a:extLst>
              <a:ext uri="{FF2B5EF4-FFF2-40B4-BE49-F238E27FC236}">
                <a16:creationId xmlns:a16="http://schemas.microsoft.com/office/drawing/2014/main" id="{D430BC1B-CF97-4CBC-A073-09438DBF70C3}"/>
              </a:ext>
            </a:extLst>
          </p:cNvPr>
          <p:cNvSpPr>
            <a:spLocks noGrp="1"/>
          </p:cNvSpPr>
          <p:nvPr>
            <p:ph type="body" sz="quarter" idx="13"/>
          </p:nvPr>
        </p:nvSpPr>
        <p:spPr>
          <a:xfrm>
            <a:off x="1920000" y="278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6" name="テキスト プレースホルダー 6">
            <a:extLst>
              <a:ext uri="{FF2B5EF4-FFF2-40B4-BE49-F238E27FC236}">
                <a16:creationId xmlns:a16="http://schemas.microsoft.com/office/drawing/2014/main" id="{C15A8F8A-24D0-44A8-A357-E8BB9CA91827}"/>
              </a:ext>
            </a:extLst>
          </p:cNvPr>
          <p:cNvSpPr>
            <a:spLocks noGrp="1"/>
          </p:cNvSpPr>
          <p:nvPr>
            <p:ph type="body" sz="quarter" idx="14"/>
          </p:nvPr>
        </p:nvSpPr>
        <p:spPr>
          <a:xfrm>
            <a:off x="1920000" y="3216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7" name="テキスト プレースホルダー 6">
            <a:extLst>
              <a:ext uri="{FF2B5EF4-FFF2-40B4-BE49-F238E27FC236}">
                <a16:creationId xmlns:a16="http://schemas.microsoft.com/office/drawing/2014/main" id="{CAA5A7BA-D323-4165-80B7-F4F1D64D5FE2}"/>
              </a:ext>
            </a:extLst>
          </p:cNvPr>
          <p:cNvSpPr>
            <a:spLocks noGrp="1"/>
          </p:cNvSpPr>
          <p:nvPr>
            <p:ph type="body" sz="quarter" idx="15"/>
          </p:nvPr>
        </p:nvSpPr>
        <p:spPr>
          <a:xfrm>
            <a:off x="1920000" y="3648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8" name="テキスト プレースホルダー 6">
            <a:extLst>
              <a:ext uri="{FF2B5EF4-FFF2-40B4-BE49-F238E27FC236}">
                <a16:creationId xmlns:a16="http://schemas.microsoft.com/office/drawing/2014/main" id="{220A449D-0D72-4A92-9F2C-0088923B6FFB}"/>
              </a:ext>
            </a:extLst>
          </p:cNvPr>
          <p:cNvSpPr>
            <a:spLocks noGrp="1"/>
          </p:cNvSpPr>
          <p:nvPr>
            <p:ph type="body" sz="quarter" idx="16"/>
          </p:nvPr>
        </p:nvSpPr>
        <p:spPr>
          <a:xfrm>
            <a:off x="1920000" y="4080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9" name="テキスト プレースホルダー 6">
            <a:extLst>
              <a:ext uri="{FF2B5EF4-FFF2-40B4-BE49-F238E27FC236}">
                <a16:creationId xmlns:a16="http://schemas.microsoft.com/office/drawing/2014/main" id="{3F2DBE48-626E-4F30-A826-B0954189D61D}"/>
              </a:ext>
            </a:extLst>
          </p:cNvPr>
          <p:cNvSpPr>
            <a:spLocks noGrp="1"/>
          </p:cNvSpPr>
          <p:nvPr>
            <p:ph type="body" sz="quarter" idx="17"/>
          </p:nvPr>
        </p:nvSpPr>
        <p:spPr>
          <a:xfrm>
            <a:off x="1920000" y="4512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20" name="テキスト プレースホルダー 6">
            <a:extLst>
              <a:ext uri="{FF2B5EF4-FFF2-40B4-BE49-F238E27FC236}">
                <a16:creationId xmlns:a16="http://schemas.microsoft.com/office/drawing/2014/main" id="{AA345CF8-EE14-40AE-A443-B9A4548C5FA5}"/>
              </a:ext>
            </a:extLst>
          </p:cNvPr>
          <p:cNvSpPr>
            <a:spLocks noGrp="1"/>
          </p:cNvSpPr>
          <p:nvPr>
            <p:ph type="body" sz="quarter" idx="18"/>
          </p:nvPr>
        </p:nvSpPr>
        <p:spPr>
          <a:xfrm>
            <a:off x="1920000" y="494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2" name="フッター プレースホルダー 1">
            <a:extLst>
              <a:ext uri="{FF2B5EF4-FFF2-40B4-BE49-F238E27FC236}">
                <a16:creationId xmlns:a16="http://schemas.microsoft.com/office/drawing/2014/main" id="{C287789A-0F27-444C-83BC-58074138C604}"/>
              </a:ext>
            </a:extLst>
          </p:cNvPr>
          <p:cNvSpPr>
            <a:spLocks noGrp="1"/>
          </p:cNvSpPr>
          <p:nvPr>
            <p:ph type="ftr" sz="quarter" idx="19"/>
          </p:nvPr>
        </p:nvSpPr>
        <p:spPr/>
        <p:txBody>
          <a:bodyPr/>
          <a:lstStyle/>
          <a:p>
            <a:r>
              <a:rPr lang="en-US"/>
              <a:t>Copyright © 2025 SystemEXE,Inc. All Rights Reserved.</a:t>
            </a:r>
          </a:p>
        </p:txBody>
      </p:sp>
      <p:sp>
        <p:nvSpPr>
          <p:cNvPr id="21" name="スライド番号プレースホルダー 20">
            <a:extLst>
              <a:ext uri="{FF2B5EF4-FFF2-40B4-BE49-F238E27FC236}">
                <a16:creationId xmlns:a16="http://schemas.microsoft.com/office/drawing/2014/main" id="{84A40443-5346-4CA3-B1E2-0F46E56C54CE}"/>
              </a:ext>
            </a:extLst>
          </p:cNvPr>
          <p:cNvSpPr>
            <a:spLocks noGrp="1"/>
          </p:cNvSpPr>
          <p:nvPr>
            <p:ph type="sldNum" sz="quarter" idx="20"/>
          </p:nvPr>
        </p:nvSpPr>
        <p:spPr/>
        <p:txBody>
          <a:bodyPr/>
          <a:lstStyle/>
          <a:p>
            <a:fld id="{26CA5134-5AAC-D342-B763-43605FECB385}" type="slidenum">
              <a:rPr kumimoji="1" lang="ja-JP" altLang="en-US" smtClean="0"/>
              <a:pPr/>
              <a:t>‹#›</a:t>
            </a:fld>
            <a:endParaRPr kumimoji="1" lang="ja-JP" altLang="en-US" sz="533"/>
          </a:p>
        </p:txBody>
      </p:sp>
    </p:spTree>
    <p:extLst>
      <p:ext uri="{BB962C8B-B14F-4D97-AF65-F5344CB8AC3E}">
        <p14:creationId xmlns:p14="http://schemas.microsoft.com/office/powerpoint/2010/main" val="2829264241"/>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image" Target="../media/image1.png"/><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76000" y="180000"/>
            <a:ext cx="11041200" cy="504000"/>
          </a:xfrm>
          <a:prstGeom prst="rect">
            <a:avLst/>
          </a:prstGeom>
        </p:spPr>
        <p:txBody>
          <a:bodyPr vert="horz" wrap="none" lIns="91440" tIns="45720" rIns="91440" bIns="45720" rtlCol="0" anchor="ctr">
            <a:noAutofit/>
          </a:bodyPr>
          <a:lstStyle/>
          <a:p>
            <a:r>
              <a:rPr lang="ja-JP" altLang="en-US"/>
              <a:t>マスター タイトルの書式設定</a:t>
            </a:r>
            <a:endParaRPr lang="en-US"/>
          </a:p>
        </p:txBody>
      </p:sp>
      <p:sp>
        <p:nvSpPr>
          <p:cNvPr id="3" name="Text Placeholder 2"/>
          <p:cNvSpPr>
            <a:spLocks noGrp="1"/>
          </p:cNvSpPr>
          <p:nvPr>
            <p:ph type="body" idx="1"/>
          </p:nvPr>
        </p:nvSpPr>
        <p:spPr>
          <a:xfrm>
            <a:off x="576000" y="936000"/>
            <a:ext cx="11041200" cy="5328000"/>
          </a:xfrm>
          <a:prstGeom prst="rect">
            <a:avLst/>
          </a:prstGeom>
        </p:spPr>
        <p:txBody>
          <a:bodyPr vert="horz" lIns="91440" tIns="45720" rIns="91440" bIns="45720" rtlCol="0">
            <a:normAutofit/>
          </a:bodyPr>
          <a:lstStyle/>
          <a:p>
            <a:pPr lvl="0"/>
            <a:r>
              <a:rPr lang="ja-JP" altLang="en-US"/>
              <a:t>マスター テキストの書式設定</a:t>
            </a:r>
          </a:p>
        </p:txBody>
      </p:sp>
      <p:sp>
        <p:nvSpPr>
          <p:cNvPr id="7" name="Shape 20">
            <a:extLst>
              <a:ext uri="{FF2B5EF4-FFF2-40B4-BE49-F238E27FC236}">
                <a16:creationId xmlns:a16="http://schemas.microsoft.com/office/drawing/2014/main" id="{31B2DB08-A49E-1A4A-90DB-D7A431943820}"/>
              </a:ext>
            </a:extLst>
          </p:cNvPr>
          <p:cNvSpPr/>
          <p:nvPr userDrawn="1"/>
        </p:nvSpPr>
        <p:spPr>
          <a:xfrm>
            <a:off x="0" y="6493898"/>
            <a:ext cx="12193200" cy="360000"/>
          </a:xfrm>
          <a:prstGeom prst="rect">
            <a:avLst/>
          </a:prstGeom>
          <a:solidFill>
            <a:srgbClr val="4B4B4B"/>
          </a:solidFill>
          <a:ln w="12700">
            <a:noFill/>
            <a:miter lim="400000"/>
          </a:ln>
          <a:effectLst>
            <a:outerShdw sx="1000" sy="1000" algn="ctr" rotWithShape="0">
              <a:prstClr val="black"/>
            </a:outerShdw>
          </a:effectLst>
        </p:spPr>
        <p:txBody>
          <a:bodyPr lIns="0" tIns="0" rIns="0" bIns="0"/>
          <a:lstStyle>
            <a:lvl1pPr defTabSz="2177277">
              <a:spcBef>
                <a:spcPts val="400"/>
              </a:spcBef>
              <a:defRPr>
                <a:solidFill>
                  <a:srgbClr val="FFFFFF"/>
                </a:solidFill>
                <a:latin typeface="Calibri"/>
                <a:ea typeface="Calibri"/>
                <a:cs typeface="Calibri"/>
                <a:sym typeface="Calibri"/>
              </a:defRPr>
            </a:lvl1pPr>
            <a:lvl2pPr indent="1088448" defTabSz="2177277">
              <a:spcBef>
                <a:spcPts val="400"/>
              </a:spcBef>
              <a:defRPr>
                <a:solidFill>
                  <a:srgbClr val="FFFFFF"/>
                </a:solidFill>
                <a:latin typeface="Calibri"/>
                <a:ea typeface="Calibri"/>
                <a:cs typeface="Calibri"/>
                <a:sym typeface="Calibri"/>
              </a:defRPr>
            </a:lvl2pPr>
            <a:lvl3pPr indent="2176894" defTabSz="2177277">
              <a:spcBef>
                <a:spcPts val="400"/>
              </a:spcBef>
              <a:defRPr>
                <a:solidFill>
                  <a:srgbClr val="FFFFFF"/>
                </a:solidFill>
                <a:latin typeface="Calibri"/>
                <a:ea typeface="Calibri"/>
                <a:cs typeface="Calibri"/>
                <a:sym typeface="Calibri"/>
              </a:defRPr>
            </a:lvl3pPr>
            <a:lvl4pPr indent="3265342" defTabSz="2177277">
              <a:spcBef>
                <a:spcPts val="400"/>
              </a:spcBef>
              <a:defRPr>
                <a:solidFill>
                  <a:srgbClr val="FFFFFF"/>
                </a:solidFill>
                <a:latin typeface="Calibri"/>
                <a:ea typeface="Calibri"/>
                <a:cs typeface="Calibri"/>
                <a:sym typeface="Calibri"/>
              </a:defRPr>
            </a:lvl4pPr>
            <a:lvl5pPr indent="4353788" defTabSz="2177277">
              <a:spcBef>
                <a:spcPts val="400"/>
              </a:spcBef>
              <a:defRPr>
                <a:solidFill>
                  <a:srgbClr val="FFFFFF"/>
                </a:solidFill>
                <a:latin typeface="Calibri"/>
                <a:ea typeface="Calibri"/>
                <a:cs typeface="Calibri"/>
                <a:sym typeface="Calibri"/>
              </a:defRPr>
            </a:lvl5pPr>
            <a:lvl6pPr indent="5442237" defTabSz="2177277">
              <a:spcBef>
                <a:spcPts val="400"/>
              </a:spcBef>
              <a:defRPr>
                <a:solidFill>
                  <a:srgbClr val="FFFFFF"/>
                </a:solidFill>
                <a:latin typeface="Calibri"/>
                <a:ea typeface="Calibri"/>
                <a:cs typeface="Calibri"/>
                <a:sym typeface="Calibri"/>
              </a:defRPr>
            </a:lvl6pPr>
            <a:lvl7pPr indent="6530682" defTabSz="2177277">
              <a:spcBef>
                <a:spcPts val="400"/>
              </a:spcBef>
              <a:defRPr>
                <a:solidFill>
                  <a:srgbClr val="FFFFFF"/>
                </a:solidFill>
                <a:latin typeface="Calibri"/>
                <a:ea typeface="Calibri"/>
                <a:cs typeface="Calibri"/>
                <a:sym typeface="Calibri"/>
              </a:defRPr>
            </a:lvl7pPr>
            <a:lvl8pPr indent="7619128" defTabSz="2177277">
              <a:spcBef>
                <a:spcPts val="400"/>
              </a:spcBef>
              <a:defRPr>
                <a:solidFill>
                  <a:srgbClr val="FFFFFF"/>
                </a:solidFill>
                <a:latin typeface="Calibri"/>
                <a:ea typeface="Calibri"/>
                <a:cs typeface="Calibri"/>
                <a:sym typeface="Calibri"/>
              </a:defRPr>
            </a:lvl8pPr>
            <a:lvl9pPr indent="8707577" defTabSz="2177277">
              <a:spcBef>
                <a:spcPts val="400"/>
              </a:spcBef>
              <a:defRPr>
                <a:solidFill>
                  <a:srgbClr val="FFFFFF"/>
                </a:solidFill>
                <a:latin typeface="Calibri"/>
                <a:ea typeface="Calibri"/>
                <a:cs typeface="Calibri"/>
                <a:sym typeface="Calibri"/>
              </a:defRPr>
            </a:lvl9pPr>
          </a:lstStyle>
          <a:p>
            <a:pPr lvl="0" algn="ctr" defTabSz="884127">
              <a:spcBef>
                <a:spcPts val="0"/>
              </a:spcBef>
              <a:defRPr sz="4300">
                <a:solidFill>
                  <a:srgbClr val="000000"/>
                </a:solidFill>
              </a:defRPr>
            </a:pPr>
            <a:endParaRPr sz="1747">
              <a:solidFill>
                <a:schemeClr val="bg1"/>
              </a:solidFill>
            </a:endParaRPr>
          </a:p>
        </p:txBody>
      </p:sp>
      <p:cxnSp>
        <p:nvCxnSpPr>
          <p:cNvPr id="8" name="直線コネクタ 7">
            <a:extLst>
              <a:ext uri="{FF2B5EF4-FFF2-40B4-BE49-F238E27FC236}">
                <a16:creationId xmlns:a16="http://schemas.microsoft.com/office/drawing/2014/main" id="{7D91C2AF-B556-A24B-9BE1-1CF44516E0D0}"/>
              </a:ext>
            </a:extLst>
          </p:cNvPr>
          <p:cNvCxnSpPr>
            <a:cxnSpLocks/>
          </p:cNvCxnSpPr>
          <p:nvPr userDrawn="1"/>
        </p:nvCxnSpPr>
        <p:spPr>
          <a:xfrm>
            <a:off x="0" y="6498000"/>
            <a:ext cx="12192000" cy="0"/>
          </a:xfrm>
          <a:prstGeom prst="line">
            <a:avLst/>
          </a:prstGeom>
          <a:ln w="34925">
            <a:solidFill>
              <a:srgbClr val="9A3B5D"/>
            </a:solidFill>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E320A192-F81A-DE46-BFE4-F9AFCC5612A5}"/>
              </a:ext>
            </a:extLst>
          </p:cNvPr>
          <p:cNvCxnSpPr>
            <a:cxnSpLocks/>
          </p:cNvCxnSpPr>
          <p:nvPr userDrawn="1"/>
        </p:nvCxnSpPr>
        <p:spPr>
          <a:xfrm>
            <a:off x="0" y="0"/>
            <a:ext cx="12192000" cy="0"/>
          </a:xfrm>
          <a:prstGeom prst="line">
            <a:avLst/>
          </a:prstGeom>
          <a:ln w="25400">
            <a:solidFill>
              <a:srgbClr val="9A3B5D"/>
            </a:solidFill>
          </a:ln>
        </p:spPr>
        <p:style>
          <a:lnRef idx="1">
            <a:schemeClr val="accent1"/>
          </a:lnRef>
          <a:fillRef idx="0">
            <a:schemeClr val="accent1"/>
          </a:fillRef>
          <a:effectRef idx="0">
            <a:schemeClr val="accent1"/>
          </a:effectRef>
          <a:fontRef idx="minor">
            <a:schemeClr val="tx1"/>
          </a:fontRef>
        </p:style>
      </p:cxnSp>
      <p:pic>
        <p:nvPicPr>
          <p:cNvPr id="10" name="Picture 17" descr="C:\Documents and Settings\sysexe\デスクトップ\SystemEXEロゴ_120329\SystemEXEロゴ_印刷用.png">
            <a:extLst>
              <a:ext uri="{FF2B5EF4-FFF2-40B4-BE49-F238E27FC236}">
                <a16:creationId xmlns:a16="http://schemas.microsoft.com/office/drawing/2014/main" id="{1919A988-D9C7-F241-86D5-3FF4C05E34A4}"/>
              </a:ext>
            </a:extLst>
          </p:cNvPr>
          <p:cNvPicPr>
            <a:picLocks noChangeAspect="1" noChangeArrowheads="1"/>
          </p:cNvPicPr>
          <p:nvPr userDrawn="1"/>
        </p:nvPicPr>
        <p:blipFill rotWithShape="1">
          <a:blip r:embed="rId35" cstate="screen">
            <a:alphaModFix amt="50000"/>
            <a:extLst>
              <a:ext uri="{28A0092B-C50C-407E-A947-70E740481C1C}">
                <a14:useLocalDpi xmlns:a14="http://schemas.microsoft.com/office/drawing/2010/main"/>
              </a:ext>
            </a:extLst>
          </a:blip>
          <a:srcRect/>
          <a:stretch/>
        </p:blipFill>
        <p:spPr bwMode="auto">
          <a:xfrm>
            <a:off x="11812450" y="99099"/>
            <a:ext cx="355685" cy="196135"/>
          </a:xfrm>
          <a:prstGeom prst="rect">
            <a:avLst/>
          </a:prstGeom>
          <a:noFill/>
        </p:spPr>
      </p:pic>
      <p:sp>
        <p:nvSpPr>
          <p:cNvPr id="4" name="Date Placeholder 3"/>
          <p:cNvSpPr>
            <a:spLocks noGrp="1"/>
          </p:cNvSpPr>
          <p:nvPr>
            <p:ph type="dt" sz="half" idx="2"/>
          </p:nvPr>
        </p:nvSpPr>
        <p:spPr>
          <a:xfrm>
            <a:off x="0" y="6552000"/>
            <a:ext cx="1440000" cy="216000"/>
          </a:xfrm>
          <a:prstGeom prst="rect">
            <a:avLst/>
          </a:prstGeom>
        </p:spPr>
        <p:txBody>
          <a:bodyPr vert="horz" lIns="91440" tIns="45720" rIns="91440" bIns="45720" rtlCol="0" anchor="ctr"/>
          <a:lstStyle>
            <a:lvl1pPr algn="l">
              <a:defRPr sz="1200">
                <a:solidFill>
                  <a:schemeClr val="bg1"/>
                </a:solidFill>
                <a:latin typeface="游ゴシック" panose="020B0400000000000000" pitchFamily="50" charset="-128"/>
                <a:ea typeface="游ゴシック" panose="020B0400000000000000" pitchFamily="50" charset="-128"/>
              </a:defRPr>
            </a:lvl1pPr>
          </a:lstStyle>
          <a:p>
            <a:r>
              <a:rPr lang="en-US" altLang="ja-JP"/>
              <a:t>2025/7/16</a:t>
            </a:r>
            <a:endParaRPr lang="en-US"/>
          </a:p>
        </p:txBody>
      </p:sp>
      <p:sp>
        <p:nvSpPr>
          <p:cNvPr id="5" name="Footer Placeholder 4"/>
          <p:cNvSpPr>
            <a:spLocks noGrp="1"/>
          </p:cNvSpPr>
          <p:nvPr>
            <p:ph type="ftr" sz="quarter" idx="3"/>
          </p:nvPr>
        </p:nvSpPr>
        <p:spPr>
          <a:xfrm>
            <a:off x="3036000" y="6552000"/>
            <a:ext cx="6120000" cy="216000"/>
          </a:xfrm>
          <a:prstGeom prst="rect">
            <a:avLst/>
          </a:prstGeom>
        </p:spPr>
        <p:txBody>
          <a:bodyPr vert="horz" lIns="91440" tIns="45720" rIns="91440" bIns="45720" rtlCol="0" anchor="ctr"/>
          <a:lstStyle>
            <a:lvl1pPr algn="ctr">
              <a:defRPr sz="1200">
                <a:solidFill>
                  <a:schemeClr val="bg1"/>
                </a:solidFill>
                <a:latin typeface="游ゴシック" panose="020B0400000000000000" pitchFamily="50" charset="-128"/>
                <a:ea typeface="游ゴシック" panose="020B0400000000000000" pitchFamily="50" charset="-128"/>
              </a:defRPr>
            </a:lvl1pPr>
          </a:lstStyle>
          <a:p>
            <a:r>
              <a:rPr lang="en-US"/>
              <a:t>Copyright © 2025 SystemEXE,Inc. All Rights Reserved.</a:t>
            </a:r>
          </a:p>
        </p:txBody>
      </p:sp>
      <p:sp>
        <p:nvSpPr>
          <p:cNvPr id="6" name="Slide Number Placeholder 5"/>
          <p:cNvSpPr>
            <a:spLocks noGrp="1"/>
          </p:cNvSpPr>
          <p:nvPr>
            <p:ph type="sldNum" sz="quarter" idx="4"/>
          </p:nvPr>
        </p:nvSpPr>
        <p:spPr>
          <a:xfrm>
            <a:off x="10752000" y="6552000"/>
            <a:ext cx="1440000" cy="216000"/>
          </a:xfrm>
          <a:prstGeom prst="rect">
            <a:avLst/>
          </a:prstGeom>
        </p:spPr>
        <p:txBody>
          <a:bodyPr vert="horz" lIns="91440" tIns="45720" rIns="91440" bIns="45720" rtlCol="0" anchor="ctr"/>
          <a:lstStyle>
            <a:lvl1pPr algn="r">
              <a:defRPr sz="1200">
                <a:solidFill>
                  <a:schemeClr val="bg1"/>
                </a:solidFill>
                <a:latin typeface="游ゴシック" panose="020B0400000000000000" pitchFamily="50" charset="-128"/>
                <a:ea typeface="游ゴシック" panose="020B0400000000000000" pitchFamily="50" charset="-128"/>
              </a:defRPr>
            </a:lvl1pPr>
          </a:lstStyle>
          <a:p>
            <a:fld id="{26CA5134-5AAC-D342-B763-43605FECB385}" type="slidenum">
              <a:rPr kumimoji="1" lang="ja-JP" altLang="en-US" smtClean="0"/>
              <a:pPr/>
              <a:t>‹#›</a:t>
            </a:fld>
            <a:endParaRPr kumimoji="1" lang="ja-JP" altLang="en-US" sz="533"/>
          </a:p>
        </p:txBody>
      </p:sp>
    </p:spTree>
    <p:extLst>
      <p:ext uri="{BB962C8B-B14F-4D97-AF65-F5344CB8AC3E}">
        <p14:creationId xmlns:p14="http://schemas.microsoft.com/office/powerpoint/2010/main" val="428617888"/>
      </p:ext>
    </p:extLst>
  </p:cSld>
  <p:clrMap bg1="lt1" tx1="dk1" bg2="lt2" tx2="dk2" accent1="accent1" accent2="accent2" accent3="accent3" accent4="accent4" accent5="accent5" accent6="accent6" hlink="hlink" folHlink="folHlink"/>
  <p:sldLayoutIdLst>
    <p:sldLayoutId id="2147483795" r:id="rId1"/>
    <p:sldLayoutId id="2147483772" r:id="rId2"/>
    <p:sldLayoutId id="2147483776" r:id="rId3"/>
    <p:sldLayoutId id="2147483796" r:id="rId4"/>
    <p:sldLayoutId id="2147483797" r:id="rId5"/>
    <p:sldLayoutId id="2147483813" r:id="rId6"/>
    <p:sldLayoutId id="2147483814" r:id="rId7"/>
    <p:sldLayoutId id="2147483815" r:id="rId8"/>
    <p:sldLayoutId id="2147483816" r:id="rId9"/>
    <p:sldLayoutId id="2147483817" r:id="rId10"/>
    <p:sldLayoutId id="2147483818" r:id="rId11"/>
    <p:sldLayoutId id="2147483806" r:id="rId12"/>
    <p:sldLayoutId id="2147483807" r:id="rId13"/>
    <p:sldLayoutId id="2147483808" r:id="rId14"/>
    <p:sldLayoutId id="2147483809" r:id="rId15"/>
    <p:sldLayoutId id="2147483810" r:id="rId16"/>
    <p:sldLayoutId id="2147483811" r:id="rId17"/>
    <p:sldLayoutId id="2147483812" r:id="rId18"/>
    <p:sldLayoutId id="2147483804" r:id="rId19"/>
    <p:sldLayoutId id="2147483805" r:id="rId20"/>
    <p:sldLayoutId id="2147483756" r:id="rId21"/>
    <p:sldLayoutId id="2147483757" r:id="rId22"/>
    <p:sldLayoutId id="2147483758" r:id="rId23"/>
    <p:sldLayoutId id="2147483759" r:id="rId24"/>
    <p:sldLayoutId id="2147483760" r:id="rId25"/>
    <p:sldLayoutId id="2147483761" r:id="rId26"/>
    <p:sldLayoutId id="2147483762" r:id="rId27"/>
    <p:sldLayoutId id="2147483763" r:id="rId28"/>
    <p:sldLayoutId id="2147483764" r:id="rId29"/>
    <p:sldLayoutId id="2147483765" r:id="rId30"/>
    <p:sldLayoutId id="2147483766" r:id="rId31"/>
    <p:sldLayoutId id="2147483819" r:id="rId32"/>
    <p:sldLayoutId id="2147483821" r:id="rId33"/>
  </p:sldLayoutIdLst>
  <p:hf sldNum="0" hdr="0"/>
  <p:txStyles>
    <p:titleStyle>
      <a:lvl1pPr algn="l" defTabSz="914400" rtl="0" eaLnBrk="1" latinLnBrk="0" hangingPunct="1">
        <a:lnSpc>
          <a:spcPct val="100000"/>
        </a:lnSpc>
        <a:spcBef>
          <a:spcPct val="0"/>
        </a:spcBef>
        <a:buNone/>
        <a:defRPr kumimoji="1" sz="2800" b="0" kern="1200">
          <a:solidFill>
            <a:srgbClr val="9A3B5D"/>
          </a:solidFill>
          <a:latin typeface="BIZ UDPゴシック" panose="020B0400000000000000" pitchFamily="50" charset="-128"/>
          <a:ea typeface="BIZ UDPゴシック" panose="020B0400000000000000" pitchFamily="50" charset="-128"/>
          <a:cs typeface="+mj-cs"/>
        </a:defRPr>
      </a:lvl1pPr>
    </p:titleStyle>
    <p:bodyStyle>
      <a:lvl1pPr marL="0" indent="0" algn="l" defTabSz="914400" rtl="0" eaLnBrk="1" latinLnBrk="0" hangingPunct="1">
        <a:lnSpc>
          <a:spcPct val="100000"/>
        </a:lnSpc>
        <a:spcBef>
          <a:spcPts val="600"/>
        </a:spcBef>
        <a:buFont typeface="Arial" panose="020B0604020202020204" pitchFamily="34" charset="0"/>
        <a:buNone/>
        <a:defRPr kumimoji="1" sz="1600" kern="1200">
          <a:solidFill>
            <a:schemeClr val="tx1"/>
          </a:solidFill>
          <a:latin typeface="游ゴシック" panose="020B0400000000000000" pitchFamily="50" charset="-128"/>
          <a:ea typeface="游ゴシック" panose="020B0400000000000000"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2.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3" Type="http://schemas.openxmlformats.org/officeDocument/2006/relationships/image" Target="../media/image28.png"/><Relationship Id="rId7" Type="http://schemas.openxmlformats.org/officeDocument/2006/relationships/image" Target="../media/image32.png"/><Relationship Id="rId12" Type="http://schemas.openxmlformats.org/officeDocument/2006/relationships/image" Target="../media/image37.sv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31.png"/><Relationship Id="rId11" Type="http://schemas.openxmlformats.org/officeDocument/2006/relationships/image" Target="../media/image36.png"/><Relationship Id="rId5" Type="http://schemas.openxmlformats.org/officeDocument/2006/relationships/image" Target="../media/image30.png"/><Relationship Id="rId15" Type="http://schemas.openxmlformats.org/officeDocument/2006/relationships/image" Target="../media/image40.svg"/><Relationship Id="rId10" Type="http://schemas.openxmlformats.org/officeDocument/2006/relationships/image" Target="../media/image35.png"/><Relationship Id="rId4" Type="http://schemas.openxmlformats.org/officeDocument/2006/relationships/image" Target="../media/image29.jpeg"/><Relationship Id="rId9" Type="http://schemas.openxmlformats.org/officeDocument/2006/relationships/image" Target="../media/image34.svg"/><Relationship Id="rId14" Type="http://schemas.openxmlformats.org/officeDocument/2006/relationships/image" Target="../media/image39.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p:cNvSpPr>
            <a:spLocks noGrp="1"/>
          </p:cNvSpPr>
          <p:nvPr>
            <p:ph type="ctrTitle"/>
          </p:nvPr>
        </p:nvSpPr>
        <p:spPr>
          <a:xfrm>
            <a:off x="448403" y="3309590"/>
            <a:ext cx="9343595" cy="914410"/>
          </a:xfrm>
        </p:spPr>
        <p:txBody>
          <a:bodyPr/>
          <a:lstStyle/>
          <a:p>
            <a:r>
              <a:rPr lang="ja-JP" altLang="en-US" sz="2400" dirty="0">
                <a:latin typeface="BIZ UDPゴシック" panose="020B0400000000000000" pitchFamily="50" charset="-128"/>
                <a:ea typeface="BIZ UDPゴシック" panose="020B0400000000000000" pitchFamily="50" charset="-128"/>
              </a:rPr>
              <a:t>タスク管理ツール運用・保守業務</a:t>
            </a:r>
          </a:p>
        </p:txBody>
      </p:sp>
      <p:sp>
        <p:nvSpPr>
          <p:cNvPr id="4" name="サブタイトル 3"/>
          <p:cNvSpPr>
            <a:spLocks noGrp="1"/>
          </p:cNvSpPr>
          <p:nvPr>
            <p:ph type="subTitle" idx="1"/>
          </p:nvPr>
        </p:nvSpPr>
        <p:spPr>
          <a:xfrm>
            <a:off x="375584" y="2850131"/>
            <a:ext cx="8840416" cy="480000"/>
          </a:xfrm>
        </p:spPr>
        <p:txBody>
          <a:bodyPr/>
          <a:lstStyle/>
          <a:p>
            <a:r>
              <a:rPr kumimoji="1" lang="en-US" altLang="ja-JP">
                <a:latin typeface="+mn-ea"/>
                <a:ea typeface="+mn-ea"/>
              </a:rPr>
              <a:t>【</a:t>
            </a:r>
            <a:r>
              <a:rPr kumimoji="1" lang="ja-JP" altLang="en-US">
                <a:latin typeface="+mn-ea"/>
                <a:ea typeface="+mn-ea"/>
              </a:rPr>
              <a:t>提案書</a:t>
            </a:r>
            <a:r>
              <a:rPr kumimoji="1" lang="en-US" altLang="ja-JP">
                <a:latin typeface="+mn-ea"/>
                <a:ea typeface="+mn-ea"/>
              </a:rPr>
              <a:t>】</a:t>
            </a:r>
          </a:p>
        </p:txBody>
      </p:sp>
      <p:sp>
        <p:nvSpPr>
          <p:cNvPr id="5" name="テキスト プレースホルダー 4"/>
          <p:cNvSpPr>
            <a:spLocks noGrp="1"/>
          </p:cNvSpPr>
          <p:nvPr>
            <p:ph type="body" sz="quarter" idx="13"/>
          </p:nvPr>
        </p:nvSpPr>
        <p:spPr>
          <a:xfrm>
            <a:off x="9407999" y="3552000"/>
            <a:ext cx="2688000" cy="384000"/>
          </a:xfrm>
        </p:spPr>
        <p:txBody>
          <a:bodyPr/>
          <a:lstStyle/>
          <a:p>
            <a:r>
              <a:rPr kumimoji="1" lang="ja-JP" altLang="en-US" dirty="0"/>
              <a:t>システムソリューション本部</a:t>
            </a:r>
            <a:endParaRPr kumimoji="1" lang="en-US" altLang="ja-JP" dirty="0"/>
          </a:p>
          <a:p>
            <a:r>
              <a:rPr lang="ja-JP" altLang="en-US" dirty="0"/>
              <a:t>システムソリューション</a:t>
            </a:r>
            <a:r>
              <a:rPr lang="en-US" altLang="ja-JP" dirty="0"/>
              <a:t>2</a:t>
            </a:r>
            <a:r>
              <a:rPr lang="ja-JP" altLang="en-US" dirty="0"/>
              <a:t>部</a:t>
            </a:r>
            <a:endParaRPr kumimoji="1" lang="ja-JP" altLang="en-US" dirty="0"/>
          </a:p>
        </p:txBody>
      </p:sp>
      <p:sp>
        <p:nvSpPr>
          <p:cNvPr id="7" name="テキスト プレースホルダー 6"/>
          <p:cNvSpPr>
            <a:spLocks noGrp="1"/>
          </p:cNvSpPr>
          <p:nvPr>
            <p:ph type="body" sz="quarter" idx="14"/>
          </p:nvPr>
        </p:nvSpPr>
        <p:spPr>
          <a:xfrm>
            <a:off x="375584" y="384000"/>
            <a:ext cx="7068384" cy="557832"/>
          </a:xfrm>
        </p:spPr>
        <p:txBody>
          <a:bodyPr>
            <a:normAutofit/>
          </a:bodyPr>
          <a:lstStyle/>
          <a:p>
            <a:r>
              <a:rPr kumimoji="1" lang="ja-JP" altLang="en-US" sz="1800" dirty="0"/>
              <a:t>出光興産株式会社 御中</a:t>
            </a:r>
          </a:p>
        </p:txBody>
      </p:sp>
      <p:sp>
        <p:nvSpPr>
          <p:cNvPr id="2" name="フッター プレースホルダー 1">
            <a:extLst>
              <a:ext uri="{FF2B5EF4-FFF2-40B4-BE49-F238E27FC236}">
                <a16:creationId xmlns:a16="http://schemas.microsoft.com/office/drawing/2014/main" id="{647134F2-F721-9923-F54E-94C32060876A}"/>
              </a:ext>
            </a:extLst>
          </p:cNvPr>
          <p:cNvSpPr>
            <a:spLocks noGrp="1"/>
          </p:cNvSpPr>
          <p:nvPr>
            <p:ph type="ftr" sz="quarter" idx="11"/>
          </p:nvPr>
        </p:nvSpPr>
        <p:spPr/>
        <p:txBody>
          <a:bodyPr/>
          <a:lstStyle/>
          <a:p>
            <a:r>
              <a:rPr lang="en-US"/>
              <a:t>Copyright © 2025 SystemEXE,Inc. All Rights Reserved.</a:t>
            </a:r>
          </a:p>
        </p:txBody>
      </p:sp>
      <p:sp>
        <p:nvSpPr>
          <p:cNvPr id="8" name="日付プレースホルダー 7">
            <a:extLst>
              <a:ext uri="{FF2B5EF4-FFF2-40B4-BE49-F238E27FC236}">
                <a16:creationId xmlns:a16="http://schemas.microsoft.com/office/drawing/2014/main" id="{2B2DEC2C-6320-E251-7737-D52416D38EFD}"/>
              </a:ext>
            </a:extLst>
          </p:cNvPr>
          <p:cNvSpPr>
            <a:spLocks noGrp="1"/>
          </p:cNvSpPr>
          <p:nvPr>
            <p:ph type="dt" sz="half" idx="10"/>
          </p:nvPr>
        </p:nvSpPr>
        <p:spPr>
          <a:xfrm>
            <a:off x="9823597" y="4034410"/>
            <a:ext cx="1920000" cy="288000"/>
          </a:xfrm>
        </p:spPr>
        <p:txBody>
          <a:bodyPr/>
          <a:lstStyle/>
          <a:p>
            <a:r>
              <a:rPr lang="en-US" altLang="ja-JP"/>
              <a:t>2025/7/16</a:t>
            </a:r>
            <a:endParaRPr lang="en-US" dirty="0"/>
          </a:p>
        </p:txBody>
      </p:sp>
    </p:spTree>
    <p:extLst>
      <p:ext uri="{BB962C8B-B14F-4D97-AF65-F5344CB8AC3E}">
        <p14:creationId xmlns:p14="http://schemas.microsoft.com/office/powerpoint/2010/main" val="22852829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92AACF-0304-867C-C551-B2F029E4FDC0}"/>
            </a:ext>
          </a:extLst>
        </p:cNvPr>
        <p:cNvGrpSpPr/>
        <p:nvPr/>
      </p:nvGrpSpPr>
      <p:grpSpPr>
        <a:xfrm>
          <a:off x="0" y="0"/>
          <a:ext cx="0" cy="0"/>
          <a:chOff x="0" y="0"/>
          <a:chExt cx="0" cy="0"/>
        </a:xfrm>
      </p:grpSpPr>
      <p:sp>
        <p:nvSpPr>
          <p:cNvPr id="7" name="スライド番号プレースホルダー 1">
            <a:extLst>
              <a:ext uri="{FF2B5EF4-FFF2-40B4-BE49-F238E27FC236}">
                <a16:creationId xmlns:a16="http://schemas.microsoft.com/office/drawing/2014/main" id="{2DD4C3DC-A8A4-C693-39C2-42646ECE499A}"/>
              </a:ext>
            </a:extLst>
          </p:cNvPr>
          <p:cNvSpPr txBox="1">
            <a:spLocks/>
          </p:cNvSpPr>
          <p:nvPr/>
        </p:nvSpPr>
        <p:spPr>
          <a:xfrm>
            <a:off x="11560335" y="6520721"/>
            <a:ext cx="631667" cy="336528"/>
          </a:xfrm>
          <a:prstGeom prst="rect">
            <a:avLst/>
          </a:prstGeom>
        </p:spPr>
        <p:txBody>
          <a:bodyPr anchor="t"/>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26CA5134-5AAC-D342-B763-43605FECB385}" type="slidenum">
              <a:rPr kumimoji="1" lang="ja-JP" altLang="en-US" sz="1100" smtClean="0">
                <a:solidFill>
                  <a:schemeClr val="bg1"/>
                </a:solidFill>
                <a:latin typeface="Meiryo UI" panose="020B0604030504040204" pitchFamily="50" charset="-128"/>
                <a:ea typeface="Meiryo UI" panose="020B0604030504040204" pitchFamily="50" charset="-128"/>
              </a:rPr>
              <a:pPr algn="r"/>
              <a:t>1</a:t>
            </a:fld>
            <a:endParaRPr kumimoji="1" lang="ja-JP" altLang="en-US" sz="1100">
              <a:solidFill>
                <a:schemeClr val="bg1"/>
              </a:solidFill>
              <a:latin typeface="Meiryo UI" panose="020B0604030504040204" pitchFamily="50" charset="-128"/>
              <a:ea typeface="Meiryo UI" panose="020B0604030504040204" pitchFamily="50" charset="-128"/>
            </a:endParaRPr>
          </a:p>
        </p:txBody>
      </p:sp>
      <p:sp>
        <p:nvSpPr>
          <p:cNvPr id="17" name="フッター プレースホルダー 16">
            <a:extLst>
              <a:ext uri="{FF2B5EF4-FFF2-40B4-BE49-F238E27FC236}">
                <a16:creationId xmlns:a16="http://schemas.microsoft.com/office/drawing/2014/main" id="{4B2429EB-DAD4-F0D8-728E-A72C8DEAF1EA}"/>
              </a:ext>
            </a:extLst>
          </p:cNvPr>
          <p:cNvSpPr>
            <a:spLocks noGrp="1"/>
          </p:cNvSpPr>
          <p:nvPr>
            <p:ph type="ftr" sz="quarter" idx="11"/>
          </p:nvPr>
        </p:nvSpPr>
        <p:spPr/>
        <p:txBody>
          <a:bodyPr/>
          <a:lstStyle/>
          <a:p>
            <a:r>
              <a:rPr lang="en-US">
                <a:latin typeface="Meiryo UI" panose="020B0604030504040204" pitchFamily="50" charset="-128"/>
                <a:ea typeface="Meiryo UI" panose="020B0604030504040204" pitchFamily="50" charset="-128"/>
              </a:rPr>
              <a:t>Copyright © 2025 SystemEXE,Inc. All Rights Reserved.</a:t>
            </a:r>
          </a:p>
        </p:txBody>
      </p:sp>
      <p:sp>
        <p:nvSpPr>
          <p:cNvPr id="162" name="正方形/長方形 161">
            <a:extLst>
              <a:ext uri="{FF2B5EF4-FFF2-40B4-BE49-F238E27FC236}">
                <a16:creationId xmlns:a16="http://schemas.microsoft.com/office/drawing/2014/main" id="{18A15C42-3F26-4FCC-A39A-CF66B204D940}"/>
              </a:ext>
            </a:extLst>
          </p:cNvPr>
          <p:cNvSpPr/>
          <p:nvPr/>
        </p:nvSpPr>
        <p:spPr>
          <a:xfrm>
            <a:off x="7042765" y="1016085"/>
            <a:ext cx="4574435" cy="5010444"/>
          </a:xfrm>
          <a:prstGeom prst="rect">
            <a:avLst/>
          </a:prstGeom>
          <a:noFill/>
          <a:ln w="1905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r>
              <a:rPr kumimoji="1" lang="en-US" altLang="ja-JP" sz="1200" dirty="0">
                <a:solidFill>
                  <a:schemeClr val="tx1"/>
                </a:solidFill>
                <a:latin typeface="Meiryo UI" panose="020B0604030504040204" pitchFamily="50" charset="-128"/>
                <a:ea typeface="Meiryo UI" panose="020B0604030504040204" pitchFamily="50" charset="-128"/>
              </a:rPr>
              <a:t>Microsoft 365</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163" name="正方形/長方形 162">
            <a:extLst>
              <a:ext uri="{FF2B5EF4-FFF2-40B4-BE49-F238E27FC236}">
                <a16:creationId xmlns:a16="http://schemas.microsoft.com/office/drawing/2014/main" id="{3DF7CFB4-E15F-7344-B5CA-E7BACF1AA4C0}"/>
              </a:ext>
            </a:extLst>
          </p:cNvPr>
          <p:cNvSpPr/>
          <p:nvPr/>
        </p:nvSpPr>
        <p:spPr>
          <a:xfrm>
            <a:off x="3562571" y="1016085"/>
            <a:ext cx="3240000" cy="3052987"/>
          </a:xfrm>
          <a:prstGeom prst="rect">
            <a:avLst/>
          </a:prstGeom>
          <a:noFill/>
          <a:ln w="1905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r>
              <a:rPr kumimoji="1" lang="ja-JP" altLang="en-US" sz="1200" dirty="0">
                <a:solidFill>
                  <a:schemeClr val="tx1"/>
                </a:solidFill>
                <a:latin typeface="Meiryo UI" panose="020B0604030504040204" pitchFamily="50" charset="-128"/>
                <a:ea typeface="Meiryo UI" panose="020B0604030504040204" pitchFamily="50" charset="-128"/>
              </a:rPr>
              <a:t>ローカル環境（物理</a:t>
            </a:r>
            <a:r>
              <a:rPr kumimoji="1" lang="en-US" altLang="ja-JP" sz="1200" dirty="0">
                <a:solidFill>
                  <a:schemeClr val="tx1"/>
                </a:solidFill>
                <a:latin typeface="Meiryo UI" panose="020B0604030504040204" pitchFamily="50" charset="-128"/>
                <a:ea typeface="Meiryo UI" panose="020B0604030504040204" pitchFamily="50" charset="-128"/>
              </a:rPr>
              <a:t>PC</a:t>
            </a:r>
            <a:r>
              <a:rPr kumimoji="1" lang="ja-JP" altLang="en-US" sz="1200" dirty="0">
                <a:solidFill>
                  <a:schemeClr val="tx1"/>
                </a:solidFill>
                <a:latin typeface="Meiryo UI" panose="020B0604030504040204" pitchFamily="50" charset="-128"/>
                <a:ea typeface="Meiryo UI" panose="020B0604030504040204" pitchFamily="50" charset="-128"/>
              </a:rPr>
              <a:t>）</a:t>
            </a:r>
          </a:p>
        </p:txBody>
      </p:sp>
      <p:sp>
        <p:nvSpPr>
          <p:cNvPr id="165" name="正方形/長方形 164">
            <a:extLst>
              <a:ext uri="{FF2B5EF4-FFF2-40B4-BE49-F238E27FC236}">
                <a16:creationId xmlns:a16="http://schemas.microsoft.com/office/drawing/2014/main" id="{DB8FA28C-61ED-BFB4-E5FF-0382966CDF9D}"/>
              </a:ext>
            </a:extLst>
          </p:cNvPr>
          <p:cNvSpPr/>
          <p:nvPr/>
        </p:nvSpPr>
        <p:spPr>
          <a:xfrm>
            <a:off x="9385610" y="1632825"/>
            <a:ext cx="2106316" cy="1149313"/>
          </a:xfrm>
          <a:prstGeom prst="rect">
            <a:avLst/>
          </a:prstGeom>
          <a:noFill/>
          <a:ln w="1905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endParaRPr kumimoji="1" lang="ja-JP" altLang="en-US" sz="1200">
              <a:solidFill>
                <a:schemeClr val="tx1"/>
              </a:solidFill>
              <a:latin typeface="Meiryo UI" panose="020B0604030504040204" pitchFamily="50" charset="-128"/>
              <a:ea typeface="Meiryo UI" panose="020B0604030504040204" pitchFamily="50" charset="-128"/>
            </a:endParaRPr>
          </a:p>
        </p:txBody>
      </p:sp>
      <p:pic>
        <p:nvPicPr>
          <p:cNvPr id="166" name="Picture 2" descr="Microsoft Apps">
            <a:extLst>
              <a:ext uri="{FF2B5EF4-FFF2-40B4-BE49-F238E27FC236}">
                <a16:creationId xmlns:a16="http://schemas.microsoft.com/office/drawing/2014/main" id="{82B410D9-ECE4-17AA-3B44-E343B4AF99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54665" y="1710432"/>
            <a:ext cx="288000" cy="288000"/>
          </a:xfrm>
          <a:prstGeom prst="rect">
            <a:avLst/>
          </a:prstGeom>
          <a:noFill/>
          <a:extLst>
            <a:ext uri="{909E8E84-426E-40DD-AFC4-6F175D3DCCD1}">
              <a14:hiddenFill xmlns:a14="http://schemas.microsoft.com/office/drawing/2010/main">
                <a:solidFill>
                  <a:srgbClr val="FFFFFF"/>
                </a:solidFill>
              </a14:hiddenFill>
            </a:ext>
          </a:extLst>
        </p:spPr>
      </p:pic>
      <p:sp>
        <p:nvSpPr>
          <p:cNvPr id="167" name="正方形/長方形 166">
            <a:extLst>
              <a:ext uri="{FF2B5EF4-FFF2-40B4-BE49-F238E27FC236}">
                <a16:creationId xmlns:a16="http://schemas.microsoft.com/office/drawing/2014/main" id="{852133F1-DC86-D7EC-D2D6-8B0B98FA5EC4}"/>
              </a:ext>
            </a:extLst>
          </p:cNvPr>
          <p:cNvSpPr/>
          <p:nvPr/>
        </p:nvSpPr>
        <p:spPr>
          <a:xfrm>
            <a:off x="9842775" y="1695697"/>
            <a:ext cx="1025006" cy="330072"/>
          </a:xfrm>
          <a:prstGeom prst="rect">
            <a:avLst/>
          </a:prstGeom>
          <a:noFill/>
          <a:ln w="19050">
            <a:no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lIns="72000" tIns="72000" rIns="72000" bIns="72000" rtlCol="0" anchor="t">
            <a:spAutoFit/>
          </a:bodyPr>
          <a:lstStyle/>
          <a:p>
            <a:r>
              <a:rPr kumimoji="1" lang="en-US" altLang="ja-JP" sz="1200" dirty="0">
                <a:solidFill>
                  <a:schemeClr val="tx1"/>
                </a:solidFill>
                <a:latin typeface="Meiryo UI" panose="020B0604030504040204" pitchFamily="50" charset="-128"/>
                <a:ea typeface="Meiryo UI" panose="020B0604030504040204" pitchFamily="50" charset="-128"/>
              </a:rPr>
              <a:t>Power</a:t>
            </a:r>
            <a:r>
              <a:rPr kumimoji="1" lang="ja-JP" altLang="en-US" sz="1200" dirty="0">
                <a:solidFill>
                  <a:schemeClr val="tx1"/>
                </a:solidFill>
                <a:latin typeface="Meiryo UI" panose="020B0604030504040204" pitchFamily="50" charset="-128"/>
                <a:ea typeface="Meiryo UI" panose="020B0604030504040204" pitchFamily="50" charset="-128"/>
              </a:rPr>
              <a:t> </a:t>
            </a:r>
            <a:r>
              <a:rPr kumimoji="1" lang="en-US" altLang="ja-JP" sz="1200" dirty="0">
                <a:solidFill>
                  <a:schemeClr val="tx1"/>
                </a:solidFill>
                <a:latin typeface="Meiryo UI" panose="020B0604030504040204" pitchFamily="50" charset="-128"/>
                <a:ea typeface="Meiryo UI" panose="020B0604030504040204" pitchFamily="50" charset="-128"/>
              </a:rPr>
              <a:t>Apps</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pic>
        <p:nvPicPr>
          <p:cNvPr id="1026" name="Picture 2" descr="Microsoft 365 CopilotのAndroid - UptodownからAPKをダウンロードしよう">
            <a:extLst>
              <a:ext uri="{FF2B5EF4-FFF2-40B4-BE49-F238E27FC236}">
                <a16:creationId xmlns:a16="http://schemas.microsoft.com/office/drawing/2014/main" id="{78B70BA3-1120-6CA0-220F-581B79C325E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38670" y="1105369"/>
            <a:ext cx="400219" cy="400219"/>
          </a:xfrm>
          <a:prstGeom prst="rect">
            <a:avLst/>
          </a:prstGeom>
          <a:noFill/>
          <a:extLst>
            <a:ext uri="{909E8E84-426E-40DD-AFC4-6F175D3DCCD1}">
              <a14:hiddenFill xmlns:a14="http://schemas.microsoft.com/office/drawing/2010/main">
                <a:solidFill>
                  <a:srgbClr val="FFFFFF"/>
                </a:solidFill>
              </a14:hiddenFill>
            </a:ext>
          </a:extLst>
        </p:spPr>
      </p:pic>
      <p:grpSp>
        <p:nvGrpSpPr>
          <p:cNvPr id="174" name="グループ化 173">
            <a:extLst>
              <a:ext uri="{FF2B5EF4-FFF2-40B4-BE49-F238E27FC236}">
                <a16:creationId xmlns:a16="http://schemas.microsoft.com/office/drawing/2014/main" id="{29224C41-FFB6-B3DB-E1CA-A91EF64D5541}"/>
              </a:ext>
            </a:extLst>
          </p:cNvPr>
          <p:cNvGrpSpPr/>
          <p:nvPr/>
        </p:nvGrpSpPr>
        <p:grpSpPr>
          <a:xfrm>
            <a:off x="7288886" y="1716671"/>
            <a:ext cx="1706926" cy="330072"/>
            <a:chOff x="2799267" y="2836864"/>
            <a:chExt cx="1706926" cy="330072"/>
          </a:xfrm>
        </p:grpSpPr>
        <p:pic>
          <p:nvPicPr>
            <p:cNvPr id="175" name="図 174" descr="アイコン&#10;&#10;自動的に生成された説明">
              <a:extLst>
                <a:ext uri="{FF2B5EF4-FFF2-40B4-BE49-F238E27FC236}">
                  <a16:creationId xmlns:a16="http://schemas.microsoft.com/office/drawing/2014/main" id="{4607B467-8030-D6F5-3B86-743F579958B3}"/>
                </a:ext>
              </a:extLst>
            </p:cNvPr>
            <p:cNvPicPr>
              <a:picLocks noChangeAspect="1"/>
            </p:cNvPicPr>
            <p:nvPr/>
          </p:nvPicPr>
          <p:blipFill>
            <a:blip r:embed="rId5"/>
            <a:stretch>
              <a:fillRect/>
            </a:stretch>
          </p:blipFill>
          <p:spPr>
            <a:xfrm>
              <a:off x="2799267" y="2861116"/>
              <a:ext cx="281569" cy="281569"/>
            </a:xfrm>
            <a:prstGeom prst="rect">
              <a:avLst/>
            </a:prstGeom>
          </p:spPr>
        </p:pic>
        <p:sp>
          <p:nvSpPr>
            <p:cNvPr id="176" name="正方形/長方形 175">
              <a:extLst>
                <a:ext uri="{FF2B5EF4-FFF2-40B4-BE49-F238E27FC236}">
                  <a16:creationId xmlns:a16="http://schemas.microsoft.com/office/drawing/2014/main" id="{57A1B3C7-01D7-7D3D-FD44-25EAB58733FD}"/>
                </a:ext>
              </a:extLst>
            </p:cNvPr>
            <p:cNvSpPr/>
            <p:nvPr/>
          </p:nvSpPr>
          <p:spPr>
            <a:xfrm>
              <a:off x="3117882" y="2836864"/>
              <a:ext cx="1388311" cy="330072"/>
            </a:xfrm>
            <a:prstGeom prst="rect">
              <a:avLst/>
            </a:prstGeom>
            <a:noFill/>
            <a:ln w="19050">
              <a:no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lIns="72000" tIns="72000" rIns="72000" bIns="72000" rtlCol="0" anchor="t">
              <a:spAutoFit/>
            </a:bodyPr>
            <a:lstStyle/>
            <a:p>
              <a:r>
                <a:rPr kumimoji="1" lang="en-US" altLang="ja-JP" sz="1200" dirty="0">
                  <a:solidFill>
                    <a:schemeClr val="tx1"/>
                  </a:solidFill>
                  <a:latin typeface="Meiryo UI" panose="020B0604030504040204" pitchFamily="50" charset="-128"/>
                  <a:ea typeface="Meiryo UI" panose="020B0604030504040204" pitchFamily="50" charset="-128"/>
                </a:rPr>
                <a:t>Power Automate</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grpSp>
      <p:sp>
        <p:nvSpPr>
          <p:cNvPr id="178" name="正方形/長方形 177">
            <a:extLst>
              <a:ext uri="{FF2B5EF4-FFF2-40B4-BE49-F238E27FC236}">
                <a16:creationId xmlns:a16="http://schemas.microsoft.com/office/drawing/2014/main" id="{611F32F0-F18A-BD73-8DFA-27F3D53C76A0}"/>
              </a:ext>
            </a:extLst>
          </p:cNvPr>
          <p:cNvSpPr/>
          <p:nvPr/>
        </p:nvSpPr>
        <p:spPr>
          <a:xfrm>
            <a:off x="7220838" y="1629664"/>
            <a:ext cx="2023691" cy="2949746"/>
          </a:xfrm>
          <a:prstGeom prst="rect">
            <a:avLst/>
          </a:prstGeom>
          <a:noFill/>
          <a:ln w="1905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endParaRPr kumimoji="1" lang="ja-JP" altLang="en-US" sz="1200">
              <a:solidFill>
                <a:schemeClr val="tx1"/>
              </a:solidFill>
              <a:latin typeface="Meiryo UI" panose="020B0604030504040204" pitchFamily="50" charset="-128"/>
              <a:ea typeface="Meiryo UI" panose="020B0604030504040204" pitchFamily="50" charset="-128"/>
            </a:endParaRPr>
          </a:p>
        </p:txBody>
      </p:sp>
      <p:grpSp>
        <p:nvGrpSpPr>
          <p:cNvPr id="182" name="グループ化 181">
            <a:extLst>
              <a:ext uri="{FF2B5EF4-FFF2-40B4-BE49-F238E27FC236}">
                <a16:creationId xmlns:a16="http://schemas.microsoft.com/office/drawing/2014/main" id="{75BFC3BA-0DF6-E0B2-756C-C77D28028A1E}"/>
              </a:ext>
            </a:extLst>
          </p:cNvPr>
          <p:cNvGrpSpPr/>
          <p:nvPr/>
        </p:nvGrpSpPr>
        <p:grpSpPr>
          <a:xfrm>
            <a:off x="9567297" y="2990865"/>
            <a:ext cx="1772502" cy="488459"/>
            <a:chOff x="6662838" y="4238152"/>
            <a:chExt cx="1772502" cy="488459"/>
          </a:xfrm>
        </p:grpSpPr>
        <p:pic>
          <p:nvPicPr>
            <p:cNvPr id="184" name="Picture 2">
              <a:extLst>
                <a:ext uri="{FF2B5EF4-FFF2-40B4-BE49-F238E27FC236}">
                  <a16:creationId xmlns:a16="http://schemas.microsoft.com/office/drawing/2014/main" id="{48C807F3-28F8-52A7-232C-4D9A4167588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31893" y="4341568"/>
              <a:ext cx="288000" cy="288000"/>
            </a:xfrm>
            <a:prstGeom prst="rect">
              <a:avLst/>
            </a:prstGeom>
            <a:noFill/>
            <a:extLst>
              <a:ext uri="{909E8E84-426E-40DD-AFC4-6F175D3DCCD1}">
                <a14:hiddenFill xmlns:a14="http://schemas.microsoft.com/office/drawing/2010/main">
                  <a:solidFill>
                    <a:srgbClr val="FFFFFF"/>
                  </a:solidFill>
                </a14:hiddenFill>
              </a:ext>
            </a:extLst>
          </p:spPr>
        </p:pic>
        <p:grpSp>
          <p:nvGrpSpPr>
            <p:cNvPr id="185" name="グループ化 184">
              <a:extLst>
                <a:ext uri="{FF2B5EF4-FFF2-40B4-BE49-F238E27FC236}">
                  <a16:creationId xmlns:a16="http://schemas.microsoft.com/office/drawing/2014/main" id="{24AF355C-3C49-CAA8-928C-FE89A71CCBF8}"/>
                </a:ext>
              </a:extLst>
            </p:cNvPr>
            <p:cNvGrpSpPr/>
            <p:nvPr/>
          </p:nvGrpSpPr>
          <p:grpSpPr>
            <a:xfrm>
              <a:off x="6662838" y="4238152"/>
              <a:ext cx="1772502" cy="488459"/>
              <a:chOff x="6662838" y="4238152"/>
              <a:chExt cx="1772502" cy="488459"/>
            </a:xfrm>
          </p:grpSpPr>
          <p:sp>
            <p:nvSpPr>
              <p:cNvPr id="186" name="正方形/長方形 185">
                <a:extLst>
                  <a:ext uri="{FF2B5EF4-FFF2-40B4-BE49-F238E27FC236}">
                    <a16:creationId xmlns:a16="http://schemas.microsoft.com/office/drawing/2014/main" id="{707C1534-1199-829A-9122-3C130AC9E570}"/>
                  </a:ext>
                </a:extLst>
              </p:cNvPr>
              <p:cNvSpPr/>
              <p:nvPr/>
            </p:nvSpPr>
            <p:spPr>
              <a:xfrm>
                <a:off x="6662838" y="4238152"/>
                <a:ext cx="1772502" cy="488459"/>
              </a:xfrm>
              <a:prstGeom prst="rect">
                <a:avLst/>
              </a:prstGeom>
              <a:solidFill>
                <a:schemeClr val="bg1"/>
              </a:solidFill>
              <a:ln w="1905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endParaRPr kumimoji="1" lang="ja-JP" altLang="en-US" sz="1050">
                  <a:solidFill>
                    <a:schemeClr val="tx1"/>
                  </a:solidFill>
                  <a:latin typeface="Meiryo UI" panose="020B0604030504040204" pitchFamily="50" charset="-128"/>
                  <a:ea typeface="Meiryo UI" panose="020B0604030504040204" pitchFamily="50" charset="-128"/>
                </a:endParaRPr>
              </a:p>
            </p:txBody>
          </p:sp>
          <p:sp>
            <p:nvSpPr>
              <p:cNvPr id="187" name="正方形/長方形 186">
                <a:extLst>
                  <a:ext uri="{FF2B5EF4-FFF2-40B4-BE49-F238E27FC236}">
                    <a16:creationId xmlns:a16="http://schemas.microsoft.com/office/drawing/2014/main" id="{31C3AA12-601F-A1D5-908C-A040E99FE7CB}"/>
                  </a:ext>
                </a:extLst>
              </p:cNvPr>
              <p:cNvSpPr/>
              <p:nvPr/>
            </p:nvSpPr>
            <p:spPr>
              <a:xfrm>
                <a:off x="7079174" y="4317345"/>
                <a:ext cx="1240258" cy="314683"/>
              </a:xfrm>
              <a:prstGeom prst="rect">
                <a:avLst/>
              </a:prstGeom>
              <a:noFill/>
              <a:ln w="19050">
                <a:no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lIns="72000" tIns="72000" rIns="72000" bIns="72000" rtlCol="0" anchor="t">
                <a:spAutoFit/>
              </a:bodyPr>
              <a:lstStyle/>
              <a:p>
                <a:r>
                  <a:rPr kumimoji="1" lang="en-US" altLang="ja-JP" sz="1050">
                    <a:solidFill>
                      <a:schemeClr val="tx1"/>
                    </a:solidFill>
                    <a:latin typeface="Meiryo UI" panose="020B0604030504040204" pitchFamily="50" charset="-128"/>
                    <a:ea typeface="Meiryo UI" panose="020B0604030504040204" pitchFamily="50" charset="-128"/>
                  </a:rPr>
                  <a:t>SharePoint Lists</a:t>
                </a:r>
                <a:endParaRPr kumimoji="1" lang="ja-JP" altLang="en-US" sz="1050">
                  <a:solidFill>
                    <a:schemeClr val="tx1"/>
                  </a:solidFill>
                  <a:latin typeface="Meiryo UI" panose="020B0604030504040204" pitchFamily="50" charset="-128"/>
                  <a:ea typeface="Meiryo UI" panose="020B0604030504040204" pitchFamily="50" charset="-128"/>
                </a:endParaRPr>
              </a:p>
            </p:txBody>
          </p:sp>
        </p:grpSp>
      </p:grpSp>
      <p:pic>
        <p:nvPicPr>
          <p:cNvPr id="183" name="Picture 2">
            <a:extLst>
              <a:ext uri="{FF2B5EF4-FFF2-40B4-BE49-F238E27FC236}">
                <a16:creationId xmlns:a16="http://schemas.microsoft.com/office/drawing/2014/main" id="{D0C406EF-B697-627D-28B4-4BA4647E84C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669577" y="3100059"/>
            <a:ext cx="288000" cy="288000"/>
          </a:xfrm>
          <a:prstGeom prst="rect">
            <a:avLst/>
          </a:prstGeom>
          <a:noFill/>
          <a:extLst>
            <a:ext uri="{909E8E84-426E-40DD-AFC4-6F175D3DCCD1}">
              <a14:hiddenFill xmlns:a14="http://schemas.microsoft.com/office/drawing/2010/main">
                <a:solidFill>
                  <a:srgbClr val="FFFFFF"/>
                </a:solidFill>
              </a14:hiddenFill>
            </a:ext>
          </a:extLst>
        </p:spPr>
      </p:pic>
      <p:sp>
        <p:nvSpPr>
          <p:cNvPr id="1030" name="正方形/長方形 1029">
            <a:extLst>
              <a:ext uri="{FF2B5EF4-FFF2-40B4-BE49-F238E27FC236}">
                <a16:creationId xmlns:a16="http://schemas.microsoft.com/office/drawing/2014/main" id="{FD3592A1-E592-4C38-0113-E0DDAB6EAFB0}"/>
              </a:ext>
            </a:extLst>
          </p:cNvPr>
          <p:cNvSpPr/>
          <p:nvPr/>
        </p:nvSpPr>
        <p:spPr>
          <a:xfrm>
            <a:off x="9567297" y="3913050"/>
            <a:ext cx="1772502" cy="488459"/>
          </a:xfrm>
          <a:prstGeom prst="rect">
            <a:avLst/>
          </a:prstGeom>
          <a:solidFill>
            <a:schemeClr val="bg1"/>
          </a:solidFill>
          <a:ln w="1905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endParaRPr kumimoji="1" lang="ja-JP" altLang="en-US" sz="1200">
              <a:solidFill>
                <a:schemeClr val="tx1"/>
              </a:solidFill>
              <a:latin typeface="Meiryo UI" panose="020B0604030504040204" pitchFamily="50" charset="-128"/>
              <a:ea typeface="Meiryo UI" panose="020B0604030504040204" pitchFamily="50" charset="-128"/>
            </a:endParaRPr>
          </a:p>
        </p:txBody>
      </p:sp>
      <p:sp>
        <p:nvSpPr>
          <p:cNvPr id="1031" name="正方形/長方形 1030">
            <a:extLst>
              <a:ext uri="{FF2B5EF4-FFF2-40B4-BE49-F238E27FC236}">
                <a16:creationId xmlns:a16="http://schemas.microsoft.com/office/drawing/2014/main" id="{3F778B4E-D888-E51C-48BA-A4E7D4ACC19E}"/>
              </a:ext>
            </a:extLst>
          </p:cNvPr>
          <p:cNvSpPr/>
          <p:nvPr/>
        </p:nvSpPr>
        <p:spPr>
          <a:xfrm>
            <a:off x="9964457" y="3992243"/>
            <a:ext cx="1342293" cy="314683"/>
          </a:xfrm>
          <a:prstGeom prst="rect">
            <a:avLst/>
          </a:prstGeom>
          <a:noFill/>
          <a:ln w="19050">
            <a:noFill/>
            <a:prstDash val="solid"/>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spAutoFit/>
          </a:bodyPr>
          <a:lstStyle/>
          <a:p>
            <a:r>
              <a:rPr kumimoji="1" lang="en-US" altLang="ja-JP" sz="1050" dirty="0">
                <a:solidFill>
                  <a:schemeClr val="tx1"/>
                </a:solidFill>
                <a:latin typeface="Meiryo UI" panose="020B0604030504040204" pitchFamily="50" charset="-128"/>
                <a:ea typeface="Meiryo UI" panose="020B0604030504040204" pitchFamily="50" charset="-128"/>
              </a:rPr>
              <a:t>config.xlsx</a:t>
            </a:r>
            <a:endParaRPr kumimoji="1" lang="ja-JP" altLang="en-US" sz="1050" dirty="0">
              <a:solidFill>
                <a:schemeClr val="tx1"/>
              </a:solidFill>
              <a:latin typeface="Meiryo UI" panose="020B0604030504040204" pitchFamily="50" charset="-128"/>
              <a:ea typeface="Meiryo UI" panose="020B0604030504040204" pitchFamily="50" charset="-128"/>
            </a:endParaRPr>
          </a:p>
        </p:txBody>
      </p:sp>
      <p:pic>
        <p:nvPicPr>
          <p:cNvPr id="191" name="Picture 2">
            <a:extLst>
              <a:ext uri="{FF2B5EF4-FFF2-40B4-BE49-F238E27FC236}">
                <a16:creationId xmlns:a16="http://schemas.microsoft.com/office/drawing/2014/main" id="{5F995639-0260-5BCC-B2B5-754CE1EABCB5}"/>
              </a:ext>
            </a:extLst>
          </p:cNvPr>
          <p:cNvPicPr>
            <a:picLocks noChangeAspect="1" noChangeArrowheads="1"/>
          </p:cNvPicPr>
          <p:nvPr/>
        </p:nvPicPr>
        <p:blipFill>
          <a:blip r:embed="rId7"/>
          <a:srcRect/>
          <a:stretch/>
        </p:blipFill>
        <p:spPr bwMode="auto">
          <a:xfrm>
            <a:off x="9539371" y="3922994"/>
            <a:ext cx="468571" cy="468571"/>
          </a:xfrm>
          <a:prstGeom prst="rect">
            <a:avLst/>
          </a:prstGeom>
          <a:noFill/>
          <a:extLst>
            <a:ext uri="{909E8E84-426E-40DD-AFC4-6F175D3DCCD1}">
              <a14:hiddenFill xmlns:a14="http://schemas.microsoft.com/office/drawing/2010/main">
                <a:solidFill>
                  <a:srgbClr val="FFFFFF"/>
                </a:solidFill>
              </a14:hiddenFill>
            </a:ext>
          </a:extLst>
        </p:spPr>
      </p:pic>
      <p:pic>
        <p:nvPicPr>
          <p:cNvPr id="1032" name="グラフィックス 1031" descr="ノート PC 単色塗りつぶし">
            <a:extLst>
              <a:ext uri="{FF2B5EF4-FFF2-40B4-BE49-F238E27FC236}">
                <a16:creationId xmlns:a16="http://schemas.microsoft.com/office/drawing/2014/main" id="{C266E94B-428D-72F7-80CC-9C1F3A422982}"/>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323432" y="1105369"/>
            <a:ext cx="397149" cy="397149"/>
          </a:xfrm>
          <a:prstGeom prst="rect">
            <a:avLst/>
          </a:prstGeom>
        </p:spPr>
      </p:pic>
      <p:grpSp>
        <p:nvGrpSpPr>
          <p:cNvPr id="1033" name="グループ化 1032">
            <a:extLst>
              <a:ext uri="{FF2B5EF4-FFF2-40B4-BE49-F238E27FC236}">
                <a16:creationId xmlns:a16="http://schemas.microsoft.com/office/drawing/2014/main" id="{4B453A01-B3C7-0FE6-114C-1D9753E12CF7}"/>
              </a:ext>
            </a:extLst>
          </p:cNvPr>
          <p:cNvGrpSpPr/>
          <p:nvPr/>
        </p:nvGrpSpPr>
        <p:grpSpPr>
          <a:xfrm>
            <a:off x="3838365" y="1712447"/>
            <a:ext cx="2367363" cy="330072"/>
            <a:chOff x="2799267" y="2836864"/>
            <a:chExt cx="2367363" cy="330072"/>
          </a:xfrm>
        </p:grpSpPr>
        <p:pic>
          <p:nvPicPr>
            <p:cNvPr id="1034" name="図 1033" descr="アイコン&#10;&#10;自動的に生成された説明">
              <a:extLst>
                <a:ext uri="{FF2B5EF4-FFF2-40B4-BE49-F238E27FC236}">
                  <a16:creationId xmlns:a16="http://schemas.microsoft.com/office/drawing/2014/main" id="{5AB7EAD0-FF90-A261-998F-BCAA424FB9F8}"/>
                </a:ext>
              </a:extLst>
            </p:cNvPr>
            <p:cNvPicPr>
              <a:picLocks noChangeAspect="1"/>
            </p:cNvPicPr>
            <p:nvPr/>
          </p:nvPicPr>
          <p:blipFill>
            <a:blip r:embed="rId5"/>
            <a:stretch>
              <a:fillRect/>
            </a:stretch>
          </p:blipFill>
          <p:spPr>
            <a:xfrm>
              <a:off x="2799267" y="2861116"/>
              <a:ext cx="281569" cy="281569"/>
            </a:xfrm>
            <a:prstGeom prst="rect">
              <a:avLst/>
            </a:prstGeom>
          </p:spPr>
        </p:pic>
        <p:sp>
          <p:nvSpPr>
            <p:cNvPr id="1035" name="正方形/長方形 1034">
              <a:extLst>
                <a:ext uri="{FF2B5EF4-FFF2-40B4-BE49-F238E27FC236}">
                  <a16:creationId xmlns:a16="http://schemas.microsoft.com/office/drawing/2014/main" id="{404B4437-3DD2-9B54-BE3E-5FF9DD705941}"/>
                </a:ext>
              </a:extLst>
            </p:cNvPr>
            <p:cNvSpPr/>
            <p:nvPr/>
          </p:nvSpPr>
          <p:spPr>
            <a:xfrm>
              <a:off x="3117882" y="2836864"/>
              <a:ext cx="2048748" cy="330072"/>
            </a:xfrm>
            <a:prstGeom prst="rect">
              <a:avLst/>
            </a:prstGeom>
            <a:noFill/>
            <a:ln w="19050">
              <a:no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lIns="72000" tIns="72000" rIns="72000" bIns="72000" rtlCol="0" anchor="t">
              <a:spAutoFit/>
            </a:bodyPr>
            <a:lstStyle/>
            <a:p>
              <a:r>
                <a:rPr kumimoji="1" lang="en-US" altLang="ja-JP" sz="1200" dirty="0">
                  <a:solidFill>
                    <a:schemeClr val="tx1"/>
                  </a:solidFill>
                  <a:latin typeface="Meiryo UI" panose="020B0604030504040204" pitchFamily="50" charset="-128"/>
                  <a:ea typeface="Meiryo UI" panose="020B0604030504040204" pitchFamily="50" charset="-128"/>
                </a:rPr>
                <a:t>Power Automate</a:t>
              </a:r>
              <a:r>
                <a:rPr kumimoji="1" lang="ja-JP" altLang="en-US" sz="1200" dirty="0">
                  <a:solidFill>
                    <a:schemeClr val="tx1"/>
                  </a:solidFill>
                  <a:latin typeface="Meiryo UI" panose="020B0604030504040204" pitchFamily="50" charset="-128"/>
                  <a:ea typeface="Meiryo UI" panose="020B0604030504040204" pitchFamily="50" charset="-128"/>
                </a:rPr>
                <a:t> </a:t>
              </a:r>
              <a:r>
                <a:rPr kumimoji="1" lang="en-US" altLang="ja-JP" sz="1200" dirty="0">
                  <a:solidFill>
                    <a:schemeClr val="tx1"/>
                  </a:solidFill>
                  <a:latin typeface="Meiryo UI" panose="020B0604030504040204" pitchFamily="50" charset="-128"/>
                  <a:ea typeface="Meiryo UI" panose="020B0604030504040204" pitchFamily="50" charset="-128"/>
                </a:rPr>
                <a:t>Desktop</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grpSp>
      <p:sp>
        <p:nvSpPr>
          <p:cNvPr id="1036" name="正方形/長方形 1035">
            <a:extLst>
              <a:ext uri="{FF2B5EF4-FFF2-40B4-BE49-F238E27FC236}">
                <a16:creationId xmlns:a16="http://schemas.microsoft.com/office/drawing/2014/main" id="{27148FFA-31EF-9DC0-A397-F5D73EBAC890}"/>
              </a:ext>
            </a:extLst>
          </p:cNvPr>
          <p:cNvSpPr/>
          <p:nvPr/>
        </p:nvSpPr>
        <p:spPr>
          <a:xfrm>
            <a:off x="3738713" y="1629663"/>
            <a:ext cx="2880000" cy="2231846"/>
          </a:xfrm>
          <a:prstGeom prst="rect">
            <a:avLst/>
          </a:prstGeom>
          <a:noFill/>
          <a:ln w="1905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endParaRPr kumimoji="1" lang="ja-JP" altLang="en-US" sz="1200">
              <a:solidFill>
                <a:schemeClr val="tx1"/>
              </a:solidFill>
              <a:latin typeface="Meiryo UI" panose="020B0604030504040204" pitchFamily="50" charset="-128"/>
              <a:ea typeface="Meiryo UI" panose="020B0604030504040204" pitchFamily="50" charset="-128"/>
            </a:endParaRPr>
          </a:p>
        </p:txBody>
      </p:sp>
      <p:grpSp>
        <p:nvGrpSpPr>
          <p:cNvPr id="1037" name="グループ化 1036">
            <a:extLst>
              <a:ext uri="{FF2B5EF4-FFF2-40B4-BE49-F238E27FC236}">
                <a16:creationId xmlns:a16="http://schemas.microsoft.com/office/drawing/2014/main" id="{09049A8D-ED5D-9A7D-1A01-7EBD4923DB68}"/>
              </a:ext>
            </a:extLst>
          </p:cNvPr>
          <p:cNvGrpSpPr/>
          <p:nvPr/>
        </p:nvGrpSpPr>
        <p:grpSpPr>
          <a:xfrm>
            <a:off x="9554916" y="2103376"/>
            <a:ext cx="1788150" cy="540000"/>
            <a:chOff x="7916915" y="3257739"/>
            <a:chExt cx="1152000" cy="540000"/>
          </a:xfrm>
        </p:grpSpPr>
        <p:sp>
          <p:nvSpPr>
            <p:cNvPr id="1038" name="正方形/長方形 1037">
              <a:extLst>
                <a:ext uri="{FF2B5EF4-FFF2-40B4-BE49-F238E27FC236}">
                  <a16:creationId xmlns:a16="http://schemas.microsoft.com/office/drawing/2014/main" id="{A07D2DEC-383E-F9AE-D5C6-0FFB2DA6C1CC}"/>
                </a:ext>
              </a:extLst>
            </p:cNvPr>
            <p:cNvSpPr/>
            <p:nvPr/>
          </p:nvSpPr>
          <p:spPr>
            <a:xfrm>
              <a:off x="7916915" y="3257739"/>
              <a:ext cx="1152000" cy="5400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kumimoji="1" lang="zh-TW" altLang="en-US" sz="1050" dirty="0">
                  <a:solidFill>
                    <a:schemeClr val="tx1"/>
                  </a:solidFill>
                  <a:latin typeface="Meiryo UI" panose="020B0604030504040204" pitchFamily="50" charset="-128"/>
                  <a:ea typeface="Meiryo UI" panose="020B0604030504040204" pitchFamily="50" charset="-128"/>
                </a:rPr>
                <a:t>進捗管理一覧</a:t>
              </a:r>
              <a:endParaRPr kumimoji="1" lang="en-US" altLang="zh-TW" sz="1050" dirty="0">
                <a:solidFill>
                  <a:schemeClr val="tx1"/>
                </a:solidFill>
                <a:latin typeface="Meiryo UI" panose="020B0604030504040204" pitchFamily="50" charset="-128"/>
                <a:ea typeface="Meiryo UI" panose="020B0604030504040204" pitchFamily="50" charset="-128"/>
              </a:endParaRPr>
            </a:p>
            <a:p>
              <a:pPr algn="ctr"/>
              <a:r>
                <a:rPr kumimoji="1" lang="zh-TW" altLang="en-US" sz="1050" dirty="0">
                  <a:solidFill>
                    <a:schemeClr val="tx1"/>
                  </a:solidFill>
                  <a:latin typeface="Meiryo UI" panose="020B0604030504040204" pitchFamily="50" charset="-128"/>
                  <a:ea typeface="Meiryo UI" panose="020B0604030504040204" pitchFamily="50" charset="-128"/>
                </a:rPr>
                <a:t>画面</a:t>
              </a:r>
            </a:p>
          </p:txBody>
        </p:sp>
        <p:sp>
          <p:nvSpPr>
            <p:cNvPr id="1039" name="正方形/長方形 1038">
              <a:extLst>
                <a:ext uri="{FF2B5EF4-FFF2-40B4-BE49-F238E27FC236}">
                  <a16:creationId xmlns:a16="http://schemas.microsoft.com/office/drawing/2014/main" id="{F0424558-6E4E-B1AE-9FCA-9FB9A4ED9448}"/>
                </a:ext>
              </a:extLst>
            </p:cNvPr>
            <p:cNvSpPr/>
            <p:nvPr/>
          </p:nvSpPr>
          <p:spPr>
            <a:xfrm>
              <a:off x="7916915" y="3437739"/>
              <a:ext cx="396000" cy="36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kumimoji="1" lang="zh-TW" altLang="en-US" sz="1050">
                <a:solidFill>
                  <a:schemeClr val="tx1"/>
                </a:solidFill>
                <a:latin typeface="Meiryo UI" panose="020B0604030504040204" pitchFamily="50" charset="-128"/>
                <a:ea typeface="Meiryo UI" panose="020B0604030504040204" pitchFamily="50" charset="-128"/>
              </a:endParaRPr>
            </a:p>
          </p:txBody>
        </p:sp>
        <p:sp>
          <p:nvSpPr>
            <p:cNvPr id="1040" name="正方形/長方形 1039">
              <a:extLst>
                <a:ext uri="{FF2B5EF4-FFF2-40B4-BE49-F238E27FC236}">
                  <a16:creationId xmlns:a16="http://schemas.microsoft.com/office/drawing/2014/main" id="{43036CEB-A126-87BF-7711-394A662B6839}"/>
                </a:ext>
              </a:extLst>
            </p:cNvPr>
            <p:cNvSpPr/>
            <p:nvPr/>
          </p:nvSpPr>
          <p:spPr>
            <a:xfrm>
              <a:off x="8672915" y="3437739"/>
              <a:ext cx="396000" cy="36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kumimoji="1" lang="zh-TW" altLang="en-US" sz="1050">
                <a:solidFill>
                  <a:schemeClr val="tx1"/>
                </a:solidFill>
                <a:latin typeface="Meiryo UI" panose="020B0604030504040204" pitchFamily="50" charset="-128"/>
                <a:ea typeface="Meiryo UI" panose="020B0604030504040204" pitchFamily="50" charset="-128"/>
              </a:endParaRPr>
            </a:p>
          </p:txBody>
        </p:sp>
      </p:grpSp>
      <p:grpSp>
        <p:nvGrpSpPr>
          <p:cNvPr id="22" name="グループ化 21">
            <a:extLst>
              <a:ext uri="{FF2B5EF4-FFF2-40B4-BE49-F238E27FC236}">
                <a16:creationId xmlns:a16="http://schemas.microsoft.com/office/drawing/2014/main" id="{882226BB-8A1D-6A78-0454-FABB18F21D29}"/>
              </a:ext>
            </a:extLst>
          </p:cNvPr>
          <p:cNvGrpSpPr/>
          <p:nvPr/>
        </p:nvGrpSpPr>
        <p:grpSpPr>
          <a:xfrm>
            <a:off x="4304482" y="2103376"/>
            <a:ext cx="1772007" cy="540000"/>
            <a:chOff x="4304482" y="2125304"/>
            <a:chExt cx="1772007" cy="540000"/>
          </a:xfrm>
        </p:grpSpPr>
        <p:sp>
          <p:nvSpPr>
            <p:cNvPr id="1073" name="正方形/長方形 1072">
              <a:extLst>
                <a:ext uri="{FF2B5EF4-FFF2-40B4-BE49-F238E27FC236}">
                  <a16:creationId xmlns:a16="http://schemas.microsoft.com/office/drawing/2014/main" id="{C6687082-CAD4-7970-7DD4-199678615810}"/>
                </a:ext>
              </a:extLst>
            </p:cNvPr>
            <p:cNvSpPr/>
            <p:nvPr/>
          </p:nvSpPr>
          <p:spPr>
            <a:xfrm>
              <a:off x="4304482" y="2125304"/>
              <a:ext cx="1772007" cy="5400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kumimoji="1" lang="ja-JP" altLang="en-US" sz="1050" dirty="0">
                  <a:solidFill>
                    <a:schemeClr val="tx1"/>
                  </a:solidFill>
                  <a:latin typeface="Meiryo UI" panose="020B0604030504040204" pitchFamily="50" charset="-128"/>
                  <a:ea typeface="Meiryo UI" panose="020B0604030504040204" pitchFamily="50" charset="-128"/>
                </a:rPr>
                <a:t>汎用</a:t>
              </a:r>
              <a:r>
                <a:rPr kumimoji="1" lang="en-US" altLang="ja-JP" sz="1050" dirty="0">
                  <a:solidFill>
                    <a:schemeClr val="tx1"/>
                  </a:solidFill>
                  <a:latin typeface="Meiryo UI" panose="020B0604030504040204" pitchFamily="50" charset="-128"/>
                  <a:ea typeface="Meiryo UI" panose="020B0604030504040204" pitchFamily="50" charset="-128"/>
                </a:rPr>
                <a:t>WF</a:t>
              </a:r>
              <a:r>
                <a:rPr kumimoji="1" lang="ja-JP" altLang="en-US" sz="1050" dirty="0">
                  <a:solidFill>
                    <a:schemeClr val="tx1"/>
                  </a:solidFill>
                  <a:latin typeface="Meiryo UI" panose="020B0604030504040204" pitchFamily="50" charset="-128"/>
                  <a:ea typeface="Meiryo UI" panose="020B0604030504040204" pitchFamily="50" charset="-128"/>
                </a:rPr>
                <a:t>向け</a:t>
              </a:r>
              <a:endParaRPr kumimoji="1" lang="en-US" altLang="ja-JP" sz="1050" dirty="0">
                <a:solidFill>
                  <a:schemeClr val="tx1"/>
                </a:solidFill>
                <a:latin typeface="Meiryo UI" panose="020B0604030504040204" pitchFamily="50" charset="-128"/>
                <a:ea typeface="Meiryo UI" panose="020B0604030504040204" pitchFamily="50" charset="-128"/>
              </a:endParaRPr>
            </a:p>
            <a:p>
              <a:pPr algn="ctr"/>
              <a:r>
                <a:rPr kumimoji="1" lang="ja-JP" altLang="en-US" sz="1050" dirty="0">
                  <a:solidFill>
                    <a:schemeClr val="tx1"/>
                  </a:solidFill>
                  <a:latin typeface="Meiryo UI" panose="020B0604030504040204" pitchFamily="50" charset="-128"/>
                  <a:ea typeface="Meiryo UI" panose="020B0604030504040204" pitchFamily="50" charset="-128"/>
                </a:rPr>
                <a:t>データ取得</a:t>
              </a:r>
              <a:r>
                <a:rPr kumimoji="1" lang="en-US" altLang="ja-JP" sz="1050" dirty="0">
                  <a:solidFill>
                    <a:schemeClr val="tx1"/>
                  </a:solidFill>
                  <a:latin typeface="Meiryo UI" panose="020B0604030504040204" pitchFamily="50" charset="-128"/>
                  <a:ea typeface="Meiryo UI" panose="020B0604030504040204" pitchFamily="50" charset="-128"/>
                </a:rPr>
                <a:t>RPA</a:t>
              </a:r>
              <a:br>
                <a:rPr kumimoji="1" lang="en-US" altLang="ja-JP" sz="1050" dirty="0">
                  <a:solidFill>
                    <a:schemeClr val="tx1"/>
                  </a:solidFill>
                  <a:latin typeface="Meiryo UI" panose="020B0604030504040204" pitchFamily="50" charset="-128"/>
                  <a:ea typeface="Meiryo UI" panose="020B0604030504040204" pitchFamily="50" charset="-128"/>
                </a:rPr>
              </a:br>
              <a:r>
                <a:rPr kumimoji="1" lang="en-US" altLang="ja-JP" sz="1050" dirty="0">
                  <a:solidFill>
                    <a:schemeClr val="tx1"/>
                  </a:solidFill>
                  <a:latin typeface="Meiryo UI" panose="020B0604030504040204" pitchFamily="50" charset="-128"/>
                  <a:ea typeface="Meiryo UI" panose="020B0604030504040204" pitchFamily="50" charset="-128"/>
                </a:rPr>
                <a:t>(</a:t>
              </a:r>
              <a:r>
                <a:rPr kumimoji="1" lang="ja-JP" altLang="en-US" sz="1050" dirty="0">
                  <a:solidFill>
                    <a:schemeClr val="tx1"/>
                  </a:solidFill>
                  <a:latin typeface="Meiryo UI" panose="020B0604030504040204" pitchFamily="50" charset="-128"/>
                  <a:ea typeface="Meiryo UI" panose="020B0604030504040204" pitchFamily="50" charset="-128"/>
                </a:rPr>
                <a:t>デスクトップフロー</a:t>
              </a:r>
              <a:r>
                <a:rPr kumimoji="1" lang="en-US" altLang="ja-JP" sz="1050" dirty="0">
                  <a:solidFill>
                    <a:schemeClr val="tx1"/>
                  </a:solidFill>
                  <a:latin typeface="Meiryo UI" panose="020B0604030504040204" pitchFamily="50" charset="-128"/>
                  <a:ea typeface="Meiryo UI" panose="020B0604030504040204" pitchFamily="50" charset="-128"/>
                </a:rPr>
                <a:t>)</a:t>
              </a:r>
              <a:endParaRPr kumimoji="1" lang="ja-JP" altLang="en-US" sz="1050" dirty="0">
                <a:solidFill>
                  <a:schemeClr val="tx1"/>
                </a:solidFill>
                <a:latin typeface="Meiryo UI" panose="020B0604030504040204" pitchFamily="50" charset="-128"/>
                <a:ea typeface="Meiryo UI" panose="020B0604030504040204" pitchFamily="50" charset="-128"/>
              </a:endParaRPr>
            </a:p>
          </p:txBody>
        </p:sp>
        <p:pic>
          <p:nvPicPr>
            <p:cNvPr id="1074" name="図 1073">
              <a:extLst>
                <a:ext uri="{FF2B5EF4-FFF2-40B4-BE49-F238E27FC236}">
                  <a16:creationId xmlns:a16="http://schemas.microsoft.com/office/drawing/2014/main" id="{F76B697D-9231-939E-D926-F5FC58B4981F}"/>
                </a:ext>
              </a:extLst>
            </p:cNvPr>
            <p:cNvPicPr>
              <a:picLocks noChangeAspect="1"/>
            </p:cNvPicPr>
            <p:nvPr/>
          </p:nvPicPr>
          <p:blipFill>
            <a:blip r:embed="rId10"/>
            <a:stretch>
              <a:fillRect/>
            </a:stretch>
          </p:blipFill>
          <p:spPr>
            <a:xfrm>
              <a:off x="4324335" y="2149880"/>
              <a:ext cx="238095" cy="242857"/>
            </a:xfrm>
            <a:prstGeom prst="rect">
              <a:avLst/>
            </a:prstGeom>
          </p:spPr>
        </p:pic>
        <p:grpSp>
          <p:nvGrpSpPr>
            <p:cNvPr id="1076" name="グループ化 1075">
              <a:extLst>
                <a:ext uri="{FF2B5EF4-FFF2-40B4-BE49-F238E27FC236}">
                  <a16:creationId xmlns:a16="http://schemas.microsoft.com/office/drawing/2014/main" id="{BF676CB0-FC7C-FA67-A702-096BC7F3CB29}"/>
                </a:ext>
              </a:extLst>
            </p:cNvPr>
            <p:cNvGrpSpPr/>
            <p:nvPr/>
          </p:nvGrpSpPr>
          <p:grpSpPr>
            <a:xfrm>
              <a:off x="4304482" y="2125304"/>
              <a:ext cx="270000" cy="540000"/>
              <a:chOff x="4127497" y="3159000"/>
              <a:chExt cx="270000" cy="540000"/>
            </a:xfrm>
            <a:noFill/>
          </p:grpSpPr>
          <p:sp>
            <p:nvSpPr>
              <p:cNvPr id="1077" name="正方形/長方形 1076">
                <a:extLst>
                  <a:ext uri="{FF2B5EF4-FFF2-40B4-BE49-F238E27FC236}">
                    <a16:creationId xmlns:a16="http://schemas.microsoft.com/office/drawing/2014/main" id="{0C1BDADF-0328-1CBA-5678-D2860F5A6546}"/>
                  </a:ext>
                </a:extLst>
              </p:cNvPr>
              <p:cNvSpPr/>
              <p:nvPr/>
            </p:nvSpPr>
            <p:spPr>
              <a:xfrm>
                <a:off x="4127497" y="3159000"/>
                <a:ext cx="270000" cy="27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kumimoji="1" lang="ja-JP" altLang="en-US" sz="1200" err="1">
                  <a:solidFill>
                    <a:schemeClr val="tx1"/>
                  </a:solidFill>
                  <a:latin typeface="Meiryo UI" panose="020B0604030504040204" pitchFamily="50" charset="-128"/>
                  <a:ea typeface="Meiryo UI" panose="020B0604030504040204" pitchFamily="50" charset="-128"/>
                </a:endParaRPr>
              </a:p>
            </p:txBody>
          </p:sp>
          <p:sp>
            <p:nvSpPr>
              <p:cNvPr id="1078" name="正方形/長方形 1077">
                <a:extLst>
                  <a:ext uri="{FF2B5EF4-FFF2-40B4-BE49-F238E27FC236}">
                    <a16:creationId xmlns:a16="http://schemas.microsoft.com/office/drawing/2014/main" id="{B41F5E53-5A23-41FC-5142-BAEF5865B361}"/>
                  </a:ext>
                </a:extLst>
              </p:cNvPr>
              <p:cNvSpPr/>
              <p:nvPr/>
            </p:nvSpPr>
            <p:spPr>
              <a:xfrm>
                <a:off x="4127497" y="3429000"/>
                <a:ext cx="270000" cy="27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kumimoji="1" lang="ja-JP" altLang="en-US" sz="1200" err="1">
                  <a:solidFill>
                    <a:schemeClr val="tx1"/>
                  </a:solidFill>
                  <a:latin typeface="Meiryo UI" panose="020B0604030504040204" pitchFamily="50" charset="-128"/>
                  <a:ea typeface="Meiryo UI" panose="020B0604030504040204" pitchFamily="50" charset="-128"/>
                </a:endParaRPr>
              </a:p>
            </p:txBody>
          </p:sp>
        </p:grpSp>
      </p:grpSp>
      <p:grpSp>
        <p:nvGrpSpPr>
          <p:cNvPr id="21" name="グループ化 20">
            <a:extLst>
              <a:ext uri="{FF2B5EF4-FFF2-40B4-BE49-F238E27FC236}">
                <a16:creationId xmlns:a16="http://schemas.microsoft.com/office/drawing/2014/main" id="{305EC063-7FB0-2E28-7F67-0FAC08E4CC2D}"/>
              </a:ext>
            </a:extLst>
          </p:cNvPr>
          <p:cNvGrpSpPr/>
          <p:nvPr/>
        </p:nvGrpSpPr>
        <p:grpSpPr>
          <a:xfrm>
            <a:off x="4304482" y="2966395"/>
            <a:ext cx="1772007" cy="540000"/>
            <a:chOff x="4304482" y="3283260"/>
            <a:chExt cx="1772007" cy="540000"/>
          </a:xfrm>
        </p:grpSpPr>
        <p:sp>
          <p:nvSpPr>
            <p:cNvPr id="1079" name="正方形/長方形 1078">
              <a:extLst>
                <a:ext uri="{FF2B5EF4-FFF2-40B4-BE49-F238E27FC236}">
                  <a16:creationId xmlns:a16="http://schemas.microsoft.com/office/drawing/2014/main" id="{A1464291-C572-46B1-29E7-DF4C4D868F99}"/>
                </a:ext>
              </a:extLst>
            </p:cNvPr>
            <p:cNvSpPr/>
            <p:nvPr/>
          </p:nvSpPr>
          <p:spPr>
            <a:xfrm>
              <a:off x="4304482" y="3283260"/>
              <a:ext cx="1772007" cy="5400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kumimoji="1" lang="ja-JP" altLang="en-US" sz="1050" dirty="0">
                  <a:solidFill>
                    <a:schemeClr val="tx1"/>
                  </a:solidFill>
                  <a:latin typeface="Meiryo UI" panose="020B0604030504040204" pitchFamily="50" charset="-128"/>
                  <a:ea typeface="Meiryo UI" panose="020B0604030504040204" pitchFamily="50" charset="-128"/>
                </a:rPr>
                <a:t>販売支援システム向け</a:t>
              </a:r>
              <a:endParaRPr kumimoji="1" lang="en-US" altLang="ja-JP" sz="1050" dirty="0">
                <a:solidFill>
                  <a:schemeClr val="tx1"/>
                </a:solidFill>
                <a:latin typeface="Meiryo UI" panose="020B0604030504040204" pitchFamily="50" charset="-128"/>
                <a:ea typeface="Meiryo UI" panose="020B0604030504040204" pitchFamily="50" charset="-128"/>
              </a:endParaRPr>
            </a:p>
            <a:p>
              <a:pPr algn="ctr"/>
              <a:r>
                <a:rPr kumimoji="1" lang="ja-JP" altLang="en-US" sz="1050" dirty="0">
                  <a:solidFill>
                    <a:schemeClr val="tx1"/>
                  </a:solidFill>
                  <a:latin typeface="Meiryo UI" panose="020B0604030504040204" pitchFamily="50" charset="-128"/>
                  <a:ea typeface="Meiryo UI" panose="020B0604030504040204" pitchFamily="50" charset="-128"/>
                </a:rPr>
                <a:t>データ取得</a:t>
              </a:r>
              <a:r>
                <a:rPr kumimoji="1" lang="en-US" altLang="ja-JP" sz="1050" dirty="0">
                  <a:solidFill>
                    <a:schemeClr val="tx1"/>
                  </a:solidFill>
                  <a:latin typeface="Meiryo UI" panose="020B0604030504040204" pitchFamily="50" charset="-128"/>
                  <a:ea typeface="Meiryo UI" panose="020B0604030504040204" pitchFamily="50" charset="-128"/>
                </a:rPr>
                <a:t>RPA</a:t>
              </a:r>
              <a:br>
                <a:rPr kumimoji="1" lang="en-US" altLang="ja-JP" sz="1050" dirty="0">
                  <a:solidFill>
                    <a:schemeClr val="tx1"/>
                  </a:solidFill>
                  <a:latin typeface="Meiryo UI" panose="020B0604030504040204" pitchFamily="50" charset="-128"/>
                  <a:ea typeface="Meiryo UI" panose="020B0604030504040204" pitchFamily="50" charset="-128"/>
                </a:rPr>
              </a:br>
              <a:r>
                <a:rPr kumimoji="1" lang="en-US" altLang="ja-JP" sz="1050" dirty="0">
                  <a:solidFill>
                    <a:schemeClr val="tx1"/>
                  </a:solidFill>
                  <a:latin typeface="Meiryo UI" panose="020B0604030504040204" pitchFamily="50" charset="-128"/>
                  <a:ea typeface="Meiryo UI" panose="020B0604030504040204" pitchFamily="50" charset="-128"/>
                </a:rPr>
                <a:t>(</a:t>
              </a:r>
              <a:r>
                <a:rPr kumimoji="1" lang="ja-JP" altLang="en-US" sz="1050" dirty="0">
                  <a:solidFill>
                    <a:schemeClr val="tx1"/>
                  </a:solidFill>
                  <a:latin typeface="Meiryo UI" panose="020B0604030504040204" pitchFamily="50" charset="-128"/>
                  <a:ea typeface="Meiryo UI" panose="020B0604030504040204" pitchFamily="50" charset="-128"/>
                </a:rPr>
                <a:t>デスクトップフロー</a:t>
              </a:r>
              <a:r>
                <a:rPr kumimoji="1" lang="en-US" altLang="ja-JP" sz="1050" dirty="0">
                  <a:solidFill>
                    <a:schemeClr val="tx1"/>
                  </a:solidFill>
                  <a:latin typeface="Meiryo UI" panose="020B0604030504040204" pitchFamily="50" charset="-128"/>
                  <a:ea typeface="Meiryo UI" panose="020B0604030504040204" pitchFamily="50" charset="-128"/>
                </a:rPr>
                <a:t>)</a:t>
              </a:r>
              <a:endParaRPr kumimoji="1" lang="ja-JP" altLang="en-US" sz="1050" dirty="0">
                <a:solidFill>
                  <a:schemeClr val="tx1"/>
                </a:solidFill>
                <a:latin typeface="Meiryo UI" panose="020B0604030504040204" pitchFamily="50" charset="-128"/>
                <a:ea typeface="Meiryo UI" panose="020B0604030504040204" pitchFamily="50" charset="-128"/>
              </a:endParaRPr>
            </a:p>
          </p:txBody>
        </p:sp>
        <p:pic>
          <p:nvPicPr>
            <p:cNvPr id="1080" name="図 1079">
              <a:extLst>
                <a:ext uri="{FF2B5EF4-FFF2-40B4-BE49-F238E27FC236}">
                  <a16:creationId xmlns:a16="http://schemas.microsoft.com/office/drawing/2014/main" id="{B0D74B14-80DC-6599-696A-F1A66D813F8A}"/>
                </a:ext>
              </a:extLst>
            </p:cNvPr>
            <p:cNvPicPr>
              <a:picLocks noChangeAspect="1"/>
            </p:cNvPicPr>
            <p:nvPr/>
          </p:nvPicPr>
          <p:blipFill>
            <a:blip r:embed="rId10"/>
            <a:stretch>
              <a:fillRect/>
            </a:stretch>
          </p:blipFill>
          <p:spPr>
            <a:xfrm>
              <a:off x="4324335" y="3307836"/>
              <a:ext cx="238095" cy="242857"/>
            </a:xfrm>
            <a:prstGeom prst="rect">
              <a:avLst/>
            </a:prstGeom>
          </p:spPr>
        </p:pic>
        <p:grpSp>
          <p:nvGrpSpPr>
            <p:cNvPr id="1082" name="グループ化 1081">
              <a:extLst>
                <a:ext uri="{FF2B5EF4-FFF2-40B4-BE49-F238E27FC236}">
                  <a16:creationId xmlns:a16="http://schemas.microsoft.com/office/drawing/2014/main" id="{3D62FC95-CDD5-8902-4A11-88D2807133A7}"/>
                </a:ext>
              </a:extLst>
            </p:cNvPr>
            <p:cNvGrpSpPr/>
            <p:nvPr/>
          </p:nvGrpSpPr>
          <p:grpSpPr>
            <a:xfrm>
              <a:off x="4304482" y="3283260"/>
              <a:ext cx="270000" cy="540000"/>
              <a:chOff x="4127497" y="3159000"/>
              <a:chExt cx="270000" cy="540000"/>
            </a:xfrm>
            <a:noFill/>
          </p:grpSpPr>
          <p:sp>
            <p:nvSpPr>
              <p:cNvPr id="1083" name="正方形/長方形 1082">
                <a:extLst>
                  <a:ext uri="{FF2B5EF4-FFF2-40B4-BE49-F238E27FC236}">
                    <a16:creationId xmlns:a16="http://schemas.microsoft.com/office/drawing/2014/main" id="{77FE5050-F130-9200-F183-8BC539252256}"/>
                  </a:ext>
                </a:extLst>
              </p:cNvPr>
              <p:cNvSpPr/>
              <p:nvPr/>
            </p:nvSpPr>
            <p:spPr>
              <a:xfrm>
                <a:off x="4127497" y="3159000"/>
                <a:ext cx="270000" cy="27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kumimoji="1" lang="ja-JP" altLang="en-US" sz="1200" err="1">
                  <a:solidFill>
                    <a:schemeClr val="tx1"/>
                  </a:solidFill>
                  <a:latin typeface="Meiryo UI" panose="020B0604030504040204" pitchFamily="50" charset="-128"/>
                  <a:ea typeface="Meiryo UI" panose="020B0604030504040204" pitchFamily="50" charset="-128"/>
                </a:endParaRPr>
              </a:p>
            </p:txBody>
          </p:sp>
          <p:sp>
            <p:nvSpPr>
              <p:cNvPr id="1084" name="正方形/長方形 1083">
                <a:extLst>
                  <a:ext uri="{FF2B5EF4-FFF2-40B4-BE49-F238E27FC236}">
                    <a16:creationId xmlns:a16="http://schemas.microsoft.com/office/drawing/2014/main" id="{FB936D67-EC14-D968-647D-8D86567B11C8}"/>
                  </a:ext>
                </a:extLst>
              </p:cNvPr>
              <p:cNvSpPr/>
              <p:nvPr/>
            </p:nvSpPr>
            <p:spPr>
              <a:xfrm>
                <a:off x="4127497" y="3429000"/>
                <a:ext cx="270000" cy="27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kumimoji="1" lang="ja-JP" altLang="en-US" sz="1200" err="1">
                  <a:solidFill>
                    <a:schemeClr val="tx1"/>
                  </a:solidFill>
                  <a:latin typeface="Meiryo UI" panose="020B0604030504040204" pitchFamily="50" charset="-128"/>
                  <a:ea typeface="Meiryo UI" panose="020B0604030504040204" pitchFamily="50" charset="-128"/>
                </a:endParaRPr>
              </a:p>
            </p:txBody>
          </p:sp>
        </p:grpSp>
      </p:grpSp>
      <p:grpSp>
        <p:nvGrpSpPr>
          <p:cNvPr id="19" name="グループ化 18">
            <a:extLst>
              <a:ext uri="{FF2B5EF4-FFF2-40B4-BE49-F238E27FC236}">
                <a16:creationId xmlns:a16="http://schemas.microsoft.com/office/drawing/2014/main" id="{47DBA0B1-CB36-FF27-C529-7494C5521B57}"/>
              </a:ext>
            </a:extLst>
          </p:cNvPr>
          <p:cNvGrpSpPr/>
          <p:nvPr/>
        </p:nvGrpSpPr>
        <p:grpSpPr>
          <a:xfrm>
            <a:off x="7340000" y="2103376"/>
            <a:ext cx="1772007" cy="540000"/>
            <a:chOff x="7312841" y="2122750"/>
            <a:chExt cx="1772007" cy="540000"/>
          </a:xfrm>
        </p:grpSpPr>
        <p:sp>
          <p:nvSpPr>
            <p:cNvPr id="1059" name="正方形/長方形 1058">
              <a:extLst>
                <a:ext uri="{FF2B5EF4-FFF2-40B4-BE49-F238E27FC236}">
                  <a16:creationId xmlns:a16="http://schemas.microsoft.com/office/drawing/2014/main" id="{0326DE6C-551E-D5EC-9FA2-66D48B818615}"/>
                </a:ext>
              </a:extLst>
            </p:cNvPr>
            <p:cNvSpPr/>
            <p:nvPr/>
          </p:nvSpPr>
          <p:spPr>
            <a:xfrm>
              <a:off x="7312841" y="2122750"/>
              <a:ext cx="1772007" cy="5400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kumimoji="1" lang="ja-JP" altLang="en-US" sz="1050" dirty="0">
                  <a:solidFill>
                    <a:schemeClr val="tx1"/>
                  </a:solidFill>
                  <a:latin typeface="Meiryo UI" panose="020B0604030504040204" pitchFamily="50" charset="-128"/>
                  <a:ea typeface="Meiryo UI" panose="020B0604030504040204" pitchFamily="50" charset="-128"/>
                </a:rPr>
                <a:t>汎用</a:t>
              </a:r>
              <a:r>
                <a:rPr kumimoji="1" lang="en-US" altLang="ja-JP" sz="1050" dirty="0">
                  <a:solidFill>
                    <a:schemeClr val="tx1"/>
                  </a:solidFill>
                  <a:latin typeface="Meiryo UI" panose="020B0604030504040204" pitchFamily="50" charset="-128"/>
                  <a:ea typeface="Meiryo UI" panose="020B0604030504040204" pitchFamily="50" charset="-128"/>
                </a:rPr>
                <a:t>WF</a:t>
              </a:r>
              <a:r>
                <a:rPr kumimoji="1" lang="ja-JP" altLang="en-US" sz="1050" dirty="0">
                  <a:solidFill>
                    <a:schemeClr val="tx1"/>
                  </a:solidFill>
                  <a:latin typeface="Meiryo UI" panose="020B0604030504040204" pitchFamily="50" charset="-128"/>
                  <a:ea typeface="Meiryo UI" panose="020B0604030504040204" pitchFamily="50" charset="-128"/>
                </a:rPr>
                <a:t>向け</a:t>
              </a:r>
              <a:endParaRPr kumimoji="1" lang="en-US" altLang="ja-JP" sz="1050" dirty="0">
                <a:solidFill>
                  <a:schemeClr val="tx1"/>
                </a:solidFill>
                <a:latin typeface="Meiryo UI" panose="020B0604030504040204" pitchFamily="50" charset="-128"/>
                <a:ea typeface="Meiryo UI" panose="020B0604030504040204" pitchFamily="50" charset="-128"/>
              </a:endParaRPr>
            </a:p>
            <a:p>
              <a:pPr algn="ctr"/>
              <a:r>
                <a:rPr kumimoji="1" lang="ja-JP" altLang="en-US" sz="1050" dirty="0">
                  <a:solidFill>
                    <a:schemeClr val="tx1"/>
                  </a:solidFill>
                  <a:latin typeface="Meiryo UI" panose="020B0604030504040204" pitchFamily="50" charset="-128"/>
                  <a:ea typeface="Meiryo UI" panose="020B0604030504040204" pitchFamily="50" charset="-128"/>
                </a:rPr>
                <a:t>データ取得</a:t>
              </a:r>
              <a:r>
                <a:rPr kumimoji="1" lang="en-US" altLang="ja-JP" sz="1050" dirty="0">
                  <a:solidFill>
                    <a:schemeClr val="tx1"/>
                  </a:solidFill>
                  <a:latin typeface="Meiryo UI" panose="020B0604030504040204" pitchFamily="50" charset="-128"/>
                  <a:ea typeface="Meiryo UI" panose="020B0604030504040204" pitchFamily="50" charset="-128"/>
                </a:rPr>
                <a:t>RPA</a:t>
              </a:r>
              <a:br>
                <a:rPr kumimoji="1" lang="en-US" altLang="ja-JP" sz="1050" dirty="0">
                  <a:solidFill>
                    <a:schemeClr val="tx1"/>
                  </a:solidFill>
                  <a:latin typeface="Meiryo UI" panose="020B0604030504040204" pitchFamily="50" charset="-128"/>
                  <a:ea typeface="Meiryo UI" panose="020B0604030504040204" pitchFamily="50" charset="-128"/>
                </a:rPr>
              </a:br>
              <a:r>
                <a:rPr kumimoji="1" lang="en-US" altLang="ja-JP" sz="1050" dirty="0">
                  <a:solidFill>
                    <a:schemeClr val="tx1"/>
                  </a:solidFill>
                  <a:latin typeface="Meiryo UI" panose="020B0604030504040204" pitchFamily="50" charset="-128"/>
                  <a:ea typeface="Meiryo UI" panose="020B0604030504040204" pitchFamily="50" charset="-128"/>
                </a:rPr>
                <a:t>(</a:t>
              </a:r>
              <a:r>
                <a:rPr kumimoji="1" lang="ja-JP" altLang="en-US" sz="1050" dirty="0">
                  <a:solidFill>
                    <a:schemeClr val="tx1"/>
                  </a:solidFill>
                  <a:latin typeface="Meiryo UI" panose="020B0604030504040204" pitchFamily="50" charset="-128"/>
                  <a:ea typeface="Meiryo UI" panose="020B0604030504040204" pitchFamily="50" charset="-128"/>
                </a:rPr>
                <a:t>クラウドフロー</a:t>
              </a:r>
              <a:r>
                <a:rPr kumimoji="1" lang="en-US" altLang="ja-JP" sz="1050" dirty="0">
                  <a:solidFill>
                    <a:schemeClr val="tx1"/>
                  </a:solidFill>
                  <a:latin typeface="Meiryo UI" panose="020B0604030504040204" pitchFamily="50" charset="-128"/>
                  <a:ea typeface="Meiryo UI" panose="020B0604030504040204" pitchFamily="50" charset="-128"/>
                </a:rPr>
                <a:t>)</a:t>
              </a:r>
              <a:endParaRPr kumimoji="1" lang="ja-JP" altLang="en-US" sz="1050" dirty="0">
                <a:solidFill>
                  <a:schemeClr val="tx1"/>
                </a:solidFill>
                <a:latin typeface="Meiryo UI" panose="020B0604030504040204" pitchFamily="50" charset="-128"/>
                <a:ea typeface="Meiryo UI" panose="020B0604030504040204" pitchFamily="50" charset="-128"/>
              </a:endParaRPr>
            </a:p>
          </p:txBody>
        </p:sp>
        <p:pic>
          <p:nvPicPr>
            <p:cNvPr id="1061" name="グラフィックス 1060" descr="目覚まし時計 単色塗りつぶし">
              <a:extLst>
                <a:ext uri="{FF2B5EF4-FFF2-40B4-BE49-F238E27FC236}">
                  <a16:creationId xmlns:a16="http://schemas.microsoft.com/office/drawing/2014/main" id="{A32F515F-3B9D-4A8B-8998-596083B8472C}"/>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822722" y="2141575"/>
              <a:ext cx="238094" cy="238094"/>
            </a:xfrm>
            <a:prstGeom prst="rect">
              <a:avLst/>
            </a:prstGeom>
          </p:spPr>
        </p:pic>
        <p:grpSp>
          <p:nvGrpSpPr>
            <p:cNvPr id="1062" name="グループ化 1061">
              <a:extLst>
                <a:ext uri="{FF2B5EF4-FFF2-40B4-BE49-F238E27FC236}">
                  <a16:creationId xmlns:a16="http://schemas.microsoft.com/office/drawing/2014/main" id="{C81755D0-C284-F192-A3F6-3388DB988D6F}"/>
                </a:ext>
              </a:extLst>
            </p:cNvPr>
            <p:cNvGrpSpPr/>
            <p:nvPr/>
          </p:nvGrpSpPr>
          <p:grpSpPr>
            <a:xfrm>
              <a:off x="7312841" y="2122750"/>
              <a:ext cx="270000" cy="540000"/>
              <a:chOff x="4127497" y="3159000"/>
              <a:chExt cx="270000" cy="540000"/>
            </a:xfrm>
            <a:noFill/>
          </p:grpSpPr>
          <p:sp>
            <p:nvSpPr>
              <p:cNvPr id="1063" name="正方形/長方形 1062">
                <a:extLst>
                  <a:ext uri="{FF2B5EF4-FFF2-40B4-BE49-F238E27FC236}">
                    <a16:creationId xmlns:a16="http://schemas.microsoft.com/office/drawing/2014/main" id="{166C0453-357C-FF64-1E6D-7E7E71AE98C2}"/>
                  </a:ext>
                </a:extLst>
              </p:cNvPr>
              <p:cNvSpPr/>
              <p:nvPr/>
            </p:nvSpPr>
            <p:spPr>
              <a:xfrm>
                <a:off x="4127497" y="3159000"/>
                <a:ext cx="270000" cy="27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kumimoji="1" lang="ja-JP" altLang="en-US" sz="1200" err="1">
                  <a:solidFill>
                    <a:schemeClr val="tx1"/>
                  </a:solidFill>
                  <a:latin typeface="Meiryo UI" panose="020B0604030504040204" pitchFamily="50" charset="-128"/>
                  <a:ea typeface="Meiryo UI" panose="020B0604030504040204" pitchFamily="50" charset="-128"/>
                </a:endParaRPr>
              </a:p>
            </p:txBody>
          </p:sp>
          <p:sp>
            <p:nvSpPr>
              <p:cNvPr id="1064" name="正方形/長方形 1063">
                <a:extLst>
                  <a:ext uri="{FF2B5EF4-FFF2-40B4-BE49-F238E27FC236}">
                    <a16:creationId xmlns:a16="http://schemas.microsoft.com/office/drawing/2014/main" id="{9D7F0AAB-DA87-72BC-BD80-EC97DD64F04D}"/>
                  </a:ext>
                </a:extLst>
              </p:cNvPr>
              <p:cNvSpPr/>
              <p:nvPr/>
            </p:nvSpPr>
            <p:spPr>
              <a:xfrm>
                <a:off x="4127497" y="3429000"/>
                <a:ext cx="270000" cy="27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kumimoji="1" lang="ja-JP" altLang="en-US" sz="1200" err="1">
                  <a:solidFill>
                    <a:schemeClr val="tx1"/>
                  </a:solidFill>
                  <a:latin typeface="Meiryo UI" panose="020B0604030504040204" pitchFamily="50" charset="-128"/>
                  <a:ea typeface="Meiryo UI" panose="020B0604030504040204" pitchFamily="50" charset="-128"/>
                </a:endParaRPr>
              </a:p>
            </p:txBody>
          </p:sp>
        </p:grpSp>
        <p:pic>
          <p:nvPicPr>
            <p:cNvPr id="1092" name="図 1091" descr="アイコン&#10;&#10;自動的に生成された説明">
              <a:extLst>
                <a:ext uri="{FF2B5EF4-FFF2-40B4-BE49-F238E27FC236}">
                  <a16:creationId xmlns:a16="http://schemas.microsoft.com/office/drawing/2014/main" id="{72E162DF-326F-6D87-953F-D963C1E30D50}"/>
                </a:ext>
              </a:extLst>
            </p:cNvPr>
            <p:cNvPicPr>
              <a:picLocks noChangeAspect="1"/>
            </p:cNvPicPr>
            <p:nvPr/>
          </p:nvPicPr>
          <p:blipFill>
            <a:blip r:embed="rId5"/>
            <a:stretch>
              <a:fillRect/>
            </a:stretch>
          </p:blipFill>
          <p:spPr>
            <a:xfrm>
              <a:off x="7342840" y="2145325"/>
              <a:ext cx="210001" cy="210001"/>
            </a:xfrm>
            <a:prstGeom prst="rect">
              <a:avLst/>
            </a:prstGeom>
          </p:spPr>
        </p:pic>
      </p:grpSp>
      <p:sp>
        <p:nvSpPr>
          <p:cNvPr id="1094" name="正方形/長方形 1093">
            <a:extLst>
              <a:ext uri="{FF2B5EF4-FFF2-40B4-BE49-F238E27FC236}">
                <a16:creationId xmlns:a16="http://schemas.microsoft.com/office/drawing/2014/main" id="{A3E40709-F56C-60B0-C8DE-0B9F554794C0}"/>
              </a:ext>
            </a:extLst>
          </p:cNvPr>
          <p:cNvSpPr/>
          <p:nvPr/>
        </p:nvSpPr>
        <p:spPr>
          <a:xfrm>
            <a:off x="1522377" y="1015704"/>
            <a:ext cx="1800000" cy="1260000"/>
          </a:xfrm>
          <a:prstGeom prst="rect">
            <a:avLst/>
          </a:prstGeom>
          <a:noFill/>
          <a:ln w="1905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r>
              <a:rPr kumimoji="1" lang="ja-JP" altLang="en-US" sz="1200" dirty="0">
                <a:solidFill>
                  <a:schemeClr val="tx1"/>
                </a:solidFill>
                <a:latin typeface="Meiryo UI" panose="020B0604030504040204" pitchFamily="50" charset="-128"/>
                <a:ea typeface="Meiryo UI" panose="020B0604030504040204" pitchFamily="50" charset="-128"/>
              </a:rPr>
              <a:t>汎用</a:t>
            </a:r>
            <a:r>
              <a:rPr kumimoji="1" lang="en-US" altLang="ja-JP" sz="1200" dirty="0">
                <a:solidFill>
                  <a:schemeClr val="tx1"/>
                </a:solidFill>
                <a:latin typeface="Meiryo UI" panose="020B0604030504040204" pitchFamily="50" charset="-128"/>
                <a:ea typeface="Meiryo UI" panose="020B0604030504040204" pitchFamily="50" charset="-128"/>
              </a:rPr>
              <a:t>WF</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pic>
        <p:nvPicPr>
          <p:cNvPr id="1095" name="図 1094">
            <a:extLst>
              <a:ext uri="{FF2B5EF4-FFF2-40B4-BE49-F238E27FC236}">
                <a16:creationId xmlns:a16="http://schemas.microsoft.com/office/drawing/2014/main" id="{9625888C-A300-9366-272B-60CCE8BC505B}"/>
              </a:ext>
            </a:extLst>
          </p:cNvPr>
          <p:cNvPicPr>
            <a:picLocks noChangeAspect="1"/>
          </p:cNvPicPr>
          <p:nvPr/>
        </p:nvPicPr>
        <p:blipFill>
          <a:blip r:embed="rId13"/>
          <a:stretch>
            <a:fillRect/>
          </a:stretch>
        </p:blipFill>
        <p:spPr>
          <a:xfrm>
            <a:off x="2243766" y="1089020"/>
            <a:ext cx="978093" cy="266753"/>
          </a:xfrm>
          <a:prstGeom prst="rect">
            <a:avLst/>
          </a:prstGeom>
        </p:spPr>
      </p:pic>
      <p:grpSp>
        <p:nvGrpSpPr>
          <p:cNvPr id="1096" name="グループ化 1095">
            <a:extLst>
              <a:ext uri="{FF2B5EF4-FFF2-40B4-BE49-F238E27FC236}">
                <a16:creationId xmlns:a16="http://schemas.microsoft.com/office/drawing/2014/main" id="{E5924024-7F31-FA2A-463C-A702438E5C38}"/>
              </a:ext>
            </a:extLst>
          </p:cNvPr>
          <p:cNvGrpSpPr/>
          <p:nvPr/>
        </p:nvGrpSpPr>
        <p:grpSpPr>
          <a:xfrm>
            <a:off x="1702377" y="1433279"/>
            <a:ext cx="1440000" cy="540000"/>
            <a:chOff x="990043" y="2737260"/>
            <a:chExt cx="1440000" cy="540000"/>
          </a:xfrm>
        </p:grpSpPr>
        <p:sp>
          <p:nvSpPr>
            <p:cNvPr id="1097" name="正方形/長方形 1096">
              <a:extLst>
                <a:ext uri="{FF2B5EF4-FFF2-40B4-BE49-F238E27FC236}">
                  <a16:creationId xmlns:a16="http://schemas.microsoft.com/office/drawing/2014/main" id="{253F630F-5612-AD43-6A1D-C212AEF15FA8}"/>
                </a:ext>
              </a:extLst>
            </p:cNvPr>
            <p:cNvSpPr/>
            <p:nvPr/>
          </p:nvSpPr>
          <p:spPr>
            <a:xfrm>
              <a:off x="990043" y="2737260"/>
              <a:ext cx="1440000" cy="5400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kumimoji="1" lang="ja-JP" altLang="en-US" sz="1050">
                  <a:solidFill>
                    <a:schemeClr val="tx1"/>
                  </a:solidFill>
                  <a:latin typeface="Meiryo UI" panose="020B0604030504040204" pitchFamily="50" charset="-128"/>
                  <a:ea typeface="Meiryo UI" panose="020B0604030504040204" pitchFamily="50" charset="-128"/>
                </a:rPr>
                <a:t>部門間業務書類</a:t>
              </a:r>
              <a:endParaRPr kumimoji="1" lang="en-US" altLang="ja-JP" sz="1050">
                <a:solidFill>
                  <a:schemeClr val="tx1"/>
                </a:solidFill>
                <a:latin typeface="Meiryo UI" panose="020B0604030504040204" pitchFamily="50" charset="-128"/>
                <a:ea typeface="Meiryo UI" panose="020B0604030504040204" pitchFamily="50" charset="-128"/>
              </a:endParaRPr>
            </a:p>
            <a:p>
              <a:pPr algn="ctr"/>
              <a:r>
                <a:rPr kumimoji="1" lang="ja-JP" altLang="en-US" sz="1050">
                  <a:solidFill>
                    <a:schemeClr val="tx1"/>
                  </a:solidFill>
                  <a:latin typeface="Meiryo UI" panose="020B0604030504040204" pitchFamily="50" charset="-128"/>
                  <a:ea typeface="Meiryo UI" panose="020B0604030504040204" pitchFamily="50" charset="-128"/>
                </a:rPr>
                <a:t>添付申請管理一覧</a:t>
              </a:r>
            </a:p>
          </p:txBody>
        </p:sp>
        <p:grpSp>
          <p:nvGrpSpPr>
            <p:cNvPr id="1098" name="グループ化 1097">
              <a:extLst>
                <a:ext uri="{FF2B5EF4-FFF2-40B4-BE49-F238E27FC236}">
                  <a16:creationId xmlns:a16="http://schemas.microsoft.com/office/drawing/2014/main" id="{A277A1E6-07A9-8A54-6788-66C146295A99}"/>
                </a:ext>
              </a:extLst>
            </p:cNvPr>
            <p:cNvGrpSpPr/>
            <p:nvPr/>
          </p:nvGrpSpPr>
          <p:grpSpPr>
            <a:xfrm>
              <a:off x="2070043" y="2737260"/>
              <a:ext cx="360000" cy="540000"/>
              <a:chOff x="2335338" y="2270913"/>
              <a:chExt cx="360000" cy="720000"/>
            </a:xfrm>
            <a:noFill/>
          </p:grpSpPr>
          <p:sp>
            <p:nvSpPr>
              <p:cNvPr id="1099" name="正方形/長方形 1098">
                <a:extLst>
                  <a:ext uri="{FF2B5EF4-FFF2-40B4-BE49-F238E27FC236}">
                    <a16:creationId xmlns:a16="http://schemas.microsoft.com/office/drawing/2014/main" id="{B8940FEA-AFA6-4D7C-49A5-5C3729C727A4}"/>
                  </a:ext>
                </a:extLst>
              </p:cNvPr>
              <p:cNvSpPr/>
              <p:nvPr/>
            </p:nvSpPr>
            <p:spPr>
              <a:xfrm>
                <a:off x="2335338" y="2270913"/>
                <a:ext cx="360000" cy="360000"/>
              </a:xfrm>
              <a:prstGeom prst="rect">
                <a:avLst/>
              </a:prstGeom>
              <a:grpFill/>
              <a:ln w="19050">
                <a:noFill/>
                <a:prstDash val="solid"/>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endParaRPr kumimoji="1" lang="ja-JP" altLang="en-US" sz="1200">
                  <a:solidFill>
                    <a:schemeClr val="tx1"/>
                  </a:solidFill>
                  <a:latin typeface="Meiryo UI" panose="020B0604030504040204" pitchFamily="50" charset="-128"/>
                  <a:ea typeface="Meiryo UI" panose="020B0604030504040204" pitchFamily="50" charset="-128"/>
                </a:endParaRPr>
              </a:p>
            </p:txBody>
          </p:sp>
          <p:sp>
            <p:nvSpPr>
              <p:cNvPr id="1100" name="正方形/長方形 1099">
                <a:extLst>
                  <a:ext uri="{FF2B5EF4-FFF2-40B4-BE49-F238E27FC236}">
                    <a16:creationId xmlns:a16="http://schemas.microsoft.com/office/drawing/2014/main" id="{1D6D0E12-42D2-74EA-6D36-F2AB065F0B26}"/>
                  </a:ext>
                </a:extLst>
              </p:cNvPr>
              <p:cNvSpPr/>
              <p:nvPr/>
            </p:nvSpPr>
            <p:spPr>
              <a:xfrm>
                <a:off x="2335338" y="2630913"/>
                <a:ext cx="360000" cy="360000"/>
              </a:xfrm>
              <a:prstGeom prst="rect">
                <a:avLst/>
              </a:prstGeom>
              <a:grpFill/>
              <a:ln w="19050">
                <a:noFill/>
                <a:prstDash val="solid"/>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endParaRPr kumimoji="1" lang="ja-JP" altLang="en-US" sz="1200">
                  <a:solidFill>
                    <a:schemeClr val="tx1"/>
                  </a:solidFill>
                  <a:latin typeface="Meiryo UI" panose="020B0604030504040204" pitchFamily="50" charset="-128"/>
                  <a:ea typeface="Meiryo UI" panose="020B0604030504040204" pitchFamily="50" charset="-128"/>
                </a:endParaRPr>
              </a:p>
            </p:txBody>
          </p:sp>
        </p:grpSp>
      </p:grpSp>
      <p:sp>
        <p:nvSpPr>
          <p:cNvPr id="1101" name="正方形/長方形 1100">
            <a:extLst>
              <a:ext uri="{FF2B5EF4-FFF2-40B4-BE49-F238E27FC236}">
                <a16:creationId xmlns:a16="http://schemas.microsoft.com/office/drawing/2014/main" id="{8A512743-E5A7-2E14-5D00-0DFBC012037C}"/>
              </a:ext>
            </a:extLst>
          </p:cNvPr>
          <p:cNvSpPr/>
          <p:nvPr/>
        </p:nvSpPr>
        <p:spPr>
          <a:xfrm>
            <a:off x="1522377" y="2498183"/>
            <a:ext cx="1800000" cy="1260000"/>
          </a:xfrm>
          <a:prstGeom prst="rect">
            <a:avLst/>
          </a:prstGeom>
          <a:noFill/>
          <a:ln w="1905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r>
              <a:rPr kumimoji="1" lang="ja-JP" altLang="en-US" sz="1200" dirty="0">
                <a:solidFill>
                  <a:schemeClr val="tx1"/>
                </a:solidFill>
                <a:latin typeface="Meiryo UI" panose="020B0604030504040204" pitchFamily="50" charset="-128"/>
                <a:ea typeface="Meiryo UI" panose="020B0604030504040204" pitchFamily="50" charset="-128"/>
              </a:rPr>
              <a:t>販売支援システム</a:t>
            </a:r>
            <a:endParaRPr kumimoji="1" lang="en-US" altLang="ja-JP" sz="1200" dirty="0">
              <a:solidFill>
                <a:schemeClr val="tx1"/>
              </a:solidFill>
              <a:latin typeface="Meiryo UI" panose="020B0604030504040204" pitchFamily="50" charset="-128"/>
              <a:ea typeface="Meiryo UI" panose="020B0604030504040204" pitchFamily="50" charset="-128"/>
            </a:endParaRPr>
          </a:p>
          <a:p>
            <a:r>
              <a:rPr kumimoji="1" lang="en-US" altLang="ja-JP" sz="1100" dirty="0">
                <a:solidFill>
                  <a:schemeClr val="tx1"/>
                </a:solidFill>
                <a:latin typeface="Meiryo UI" panose="020B0604030504040204" pitchFamily="50" charset="-128"/>
                <a:ea typeface="Meiryo UI" panose="020B0604030504040204" pitchFamily="50" charset="-128"/>
              </a:rPr>
              <a:t>Wonder Web</a:t>
            </a:r>
            <a:endParaRPr kumimoji="1" lang="ja-JP" altLang="en-US" sz="1100" dirty="0">
              <a:solidFill>
                <a:schemeClr val="tx1"/>
              </a:solidFill>
              <a:latin typeface="Meiryo UI" panose="020B0604030504040204" pitchFamily="50" charset="-128"/>
              <a:ea typeface="Meiryo UI" panose="020B0604030504040204" pitchFamily="50" charset="-128"/>
            </a:endParaRPr>
          </a:p>
        </p:txBody>
      </p:sp>
      <p:grpSp>
        <p:nvGrpSpPr>
          <p:cNvPr id="1102" name="グループ化 1101">
            <a:extLst>
              <a:ext uri="{FF2B5EF4-FFF2-40B4-BE49-F238E27FC236}">
                <a16:creationId xmlns:a16="http://schemas.microsoft.com/office/drawing/2014/main" id="{FEF9764B-1C36-E2FC-049C-3A182FE11E31}"/>
              </a:ext>
            </a:extLst>
          </p:cNvPr>
          <p:cNvGrpSpPr/>
          <p:nvPr/>
        </p:nvGrpSpPr>
        <p:grpSpPr>
          <a:xfrm>
            <a:off x="1702377" y="2966394"/>
            <a:ext cx="1440000" cy="540000"/>
            <a:chOff x="990043" y="2737260"/>
            <a:chExt cx="1440000" cy="617143"/>
          </a:xfrm>
        </p:grpSpPr>
        <p:sp>
          <p:nvSpPr>
            <p:cNvPr id="1103" name="正方形/長方形 1102">
              <a:extLst>
                <a:ext uri="{FF2B5EF4-FFF2-40B4-BE49-F238E27FC236}">
                  <a16:creationId xmlns:a16="http://schemas.microsoft.com/office/drawing/2014/main" id="{ECF71C59-8422-DE8C-58BA-D5638847367B}"/>
                </a:ext>
              </a:extLst>
            </p:cNvPr>
            <p:cNvSpPr/>
            <p:nvPr/>
          </p:nvSpPr>
          <p:spPr>
            <a:xfrm>
              <a:off x="990043" y="2737260"/>
              <a:ext cx="1440000" cy="61714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kumimoji="1" lang="ja-JP" altLang="en-US" sz="1050" dirty="0">
                  <a:solidFill>
                    <a:schemeClr val="tx1"/>
                  </a:solidFill>
                  <a:latin typeface="Meiryo UI" panose="020B0604030504040204" pitchFamily="50" charset="-128"/>
                  <a:ea typeface="Meiryo UI" panose="020B0604030504040204" pitchFamily="50" charset="-128"/>
                </a:rPr>
                <a:t>報告書</a:t>
              </a:r>
              <a:r>
                <a:rPr kumimoji="1" lang="en-US" altLang="ja-JP" sz="1050" dirty="0">
                  <a:solidFill>
                    <a:schemeClr val="tx1"/>
                  </a:solidFill>
                  <a:latin typeface="Meiryo UI" panose="020B0604030504040204" pitchFamily="50" charset="-128"/>
                  <a:ea typeface="Meiryo UI" panose="020B0604030504040204" pitchFamily="50" charset="-128"/>
                </a:rPr>
                <a:t>/</a:t>
              </a:r>
              <a:r>
                <a:rPr kumimoji="1" lang="ja-JP" altLang="en-US" sz="1050" dirty="0">
                  <a:solidFill>
                    <a:schemeClr val="tx1"/>
                  </a:solidFill>
                  <a:latin typeface="Meiryo UI" panose="020B0604030504040204" pitchFamily="50" charset="-128"/>
                  <a:ea typeface="Meiryo UI" panose="020B0604030504040204" pitchFamily="50" charset="-128"/>
                </a:rPr>
                <a:t>申請書</a:t>
              </a:r>
              <a:endParaRPr kumimoji="1" lang="en-US" altLang="ja-JP" sz="1050" dirty="0">
                <a:solidFill>
                  <a:schemeClr val="tx1"/>
                </a:solidFill>
                <a:latin typeface="Meiryo UI" panose="020B0604030504040204" pitchFamily="50" charset="-128"/>
                <a:ea typeface="Meiryo UI" panose="020B0604030504040204" pitchFamily="50" charset="-128"/>
              </a:endParaRPr>
            </a:p>
            <a:p>
              <a:pPr algn="ctr"/>
              <a:r>
                <a:rPr kumimoji="1" lang="ja-JP" altLang="en-US" sz="1050" dirty="0">
                  <a:solidFill>
                    <a:schemeClr val="tx1"/>
                  </a:solidFill>
                  <a:latin typeface="Meiryo UI" panose="020B0604030504040204" pitchFamily="50" charset="-128"/>
                  <a:ea typeface="Meiryo UI" panose="020B0604030504040204" pitchFamily="50" charset="-128"/>
                </a:rPr>
                <a:t>一覧</a:t>
              </a:r>
            </a:p>
          </p:txBody>
        </p:sp>
        <p:grpSp>
          <p:nvGrpSpPr>
            <p:cNvPr id="1104" name="グループ化 1103">
              <a:extLst>
                <a:ext uri="{FF2B5EF4-FFF2-40B4-BE49-F238E27FC236}">
                  <a16:creationId xmlns:a16="http://schemas.microsoft.com/office/drawing/2014/main" id="{C467F612-F49D-1734-C937-D3E466CA22AD}"/>
                </a:ext>
              </a:extLst>
            </p:cNvPr>
            <p:cNvGrpSpPr/>
            <p:nvPr/>
          </p:nvGrpSpPr>
          <p:grpSpPr>
            <a:xfrm>
              <a:off x="2070043" y="2737260"/>
              <a:ext cx="360000" cy="540000"/>
              <a:chOff x="2335338" y="2270913"/>
              <a:chExt cx="360000" cy="720000"/>
            </a:xfrm>
            <a:noFill/>
          </p:grpSpPr>
          <p:sp>
            <p:nvSpPr>
              <p:cNvPr id="1105" name="正方形/長方形 1104">
                <a:extLst>
                  <a:ext uri="{FF2B5EF4-FFF2-40B4-BE49-F238E27FC236}">
                    <a16:creationId xmlns:a16="http://schemas.microsoft.com/office/drawing/2014/main" id="{4F525D36-0157-E4AE-5285-DC0F8AEFBFF4}"/>
                  </a:ext>
                </a:extLst>
              </p:cNvPr>
              <p:cNvSpPr/>
              <p:nvPr/>
            </p:nvSpPr>
            <p:spPr>
              <a:xfrm>
                <a:off x="2335338" y="2270913"/>
                <a:ext cx="360000" cy="360000"/>
              </a:xfrm>
              <a:prstGeom prst="rect">
                <a:avLst/>
              </a:prstGeom>
              <a:grpFill/>
              <a:ln w="19050">
                <a:noFill/>
                <a:prstDash val="solid"/>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endParaRPr kumimoji="1" lang="ja-JP" altLang="en-US" sz="1200">
                  <a:solidFill>
                    <a:schemeClr val="tx1"/>
                  </a:solidFill>
                  <a:latin typeface="Meiryo UI" panose="020B0604030504040204" pitchFamily="50" charset="-128"/>
                  <a:ea typeface="Meiryo UI" panose="020B0604030504040204" pitchFamily="50" charset="-128"/>
                </a:endParaRPr>
              </a:p>
            </p:txBody>
          </p:sp>
          <p:sp>
            <p:nvSpPr>
              <p:cNvPr id="1106" name="正方形/長方形 1105">
                <a:extLst>
                  <a:ext uri="{FF2B5EF4-FFF2-40B4-BE49-F238E27FC236}">
                    <a16:creationId xmlns:a16="http://schemas.microsoft.com/office/drawing/2014/main" id="{CC6E8AD7-E167-56A8-D340-9AF9110015D5}"/>
                  </a:ext>
                </a:extLst>
              </p:cNvPr>
              <p:cNvSpPr/>
              <p:nvPr/>
            </p:nvSpPr>
            <p:spPr>
              <a:xfrm>
                <a:off x="2335338" y="2630913"/>
                <a:ext cx="360000" cy="360000"/>
              </a:xfrm>
              <a:prstGeom prst="rect">
                <a:avLst/>
              </a:prstGeom>
              <a:grpFill/>
              <a:ln w="19050">
                <a:noFill/>
                <a:prstDash val="solid"/>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endParaRPr kumimoji="1" lang="ja-JP" altLang="en-US" sz="1200">
                  <a:solidFill>
                    <a:schemeClr val="tx1"/>
                  </a:solidFill>
                  <a:latin typeface="Meiryo UI" panose="020B0604030504040204" pitchFamily="50" charset="-128"/>
                  <a:ea typeface="Meiryo UI" panose="020B0604030504040204" pitchFamily="50" charset="-128"/>
                </a:endParaRPr>
              </a:p>
            </p:txBody>
          </p:sp>
        </p:grpSp>
      </p:grpSp>
      <p:grpSp>
        <p:nvGrpSpPr>
          <p:cNvPr id="1107" name="グループ化 1106">
            <a:extLst>
              <a:ext uri="{FF2B5EF4-FFF2-40B4-BE49-F238E27FC236}">
                <a16:creationId xmlns:a16="http://schemas.microsoft.com/office/drawing/2014/main" id="{A9493C57-7722-4460-3A51-BCBDEDFBCF16}"/>
              </a:ext>
            </a:extLst>
          </p:cNvPr>
          <p:cNvGrpSpPr/>
          <p:nvPr/>
        </p:nvGrpSpPr>
        <p:grpSpPr>
          <a:xfrm>
            <a:off x="386105" y="2331198"/>
            <a:ext cx="877163" cy="1101204"/>
            <a:chOff x="112597" y="2981872"/>
            <a:chExt cx="877163" cy="1101204"/>
          </a:xfrm>
        </p:grpSpPr>
        <p:sp>
          <p:nvSpPr>
            <p:cNvPr id="1108" name="正方形/長方形 1107">
              <a:extLst>
                <a:ext uri="{FF2B5EF4-FFF2-40B4-BE49-F238E27FC236}">
                  <a16:creationId xmlns:a16="http://schemas.microsoft.com/office/drawing/2014/main" id="{63878FAF-70DA-B51E-1383-970D7CA948CF}"/>
                </a:ext>
              </a:extLst>
            </p:cNvPr>
            <p:cNvSpPr/>
            <p:nvPr/>
          </p:nvSpPr>
          <p:spPr>
            <a:xfrm>
              <a:off x="191178" y="2981872"/>
              <a:ext cx="720000" cy="8654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kumimoji="1" lang="ja-JP" altLang="en-US" sz="1050">
                <a:noFill/>
                <a:latin typeface="Meiryo UI" panose="020B0604030504040204" pitchFamily="50" charset="-128"/>
                <a:ea typeface="Meiryo UI" panose="020B0604030504040204" pitchFamily="50" charset="-128"/>
              </a:endParaRPr>
            </a:p>
          </p:txBody>
        </p:sp>
        <p:grpSp>
          <p:nvGrpSpPr>
            <p:cNvPr id="1109" name="グループ化 1108">
              <a:extLst>
                <a:ext uri="{FF2B5EF4-FFF2-40B4-BE49-F238E27FC236}">
                  <a16:creationId xmlns:a16="http://schemas.microsoft.com/office/drawing/2014/main" id="{06C4BA2D-0C17-65F6-55D5-D5C4DEBE5B0A}"/>
                </a:ext>
              </a:extLst>
            </p:cNvPr>
            <p:cNvGrpSpPr/>
            <p:nvPr/>
          </p:nvGrpSpPr>
          <p:grpSpPr>
            <a:xfrm>
              <a:off x="227178" y="3050928"/>
              <a:ext cx="648000" cy="576000"/>
              <a:chOff x="1739664" y="2896797"/>
              <a:chExt cx="760250" cy="671894"/>
            </a:xfrm>
          </p:grpSpPr>
          <p:grpSp>
            <p:nvGrpSpPr>
              <p:cNvPr id="1111" name="グループ化 1110">
                <a:extLst>
                  <a:ext uri="{FF2B5EF4-FFF2-40B4-BE49-F238E27FC236}">
                    <a16:creationId xmlns:a16="http://schemas.microsoft.com/office/drawing/2014/main" id="{14ECD136-0623-CD30-CEE0-510C1023268C}"/>
                  </a:ext>
                </a:extLst>
              </p:cNvPr>
              <p:cNvGrpSpPr/>
              <p:nvPr/>
            </p:nvGrpSpPr>
            <p:grpSpPr>
              <a:xfrm>
                <a:off x="1973591" y="2896797"/>
                <a:ext cx="292396" cy="489014"/>
                <a:chOff x="7033571" y="1141960"/>
                <a:chExt cx="144000" cy="240831"/>
              </a:xfrm>
            </p:grpSpPr>
            <p:sp>
              <p:nvSpPr>
                <p:cNvPr id="1118" name="AutoShape 79">
                  <a:extLst>
                    <a:ext uri="{FF2B5EF4-FFF2-40B4-BE49-F238E27FC236}">
                      <a16:creationId xmlns:a16="http://schemas.microsoft.com/office/drawing/2014/main" id="{9B4C73E4-28DC-6280-B356-35D95EADA21B}"/>
                    </a:ext>
                  </a:extLst>
                </p:cNvPr>
                <p:cNvSpPr>
                  <a:spLocks noChangeArrowheads="1"/>
                </p:cNvSpPr>
                <p:nvPr/>
              </p:nvSpPr>
              <p:spPr bwMode="auto">
                <a:xfrm rot="16200000">
                  <a:off x="7042571" y="1247791"/>
                  <a:ext cx="126000" cy="144000"/>
                </a:xfrm>
                <a:prstGeom prst="flowChartDelay">
                  <a:avLst/>
                </a:prstGeom>
                <a:solidFill>
                  <a:schemeClr val="tx1">
                    <a:lumMod val="95000"/>
                    <a:lumOff val="5000"/>
                  </a:schemeClr>
                </a:solidFill>
                <a:ln w="12700">
                  <a:solidFill>
                    <a:schemeClr val="bg1"/>
                  </a:solidFill>
                  <a:miter lim="800000"/>
                  <a:headEnd/>
                  <a:tailEnd/>
                </a:ln>
              </p:spPr>
              <p:txBody>
                <a:bodyPr vert="eaVert" wrap="none" anchor="ctr"/>
                <a:lstStyle/>
                <a:p>
                  <a:pPr defTabSz="673856"/>
                  <a:endParaRPr kumimoji="0" lang="ja-JP" altLang="en-US" sz="737">
                    <a:solidFill>
                      <a:prstClr val="black"/>
                    </a:solidFill>
                    <a:latin typeface="Meiryo UI" panose="020B0604030504040204" pitchFamily="50" charset="-128"/>
                    <a:ea typeface="Meiryo UI" panose="020B0604030504040204" pitchFamily="50" charset="-128"/>
                  </a:endParaRPr>
                </a:p>
              </p:txBody>
            </p:sp>
            <p:sp>
              <p:nvSpPr>
                <p:cNvPr id="1119" name="Oval 80">
                  <a:extLst>
                    <a:ext uri="{FF2B5EF4-FFF2-40B4-BE49-F238E27FC236}">
                      <a16:creationId xmlns:a16="http://schemas.microsoft.com/office/drawing/2014/main" id="{5F9A955C-73F1-4FB7-61E5-7F9C1AB1ECC9}"/>
                    </a:ext>
                  </a:extLst>
                </p:cNvPr>
                <p:cNvSpPr>
                  <a:spLocks noChangeArrowheads="1"/>
                </p:cNvSpPr>
                <p:nvPr/>
              </p:nvSpPr>
              <p:spPr bwMode="auto">
                <a:xfrm>
                  <a:off x="7051571" y="1141960"/>
                  <a:ext cx="108000" cy="108000"/>
                </a:xfrm>
                <a:prstGeom prst="ellipse">
                  <a:avLst/>
                </a:prstGeom>
                <a:solidFill>
                  <a:schemeClr val="tx1">
                    <a:lumMod val="95000"/>
                    <a:lumOff val="5000"/>
                  </a:schemeClr>
                </a:solidFill>
                <a:ln w="12700" algn="ctr">
                  <a:solidFill>
                    <a:schemeClr val="bg1"/>
                  </a:solidFill>
                  <a:round/>
                  <a:headEnd/>
                  <a:tailEnd/>
                </a:ln>
              </p:spPr>
              <p:txBody>
                <a:bodyPr wrap="none" anchor="ctr"/>
                <a:lstStyle/>
                <a:p>
                  <a:pPr defTabSz="673856"/>
                  <a:endParaRPr kumimoji="0" lang="ja-JP" altLang="en-US" sz="737">
                    <a:solidFill>
                      <a:prstClr val="black"/>
                    </a:solidFill>
                    <a:latin typeface="Meiryo UI" panose="020B0604030504040204" pitchFamily="50" charset="-128"/>
                    <a:ea typeface="Meiryo UI" panose="020B0604030504040204" pitchFamily="50" charset="-128"/>
                  </a:endParaRPr>
                </a:p>
              </p:txBody>
            </p:sp>
          </p:grpSp>
          <p:grpSp>
            <p:nvGrpSpPr>
              <p:cNvPr id="1112" name="グループ化 1111">
                <a:extLst>
                  <a:ext uri="{FF2B5EF4-FFF2-40B4-BE49-F238E27FC236}">
                    <a16:creationId xmlns:a16="http://schemas.microsoft.com/office/drawing/2014/main" id="{8807E651-F613-8898-C9AC-EC51527691B5}"/>
                  </a:ext>
                </a:extLst>
              </p:cNvPr>
              <p:cNvGrpSpPr/>
              <p:nvPr/>
            </p:nvGrpSpPr>
            <p:grpSpPr>
              <a:xfrm>
                <a:off x="1739664" y="3079677"/>
                <a:ext cx="292396" cy="489014"/>
                <a:chOff x="7033571" y="1141960"/>
                <a:chExt cx="144000" cy="240831"/>
              </a:xfrm>
            </p:grpSpPr>
            <p:sp>
              <p:nvSpPr>
                <p:cNvPr id="1116" name="AutoShape 79">
                  <a:extLst>
                    <a:ext uri="{FF2B5EF4-FFF2-40B4-BE49-F238E27FC236}">
                      <a16:creationId xmlns:a16="http://schemas.microsoft.com/office/drawing/2014/main" id="{901F9DC3-7C59-5841-6DFF-D17F5BDCF215}"/>
                    </a:ext>
                  </a:extLst>
                </p:cNvPr>
                <p:cNvSpPr>
                  <a:spLocks noChangeArrowheads="1"/>
                </p:cNvSpPr>
                <p:nvPr/>
              </p:nvSpPr>
              <p:spPr bwMode="auto">
                <a:xfrm rot="16200000">
                  <a:off x="7042571" y="1247791"/>
                  <a:ext cx="126000" cy="144000"/>
                </a:xfrm>
                <a:prstGeom prst="flowChartDelay">
                  <a:avLst/>
                </a:prstGeom>
                <a:solidFill>
                  <a:schemeClr val="tx1">
                    <a:lumMod val="95000"/>
                    <a:lumOff val="5000"/>
                  </a:schemeClr>
                </a:solidFill>
                <a:ln w="12700">
                  <a:solidFill>
                    <a:schemeClr val="bg1"/>
                  </a:solidFill>
                  <a:miter lim="800000"/>
                  <a:headEnd/>
                  <a:tailEnd/>
                </a:ln>
              </p:spPr>
              <p:txBody>
                <a:bodyPr vert="eaVert" wrap="none" anchor="ctr"/>
                <a:lstStyle/>
                <a:p>
                  <a:pPr defTabSz="673856"/>
                  <a:endParaRPr kumimoji="0" lang="ja-JP" altLang="en-US" sz="737">
                    <a:solidFill>
                      <a:prstClr val="black"/>
                    </a:solidFill>
                    <a:latin typeface="Meiryo UI" panose="020B0604030504040204" pitchFamily="50" charset="-128"/>
                    <a:ea typeface="Meiryo UI" panose="020B0604030504040204" pitchFamily="50" charset="-128"/>
                  </a:endParaRPr>
                </a:p>
              </p:txBody>
            </p:sp>
            <p:sp>
              <p:nvSpPr>
                <p:cNvPr id="1117" name="Oval 80">
                  <a:extLst>
                    <a:ext uri="{FF2B5EF4-FFF2-40B4-BE49-F238E27FC236}">
                      <a16:creationId xmlns:a16="http://schemas.microsoft.com/office/drawing/2014/main" id="{EE4F3C66-69AF-3DFC-D5A0-EF0301EF74F2}"/>
                    </a:ext>
                  </a:extLst>
                </p:cNvPr>
                <p:cNvSpPr>
                  <a:spLocks noChangeArrowheads="1"/>
                </p:cNvSpPr>
                <p:nvPr/>
              </p:nvSpPr>
              <p:spPr bwMode="auto">
                <a:xfrm>
                  <a:off x="7051571" y="1141960"/>
                  <a:ext cx="108000" cy="108000"/>
                </a:xfrm>
                <a:prstGeom prst="ellipse">
                  <a:avLst/>
                </a:prstGeom>
                <a:solidFill>
                  <a:schemeClr val="tx1">
                    <a:lumMod val="95000"/>
                    <a:lumOff val="5000"/>
                  </a:schemeClr>
                </a:solidFill>
                <a:ln w="12700" algn="ctr">
                  <a:solidFill>
                    <a:schemeClr val="bg1"/>
                  </a:solidFill>
                  <a:round/>
                  <a:headEnd/>
                  <a:tailEnd/>
                </a:ln>
              </p:spPr>
              <p:txBody>
                <a:bodyPr wrap="none" anchor="ctr"/>
                <a:lstStyle/>
                <a:p>
                  <a:pPr defTabSz="673856"/>
                  <a:endParaRPr kumimoji="0" lang="ja-JP" altLang="en-US" sz="737">
                    <a:solidFill>
                      <a:prstClr val="black"/>
                    </a:solidFill>
                    <a:latin typeface="Meiryo UI" panose="020B0604030504040204" pitchFamily="50" charset="-128"/>
                    <a:ea typeface="Meiryo UI" panose="020B0604030504040204" pitchFamily="50" charset="-128"/>
                  </a:endParaRPr>
                </a:p>
              </p:txBody>
            </p:sp>
          </p:grpSp>
          <p:grpSp>
            <p:nvGrpSpPr>
              <p:cNvPr id="1113" name="グループ化 1112">
                <a:extLst>
                  <a:ext uri="{FF2B5EF4-FFF2-40B4-BE49-F238E27FC236}">
                    <a16:creationId xmlns:a16="http://schemas.microsoft.com/office/drawing/2014/main" id="{B97F06CA-7CF4-9F1E-108D-DDE0BEC74D75}"/>
                  </a:ext>
                </a:extLst>
              </p:cNvPr>
              <p:cNvGrpSpPr/>
              <p:nvPr/>
            </p:nvGrpSpPr>
            <p:grpSpPr>
              <a:xfrm>
                <a:off x="2207518" y="3079677"/>
                <a:ext cx="292396" cy="489014"/>
                <a:chOff x="7033571" y="1141960"/>
                <a:chExt cx="144000" cy="240831"/>
              </a:xfrm>
            </p:grpSpPr>
            <p:sp>
              <p:nvSpPr>
                <p:cNvPr id="1114" name="AutoShape 79">
                  <a:extLst>
                    <a:ext uri="{FF2B5EF4-FFF2-40B4-BE49-F238E27FC236}">
                      <a16:creationId xmlns:a16="http://schemas.microsoft.com/office/drawing/2014/main" id="{F8D9B7E0-0B91-0BB2-4845-A2A214FC151A}"/>
                    </a:ext>
                  </a:extLst>
                </p:cNvPr>
                <p:cNvSpPr>
                  <a:spLocks noChangeArrowheads="1"/>
                </p:cNvSpPr>
                <p:nvPr/>
              </p:nvSpPr>
              <p:spPr bwMode="auto">
                <a:xfrm rot="16200000">
                  <a:off x="7042571" y="1247791"/>
                  <a:ext cx="126000" cy="144000"/>
                </a:xfrm>
                <a:prstGeom prst="flowChartDelay">
                  <a:avLst/>
                </a:prstGeom>
                <a:solidFill>
                  <a:schemeClr val="tx1">
                    <a:lumMod val="95000"/>
                    <a:lumOff val="5000"/>
                  </a:schemeClr>
                </a:solidFill>
                <a:ln w="12700">
                  <a:solidFill>
                    <a:schemeClr val="bg1"/>
                  </a:solidFill>
                  <a:miter lim="800000"/>
                  <a:headEnd/>
                  <a:tailEnd/>
                </a:ln>
              </p:spPr>
              <p:txBody>
                <a:bodyPr vert="eaVert" wrap="none" anchor="ctr"/>
                <a:lstStyle/>
                <a:p>
                  <a:pPr defTabSz="673856"/>
                  <a:endParaRPr kumimoji="0" lang="ja-JP" altLang="en-US" sz="737">
                    <a:solidFill>
                      <a:prstClr val="black"/>
                    </a:solidFill>
                    <a:latin typeface="Meiryo UI" panose="020B0604030504040204" pitchFamily="50" charset="-128"/>
                    <a:ea typeface="Meiryo UI" panose="020B0604030504040204" pitchFamily="50" charset="-128"/>
                  </a:endParaRPr>
                </a:p>
              </p:txBody>
            </p:sp>
            <p:sp>
              <p:nvSpPr>
                <p:cNvPr id="1115" name="Oval 80">
                  <a:extLst>
                    <a:ext uri="{FF2B5EF4-FFF2-40B4-BE49-F238E27FC236}">
                      <a16:creationId xmlns:a16="http://schemas.microsoft.com/office/drawing/2014/main" id="{A81FB1F5-B7BF-A527-67DB-BC9FA14CECBD}"/>
                    </a:ext>
                  </a:extLst>
                </p:cNvPr>
                <p:cNvSpPr>
                  <a:spLocks noChangeArrowheads="1"/>
                </p:cNvSpPr>
                <p:nvPr/>
              </p:nvSpPr>
              <p:spPr bwMode="auto">
                <a:xfrm>
                  <a:off x="7051571" y="1141960"/>
                  <a:ext cx="108000" cy="108000"/>
                </a:xfrm>
                <a:prstGeom prst="ellipse">
                  <a:avLst/>
                </a:prstGeom>
                <a:solidFill>
                  <a:schemeClr val="tx1">
                    <a:lumMod val="95000"/>
                    <a:lumOff val="5000"/>
                  </a:schemeClr>
                </a:solidFill>
                <a:ln w="12700" algn="ctr">
                  <a:solidFill>
                    <a:schemeClr val="bg1"/>
                  </a:solidFill>
                  <a:round/>
                  <a:headEnd/>
                  <a:tailEnd/>
                </a:ln>
              </p:spPr>
              <p:txBody>
                <a:bodyPr wrap="none" anchor="ctr"/>
                <a:lstStyle/>
                <a:p>
                  <a:pPr defTabSz="673856"/>
                  <a:endParaRPr kumimoji="0" lang="ja-JP" altLang="en-US" sz="737">
                    <a:solidFill>
                      <a:prstClr val="black"/>
                    </a:solidFill>
                    <a:latin typeface="Meiryo UI" panose="020B0604030504040204" pitchFamily="50" charset="-128"/>
                    <a:ea typeface="Meiryo UI" panose="020B0604030504040204" pitchFamily="50" charset="-128"/>
                  </a:endParaRPr>
                </a:p>
              </p:txBody>
            </p:sp>
          </p:grpSp>
        </p:grpSp>
        <p:sp>
          <p:nvSpPr>
            <p:cNvPr id="1110" name="テキスト ボックス 1109">
              <a:extLst>
                <a:ext uri="{FF2B5EF4-FFF2-40B4-BE49-F238E27FC236}">
                  <a16:creationId xmlns:a16="http://schemas.microsoft.com/office/drawing/2014/main" id="{E082CFA6-38CA-D315-4E4E-228EDF5E176E}"/>
                </a:ext>
              </a:extLst>
            </p:cNvPr>
            <p:cNvSpPr txBox="1"/>
            <p:nvPr/>
          </p:nvSpPr>
          <p:spPr>
            <a:xfrm>
              <a:off x="112597" y="3621411"/>
              <a:ext cx="877163"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JP" altLang="en-US" sz="12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支店・本店</a:t>
              </a:r>
              <a:endParaRPr kumimoji="0" lang="en-US" altLang="ja-JP" sz="12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200" kern="0" dirty="0">
                  <a:solidFill>
                    <a:prstClr val="black"/>
                  </a:solidFill>
                  <a:latin typeface="Meiryo UI" panose="020B0604030504040204" pitchFamily="50" charset="-128"/>
                  <a:ea typeface="Meiryo UI" panose="020B0604030504040204" pitchFamily="50" charset="-128"/>
                </a:rPr>
                <a:t>社員</a:t>
              </a:r>
              <a:endParaRPr kumimoji="0" lang="en-US" altLang="ja-JP" sz="12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p:txBody>
        </p:sp>
      </p:grpSp>
      <p:cxnSp>
        <p:nvCxnSpPr>
          <p:cNvPr id="1120" name="直線矢印コネクタ 1037">
            <a:extLst>
              <a:ext uri="{FF2B5EF4-FFF2-40B4-BE49-F238E27FC236}">
                <a16:creationId xmlns:a16="http://schemas.microsoft.com/office/drawing/2014/main" id="{EE98C271-4500-6A53-7D88-5F22F5FF8EF0}"/>
              </a:ext>
            </a:extLst>
          </p:cNvPr>
          <p:cNvCxnSpPr>
            <a:cxnSpLocks/>
            <a:stCxn id="1108" idx="3"/>
            <a:endCxn id="1097" idx="1"/>
          </p:cNvCxnSpPr>
          <p:nvPr/>
        </p:nvCxnSpPr>
        <p:spPr>
          <a:xfrm flipV="1">
            <a:off x="1184686" y="1703279"/>
            <a:ext cx="517691" cy="1060649"/>
          </a:xfrm>
          <a:prstGeom prst="bentConnector3">
            <a:avLst>
              <a:gd name="adj1" fmla="val 50000"/>
            </a:avLst>
          </a:prstGeom>
          <a:ln w="28575">
            <a:solidFill>
              <a:srgbClr val="FF3246"/>
            </a:solidFill>
            <a:tailEnd type="triangle"/>
          </a:ln>
        </p:spPr>
        <p:style>
          <a:lnRef idx="1">
            <a:schemeClr val="accent1"/>
          </a:lnRef>
          <a:fillRef idx="0">
            <a:schemeClr val="accent1"/>
          </a:fillRef>
          <a:effectRef idx="0">
            <a:schemeClr val="accent1"/>
          </a:effectRef>
          <a:fontRef idx="minor">
            <a:schemeClr val="tx1"/>
          </a:fontRef>
        </p:style>
      </p:cxnSp>
      <p:cxnSp>
        <p:nvCxnSpPr>
          <p:cNvPr id="1121" name="直線矢印コネクタ 1037">
            <a:extLst>
              <a:ext uri="{FF2B5EF4-FFF2-40B4-BE49-F238E27FC236}">
                <a16:creationId xmlns:a16="http://schemas.microsoft.com/office/drawing/2014/main" id="{F07B4321-A919-1CE8-B7C6-137059BED34E}"/>
              </a:ext>
            </a:extLst>
          </p:cNvPr>
          <p:cNvCxnSpPr>
            <a:cxnSpLocks/>
            <a:stCxn id="1108" idx="3"/>
            <a:endCxn id="1103" idx="1"/>
          </p:cNvCxnSpPr>
          <p:nvPr/>
        </p:nvCxnSpPr>
        <p:spPr>
          <a:xfrm>
            <a:off x="1184686" y="2763928"/>
            <a:ext cx="517691" cy="472466"/>
          </a:xfrm>
          <a:prstGeom prst="bentConnector3">
            <a:avLst>
              <a:gd name="adj1" fmla="val 50000"/>
            </a:avLst>
          </a:prstGeom>
          <a:ln w="28575">
            <a:solidFill>
              <a:srgbClr val="FF3246"/>
            </a:solidFill>
            <a:tailEnd type="triangle"/>
          </a:ln>
        </p:spPr>
        <p:style>
          <a:lnRef idx="1">
            <a:schemeClr val="accent1"/>
          </a:lnRef>
          <a:fillRef idx="0">
            <a:schemeClr val="accent1"/>
          </a:fillRef>
          <a:effectRef idx="0">
            <a:schemeClr val="accent1"/>
          </a:effectRef>
          <a:fontRef idx="minor">
            <a:schemeClr val="tx1"/>
          </a:fontRef>
        </p:style>
      </p:cxnSp>
      <p:sp>
        <p:nvSpPr>
          <p:cNvPr id="1122" name="TextBox 21">
            <a:extLst>
              <a:ext uri="{FF2B5EF4-FFF2-40B4-BE49-F238E27FC236}">
                <a16:creationId xmlns:a16="http://schemas.microsoft.com/office/drawing/2014/main" id="{9BA85126-1A44-F5D6-EAD1-15A9BCAE2946}"/>
              </a:ext>
            </a:extLst>
          </p:cNvPr>
          <p:cNvSpPr txBox="1"/>
          <p:nvPr/>
        </p:nvSpPr>
        <p:spPr>
          <a:xfrm>
            <a:off x="867374" y="1861155"/>
            <a:ext cx="590005" cy="189066"/>
          </a:xfrm>
          <a:prstGeom prst="rect">
            <a:avLst/>
          </a:prstGeom>
          <a:noFill/>
        </p:spPr>
        <p:txBody>
          <a:bodyPr wrap="none" lIns="72000" tIns="36000" rIns="72000" bIns="36000" rtlCol="0" anchor="ctr">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ja-JP" altLang="en-US" sz="100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各種申請</a:t>
            </a:r>
            <a:endParaRPr lang="en-US" altLang="ja-JP" sz="1000"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123" name="TextBox 21">
            <a:extLst>
              <a:ext uri="{FF2B5EF4-FFF2-40B4-BE49-F238E27FC236}">
                <a16:creationId xmlns:a16="http://schemas.microsoft.com/office/drawing/2014/main" id="{F153A6F6-C8E6-9EF1-585E-B78D5F2900A6}"/>
              </a:ext>
            </a:extLst>
          </p:cNvPr>
          <p:cNvSpPr txBox="1"/>
          <p:nvPr/>
        </p:nvSpPr>
        <p:spPr>
          <a:xfrm>
            <a:off x="867374" y="3433837"/>
            <a:ext cx="590005" cy="189066"/>
          </a:xfrm>
          <a:prstGeom prst="rect">
            <a:avLst/>
          </a:prstGeom>
          <a:noFill/>
        </p:spPr>
        <p:txBody>
          <a:bodyPr wrap="none" lIns="72000" tIns="36000" rIns="72000" bIns="36000" rtlCol="0" anchor="ctr">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ja-JP" altLang="en-US" sz="100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各種申請</a:t>
            </a:r>
            <a:endParaRPr lang="en-US" altLang="ja-JP" sz="1000"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124" name="フローチャート: 磁気ディスク 1123">
            <a:extLst>
              <a:ext uri="{FF2B5EF4-FFF2-40B4-BE49-F238E27FC236}">
                <a16:creationId xmlns:a16="http://schemas.microsoft.com/office/drawing/2014/main" id="{587B46D4-2DC7-4E5F-C8A9-7EEBB2A7E6F4}"/>
              </a:ext>
            </a:extLst>
          </p:cNvPr>
          <p:cNvSpPr/>
          <p:nvPr/>
        </p:nvSpPr>
        <p:spPr>
          <a:xfrm>
            <a:off x="2331447" y="1820630"/>
            <a:ext cx="704033" cy="455073"/>
          </a:xfrm>
          <a:prstGeom prst="flowChartMagneticDisk">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tIns="91440" bIns="91440" rtlCol="0" anchor="ctr"/>
          <a:lstStyle/>
          <a:p>
            <a:pPr algn="ctr"/>
            <a:r>
              <a:rPr kumimoji="1" lang="ja-JP" altLang="en-US" sz="900" dirty="0">
                <a:solidFill>
                  <a:schemeClr val="tx1"/>
                </a:solidFill>
                <a:latin typeface="Meiryo UI" panose="020B0604030504040204" pitchFamily="50" charset="-128"/>
                <a:ea typeface="Meiryo UI" panose="020B0604030504040204" pitchFamily="50" charset="-128"/>
              </a:rPr>
              <a:t>汎用</a:t>
            </a:r>
            <a:r>
              <a:rPr kumimoji="1" lang="en-US" altLang="ja-JP" sz="900" dirty="0">
                <a:solidFill>
                  <a:schemeClr val="tx1"/>
                </a:solidFill>
                <a:latin typeface="Meiryo UI" panose="020B0604030504040204" pitchFamily="50" charset="-128"/>
                <a:ea typeface="Meiryo UI" panose="020B0604030504040204" pitchFamily="50" charset="-128"/>
              </a:rPr>
              <a:t>WF</a:t>
            </a:r>
          </a:p>
          <a:p>
            <a:pPr algn="ctr"/>
            <a:r>
              <a:rPr kumimoji="1" lang="en-US" altLang="ja-JP" sz="900" dirty="0">
                <a:solidFill>
                  <a:schemeClr val="tx1"/>
                </a:solidFill>
                <a:latin typeface="Meiryo UI" panose="020B0604030504040204" pitchFamily="50" charset="-128"/>
                <a:ea typeface="Meiryo UI" panose="020B0604030504040204" pitchFamily="50" charset="-128"/>
              </a:rPr>
              <a:t>DB</a:t>
            </a:r>
          </a:p>
        </p:txBody>
      </p:sp>
      <p:sp>
        <p:nvSpPr>
          <p:cNvPr id="1126" name="正方形/長方形 1125">
            <a:extLst>
              <a:ext uri="{FF2B5EF4-FFF2-40B4-BE49-F238E27FC236}">
                <a16:creationId xmlns:a16="http://schemas.microsoft.com/office/drawing/2014/main" id="{D6954B9A-3949-E0A4-4002-6501D642D5AC}"/>
              </a:ext>
            </a:extLst>
          </p:cNvPr>
          <p:cNvSpPr/>
          <p:nvPr/>
        </p:nvSpPr>
        <p:spPr>
          <a:xfrm>
            <a:off x="7220837" y="4846527"/>
            <a:ext cx="2023691" cy="946127"/>
          </a:xfrm>
          <a:prstGeom prst="rect">
            <a:avLst/>
          </a:prstGeom>
          <a:noFill/>
          <a:ln w="1905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endParaRPr kumimoji="1" lang="ja-JP" altLang="en-US" sz="1100">
              <a:solidFill>
                <a:schemeClr val="tx1"/>
              </a:solidFill>
              <a:latin typeface="Meiryo UI" panose="020B0604030504040204" pitchFamily="50" charset="-128"/>
              <a:ea typeface="Meiryo UI" panose="020B0604030504040204" pitchFamily="50" charset="-128"/>
            </a:endParaRPr>
          </a:p>
        </p:txBody>
      </p:sp>
      <p:sp>
        <p:nvSpPr>
          <p:cNvPr id="1128" name="正方形/長方形 1127">
            <a:extLst>
              <a:ext uri="{FF2B5EF4-FFF2-40B4-BE49-F238E27FC236}">
                <a16:creationId xmlns:a16="http://schemas.microsoft.com/office/drawing/2014/main" id="{6DBB05FA-DE9E-B6E3-9113-152122347B21}"/>
              </a:ext>
            </a:extLst>
          </p:cNvPr>
          <p:cNvSpPr/>
          <p:nvPr/>
        </p:nvSpPr>
        <p:spPr>
          <a:xfrm>
            <a:off x="7357080" y="5162655"/>
            <a:ext cx="1754925" cy="4725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kumimoji="1" lang="ja-JP" altLang="en-US" sz="1050" dirty="0">
                <a:solidFill>
                  <a:schemeClr val="tx1"/>
                </a:solidFill>
                <a:latin typeface="Meiryo UI" panose="020B0604030504040204" pitchFamily="50" charset="-128"/>
                <a:ea typeface="Meiryo UI" panose="020B0604030504040204" pitchFamily="50" charset="-128"/>
              </a:rPr>
              <a:t>メール</a:t>
            </a:r>
            <a:r>
              <a:rPr kumimoji="1" lang="en-US" altLang="ja-JP" sz="1050" dirty="0">
                <a:solidFill>
                  <a:schemeClr val="tx1"/>
                </a:solidFill>
                <a:latin typeface="Meiryo UI" panose="020B0604030504040204" pitchFamily="50" charset="-128"/>
                <a:ea typeface="Meiryo UI" panose="020B0604030504040204" pitchFamily="50" charset="-128"/>
              </a:rPr>
              <a:t>BOX</a:t>
            </a:r>
            <a:endParaRPr kumimoji="1" lang="ja-JP" altLang="en-US" sz="1050" dirty="0">
              <a:solidFill>
                <a:schemeClr val="tx1"/>
              </a:solidFill>
              <a:latin typeface="Meiryo UI" panose="020B0604030504040204" pitchFamily="50" charset="-128"/>
              <a:ea typeface="Meiryo UI" panose="020B0604030504040204" pitchFamily="50" charset="-128"/>
            </a:endParaRPr>
          </a:p>
        </p:txBody>
      </p:sp>
      <p:cxnSp>
        <p:nvCxnSpPr>
          <p:cNvPr id="2" name="直線矢印コネクタ 1037">
            <a:extLst>
              <a:ext uri="{FF2B5EF4-FFF2-40B4-BE49-F238E27FC236}">
                <a16:creationId xmlns:a16="http://schemas.microsoft.com/office/drawing/2014/main" id="{B5EB332A-BAAA-7FAE-8986-C66BC88929B7}"/>
              </a:ext>
            </a:extLst>
          </p:cNvPr>
          <p:cNvCxnSpPr>
            <a:cxnSpLocks/>
            <a:stCxn id="1073" idx="1"/>
            <a:endCxn id="1124" idx="4"/>
          </p:cNvCxnSpPr>
          <p:nvPr/>
        </p:nvCxnSpPr>
        <p:spPr>
          <a:xfrm rot="10800000">
            <a:off x="3035480" y="2048168"/>
            <a:ext cx="1269002" cy="325209"/>
          </a:xfrm>
          <a:prstGeom prst="bentConnector3">
            <a:avLst>
              <a:gd name="adj1" fmla="val 50000"/>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5" name="直線矢印コネクタ 1037">
            <a:extLst>
              <a:ext uri="{FF2B5EF4-FFF2-40B4-BE49-F238E27FC236}">
                <a16:creationId xmlns:a16="http://schemas.microsoft.com/office/drawing/2014/main" id="{DAC45117-A445-FBD2-7A59-AE20DB981649}"/>
              </a:ext>
            </a:extLst>
          </p:cNvPr>
          <p:cNvCxnSpPr>
            <a:cxnSpLocks/>
            <a:stCxn id="1079" idx="1"/>
            <a:endCxn id="1103" idx="3"/>
          </p:cNvCxnSpPr>
          <p:nvPr/>
        </p:nvCxnSpPr>
        <p:spPr>
          <a:xfrm flipH="1" flipV="1">
            <a:off x="3142377" y="3236394"/>
            <a:ext cx="1162105" cy="1"/>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grpSp>
        <p:nvGrpSpPr>
          <p:cNvPr id="18" name="グループ化 17">
            <a:extLst>
              <a:ext uri="{FF2B5EF4-FFF2-40B4-BE49-F238E27FC236}">
                <a16:creationId xmlns:a16="http://schemas.microsoft.com/office/drawing/2014/main" id="{C05461BA-B898-E8A4-975B-0388857C05D4}"/>
              </a:ext>
            </a:extLst>
          </p:cNvPr>
          <p:cNvGrpSpPr/>
          <p:nvPr/>
        </p:nvGrpSpPr>
        <p:grpSpPr>
          <a:xfrm>
            <a:off x="7340000" y="2966395"/>
            <a:ext cx="1772007" cy="540000"/>
            <a:chOff x="7312841" y="3258984"/>
            <a:chExt cx="1772007" cy="540000"/>
          </a:xfrm>
        </p:grpSpPr>
        <p:sp>
          <p:nvSpPr>
            <p:cNvPr id="1065" name="正方形/長方形 1064">
              <a:extLst>
                <a:ext uri="{FF2B5EF4-FFF2-40B4-BE49-F238E27FC236}">
                  <a16:creationId xmlns:a16="http://schemas.microsoft.com/office/drawing/2014/main" id="{C11EE61C-4D6B-1760-A63F-476DFA04A35D}"/>
                </a:ext>
              </a:extLst>
            </p:cNvPr>
            <p:cNvSpPr/>
            <p:nvPr/>
          </p:nvSpPr>
          <p:spPr>
            <a:xfrm>
              <a:off x="7312841" y="3258984"/>
              <a:ext cx="1772007" cy="5400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kumimoji="1" lang="ja-JP" altLang="en-US" sz="1050" dirty="0">
                  <a:solidFill>
                    <a:schemeClr val="tx1"/>
                  </a:solidFill>
                  <a:latin typeface="Meiryo UI" panose="020B0604030504040204" pitchFamily="50" charset="-128"/>
                  <a:ea typeface="Meiryo UI" panose="020B0604030504040204" pitchFamily="50" charset="-128"/>
                </a:rPr>
                <a:t>販売支援システム向け</a:t>
              </a:r>
              <a:endParaRPr kumimoji="1" lang="en-US" altLang="ja-JP" sz="1050" dirty="0">
                <a:solidFill>
                  <a:schemeClr val="tx1"/>
                </a:solidFill>
                <a:latin typeface="Meiryo UI" panose="020B0604030504040204" pitchFamily="50" charset="-128"/>
                <a:ea typeface="Meiryo UI" panose="020B0604030504040204" pitchFamily="50" charset="-128"/>
              </a:endParaRPr>
            </a:p>
            <a:p>
              <a:pPr algn="ctr"/>
              <a:r>
                <a:rPr kumimoji="1" lang="ja-JP" altLang="en-US" sz="1050" dirty="0">
                  <a:solidFill>
                    <a:schemeClr val="tx1"/>
                  </a:solidFill>
                  <a:latin typeface="Meiryo UI" panose="020B0604030504040204" pitchFamily="50" charset="-128"/>
                  <a:ea typeface="Meiryo UI" panose="020B0604030504040204" pitchFamily="50" charset="-128"/>
                </a:rPr>
                <a:t>データ取得</a:t>
              </a:r>
              <a:r>
                <a:rPr kumimoji="1" lang="en-US" altLang="ja-JP" sz="1050" dirty="0">
                  <a:solidFill>
                    <a:schemeClr val="tx1"/>
                  </a:solidFill>
                  <a:latin typeface="Meiryo UI" panose="020B0604030504040204" pitchFamily="50" charset="-128"/>
                  <a:ea typeface="Meiryo UI" panose="020B0604030504040204" pitchFamily="50" charset="-128"/>
                </a:rPr>
                <a:t>RPA</a:t>
              </a:r>
              <a:br>
                <a:rPr kumimoji="1" lang="en-US" altLang="ja-JP" sz="1050" dirty="0">
                  <a:solidFill>
                    <a:schemeClr val="tx1"/>
                  </a:solidFill>
                  <a:latin typeface="Meiryo UI" panose="020B0604030504040204" pitchFamily="50" charset="-128"/>
                  <a:ea typeface="Meiryo UI" panose="020B0604030504040204" pitchFamily="50" charset="-128"/>
                </a:rPr>
              </a:br>
              <a:r>
                <a:rPr kumimoji="1" lang="en-US" altLang="ja-JP" sz="1050" dirty="0">
                  <a:solidFill>
                    <a:schemeClr val="tx1"/>
                  </a:solidFill>
                  <a:latin typeface="Meiryo UI" panose="020B0604030504040204" pitchFamily="50" charset="-128"/>
                  <a:ea typeface="Meiryo UI" panose="020B0604030504040204" pitchFamily="50" charset="-128"/>
                </a:rPr>
                <a:t>(</a:t>
              </a:r>
              <a:r>
                <a:rPr kumimoji="1" lang="ja-JP" altLang="en-US" sz="1050" dirty="0">
                  <a:solidFill>
                    <a:schemeClr val="tx1"/>
                  </a:solidFill>
                  <a:latin typeface="Meiryo UI" panose="020B0604030504040204" pitchFamily="50" charset="-128"/>
                  <a:ea typeface="Meiryo UI" panose="020B0604030504040204" pitchFamily="50" charset="-128"/>
                </a:rPr>
                <a:t>クラウドフロー</a:t>
              </a:r>
              <a:r>
                <a:rPr kumimoji="1" lang="en-US" altLang="ja-JP" sz="1050" dirty="0">
                  <a:solidFill>
                    <a:schemeClr val="tx1"/>
                  </a:solidFill>
                  <a:latin typeface="Meiryo UI" panose="020B0604030504040204" pitchFamily="50" charset="-128"/>
                  <a:ea typeface="Meiryo UI" panose="020B0604030504040204" pitchFamily="50" charset="-128"/>
                </a:rPr>
                <a:t>)</a:t>
              </a:r>
              <a:endParaRPr kumimoji="1" lang="ja-JP" altLang="en-US" sz="1050" dirty="0">
                <a:solidFill>
                  <a:schemeClr val="tx1"/>
                </a:solidFill>
                <a:latin typeface="Meiryo UI" panose="020B0604030504040204" pitchFamily="50" charset="-128"/>
                <a:ea typeface="Meiryo UI" panose="020B0604030504040204" pitchFamily="50" charset="-128"/>
              </a:endParaRPr>
            </a:p>
          </p:txBody>
        </p:sp>
        <p:grpSp>
          <p:nvGrpSpPr>
            <p:cNvPr id="1068" name="グループ化 1067">
              <a:extLst>
                <a:ext uri="{FF2B5EF4-FFF2-40B4-BE49-F238E27FC236}">
                  <a16:creationId xmlns:a16="http://schemas.microsoft.com/office/drawing/2014/main" id="{C4AA807D-2670-74FF-34F5-695344C50EE5}"/>
                </a:ext>
              </a:extLst>
            </p:cNvPr>
            <p:cNvGrpSpPr/>
            <p:nvPr/>
          </p:nvGrpSpPr>
          <p:grpSpPr>
            <a:xfrm>
              <a:off x="7312841" y="3258984"/>
              <a:ext cx="270000" cy="540000"/>
              <a:chOff x="4127497" y="3159000"/>
              <a:chExt cx="270000" cy="540000"/>
            </a:xfrm>
            <a:noFill/>
          </p:grpSpPr>
          <p:sp>
            <p:nvSpPr>
              <p:cNvPr id="1069" name="正方形/長方形 1068">
                <a:extLst>
                  <a:ext uri="{FF2B5EF4-FFF2-40B4-BE49-F238E27FC236}">
                    <a16:creationId xmlns:a16="http://schemas.microsoft.com/office/drawing/2014/main" id="{C25CF9B4-E7EE-9988-C017-1C3F952635EC}"/>
                  </a:ext>
                </a:extLst>
              </p:cNvPr>
              <p:cNvSpPr/>
              <p:nvPr/>
            </p:nvSpPr>
            <p:spPr>
              <a:xfrm>
                <a:off x="4127497" y="3159000"/>
                <a:ext cx="270000" cy="27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kumimoji="1" lang="ja-JP" altLang="en-US" sz="1200" err="1">
                  <a:solidFill>
                    <a:schemeClr val="tx1"/>
                  </a:solidFill>
                  <a:latin typeface="Meiryo UI" panose="020B0604030504040204" pitchFamily="50" charset="-128"/>
                  <a:ea typeface="Meiryo UI" panose="020B0604030504040204" pitchFamily="50" charset="-128"/>
                </a:endParaRPr>
              </a:p>
            </p:txBody>
          </p:sp>
          <p:sp>
            <p:nvSpPr>
              <p:cNvPr id="1070" name="正方形/長方形 1069">
                <a:extLst>
                  <a:ext uri="{FF2B5EF4-FFF2-40B4-BE49-F238E27FC236}">
                    <a16:creationId xmlns:a16="http://schemas.microsoft.com/office/drawing/2014/main" id="{4293F0CD-0E78-65AE-BCB5-6722A137A15E}"/>
                  </a:ext>
                </a:extLst>
              </p:cNvPr>
              <p:cNvSpPr/>
              <p:nvPr/>
            </p:nvSpPr>
            <p:spPr>
              <a:xfrm>
                <a:off x="4127497" y="3429000"/>
                <a:ext cx="270000" cy="27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kumimoji="1" lang="ja-JP" altLang="en-US" sz="1200" err="1">
                  <a:solidFill>
                    <a:schemeClr val="tx1"/>
                  </a:solidFill>
                  <a:latin typeface="Meiryo UI" panose="020B0604030504040204" pitchFamily="50" charset="-128"/>
                  <a:ea typeface="Meiryo UI" panose="020B0604030504040204" pitchFamily="50" charset="-128"/>
                </a:endParaRPr>
              </a:p>
            </p:txBody>
          </p:sp>
        </p:grpSp>
        <p:pic>
          <p:nvPicPr>
            <p:cNvPr id="1093" name="図 1092" descr="アイコン&#10;&#10;自動的に生成された説明">
              <a:extLst>
                <a:ext uri="{FF2B5EF4-FFF2-40B4-BE49-F238E27FC236}">
                  <a16:creationId xmlns:a16="http://schemas.microsoft.com/office/drawing/2014/main" id="{90F387BE-DB36-33B2-3B0A-19021A1B0EBF}"/>
                </a:ext>
              </a:extLst>
            </p:cNvPr>
            <p:cNvPicPr>
              <a:picLocks noChangeAspect="1"/>
            </p:cNvPicPr>
            <p:nvPr/>
          </p:nvPicPr>
          <p:blipFill>
            <a:blip r:embed="rId5"/>
            <a:stretch>
              <a:fillRect/>
            </a:stretch>
          </p:blipFill>
          <p:spPr>
            <a:xfrm>
              <a:off x="7342840" y="3288983"/>
              <a:ext cx="210001" cy="210001"/>
            </a:xfrm>
            <a:prstGeom prst="rect">
              <a:avLst/>
            </a:prstGeom>
          </p:spPr>
        </p:pic>
        <p:pic>
          <p:nvPicPr>
            <p:cNvPr id="1048" name="グラフィックス 1047" descr="目覚まし時計 単色塗りつぶし">
              <a:extLst>
                <a:ext uri="{FF2B5EF4-FFF2-40B4-BE49-F238E27FC236}">
                  <a16:creationId xmlns:a16="http://schemas.microsoft.com/office/drawing/2014/main" id="{E0259F2A-FF0D-FE0F-58A1-79DAC62714F7}"/>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791860" y="3274023"/>
              <a:ext cx="238094" cy="238094"/>
            </a:xfrm>
            <a:prstGeom prst="rect">
              <a:avLst/>
            </a:prstGeom>
          </p:spPr>
        </p:pic>
      </p:grpSp>
      <p:grpSp>
        <p:nvGrpSpPr>
          <p:cNvPr id="20" name="グループ化 19">
            <a:extLst>
              <a:ext uri="{FF2B5EF4-FFF2-40B4-BE49-F238E27FC236}">
                <a16:creationId xmlns:a16="http://schemas.microsoft.com/office/drawing/2014/main" id="{27541C82-5A64-9D3B-0519-6816DC81BD59}"/>
              </a:ext>
            </a:extLst>
          </p:cNvPr>
          <p:cNvGrpSpPr/>
          <p:nvPr/>
        </p:nvGrpSpPr>
        <p:grpSpPr>
          <a:xfrm>
            <a:off x="7339999" y="3861509"/>
            <a:ext cx="1772007" cy="540000"/>
            <a:chOff x="7312841" y="4483331"/>
            <a:chExt cx="1772007" cy="540000"/>
          </a:xfrm>
        </p:grpSpPr>
        <p:sp>
          <p:nvSpPr>
            <p:cNvPr id="1046" name="正方形/長方形 1045">
              <a:extLst>
                <a:ext uri="{FF2B5EF4-FFF2-40B4-BE49-F238E27FC236}">
                  <a16:creationId xmlns:a16="http://schemas.microsoft.com/office/drawing/2014/main" id="{CC1AF9F6-7700-208D-AB5A-E4A45DA8C6B6}"/>
                </a:ext>
              </a:extLst>
            </p:cNvPr>
            <p:cNvSpPr/>
            <p:nvPr/>
          </p:nvSpPr>
          <p:spPr>
            <a:xfrm>
              <a:off x="7312841" y="4483331"/>
              <a:ext cx="1772007" cy="5400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kumimoji="1" lang="ja-JP" altLang="en-US" sz="1050" dirty="0">
                  <a:solidFill>
                    <a:schemeClr val="tx1"/>
                  </a:solidFill>
                  <a:latin typeface="Meiryo UI" panose="020B0604030504040204" pitchFamily="50" charset="-128"/>
                  <a:ea typeface="Meiryo UI" panose="020B0604030504040204" pitchFamily="50" charset="-128"/>
                </a:rPr>
                <a:t>メール取得</a:t>
              </a:r>
              <a:r>
                <a:rPr kumimoji="1" lang="en-US" altLang="ja-JP" sz="1050" dirty="0">
                  <a:solidFill>
                    <a:schemeClr val="tx1"/>
                  </a:solidFill>
                  <a:latin typeface="Meiryo UI" panose="020B0604030504040204" pitchFamily="50" charset="-128"/>
                  <a:ea typeface="Meiryo UI" panose="020B0604030504040204" pitchFamily="50" charset="-128"/>
                </a:rPr>
                <a:t>RPA</a:t>
              </a:r>
              <a:br>
                <a:rPr kumimoji="1" lang="en-US" altLang="ja-JP" sz="1050" dirty="0">
                  <a:solidFill>
                    <a:schemeClr val="tx1"/>
                  </a:solidFill>
                  <a:latin typeface="Meiryo UI" panose="020B0604030504040204" pitchFamily="50" charset="-128"/>
                  <a:ea typeface="Meiryo UI" panose="020B0604030504040204" pitchFamily="50" charset="-128"/>
                </a:rPr>
              </a:br>
              <a:r>
                <a:rPr kumimoji="1" lang="en-US" altLang="ja-JP" sz="1050" dirty="0">
                  <a:solidFill>
                    <a:schemeClr val="tx1"/>
                  </a:solidFill>
                  <a:latin typeface="Meiryo UI" panose="020B0604030504040204" pitchFamily="50" charset="-128"/>
                  <a:ea typeface="Meiryo UI" panose="020B0604030504040204" pitchFamily="50" charset="-128"/>
                </a:rPr>
                <a:t>(</a:t>
              </a:r>
              <a:r>
                <a:rPr kumimoji="1" lang="ja-JP" altLang="en-US" sz="1050" dirty="0">
                  <a:solidFill>
                    <a:schemeClr val="tx1"/>
                  </a:solidFill>
                  <a:latin typeface="Meiryo UI" panose="020B0604030504040204" pitchFamily="50" charset="-128"/>
                  <a:ea typeface="Meiryo UI" panose="020B0604030504040204" pitchFamily="50" charset="-128"/>
                </a:rPr>
                <a:t>クラウドフロー</a:t>
              </a:r>
              <a:r>
                <a:rPr kumimoji="1" lang="en-US" altLang="ja-JP" sz="1050" dirty="0">
                  <a:solidFill>
                    <a:schemeClr val="tx1"/>
                  </a:solidFill>
                  <a:latin typeface="Meiryo UI" panose="020B0604030504040204" pitchFamily="50" charset="-128"/>
                  <a:ea typeface="Meiryo UI" panose="020B0604030504040204" pitchFamily="50" charset="-128"/>
                </a:rPr>
                <a:t>)</a:t>
              </a:r>
              <a:endParaRPr kumimoji="1" lang="ja-JP" altLang="en-US" sz="1050" dirty="0">
                <a:solidFill>
                  <a:schemeClr val="tx1"/>
                </a:solidFill>
                <a:latin typeface="Meiryo UI" panose="020B0604030504040204" pitchFamily="50" charset="-128"/>
                <a:ea typeface="Meiryo UI" panose="020B0604030504040204" pitchFamily="50" charset="-128"/>
              </a:endParaRPr>
            </a:p>
          </p:txBody>
        </p:sp>
        <p:pic>
          <p:nvPicPr>
            <p:cNvPr id="1091" name="図 1090" descr="アイコン&#10;&#10;自動的に生成された説明">
              <a:extLst>
                <a:ext uri="{FF2B5EF4-FFF2-40B4-BE49-F238E27FC236}">
                  <a16:creationId xmlns:a16="http://schemas.microsoft.com/office/drawing/2014/main" id="{A61B0037-9E8D-C8BF-E1F9-0CCC982203CE}"/>
                </a:ext>
              </a:extLst>
            </p:cNvPr>
            <p:cNvPicPr>
              <a:picLocks noChangeAspect="1"/>
            </p:cNvPicPr>
            <p:nvPr/>
          </p:nvPicPr>
          <p:blipFill>
            <a:blip r:embed="rId5"/>
            <a:stretch>
              <a:fillRect/>
            </a:stretch>
          </p:blipFill>
          <p:spPr>
            <a:xfrm>
              <a:off x="7329923" y="4499589"/>
              <a:ext cx="210001" cy="210001"/>
            </a:xfrm>
            <a:prstGeom prst="rect">
              <a:avLst/>
            </a:prstGeom>
          </p:spPr>
        </p:pic>
        <p:pic>
          <p:nvPicPr>
            <p:cNvPr id="16" name="グラフィックス 15" descr="封筒 単色塗りつぶし">
              <a:extLst>
                <a:ext uri="{FF2B5EF4-FFF2-40B4-BE49-F238E27FC236}">
                  <a16:creationId xmlns:a16="http://schemas.microsoft.com/office/drawing/2014/main" id="{44D677DA-8C3B-753E-583A-616BA6C1D675}"/>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8791860" y="4499764"/>
              <a:ext cx="240000" cy="240000"/>
            </a:xfrm>
            <a:prstGeom prst="rect">
              <a:avLst/>
            </a:prstGeom>
          </p:spPr>
        </p:pic>
      </p:grpSp>
      <p:cxnSp>
        <p:nvCxnSpPr>
          <p:cNvPr id="3" name="直線矢印コネクタ 1037">
            <a:extLst>
              <a:ext uri="{FF2B5EF4-FFF2-40B4-BE49-F238E27FC236}">
                <a16:creationId xmlns:a16="http://schemas.microsoft.com/office/drawing/2014/main" id="{69FA34DD-C0D3-8B4C-C828-A94F76B776B8}"/>
              </a:ext>
            </a:extLst>
          </p:cNvPr>
          <p:cNvCxnSpPr>
            <a:cxnSpLocks/>
            <a:stCxn id="1059" idx="1"/>
            <a:endCxn id="1073" idx="3"/>
          </p:cNvCxnSpPr>
          <p:nvPr/>
        </p:nvCxnSpPr>
        <p:spPr>
          <a:xfrm flipH="1">
            <a:off x="6076489" y="2373376"/>
            <a:ext cx="1263511" cy="0"/>
          </a:xfrm>
          <a:prstGeom prst="straightConnector1">
            <a:avLst/>
          </a:prstGeom>
          <a:ln w="28575">
            <a:solidFill>
              <a:srgbClr val="FF3246"/>
            </a:solidFill>
            <a:tailEnd type="triangle"/>
          </a:ln>
        </p:spPr>
        <p:style>
          <a:lnRef idx="1">
            <a:schemeClr val="accent1"/>
          </a:lnRef>
          <a:fillRef idx="0">
            <a:schemeClr val="accent1"/>
          </a:fillRef>
          <a:effectRef idx="0">
            <a:schemeClr val="accent1"/>
          </a:effectRef>
          <a:fontRef idx="minor">
            <a:schemeClr val="tx1"/>
          </a:fontRef>
        </p:style>
      </p:cxnSp>
      <p:cxnSp>
        <p:nvCxnSpPr>
          <p:cNvPr id="8" name="直線矢印コネクタ 1037">
            <a:extLst>
              <a:ext uri="{FF2B5EF4-FFF2-40B4-BE49-F238E27FC236}">
                <a16:creationId xmlns:a16="http://schemas.microsoft.com/office/drawing/2014/main" id="{3CBF4D18-1CD4-9817-084A-4D93B1689125}"/>
              </a:ext>
            </a:extLst>
          </p:cNvPr>
          <p:cNvCxnSpPr>
            <a:cxnSpLocks/>
            <a:stCxn id="1065" idx="1"/>
            <a:endCxn id="1079" idx="3"/>
          </p:cNvCxnSpPr>
          <p:nvPr/>
        </p:nvCxnSpPr>
        <p:spPr>
          <a:xfrm flipH="1">
            <a:off x="6076489" y="3236395"/>
            <a:ext cx="1263511" cy="0"/>
          </a:xfrm>
          <a:prstGeom prst="straightConnector1">
            <a:avLst/>
          </a:prstGeom>
          <a:ln w="28575">
            <a:solidFill>
              <a:srgbClr val="FF3246"/>
            </a:solidFill>
            <a:tailEnd type="triangle"/>
          </a:ln>
        </p:spPr>
        <p:style>
          <a:lnRef idx="1">
            <a:schemeClr val="accent1"/>
          </a:lnRef>
          <a:fillRef idx="0">
            <a:schemeClr val="accent1"/>
          </a:fillRef>
          <a:effectRef idx="0">
            <a:schemeClr val="accent1"/>
          </a:effectRef>
          <a:fontRef idx="minor">
            <a:schemeClr val="tx1"/>
          </a:fontRef>
        </p:style>
      </p:cxnSp>
      <p:sp>
        <p:nvSpPr>
          <p:cNvPr id="12" name="正方形/長方形 11">
            <a:extLst>
              <a:ext uri="{FF2B5EF4-FFF2-40B4-BE49-F238E27FC236}">
                <a16:creationId xmlns:a16="http://schemas.microsoft.com/office/drawing/2014/main" id="{3E2C91E2-985F-C3F8-D978-BAA2ED26F6AF}"/>
              </a:ext>
            </a:extLst>
          </p:cNvPr>
          <p:cNvSpPr/>
          <p:nvPr/>
        </p:nvSpPr>
        <p:spPr>
          <a:xfrm>
            <a:off x="7279791" y="4805761"/>
            <a:ext cx="1905503" cy="330072"/>
          </a:xfrm>
          <a:prstGeom prst="rect">
            <a:avLst/>
          </a:prstGeom>
          <a:noFill/>
          <a:ln w="19050">
            <a:no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lIns="72000" tIns="72000" rIns="72000" bIns="72000" rtlCol="0" anchor="t">
            <a:spAutoFit/>
          </a:bodyPr>
          <a:lstStyle/>
          <a:p>
            <a:r>
              <a:rPr kumimoji="1" lang="ja-JP" altLang="en-US" sz="1200" dirty="0">
                <a:solidFill>
                  <a:schemeClr val="tx1"/>
                </a:solidFill>
                <a:latin typeface="Meiryo UI" panose="020B0604030504040204" pitchFamily="50" charset="-128"/>
                <a:ea typeface="Meiryo UI" panose="020B0604030504040204" pitchFamily="50" charset="-128"/>
              </a:rPr>
              <a:t>業務可視化ツールアカウント</a:t>
            </a:r>
          </a:p>
        </p:txBody>
      </p:sp>
      <p:sp>
        <p:nvSpPr>
          <p:cNvPr id="13" name="TextBox 21">
            <a:extLst>
              <a:ext uri="{FF2B5EF4-FFF2-40B4-BE49-F238E27FC236}">
                <a16:creationId xmlns:a16="http://schemas.microsoft.com/office/drawing/2014/main" id="{D5CD81C4-F83B-527B-A520-12B9146E59B2}"/>
              </a:ext>
            </a:extLst>
          </p:cNvPr>
          <p:cNvSpPr txBox="1"/>
          <p:nvPr/>
        </p:nvSpPr>
        <p:spPr>
          <a:xfrm>
            <a:off x="6421698" y="2194229"/>
            <a:ext cx="590005" cy="189066"/>
          </a:xfrm>
          <a:prstGeom prst="rect">
            <a:avLst/>
          </a:prstGeom>
          <a:noFill/>
        </p:spPr>
        <p:txBody>
          <a:bodyPr wrap="none" lIns="72000" tIns="36000" rIns="72000" bIns="36000" rtlCol="0" anchor="ctr">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ja-JP" altLang="en-US" sz="100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定期実行</a:t>
            </a:r>
            <a:endParaRPr lang="en-US" altLang="ja-JP" sz="1000"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4" name="TextBox 21">
            <a:extLst>
              <a:ext uri="{FF2B5EF4-FFF2-40B4-BE49-F238E27FC236}">
                <a16:creationId xmlns:a16="http://schemas.microsoft.com/office/drawing/2014/main" id="{BC080506-C402-07A6-67EA-D502D52776E5}"/>
              </a:ext>
            </a:extLst>
          </p:cNvPr>
          <p:cNvSpPr txBox="1"/>
          <p:nvPr/>
        </p:nvSpPr>
        <p:spPr>
          <a:xfrm>
            <a:off x="6440469" y="3033345"/>
            <a:ext cx="590005" cy="189066"/>
          </a:xfrm>
          <a:prstGeom prst="rect">
            <a:avLst/>
          </a:prstGeom>
          <a:noFill/>
        </p:spPr>
        <p:txBody>
          <a:bodyPr wrap="none" lIns="72000" tIns="36000" rIns="72000" bIns="36000" rtlCol="0" anchor="ctr">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ja-JP" altLang="en-US" sz="100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定期実行</a:t>
            </a:r>
            <a:endParaRPr lang="en-US" altLang="ja-JP" sz="1000"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5" name="TextBox 21">
            <a:extLst>
              <a:ext uri="{FF2B5EF4-FFF2-40B4-BE49-F238E27FC236}">
                <a16:creationId xmlns:a16="http://schemas.microsoft.com/office/drawing/2014/main" id="{B7677A0E-F3BE-568A-3594-6274877460FF}"/>
              </a:ext>
            </a:extLst>
          </p:cNvPr>
          <p:cNvSpPr txBox="1"/>
          <p:nvPr/>
        </p:nvSpPr>
        <p:spPr>
          <a:xfrm>
            <a:off x="3428427" y="2463376"/>
            <a:ext cx="590005" cy="189066"/>
          </a:xfrm>
          <a:prstGeom prst="rect">
            <a:avLst/>
          </a:prstGeom>
          <a:noFill/>
        </p:spPr>
        <p:txBody>
          <a:bodyPr wrap="none" lIns="72000" tIns="36000" rIns="72000" bIns="36000" rtlCol="0" anchor="ctr">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ja-JP" altLang="en-US" sz="100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参照</a:t>
            </a:r>
            <a:endParaRPr lang="en-US" altLang="ja-JP" sz="1000"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3" name="TextBox 21">
            <a:extLst>
              <a:ext uri="{FF2B5EF4-FFF2-40B4-BE49-F238E27FC236}">
                <a16:creationId xmlns:a16="http://schemas.microsoft.com/office/drawing/2014/main" id="{43F0168A-EE0B-6A4D-3207-CF3752286A3E}"/>
              </a:ext>
            </a:extLst>
          </p:cNvPr>
          <p:cNvSpPr txBox="1"/>
          <p:nvPr/>
        </p:nvSpPr>
        <p:spPr>
          <a:xfrm>
            <a:off x="3443871" y="3337362"/>
            <a:ext cx="590005" cy="189066"/>
          </a:xfrm>
          <a:prstGeom prst="rect">
            <a:avLst/>
          </a:prstGeom>
          <a:noFill/>
        </p:spPr>
        <p:txBody>
          <a:bodyPr wrap="none" lIns="72000" tIns="36000" rIns="72000" bIns="36000" rtlCol="0" anchor="ctr">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ja-JP" altLang="en-US" sz="100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画面から</a:t>
            </a:r>
            <a:endParaRPr lang="en-US" altLang="ja-JP" sz="1000"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a:p>
            <a:pPr algn="ctr"/>
            <a:r>
              <a:rPr lang="en-US" altLang="ja-JP" sz="100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CSV DL</a:t>
            </a:r>
          </a:p>
        </p:txBody>
      </p:sp>
      <p:cxnSp>
        <p:nvCxnSpPr>
          <p:cNvPr id="24" name="直線矢印コネクタ 1037">
            <a:extLst>
              <a:ext uri="{FF2B5EF4-FFF2-40B4-BE49-F238E27FC236}">
                <a16:creationId xmlns:a16="http://schemas.microsoft.com/office/drawing/2014/main" id="{8B7FBCAF-DFC6-1E35-EDE1-418FA5F192B1}"/>
              </a:ext>
            </a:extLst>
          </p:cNvPr>
          <p:cNvCxnSpPr>
            <a:cxnSpLocks/>
            <a:stCxn id="1046" idx="1"/>
            <a:endCxn id="1128" idx="1"/>
          </p:cNvCxnSpPr>
          <p:nvPr/>
        </p:nvCxnSpPr>
        <p:spPr>
          <a:xfrm rot="10800000" flipH="1" flipV="1">
            <a:off x="7339998" y="4131509"/>
            <a:ext cx="17081" cy="1267396"/>
          </a:xfrm>
          <a:prstGeom prst="bentConnector3">
            <a:avLst>
              <a:gd name="adj1" fmla="val -1338329"/>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27" name="TextBox 21">
            <a:extLst>
              <a:ext uri="{FF2B5EF4-FFF2-40B4-BE49-F238E27FC236}">
                <a16:creationId xmlns:a16="http://schemas.microsoft.com/office/drawing/2014/main" id="{699CF4E3-2931-F9FC-4DC4-03E003B4B54E}"/>
              </a:ext>
            </a:extLst>
          </p:cNvPr>
          <p:cNvSpPr txBox="1"/>
          <p:nvPr/>
        </p:nvSpPr>
        <p:spPr>
          <a:xfrm>
            <a:off x="6522006" y="4804183"/>
            <a:ext cx="590005" cy="189066"/>
          </a:xfrm>
          <a:prstGeom prst="rect">
            <a:avLst/>
          </a:prstGeom>
          <a:noFill/>
        </p:spPr>
        <p:txBody>
          <a:bodyPr wrap="none" lIns="72000" tIns="36000" rIns="72000" bIns="36000" rtlCol="0" anchor="ctr">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ja-JP" altLang="en-US" sz="100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参照</a:t>
            </a:r>
            <a:endParaRPr lang="en-US" altLang="ja-JP" sz="1000"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28" name="直線矢印コネクタ 1037">
            <a:extLst>
              <a:ext uri="{FF2B5EF4-FFF2-40B4-BE49-F238E27FC236}">
                <a16:creationId xmlns:a16="http://schemas.microsoft.com/office/drawing/2014/main" id="{2087659B-AD06-D181-51CC-ACFD61D9FF49}"/>
              </a:ext>
            </a:extLst>
          </p:cNvPr>
          <p:cNvCxnSpPr>
            <a:cxnSpLocks/>
            <a:stCxn id="1059" idx="3"/>
            <a:endCxn id="186" idx="1"/>
          </p:cNvCxnSpPr>
          <p:nvPr/>
        </p:nvCxnSpPr>
        <p:spPr>
          <a:xfrm>
            <a:off x="9112007" y="2373376"/>
            <a:ext cx="455290" cy="861719"/>
          </a:xfrm>
          <a:prstGeom prst="bentConnector3">
            <a:avLst>
              <a:gd name="adj1" fmla="val 50000"/>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34" name="直線矢印コネクタ 1037">
            <a:extLst>
              <a:ext uri="{FF2B5EF4-FFF2-40B4-BE49-F238E27FC236}">
                <a16:creationId xmlns:a16="http://schemas.microsoft.com/office/drawing/2014/main" id="{97097774-171E-473F-6D4E-F5965BA99C4E}"/>
              </a:ext>
            </a:extLst>
          </p:cNvPr>
          <p:cNvCxnSpPr>
            <a:cxnSpLocks/>
            <a:stCxn id="1046" idx="3"/>
            <a:endCxn id="186" idx="1"/>
          </p:cNvCxnSpPr>
          <p:nvPr/>
        </p:nvCxnSpPr>
        <p:spPr>
          <a:xfrm flipV="1">
            <a:off x="9112006" y="3235095"/>
            <a:ext cx="455291" cy="896414"/>
          </a:xfrm>
          <a:prstGeom prst="bentConnector3">
            <a:avLst>
              <a:gd name="adj1" fmla="val 50000"/>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線矢印コネクタ 1037">
            <a:extLst>
              <a:ext uri="{FF2B5EF4-FFF2-40B4-BE49-F238E27FC236}">
                <a16:creationId xmlns:a16="http://schemas.microsoft.com/office/drawing/2014/main" id="{1B351AFA-E8BF-1F07-712A-63D5B51BE109}"/>
              </a:ext>
            </a:extLst>
          </p:cNvPr>
          <p:cNvCxnSpPr>
            <a:cxnSpLocks/>
            <a:stCxn id="1065" idx="3"/>
            <a:endCxn id="186" idx="1"/>
          </p:cNvCxnSpPr>
          <p:nvPr/>
        </p:nvCxnSpPr>
        <p:spPr>
          <a:xfrm flipV="1">
            <a:off x="9112007" y="3235095"/>
            <a:ext cx="455290" cy="1300"/>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40" name="TextBox 21">
            <a:extLst>
              <a:ext uri="{FF2B5EF4-FFF2-40B4-BE49-F238E27FC236}">
                <a16:creationId xmlns:a16="http://schemas.microsoft.com/office/drawing/2014/main" id="{B2480113-5CFF-3717-198F-F83B3EC92A96}"/>
              </a:ext>
            </a:extLst>
          </p:cNvPr>
          <p:cNvSpPr txBox="1"/>
          <p:nvPr/>
        </p:nvSpPr>
        <p:spPr>
          <a:xfrm>
            <a:off x="9256820" y="3473468"/>
            <a:ext cx="590005" cy="331493"/>
          </a:xfrm>
          <a:prstGeom prst="rect">
            <a:avLst/>
          </a:prstGeom>
          <a:noFill/>
        </p:spPr>
        <p:txBody>
          <a:bodyPr wrap="none" lIns="72000" tIns="36000" rIns="72000" bIns="36000" rtlCol="0" anchor="ctr">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ja-JP" altLang="en-US" sz="100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データ</a:t>
            </a:r>
            <a:endParaRPr lang="en-US" altLang="ja-JP" sz="1000"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a:p>
            <a:pPr algn="ctr"/>
            <a:r>
              <a:rPr lang="ja-JP" altLang="en-US" sz="100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登録</a:t>
            </a:r>
            <a:endParaRPr lang="en-US" altLang="ja-JP" sz="1000"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41" name="直線矢印コネクタ 1037">
            <a:extLst>
              <a:ext uri="{FF2B5EF4-FFF2-40B4-BE49-F238E27FC236}">
                <a16:creationId xmlns:a16="http://schemas.microsoft.com/office/drawing/2014/main" id="{87070B3C-BFBF-408D-8051-0BA4D081D148}"/>
              </a:ext>
            </a:extLst>
          </p:cNvPr>
          <p:cNvCxnSpPr>
            <a:cxnSpLocks/>
            <a:stCxn id="1038" idx="3"/>
            <a:endCxn id="186" idx="3"/>
          </p:cNvCxnSpPr>
          <p:nvPr/>
        </p:nvCxnSpPr>
        <p:spPr>
          <a:xfrm flipH="1">
            <a:off x="11339799" y="2373376"/>
            <a:ext cx="3267" cy="861719"/>
          </a:xfrm>
          <a:prstGeom prst="bentConnector3">
            <a:avLst>
              <a:gd name="adj1" fmla="val -6997245"/>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44" name="TextBox 21">
            <a:extLst>
              <a:ext uri="{FF2B5EF4-FFF2-40B4-BE49-F238E27FC236}">
                <a16:creationId xmlns:a16="http://schemas.microsoft.com/office/drawing/2014/main" id="{C1FF19A9-1763-0A74-8245-9240A34DF236}"/>
              </a:ext>
            </a:extLst>
          </p:cNvPr>
          <p:cNvSpPr txBox="1"/>
          <p:nvPr/>
        </p:nvSpPr>
        <p:spPr>
          <a:xfrm>
            <a:off x="11485659" y="3078170"/>
            <a:ext cx="590005" cy="326516"/>
          </a:xfrm>
          <a:prstGeom prst="rect">
            <a:avLst/>
          </a:prstGeom>
          <a:noFill/>
        </p:spPr>
        <p:txBody>
          <a:bodyPr wrap="none" lIns="72000" tIns="36000" rIns="72000" bIns="36000" rtlCol="0" anchor="ctr">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ja-JP" altLang="en-US" sz="100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データ</a:t>
            </a:r>
            <a:endParaRPr lang="en-US" altLang="ja-JP" sz="1000"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a:p>
            <a:pPr algn="ctr"/>
            <a:r>
              <a:rPr lang="ja-JP" altLang="en-US" sz="100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参照</a:t>
            </a:r>
            <a:endParaRPr lang="en-US" altLang="ja-JP" sz="1000"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45" name="直線矢印コネクタ 1037">
            <a:extLst>
              <a:ext uri="{FF2B5EF4-FFF2-40B4-BE49-F238E27FC236}">
                <a16:creationId xmlns:a16="http://schemas.microsoft.com/office/drawing/2014/main" id="{BF8CA11B-A21B-AF31-94C5-E986019455FA}"/>
              </a:ext>
            </a:extLst>
          </p:cNvPr>
          <p:cNvCxnSpPr>
            <a:cxnSpLocks/>
            <a:stCxn id="1038" idx="3"/>
            <a:endCxn id="1030" idx="3"/>
          </p:cNvCxnSpPr>
          <p:nvPr/>
        </p:nvCxnSpPr>
        <p:spPr>
          <a:xfrm flipH="1">
            <a:off x="11339799" y="2373376"/>
            <a:ext cx="3267" cy="1783904"/>
          </a:xfrm>
          <a:prstGeom prst="bentConnector3">
            <a:avLst>
              <a:gd name="adj1" fmla="val -6997245"/>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49" name="正方形/長方形 48">
            <a:extLst>
              <a:ext uri="{FF2B5EF4-FFF2-40B4-BE49-F238E27FC236}">
                <a16:creationId xmlns:a16="http://schemas.microsoft.com/office/drawing/2014/main" id="{F8248671-16D3-1113-8FAD-3E603B830C31}"/>
              </a:ext>
            </a:extLst>
          </p:cNvPr>
          <p:cNvSpPr/>
          <p:nvPr/>
        </p:nvSpPr>
        <p:spPr>
          <a:xfrm>
            <a:off x="3428427" y="1543284"/>
            <a:ext cx="8576468" cy="314574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horz" lIns="90000" rtlCol="0" anchor="t"/>
          <a:lstStyle/>
          <a:p>
            <a:pPr algn="l"/>
            <a:endParaRPr kumimoji="1" lang="ja-JP" altLang="en-US" sz="1200" dirty="0">
              <a:solidFill>
                <a:schemeClr val="tx1">
                  <a:lumMod val="65000"/>
                  <a:lumOff val="35000"/>
                </a:schemeClr>
              </a:solidFill>
            </a:endParaRPr>
          </a:p>
        </p:txBody>
      </p:sp>
      <p:sp>
        <p:nvSpPr>
          <p:cNvPr id="50" name="TextBox 21">
            <a:extLst>
              <a:ext uri="{FF2B5EF4-FFF2-40B4-BE49-F238E27FC236}">
                <a16:creationId xmlns:a16="http://schemas.microsoft.com/office/drawing/2014/main" id="{630A75D0-D83F-9223-82E5-76D122E0BFC7}"/>
              </a:ext>
            </a:extLst>
          </p:cNvPr>
          <p:cNvSpPr txBox="1"/>
          <p:nvPr/>
        </p:nvSpPr>
        <p:spPr>
          <a:xfrm>
            <a:off x="3428427" y="4792180"/>
            <a:ext cx="1656659" cy="317967"/>
          </a:xfrm>
          <a:prstGeom prst="rect">
            <a:avLst/>
          </a:prstGeom>
          <a:noFill/>
        </p:spPr>
        <p:txBody>
          <a:bodyPr wrap="none" lIns="72000" tIns="36000" rIns="72000" bIns="36000" rtlCol="0" anchor="ctr">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altLang="ja-JP" sz="14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14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赤枠内が保守範囲</a:t>
            </a:r>
            <a:endParaRPr lang="en-US" altLang="ja-JP" sz="1400" dirty="0">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53" name="タイトル 1">
            <a:extLst>
              <a:ext uri="{FF2B5EF4-FFF2-40B4-BE49-F238E27FC236}">
                <a16:creationId xmlns:a16="http://schemas.microsoft.com/office/drawing/2014/main" id="{40158BA0-C273-A93F-7CF8-1951B8450A78}"/>
              </a:ext>
            </a:extLst>
          </p:cNvPr>
          <p:cNvSpPr>
            <a:spLocks noGrp="1"/>
          </p:cNvSpPr>
          <p:nvPr>
            <p:ph type="title"/>
          </p:nvPr>
        </p:nvSpPr>
        <p:spPr>
          <a:xfrm>
            <a:off x="576000" y="180000"/>
            <a:ext cx="11041200" cy="504000"/>
          </a:xfrm>
        </p:spPr>
        <p:txBody>
          <a:bodyPr/>
          <a:lstStyle/>
          <a:p>
            <a:r>
              <a:rPr lang="en-US" altLang="ja-JP" sz="2300" dirty="0"/>
              <a:t>1</a:t>
            </a:r>
            <a:r>
              <a:rPr lang="ja-JP" altLang="en-US" sz="2300" dirty="0"/>
              <a:t>．対象システム</a:t>
            </a:r>
            <a:endParaRPr kumimoji="1" lang="ja-JP" altLang="en-US" sz="2300" dirty="0"/>
          </a:p>
        </p:txBody>
      </p:sp>
      <p:sp>
        <p:nvSpPr>
          <p:cNvPr id="4" name="日付プレースホルダー 3">
            <a:extLst>
              <a:ext uri="{FF2B5EF4-FFF2-40B4-BE49-F238E27FC236}">
                <a16:creationId xmlns:a16="http://schemas.microsoft.com/office/drawing/2014/main" id="{6E9EC382-A412-D4C3-2F95-FDD48CB95793}"/>
              </a:ext>
            </a:extLst>
          </p:cNvPr>
          <p:cNvSpPr>
            <a:spLocks noGrp="1"/>
          </p:cNvSpPr>
          <p:nvPr>
            <p:ph type="dt" sz="half" idx="10"/>
          </p:nvPr>
        </p:nvSpPr>
        <p:spPr/>
        <p:txBody>
          <a:bodyPr/>
          <a:lstStyle/>
          <a:p>
            <a:r>
              <a:rPr lang="en-US" altLang="ja-JP"/>
              <a:t>2025/7/16</a:t>
            </a:r>
            <a:endParaRPr lang="en-US"/>
          </a:p>
        </p:txBody>
      </p:sp>
    </p:spTree>
    <p:extLst>
      <p:ext uri="{BB962C8B-B14F-4D97-AF65-F5344CB8AC3E}">
        <p14:creationId xmlns:p14="http://schemas.microsoft.com/office/powerpoint/2010/main" val="34623545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ABB109-2086-C26F-BF75-C267BD0271D1}"/>
            </a:ext>
          </a:extLst>
        </p:cNvPr>
        <p:cNvGrpSpPr/>
        <p:nvPr/>
      </p:nvGrpSpPr>
      <p:grpSpPr>
        <a:xfrm>
          <a:off x="0" y="0"/>
          <a:ext cx="0" cy="0"/>
          <a:chOff x="0" y="0"/>
          <a:chExt cx="0" cy="0"/>
        </a:xfrm>
      </p:grpSpPr>
      <p:sp>
        <p:nvSpPr>
          <p:cNvPr id="10" name="タイトル 1">
            <a:extLst>
              <a:ext uri="{FF2B5EF4-FFF2-40B4-BE49-F238E27FC236}">
                <a16:creationId xmlns:a16="http://schemas.microsoft.com/office/drawing/2014/main" id="{7AC219E6-D225-DDB8-026A-5849BA6D2F47}"/>
              </a:ext>
            </a:extLst>
          </p:cNvPr>
          <p:cNvSpPr>
            <a:spLocks noGrp="1"/>
          </p:cNvSpPr>
          <p:nvPr>
            <p:ph type="title"/>
          </p:nvPr>
        </p:nvSpPr>
        <p:spPr>
          <a:xfrm>
            <a:off x="576000" y="180000"/>
            <a:ext cx="11041200" cy="504000"/>
          </a:xfrm>
        </p:spPr>
        <p:txBody>
          <a:bodyPr/>
          <a:lstStyle/>
          <a:p>
            <a:r>
              <a:rPr lang="en-US" altLang="ja-JP" sz="2300" dirty="0"/>
              <a:t>2</a:t>
            </a:r>
            <a:r>
              <a:rPr lang="ja-JP" altLang="en-US" sz="2300" dirty="0"/>
              <a:t>．運用保守業務一覧</a:t>
            </a:r>
            <a:endParaRPr kumimoji="1" lang="ja-JP" altLang="en-US" sz="2300" dirty="0"/>
          </a:p>
        </p:txBody>
      </p:sp>
      <p:sp>
        <p:nvSpPr>
          <p:cNvPr id="7" name="スライド番号プレースホルダー 1">
            <a:extLst>
              <a:ext uri="{FF2B5EF4-FFF2-40B4-BE49-F238E27FC236}">
                <a16:creationId xmlns:a16="http://schemas.microsoft.com/office/drawing/2014/main" id="{27D27EA0-EDA4-BF2D-AEAB-8E0E820C5EB2}"/>
              </a:ext>
            </a:extLst>
          </p:cNvPr>
          <p:cNvSpPr txBox="1">
            <a:spLocks/>
          </p:cNvSpPr>
          <p:nvPr/>
        </p:nvSpPr>
        <p:spPr>
          <a:xfrm>
            <a:off x="11560335" y="6520721"/>
            <a:ext cx="631667" cy="336528"/>
          </a:xfrm>
          <a:prstGeom prst="rect">
            <a:avLst/>
          </a:prstGeom>
        </p:spPr>
        <p:txBody>
          <a:bodyPr anchor="t"/>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26CA5134-5AAC-D342-B763-43605FECB385}" type="slidenum">
              <a:rPr kumimoji="1" lang="ja-JP" altLang="en-US" sz="1100" smtClean="0">
                <a:solidFill>
                  <a:schemeClr val="bg1"/>
                </a:solidFill>
                <a:latin typeface="BIZ UDPゴシック" panose="020B0400000000000000" pitchFamily="50" charset="-128"/>
                <a:ea typeface="BIZ UDPゴシック" panose="020B0400000000000000" pitchFamily="50" charset="-128"/>
              </a:rPr>
              <a:pPr algn="r"/>
              <a:t>2</a:t>
            </a:fld>
            <a:endParaRPr kumimoji="1" lang="ja-JP" altLang="en-US" sz="1100">
              <a:solidFill>
                <a:schemeClr val="bg1"/>
              </a:solidFill>
              <a:latin typeface="BIZ UDPゴシック" panose="020B0400000000000000" pitchFamily="50" charset="-128"/>
              <a:ea typeface="BIZ UDPゴシック" panose="020B0400000000000000" pitchFamily="50" charset="-128"/>
            </a:endParaRPr>
          </a:p>
        </p:txBody>
      </p:sp>
      <p:sp>
        <p:nvSpPr>
          <p:cNvPr id="17" name="フッター プレースホルダー 16">
            <a:extLst>
              <a:ext uri="{FF2B5EF4-FFF2-40B4-BE49-F238E27FC236}">
                <a16:creationId xmlns:a16="http://schemas.microsoft.com/office/drawing/2014/main" id="{E2E9708A-7813-C47C-43B3-A43C432F11B7}"/>
              </a:ext>
            </a:extLst>
          </p:cNvPr>
          <p:cNvSpPr>
            <a:spLocks noGrp="1"/>
          </p:cNvSpPr>
          <p:nvPr>
            <p:ph type="ftr" sz="quarter" idx="11"/>
          </p:nvPr>
        </p:nvSpPr>
        <p:spPr/>
        <p:txBody>
          <a:bodyPr/>
          <a:lstStyle/>
          <a:p>
            <a:r>
              <a:rPr lang="en-US">
                <a:latin typeface="BIZ UDPゴシック" panose="020B0400000000000000" pitchFamily="50" charset="-128"/>
                <a:ea typeface="BIZ UDPゴシック" panose="020B0400000000000000" pitchFamily="50" charset="-128"/>
              </a:rPr>
              <a:t>Copyright © 2025 SystemEXE,Inc. All Rights Reserved.</a:t>
            </a:r>
          </a:p>
        </p:txBody>
      </p:sp>
      <p:graphicFrame>
        <p:nvGraphicFramePr>
          <p:cNvPr id="2" name="表 7">
            <a:extLst>
              <a:ext uri="{FF2B5EF4-FFF2-40B4-BE49-F238E27FC236}">
                <a16:creationId xmlns:a16="http://schemas.microsoft.com/office/drawing/2014/main" id="{379BA0F7-C99E-166B-A1D1-B517C8773A79}"/>
              </a:ext>
            </a:extLst>
          </p:cNvPr>
          <p:cNvGraphicFramePr>
            <a:graphicFrameLocks noGrp="1"/>
          </p:cNvGraphicFramePr>
          <p:nvPr>
            <p:extLst>
              <p:ext uri="{D42A27DB-BD31-4B8C-83A1-F6EECF244321}">
                <p14:modId xmlns:p14="http://schemas.microsoft.com/office/powerpoint/2010/main" val="2842165784"/>
              </p:ext>
            </p:extLst>
          </p:nvPr>
        </p:nvGraphicFramePr>
        <p:xfrm>
          <a:off x="671999" y="2173194"/>
          <a:ext cx="10888337" cy="2124000"/>
        </p:xfrm>
        <a:graphic>
          <a:graphicData uri="http://schemas.openxmlformats.org/drawingml/2006/table">
            <a:tbl>
              <a:tblPr firstRow="1" bandRow="1">
                <a:tableStyleId>{00A15C55-8517-42AA-B614-E9B94910E393}</a:tableStyleId>
              </a:tblPr>
              <a:tblGrid>
                <a:gridCol w="892967">
                  <a:extLst>
                    <a:ext uri="{9D8B030D-6E8A-4147-A177-3AD203B41FA5}">
                      <a16:colId xmlns:a16="http://schemas.microsoft.com/office/drawing/2014/main" val="224755676"/>
                    </a:ext>
                  </a:extLst>
                </a:gridCol>
                <a:gridCol w="703210">
                  <a:extLst>
                    <a:ext uri="{9D8B030D-6E8A-4147-A177-3AD203B41FA5}">
                      <a16:colId xmlns:a16="http://schemas.microsoft.com/office/drawing/2014/main" val="1891142523"/>
                    </a:ext>
                  </a:extLst>
                </a:gridCol>
                <a:gridCol w="1972051">
                  <a:extLst>
                    <a:ext uri="{9D8B030D-6E8A-4147-A177-3AD203B41FA5}">
                      <a16:colId xmlns:a16="http://schemas.microsoft.com/office/drawing/2014/main" val="3865138758"/>
                    </a:ext>
                  </a:extLst>
                </a:gridCol>
                <a:gridCol w="5584324">
                  <a:extLst>
                    <a:ext uri="{9D8B030D-6E8A-4147-A177-3AD203B41FA5}">
                      <a16:colId xmlns:a16="http://schemas.microsoft.com/office/drawing/2014/main" val="3474156342"/>
                    </a:ext>
                  </a:extLst>
                </a:gridCol>
                <a:gridCol w="1735785">
                  <a:extLst>
                    <a:ext uri="{9D8B030D-6E8A-4147-A177-3AD203B41FA5}">
                      <a16:colId xmlns:a16="http://schemas.microsoft.com/office/drawing/2014/main" val="309633559"/>
                    </a:ext>
                  </a:extLst>
                </a:gridCol>
              </a:tblGrid>
              <a:tr h="504000">
                <a:tc>
                  <a:txBody>
                    <a:bodyPr/>
                    <a:lstStyle/>
                    <a:p>
                      <a:pPr algn="ctr"/>
                      <a:r>
                        <a:rPr kumimoji="1" lang="ja-JP" altLang="en-US" sz="900" baseline="0" dirty="0">
                          <a:latin typeface="BIZ UDPゴシック" panose="020B0400000000000000" pitchFamily="50" charset="-128"/>
                          <a:ea typeface="BIZ UDPゴシック" panose="020B0400000000000000" pitchFamily="50" charset="-128"/>
                        </a:rPr>
                        <a:t>定期／</a:t>
                      </a:r>
                      <a:endParaRPr kumimoji="1" lang="en-US" altLang="ja-JP" sz="900" baseline="0" dirty="0">
                        <a:latin typeface="BIZ UDPゴシック" panose="020B0400000000000000" pitchFamily="50" charset="-128"/>
                        <a:ea typeface="BIZ UDPゴシック" panose="020B0400000000000000" pitchFamily="50" charset="-128"/>
                      </a:endParaRPr>
                    </a:p>
                    <a:p>
                      <a:pPr algn="ctr"/>
                      <a:r>
                        <a:rPr kumimoji="1" lang="ja-JP" altLang="en-US" sz="900" baseline="0" dirty="0">
                          <a:latin typeface="BIZ UDPゴシック" panose="020B0400000000000000" pitchFamily="50" charset="-128"/>
                          <a:ea typeface="BIZ UDPゴシック" panose="020B0400000000000000" pitchFamily="50" charset="-128"/>
                        </a:rPr>
                        <a:t>不定期</a:t>
                      </a:r>
                    </a:p>
                  </a:txBody>
                  <a:tcPr marL="48000" marR="48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rgbClr val="9A3B5D"/>
                    </a:solidFill>
                  </a:tcPr>
                </a:tc>
                <a:tc>
                  <a:txBody>
                    <a:bodyPr/>
                    <a:lstStyle/>
                    <a:p>
                      <a:pPr algn="ctr"/>
                      <a:r>
                        <a:rPr kumimoji="1" lang="ja-JP" altLang="en-US" sz="1300" baseline="0">
                          <a:latin typeface="BIZ UDPゴシック" panose="020B0400000000000000" pitchFamily="50" charset="-128"/>
                          <a:ea typeface="BIZ UDPゴシック" panose="020B0400000000000000" pitchFamily="50" charset="-128"/>
                        </a:rPr>
                        <a:t>頻度</a:t>
                      </a:r>
                    </a:p>
                  </a:txBody>
                  <a:tcPr marL="48000" marR="48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rgbClr val="9A3B5D"/>
                    </a:solidFill>
                  </a:tcPr>
                </a:tc>
                <a:tc>
                  <a:txBody>
                    <a:bodyPr/>
                    <a:lstStyle/>
                    <a:p>
                      <a:pPr algn="ctr"/>
                      <a:r>
                        <a:rPr kumimoji="1" lang="ja-JP" altLang="en-US" sz="1300" baseline="0" dirty="0">
                          <a:latin typeface="BIZ UDPゴシック" panose="020B0400000000000000" pitchFamily="50" charset="-128"/>
                          <a:ea typeface="BIZ UDPゴシック" panose="020B0400000000000000" pitchFamily="50" charset="-128"/>
                        </a:rPr>
                        <a:t>タイトル</a:t>
                      </a:r>
                    </a:p>
                  </a:txBody>
                  <a:tcPr marL="48000" marR="48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rgbClr val="9A3B5D"/>
                    </a:solidFill>
                  </a:tcPr>
                </a:tc>
                <a:tc>
                  <a:txBody>
                    <a:bodyPr/>
                    <a:lstStyle/>
                    <a:p>
                      <a:pPr algn="ctr"/>
                      <a:r>
                        <a:rPr kumimoji="1" lang="ja-JP" altLang="en-US" sz="1300" baseline="0">
                          <a:latin typeface="BIZ UDPゴシック" panose="020B0400000000000000" pitchFamily="50" charset="-128"/>
                          <a:ea typeface="BIZ UDPゴシック" panose="020B0400000000000000" pitchFamily="50" charset="-128"/>
                        </a:rPr>
                        <a:t>作業概要</a:t>
                      </a:r>
                    </a:p>
                  </a:txBody>
                  <a:tcPr marL="48000" marR="48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rgbClr val="9A3B5D"/>
                    </a:solidFill>
                  </a:tcPr>
                </a:tc>
                <a:tc>
                  <a:txBody>
                    <a:bodyPr/>
                    <a:lstStyle/>
                    <a:p>
                      <a:pPr algn="ctr"/>
                      <a:r>
                        <a:rPr kumimoji="1" lang="en-US" altLang="ja-JP" sz="1300" baseline="0" dirty="0">
                          <a:latin typeface="BIZ UDPゴシック" panose="020B0400000000000000" pitchFamily="50" charset="-128"/>
                          <a:ea typeface="BIZ UDPゴシック" panose="020B0400000000000000" pitchFamily="50" charset="-128"/>
                        </a:rPr>
                        <a:t>1</a:t>
                      </a:r>
                      <a:r>
                        <a:rPr kumimoji="1" lang="ja-JP" altLang="en-US" sz="1300" baseline="0" dirty="0">
                          <a:latin typeface="BIZ UDPゴシック" panose="020B0400000000000000" pitchFamily="50" charset="-128"/>
                          <a:ea typeface="BIZ UDPゴシック" panose="020B0400000000000000" pitchFamily="50" charset="-128"/>
                        </a:rPr>
                        <a:t>カ月の</a:t>
                      </a:r>
                      <a:endParaRPr kumimoji="1" lang="en-US" altLang="ja-JP" sz="1300" baseline="0" dirty="0">
                        <a:latin typeface="BIZ UDPゴシック" panose="020B0400000000000000" pitchFamily="50" charset="-128"/>
                        <a:ea typeface="BIZ UDPゴシック" panose="020B0400000000000000" pitchFamily="50" charset="-128"/>
                      </a:endParaRPr>
                    </a:p>
                    <a:p>
                      <a:pPr algn="ctr"/>
                      <a:r>
                        <a:rPr kumimoji="1" lang="ja-JP" altLang="en-US" sz="1300" baseline="0" dirty="0">
                          <a:latin typeface="BIZ UDPゴシック" panose="020B0400000000000000" pitchFamily="50" charset="-128"/>
                          <a:ea typeface="BIZ UDPゴシック" panose="020B0400000000000000" pitchFamily="50" charset="-128"/>
                        </a:rPr>
                        <a:t>想定工数</a:t>
                      </a:r>
                      <a:r>
                        <a:rPr kumimoji="1" lang="ja-JP" altLang="en-US" sz="1100" baseline="0" dirty="0">
                          <a:latin typeface="BIZ UDPゴシック" panose="020B0400000000000000" pitchFamily="50" charset="-128"/>
                          <a:ea typeface="BIZ UDPゴシック" panose="020B0400000000000000" pitchFamily="50" charset="-128"/>
                        </a:rPr>
                        <a:t>（時間）</a:t>
                      </a:r>
                      <a:endParaRPr kumimoji="1" lang="ja-JP" altLang="en-US" sz="1300" baseline="0" dirty="0">
                        <a:latin typeface="BIZ UDPゴシック" panose="020B0400000000000000" pitchFamily="50" charset="-128"/>
                        <a:ea typeface="BIZ UDPゴシック" panose="020B0400000000000000" pitchFamily="50" charset="-128"/>
                      </a:endParaRPr>
                    </a:p>
                  </a:txBody>
                  <a:tcPr marL="48000" marR="48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rgbClr val="9A3B5D"/>
                    </a:solidFill>
                  </a:tcPr>
                </a:tc>
                <a:extLst>
                  <a:ext uri="{0D108BD9-81ED-4DB2-BD59-A6C34878D82A}">
                    <a16:rowId xmlns:a16="http://schemas.microsoft.com/office/drawing/2014/main" val="2708679066"/>
                  </a:ext>
                </a:extLst>
              </a:tr>
              <a:tr h="324000">
                <a:tc>
                  <a:txBody>
                    <a:bodyPr/>
                    <a:lstStyle/>
                    <a:p>
                      <a:pPr algn="ctr"/>
                      <a:r>
                        <a:rPr kumimoji="1" lang="ja-JP" altLang="en-US"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不定期</a:t>
                      </a:r>
                    </a:p>
                  </a:txBody>
                  <a:tcPr marL="48000" marR="48000" marT="48000" marB="48000" anchor="ctr">
                    <a:lnL w="12700" cap="flat" cmpd="sng" algn="ctr">
                      <a:solidFill>
                        <a:schemeClr val="bg1">
                          <a:lumMod val="8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chemeClr val="bg1"/>
                    </a:solidFill>
                  </a:tcPr>
                </a:tc>
                <a:tc>
                  <a:txBody>
                    <a:bodyPr/>
                    <a:lstStyle/>
                    <a:p>
                      <a:pPr algn="ctr"/>
                      <a:r>
                        <a:rPr kumimoji="1" lang="ja-JP" altLang="en-US" sz="1200" baseline="0">
                          <a:solidFill>
                            <a:schemeClr val="tx1">
                              <a:lumMod val="65000"/>
                              <a:lumOff val="35000"/>
                            </a:schemeClr>
                          </a:solidFill>
                          <a:latin typeface="BIZ UDPゴシック" panose="020B0400000000000000" pitchFamily="50" charset="-128"/>
                          <a:ea typeface="BIZ UDPゴシック" panose="020B0400000000000000" pitchFamily="50" charset="-128"/>
                        </a:rPr>
                        <a:t>随時</a:t>
                      </a:r>
                    </a:p>
                  </a:txBody>
                  <a:tcPr marL="48000" marR="48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chemeClr val="bg1"/>
                    </a:solidFill>
                  </a:tcPr>
                </a:tc>
                <a:tc>
                  <a:txBody>
                    <a:bodyPr/>
                    <a:lstStyle/>
                    <a:p>
                      <a:r>
                        <a:rPr kumimoji="1" lang="ja-JP" altLang="en-US"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管理</a:t>
                      </a:r>
                    </a:p>
                  </a:txBody>
                  <a:tcPr marL="48000" marR="48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chemeClr val="bg1"/>
                    </a:solidFill>
                  </a:tcPr>
                </a:tc>
                <a:tc>
                  <a:txBody>
                    <a:bodyPr/>
                    <a:lstStyle/>
                    <a:p>
                      <a:r>
                        <a:rPr kumimoji="1" lang="ja-JP" altLang="en-US"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問合せに関する受付・調査・回答</a:t>
                      </a:r>
                    </a:p>
                  </a:txBody>
                  <a:tcPr marL="48000" marR="48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chemeClr val="bg1"/>
                    </a:solidFill>
                  </a:tcPr>
                </a:tc>
                <a:tc>
                  <a:txBody>
                    <a:bodyPr/>
                    <a:lstStyle/>
                    <a:p>
                      <a:pPr algn="ctr"/>
                      <a:r>
                        <a:rPr kumimoji="1" lang="en-US" altLang="ja-JP"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6.0</a:t>
                      </a:r>
                      <a:r>
                        <a:rPr kumimoji="1" lang="ja-JP" altLang="en-US"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時間</a:t>
                      </a:r>
                    </a:p>
                  </a:txBody>
                  <a:tcPr marL="48000" marR="48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509955540"/>
                  </a:ext>
                </a:extLst>
              </a:tr>
              <a:tr h="324000">
                <a:tc>
                  <a:txBody>
                    <a:bodyPr/>
                    <a:lstStyle/>
                    <a:p>
                      <a:pPr algn="ctr"/>
                      <a:r>
                        <a:rPr kumimoji="1" lang="ja-JP" altLang="en-US"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不定期</a:t>
                      </a:r>
                    </a:p>
                  </a:txBody>
                  <a:tcPr marL="48000" marR="48000" marT="48000" marB="48000" anchor="ctr">
                    <a:lnL w="12700" cap="flat" cmpd="sng" algn="ctr">
                      <a:solidFill>
                        <a:schemeClr val="bg1">
                          <a:lumMod val="8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chemeClr val="bg1"/>
                    </a:solidFill>
                  </a:tcPr>
                </a:tc>
                <a:tc>
                  <a:txBody>
                    <a:bodyPr/>
                    <a:lstStyle/>
                    <a:p>
                      <a:pPr algn="ctr"/>
                      <a:r>
                        <a:rPr kumimoji="1" lang="ja-JP" altLang="en-US"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随時</a:t>
                      </a:r>
                    </a:p>
                  </a:txBody>
                  <a:tcPr marL="48000" marR="48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chemeClr val="bg1"/>
                    </a:solidFill>
                  </a:tcPr>
                </a:tc>
                <a:tc>
                  <a:txBody>
                    <a:bodyPr/>
                    <a:lstStyle/>
                    <a:p>
                      <a:r>
                        <a:rPr kumimoji="1" lang="ja-JP" altLang="en-US"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作業</a:t>
                      </a:r>
                    </a:p>
                  </a:txBody>
                  <a:tcPr marL="48000" marR="48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障害発生時の原因調査・切り分けおよび復旧作業</a:t>
                      </a:r>
                    </a:p>
                  </a:txBody>
                  <a:tcPr marL="48000" marR="48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chemeClr val="bg1"/>
                    </a:solidFill>
                  </a:tcPr>
                </a:tc>
                <a:tc>
                  <a:txBody>
                    <a:bodyPr/>
                    <a:lstStyle/>
                    <a:p>
                      <a:pPr algn="ctr"/>
                      <a:r>
                        <a:rPr kumimoji="1" lang="en-US" altLang="ja-JP"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4.0</a:t>
                      </a:r>
                      <a:r>
                        <a:rPr kumimoji="1" lang="ja-JP" altLang="en-US"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時間</a:t>
                      </a:r>
                    </a:p>
                  </a:txBody>
                  <a:tcPr marL="48000" marR="48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248837237"/>
                  </a:ext>
                </a:extLst>
              </a:tr>
              <a:tr h="324000">
                <a:tc>
                  <a:txBody>
                    <a:bodyPr/>
                    <a:lstStyle/>
                    <a:p>
                      <a:pPr algn="ctr"/>
                      <a:r>
                        <a:rPr kumimoji="1" lang="ja-JP" altLang="en-US"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不定期</a:t>
                      </a:r>
                    </a:p>
                  </a:txBody>
                  <a:tcPr marL="48000" marR="48000" marT="48000" marB="48000" anchor="ctr">
                    <a:lnL w="12700" cap="flat" cmpd="sng" algn="ctr">
                      <a:solidFill>
                        <a:schemeClr val="bg1">
                          <a:lumMod val="8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chemeClr val="bg1"/>
                    </a:solidFill>
                  </a:tcPr>
                </a:tc>
                <a:tc>
                  <a:txBody>
                    <a:bodyPr/>
                    <a:lstStyle/>
                    <a:p>
                      <a:pPr algn="ctr"/>
                      <a:r>
                        <a:rPr kumimoji="1" lang="ja-JP" altLang="en-US"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随時</a:t>
                      </a:r>
                    </a:p>
                  </a:txBody>
                  <a:tcPr marL="48000" marR="48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chemeClr val="bg1"/>
                    </a:solidFill>
                  </a:tcPr>
                </a:tc>
                <a:tc>
                  <a:txBody>
                    <a:bodyPr/>
                    <a:lstStyle/>
                    <a:p>
                      <a:r>
                        <a:rPr kumimoji="1" lang="ja-JP" altLang="en-US"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改修</a:t>
                      </a:r>
                    </a:p>
                  </a:txBody>
                  <a:tcPr marL="48000" marR="48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軽微なアプリケーション改修</a:t>
                      </a:r>
                      <a:endParaRPr kumimoji="1" lang="ja-JP" altLang="en-US" sz="1100" baseline="0" dirty="0">
                        <a:solidFill>
                          <a:schemeClr val="tx1">
                            <a:lumMod val="65000"/>
                            <a:lumOff val="35000"/>
                          </a:schemeClr>
                        </a:solidFill>
                        <a:latin typeface="BIZ UDPゴシック" panose="020B0400000000000000" pitchFamily="50" charset="-128"/>
                        <a:ea typeface="BIZ UDPゴシック" panose="020B0400000000000000" pitchFamily="50" charset="-128"/>
                      </a:endParaRPr>
                    </a:p>
                  </a:txBody>
                  <a:tcPr marL="48000" marR="48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chemeClr val="bg1"/>
                    </a:solidFill>
                  </a:tcPr>
                </a:tc>
                <a:tc>
                  <a:txBody>
                    <a:bodyPr/>
                    <a:lstStyle/>
                    <a:p>
                      <a:pPr algn="ctr"/>
                      <a:r>
                        <a:rPr kumimoji="1" lang="en-US" altLang="ja-JP"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8.0</a:t>
                      </a:r>
                      <a:r>
                        <a:rPr kumimoji="1" lang="ja-JP" altLang="en-US"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時間</a:t>
                      </a:r>
                    </a:p>
                  </a:txBody>
                  <a:tcPr marL="48000" marR="48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219299159"/>
                  </a:ext>
                </a:extLst>
              </a:tr>
              <a:tr h="324000">
                <a:tc>
                  <a:txBody>
                    <a:bodyPr/>
                    <a:lstStyle/>
                    <a:p>
                      <a:pPr algn="ctr"/>
                      <a:r>
                        <a:rPr kumimoji="1" lang="ja-JP" altLang="en-US"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定期</a:t>
                      </a:r>
                    </a:p>
                  </a:txBody>
                  <a:tcPr marL="48000" marR="48000" marT="48000" marB="48000" anchor="ctr">
                    <a:lnL w="12700" cap="flat" cmpd="sng" algn="ctr">
                      <a:solidFill>
                        <a:schemeClr val="bg1">
                          <a:lumMod val="8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chemeClr val="bg1"/>
                    </a:solidFill>
                  </a:tcPr>
                </a:tc>
                <a:tc>
                  <a:txBody>
                    <a:bodyPr/>
                    <a:lstStyle/>
                    <a:p>
                      <a:pPr algn="ctr"/>
                      <a:r>
                        <a:rPr kumimoji="1" lang="ja-JP" altLang="en-US"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月次</a:t>
                      </a:r>
                    </a:p>
                  </a:txBody>
                  <a:tcPr marL="48000" marR="48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chemeClr val="bg1"/>
                    </a:solidFill>
                  </a:tcPr>
                </a:tc>
                <a:tc>
                  <a:txBody>
                    <a:bodyPr/>
                    <a:lstStyle/>
                    <a:p>
                      <a:r>
                        <a:rPr kumimoji="1" lang="ja-JP" altLang="en-US"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定例会議</a:t>
                      </a:r>
                    </a:p>
                  </a:txBody>
                  <a:tcPr marL="48000" marR="48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chemeClr val="bg1"/>
                    </a:solidFill>
                  </a:tcPr>
                </a:tc>
                <a:tc>
                  <a:txBody>
                    <a:bodyPr/>
                    <a:lstStyle/>
                    <a:p>
                      <a:r>
                        <a:rPr kumimoji="1" lang="ja-JP" altLang="en-US"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月次での保守作業報告会議の準備・実施</a:t>
                      </a:r>
                    </a:p>
                  </a:txBody>
                  <a:tcPr marL="48000" marR="48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chemeClr val="bg1"/>
                    </a:solidFill>
                  </a:tcPr>
                </a:tc>
                <a:tc>
                  <a:txBody>
                    <a:bodyPr/>
                    <a:lstStyle/>
                    <a:p>
                      <a:pPr algn="ctr"/>
                      <a:r>
                        <a:rPr kumimoji="1" lang="en-US" altLang="ja-JP"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2.0</a:t>
                      </a:r>
                      <a:r>
                        <a:rPr kumimoji="1" lang="ja-JP" altLang="en-US"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時間</a:t>
                      </a:r>
                    </a:p>
                  </a:txBody>
                  <a:tcPr marL="48000" marR="48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090015418"/>
                  </a:ext>
                </a:extLst>
              </a:tr>
              <a:tr h="324000">
                <a:tc gridSpan="3">
                  <a:txBody>
                    <a:bodyPr/>
                    <a:lstStyle/>
                    <a:p>
                      <a:pPr algn="ctr"/>
                      <a:r>
                        <a:rPr kumimoji="1" lang="ja-JP" altLang="en-US"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対象外の作業</a:t>
                      </a:r>
                    </a:p>
                  </a:txBody>
                  <a:tcPr marL="48000" marR="48000" marT="48000" marB="48000" anchor="ctr">
                    <a:lnL w="12700" cap="flat" cmpd="sng" algn="ctr">
                      <a:solidFill>
                        <a:schemeClr val="bg1">
                          <a:lumMod val="8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chemeClr val="bg1"/>
                    </a:solidFill>
                  </a:tcPr>
                </a:tc>
                <a:tc hMerge="1">
                  <a:txBody>
                    <a:bodyPr/>
                    <a:lstStyle/>
                    <a:p>
                      <a:pPr algn="ctr"/>
                      <a:endParaRPr kumimoji="1" lang="ja-JP" altLang="en-US"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endParaRPr>
                    </a:p>
                  </a:txBody>
                  <a:tcPr marL="48000" marR="48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chemeClr val="bg1"/>
                    </a:solidFill>
                  </a:tcPr>
                </a:tc>
                <a:tc hMerge="1">
                  <a:txBody>
                    <a:bodyPr/>
                    <a:lstStyle/>
                    <a:p>
                      <a:endParaRPr kumimoji="1" lang="ja-JP" altLang="en-US"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endParaRPr>
                    </a:p>
                  </a:txBody>
                  <a:tcPr marL="48000" marR="48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chemeClr val="bg1"/>
                    </a:solidFill>
                  </a:tcPr>
                </a:tc>
                <a:tc gridSpan="2">
                  <a:txBody>
                    <a:bodyPr/>
                    <a:lstStyle/>
                    <a:p>
                      <a:r>
                        <a:rPr kumimoji="1" lang="ja-JP" altLang="en-US" sz="1200" u="sng"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常時システム監視、</a:t>
                      </a:r>
                      <a:r>
                        <a:rPr kumimoji="1" lang="en-US" altLang="ja-JP" sz="1200" u="sng"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Microsoft365</a:t>
                      </a:r>
                      <a:r>
                        <a:rPr kumimoji="1" lang="ja-JP" altLang="en-US" sz="1200" u="sng"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および実行端末の管理</a:t>
                      </a:r>
                    </a:p>
                  </a:txBody>
                  <a:tcPr marL="48000" marR="48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chemeClr val="bg1"/>
                    </a:solidFill>
                  </a:tcPr>
                </a:tc>
                <a:tc hMerge="1">
                  <a:txBody>
                    <a:bodyPr/>
                    <a:lstStyle/>
                    <a:p>
                      <a:endParaRPr dirty="0"/>
                    </a:p>
                  </a:txBody>
                  <a:tcPr marL="48000" marR="48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585052356"/>
                  </a:ext>
                </a:extLst>
              </a:tr>
            </a:tbl>
          </a:graphicData>
        </a:graphic>
      </p:graphicFrame>
      <p:graphicFrame>
        <p:nvGraphicFramePr>
          <p:cNvPr id="3" name="表 2">
            <a:extLst>
              <a:ext uri="{FF2B5EF4-FFF2-40B4-BE49-F238E27FC236}">
                <a16:creationId xmlns:a16="http://schemas.microsoft.com/office/drawing/2014/main" id="{6B56AC66-1C77-82DA-CB00-F138658ED45E}"/>
              </a:ext>
            </a:extLst>
          </p:cNvPr>
          <p:cNvGraphicFramePr>
            <a:graphicFrameLocks noGrp="1"/>
          </p:cNvGraphicFramePr>
          <p:nvPr>
            <p:extLst>
              <p:ext uri="{D42A27DB-BD31-4B8C-83A1-F6EECF244321}">
                <p14:modId xmlns:p14="http://schemas.microsoft.com/office/powerpoint/2010/main" val="4027447393"/>
              </p:ext>
            </p:extLst>
          </p:nvPr>
        </p:nvGraphicFramePr>
        <p:xfrm>
          <a:off x="672002" y="952575"/>
          <a:ext cx="9151008" cy="1022598"/>
        </p:xfrm>
        <a:graphic>
          <a:graphicData uri="http://schemas.openxmlformats.org/drawingml/2006/table">
            <a:tbl>
              <a:tblPr firstRow="1" bandRow="1">
                <a:tableStyleId>{00A15C55-8517-42AA-B614-E9B94910E393}</a:tableStyleId>
              </a:tblPr>
              <a:tblGrid>
                <a:gridCol w="2258381">
                  <a:extLst>
                    <a:ext uri="{9D8B030D-6E8A-4147-A177-3AD203B41FA5}">
                      <a16:colId xmlns:a16="http://schemas.microsoft.com/office/drawing/2014/main" val="779325799"/>
                    </a:ext>
                  </a:extLst>
                </a:gridCol>
                <a:gridCol w="6892627">
                  <a:extLst>
                    <a:ext uri="{9D8B030D-6E8A-4147-A177-3AD203B41FA5}">
                      <a16:colId xmlns:a16="http://schemas.microsoft.com/office/drawing/2014/main" val="1250575524"/>
                    </a:ext>
                  </a:extLst>
                </a:gridCol>
              </a:tblGrid>
              <a:tr h="299200">
                <a:tc>
                  <a:txBody>
                    <a:bodyPr/>
                    <a:lstStyle/>
                    <a:p>
                      <a:r>
                        <a:rPr kumimoji="1" lang="ja-JP" altLang="en-US" sz="1300" b="0" baseline="0" dirty="0">
                          <a:solidFill>
                            <a:schemeClr val="bg1"/>
                          </a:solidFill>
                          <a:latin typeface="BIZ UDPゴシック" panose="020B0400000000000000" pitchFamily="50" charset="-128"/>
                          <a:ea typeface="BIZ UDPゴシック" panose="020B0400000000000000" pitchFamily="50" charset="-128"/>
                        </a:rPr>
                        <a:t>システム稼働時間</a:t>
                      </a:r>
                    </a:p>
                  </a:txBody>
                  <a:tcPr marL="48000" marR="48000" marT="48000" marB="48000">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rgbClr val="9A3B5D"/>
                    </a:solidFill>
                  </a:tcPr>
                </a:tc>
                <a:tc>
                  <a:txBody>
                    <a:bodyPr/>
                    <a:lstStyle/>
                    <a:p>
                      <a:r>
                        <a:rPr kumimoji="1" lang="ja-JP" altLang="en-US" sz="1300" b="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常時稼働  </a:t>
                      </a:r>
                      <a:r>
                        <a:rPr kumimoji="1" lang="en-US" altLang="ja-JP" sz="1300" b="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a:t>
                      </a:r>
                      <a:r>
                        <a:rPr kumimoji="1" lang="ja-JP" altLang="en-US" sz="1300" b="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メンテナンス時間がある場合はその時間を除く</a:t>
                      </a:r>
                      <a:endParaRPr kumimoji="1" lang="en-US" altLang="ja-JP" sz="1300" b="0" baseline="0" dirty="0">
                        <a:solidFill>
                          <a:schemeClr val="tx1">
                            <a:lumMod val="65000"/>
                            <a:lumOff val="35000"/>
                          </a:schemeClr>
                        </a:solidFill>
                        <a:latin typeface="BIZ UDPゴシック" panose="020B0400000000000000" pitchFamily="50" charset="-128"/>
                        <a:ea typeface="BIZ UDPゴシック" panose="020B0400000000000000" pitchFamily="50" charset="-128"/>
                      </a:endParaRPr>
                    </a:p>
                  </a:txBody>
                  <a:tcPr marL="48000" marR="48000" marT="48000" marB="48000">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509955540"/>
                  </a:ext>
                </a:extLst>
              </a:tr>
              <a:tr h="361699">
                <a:tc>
                  <a:txBody>
                    <a:bodyPr/>
                    <a:lstStyle/>
                    <a:p>
                      <a:r>
                        <a:rPr kumimoji="1" lang="ja-JP" altLang="en-US" sz="1300" baseline="0">
                          <a:solidFill>
                            <a:schemeClr val="bg1"/>
                          </a:solidFill>
                          <a:latin typeface="BIZ UDPゴシック" panose="020B0400000000000000" pitchFamily="50" charset="-128"/>
                          <a:ea typeface="BIZ UDPゴシック" panose="020B0400000000000000" pitchFamily="50" charset="-128"/>
                        </a:rPr>
                        <a:t>運用・保守サービス時間</a:t>
                      </a:r>
                    </a:p>
                  </a:txBody>
                  <a:tcPr marL="48000" marR="48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rgbClr val="9A3B5D"/>
                    </a:solidFill>
                  </a:tcPr>
                </a:tc>
                <a:tc>
                  <a:txBody>
                    <a:bodyPr/>
                    <a:lstStyle/>
                    <a:p>
                      <a:r>
                        <a:rPr kumimoji="1" lang="ja-JP" altLang="en-US" sz="13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月～金（</a:t>
                      </a:r>
                      <a:r>
                        <a:rPr kumimoji="1" lang="en-US" altLang="ja-JP" sz="13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9</a:t>
                      </a:r>
                      <a:r>
                        <a:rPr kumimoji="1" lang="ja-JP" altLang="en-US" sz="13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時</a:t>
                      </a:r>
                      <a:r>
                        <a:rPr kumimoji="1" lang="en-US" altLang="ja-JP" sz="13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00</a:t>
                      </a:r>
                      <a:r>
                        <a:rPr kumimoji="1" lang="ja-JP" altLang="en-US" sz="13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分～</a:t>
                      </a:r>
                      <a:r>
                        <a:rPr kumimoji="1" lang="en-US" altLang="ja-JP" sz="13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18</a:t>
                      </a:r>
                      <a:r>
                        <a:rPr kumimoji="1" lang="ja-JP" altLang="en-US" sz="13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時</a:t>
                      </a:r>
                      <a:r>
                        <a:rPr kumimoji="1" lang="en-US" altLang="ja-JP" sz="13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00</a:t>
                      </a:r>
                      <a:r>
                        <a:rPr kumimoji="1" lang="ja-JP" altLang="en-US" sz="13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分）</a:t>
                      </a:r>
                      <a:r>
                        <a:rPr kumimoji="1" lang="en-US" altLang="ja-JP" sz="13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a:t>
                      </a:r>
                      <a:r>
                        <a:rPr kumimoji="1" lang="ja-JP" altLang="en-US" sz="13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土日・祝日・年末年始を除く</a:t>
                      </a:r>
                      <a:r>
                        <a:rPr kumimoji="1" lang="ja-JP" altLang="en-US" sz="9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（弊社カレンダーを想定）</a:t>
                      </a:r>
                      <a:endParaRPr kumimoji="1" lang="en-US" altLang="ja-JP" sz="900" baseline="0" dirty="0">
                        <a:solidFill>
                          <a:schemeClr val="tx1">
                            <a:lumMod val="65000"/>
                            <a:lumOff val="35000"/>
                          </a:schemeClr>
                        </a:solidFill>
                        <a:latin typeface="BIZ UDPゴシック" panose="020B0400000000000000" pitchFamily="50" charset="-128"/>
                        <a:ea typeface="BIZ UDPゴシック" panose="020B0400000000000000" pitchFamily="50" charset="-128"/>
                      </a:endParaRPr>
                    </a:p>
                  </a:txBody>
                  <a:tcPr marL="48000" marR="48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105201420"/>
                  </a:ext>
                </a:extLst>
              </a:tr>
              <a:tr h="361699">
                <a:tc>
                  <a:txBody>
                    <a:bodyPr/>
                    <a:lstStyle/>
                    <a:p>
                      <a:r>
                        <a:rPr kumimoji="1" lang="en-US" altLang="ja-JP" sz="1300" baseline="0">
                          <a:solidFill>
                            <a:schemeClr val="bg1"/>
                          </a:solidFill>
                          <a:latin typeface="BIZ UDPゴシック" panose="020B0400000000000000" pitchFamily="50" charset="-128"/>
                          <a:ea typeface="BIZ UDPゴシック" panose="020B0400000000000000" pitchFamily="50" charset="-128"/>
                        </a:rPr>
                        <a:t>1</a:t>
                      </a:r>
                      <a:r>
                        <a:rPr kumimoji="1" lang="ja-JP" altLang="en-US" sz="1300" baseline="0">
                          <a:solidFill>
                            <a:schemeClr val="bg1"/>
                          </a:solidFill>
                          <a:latin typeface="BIZ UDPゴシック" panose="020B0400000000000000" pitchFamily="50" charset="-128"/>
                          <a:ea typeface="BIZ UDPゴシック" panose="020B0400000000000000" pitchFamily="50" charset="-128"/>
                        </a:rPr>
                        <a:t>か月あたりの作業時間</a:t>
                      </a:r>
                    </a:p>
                  </a:txBody>
                  <a:tcPr marL="48000" marR="48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rgbClr val="9A3B5D"/>
                    </a:solidFill>
                  </a:tcPr>
                </a:tc>
                <a:tc>
                  <a:txBody>
                    <a:bodyPr/>
                    <a:lstStyle/>
                    <a:p>
                      <a:r>
                        <a:rPr kumimoji="1" lang="en-US" altLang="ja-JP" sz="13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0</a:t>
                      </a:r>
                      <a:r>
                        <a:rPr kumimoji="1" lang="ja-JP" altLang="en-US" sz="13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a:t>
                      </a:r>
                      <a:r>
                        <a:rPr kumimoji="1" lang="en-US" altLang="ja-JP" sz="13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20</a:t>
                      </a:r>
                      <a:r>
                        <a:rPr kumimoji="1" lang="ja-JP" altLang="en-US" sz="13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時間（保守工数の翌月繰り越しは実施できません）</a:t>
                      </a:r>
                      <a:endParaRPr kumimoji="1" lang="en-US" altLang="ja-JP" sz="1300" baseline="0" dirty="0">
                        <a:solidFill>
                          <a:schemeClr val="tx1">
                            <a:lumMod val="65000"/>
                            <a:lumOff val="35000"/>
                          </a:schemeClr>
                        </a:solidFill>
                        <a:latin typeface="BIZ UDPゴシック" panose="020B0400000000000000" pitchFamily="50" charset="-128"/>
                        <a:ea typeface="BIZ UDPゴシック" panose="020B0400000000000000" pitchFamily="50" charset="-128"/>
                      </a:endParaRPr>
                    </a:p>
                  </a:txBody>
                  <a:tcPr marL="48000" marR="48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691009281"/>
                  </a:ext>
                </a:extLst>
              </a:tr>
            </a:tbl>
          </a:graphicData>
        </a:graphic>
      </p:graphicFrame>
      <p:sp>
        <p:nvSpPr>
          <p:cNvPr id="4" name="コンテンツ プレースホルダー 2">
            <a:extLst>
              <a:ext uri="{FF2B5EF4-FFF2-40B4-BE49-F238E27FC236}">
                <a16:creationId xmlns:a16="http://schemas.microsoft.com/office/drawing/2014/main" id="{5F630CAA-ADA3-7259-9A88-66DC99930471}"/>
              </a:ext>
            </a:extLst>
          </p:cNvPr>
          <p:cNvSpPr txBox="1">
            <a:spLocks/>
          </p:cNvSpPr>
          <p:nvPr/>
        </p:nvSpPr>
        <p:spPr>
          <a:xfrm>
            <a:off x="671999" y="4628886"/>
            <a:ext cx="10847997" cy="575597"/>
          </a:xfrm>
          <a:prstGeom prst="rect">
            <a:avLst/>
          </a:prstGeom>
          <a:ln w="38100">
            <a:noFill/>
          </a:ln>
        </p:spPr>
        <p:txBody>
          <a:bodyPr lIns="0" tIns="0" rIns="0" bIns="0" anchor="ctr"/>
          <a:lstStyle>
            <a:lvl1pPr marL="0" indent="0" algn="l" rtl="0" eaLnBrk="0" fontAlgn="base" hangingPunct="0">
              <a:spcBef>
                <a:spcPct val="20000"/>
              </a:spcBef>
              <a:spcAft>
                <a:spcPct val="0"/>
              </a:spcAft>
              <a:buFontTx/>
              <a:buNone/>
              <a:defRPr kumimoji="1" sz="1600" kern="1200">
                <a:solidFill>
                  <a:schemeClr val="tx1"/>
                </a:solidFill>
                <a:latin typeface="Meiryo UI" panose="020B0604030504040204" pitchFamily="50" charset="-128"/>
                <a:ea typeface="Meiryo UI" panose="020B0604030504040204" pitchFamily="50" charset="-128"/>
                <a:cs typeface="+mn-cs"/>
              </a:defRPr>
            </a:lvl1pPr>
            <a:lvl2pPr marL="457200" indent="0" algn="l" rtl="0" eaLnBrk="0" fontAlgn="base" hangingPunct="0">
              <a:spcBef>
                <a:spcPct val="20000"/>
              </a:spcBef>
              <a:spcAft>
                <a:spcPct val="0"/>
              </a:spcAft>
              <a:buFontTx/>
              <a:buNone/>
              <a:defRPr kumimoji="1" sz="1600" kern="1200">
                <a:solidFill>
                  <a:schemeClr val="tx1"/>
                </a:solidFill>
                <a:latin typeface="Meiryo UI" panose="020B0604030504040204" pitchFamily="50" charset="-128"/>
                <a:ea typeface="Meiryo UI" panose="020B0604030504040204" pitchFamily="50" charset="-128"/>
                <a:cs typeface="+mn-cs"/>
              </a:defRPr>
            </a:lvl2pPr>
            <a:lvl3pPr marL="914400" indent="0" algn="l" rtl="0" eaLnBrk="0" fontAlgn="base" hangingPunct="0">
              <a:spcBef>
                <a:spcPct val="20000"/>
              </a:spcBef>
              <a:spcAft>
                <a:spcPct val="0"/>
              </a:spcAft>
              <a:buFontTx/>
              <a:buNone/>
              <a:defRPr kumimoji="1" sz="1600" kern="1200">
                <a:solidFill>
                  <a:schemeClr val="tx1"/>
                </a:solidFill>
                <a:latin typeface="Meiryo UI" panose="020B0604030504040204" pitchFamily="50" charset="-128"/>
                <a:ea typeface="Meiryo UI" panose="020B0604030504040204" pitchFamily="50" charset="-128"/>
                <a:cs typeface="+mn-cs"/>
              </a:defRPr>
            </a:lvl3pPr>
            <a:lvl4pPr marL="1371600" indent="0" algn="l" rtl="0" eaLnBrk="0" fontAlgn="base" hangingPunct="0">
              <a:spcBef>
                <a:spcPct val="20000"/>
              </a:spcBef>
              <a:spcAft>
                <a:spcPct val="0"/>
              </a:spcAft>
              <a:buFontTx/>
              <a:buNone/>
              <a:defRPr kumimoji="1" sz="1600" kern="1200">
                <a:solidFill>
                  <a:schemeClr val="tx1"/>
                </a:solidFill>
                <a:latin typeface="Meiryo UI" panose="020B0604030504040204" pitchFamily="50" charset="-128"/>
                <a:ea typeface="Meiryo UI" panose="020B0604030504040204" pitchFamily="50" charset="-128"/>
                <a:cs typeface="+mn-cs"/>
              </a:defRPr>
            </a:lvl4pPr>
            <a:lvl5pPr marL="1828800" indent="0" algn="l" rtl="0" eaLnBrk="0" fontAlgn="base" hangingPunct="0">
              <a:spcBef>
                <a:spcPct val="20000"/>
              </a:spcBef>
              <a:spcAft>
                <a:spcPct val="0"/>
              </a:spcAft>
              <a:buFontTx/>
              <a:buNone/>
              <a:defRPr kumimoji="1" sz="1600" kern="1200">
                <a:solidFill>
                  <a:schemeClr val="tx1"/>
                </a:solidFill>
                <a:latin typeface="Meiryo UI" panose="020B0604030504040204" pitchFamily="50" charset="-128"/>
                <a:ea typeface="Meiryo UI" panose="020B0604030504040204" pitchFamily="50" charset="-128"/>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r>
              <a:rPr lang="ja-JP" altLang="en-US" sz="1400" dirty="0">
                <a:solidFill>
                  <a:schemeClr val="tx1">
                    <a:lumMod val="65000"/>
                    <a:lumOff val="35000"/>
                  </a:schemeClr>
                </a:solidFill>
                <a:latin typeface="BIZ UDPゴシック" panose="020B0400000000000000" pitchFamily="50" charset="-128"/>
                <a:ea typeface="BIZ UDPゴシック" panose="020B0400000000000000" pitchFamily="50" charset="-128"/>
              </a:rPr>
              <a:t> </a:t>
            </a:r>
            <a:r>
              <a:rPr lang="en-US" altLang="ja-JP" sz="1400" dirty="0">
                <a:solidFill>
                  <a:schemeClr val="tx1">
                    <a:lumMod val="65000"/>
                    <a:lumOff val="35000"/>
                  </a:schemeClr>
                </a:solidFill>
                <a:latin typeface="BIZ UDPゴシック" panose="020B0400000000000000" pitchFamily="50" charset="-128"/>
                <a:ea typeface="BIZ UDPゴシック" panose="020B0400000000000000" pitchFamily="50" charset="-128"/>
              </a:rPr>
              <a:t>※</a:t>
            </a:r>
            <a:r>
              <a:rPr lang="ja-JP" altLang="en-US" sz="1400" dirty="0">
                <a:solidFill>
                  <a:schemeClr val="tx1">
                    <a:lumMod val="65000"/>
                    <a:lumOff val="35000"/>
                  </a:schemeClr>
                </a:solidFill>
                <a:latin typeface="BIZ UDPゴシック" panose="020B0400000000000000" pitchFamily="50" charset="-128"/>
                <a:ea typeface="BIZ UDPゴシック" panose="020B0400000000000000" pitchFamily="50" charset="-128"/>
              </a:rPr>
              <a:t>上記にない諸条件につきましては、別途契約書にて取り交わさせていただきます。</a:t>
            </a:r>
            <a:endParaRPr lang="en-US" altLang="ja-JP" sz="1400" dirty="0">
              <a:solidFill>
                <a:schemeClr val="tx1">
                  <a:lumMod val="65000"/>
                  <a:lumOff val="35000"/>
                </a:schemeClr>
              </a:solidFill>
              <a:latin typeface="BIZ UDPゴシック" panose="020B0400000000000000" pitchFamily="50" charset="-128"/>
              <a:ea typeface="BIZ UDPゴシック" panose="020B0400000000000000" pitchFamily="50" charset="-128"/>
            </a:endParaRPr>
          </a:p>
        </p:txBody>
      </p:sp>
      <p:sp>
        <p:nvSpPr>
          <p:cNvPr id="5" name="日付プレースホルダー 4">
            <a:extLst>
              <a:ext uri="{FF2B5EF4-FFF2-40B4-BE49-F238E27FC236}">
                <a16:creationId xmlns:a16="http://schemas.microsoft.com/office/drawing/2014/main" id="{8EECB2A6-4F9A-ECE2-B642-16AF28DE852D}"/>
              </a:ext>
            </a:extLst>
          </p:cNvPr>
          <p:cNvSpPr>
            <a:spLocks noGrp="1"/>
          </p:cNvSpPr>
          <p:nvPr>
            <p:ph type="dt" sz="half" idx="10"/>
          </p:nvPr>
        </p:nvSpPr>
        <p:spPr/>
        <p:txBody>
          <a:bodyPr/>
          <a:lstStyle/>
          <a:p>
            <a:r>
              <a:rPr lang="en-US" altLang="ja-JP"/>
              <a:t>2025/7/16</a:t>
            </a:r>
            <a:endParaRPr lang="en-US"/>
          </a:p>
        </p:txBody>
      </p:sp>
    </p:spTree>
    <p:extLst>
      <p:ext uri="{BB962C8B-B14F-4D97-AF65-F5344CB8AC3E}">
        <p14:creationId xmlns:p14="http://schemas.microsoft.com/office/powerpoint/2010/main" val="38219406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951B6B-1EEF-A2C1-3407-9F33D2D5EB64}"/>
            </a:ext>
          </a:extLst>
        </p:cNvPr>
        <p:cNvGrpSpPr/>
        <p:nvPr/>
      </p:nvGrpSpPr>
      <p:grpSpPr>
        <a:xfrm>
          <a:off x="0" y="0"/>
          <a:ext cx="0" cy="0"/>
          <a:chOff x="0" y="0"/>
          <a:chExt cx="0" cy="0"/>
        </a:xfrm>
      </p:grpSpPr>
      <p:sp>
        <p:nvSpPr>
          <p:cNvPr id="7" name="スライド番号プレースホルダー 1">
            <a:extLst>
              <a:ext uri="{FF2B5EF4-FFF2-40B4-BE49-F238E27FC236}">
                <a16:creationId xmlns:a16="http://schemas.microsoft.com/office/drawing/2014/main" id="{02005795-711E-858A-BDAF-B988298DAE30}"/>
              </a:ext>
            </a:extLst>
          </p:cNvPr>
          <p:cNvSpPr txBox="1">
            <a:spLocks/>
          </p:cNvSpPr>
          <p:nvPr/>
        </p:nvSpPr>
        <p:spPr>
          <a:xfrm>
            <a:off x="11560335" y="6520721"/>
            <a:ext cx="631667" cy="336528"/>
          </a:xfrm>
          <a:prstGeom prst="rect">
            <a:avLst/>
          </a:prstGeom>
        </p:spPr>
        <p:txBody>
          <a:bodyPr anchor="t"/>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26CA5134-5AAC-D342-B763-43605FECB385}" type="slidenum">
              <a:rPr kumimoji="1" lang="ja-JP" altLang="en-US" sz="1100" smtClean="0">
                <a:solidFill>
                  <a:schemeClr val="bg1"/>
                </a:solidFill>
                <a:latin typeface="Meiryo UI" panose="020B0604030504040204" pitchFamily="50" charset="-128"/>
                <a:ea typeface="Meiryo UI" panose="020B0604030504040204" pitchFamily="50" charset="-128"/>
              </a:rPr>
              <a:pPr algn="r"/>
              <a:t>3</a:t>
            </a:fld>
            <a:endParaRPr kumimoji="1" lang="ja-JP" altLang="en-US" sz="1100">
              <a:solidFill>
                <a:schemeClr val="bg1"/>
              </a:solidFill>
              <a:latin typeface="Meiryo UI" panose="020B0604030504040204" pitchFamily="50" charset="-128"/>
              <a:ea typeface="Meiryo UI" panose="020B0604030504040204" pitchFamily="50" charset="-128"/>
            </a:endParaRPr>
          </a:p>
        </p:txBody>
      </p:sp>
      <p:sp>
        <p:nvSpPr>
          <p:cNvPr id="17" name="フッター プレースホルダー 16">
            <a:extLst>
              <a:ext uri="{FF2B5EF4-FFF2-40B4-BE49-F238E27FC236}">
                <a16:creationId xmlns:a16="http://schemas.microsoft.com/office/drawing/2014/main" id="{08D3DFC4-89A2-D9C4-1164-3582383F6A62}"/>
              </a:ext>
            </a:extLst>
          </p:cNvPr>
          <p:cNvSpPr>
            <a:spLocks noGrp="1"/>
          </p:cNvSpPr>
          <p:nvPr>
            <p:ph type="ftr" sz="quarter" idx="11"/>
          </p:nvPr>
        </p:nvSpPr>
        <p:spPr/>
        <p:txBody>
          <a:bodyPr/>
          <a:lstStyle/>
          <a:p>
            <a:r>
              <a:rPr lang="en-US" dirty="0">
                <a:latin typeface="Meiryo UI" panose="020B0604030504040204" pitchFamily="50" charset="-128"/>
                <a:ea typeface="Meiryo UI" panose="020B0604030504040204" pitchFamily="50" charset="-128"/>
              </a:rPr>
              <a:t>Copyright © 2025 </a:t>
            </a:r>
            <a:r>
              <a:rPr lang="en-US" dirty="0" err="1">
                <a:latin typeface="Meiryo UI" panose="020B0604030504040204" pitchFamily="50" charset="-128"/>
                <a:ea typeface="Meiryo UI" panose="020B0604030504040204" pitchFamily="50" charset="-128"/>
              </a:rPr>
              <a:t>SystemEXE,Inc</a:t>
            </a:r>
            <a:r>
              <a:rPr lang="en-US" dirty="0">
                <a:latin typeface="Meiryo UI" panose="020B0604030504040204" pitchFamily="50" charset="-128"/>
                <a:ea typeface="Meiryo UI" panose="020B0604030504040204" pitchFamily="50" charset="-128"/>
              </a:rPr>
              <a:t>. All Rights Reserved.</a:t>
            </a:r>
          </a:p>
        </p:txBody>
      </p:sp>
      <p:sp>
        <p:nvSpPr>
          <p:cNvPr id="2" name="正方形/長方形 1">
            <a:extLst>
              <a:ext uri="{FF2B5EF4-FFF2-40B4-BE49-F238E27FC236}">
                <a16:creationId xmlns:a16="http://schemas.microsoft.com/office/drawing/2014/main" id="{987DCDB2-1DE7-48D1-BC5E-3A5E28468292}"/>
              </a:ext>
            </a:extLst>
          </p:cNvPr>
          <p:cNvSpPr/>
          <p:nvPr/>
        </p:nvSpPr>
        <p:spPr>
          <a:xfrm>
            <a:off x="572816" y="939798"/>
            <a:ext cx="3600000" cy="5400000"/>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lIns="180000" rtlCol="0" anchor="t"/>
          <a:lstStyle/>
          <a:p>
            <a:pPr marL="180975">
              <a:lnSpc>
                <a:spcPct val="150000"/>
              </a:lnSpc>
            </a:pPr>
            <a:r>
              <a:rPr kumimoji="1" lang="ja-JP" altLang="en-US" sz="900" b="1" dirty="0">
                <a:solidFill>
                  <a:schemeClr val="tx1">
                    <a:lumMod val="65000"/>
                    <a:lumOff val="35000"/>
                  </a:schemeClr>
                </a:solidFill>
                <a:latin typeface="Meiryo UI" panose="020B0604030504040204" pitchFamily="50" charset="-128"/>
                <a:ea typeface="Meiryo UI" panose="020B0604030504040204" pitchFamily="50" charset="-128"/>
              </a:rPr>
              <a:t>出光興産株式会社</a:t>
            </a:r>
          </a:p>
        </p:txBody>
      </p:sp>
      <p:pic>
        <p:nvPicPr>
          <p:cNvPr id="3" name="Graphic 22">
            <a:extLst>
              <a:ext uri="{FF2B5EF4-FFF2-40B4-BE49-F238E27FC236}">
                <a16:creationId xmlns:a16="http://schemas.microsoft.com/office/drawing/2014/main" id="{9C094CA2-8274-7FC9-9F3E-EDA055970D06}"/>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2816" y="939799"/>
            <a:ext cx="327835" cy="294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正方形/長方形 3">
            <a:extLst>
              <a:ext uri="{FF2B5EF4-FFF2-40B4-BE49-F238E27FC236}">
                <a16:creationId xmlns:a16="http://schemas.microsoft.com/office/drawing/2014/main" id="{C9053B5F-9BF5-29CC-287C-3F824569593A}"/>
              </a:ext>
            </a:extLst>
          </p:cNvPr>
          <p:cNvSpPr/>
          <p:nvPr/>
        </p:nvSpPr>
        <p:spPr>
          <a:xfrm>
            <a:off x="5252815" y="939799"/>
            <a:ext cx="6366369" cy="5400000"/>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lIns="180000" rtlCol="0" anchor="t"/>
          <a:lstStyle/>
          <a:p>
            <a:pPr marL="180975">
              <a:lnSpc>
                <a:spcPct val="150000"/>
              </a:lnSpc>
            </a:pPr>
            <a:r>
              <a:rPr kumimoji="1" lang="ja-JP" altLang="en-US" sz="900" b="1" dirty="0">
                <a:solidFill>
                  <a:schemeClr val="tx1">
                    <a:lumMod val="65000"/>
                    <a:lumOff val="35000"/>
                  </a:schemeClr>
                </a:solidFill>
                <a:latin typeface="Meiryo UI" panose="020B0604030504040204" pitchFamily="50" charset="-128"/>
                <a:ea typeface="Meiryo UI" panose="020B0604030504040204" pitchFamily="50" charset="-128"/>
              </a:rPr>
              <a:t>株式会社システムエグゼ</a:t>
            </a:r>
          </a:p>
        </p:txBody>
      </p:sp>
      <p:pic>
        <p:nvPicPr>
          <p:cNvPr id="5" name="Graphic 22">
            <a:extLst>
              <a:ext uri="{FF2B5EF4-FFF2-40B4-BE49-F238E27FC236}">
                <a16:creationId xmlns:a16="http://schemas.microsoft.com/office/drawing/2014/main" id="{DA3246F0-80F0-F694-6868-E9BA65941902}"/>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52816" y="939799"/>
            <a:ext cx="327835" cy="294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8" name="表 7">
            <a:extLst>
              <a:ext uri="{FF2B5EF4-FFF2-40B4-BE49-F238E27FC236}">
                <a16:creationId xmlns:a16="http://schemas.microsoft.com/office/drawing/2014/main" id="{15E46DB7-8A29-BE7D-F138-D72C42D0F92F}"/>
              </a:ext>
            </a:extLst>
          </p:cNvPr>
          <p:cNvGraphicFramePr>
            <a:graphicFrameLocks noGrp="1"/>
          </p:cNvGraphicFramePr>
          <p:nvPr>
            <p:extLst>
              <p:ext uri="{D42A27DB-BD31-4B8C-83A1-F6EECF244321}">
                <p14:modId xmlns:p14="http://schemas.microsoft.com/office/powerpoint/2010/main" val="2418794511"/>
              </p:ext>
            </p:extLst>
          </p:nvPr>
        </p:nvGraphicFramePr>
        <p:xfrm>
          <a:off x="5998003" y="1395826"/>
          <a:ext cx="2505570" cy="763080"/>
        </p:xfrm>
        <a:graphic>
          <a:graphicData uri="http://schemas.openxmlformats.org/drawingml/2006/table">
            <a:tbl>
              <a:tblPr firstRow="1" bandRow="1">
                <a:tableStyleId>{5C22544A-7EE6-4342-B048-85BDC9FD1C3A}</a:tableStyleId>
              </a:tblPr>
              <a:tblGrid>
                <a:gridCol w="2505570">
                  <a:extLst>
                    <a:ext uri="{9D8B030D-6E8A-4147-A177-3AD203B41FA5}">
                      <a16:colId xmlns:a16="http://schemas.microsoft.com/office/drawing/2014/main" val="2310659468"/>
                    </a:ext>
                  </a:extLst>
                </a:gridCol>
              </a:tblGrid>
              <a:tr h="0">
                <a:tc>
                  <a:txBody>
                    <a:bodyPr/>
                    <a:lstStyle/>
                    <a:p>
                      <a:pPr algn="ctr"/>
                      <a:r>
                        <a:rPr kumimoji="1" lang="ja-JP" altLang="en-US" sz="1100" b="0" dirty="0">
                          <a:solidFill>
                            <a:schemeClr val="bg1"/>
                          </a:solidFill>
                          <a:latin typeface="BIZ UDPゴシック" panose="020B0400000000000000" pitchFamily="50" charset="-128"/>
                          <a:ea typeface="BIZ UDPゴシック" panose="020B0400000000000000" pitchFamily="50" charset="-128"/>
                        </a:rPr>
                        <a:t>責任者</a:t>
                      </a:r>
                      <a:endParaRPr kumimoji="1" lang="en-US" altLang="ja-JP" sz="1100" b="0" dirty="0">
                        <a:solidFill>
                          <a:schemeClr val="bg1"/>
                        </a:solidFill>
                        <a:latin typeface="BIZ UDPゴシック" panose="020B0400000000000000" pitchFamily="50" charset="-128"/>
                        <a:ea typeface="BIZ UDPゴシック" panose="020B0400000000000000" pitchFamily="50" charset="-128"/>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9A3B5D"/>
                    </a:solidFill>
                  </a:tcPr>
                </a:tc>
                <a:extLst>
                  <a:ext uri="{0D108BD9-81ED-4DB2-BD59-A6C34878D82A}">
                    <a16:rowId xmlns:a16="http://schemas.microsoft.com/office/drawing/2014/main" val="82996462"/>
                  </a:ext>
                </a:extLst>
              </a:tr>
              <a:tr h="504000">
                <a:tc>
                  <a:txBody>
                    <a:bodyPr/>
                    <a:lstStyle/>
                    <a:p>
                      <a:pPr algn="ctr"/>
                      <a:r>
                        <a:rPr kumimoji="1" lang="ja-JP" altLang="en-US" sz="900" b="0" dirty="0">
                          <a:solidFill>
                            <a:schemeClr val="tx1"/>
                          </a:solidFill>
                          <a:latin typeface="BIZ UDPゴシック" panose="020B0400000000000000" pitchFamily="50" charset="-128"/>
                          <a:ea typeface="BIZ UDPゴシック" panose="020B0400000000000000" pitchFamily="50" charset="-128"/>
                        </a:rPr>
                        <a:t>システムソリューション本部</a:t>
                      </a:r>
                      <a:endParaRPr kumimoji="1" lang="en-US" altLang="ja-JP" sz="900" b="0" dirty="0">
                        <a:solidFill>
                          <a:schemeClr val="tx1"/>
                        </a:solidFill>
                        <a:latin typeface="BIZ UDPゴシック" panose="020B0400000000000000" pitchFamily="50" charset="-128"/>
                        <a:ea typeface="BIZ UDPゴシック" panose="020B0400000000000000" pitchFamily="50" charset="-128"/>
                      </a:endParaRPr>
                    </a:p>
                    <a:p>
                      <a:pPr algn="ctr"/>
                      <a:r>
                        <a:rPr kumimoji="1" lang="en-US" altLang="ja-JP" sz="900" b="0" dirty="0">
                          <a:solidFill>
                            <a:schemeClr val="tx1"/>
                          </a:solidFill>
                          <a:latin typeface="BIZ UDPゴシック" panose="020B0400000000000000" pitchFamily="50" charset="-128"/>
                          <a:ea typeface="BIZ UDPゴシック" panose="020B0400000000000000" pitchFamily="50" charset="-128"/>
                        </a:rPr>
                        <a:t>2</a:t>
                      </a:r>
                      <a:r>
                        <a:rPr kumimoji="1" lang="ja-JP" altLang="en-US" sz="900" b="0" dirty="0">
                          <a:solidFill>
                            <a:schemeClr val="tx1"/>
                          </a:solidFill>
                          <a:latin typeface="BIZ UDPゴシック" panose="020B0400000000000000" pitchFamily="50" charset="-128"/>
                          <a:ea typeface="BIZ UDPゴシック" panose="020B0400000000000000" pitchFamily="50" charset="-128"/>
                        </a:rPr>
                        <a:t>部 部長　</a:t>
                      </a:r>
                      <a:r>
                        <a:rPr kumimoji="1" lang="ja-JP" altLang="en-US" sz="1400" b="0" dirty="0">
                          <a:solidFill>
                            <a:schemeClr val="tx1"/>
                          </a:solidFill>
                          <a:latin typeface="BIZ UDPゴシック" panose="020B0400000000000000" pitchFamily="50" charset="-128"/>
                          <a:ea typeface="BIZ UDPゴシック" panose="020B0400000000000000" pitchFamily="50" charset="-128"/>
                        </a:rPr>
                        <a:t>野村　康二</a:t>
                      </a:r>
                      <a:endParaRPr kumimoji="1" lang="ja-JP" altLang="en-US" sz="1100" b="0" dirty="0">
                        <a:solidFill>
                          <a:schemeClr val="tx1"/>
                        </a:solidFill>
                        <a:latin typeface="BIZ UDPゴシック" panose="020B0400000000000000" pitchFamily="50" charset="-128"/>
                        <a:ea typeface="BIZ UDP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71071175"/>
                  </a:ext>
                </a:extLst>
              </a:tr>
            </a:tbl>
          </a:graphicData>
        </a:graphic>
      </p:graphicFrame>
      <p:graphicFrame>
        <p:nvGraphicFramePr>
          <p:cNvPr id="9" name="表 8">
            <a:extLst>
              <a:ext uri="{FF2B5EF4-FFF2-40B4-BE49-F238E27FC236}">
                <a16:creationId xmlns:a16="http://schemas.microsoft.com/office/drawing/2014/main" id="{AF878994-A1E7-B4F6-B85A-5863233E5943}"/>
              </a:ext>
            </a:extLst>
          </p:cNvPr>
          <p:cNvGraphicFramePr>
            <a:graphicFrameLocks noGrp="1"/>
          </p:cNvGraphicFramePr>
          <p:nvPr>
            <p:extLst>
              <p:ext uri="{D42A27DB-BD31-4B8C-83A1-F6EECF244321}">
                <p14:modId xmlns:p14="http://schemas.microsoft.com/office/powerpoint/2010/main" val="3382377306"/>
              </p:ext>
            </p:extLst>
          </p:nvPr>
        </p:nvGraphicFramePr>
        <p:xfrm>
          <a:off x="5998003" y="3897320"/>
          <a:ext cx="2505570" cy="763080"/>
        </p:xfrm>
        <a:graphic>
          <a:graphicData uri="http://schemas.openxmlformats.org/drawingml/2006/table">
            <a:tbl>
              <a:tblPr firstRow="1" bandRow="1">
                <a:tableStyleId>{5C22544A-7EE6-4342-B048-85BDC9FD1C3A}</a:tableStyleId>
              </a:tblPr>
              <a:tblGrid>
                <a:gridCol w="2505570">
                  <a:extLst>
                    <a:ext uri="{9D8B030D-6E8A-4147-A177-3AD203B41FA5}">
                      <a16:colId xmlns:a16="http://schemas.microsoft.com/office/drawing/2014/main" val="2310659468"/>
                    </a:ext>
                  </a:extLst>
                </a:gridCol>
              </a:tblGrid>
              <a:tr h="0">
                <a:tc>
                  <a:txBody>
                    <a:bodyPr/>
                    <a:lstStyle/>
                    <a:p>
                      <a:pPr algn="ctr"/>
                      <a:r>
                        <a:rPr kumimoji="1" lang="ja-JP" altLang="en-US" sz="1100" b="0" dirty="0">
                          <a:solidFill>
                            <a:schemeClr val="bg1"/>
                          </a:solidFill>
                          <a:latin typeface="BIZ UDPゴシック" panose="020B0400000000000000" pitchFamily="50" charset="-128"/>
                          <a:ea typeface="BIZ UDPゴシック" panose="020B0400000000000000" pitchFamily="50" charset="-128"/>
                        </a:rPr>
                        <a:t>担当者（窓口）</a:t>
                      </a:r>
                      <a:endParaRPr kumimoji="1" lang="en-US" altLang="ja-JP" sz="1100" b="0" dirty="0">
                        <a:solidFill>
                          <a:schemeClr val="bg1"/>
                        </a:solidFill>
                        <a:latin typeface="BIZ UDPゴシック" panose="020B0400000000000000" pitchFamily="50" charset="-128"/>
                        <a:ea typeface="BIZ UDPゴシック" panose="020B0400000000000000" pitchFamily="50" charset="-128"/>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9A3B5D"/>
                    </a:solidFill>
                  </a:tcPr>
                </a:tc>
                <a:extLst>
                  <a:ext uri="{0D108BD9-81ED-4DB2-BD59-A6C34878D82A}">
                    <a16:rowId xmlns:a16="http://schemas.microsoft.com/office/drawing/2014/main" val="82996462"/>
                  </a:ext>
                </a:extLst>
              </a:tr>
              <a:tr h="504000">
                <a:tc>
                  <a:txBody>
                    <a:bodyPr/>
                    <a:lstStyle/>
                    <a:p>
                      <a:pPr algn="ctr"/>
                      <a:r>
                        <a:rPr kumimoji="1" lang="ja-JP" altLang="en-US" sz="1400" b="0" dirty="0">
                          <a:solidFill>
                            <a:schemeClr val="tx1"/>
                          </a:solidFill>
                          <a:latin typeface="BIZ UDPゴシック" panose="020B0400000000000000" pitchFamily="50" charset="-128"/>
                          <a:ea typeface="BIZ UDPゴシック" panose="020B0400000000000000" pitchFamily="50" charset="-128"/>
                        </a:rPr>
                        <a:t>馬場　勇輝</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71071175"/>
                  </a:ext>
                </a:extLst>
              </a:tr>
            </a:tbl>
          </a:graphicData>
        </a:graphic>
      </p:graphicFrame>
      <p:graphicFrame>
        <p:nvGraphicFramePr>
          <p:cNvPr id="11" name="表 10">
            <a:extLst>
              <a:ext uri="{FF2B5EF4-FFF2-40B4-BE49-F238E27FC236}">
                <a16:creationId xmlns:a16="http://schemas.microsoft.com/office/drawing/2014/main" id="{79E22316-5385-5D2E-2946-4588CBD9542B}"/>
              </a:ext>
            </a:extLst>
          </p:cNvPr>
          <p:cNvGraphicFramePr>
            <a:graphicFrameLocks noGrp="1"/>
          </p:cNvGraphicFramePr>
          <p:nvPr>
            <p:extLst>
              <p:ext uri="{D42A27DB-BD31-4B8C-83A1-F6EECF244321}">
                <p14:modId xmlns:p14="http://schemas.microsoft.com/office/powerpoint/2010/main" val="2206200098"/>
              </p:ext>
            </p:extLst>
          </p:nvPr>
        </p:nvGraphicFramePr>
        <p:xfrm>
          <a:off x="1120031" y="1395826"/>
          <a:ext cx="2505570" cy="763080"/>
        </p:xfrm>
        <a:graphic>
          <a:graphicData uri="http://schemas.openxmlformats.org/drawingml/2006/table">
            <a:tbl>
              <a:tblPr firstRow="1" bandRow="1">
                <a:tableStyleId>{5C22544A-7EE6-4342-B048-85BDC9FD1C3A}</a:tableStyleId>
              </a:tblPr>
              <a:tblGrid>
                <a:gridCol w="2505570">
                  <a:extLst>
                    <a:ext uri="{9D8B030D-6E8A-4147-A177-3AD203B41FA5}">
                      <a16:colId xmlns:a16="http://schemas.microsoft.com/office/drawing/2014/main" val="2310659468"/>
                    </a:ext>
                  </a:extLst>
                </a:gridCol>
              </a:tblGrid>
              <a:tr h="0">
                <a:tc>
                  <a:txBody>
                    <a:bodyPr/>
                    <a:lstStyle/>
                    <a:p>
                      <a:pPr algn="ctr"/>
                      <a:r>
                        <a:rPr kumimoji="1" lang="ja-JP" altLang="en-US" sz="1100" b="0" dirty="0">
                          <a:solidFill>
                            <a:schemeClr val="bg1"/>
                          </a:solidFill>
                          <a:latin typeface="BIZ UDPゴシック" panose="020B0400000000000000" pitchFamily="50" charset="-128"/>
                          <a:ea typeface="BIZ UDPゴシック" panose="020B0400000000000000" pitchFamily="50" charset="-128"/>
                        </a:rPr>
                        <a:t>責任者</a:t>
                      </a:r>
                      <a:endParaRPr kumimoji="1" lang="en-US" altLang="ja-JP" sz="1100" b="0" dirty="0">
                        <a:solidFill>
                          <a:schemeClr val="bg1"/>
                        </a:solidFill>
                        <a:latin typeface="BIZ UDPゴシック" panose="020B0400000000000000" pitchFamily="50" charset="-128"/>
                        <a:ea typeface="BIZ UDPゴシック" panose="020B0400000000000000" pitchFamily="50" charset="-128"/>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F0000"/>
                    </a:solidFill>
                  </a:tcPr>
                </a:tc>
                <a:extLst>
                  <a:ext uri="{0D108BD9-81ED-4DB2-BD59-A6C34878D82A}">
                    <a16:rowId xmlns:a16="http://schemas.microsoft.com/office/drawing/2014/main" val="82996462"/>
                  </a:ext>
                </a:extLst>
              </a:tr>
              <a:tr h="504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dirty="0">
                          <a:solidFill>
                            <a:schemeClr val="tx1"/>
                          </a:solidFill>
                          <a:latin typeface="BIZ UDPゴシック" panose="020B0400000000000000" pitchFamily="50" charset="-128"/>
                          <a:ea typeface="BIZ UDPゴシック" panose="020B0400000000000000" pitchFamily="50" charset="-128"/>
                        </a:rPr>
                        <a:t>加藤 治彦 様</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71071175"/>
                  </a:ext>
                </a:extLst>
              </a:tr>
            </a:tbl>
          </a:graphicData>
        </a:graphic>
      </p:graphicFrame>
      <p:graphicFrame>
        <p:nvGraphicFramePr>
          <p:cNvPr id="13" name="表 12">
            <a:extLst>
              <a:ext uri="{FF2B5EF4-FFF2-40B4-BE49-F238E27FC236}">
                <a16:creationId xmlns:a16="http://schemas.microsoft.com/office/drawing/2014/main" id="{9D7D52BD-180C-6947-2E82-324850E8B871}"/>
              </a:ext>
            </a:extLst>
          </p:cNvPr>
          <p:cNvGraphicFramePr>
            <a:graphicFrameLocks noGrp="1"/>
          </p:cNvGraphicFramePr>
          <p:nvPr>
            <p:extLst>
              <p:ext uri="{D42A27DB-BD31-4B8C-83A1-F6EECF244321}">
                <p14:modId xmlns:p14="http://schemas.microsoft.com/office/powerpoint/2010/main" val="434877452"/>
              </p:ext>
            </p:extLst>
          </p:nvPr>
        </p:nvGraphicFramePr>
        <p:xfrm>
          <a:off x="1120031" y="2624161"/>
          <a:ext cx="2505570" cy="763080"/>
        </p:xfrm>
        <a:graphic>
          <a:graphicData uri="http://schemas.openxmlformats.org/drawingml/2006/table">
            <a:tbl>
              <a:tblPr firstRow="1" bandRow="1">
                <a:tableStyleId>{5C22544A-7EE6-4342-B048-85BDC9FD1C3A}</a:tableStyleId>
              </a:tblPr>
              <a:tblGrid>
                <a:gridCol w="2505570">
                  <a:extLst>
                    <a:ext uri="{9D8B030D-6E8A-4147-A177-3AD203B41FA5}">
                      <a16:colId xmlns:a16="http://schemas.microsoft.com/office/drawing/2014/main" val="2310659468"/>
                    </a:ext>
                  </a:extLst>
                </a:gridCol>
              </a:tblGrid>
              <a:tr h="0">
                <a:tc>
                  <a:txBody>
                    <a:bodyPr/>
                    <a:lstStyle/>
                    <a:p>
                      <a:pPr algn="ctr"/>
                      <a:r>
                        <a:rPr kumimoji="1" lang="ja-JP" altLang="en-US" sz="1100" b="0" dirty="0">
                          <a:solidFill>
                            <a:schemeClr val="bg1"/>
                          </a:solidFill>
                          <a:latin typeface="BIZ UDPゴシック" panose="020B0400000000000000" pitchFamily="50" charset="-128"/>
                          <a:ea typeface="BIZ UDPゴシック" panose="020B0400000000000000" pitchFamily="50" charset="-128"/>
                        </a:rPr>
                        <a:t>プロジェクト管理者</a:t>
                      </a:r>
                      <a:endParaRPr kumimoji="1" lang="en-US" altLang="ja-JP" sz="1100" b="0" dirty="0">
                        <a:solidFill>
                          <a:schemeClr val="bg1"/>
                        </a:solidFill>
                        <a:latin typeface="BIZ UDPゴシック" panose="020B0400000000000000" pitchFamily="50" charset="-128"/>
                        <a:ea typeface="BIZ UDPゴシック" panose="020B0400000000000000" pitchFamily="50" charset="-128"/>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F0000"/>
                    </a:solidFill>
                  </a:tcPr>
                </a:tc>
                <a:extLst>
                  <a:ext uri="{0D108BD9-81ED-4DB2-BD59-A6C34878D82A}">
                    <a16:rowId xmlns:a16="http://schemas.microsoft.com/office/drawing/2014/main" val="82996462"/>
                  </a:ext>
                </a:extLst>
              </a:tr>
              <a:tr h="504000">
                <a:tc>
                  <a:txBody>
                    <a:bodyPr/>
                    <a:lstStyle/>
                    <a:p>
                      <a:pPr algn="ctr"/>
                      <a:r>
                        <a:rPr kumimoji="1" lang="ja-JP" altLang="en-US" sz="1400" b="0" dirty="0">
                          <a:solidFill>
                            <a:schemeClr val="tx1"/>
                          </a:solidFill>
                          <a:latin typeface="BIZ UDPゴシック" panose="020B0400000000000000" pitchFamily="50" charset="-128"/>
                          <a:ea typeface="BIZ UDPゴシック" panose="020B0400000000000000" pitchFamily="50" charset="-128"/>
                        </a:rPr>
                        <a:t>吉井 昌孝 様</a:t>
                      </a:r>
                      <a:endParaRPr kumimoji="1" lang="en-US" altLang="ja-JP" sz="1400" b="0" dirty="0">
                        <a:solidFill>
                          <a:schemeClr val="tx1"/>
                        </a:solidFill>
                        <a:latin typeface="BIZ UDPゴシック" panose="020B0400000000000000" pitchFamily="50" charset="-128"/>
                        <a:ea typeface="BIZ UDP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71071175"/>
                  </a:ext>
                </a:extLst>
              </a:tr>
            </a:tbl>
          </a:graphicData>
        </a:graphic>
      </p:graphicFrame>
      <p:cxnSp>
        <p:nvCxnSpPr>
          <p:cNvPr id="14" name="直線コネクタ 13">
            <a:extLst>
              <a:ext uri="{FF2B5EF4-FFF2-40B4-BE49-F238E27FC236}">
                <a16:creationId xmlns:a16="http://schemas.microsoft.com/office/drawing/2014/main" id="{00A1EDC6-88DE-695A-F887-BF09D9DB60BA}"/>
              </a:ext>
            </a:extLst>
          </p:cNvPr>
          <p:cNvCxnSpPr>
            <a:cxnSpLocks/>
            <a:stCxn id="11" idx="2"/>
            <a:endCxn id="13" idx="0"/>
          </p:cNvCxnSpPr>
          <p:nvPr/>
        </p:nvCxnSpPr>
        <p:spPr>
          <a:xfrm>
            <a:off x="2372816" y="2158906"/>
            <a:ext cx="0" cy="465255"/>
          </a:xfrm>
          <a:prstGeom prst="line">
            <a:avLst/>
          </a:prstGeom>
          <a:ln w="9525">
            <a:solidFill>
              <a:schemeClr val="bg1">
                <a:lumMod val="75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0" name="矢印: 左右 19">
            <a:extLst>
              <a:ext uri="{FF2B5EF4-FFF2-40B4-BE49-F238E27FC236}">
                <a16:creationId xmlns:a16="http://schemas.microsoft.com/office/drawing/2014/main" id="{3D7EB488-FBC6-FCF3-DD11-F29D674F40C1}"/>
              </a:ext>
            </a:extLst>
          </p:cNvPr>
          <p:cNvSpPr/>
          <p:nvPr/>
        </p:nvSpPr>
        <p:spPr>
          <a:xfrm>
            <a:off x="3803160" y="4111404"/>
            <a:ext cx="1996872" cy="394238"/>
          </a:xfrm>
          <a:prstGeom prst="leftRightArrow">
            <a:avLst>
              <a:gd name="adj1" fmla="val 58207"/>
              <a:gd name="adj2" fmla="val 58881"/>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a:solidFill>
                  <a:schemeClr val="bg1"/>
                </a:solidFill>
                <a:latin typeface="Meiryo UI" panose="020B0604030504040204" pitchFamily="50" charset="-128"/>
                <a:ea typeface="Meiryo UI" panose="020B0604030504040204" pitchFamily="50" charset="-128"/>
              </a:rPr>
              <a:t>コミュニケーションパス</a:t>
            </a:r>
          </a:p>
        </p:txBody>
      </p:sp>
      <p:cxnSp>
        <p:nvCxnSpPr>
          <p:cNvPr id="23" name="直線コネクタ 22">
            <a:extLst>
              <a:ext uri="{FF2B5EF4-FFF2-40B4-BE49-F238E27FC236}">
                <a16:creationId xmlns:a16="http://schemas.microsoft.com/office/drawing/2014/main" id="{3C49B2B4-011F-A088-0154-750C2E1F4650}"/>
              </a:ext>
            </a:extLst>
          </p:cNvPr>
          <p:cNvCxnSpPr>
            <a:cxnSpLocks/>
            <a:stCxn id="8" idx="2"/>
            <a:endCxn id="9" idx="0"/>
          </p:cNvCxnSpPr>
          <p:nvPr/>
        </p:nvCxnSpPr>
        <p:spPr>
          <a:xfrm>
            <a:off x="7250788" y="2158906"/>
            <a:ext cx="0" cy="1738414"/>
          </a:xfrm>
          <a:prstGeom prst="line">
            <a:avLst/>
          </a:prstGeom>
          <a:ln w="9525">
            <a:solidFill>
              <a:schemeClr val="bg1">
                <a:lumMod val="75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aphicFrame>
        <p:nvGraphicFramePr>
          <p:cNvPr id="12" name="表 11">
            <a:extLst>
              <a:ext uri="{FF2B5EF4-FFF2-40B4-BE49-F238E27FC236}">
                <a16:creationId xmlns:a16="http://schemas.microsoft.com/office/drawing/2014/main" id="{ACC20ACD-F485-FD30-C4D7-31A6C8251087}"/>
              </a:ext>
            </a:extLst>
          </p:cNvPr>
          <p:cNvGraphicFramePr>
            <a:graphicFrameLocks noGrp="1"/>
          </p:cNvGraphicFramePr>
          <p:nvPr>
            <p:extLst>
              <p:ext uri="{D42A27DB-BD31-4B8C-83A1-F6EECF244321}">
                <p14:modId xmlns:p14="http://schemas.microsoft.com/office/powerpoint/2010/main" val="1614053919"/>
              </p:ext>
            </p:extLst>
          </p:nvPr>
        </p:nvGraphicFramePr>
        <p:xfrm>
          <a:off x="1120031" y="3926983"/>
          <a:ext cx="2505570" cy="763080"/>
        </p:xfrm>
        <a:graphic>
          <a:graphicData uri="http://schemas.openxmlformats.org/drawingml/2006/table">
            <a:tbl>
              <a:tblPr firstRow="1" bandRow="1">
                <a:tableStyleId>{5C22544A-7EE6-4342-B048-85BDC9FD1C3A}</a:tableStyleId>
              </a:tblPr>
              <a:tblGrid>
                <a:gridCol w="2505570">
                  <a:extLst>
                    <a:ext uri="{9D8B030D-6E8A-4147-A177-3AD203B41FA5}">
                      <a16:colId xmlns:a16="http://schemas.microsoft.com/office/drawing/2014/main" val="2310659468"/>
                    </a:ext>
                  </a:extLst>
                </a:gridCol>
              </a:tblGrid>
              <a:tr h="0">
                <a:tc>
                  <a:txBody>
                    <a:bodyPr/>
                    <a:lstStyle/>
                    <a:p>
                      <a:pPr algn="ctr"/>
                      <a:r>
                        <a:rPr kumimoji="1" lang="ja-JP" altLang="en-US" sz="1100" b="0" dirty="0">
                          <a:solidFill>
                            <a:schemeClr val="bg1"/>
                          </a:solidFill>
                          <a:latin typeface="BIZ UDPゴシック" panose="020B0400000000000000" pitchFamily="50" charset="-128"/>
                          <a:ea typeface="BIZ UDPゴシック" panose="020B0400000000000000" pitchFamily="50" charset="-128"/>
                        </a:rPr>
                        <a:t>担当者</a:t>
                      </a:r>
                      <a:endParaRPr kumimoji="1" lang="en-US" altLang="ja-JP" sz="1100" b="0" dirty="0">
                        <a:solidFill>
                          <a:schemeClr val="bg1"/>
                        </a:solidFill>
                        <a:latin typeface="BIZ UDPゴシック" panose="020B0400000000000000" pitchFamily="50" charset="-128"/>
                        <a:ea typeface="BIZ UDPゴシック" panose="020B0400000000000000" pitchFamily="50" charset="-128"/>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F0000"/>
                    </a:solidFill>
                  </a:tcPr>
                </a:tc>
                <a:extLst>
                  <a:ext uri="{0D108BD9-81ED-4DB2-BD59-A6C34878D82A}">
                    <a16:rowId xmlns:a16="http://schemas.microsoft.com/office/drawing/2014/main" val="82996462"/>
                  </a:ext>
                </a:extLst>
              </a:tr>
              <a:tr h="504000">
                <a:tc>
                  <a:txBody>
                    <a:bodyPr/>
                    <a:lstStyle/>
                    <a:p>
                      <a:pPr algn="ctr"/>
                      <a:r>
                        <a:rPr kumimoji="1" lang="ja-JP" altLang="en-US" sz="1400" b="0" dirty="0">
                          <a:solidFill>
                            <a:schemeClr val="tx1"/>
                          </a:solidFill>
                          <a:latin typeface="BIZ UDPゴシック" panose="020B0400000000000000" pitchFamily="50" charset="-128"/>
                          <a:ea typeface="BIZ UDPゴシック" panose="020B0400000000000000" pitchFamily="50" charset="-128"/>
                        </a:rPr>
                        <a:t>小山 美枝 様</a:t>
                      </a:r>
                      <a:endParaRPr kumimoji="1" lang="en-US" altLang="ja-JP" sz="1400" b="0" dirty="0">
                        <a:solidFill>
                          <a:schemeClr val="tx1"/>
                        </a:solidFill>
                        <a:latin typeface="BIZ UDPゴシック" panose="020B0400000000000000" pitchFamily="50" charset="-128"/>
                        <a:ea typeface="BIZ UDP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71071175"/>
                  </a:ext>
                </a:extLst>
              </a:tr>
            </a:tbl>
          </a:graphicData>
        </a:graphic>
      </p:graphicFrame>
      <p:cxnSp>
        <p:nvCxnSpPr>
          <p:cNvPr id="18" name="直線コネクタ 17">
            <a:extLst>
              <a:ext uri="{FF2B5EF4-FFF2-40B4-BE49-F238E27FC236}">
                <a16:creationId xmlns:a16="http://schemas.microsoft.com/office/drawing/2014/main" id="{78D3875F-6684-2BF1-947A-EBF7EE185855}"/>
              </a:ext>
            </a:extLst>
          </p:cNvPr>
          <p:cNvCxnSpPr>
            <a:cxnSpLocks/>
            <a:stCxn id="13" idx="2"/>
            <a:endCxn id="12" idx="0"/>
          </p:cNvCxnSpPr>
          <p:nvPr/>
        </p:nvCxnSpPr>
        <p:spPr>
          <a:xfrm>
            <a:off x="2372816" y="3387241"/>
            <a:ext cx="0" cy="539742"/>
          </a:xfrm>
          <a:prstGeom prst="line">
            <a:avLst/>
          </a:prstGeom>
          <a:ln w="9525">
            <a:solidFill>
              <a:schemeClr val="bg1">
                <a:lumMod val="75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aphicFrame>
        <p:nvGraphicFramePr>
          <p:cNvPr id="33" name="表 32">
            <a:extLst>
              <a:ext uri="{FF2B5EF4-FFF2-40B4-BE49-F238E27FC236}">
                <a16:creationId xmlns:a16="http://schemas.microsoft.com/office/drawing/2014/main" id="{F2FDFDC4-F0F5-9D9E-B795-80A8CBE20A85}"/>
              </a:ext>
            </a:extLst>
          </p:cNvPr>
          <p:cNvGraphicFramePr>
            <a:graphicFrameLocks noGrp="1"/>
          </p:cNvGraphicFramePr>
          <p:nvPr>
            <p:extLst>
              <p:ext uri="{D42A27DB-BD31-4B8C-83A1-F6EECF244321}">
                <p14:modId xmlns:p14="http://schemas.microsoft.com/office/powerpoint/2010/main" val="2799722733"/>
              </p:ext>
            </p:extLst>
          </p:nvPr>
        </p:nvGraphicFramePr>
        <p:xfrm>
          <a:off x="8885511" y="2624161"/>
          <a:ext cx="2505570" cy="763080"/>
        </p:xfrm>
        <a:graphic>
          <a:graphicData uri="http://schemas.openxmlformats.org/drawingml/2006/table">
            <a:tbl>
              <a:tblPr firstRow="1" bandRow="1">
                <a:tableStyleId>{5C22544A-7EE6-4342-B048-85BDC9FD1C3A}</a:tableStyleId>
              </a:tblPr>
              <a:tblGrid>
                <a:gridCol w="2505570">
                  <a:extLst>
                    <a:ext uri="{9D8B030D-6E8A-4147-A177-3AD203B41FA5}">
                      <a16:colId xmlns:a16="http://schemas.microsoft.com/office/drawing/2014/main" val="2310659468"/>
                    </a:ext>
                  </a:extLst>
                </a:gridCol>
              </a:tblGrid>
              <a:tr h="0">
                <a:tc>
                  <a:txBody>
                    <a:bodyPr/>
                    <a:lstStyle/>
                    <a:p>
                      <a:pPr algn="ctr"/>
                      <a:r>
                        <a:rPr kumimoji="1" lang="ja-JP" altLang="en-US" sz="1100" b="0" dirty="0">
                          <a:solidFill>
                            <a:schemeClr val="bg1"/>
                          </a:solidFill>
                          <a:latin typeface="BIZ UDPゴシック" panose="020B0400000000000000" pitchFamily="50" charset="-128"/>
                          <a:ea typeface="BIZ UDPゴシック" panose="020B0400000000000000" pitchFamily="50" charset="-128"/>
                        </a:rPr>
                        <a:t>営業</a:t>
                      </a:r>
                      <a:endParaRPr kumimoji="1" lang="en-US" altLang="ja-JP" sz="1100" b="0" dirty="0">
                        <a:solidFill>
                          <a:schemeClr val="bg1"/>
                        </a:solidFill>
                        <a:latin typeface="BIZ UDPゴシック" panose="020B0400000000000000" pitchFamily="50" charset="-128"/>
                        <a:ea typeface="BIZ UDPゴシック" panose="020B0400000000000000" pitchFamily="50" charset="-128"/>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9A3B5D"/>
                    </a:solidFill>
                  </a:tcPr>
                </a:tc>
                <a:extLst>
                  <a:ext uri="{0D108BD9-81ED-4DB2-BD59-A6C34878D82A}">
                    <a16:rowId xmlns:a16="http://schemas.microsoft.com/office/drawing/2014/main" val="82996462"/>
                  </a:ext>
                </a:extLst>
              </a:tr>
              <a:tr h="504000">
                <a:tc>
                  <a:txBody>
                    <a:bodyPr/>
                    <a:lstStyle/>
                    <a:p>
                      <a:pPr algn="ctr"/>
                      <a:r>
                        <a:rPr kumimoji="1" lang="ja-JP" altLang="en-US" sz="1400" b="0" dirty="0">
                          <a:solidFill>
                            <a:schemeClr val="tx1"/>
                          </a:solidFill>
                          <a:latin typeface="BIZ UDPゴシック" panose="020B0400000000000000" pitchFamily="50" charset="-128"/>
                          <a:ea typeface="BIZ UDPゴシック" panose="020B0400000000000000" pitchFamily="50" charset="-128"/>
                        </a:rPr>
                        <a:t>高浦 祐朗</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71071175"/>
                  </a:ext>
                </a:extLst>
              </a:tr>
            </a:tbl>
          </a:graphicData>
        </a:graphic>
      </p:graphicFrame>
      <p:sp>
        <p:nvSpPr>
          <p:cNvPr id="16" name="タイトル 1">
            <a:extLst>
              <a:ext uri="{FF2B5EF4-FFF2-40B4-BE49-F238E27FC236}">
                <a16:creationId xmlns:a16="http://schemas.microsoft.com/office/drawing/2014/main" id="{17572198-AE22-BE91-F0F0-63BAB4B9B02A}"/>
              </a:ext>
            </a:extLst>
          </p:cNvPr>
          <p:cNvSpPr>
            <a:spLocks noGrp="1"/>
          </p:cNvSpPr>
          <p:nvPr>
            <p:ph type="title"/>
          </p:nvPr>
        </p:nvSpPr>
        <p:spPr>
          <a:xfrm>
            <a:off x="576000" y="180000"/>
            <a:ext cx="11041200" cy="504000"/>
          </a:xfrm>
        </p:spPr>
        <p:txBody>
          <a:bodyPr/>
          <a:lstStyle/>
          <a:p>
            <a:r>
              <a:rPr lang="en-US" altLang="ja-JP" sz="2300" dirty="0"/>
              <a:t>3</a:t>
            </a:r>
            <a:r>
              <a:rPr lang="ja-JP" altLang="en-US" sz="2300" dirty="0"/>
              <a:t>．体制</a:t>
            </a:r>
            <a:endParaRPr kumimoji="1" lang="ja-JP" altLang="en-US" sz="2300" dirty="0"/>
          </a:p>
        </p:txBody>
      </p:sp>
      <p:graphicFrame>
        <p:nvGraphicFramePr>
          <p:cNvPr id="21" name="表 20">
            <a:extLst>
              <a:ext uri="{FF2B5EF4-FFF2-40B4-BE49-F238E27FC236}">
                <a16:creationId xmlns:a16="http://schemas.microsoft.com/office/drawing/2014/main" id="{03ACB7EC-4884-42F7-80DF-FDC52371BA89}"/>
              </a:ext>
            </a:extLst>
          </p:cNvPr>
          <p:cNvGraphicFramePr>
            <a:graphicFrameLocks noGrp="1"/>
          </p:cNvGraphicFramePr>
          <p:nvPr>
            <p:extLst>
              <p:ext uri="{D42A27DB-BD31-4B8C-83A1-F6EECF244321}">
                <p14:modId xmlns:p14="http://schemas.microsoft.com/office/powerpoint/2010/main" val="2567545229"/>
              </p:ext>
            </p:extLst>
          </p:nvPr>
        </p:nvGraphicFramePr>
        <p:xfrm>
          <a:off x="5998003" y="5211279"/>
          <a:ext cx="2505570" cy="929640"/>
        </p:xfrm>
        <a:graphic>
          <a:graphicData uri="http://schemas.openxmlformats.org/drawingml/2006/table">
            <a:tbl>
              <a:tblPr firstRow="1" bandRow="1">
                <a:tableStyleId>{5C22544A-7EE6-4342-B048-85BDC9FD1C3A}</a:tableStyleId>
              </a:tblPr>
              <a:tblGrid>
                <a:gridCol w="2505570">
                  <a:extLst>
                    <a:ext uri="{9D8B030D-6E8A-4147-A177-3AD203B41FA5}">
                      <a16:colId xmlns:a16="http://schemas.microsoft.com/office/drawing/2014/main" val="2310659468"/>
                    </a:ext>
                  </a:extLst>
                </a:gridCol>
              </a:tblGrid>
              <a:tr h="0">
                <a:tc>
                  <a:txBody>
                    <a:bodyPr/>
                    <a:lstStyle/>
                    <a:p>
                      <a:pPr algn="ctr"/>
                      <a:r>
                        <a:rPr kumimoji="1" lang="ja-JP" altLang="en-US" sz="1100" b="0" dirty="0">
                          <a:solidFill>
                            <a:schemeClr val="bg1"/>
                          </a:solidFill>
                          <a:latin typeface="BIZ UDPゴシック" panose="020B0400000000000000" pitchFamily="50" charset="-128"/>
                          <a:ea typeface="BIZ UDPゴシック" panose="020B0400000000000000" pitchFamily="50" charset="-128"/>
                        </a:rPr>
                        <a:t>担当者（実作業）</a:t>
                      </a:r>
                      <a:r>
                        <a:rPr kumimoji="1" lang="en-US" altLang="ja-JP" sz="1100" b="0" dirty="0">
                          <a:solidFill>
                            <a:schemeClr val="bg1"/>
                          </a:solidFill>
                          <a:latin typeface="BIZ UDPゴシック" panose="020B0400000000000000" pitchFamily="50" charset="-128"/>
                          <a:ea typeface="BIZ UDPゴシック" panose="020B0400000000000000" pitchFamily="50" charset="-128"/>
                        </a:rPr>
                        <a:t>※</a:t>
                      </a:r>
                      <a:r>
                        <a:rPr kumimoji="1" lang="ja-JP" altLang="en-US" sz="1100" b="0" dirty="0">
                          <a:solidFill>
                            <a:schemeClr val="bg1"/>
                          </a:solidFill>
                          <a:latin typeface="BIZ UDPゴシック" panose="020B0400000000000000" pitchFamily="50" charset="-128"/>
                          <a:ea typeface="BIZ UDPゴシック" panose="020B0400000000000000" pitchFamily="50" charset="-128"/>
                        </a:rPr>
                        <a:t>オフショア</a:t>
                      </a:r>
                      <a:endParaRPr kumimoji="1" lang="en-US" altLang="ja-JP" sz="1100" b="0" dirty="0">
                        <a:solidFill>
                          <a:schemeClr val="bg1"/>
                        </a:solidFill>
                        <a:latin typeface="BIZ UDPゴシック" panose="020B0400000000000000" pitchFamily="50" charset="-128"/>
                        <a:ea typeface="BIZ UDPゴシック" panose="020B0400000000000000" pitchFamily="50" charset="-128"/>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9A3B5D"/>
                    </a:solidFill>
                  </a:tcPr>
                </a:tc>
                <a:extLst>
                  <a:ext uri="{0D108BD9-81ED-4DB2-BD59-A6C34878D82A}">
                    <a16:rowId xmlns:a16="http://schemas.microsoft.com/office/drawing/2014/main" val="82996462"/>
                  </a:ext>
                </a:extLst>
              </a:tr>
              <a:tr h="504000">
                <a:tc>
                  <a:txBody>
                    <a:bodyPr/>
                    <a:lstStyle/>
                    <a:p>
                      <a:pPr algn="ctr"/>
                      <a:r>
                        <a:rPr kumimoji="1" lang="ja-JP" altLang="en-US" sz="1400" b="0" dirty="0">
                          <a:solidFill>
                            <a:schemeClr val="tx1"/>
                          </a:solidFill>
                          <a:latin typeface="BIZ UDPゴシック" panose="020B0400000000000000" pitchFamily="50" charset="-128"/>
                          <a:ea typeface="BIZ UDPゴシック" panose="020B0400000000000000" pitchFamily="50" charset="-128"/>
                        </a:rPr>
                        <a:t>チャン・タイ・ソン</a:t>
                      </a:r>
                    </a:p>
                    <a:p>
                      <a:pPr algn="ctr"/>
                      <a:r>
                        <a:rPr kumimoji="1" lang="ja-JP" altLang="en-US" sz="1400" b="0" dirty="0">
                          <a:solidFill>
                            <a:schemeClr val="tx1"/>
                          </a:solidFill>
                          <a:latin typeface="BIZ UDPゴシック" panose="020B0400000000000000" pitchFamily="50" charset="-128"/>
                          <a:ea typeface="BIZ UDPゴシック" panose="020B0400000000000000" pitchFamily="50" charset="-128"/>
                        </a:rPr>
                        <a:t>グエン・ティ・ニャット・クエン</a:t>
                      </a:r>
                      <a:endParaRPr kumimoji="1" lang="en-US" altLang="ja-JP" sz="1400" b="0" dirty="0">
                        <a:solidFill>
                          <a:schemeClr val="tx1"/>
                        </a:solidFill>
                        <a:latin typeface="BIZ UDPゴシック" panose="020B0400000000000000" pitchFamily="50" charset="-128"/>
                        <a:ea typeface="BIZ UDPゴシック" panose="020B0400000000000000" pitchFamily="50" charset="-128"/>
                      </a:endParaRPr>
                    </a:p>
                    <a:p>
                      <a:pPr algn="ctr"/>
                      <a:r>
                        <a:rPr kumimoji="1" lang="en-US" altLang="ja-JP" sz="1000" b="0" dirty="0">
                          <a:solidFill>
                            <a:schemeClr val="tx1"/>
                          </a:solidFill>
                          <a:latin typeface="BIZ UDPゴシック" panose="020B0400000000000000" pitchFamily="50" charset="-128"/>
                          <a:ea typeface="BIZ UDPゴシック" panose="020B0400000000000000" pitchFamily="50" charset="-128"/>
                        </a:rPr>
                        <a:t>※</a:t>
                      </a:r>
                      <a:r>
                        <a:rPr kumimoji="1" lang="ja-JP" altLang="en-US" sz="1000" b="0" dirty="0">
                          <a:solidFill>
                            <a:schemeClr val="tx1"/>
                          </a:solidFill>
                          <a:latin typeface="BIZ UDPゴシック" panose="020B0400000000000000" pitchFamily="50" charset="-128"/>
                          <a:ea typeface="BIZ UDPゴシック" panose="020B0400000000000000" pitchFamily="50" charset="-128"/>
                        </a:rPr>
                        <a:t>コミュニケーター</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71071175"/>
                  </a:ext>
                </a:extLst>
              </a:tr>
            </a:tbl>
          </a:graphicData>
        </a:graphic>
      </p:graphicFrame>
      <p:cxnSp>
        <p:nvCxnSpPr>
          <p:cNvPr id="22" name="直線コネクタ 21">
            <a:extLst>
              <a:ext uri="{FF2B5EF4-FFF2-40B4-BE49-F238E27FC236}">
                <a16:creationId xmlns:a16="http://schemas.microsoft.com/office/drawing/2014/main" id="{B885F59B-D119-44E3-A4E0-AD45F3E1A06C}"/>
              </a:ext>
            </a:extLst>
          </p:cNvPr>
          <p:cNvCxnSpPr>
            <a:cxnSpLocks/>
            <a:stCxn id="9" idx="2"/>
            <a:endCxn id="21" idx="0"/>
          </p:cNvCxnSpPr>
          <p:nvPr/>
        </p:nvCxnSpPr>
        <p:spPr>
          <a:xfrm>
            <a:off x="7250788" y="4660400"/>
            <a:ext cx="0" cy="550879"/>
          </a:xfrm>
          <a:prstGeom prst="line">
            <a:avLst/>
          </a:prstGeom>
          <a:ln w="9525">
            <a:solidFill>
              <a:schemeClr val="bg1">
                <a:lumMod val="75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aphicFrame>
        <p:nvGraphicFramePr>
          <p:cNvPr id="24" name="表 23">
            <a:extLst>
              <a:ext uri="{FF2B5EF4-FFF2-40B4-BE49-F238E27FC236}">
                <a16:creationId xmlns:a16="http://schemas.microsoft.com/office/drawing/2014/main" id="{C7CCDF13-F987-43FA-86BA-C5C21808A8B9}"/>
              </a:ext>
            </a:extLst>
          </p:cNvPr>
          <p:cNvGraphicFramePr>
            <a:graphicFrameLocks noGrp="1"/>
          </p:cNvGraphicFramePr>
          <p:nvPr>
            <p:extLst>
              <p:ext uri="{D42A27DB-BD31-4B8C-83A1-F6EECF244321}">
                <p14:modId xmlns:p14="http://schemas.microsoft.com/office/powerpoint/2010/main" val="1807905490"/>
              </p:ext>
            </p:extLst>
          </p:nvPr>
        </p:nvGraphicFramePr>
        <p:xfrm>
          <a:off x="8885511" y="3897320"/>
          <a:ext cx="2505570" cy="763080"/>
        </p:xfrm>
        <a:graphic>
          <a:graphicData uri="http://schemas.openxmlformats.org/drawingml/2006/table">
            <a:tbl>
              <a:tblPr firstRow="1" bandRow="1">
                <a:tableStyleId>{5C22544A-7EE6-4342-B048-85BDC9FD1C3A}</a:tableStyleId>
              </a:tblPr>
              <a:tblGrid>
                <a:gridCol w="2505570">
                  <a:extLst>
                    <a:ext uri="{9D8B030D-6E8A-4147-A177-3AD203B41FA5}">
                      <a16:colId xmlns:a16="http://schemas.microsoft.com/office/drawing/2014/main" val="2310659468"/>
                    </a:ext>
                  </a:extLst>
                </a:gridCol>
              </a:tblGrid>
              <a:tr h="0">
                <a:tc>
                  <a:txBody>
                    <a:bodyPr/>
                    <a:lstStyle/>
                    <a:p>
                      <a:pPr algn="ctr"/>
                      <a:r>
                        <a:rPr kumimoji="1" lang="ja-JP" altLang="en-US" sz="1100" b="0" dirty="0">
                          <a:solidFill>
                            <a:schemeClr val="bg1"/>
                          </a:solidFill>
                          <a:latin typeface="BIZ UDPゴシック" panose="020B0400000000000000" pitchFamily="50" charset="-128"/>
                          <a:ea typeface="BIZ UDPゴシック" panose="020B0400000000000000" pitchFamily="50" charset="-128"/>
                        </a:rPr>
                        <a:t>サポート </a:t>
                      </a:r>
                      <a:r>
                        <a:rPr kumimoji="1" lang="en-US" altLang="ja-JP" sz="1100" b="0" dirty="0">
                          <a:solidFill>
                            <a:schemeClr val="bg1"/>
                          </a:solidFill>
                          <a:latin typeface="BIZ UDPゴシック" panose="020B0400000000000000" pitchFamily="50" charset="-128"/>
                          <a:ea typeface="BIZ UDPゴシック" panose="020B0400000000000000" pitchFamily="50" charset="-128"/>
                        </a:rPr>
                        <a:t>※1Q</a:t>
                      </a:r>
                      <a:r>
                        <a:rPr kumimoji="1" lang="ja-JP" altLang="en-US" sz="1100" b="0" dirty="0">
                          <a:solidFill>
                            <a:schemeClr val="bg1"/>
                          </a:solidFill>
                          <a:latin typeface="BIZ UDPゴシック" panose="020B0400000000000000" pitchFamily="50" charset="-128"/>
                          <a:ea typeface="BIZ UDPゴシック" panose="020B0400000000000000" pitchFamily="50" charset="-128"/>
                        </a:rPr>
                        <a:t>期間中のみ予定</a:t>
                      </a:r>
                      <a:endParaRPr kumimoji="1" lang="en-US" altLang="ja-JP" sz="1100" b="0" dirty="0">
                        <a:solidFill>
                          <a:schemeClr val="bg1"/>
                        </a:solidFill>
                        <a:latin typeface="BIZ UDPゴシック" panose="020B0400000000000000" pitchFamily="50" charset="-128"/>
                        <a:ea typeface="BIZ UDPゴシック" panose="020B0400000000000000" pitchFamily="50" charset="-128"/>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9A3B5D"/>
                    </a:solidFill>
                  </a:tcPr>
                </a:tc>
                <a:extLst>
                  <a:ext uri="{0D108BD9-81ED-4DB2-BD59-A6C34878D82A}">
                    <a16:rowId xmlns:a16="http://schemas.microsoft.com/office/drawing/2014/main" val="82996462"/>
                  </a:ext>
                </a:extLst>
              </a:tr>
              <a:tr h="504000">
                <a:tc>
                  <a:txBody>
                    <a:bodyPr/>
                    <a:lstStyle/>
                    <a:p>
                      <a:pPr algn="ctr"/>
                      <a:r>
                        <a:rPr kumimoji="1" lang="ja-JP" altLang="en-US" sz="1400" b="0" dirty="0">
                          <a:solidFill>
                            <a:schemeClr val="tx1"/>
                          </a:solidFill>
                          <a:latin typeface="BIZ UDPゴシック" panose="020B0400000000000000" pitchFamily="50" charset="-128"/>
                          <a:ea typeface="BIZ UDPゴシック" panose="020B0400000000000000" pitchFamily="50" charset="-128"/>
                        </a:rPr>
                        <a:t>清　翔太朗</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71071175"/>
                  </a:ext>
                </a:extLst>
              </a:tr>
            </a:tbl>
          </a:graphicData>
        </a:graphic>
      </p:graphicFrame>
      <p:cxnSp>
        <p:nvCxnSpPr>
          <p:cNvPr id="25" name="直線コネクタ 24">
            <a:extLst>
              <a:ext uri="{FF2B5EF4-FFF2-40B4-BE49-F238E27FC236}">
                <a16:creationId xmlns:a16="http://schemas.microsoft.com/office/drawing/2014/main" id="{F0FF775B-1C21-4F81-A838-52F1107D7117}"/>
              </a:ext>
            </a:extLst>
          </p:cNvPr>
          <p:cNvCxnSpPr>
            <a:cxnSpLocks/>
            <a:stCxn id="24" idx="1"/>
            <a:endCxn id="9" idx="3"/>
          </p:cNvCxnSpPr>
          <p:nvPr/>
        </p:nvCxnSpPr>
        <p:spPr>
          <a:xfrm flipH="1">
            <a:off x="8503573" y="4278860"/>
            <a:ext cx="381938" cy="0"/>
          </a:xfrm>
          <a:prstGeom prst="line">
            <a:avLst/>
          </a:prstGeom>
          <a:ln w="9525">
            <a:solidFill>
              <a:schemeClr val="bg1">
                <a:lumMod val="75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直線コネクタ 18">
            <a:extLst>
              <a:ext uri="{FF2B5EF4-FFF2-40B4-BE49-F238E27FC236}">
                <a16:creationId xmlns:a16="http://schemas.microsoft.com/office/drawing/2014/main" id="{35E1AB82-DFF2-DCAD-942C-52C8C8BED853}"/>
              </a:ext>
            </a:extLst>
          </p:cNvPr>
          <p:cNvCxnSpPr>
            <a:cxnSpLocks/>
            <a:stCxn id="33" idx="1"/>
          </p:cNvCxnSpPr>
          <p:nvPr/>
        </p:nvCxnSpPr>
        <p:spPr>
          <a:xfrm flipH="1">
            <a:off x="7250788" y="3005701"/>
            <a:ext cx="1634723" cy="0"/>
          </a:xfrm>
          <a:prstGeom prst="line">
            <a:avLst/>
          </a:prstGeom>
          <a:ln w="9525">
            <a:solidFill>
              <a:schemeClr val="bg1">
                <a:lumMod val="75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7" name="日付プレースホルダー 26">
            <a:extLst>
              <a:ext uri="{FF2B5EF4-FFF2-40B4-BE49-F238E27FC236}">
                <a16:creationId xmlns:a16="http://schemas.microsoft.com/office/drawing/2014/main" id="{A1ED372A-94E7-6092-27B6-BF4B57B2C7E2}"/>
              </a:ext>
            </a:extLst>
          </p:cNvPr>
          <p:cNvSpPr>
            <a:spLocks noGrp="1"/>
          </p:cNvSpPr>
          <p:nvPr>
            <p:ph type="dt" sz="half" idx="10"/>
          </p:nvPr>
        </p:nvSpPr>
        <p:spPr/>
        <p:txBody>
          <a:bodyPr/>
          <a:lstStyle/>
          <a:p>
            <a:r>
              <a:rPr lang="en-US" altLang="ja-JP"/>
              <a:t>2025/7/16</a:t>
            </a:r>
            <a:endParaRPr lang="en-US"/>
          </a:p>
        </p:txBody>
      </p:sp>
    </p:spTree>
    <p:extLst>
      <p:ext uri="{BB962C8B-B14F-4D97-AF65-F5344CB8AC3E}">
        <p14:creationId xmlns:p14="http://schemas.microsoft.com/office/powerpoint/2010/main" val="14774206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717445-4149-3CD0-129F-C8AD959A5E1C}"/>
            </a:ext>
          </a:extLst>
        </p:cNvPr>
        <p:cNvGrpSpPr/>
        <p:nvPr/>
      </p:nvGrpSpPr>
      <p:grpSpPr>
        <a:xfrm>
          <a:off x="0" y="0"/>
          <a:ext cx="0" cy="0"/>
          <a:chOff x="0" y="0"/>
          <a:chExt cx="0" cy="0"/>
        </a:xfrm>
      </p:grpSpPr>
      <p:sp>
        <p:nvSpPr>
          <p:cNvPr id="10" name="タイトル 1">
            <a:extLst>
              <a:ext uri="{FF2B5EF4-FFF2-40B4-BE49-F238E27FC236}">
                <a16:creationId xmlns:a16="http://schemas.microsoft.com/office/drawing/2014/main" id="{AB13F937-48EC-258A-F3BE-5A6389EA9E6D}"/>
              </a:ext>
            </a:extLst>
          </p:cNvPr>
          <p:cNvSpPr>
            <a:spLocks noGrp="1"/>
          </p:cNvSpPr>
          <p:nvPr>
            <p:ph type="title"/>
          </p:nvPr>
        </p:nvSpPr>
        <p:spPr>
          <a:xfrm>
            <a:off x="576000" y="180000"/>
            <a:ext cx="11041200" cy="504000"/>
          </a:xfrm>
        </p:spPr>
        <p:txBody>
          <a:bodyPr/>
          <a:lstStyle/>
          <a:p>
            <a:r>
              <a:rPr lang="ja-JP" altLang="en-US" sz="2300" dirty="0"/>
              <a:t>４．御見積</a:t>
            </a:r>
            <a:endParaRPr kumimoji="1" lang="ja-JP" altLang="en-US" sz="2300" dirty="0"/>
          </a:p>
        </p:txBody>
      </p:sp>
      <p:sp>
        <p:nvSpPr>
          <p:cNvPr id="7" name="スライド番号プレースホルダー 1">
            <a:extLst>
              <a:ext uri="{FF2B5EF4-FFF2-40B4-BE49-F238E27FC236}">
                <a16:creationId xmlns:a16="http://schemas.microsoft.com/office/drawing/2014/main" id="{DFD31E10-C48F-EA12-C87D-95299E7C3859}"/>
              </a:ext>
            </a:extLst>
          </p:cNvPr>
          <p:cNvSpPr txBox="1">
            <a:spLocks/>
          </p:cNvSpPr>
          <p:nvPr/>
        </p:nvSpPr>
        <p:spPr>
          <a:xfrm>
            <a:off x="11560335" y="6520721"/>
            <a:ext cx="631667" cy="336528"/>
          </a:xfrm>
          <a:prstGeom prst="rect">
            <a:avLst/>
          </a:prstGeom>
        </p:spPr>
        <p:txBody>
          <a:bodyPr anchor="t"/>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26CA5134-5AAC-D342-B763-43605FECB385}" type="slidenum">
              <a:rPr kumimoji="1" lang="ja-JP" altLang="en-US" sz="1100" smtClean="0">
                <a:solidFill>
                  <a:schemeClr val="bg1"/>
                </a:solidFill>
                <a:latin typeface="BIZ UDPゴシック" panose="020B0400000000000000" pitchFamily="50" charset="-128"/>
                <a:ea typeface="BIZ UDPゴシック" panose="020B0400000000000000" pitchFamily="50" charset="-128"/>
              </a:rPr>
              <a:pPr algn="r"/>
              <a:t>4</a:t>
            </a:fld>
            <a:endParaRPr kumimoji="1" lang="ja-JP" altLang="en-US" sz="1100">
              <a:solidFill>
                <a:schemeClr val="bg1"/>
              </a:solidFill>
              <a:latin typeface="BIZ UDPゴシック" panose="020B0400000000000000" pitchFamily="50" charset="-128"/>
              <a:ea typeface="BIZ UDPゴシック" panose="020B0400000000000000" pitchFamily="50" charset="-128"/>
            </a:endParaRPr>
          </a:p>
        </p:txBody>
      </p:sp>
      <p:sp>
        <p:nvSpPr>
          <p:cNvPr id="17" name="フッター プレースホルダー 16">
            <a:extLst>
              <a:ext uri="{FF2B5EF4-FFF2-40B4-BE49-F238E27FC236}">
                <a16:creationId xmlns:a16="http://schemas.microsoft.com/office/drawing/2014/main" id="{776B241C-6426-4AC0-6565-5C51E52404CD}"/>
              </a:ext>
            </a:extLst>
          </p:cNvPr>
          <p:cNvSpPr>
            <a:spLocks noGrp="1"/>
          </p:cNvSpPr>
          <p:nvPr>
            <p:ph type="ftr" sz="quarter" idx="11"/>
          </p:nvPr>
        </p:nvSpPr>
        <p:spPr/>
        <p:txBody>
          <a:bodyPr/>
          <a:lstStyle/>
          <a:p>
            <a:r>
              <a:rPr lang="en-US">
                <a:latin typeface="BIZ UDPゴシック" panose="020B0400000000000000" pitchFamily="50" charset="-128"/>
                <a:ea typeface="BIZ UDPゴシック" panose="020B0400000000000000" pitchFamily="50" charset="-128"/>
              </a:rPr>
              <a:t>Copyright © 2025 SystemEXE,Inc. All Rights Reserved.</a:t>
            </a:r>
          </a:p>
        </p:txBody>
      </p:sp>
      <p:graphicFrame>
        <p:nvGraphicFramePr>
          <p:cNvPr id="4" name="表 7">
            <a:extLst>
              <a:ext uri="{FF2B5EF4-FFF2-40B4-BE49-F238E27FC236}">
                <a16:creationId xmlns:a16="http://schemas.microsoft.com/office/drawing/2014/main" id="{99D33876-F16C-04A8-E929-B73D5DC90614}"/>
              </a:ext>
            </a:extLst>
          </p:cNvPr>
          <p:cNvGraphicFramePr>
            <a:graphicFrameLocks noGrp="1"/>
          </p:cNvGraphicFramePr>
          <p:nvPr>
            <p:extLst>
              <p:ext uri="{D42A27DB-BD31-4B8C-83A1-F6EECF244321}">
                <p14:modId xmlns:p14="http://schemas.microsoft.com/office/powerpoint/2010/main" val="2333689434"/>
              </p:ext>
            </p:extLst>
          </p:nvPr>
        </p:nvGraphicFramePr>
        <p:xfrm>
          <a:off x="576000" y="1096837"/>
          <a:ext cx="11034052" cy="3394911"/>
        </p:xfrm>
        <a:graphic>
          <a:graphicData uri="http://schemas.openxmlformats.org/drawingml/2006/table">
            <a:tbl>
              <a:tblPr firstRow="1" bandRow="1">
                <a:tableStyleId>{00A15C55-8517-42AA-B614-E9B94910E393}</a:tableStyleId>
              </a:tblPr>
              <a:tblGrid>
                <a:gridCol w="2776507">
                  <a:extLst>
                    <a:ext uri="{9D8B030D-6E8A-4147-A177-3AD203B41FA5}">
                      <a16:colId xmlns:a16="http://schemas.microsoft.com/office/drawing/2014/main" val="1891142523"/>
                    </a:ext>
                  </a:extLst>
                </a:gridCol>
                <a:gridCol w="2684659">
                  <a:extLst>
                    <a:ext uri="{9D8B030D-6E8A-4147-A177-3AD203B41FA5}">
                      <a16:colId xmlns:a16="http://schemas.microsoft.com/office/drawing/2014/main" val="3865138758"/>
                    </a:ext>
                  </a:extLst>
                </a:gridCol>
                <a:gridCol w="3819071">
                  <a:extLst>
                    <a:ext uri="{9D8B030D-6E8A-4147-A177-3AD203B41FA5}">
                      <a16:colId xmlns:a16="http://schemas.microsoft.com/office/drawing/2014/main" val="309633559"/>
                    </a:ext>
                  </a:extLst>
                </a:gridCol>
                <a:gridCol w="1753815">
                  <a:extLst>
                    <a:ext uri="{9D8B030D-6E8A-4147-A177-3AD203B41FA5}">
                      <a16:colId xmlns:a16="http://schemas.microsoft.com/office/drawing/2014/main" val="4160215866"/>
                    </a:ext>
                  </a:extLst>
                </a:gridCol>
              </a:tblGrid>
              <a:tr h="686611">
                <a:tc>
                  <a:txBody>
                    <a:bodyPr/>
                    <a:lstStyle/>
                    <a:p>
                      <a:pPr algn="ctr"/>
                      <a:r>
                        <a:rPr kumimoji="1" lang="ja-JP" altLang="en-US" sz="1300" baseline="0" dirty="0">
                          <a:latin typeface="BIZ UDPゴシック" panose="020B0400000000000000" pitchFamily="50" charset="-128"/>
                          <a:ea typeface="BIZ UDPゴシック" panose="020B0400000000000000" pitchFamily="50" charset="-128"/>
                        </a:rPr>
                        <a:t>期間</a:t>
                      </a:r>
                    </a:p>
                  </a:txBody>
                  <a:tcPr marL="48000" marR="48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rgbClr val="9A3B5D"/>
                    </a:solidFill>
                  </a:tcPr>
                </a:tc>
                <a:tc>
                  <a:txBody>
                    <a:bodyPr/>
                    <a:lstStyle/>
                    <a:p>
                      <a:pPr algn="ctr"/>
                      <a:r>
                        <a:rPr kumimoji="1" lang="ja-JP" altLang="en-US" sz="1300" baseline="0" dirty="0">
                          <a:latin typeface="BIZ UDPゴシック" panose="020B0400000000000000" pitchFamily="50" charset="-128"/>
                          <a:ea typeface="BIZ UDPゴシック" panose="020B0400000000000000" pitchFamily="50" charset="-128"/>
                        </a:rPr>
                        <a:t>作業時間</a:t>
                      </a:r>
                    </a:p>
                  </a:txBody>
                  <a:tcPr marL="48000" marR="48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rgbClr val="9A3B5D"/>
                    </a:solidFill>
                  </a:tcPr>
                </a:tc>
                <a:tc>
                  <a:txBody>
                    <a:bodyPr/>
                    <a:lstStyle/>
                    <a:p>
                      <a:pPr algn="ctr"/>
                      <a:r>
                        <a:rPr kumimoji="1" lang="ja-JP" altLang="en-US" sz="1300" baseline="0" dirty="0">
                          <a:latin typeface="BIZ UDPゴシック" panose="020B0400000000000000" pitchFamily="50" charset="-128"/>
                          <a:ea typeface="BIZ UDPゴシック" panose="020B0400000000000000" pitchFamily="50" charset="-128"/>
                        </a:rPr>
                        <a:t>金額</a:t>
                      </a:r>
                    </a:p>
                  </a:txBody>
                  <a:tcPr marL="48000" marR="48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rgbClr val="9A3B5D"/>
                    </a:solidFill>
                  </a:tcPr>
                </a:tc>
                <a:tc>
                  <a:txBody>
                    <a:bodyPr/>
                    <a:lstStyle/>
                    <a:p>
                      <a:pPr algn="ctr"/>
                      <a:r>
                        <a:rPr kumimoji="1" lang="ja-JP" altLang="en-US" sz="1300" baseline="0" dirty="0">
                          <a:latin typeface="BIZ UDPゴシック" panose="020B0400000000000000" pitchFamily="50" charset="-128"/>
                          <a:ea typeface="BIZ UDPゴシック" panose="020B0400000000000000" pitchFamily="50" charset="-128"/>
                        </a:rPr>
                        <a:t>区分</a:t>
                      </a:r>
                    </a:p>
                  </a:txBody>
                  <a:tcPr marL="48000" marR="48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rgbClr val="9A3B5D"/>
                    </a:solidFill>
                  </a:tcPr>
                </a:tc>
                <a:extLst>
                  <a:ext uri="{0D108BD9-81ED-4DB2-BD59-A6C34878D82A}">
                    <a16:rowId xmlns:a16="http://schemas.microsoft.com/office/drawing/2014/main" val="2708679066"/>
                  </a:ext>
                </a:extLst>
              </a:tr>
              <a:tr h="677075">
                <a:tc>
                  <a:txBody>
                    <a:bodyPr/>
                    <a:lstStyle/>
                    <a:p>
                      <a:pPr algn="ctr"/>
                      <a:r>
                        <a:rPr kumimoji="1" lang="en-US" altLang="ja-JP"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2025/08/01</a:t>
                      </a:r>
                      <a:r>
                        <a:rPr kumimoji="1" lang="ja-JP" altLang="en-US"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　～　</a:t>
                      </a:r>
                      <a:r>
                        <a:rPr kumimoji="1" lang="en-US" altLang="ja-JP"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2025/09/30</a:t>
                      </a:r>
                      <a:endParaRPr kumimoji="1" lang="ja-JP" altLang="en-US"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endParaRPr>
                    </a:p>
                  </a:txBody>
                  <a:tcPr marL="48000" marR="144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chemeClr val="bg1"/>
                    </a:solidFill>
                  </a:tcPr>
                </a:tc>
                <a:tc>
                  <a:txBody>
                    <a:bodyPr/>
                    <a:lstStyle/>
                    <a:p>
                      <a:pPr algn="r"/>
                      <a:r>
                        <a:rPr kumimoji="1" lang="en-US" altLang="ja-JP"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8</a:t>
                      </a:r>
                      <a:r>
                        <a:rPr kumimoji="1" lang="ja-JP" altLang="en-US"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月：３６時間</a:t>
                      </a:r>
                      <a:endParaRPr kumimoji="1" lang="en-US" altLang="ja-JP"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endParaRPr>
                    </a:p>
                    <a:p>
                      <a:pPr algn="r"/>
                      <a:r>
                        <a:rPr kumimoji="1" lang="en-US" altLang="ja-JP"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9</a:t>
                      </a:r>
                      <a:r>
                        <a:rPr kumimoji="1" lang="ja-JP" altLang="en-US"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月：</a:t>
                      </a:r>
                      <a:r>
                        <a:rPr kumimoji="1" lang="en-US" altLang="ja-JP"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20</a:t>
                      </a:r>
                      <a:r>
                        <a:rPr kumimoji="1" lang="ja-JP" altLang="en-US"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時間</a:t>
                      </a:r>
                    </a:p>
                  </a:txBody>
                  <a:tcPr marL="48000" marR="144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chemeClr val="bg1"/>
                    </a:solidFill>
                  </a:tcPr>
                </a:tc>
                <a:tc>
                  <a:txBody>
                    <a:bodyPr/>
                    <a:lstStyle/>
                    <a:p>
                      <a:pPr algn="r"/>
                      <a:r>
                        <a:rPr kumimoji="1" lang="en-US" altLang="ja-JP" sz="16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\426,000.-</a:t>
                      </a:r>
                      <a:endParaRPr kumimoji="1" lang="ja-JP" altLang="en-US" sz="1600" baseline="0" dirty="0">
                        <a:solidFill>
                          <a:schemeClr val="tx1">
                            <a:lumMod val="65000"/>
                            <a:lumOff val="35000"/>
                          </a:schemeClr>
                        </a:solidFill>
                        <a:latin typeface="BIZ UDPゴシック" panose="020B0400000000000000" pitchFamily="50" charset="-128"/>
                        <a:ea typeface="BIZ UDPゴシック" panose="020B0400000000000000" pitchFamily="50" charset="-128"/>
                      </a:endParaRPr>
                    </a:p>
                  </a:txBody>
                  <a:tcPr marL="48000" marR="144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chemeClr val="bg1"/>
                    </a:solidFill>
                  </a:tcPr>
                </a:tc>
                <a:tc>
                  <a:txBody>
                    <a:bodyPr/>
                    <a:lstStyle/>
                    <a:p>
                      <a:pPr algn="ctr"/>
                      <a:r>
                        <a:rPr kumimoji="1" lang="ja-JP" altLang="en-US" sz="16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正式</a:t>
                      </a:r>
                    </a:p>
                  </a:txBody>
                  <a:tcPr marL="48000" marR="48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509955540"/>
                  </a:ext>
                </a:extLst>
              </a:tr>
              <a:tr h="67707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2025/10/01</a:t>
                      </a:r>
                      <a:r>
                        <a:rPr kumimoji="1" lang="ja-JP" altLang="en-US"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　～　</a:t>
                      </a:r>
                      <a:r>
                        <a:rPr kumimoji="1" lang="en-US" altLang="ja-JP"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2025/12/31</a:t>
                      </a:r>
                      <a:endParaRPr kumimoji="1" lang="ja-JP" altLang="en-US"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endParaRPr>
                    </a:p>
                  </a:txBody>
                  <a:tcPr marL="48000" marR="144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chemeClr val="bg1"/>
                    </a:solidFill>
                  </a:tcPr>
                </a:tc>
                <a:tc>
                  <a:txBody>
                    <a:bodyPr/>
                    <a:lstStyle/>
                    <a:p>
                      <a:pPr algn="r"/>
                      <a:r>
                        <a:rPr kumimoji="1" lang="en-US" altLang="ja-JP"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10</a:t>
                      </a:r>
                      <a:r>
                        <a:rPr kumimoji="1" lang="ja-JP" altLang="en-US"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月：</a:t>
                      </a:r>
                      <a:r>
                        <a:rPr kumimoji="1" lang="en-US" altLang="ja-JP"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20</a:t>
                      </a:r>
                      <a:r>
                        <a:rPr kumimoji="1" lang="ja-JP" altLang="en-US"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時間</a:t>
                      </a:r>
                      <a:endParaRPr kumimoji="1" lang="en-US" altLang="ja-JP"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endParaRPr>
                    </a:p>
                    <a:p>
                      <a:pPr algn="r"/>
                      <a:r>
                        <a:rPr kumimoji="1" lang="en-US" altLang="ja-JP"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11</a:t>
                      </a:r>
                      <a:r>
                        <a:rPr kumimoji="1" lang="ja-JP" altLang="en-US"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月：</a:t>
                      </a:r>
                      <a:r>
                        <a:rPr kumimoji="1" lang="en-US" altLang="ja-JP"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20</a:t>
                      </a:r>
                      <a:r>
                        <a:rPr kumimoji="1" lang="ja-JP" altLang="en-US"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時間</a:t>
                      </a:r>
                      <a:endParaRPr kumimoji="1" lang="en-US" altLang="ja-JP"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endParaRPr>
                    </a:p>
                    <a:p>
                      <a:pPr algn="r"/>
                      <a:r>
                        <a:rPr kumimoji="1" lang="en-US" altLang="ja-JP"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12</a:t>
                      </a:r>
                      <a:r>
                        <a:rPr kumimoji="1" lang="ja-JP" altLang="en-US"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月：</a:t>
                      </a:r>
                      <a:r>
                        <a:rPr kumimoji="1" lang="en-US" altLang="ja-JP"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20</a:t>
                      </a:r>
                      <a:r>
                        <a:rPr kumimoji="1" lang="ja-JP" altLang="en-US"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時間</a:t>
                      </a:r>
                    </a:p>
                  </a:txBody>
                  <a:tcPr marL="48000" marR="144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\426,000.-</a:t>
                      </a:r>
                      <a:endParaRPr kumimoji="1" lang="ja-JP" altLang="en-US" sz="1600" baseline="0" dirty="0">
                        <a:solidFill>
                          <a:schemeClr val="tx1">
                            <a:lumMod val="65000"/>
                            <a:lumOff val="35000"/>
                          </a:schemeClr>
                        </a:solidFill>
                        <a:latin typeface="BIZ UDPゴシック" panose="020B0400000000000000" pitchFamily="50" charset="-128"/>
                        <a:ea typeface="BIZ UDPゴシック" panose="020B0400000000000000" pitchFamily="50" charset="-128"/>
                      </a:endParaRPr>
                    </a:p>
                  </a:txBody>
                  <a:tcPr marL="48000" marR="144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chemeClr val="bg1"/>
                    </a:solidFill>
                  </a:tcPr>
                </a:tc>
                <a:tc>
                  <a:txBody>
                    <a:bodyPr/>
                    <a:lstStyle/>
                    <a:p>
                      <a:pPr algn="ctr"/>
                      <a:r>
                        <a:rPr kumimoji="1" lang="ja-JP" altLang="en-US" sz="16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概算</a:t>
                      </a:r>
                    </a:p>
                  </a:txBody>
                  <a:tcPr marL="48000" marR="48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248837237"/>
                  </a:ext>
                </a:extLst>
              </a:tr>
              <a:tr h="677075">
                <a:tc>
                  <a:txBody>
                    <a:bodyPr/>
                    <a:lstStyle/>
                    <a:p>
                      <a:pPr algn="ctr"/>
                      <a:r>
                        <a:rPr kumimoji="1" lang="en-US" altLang="ja-JP"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2026/01/01</a:t>
                      </a:r>
                      <a:r>
                        <a:rPr kumimoji="1" lang="ja-JP" altLang="en-US"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　～　</a:t>
                      </a:r>
                      <a:r>
                        <a:rPr kumimoji="1" lang="en-US" altLang="ja-JP"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2026/03/31</a:t>
                      </a:r>
                      <a:endParaRPr kumimoji="1" lang="ja-JP" altLang="en-US"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endParaRPr>
                    </a:p>
                  </a:txBody>
                  <a:tcPr marL="48000" marR="144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chemeClr val="bg1"/>
                    </a:solidFill>
                  </a:tcPr>
                </a:tc>
                <a:tc>
                  <a:txBody>
                    <a:bodyPr/>
                    <a:lstStyle/>
                    <a:p>
                      <a:pPr algn="r"/>
                      <a:r>
                        <a:rPr kumimoji="1" lang="en-US" altLang="ja-JP"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1</a:t>
                      </a:r>
                      <a:r>
                        <a:rPr kumimoji="1" lang="ja-JP" altLang="en-US"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月：</a:t>
                      </a:r>
                      <a:r>
                        <a:rPr kumimoji="1" lang="en-US" altLang="ja-JP"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20</a:t>
                      </a:r>
                      <a:r>
                        <a:rPr kumimoji="1" lang="ja-JP" altLang="en-US"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時間</a:t>
                      </a:r>
                      <a:endParaRPr kumimoji="1" lang="en-US" altLang="ja-JP"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endParaRPr>
                    </a:p>
                    <a:p>
                      <a:pPr algn="r"/>
                      <a:r>
                        <a:rPr kumimoji="1" lang="en-US" altLang="ja-JP"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2</a:t>
                      </a:r>
                      <a:r>
                        <a:rPr kumimoji="1" lang="ja-JP" altLang="en-US"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月：</a:t>
                      </a:r>
                      <a:r>
                        <a:rPr kumimoji="1" lang="en-US" altLang="ja-JP"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20</a:t>
                      </a:r>
                      <a:r>
                        <a:rPr kumimoji="1" lang="ja-JP" altLang="en-US"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時間</a:t>
                      </a:r>
                      <a:endParaRPr kumimoji="1" lang="en-US" altLang="ja-JP"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endParaRPr>
                    </a:p>
                    <a:p>
                      <a:pPr algn="r"/>
                      <a:r>
                        <a:rPr kumimoji="1" lang="en-US" altLang="ja-JP"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3</a:t>
                      </a:r>
                      <a:r>
                        <a:rPr kumimoji="1" lang="ja-JP" altLang="en-US"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月：</a:t>
                      </a:r>
                      <a:r>
                        <a:rPr kumimoji="1" lang="en-US" altLang="ja-JP"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20</a:t>
                      </a:r>
                      <a:r>
                        <a:rPr kumimoji="1" lang="ja-JP" altLang="en-US" sz="12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時間</a:t>
                      </a:r>
                    </a:p>
                  </a:txBody>
                  <a:tcPr marL="48000" marR="144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\426,000.-</a:t>
                      </a:r>
                      <a:endParaRPr kumimoji="1" lang="ja-JP" altLang="en-US" sz="1600" baseline="0" dirty="0">
                        <a:solidFill>
                          <a:schemeClr val="tx1">
                            <a:lumMod val="65000"/>
                            <a:lumOff val="35000"/>
                          </a:schemeClr>
                        </a:solidFill>
                        <a:latin typeface="BIZ UDPゴシック" panose="020B0400000000000000" pitchFamily="50" charset="-128"/>
                        <a:ea typeface="BIZ UDPゴシック" panose="020B0400000000000000" pitchFamily="50" charset="-128"/>
                      </a:endParaRPr>
                    </a:p>
                  </a:txBody>
                  <a:tcPr marL="48000" marR="144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chemeClr val="bg1"/>
                    </a:solidFill>
                  </a:tcPr>
                </a:tc>
                <a:tc>
                  <a:txBody>
                    <a:bodyPr/>
                    <a:lstStyle/>
                    <a:p>
                      <a:pPr algn="ctr"/>
                      <a:r>
                        <a:rPr kumimoji="1" lang="ja-JP" altLang="en-US" sz="16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概算</a:t>
                      </a:r>
                    </a:p>
                  </a:txBody>
                  <a:tcPr marL="48000" marR="48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219299159"/>
                  </a:ext>
                </a:extLst>
              </a:tr>
              <a:tr h="677075">
                <a:tc gridSpan="2">
                  <a:txBody>
                    <a:bodyPr/>
                    <a:lstStyle/>
                    <a:p>
                      <a:pPr algn="r"/>
                      <a:r>
                        <a:rPr kumimoji="1" lang="ja-JP" altLang="en-US" sz="16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合計</a:t>
                      </a:r>
                      <a:endParaRPr kumimoji="1" lang="en-US" altLang="ja-JP" sz="1600" baseline="0" dirty="0">
                        <a:solidFill>
                          <a:schemeClr val="tx1">
                            <a:lumMod val="65000"/>
                            <a:lumOff val="35000"/>
                          </a:schemeClr>
                        </a:solidFill>
                        <a:latin typeface="BIZ UDPゴシック" panose="020B0400000000000000" pitchFamily="50" charset="-128"/>
                        <a:ea typeface="BIZ UDPゴシック" panose="020B0400000000000000" pitchFamily="50" charset="-128"/>
                      </a:endParaRPr>
                    </a:p>
                  </a:txBody>
                  <a:tcPr marL="48000" marR="144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chemeClr val="bg1">
                        <a:lumMod val="95000"/>
                      </a:schemeClr>
                    </a:solidFill>
                  </a:tcPr>
                </a:tc>
                <a:tc hMerge="1">
                  <a:txBody>
                    <a:bodyPr/>
                    <a:lstStyle/>
                    <a:p>
                      <a:endParaRPr/>
                    </a:p>
                  </a:txBody>
                  <a:tcPr marL="48000" marR="48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\1,278,000.-</a:t>
                      </a:r>
                      <a:endParaRPr kumimoji="1" lang="ja-JP" altLang="en-US" sz="1600" baseline="0" dirty="0">
                        <a:solidFill>
                          <a:schemeClr val="tx1">
                            <a:lumMod val="65000"/>
                            <a:lumOff val="35000"/>
                          </a:schemeClr>
                        </a:solidFill>
                        <a:latin typeface="BIZ UDPゴシック" panose="020B0400000000000000" pitchFamily="50" charset="-128"/>
                        <a:ea typeface="BIZ UDPゴシック" panose="020B0400000000000000" pitchFamily="50" charset="-128"/>
                      </a:endParaRPr>
                    </a:p>
                  </a:txBody>
                  <a:tcPr marL="48000" marR="144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baseline="0" dirty="0">
                          <a:solidFill>
                            <a:schemeClr val="tx1">
                              <a:lumMod val="65000"/>
                              <a:lumOff val="35000"/>
                            </a:schemeClr>
                          </a:solidFill>
                          <a:latin typeface="BIZ UDPゴシック" panose="020B0400000000000000" pitchFamily="50" charset="-128"/>
                          <a:ea typeface="BIZ UDPゴシック" panose="020B0400000000000000" pitchFamily="50" charset="-128"/>
                        </a:rPr>
                        <a:t>概算</a:t>
                      </a:r>
                    </a:p>
                  </a:txBody>
                  <a:tcPr marL="48000" marR="48000" marT="48000" marB="48000" anchor="ctr">
                    <a:lnL w="6350" cap="flat" cmpd="sng" algn="ctr">
                      <a:solidFill>
                        <a:schemeClr val="tx1">
                          <a:lumMod val="25000"/>
                          <a:lumOff val="75000"/>
                        </a:schemeClr>
                      </a:solid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627986105"/>
                  </a:ext>
                </a:extLst>
              </a:tr>
            </a:tbl>
          </a:graphicData>
        </a:graphic>
      </p:graphicFrame>
      <p:sp>
        <p:nvSpPr>
          <p:cNvPr id="2" name="正方形/長方形 1">
            <a:extLst>
              <a:ext uri="{FF2B5EF4-FFF2-40B4-BE49-F238E27FC236}">
                <a16:creationId xmlns:a16="http://schemas.microsoft.com/office/drawing/2014/main" id="{3FC39DA9-7407-A4A0-4B73-98D6DAA5FFD4}"/>
              </a:ext>
            </a:extLst>
          </p:cNvPr>
          <p:cNvSpPr/>
          <p:nvPr/>
        </p:nvSpPr>
        <p:spPr>
          <a:xfrm>
            <a:off x="574799" y="1775012"/>
            <a:ext cx="11037905" cy="690282"/>
          </a:xfrm>
          <a:prstGeom prst="rect">
            <a:avLst/>
          </a:prstGeom>
          <a:noFill/>
          <a:ln w="28575">
            <a:solidFill>
              <a:srgbClr val="FF0000"/>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1">
              <a:latin typeface="游ゴシック" panose="020B0400000000000000" pitchFamily="50" charset="-128"/>
              <a:ea typeface="游ゴシック" panose="020B0400000000000000" pitchFamily="50" charset="-128"/>
            </a:endParaRPr>
          </a:p>
        </p:txBody>
      </p:sp>
      <p:sp>
        <p:nvSpPr>
          <p:cNvPr id="3" name="TextBox 21">
            <a:extLst>
              <a:ext uri="{FF2B5EF4-FFF2-40B4-BE49-F238E27FC236}">
                <a16:creationId xmlns:a16="http://schemas.microsoft.com/office/drawing/2014/main" id="{52382DBC-2236-D2A7-0E64-6FA3DB4BE449}"/>
              </a:ext>
            </a:extLst>
          </p:cNvPr>
          <p:cNvSpPr txBox="1"/>
          <p:nvPr/>
        </p:nvSpPr>
        <p:spPr>
          <a:xfrm>
            <a:off x="9754611" y="4628461"/>
            <a:ext cx="1855441" cy="317967"/>
          </a:xfrm>
          <a:prstGeom prst="rect">
            <a:avLst/>
          </a:prstGeom>
          <a:noFill/>
        </p:spPr>
        <p:txBody>
          <a:bodyPr wrap="none" lIns="72000" tIns="36000" rIns="72000" bIns="36000" rtlCol="0" anchor="ctr">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altLang="ja-JP" sz="14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14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今回の御見積範囲</a:t>
            </a:r>
            <a:endParaRPr lang="en-US" altLang="ja-JP" sz="1400" dirty="0">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5" name="日付プレースホルダー 4">
            <a:extLst>
              <a:ext uri="{FF2B5EF4-FFF2-40B4-BE49-F238E27FC236}">
                <a16:creationId xmlns:a16="http://schemas.microsoft.com/office/drawing/2014/main" id="{8E44A42D-5950-F208-6A70-A256677A7BAD}"/>
              </a:ext>
            </a:extLst>
          </p:cNvPr>
          <p:cNvSpPr>
            <a:spLocks noGrp="1"/>
          </p:cNvSpPr>
          <p:nvPr>
            <p:ph type="dt" sz="half" idx="10"/>
          </p:nvPr>
        </p:nvSpPr>
        <p:spPr/>
        <p:txBody>
          <a:bodyPr/>
          <a:lstStyle/>
          <a:p>
            <a:r>
              <a:rPr lang="en-US" altLang="ja-JP"/>
              <a:t>2025/7/16</a:t>
            </a:r>
            <a:endParaRPr lang="en-US"/>
          </a:p>
        </p:txBody>
      </p:sp>
    </p:spTree>
    <p:extLst>
      <p:ext uri="{BB962C8B-B14F-4D97-AF65-F5344CB8AC3E}">
        <p14:creationId xmlns:p14="http://schemas.microsoft.com/office/powerpoint/2010/main" val="9455473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90D7C6-049F-04E3-B2F2-E8C94E4E0413}"/>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E5B908FF-F3DC-73C6-A042-678C37131E6E}"/>
              </a:ext>
            </a:extLst>
          </p:cNvPr>
          <p:cNvSpPr txBox="1"/>
          <p:nvPr/>
        </p:nvSpPr>
        <p:spPr>
          <a:xfrm>
            <a:off x="576001" y="988351"/>
            <a:ext cx="11341198" cy="5040000"/>
          </a:xfrm>
          <a:prstGeom prst="rect">
            <a:avLst/>
          </a:prstGeom>
          <a:noFill/>
        </p:spPr>
        <p:txBody>
          <a:bodyPr wrap="square" lIns="91440" tIns="45720" rIns="91440" bIns="45720" rtlCol="0" anchor="t">
            <a:noAutofit/>
          </a:bodyPr>
          <a:lstStyle/>
          <a:p>
            <a:pPr marL="180975" indent="-180975">
              <a:buFont typeface="Arial" panose="020B0604020202020204" pitchFamily="34" charset="0"/>
              <a:buChar char="•"/>
            </a:pPr>
            <a:r>
              <a:rPr kumimoji="1" lang="ja-JP" altLang="en-US" sz="1600" dirty="0">
                <a:solidFill>
                  <a:schemeClr val="tx1">
                    <a:lumMod val="65000"/>
                    <a:lumOff val="35000"/>
                  </a:schemeClr>
                </a:solidFill>
                <a:latin typeface="BIZ UDPゴシック" panose="020B0400000000000000" pitchFamily="50" charset="-128"/>
                <a:ea typeface="BIZ UDPゴシック" panose="020B0400000000000000" pitchFamily="50" charset="-128"/>
              </a:rPr>
              <a:t>見積金額はすべて税抜きでの記載となります。</a:t>
            </a:r>
            <a:endParaRPr kumimoji="1" lang="en-US" altLang="ja-JP" sz="1600" dirty="0">
              <a:solidFill>
                <a:schemeClr val="tx1">
                  <a:lumMod val="65000"/>
                  <a:lumOff val="35000"/>
                </a:schemeClr>
              </a:solidFill>
              <a:latin typeface="BIZ UDPゴシック" panose="020B0400000000000000" pitchFamily="50" charset="-128"/>
              <a:ea typeface="BIZ UDPゴシック" panose="020B0400000000000000" pitchFamily="50" charset="-128"/>
            </a:endParaRPr>
          </a:p>
          <a:p>
            <a:endParaRPr kumimoji="1" lang="en-US" altLang="ja-JP" sz="1600" dirty="0">
              <a:solidFill>
                <a:schemeClr val="tx1">
                  <a:lumMod val="65000"/>
                  <a:lumOff val="35000"/>
                </a:schemeClr>
              </a:solidFill>
              <a:latin typeface="BIZ UDPゴシック" panose="020B0400000000000000" pitchFamily="50" charset="-128"/>
              <a:ea typeface="BIZ UDPゴシック" panose="020B0400000000000000" pitchFamily="50" charset="-128"/>
            </a:endParaRPr>
          </a:p>
          <a:p>
            <a:pPr marL="180975" indent="-180975">
              <a:buFont typeface="Arial" panose="020B0604020202020204" pitchFamily="34" charset="0"/>
              <a:buChar char="•"/>
            </a:pPr>
            <a:r>
              <a:rPr kumimoji="1" lang="ja-JP" altLang="en-US" sz="1600" dirty="0">
                <a:solidFill>
                  <a:schemeClr val="tx1">
                    <a:lumMod val="65000"/>
                    <a:lumOff val="35000"/>
                  </a:schemeClr>
                </a:solidFill>
                <a:latin typeface="BIZ UDPゴシック" panose="020B0400000000000000" pitchFamily="50" charset="-128"/>
                <a:ea typeface="BIZ UDPゴシック" panose="020B0400000000000000" pitchFamily="50" charset="-128"/>
              </a:rPr>
              <a:t>契約形態は「準委任契約」とさせていただきます。</a:t>
            </a:r>
            <a:endParaRPr kumimoji="1" lang="en-US" altLang="ja-JP" sz="1600" dirty="0">
              <a:solidFill>
                <a:schemeClr val="tx1">
                  <a:lumMod val="65000"/>
                  <a:lumOff val="35000"/>
                </a:schemeClr>
              </a:solidFill>
              <a:latin typeface="BIZ UDPゴシック" panose="020B0400000000000000" pitchFamily="50" charset="-128"/>
              <a:ea typeface="BIZ UDPゴシック" panose="020B0400000000000000" pitchFamily="50" charset="-128"/>
            </a:endParaRPr>
          </a:p>
          <a:p>
            <a:pPr marL="180975" indent="-180975">
              <a:buFont typeface="Arial" panose="020B0604020202020204" pitchFamily="34" charset="0"/>
              <a:buChar char="•"/>
            </a:pPr>
            <a:endParaRPr kumimoji="1" lang="en-US" altLang="ja-JP" sz="1600" dirty="0">
              <a:solidFill>
                <a:schemeClr val="tx1">
                  <a:lumMod val="65000"/>
                  <a:lumOff val="35000"/>
                </a:schemeClr>
              </a:solidFill>
              <a:latin typeface="BIZ UDPゴシック" panose="020B0400000000000000" pitchFamily="50" charset="-128"/>
              <a:ea typeface="BIZ UDPゴシック" panose="020B0400000000000000" pitchFamily="50" charset="-128"/>
            </a:endParaRPr>
          </a:p>
          <a:p>
            <a:pPr marL="180975" indent="-180975">
              <a:buFont typeface="Arial" panose="020B0604020202020204" pitchFamily="34" charset="0"/>
              <a:buChar char="•"/>
            </a:pPr>
            <a:r>
              <a:rPr kumimoji="1" lang="ja-JP" altLang="en-US" sz="1600" dirty="0">
                <a:solidFill>
                  <a:schemeClr val="tx1">
                    <a:lumMod val="65000"/>
                    <a:lumOff val="35000"/>
                  </a:schemeClr>
                </a:solidFill>
                <a:latin typeface="BIZ UDPゴシック" panose="020B0400000000000000" pitchFamily="50" charset="-128"/>
                <a:ea typeface="BIZ UDPゴシック" panose="020B0400000000000000" pitchFamily="50" charset="-128"/>
              </a:rPr>
              <a:t>本契約につきましては四半期（クォータ）単位でのご契約およびご精算を想定しております</a:t>
            </a:r>
            <a:endParaRPr kumimoji="1" lang="en-US" altLang="ja-JP" sz="1600" dirty="0">
              <a:solidFill>
                <a:schemeClr val="tx1">
                  <a:lumMod val="65000"/>
                  <a:lumOff val="35000"/>
                </a:schemeClr>
              </a:solidFill>
              <a:latin typeface="BIZ UDPゴシック" panose="020B0400000000000000" pitchFamily="50" charset="-128"/>
              <a:ea typeface="BIZ UDPゴシック" panose="020B0400000000000000" pitchFamily="50" charset="-128"/>
            </a:endParaRPr>
          </a:p>
          <a:p>
            <a:pPr marL="180975" indent="-180975">
              <a:buFont typeface="Arial" panose="020B0604020202020204" pitchFamily="34" charset="0"/>
              <a:buChar char="•"/>
            </a:pPr>
            <a:endParaRPr kumimoji="1" lang="en-US" altLang="ja-JP" sz="1600" dirty="0">
              <a:solidFill>
                <a:schemeClr val="tx1">
                  <a:lumMod val="65000"/>
                  <a:lumOff val="35000"/>
                </a:schemeClr>
              </a:solidFill>
              <a:latin typeface="BIZ UDPゴシック" panose="020B0400000000000000" pitchFamily="50" charset="-128"/>
              <a:ea typeface="BIZ UDPゴシック" panose="020B0400000000000000" pitchFamily="50" charset="-128"/>
            </a:endParaRPr>
          </a:p>
          <a:p>
            <a:pPr marL="180975" indent="-180975">
              <a:buFont typeface="Arial" panose="020B0604020202020204" pitchFamily="34" charset="0"/>
              <a:buChar char="•"/>
            </a:pPr>
            <a:r>
              <a:rPr kumimoji="1" lang="ja-JP" altLang="en-US" sz="1600" dirty="0">
                <a:solidFill>
                  <a:schemeClr val="tx1">
                    <a:lumMod val="65000"/>
                    <a:lumOff val="35000"/>
                  </a:schemeClr>
                </a:solidFill>
                <a:latin typeface="BIZ UDPゴシック" panose="020B0400000000000000" pitchFamily="50" charset="-128"/>
                <a:ea typeface="BIZ UDPゴシック" panose="020B0400000000000000" pitchFamily="50" charset="-128"/>
              </a:rPr>
              <a:t>各月の作業時間の上限時間は</a:t>
            </a:r>
            <a:r>
              <a:rPr kumimoji="1" lang="en-US" altLang="ja-JP" sz="1600" dirty="0">
                <a:solidFill>
                  <a:schemeClr val="tx1">
                    <a:lumMod val="65000"/>
                    <a:lumOff val="35000"/>
                  </a:schemeClr>
                </a:solidFill>
                <a:latin typeface="BIZ UDPゴシック" panose="020B0400000000000000" pitchFamily="50" charset="-128"/>
                <a:ea typeface="BIZ UDPゴシック" panose="020B0400000000000000" pitchFamily="50" charset="-128"/>
              </a:rPr>
              <a:t>20</a:t>
            </a:r>
            <a:r>
              <a:rPr kumimoji="1" lang="ja-JP" altLang="en-US" sz="1600" dirty="0">
                <a:solidFill>
                  <a:schemeClr val="tx1">
                    <a:lumMod val="65000"/>
                    <a:lumOff val="35000"/>
                  </a:schemeClr>
                </a:solidFill>
                <a:latin typeface="BIZ UDPゴシック" panose="020B0400000000000000" pitchFamily="50" charset="-128"/>
                <a:ea typeface="BIZ UDPゴシック" panose="020B0400000000000000" pitchFamily="50" charset="-128"/>
              </a:rPr>
              <a:t>時間とさせていただきます。</a:t>
            </a:r>
            <a:br>
              <a:rPr kumimoji="1" lang="ja-JP" altLang="en-US" sz="1600" dirty="0">
                <a:solidFill>
                  <a:schemeClr val="tx1">
                    <a:lumMod val="65000"/>
                    <a:lumOff val="35000"/>
                  </a:schemeClr>
                </a:solidFill>
                <a:latin typeface="BIZ UDPゴシック" panose="020B0400000000000000" pitchFamily="50" charset="-128"/>
                <a:ea typeface="BIZ UDPゴシック" panose="020B0400000000000000" pitchFamily="50" charset="-128"/>
              </a:rPr>
            </a:br>
            <a:r>
              <a:rPr kumimoji="1" lang="en-US" altLang="ja-JP" sz="1600" dirty="0">
                <a:solidFill>
                  <a:schemeClr val="tx1">
                    <a:lumMod val="65000"/>
                    <a:lumOff val="35000"/>
                  </a:schemeClr>
                </a:solidFill>
                <a:latin typeface="BIZ UDPゴシック" panose="020B0400000000000000" pitchFamily="50" charset="-128"/>
                <a:ea typeface="BIZ UDPゴシック" panose="020B0400000000000000" pitchFamily="50" charset="-128"/>
              </a:rPr>
              <a:t>20</a:t>
            </a:r>
            <a:r>
              <a:rPr kumimoji="1" lang="ja-JP" altLang="en-US" sz="1600" dirty="0">
                <a:solidFill>
                  <a:schemeClr val="tx1">
                    <a:lumMod val="65000"/>
                    <a:lumOff val="35000"/>
                  </a:schemeClr>
                </a:solidFill>
                <a:latin typeface="BIZ UDPゴシック" panose="020B0400000000000000" pitchFamily="50" charset="-128"/>
                <a:ea typeface="BIZ UDPゴシック" panose="020B0400000000000000" pitchFamily="50" charset="-128"/>
              </a:rPr>
              <a:t>時間に満たない時間につきましては、翌月への繰り越しは行いません。</a:t>
            </a:r>
            <a:br>
              <a:rPr kumimoji="1" lang="ja-JP" altLang="en-US" sz="1600" dirty="0">
                <a:solidFill>
                  <a:schemeClr val="tx1">
                    <a:lumMod val="65000"/>
                    <a:lumOff val="35000"/>
                  </a:schemeClr>
                </a:solidFill>
                <a:latin typeface="BIZ UDPゴシック" panose="020B0400000000000000" pitchFamily="50" charset="-128"/>
                <a:ea typeface="BIZ UDPゴシック" panose="020B0400000000000000" pitchFamily="50" charset="-128"/>
              </a:rPr>
            </a:br>
            <a:r>
              <a:rPr kumimoji="1" lang="ja-JP" altLang="en-US" sz="1600" dirty="0">
                <a:solidFill>
                  <a:schemeClr val="tx1">
                    <a:lumMod val="65000"/>
                    <a:lumOff val="35000"/>
                  </a:schemeClr>
                </a:solidFill>
                <a:latin typeface="BIZ UDPゴシック" panose="020B0400000000000000" pitchFamily="50" charset="-128"/>
                <a:ea typeface="BIZ UDPゴシック" panose="020B0400000000000000" pitchFamily="50" charset="-128"/>
              </a:rPr>
              <a:t>作業実績時間が、上限時間を超過する場合は、超過時間（</a:t>
            </a:r>
            <a:r>
              <a:rPr kumimoji="1" lang="en-US" altLang="ja-JP" sz="1600" dirty="0">
                <a:solidFill>
                  <a:schemeClr val="tx1">
                    <a:lumMod val="65000"/>
                    <a:lumOff val="35000"/>
                  </a:schemeClr>
                </a:solidFill>
                <a:latin typeface="BIZ UDPゴシック" panose="020B0400000000000000" pitchFamily="50" charset="-128"/>
                <a:ea typeface="BIZ UDPゴシック" panose="020B0400000000000000" pitchFamily="50" charset="-128"/>
              </a:rPr>
              <a:t>30</a:t>
            </a:r>
            <a:r>
              <a:rPr kumimoji="1" lang="ja-JP" altLang="en-US" sz="1600" dirty="0">
                <a:solidFill>
                  <a:schemeClr val="tx1">
                    <a:lumMod val="65000"/>
                    <a:lumOff val="35000"/>
                  </a:schemeClr>
                </a:solidFill>
                <a:latin typeface="BIZ UDPゴシック" panose="020B0400000000000000" pitchFamily="50" charset="-128"/>
                <a:ea typeface="BIZ UDPゴシック" panose="020B0400000000000000" pitchFamily="50" charset="-128"/>
              </a:rPr>
              <a:t>分単位）に</a:t>
            </a:r>
            <a:r>
              <a:rPr kumimoji="1" lang="en-US" altLang="ja-JP" sz="1600" dirty="0">
                <a:solidFill>
                  <a:schemeClr val="tx1">
                    <a:lumMod val="65000"/>
                    <a:lumOff val="35000"/>
                  </a:schemeClr>
                </a:solidFill>
                <a:latin typeface="BIZ UDPゴシック" panose="020B0400000000000000" pitchFamily="50" charset="-128"/>
                <a:ea typeface="BIZ UDPゴシック" panose="020B0400000000000000" pitchFamily="50" charset="-128"/>
              </a:rPr>
              <a:t>\8,750/</a:t>
            </a:r>
            <a:r>
              <a:rPr kumimoji="1" lang="ja-JP" altLang="en-US" sz="1600" dirty="0">
                <a:solidFill>
                  <a:schemeClr val="tx1">
                    <a:lumMod val="65000"/>
                    <a:lumOff val="35000"/>
                  </a:schemeClr>
                </a:solidFill>
                <a:latin typeface="BIZ UDPゴシック" panose="020B0400000000000000" pitchFamily="50" charset="-128"/>
                <a:ea typeface="BIZ UDPゴシック" panose="020B0400000000000000" pitchFamily="50" charset="-128"/>
              </a:rPr>
              <a:t>時間でのご精算とさせていただきます。</a:t>
            </a:r>
            <a:endParaRPr kumimoji="1" lang="en-US" altLang="ja-JP" sz="1600" dirty="0">
              <a:solidFill>
                <a:schemeClr val="tx1">
                  <a:lumMod val="65000"/>
                  <a:lumOff val="35000"/>
                </a:schemeClr>
              </a:solidFill>
              <a:latin typeface="BIZ UDPゴシック" panose="020B0400000000000000" pitchFamily="50" charset="-128"/>
              <a:ea typeface="BIZ UDPゴシック" panose="020B0400000000000000" pitchFamily="50" charset="-128"/>
            </a:endParaRPr>
          </a:p>
          <a:p>
            <a:pPr marL="180975" indent="-180975">
              <a:buFont typeface="Arial" panose="020B0604020202020204" pitchFamily="34" charset="0"/>
              <a:buChar char="•"/>
            </a:pPr>
            <a:endParaRPr kumimoji="1" lang="en-US" altLang="ja-JP" sz="1600" dirty="0">
              <a:solidFill>
                <a:schemeClr val="tx1">
                  <a:lumMod val="65000"/>
                  <a:lumOff val="35000"/>
                </a:schemeClr>
              </a:solidFill>
              <a:latin typeface="BIZ UDPゴシック" panose="020B0400000000000000" pitchFamily="50" charset="-128"/>
              <a:ea typeface="BIZ UDPゴシック" panose="020B0400000000000000" pitchFamily="50" charset="-128"/>
            </a:endParaRPr>
          </a:p>
          <a:p>
            <a:pPr marL="180975" indent="-180975">
              <a:buFont typeface="Arial" panose="020B0604020202020204" pitchFamily="34" charset="0"/>
              <a:buChar char="•"/>
            </a:pPr>
            <a:r>
              <a:rPr kumimoji="1" lang="ja-JP" altLang="en-US" sz="1600" dirty="0">
                <a:solidFill>
                  <a:schemeClr val="tx1">
                    <a:lumMod val="65000"/>
                    <a:lumOff val="35000"/>
                  </a:schemeClr>
                </a:solidFill>
                <a:latin typeface="BIZ UDPゴシック" panose="020B0400000000000000" pitchFamily="50" charset="-128"/>
                <a:ea typeface="BIZ UDPゴシック" panose="020B0400000000000000" pitchFamily="50" charset="-128"/>
              </a:rPr>
              <a:t>作業場所は原則、弊社内（在宅勤務含む）とさせていただきます。</a:t>
            </a:r>
            <a:endParaRPr kumimoji="1" lang="en-US" altLang="ja-JP" sz="1600" dirty="0">
              <a:solidFill>
                <a:schemeClr val="tx1">
                  <a:lumMod val="65000"/>
                  <a:lumOff val="35000"/>
                </a:schemeClr>
              </a:solidFill>
              <a:latin typeface="BIZ UDPゴシック" panose="020B0400000000000000" pitchFamily="50" charset="-128"/>
              <a:ea typeface="BIZ UDPゴシック" panose="020B0400000000000000" pitchFamily="50" charset="-128"/>
            </a:endParaRPr>
          </a:p>
          <a:p>
            <a:endParaRPr kumimoji="1" lang="en-US" altLang="ja-JP" sz="1600" dirty="0">
              <a:solidFill>
                <a:schemeClr val="tx1">
                  <a:lumMod val="65000"/>
                  <a:lumOff val="35000"/>
                </a:schemeClr>
              </a:solidFill>
              <a:latin typeface="BIZ UDPゴシック" panose="020B0400000000000000" pitchFamily="50" charset="-128"/>
              <a:ea typeface="BIZ UDPゴシック" panose="020B0400000000000000" pitchFamily="50" charset="-128"/>
            </a:endParaRPr>
          </a:p>
          <a:p>
            <a:pPr marL="180975" indent="-180975">
              <a:buFont typeface="Arial" panose="020B0604020202020204" pitchFamily="34" charset="0"/>
              <a:buChar char="•"/>
            </a:pPr>
            <a:r>
              <a:rPr kumimoji="1" lang="en-US" altLang="ja-JP" sz="1600" dirty="0">
                <a:solidFill>
                  <a:schemeClr val="tx1">
                    <a:lumMod val="65000"/>
                    <a:lumOff val="35000"/>
                  </a:schemeClr>
                </a:solidFill>
                <a:latin typeface="BIZ UDPゴシック" panose="020B0400000000000000" pitchFamily="50" charset="-128"/>
                <a:ea typeface="BIZ UDPゴシック" panose="020B0400000000000000" pitchFamily="50" charset="-128"/>
              </a:rPr>
              <a:t>Microsoft365</a:t>
            </a:r>
            <a:r>
              <a:rPr kumimoji="1" lang="ja-JP" altLang="en-US" sz="1600" dirty="0">
                <a:solidFill>
                  <a:schemeClr val="tx1">
                    <a:lumMod val="65000"/>
                    <a:lumOff val="35000"/>
                  </a:schemeClr>
                </a:solidFill>
                <a:latin typeface="BIZ UDPゴシック" panose="020B0400000000000000" pitchFamily="50" charset="-128"/>
                <a:ea typeface="BIZ UDPゴシック" panose="020B0400000000000000" pitchFamily="50" charset="-128"/>
              </a:rPr>
              <a:t>環境、</a:t>
            </a:r>
            <a:r>
              <a:rPr kumimoji="1" lang="en-US" altLang="ja-JP" sz="1600" dirty="0">
                <a:solidFill>
                  <a:schemeClr val="tx1">
                    <a:lumMod val="65000"/>
                    <a:lumOff val="35000"/>
                  </a:schemeClr>
                </a:solidFill>
                <a:latin typeface="BIZ UDPゴシック" panose="020B0400000000000000" pitchFamily="50" charset="-128"/>
                <a:ea typeface="BIZ UDPゴシック" panose="020B0400000000000000" pitchFamily="50" charset="-128"/>
              </a:rPr>
              <a:t>Power Platform</a:t>
            </a:r>
            <a:r>
              <a:rPr kumimoji="1" lang="ja-JP" altLang="en-US" sz="1600" dirty="0">
                <a:solidFill>
                  <a:schemeClr val="tx1">
                    <a:lumMod val="65000"/>
                    <a:lumOff val="35000"/>
                  </a:schemeClr>
                </a:solidFill>
                <a:latin typeface="BIZ UDPゴシック" panose="020B0400000000000000" pitchFamily="50" charset="-128"/>
                <a:ea typeface="BIZ UDPゴシック" panose="020B0400000000000000" pitchFamily="50" charset="-128"/>
              </a:rPr>
              <a:t>のライセンスに係る費用は御見積に含んでおりません。</a:t>
            </a:r>
            <a:endParaRPr kumimoji="1" lang="en-US" altLang="ja-JP" sz="1600" dirty="0">
              <a:solidFill>
                <a:schemeClr val="tx1">
                  <a:lumMod val="65000"/>
                  <a:lumOff val="35000"/>
                </a:schemeClr>
              </a:solidFill>
              <a:latin typeface="BIZ UDPゴシック" panose="020B0400000000000000" pitchFamily="50" charset="-128"/>
              <a:ea typeface="BIZ UDPゴシック" panose="020B0400000000000000" pitchFamily="50" charset="-128"/>
            </a:endParaRPr>
          </a:p>
          <a:p>
            <a:pPr marL="180975" indent="-180975">
              <a:buFont typeface="Arial" panose="020B0604020202020204" pitchFamily="34" charset="0"/>
              <a:buChar char="•"/>
            </a:pPr>
            <a:endParaRPr kumimoji="1" lang="en-US" altLang="ja-JP" sz="1600" dirty="0">
              <a:solidFill>
                <a:schemeClr val="tx1">
                  <a:lumMod val="65000"/>
                  <a:lumOff val="35000"/>
                </a:schemeClr>
              </a:solidFill>
              <a:latin typeface="BIZ UDPゴシック" panose="020B0400000000000000" pitchFamily="50" charset="-128"/>
              <a:ea typeface="BIZ UDPゴシック" panose="020B0400000000000000" pitchFamily="50" charset="-128"/>
            </a:endParaRPr>
          </a:p>
          <a:p>
            <a:pPr marL="180975" indent="-180975">
              <a:buFont typeface="Arial" panose="020B0604020202020204" pitchFamily="34" charset="0"/>
              <a:buChar char="•"/>
            </a:pPr>
            <a:r>
              <a:rPr kumimoji="1" lang="ja-JP" altLang="en-US" sz="1600" dirty="0">
                <a:solidFill>
                  <a:schemeClr val="tx1">
                    <a:lumMod val="65000"/>
                    <a:lumOff val="35000"/>
                  </a:schemeClr>
                </a:solidFill>
                <a:latin typeface="BIZ UDPゴシック" panose="020B0400000000000000" pitchFamily="50" charset="-128"/>
                <a:ea typeface="BIZ UDPゴシック" panose="020B0400000000000000" pitchFamily="50" charset="-128"/>
              </a:rPr>
              <a:t>オフショアメンバーにつきましては、</a:t>
            </a:r>
            <a:r>
              <a:rPr kumimoji="1" lang="en-US" altLang="ja-JP" sz="1600" dirty="0">
                <a:solidFill>
                  <a:schemeClr val="tx1">
                    <a:lumMod val="65000"/>
                    <a:lumOff val="35000"/>
                  </a:schemeClr>
                </a:solidFill>
                <a:latin typeface="BIZ UDPゴシック" panose="020B0400000000000000" pitchFamily="50" charset="-128"/>
                <a:ea typeface="BIZ UDPゴシック" panose="020B0400000000000000" pitchFamily="50" charset="-128"/>
              </a:rPr>
              <a:t>Azure Virtual Desktop</a:t>
            </a:r>
            <a:r>
              <a:rPr kumimoji="1" lang="ja-JP" altLang="en-US" sz="1600" dirty="0">
                <a:solidFill>
                  <a:schemeClr val="tx1">
                    <a:lumMod val="65000"/>
                    <a:lumOff val="35000"/>
                  </a:schemeClr>
                </a:solidFill>
                <a:latin typeface="BIZ UDPゴシック" panose="020B0400000000000000" pitchFamily="50" charset="-128"/>
                <a:ea typeface="BIZ UDPゴシック" panose="020B0400000000000000" pitchFamily="50" charset="-128"/>
              </a:rPr>
              <a:t>　</a:t>
            </a:r>
            <a:r>
              <a:rPr kumimoji="1" lang="en-US" altLang="ja-JP" sz="1600" dirty="0">
                <a:solidFill>
                  <a:schemeClr val="tx1">
                    <a:lumMod val="65000"/>
                    <a:lumOff val="35000"/>
                  </a:schemeClr>
                </a:solidFill>
                <a:latin typeface="BIZ UDPゴシック" panose="020B0400000000000000" pitchFamily="50" charset="-128"/>
                <a:ea typeface="BIZ UDPゴシック" panose="020B0400000000000000" pitchFamily="50" charset="-128"/>
              </a:rPr>
              <a:t>or</a:t>
            </a:r>
            <a:r>
              <a:rPr kumimoji="1" lang="ja-JP" altLang="en-US" sz="1600" dirty="0">
                <a:solidFill>
                  <a:schemeClr val="tx1">
                    <a:lumMod val="65000"/>
                    <a:lumOff val="35000"/>
                  </a:schemeClr>
                </a:solidFill>
                <a:latin typeface="BIZ UDPゴシック" panose="020B0400000000000000" pitchFamily="50" charset="-128"/>
                <a:ea typeface="BIZ UDPゴシック" panose="020B0400000000000000" pitchFamily="50" charset="-128"/>
              </a:rPr>
              <a:t>　</a:t>
            </a:r>
            <a:r>
              <a:rPr kumimoji="1" lang="en-US" altLang="ja-JP" sz="1600" dirty="0">
                <a:solidFill>
                  <a:schemeClr val="tx1">
                    <a:lumMod val="65000"/>
                    <a:lumOff val="35000"/>
                  </a:schemeClr>
                </a:solidFill>
                <a:latin typeface="BIZ UDPゴシック" panose="020B0400000000000000" pitchFamily="50" charset="-128"/>
                <a:ea typeface="BIZ UDPゴシック" panose="020B0400000000000000" pitchFamily="50" charset="-128"/>
              </a:rPr>
              <a:t>Windows365</a:t>
            </a:r>
            <a:r>
              <a:rPr kumimoji="1" lang="ja-JP" altLang="en-US" sz="1600" dirty="0">
                <a:solidFill>
                  <a:schemeClr val="tx1">
                    <a:lumMod val="65000"/>
                    <a:lumOff val="35000"/>
                  </a:schemeClr>
                </a:solidFill>
                <a:latin typeface="BIZ UDPゴシック" panose="020B0400000000000000" pitchFamily="50" charset="-128"/>
                <a:ea typeface="BIZ UDPゴシック" panose="020B0400000000000000" pitchFamily="50" charset="-128"/>
              </a:rPr>
              <a:t>の払い出しをお願いいたします。</a:t>
            </a:r>
            <a:endParaRPr kumimoji="1" lang="en-US" altLang="ja-JP" sz="1600" dirty="0">
              <a:solidFill>
                <a:schemeClr val="tx1">
                  <a:lumMod val="65000"/>
                  <a:lumOff val="35000"/>
                </a:schemeClr>
              </a:solidFill>
              <a:latin typeface="BIZ UDPゴシック" panose="020B0400000000000000" pitchFamily="50" charset="-128"/>
              <a:ea typeface="BIZ UDPゴシック" panose="020B0400000000000000" pitchFamily="50" charset="-128"/>
            </a:endParaRPr>
          </a:p>
          <a:p>
            <a:endParaRPr kumimoji="1" lang="en-US" altLang="ja-JP" sz="1600" dirty="0">
              <a:solidFill>
                <a:schemeClr val="tx1">
                  <a:lumMod val="65000"/>
                  <a:lumOff val="35000"/>
                </a:schemeClr>
              </a:solidFill>
              <a:latin typeface="BIZ UDPゴシック" panose="020B0400000000000000" pitchFamily="50" charset="-128"/>
              <a:ea typeface="BIZ UDPゴシック" panose="020B0400000000000000" pitchFamily="50" charset="-128"/>
            </a:endParaRPr>
          </a:p>
          <a:p>
            <a:pPr marL="180975" indent="-180975">
              <a:buFont typeface="Arial" panose="020B0604020202020204" pitchFamily="34" charset="0"/>
              <a:buChar char="•"/>
            </a:pPr>
            <a:r>
              <a:rPr kumimoji="1" lang="ja-JP" altLang="en-US" sz="1600" dirty="0">
                <a:solidFill>
                  <a:schemeClr val="tx1">
                    <a:lumMod val="65000"/>
                    <a:lumOff val="35000"/>
                  </a:schemeClr>
                </a:solidFill>
                <a:latin typeface="BIZ UDPゴシック" panose="020B0400000000000000" pitchFamily="50" charset="-128"/>
                <a:ea typeface="BIZ UDPゴシック" panose="020B0400000000000000" pitchFamily="50" charset="-128"/>
              </a:rPr>
              <a:t>仕様変更、機能追加等の改修は協議の上、別途契約とさせていただく場合がございます。</a:t>
            </a:r>
            <a:endParaRPr kumimoji="1" lang="en-US" altLang="ja-JP" sz="1600" dirty="0">
              <a:solidFill>
                <a:schemeClr val="tx1">
                  <a:lumMod val="65000"/>
                  <a:lumOff val="35000"/>
                </a:schemeClr>
              </a:solidFill>
              <a:latin typeface="BIZ UDPゴシック" panose="020B0400000000000000" pitchFamily="50" charset="-128"/>
              <a:ea typeface="BIZ UDPゴシック" panose="020B0400000000000000" pitchFamily="50" charset="-128"/>
            </a:endParaRPr>
          </a:p>
          <a:p>
            <a:pPr marL="180975" indent="-180975">
              <a:buFont typeface="Arial" panose="020B0604020202020204" pitchFamily="34" charset="0"/>
              <a:buChar char="•"/>
            </a:pPr>
            <a:endParaRPr kumimoji="1" lang="en-US" altLang="ja-JP" sz="1600" dirty="0">
              <a:solidFill>
                <a:schemeClr val="tx1">
                  <a:lumMod val="65000"/>
                  <a:lumOff val="35000"/>
                </a:schemeClr>
              </a:solidFill>
              <a:latin typeface="BIZ UDPゴシック" panose="020B0400000000000000" pitchFamily="50" charset="-128"/>
              <a:ea typeface="BIZ UDPゴシック" panose="020B0400000000000000" pitchFamily="50" charset="-128"/>
            </a:endParaRPr>
          </a:p>
          <a:p>
            <a:pPr marL="180975" indent="-180975">
              <a:buFont typeface="Arial" panose="020B0604020202020204" pitchFamily="34" charset="0"/>
              <a:buChar char="•"/>
            </a:pPr>
            <a:r>
              <a:rPr kumimoji="1" lang="ja-JP" altLang="en-US" sz="1600" dirty="0">
                <a:solidFill>
                  <a:schemeClr val="tx1">
                    <a:lumMod val="65000"/>
                    <a:lumOff val="35000"/>
                  </a:schemeClr>
                </a:solidFill>
                <a:latin typeface="BIZ UDPゴシック" panose="020B0400000000000000" pitchFamily="50" charset="-128"/>
                <a:ea typeface="BIZ UDPゴシック" panose="020B0400000000000000" pitchFamily="50" charset="-128"/>
              </a:rPr>
              <a:t>上記に記載のない諸条件につきましては、別途ご相談の上、決定させていただきます。</a:t>
            </a:r>
            <a:endParaRPr kumimoji="1" lang="en-US" altLang="ja-JP" sz="1600" dirty="0">
              <a:solidFill>
                <a:schemeClr val="tx1">
                  <a:lumMod val="65000"/>
                  <a:lumOff val="35000"/>
                </a:schemeClr>
              </a:solidFill>
              <a:latin typeface="BIZ UDPゴシック" panose="020B0400000000000000" pitchFamily="50" charset="-128"/>
              <a:ea typeface="BIZ UDPゴシック" panose="020B0400000000000000" pitchFamily="50" charset="-128"/>
            </a:endParaRPr>
          </a:p>
          <a:p>
            <a:pPr marL="180975" indent="-180975">
              <a:buFont typeface="Arial" panose="020B0604020202020204" pitchFamily="34" charset="0"/>
              <a:buChar char="•"/>
            </a:pPr>
            <a:endParaRPr kumimoji="1" lang="en-US" altLang="ja-JP" sz="1600" dirty="0">
              <a:solidFill>
                <a:schemeClr val="tx1">
                  <a:lumMod val="65000"/>
                  <a:lumOff val="35000"/>
                </a:schemeClr>
              </a:solidFill>
              <a:latin typeface="BIZ UDPゴシック" panose="020B0400000000000000" pitchFamily="50" charset="-128"/>
              <a:ea typeface="BIZ UDPゴシック" panose="020B0400000000000000" pitchFamily="50" charset="-128"/>
            </a:endParaRPr>
          </a:p>
          <a:p>
            <a:pPr marL="180975" indent="-180975">
              <a:buFont typeface="Arial" panose="020B0604020202020204" pitchFamily="34" charset="0"/>
              <a:buChar char="•"/>
            </a:pPr>
            <a:endParaRPr kumimoji="1" lang="ja-JP" altLang="en-US" sz="1600" dirty="0">
              <a:solidFill>
                <a:srgbClr val="FF0000"/>
              </a:solidFill>
              <a:latin typeface="BIZ UDPゴシック" panose="020B0400000000000000" pitchFamily="50" charset="-128"/>
              <a:ea typeface="BIZ UDPゴシック" panose="020B0400000000000000" pitchFamily="50" charset="-128"/>
            </a:endParaRPr>
          </a:p>
        </p:txBody>
      </p:sp>
      <p:sp>
        <p:nvSpPr>
          <p:cNvPr id="10" name="タイトル 1">
            <a:extLst>
              <a:ext uri="{FF2B5EF4-FFF2-40B4-BE49-F238E27FC236}">
                <a16:creationId xmlns:a16="http://schemas.microsoft.com/office/drawing/2014/main" id="{7DFC89C3-99C4-2D29-5D10-1F7BC743B715}"/>
              </a:ext>
            </a:extLst>
          </p:cNvPr>
          <p:cNvSpPr>
            <a:spLocks noGrp="1"/>
          </p:cNvSpPr>
          <p:nvPr>
            <p:ph type="title"/>
          </p:nvPr>
        </p:nvSpPr>
        <p:spPr>
          <a:xfrm>
            <a:off x="576000" y="180000"/>
            <a:ext cx="11041200" cy="504000"/>
          </a:xfrm>
        </p:spPr>
        <p:txBody>
          <a:bodyPr/>
          <a:lstStyle/>
          <a:p>
            <a:r>
              <a:rPr lang="en-US" altLang="ja-JP" sz="2300" dirty="0"/>
              <a:t>5. </a:t>
            </a:r>
            <a:r>
              <a:rPr lang="ja-JP" altLang="en-US" sz="2300" dirty="0"/>
              <a:t>見積前提条件</a:t>
            </a:r>
            <a:endParaRPr kumimoji="1" lang="ja-JP" altLang="en-US" dirty="0"/>
          </a:p>
        </p:txBody>
      </p:sp>
      <p:sp>
        <p:nvSpPr>
          <p:cNvPr id="3" name="フッター プレースホルダー 2">
            <a:extLst>
              <a:ext uri="{FF2B5EF4-FFF2-40B4-BE49-F238E27FC236}">
                <a16:creationId xmlns:a16="http://schemas.microsoft.com/office/drawing/2014/main" id="{DCB6D550-2A2C-AFBB-F669-1E835FA1972A}"/>
              </a:ext>
            </a:extLst>
          </p:cNvPr>
          <p:cNvSpPr>
            <a:spLocks noGrp="1"/>
          </p:cNvSpPr>
          <p:nvPr>
            <p:ph type="ftr" sz="quarter" idx="11"/>
          </p:nvPr>
        </p:nvSpPr>
        <p:spPr/>
        <p:txBody>
          <a:bodyPr/>
          <a:lstStyle/>
          <a:p>
            <a:r>
              <a:rPr lang="en-US">
                <a:latin typeface="BIZ UDPゴシック" panose="020B0400000000000000" pitchFamily="50" charset="-128"/>
                <a:ea typeface="BIZ UDPゴシック" panose="020B0400000000000000" pitchFamily="50" charset="-128"/>
              </a:rPr>
              <a:t>Copyright © 2025 SystemEXE,Inc. All Rights Reserved.</a:t>
            </a:r>
          </a:p>
        </p:txBody>
      </p:sp>
      <p:sp>
        <p:nvSpPr>
          <p:cNvPr id="2" name="日付プレースホルダー 1">
            <a:extLst>
              <a:ext uri="{FF2B5EF4-FFF2-40B4-BE49-F238E27FC236}">
                <a16:creationId xmlns:a16="http://schemas.microsoft.com/office/drawing/2014/main" id="{9492BC3C-C0F7-104F-325E-E364960BB491}"/>
              </a:ext>
            </a:extLst>
          </p:cNvPr>
          <p:cNvSpPr>
            <a:spLocks noGrp="1"/>
          </p:cNvSpPr>
          <p:nvPr>
            <p:ph type="dt" sz="half" idx="10"/>
          </p:nvPr>
        </p:nvSpPr>
        <p:spPr/>
        <p:txBody>
          <a:bodyPr/>
          <a:lstStyle/>
          <a:p>
            <a:r>
              <a:rPr lang="en-US" altLang="ja-JP"/>
              <a:t>2025/7/16</a:t>
            </a:r>
            <a:endParaRPr lang="en-US"/>
          </a:p>
        </p:txBody>
      </p:sp>
    </p:spTree>
    <p:extLst>
      <p:ext uri="{BB962C8B-B14F-4D97-AF65-F5344CB8AC3E}">
        <p14:creationId xmlns:p14="http://schemas.microsoft.com/office/powerpoint/2010/main" val="13054368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CF095D63-28E3-4ACD-BFC6-41E0771A0F31}"/>
              </a:ext>
            </a:extLst>
          </p:cNvPr>
          <p:cNvSpPr>
            <a:spLocks noGrp="1"/>
          </p:cNvSpPr>
          <p:nvPr>
            <p:ph type="ftr" sz="quarter" idx="19"/>
          </p:nvPr>
        </p:nvSpPr>
        <p:spPr>
          <a:xfrm>
            <a:off x="3036000" y="6552000"/>
            <a:ext cx="6120000" cy="216000"/>
          </a:xfrm>
        </p:spPr>
        <p:txBody>
          <a:bodyPr/>
          <a:lstStyle/>
          <a:p>
            <a:r>
              <a:rPr lang="en-US"/>
              <a:t>Copyright © 2025 SystemEXE,Inc. All Rights Reserved.</a:t>
            </a:r>
          </a:p>
        </p:txBody>
      </p:sp>
      <p:sp>
        <p:nvSpPr>
          <p:cNvPr id="4" name="テキスト プレースホルダー 3">
            <a:extLst>
              <a:ext uri="{FF2B5EF4-FFF2-40B4-BE49-F238E27FC236}">
                <a16:creationId xmlns:a16="http://schemas.microsoft.com/office/drawing/2014/main" id="{98BBBA1E-94AB-4E3B-9E77-B45E577B51A5}"/>
              </a:ext>
            </a:extLst>
          </p:cNvPr>
          <p:cNvSpPr>
            <a:spLocks noGrp="1"/>
          </p:cNvSpPr>
          <p:nvPr>
            <p:ph type="body" sz="quarter" idx="13"/>
          </p:nvPr>
        </p:nvSpPr>
        <p:spPr/>
        <p:txBody>
          <a:bodyPr/>
          <a:lstStyle/>
          <a:p>
            <a:r>
              <a:rPr kumimoji="1" lang="ja-JP" altLang="en-US"/>
              <a:t>株式会社システムエグゼ</a:t>
            </a:r>
          </a:p>
        </p:txBody>
      </p:sp>
      <p:sp>
        <p:nvSpPr>
          <p:cNvPr id="5" name="テキスト プレースホルダー 4">
            <a:extLst>
              <a:ext uri="{FF2B5EF4-FFF2-40B4-BE49-F238E27FC236}">
                <a16:creationId xmlns:a16="http://schemas.microsoft.com/office/drawing/2014/main" id="{7F991670-34BF-469F-8779-F7AF8FF3751B}"/>
              </a:ext>
            </a:extLst>
          </p:cNvPr>
          <p:cNvSpPr>
            <a:spLocks noGrp="1"/>
          </p:cNvSpPr>
          <p:nvPr>
            <p:ph type="body" sz="quarter" idx="14"/>
          </p:nvPr>
        </p:nvSpPr>
        <p:spPr>
          <a:xfrm>
            <a:off x="1920000" y="3086684"/>
            <a:ext cx="3936000" cy="432000"/>
          </a:xfrm>
        </p:spPr>
        <p:txBody>
          <a:bodyPr/>
          <a:lstStyle/>
          <a:p>
            <a:r>
              <a:rPr kumimoji="1" lang="ja-JP" altLang="en-US">
                <a:latin typeface="游ゴシック"/>
                <a:ea typeface="游ゴシック"/>
              </a:rPr>
              <a:t>担当：</a:t>
            </a:r>
            <a:r>
              <a:rPr lang="ja-JP" altLang="en-US">
                <a:latin typeface="游ゴシック"/>
                <a:ea typeface="游ゴシック"/>
              </a:rPr>
              <a:t>野村康二</a:t>
            </a:r>
            <a:r>
              <a:rPr kumimoji="1" lang="ja-JP" altLang="en-US">
                <a:latin typeface="游ゴシック"/>
                <a:ea typeface="游ゴシック"/>
              </a:rPr>
              <a:t>、髙浦祐朗</a:t>
            </a:r>
          </a:p>
        </p:txBody>
      </p:sp>
      <p:sp>
        <p:nvSpPr>
          <p:cNvPr id="6" name="テキスト プレースホルダー 5">
            <a:extLst>
              <a:ext uri="{FF2B5EF4-FFF2-40B4-BE49-F238E27FC236}">
                <a16:creationId xmlns:a16="http://schemas.microsoft.com/office/drawing/2014/main" id="{FE4390D4-3234-4341-AB1E-4ED43D45D25C}"/>
              </a:ext>
            </a:extLst>
          </p:cNvPr>
          <p:cNvSpPr>
            <a:spLocks noGrp="1"/>
          </p:cNvSpPr>
          <p:nvPr>
            <p:ph type="body" sz="quarter" idx="15"/>
          </p:nvPr>
        </p:nvSpPr>
        <p:spPr/>
        <p:txBody>
          <a:bodyPr/>
          <a:lstStyle/>
          <a:p>
            <a:r>
              <a:rPr kumimoji="1" lang="en-US" altLang="ja-JP"/>
              <a:t>TEL</a:t>
            </a:r>
            <a:r>
              <a:rPr kumimoji="1" lang="ja-JP" altLang="en-US"/>
              <a:t>：</a:t>
            </a:r>
            <a:r>
              <a:rPr kumimoji="1" lang="en-US" altLang="ja-JP"/>
              <a:t>03-5299-5351</a:t>
            </a:r>
            <a:endParaRPr kumimoji="1" lang="ja-JP" altLang="en-US"/>
          </a:p>
        </p:txBody>
      </p:sp>
      <p:sp>
        <p:nvSpPr>
          <p:cNvPr id="7" name="テキスト プレースホルダー 6">
            <a:extLst>
              <a:ext uri="{FF2B5EF4-FFF2-40B4-BE49-F238E27FC236}">
                <a16:creationId xmlns:a16="http://schemas.microsoft.com/office/drawing/2014/main" id="{13DC9859-5929-4710-A8F2-FBBA9210DDDD}"/>
              </a:ext>
            </a:extLst>
          </p:cNvPr>
          <p:cNvSpPr>
            <a:spLocks noGrp="1"/>
          </p:cNvSpPr>
          <p:nvPr>
            <p:ph type="body" sz="quarter" idx="16"/>
          </p:nvPr>
        </p:nvSpPr>
        <p:spPr>
          <a:xfrm>
            <a:off x="1920000" y="4011757"/>
            <a:ext cx="3936000" cy="422683"/>
          </a:xfrm>
        </p:spPr>
        <p:txBody>
          <a:bodyPr/>
          <a:lstStyle/>
          <a:p>
            <a:r>
              <a:rPr kumimoji="1" lang="en-US" altLang="ja-JP">
                <a:latin typeface="游ゴシック"/>
                <a:ea typeface="游ゴシック"/>
              </a:rPr>
              <a:t>Mail</a:t>
            </a:r>
            <a:r>
              <a:rPr kumimoji="1" lang="ja-JP" altLang="en-US">
                <a:latin typeface="游ゴシック"/>
                <a:ea typeface="游ゴシック"/>
              </a:rPr>
              <a:t>：</a:t>
            </a:r>
            <a:r>
              <a:rPr lang="ja-JP" altLang="en-US">
                <a:latin typeface="游ゴシック"/>
                <a:ea typeface="游ゴシック"/>
              </a:rPr>
              <a:t>kouji</a:t>
            </a:r>
            <a:r>
              <a:rPr lang="en-US" altLang="ja-JP">
                <a:latin typeface="游ゴシック"/>
                <a:ea typeface="游ゴシック"/>
              </a:rPr>
              <a:t>.nomura@system-exe.jp</a:t>
            </a:r>
            <a:endParaRPr kumimoji="1" lang="en-US" altLang="ja-JP">
              <a:latin typeface="游ゴシック"/>
              <a:ea typeface="游ゴシック"/>
            </a:endParaRPr>
          </a:p>
          <a:p>
            <a:r>
              <a:rPr lang="ja-JP" altLang="en-US">
                <a:latin typeface="游ゴシック"/>
                <a:ea typeface="游ゴシック"/>
              </a:rPr>
              <a:t>　　　</a:t>
            </a:r>
            <a:r>
              <a:rPr kumimoji="1" lang="en-US" altLang="ja-JP">
                <a:latin typeface="游ゴシック"/>
                <a:ea typeface="游ゴシック"/>
              </a:rPr>
              <a:t>masaaki.takaura@system-exe.jp</a:t>
            </a:r>
            <a:endParaRPr kumimoji="1" lang="ja-JP" altLang="en-US">
              <a:latin typeface="游ゴシック"/>
              <a:ea typeface="游ゴシック"/>
            </a:endParaRPr>
          </a:p>
        </p:txBody>
      </p:sp>
      <p:sp>
        <p:nvSpPr>
          <p:cNvPr id="8" name="テキスト プレースホルダー 7">
            <a:extLst>
              <a:ext uri="{FF2B5EF4-FFF2-40B4-BE49-F238E27FC236}">
                <a16:creationId xmlns:a16="http://schemas.microsoft.com/office/drawing/2014/main" id="{00A413B6-8F7C-48BB-9D71-4076EBB30EB9}"/>
              </a:ext>
            </a:extLst>
          </p:cNvPr>
          <p:cNvSpPr>
            <a:spLocks noGrp="1"/>
          </p:cNvSpPr>
          <p:nvPr>
            <p:ph type="body" sz="quarter" idx="17"/>
          </p:nvPr>
        </p:nvSpPr>
        <p:spPr/>
        <p:txBody>
          <a:bodyPr/>
          <a:lstStyle/>
          <a:p>
            <a:r>
              <a:rPr kumimoji="1" lang="en-US" altLang="ja-JP"/>
              <a:t>URL</a:t>
            </a:r>
            <a:r>
              <a:rPr kumimoji="1" lang="ja-JP" altLang="en-US"/>
              <a:t>：</a:t>
            </a:r>
            <a:r>
              <a:rPr kumimoji="1" lang="en-US" altLang="ja-JP"/>
              <a:t>https://www.system-exe.co.jp</a:t>
            </a:r>
            <a:endParaRPr kumimoji="1" lang="ja-JP" altLang="en-US"/>
          </a:p>
        </p:txBody>
      </p:sp>
      <p:sp>
        <p:nvSpPr>
          <p:cNvPr id="9" name="テキスト プレースホルダー 8">
            <a:extLst>
              <a:ext uri="{FF2B5EF4-FFF2-40B4-BE49-F238E27FC236}">
                <a16:creationId xmlns:a16="http://schemas.microsoft.com/office/drawing/2014/main" id="{1A1339C8-3BE8-4E1B-83AE-6CA3E2BCCEB3}"/>
              </a:ext>
            </a:extLst>
          </p:cNvPr>
          <p:cNvSpPr>
            <a:spLocks noGrp="1"/>
          </p:cNvSpPr>
          <p:nvPr>
            <p:ph type="body" sz="quarter" idx="18"/>
          </p:nvPr>
        </p:nvSpPr>
        <p:spPr>
          <a:xfrm>
            <a:off x="1920000" y="4824000"/>
            <a:ext cx="3936000" cy="570036"/>
          </a:xfrm>
        </p:spPr>
        <p:txBody>
          <a:bodyPr/>
          <a:lstStyle/>
          <a:p>
            <a:r>
              <a:rPr kumimoji="1" lang="ja-JP" altLang="en-US"/>
              <a:t>〒</a:t>
            </a:r>
            <a:r>
              <a:rPr lang="en-US" altLang="ja-JP"/>
              <a:t>103-0022</a:t>
            </a:r>
            <a:endParaRPr kumimoji="1" lang="en-US" altLang="ja-JP"/>
          </a:p>
          <a:p>
            <a:r>
              <a:rPr kumimoji="1" lang="ja-JP" altLang="en-US"/>
              <a:t>東京都中央区日本橋室町</a:t>
            </a:r>
            <a:r>
              <a:rPr kumimoji="1" lang="en-US" altLang="ja-JP"/>
              <a:t>3-4-4 OVOL</a:t>
            </a:r>
            <a:r>
              <a:rPr kumimoji="1" lang="ja-JP" altLang="en-US"/>
              <a:t>日本橋ビル</a:t>
            </a:r>
            <a:r>
              <a:rPr kumimoji="1" lang="en-US" altLang="ja-JP"/>
              <a:t>7</a:t>
            </a:r>
            <a:r>
              <a:rPr lang="en-US" altLang="ja-JP"/>
              <a:t>F</a:t>
            </a:r>
            <a:endParaRPr kumimoji="1" lang="en-US" altLang="ja-JP"/>
          </a:p>
        </p:txBody>
      </p:sp>
    </p:spTree>
    <p:extLst>
      <p:ext uri="{BB962C8B-B14F-4D97-AF65-F5344CB8AC3E}">
        <p14:creationId xmlns:p14="http://schemas.microsoft.com/office/powerpoint/2010/main" val="3325638293"/>
      </p:ext>
    </p:extLst>
  </p:cSld>
  <p:clrMapOvr>
    <a:masterClrMapping/>
  </p:clrMapOvr>
</p:sld>
</file>

<file path=ppt/theme/theme1.xml><?xml version="1.0" encoding="utf-8"?>
<a:theme xmlns:a="http://schemas.openxmlformats.org/drawingml/2006/main" name="Office テーマ">
  <a:themeElements>
    <a:clrScheme name="ペーパー">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solidFill>
            <a:schemeClr val="tx1">
              <a:lumMod val="50000"/>
              <a:lumOff val="50000"/>
            </a:schemeClr>
          </a:solidFill>
        </a:ln>
      </a:spPr>
      <a:bodyPr vert="horz" lIns="90000" rtlCol="0" anchor="t"/>
      <a:lstStyle>
        <a:defPPr algn="l">
          <a:defRPr kumimoji="1" sz="1200" dirty="0" smtClean="0">
            <a:solidFill>
              <a:schemeClr val="tx1">
                <a:lumMod val="65000"/>
                <a:lumOff val="35000"/>
              </a:schemeClr>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lumMod val="50000"/>
              <a:lumOff val="50000"/>
            </a:schemeClr>
          </a:solidFill>
          <a:prstDash val="solid"/>
          <a:headEnd type="none" w="lg" len="lg"/>
          <a:tailEnd type="arrow"/>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kumimoji="1" sz="1600" dirty="0" smtClean="0">
            <a:latin typeface="游ゴシック" panose="020B0400000000000000" pitchFamily="50" charset="-128"/>
            <a:ea typeface="游ゴシック" panose="020B0400000000000000" pitchFamily="50" charset="-128"/>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2fd442da-66a9-4fa6-ba31-eb0d54ad1381">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ドキュメント" ma:contentTypeID="0x0101008B207C222D4A704392DD812ABE7F848A" ma:contentTypeVersion="10" ma:contentTypeDescription="新しいドキュメントを作成します。" ma:contentTypeScope="" ma:versionID="69aef985f427d6df22868eedf41448bf">
  <xsd:schema xmlns:xsd="http://www.w3.org/2001/XMLSchema" xmlns:xs="http://www.w3.org/2001/XMLSchema" xmlns:p="http://schemas.microsoft.com/office/2006/metadata/properties" xmlns:ns2="2fd442da-66a9-4fa6-ba31-eb0d54ad1381" targetNamespace="http://schemas.microsoft.com/office/2006/metadata/properties" ma:root="true" ma:fieldsID="5ea8d7fed5e91ecceba9cbd3c6ab47c3" ns2:_="">
    <xsd:import namespace="2fd442da-66a9-4fa6-ba31-eb0d54ad138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fd442da-66a9-4fa6-ba31-eb0d54ad138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画像タグ" ma:readOnly="false" ma:fieldId="{5cf76f15-5ced-4ddc-b409-7134ff3c332f}" ma:taxonomyMulti="true" ma:sspId="a5fcdd6f-42ce-4fb7-9ce2-d9614ea932c1"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A122B40-DA58-4945-8956-787D47A4EB05}">
  <ds:schemaRefs>
    <ds:schemaRef ds:uri="http://schemas.microsoft.com/office/2006/documentManagement/types"/>
    <ds:schemaRef ds:uri="http://purl.org/dc/elements/1.1/"/>
    <ds:schemaRef ds:uri="http://www.w3.org/XML/1998/namespace"/>
    <ds:schemaRef ds:uri="http://purl.org/dc/dcmitype/"/>
    <ds:schemaRef ds:uri="http://schemas.microsoft.com/office/infopath/2007/PartnerControls"/>
    <ds:schemaRef ds:uri="http://schemas.microsoft.com/office/2006/metadata/properties"/>
    <ds:schemaRef ds:uri="http://purl.org/dc/terms/"/>
    <ds:schemaRef ds:uri="http://schemas.openxmlformats.org/package/2006/metadata/core-properties"/>
    <ds:schemaRef ds:uri="756fc33d-1f96-4ec4-9433-d6e4de5e6924"/>
    <ds:schemaRef ds:uri="712eead5-78ef-49a3-b196-8556e315454d"/>
  </ds:schemaRefs>
</ds:datastoreItem>
</file>

<file path=customXml/itemProps2.xml><?xml version="1.0" encoding="utf-8"?>
<ds:datastoreItem xmlns:ds="http://schemas.openxmlformats.org/officeDocument/2006/customXml" ds:itemID="{CB2E21F8-707E-428F-8668-0B4DB3C02628}"/>
</file>

<file path=customXml/itemProps3.xml><?xml version="1.0" encoding="utf-8"?>
<ds:datastoreItem xmlns:ds="http://schemas.openxmlformats.org/officeDocument/2006/customXml" ds:itemID="{A1A51770-600D-4E45-92E7-8DC08FEB4071}">
  <ds:schemaRefs>
    <ds:schemaRef ds:uri="http://schemas.microsoft.com/sharepoint/v3/contenttype/forms"/>
  </ds:schemaRefs>
</ds:datastoreItem>
</file>

<file path=docMetadata/LabelInfo.xml><?xml version="1.0" encoding="utf-8"?>
<clbl:labelList xmlns:clbl="http://schemas.microsoft.com/office/2020/mipLabelMetadata">
  <clbl:label id="{0afc5a3f-0922-4aa7-a367-78e87777e348}" enabled="0" method="" siteId="{0afc5a3f-0922-4aa7-a367-78e87777e348}" removed="1"/>
</clbl:labelList>
</file>

<file path=docProps/app.xml><?xml version="1.0" encoding="utf-8"?>
<Properties xmlns="http://schemas.openxmlformats.org/officeDocument/2006/extended-properties" xmlns:vt="http://schemas.openxmlformats.org/officeDocument/2006/docPropsVTypes">
  <Template>Office Theme</Template>
  <TotalTime>2946</TotalTime>
  <Words>823</Words>
  <Application>Microsoft Office PowerPoint</Application>
  <PresentationFormat>ワイド画面</PresentationFormat>
  <Paragraphs>184</Paragraphs>
  <Slides>7</Slides>
  <Notes>5</Notes>
  <HiddenSlides>0</HiddenSlides>
  <MMClips>0</MMClips>
  <ScaleCrop>false</ScaleCrop>
  <HeadingPairs>
    <vt:vector size="6" baseType="variant">
      <vt:variant>
        <vt:lpstr>使用されているフォント</vt:lpstr>
      </vt:variant>
      <vt:variant>
        <vt:i4>9</vt:i4>
      </vt:variant>
      <vt:variant>
        <vt:lpstr>テーマ</vt:lpstr>
      </vt:variant>
      <vt:variant>
        <vt:i4>1</vt:i4>
      </vt:variant>
      <vt:variant>
        <vt:lpstr>スライド タイトル</vt:lpstr>
      </vt:variant>
      <vt:variant>
        <vt:i4>7</vt:i4>
      </vt:variant>
    </vt:vector>
  </HeadingPairs>
  <TitlesOfParts>
    <vt:vector size="17" baseType="lpstr">
      <vt:lpstr>BIZ UDPゴシック</vt:lpstr>
      <vt:lpstr>BIZ UD明朝 Medium</vt:lpstr>
      <vt:lpstr>Meiryo UI</vt:lpstr>
      <vt:lpstr>游ゴシック</vt:lpstr>
      <vt:lpstr>游ゴシック</vt:lpstr>
      <vt:lpstr>Yu Gothic Medium</vt:lpstr>
      <vt:lpstr>游明朝</vt:lpstr>
      <vt:lpstr>Arial</vt:lpstr>
      <vt:lpstr>Calibri</vt:lpstr>
      <vt:lpstr>Office テーマ</vt:lpstr>
      <vt:lpstr>タスク管理ツール運用・保守業務</vt:lpstr>
      <vt:lpstr>1．対象システム</vt:lpstr>
      <vt:lpstr>2．運用保守業務一覧</vt:lpstr>
      <vt:lpstr>3．体制</vt:lpstr>
      <vt:lpstr>４．御見積</vt:lpstr>
      <vt:lpstr>5. 見積前提条件</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岡部裕輔</dc:creator>
  <cp:lastModifiedBy>髙浦祐朗</cp:lastModifiedBy>
  <cp:revision>46</cp:revision>
  <dcterms:created xsi:type="dcterms:W3CDTF">2021-02-05T06:36:21Z</dcterms:created>
  <dcterms:modified xsi:type="dcterms:W3CDTF">2025-07-16T02:10:51Z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0x0101008B207C222D4A704392DD812ABE7F848A</vt:lpwstr>
  </property>
  <property fmtid="{D5CDD505-2E9C-101B-9397-08002B2CF9AE}" pid="3" name="MediaServiceImageTags">
    <vt:lpwstr/>
  </property>
</Properties>
</file>