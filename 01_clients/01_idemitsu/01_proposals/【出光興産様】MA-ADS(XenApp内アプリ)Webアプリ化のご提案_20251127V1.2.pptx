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43"/>
  </p:notesMasterIdLst>
  <p:handoutMasterIdLst>
    <p:handoutMasterId r:id="rId44"/>
  </p:handoutMasterIdLst>
  <p:sldIdLst>
    <p:sldId id="714" r:id="rId5"/>
    <p:sldId id="828" r:id="rId6"/>
    <p:sldId id="1303" r:id="rId7"/>
    <p:sldId id="1081" r:id="rId8"/>
    <p:sldId id="1317" r:id="rId9"/>
    <p:sldId id="748" r:id="rId10"/>
    <p:sldId id="1271" r:id="rId11"/>
    <p:sldId id="799" r:id="rId12"/>
    <p:sldId id="1306" r:id="rId13"/>
    <p:sldId id="1307" r:id="rId14"/>
    <p:sldId id="1296" r:id="rId15"/>
    <p:sldId id="1259" r:id="rId16"/>
    <p:sldId id="1262" r:id="rId17"/>
    <p:sldId id="1278" r:id="rId18"/>
    <p:sldId id="1279" r:id="rId19"/>
    <p:sldId id="1280" r:id="rId20"/>
    <p:sldId id="1300" r:id="rId21"/>
    <p:sldId id="1318" r:id="rId22"/>
    <p:sldId id="1302" r:id="rId23"/>
    <p:sldId id="1102" r:id="rId24"/>
    <p:sldId id="1260" r:id="rId25"/>
    <p:sldId id="1288" r:id="rId26"/>
    <p:sldId id="1313" r:id="rId27"/>
    <p:sldId id="1258" r:id="rId28"/>
    <p:sldId id="1319" r:id="rId29"/>
    <p:sldId id="1314" r:id="rId30"/>
    <p:sldId id="1277" r:id="rId31"/>
    <p:sldId id="1320" r:id="rId32"/>
    <p:sldId id="1267" r:id="rId33"/>
    <p:sldId id="1315" r:id="rId34"/>
    <p:sldId id="1096" r:id="rId35"/>
    <p:sldId id="1316" r:id="rId36"/>
    <p:sldId id="1268" r:id="rId37"/>
    <p:sldId id="1282" r:id="rId38"/>
    <p:sldId id="851" r:id="rId39"/>
    <p:sldId id="843" r:id="rId40"/>
    <p:sldId id="853" r:id="rId41"/>
    <p:sldId id="65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BDD"/>
    <a:srgbClr val="143C3E"/>
    <a:srgbClr val="0875B8"/>
    <a:srgbClr val="702942"/>
    <a:srgbClr val="FF0000"/>
    <a:srgbClr val="FFA347"/>
    <a:srgbClr val="CFEBFD"/>
    <a:srgbClr val="3D9599"/>
    <a:srgbClr val="0D0DFF"/>
    <a:srgbClr val="E0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58B6B-C28A-474C-BE1A-A458130FAD31}" v="11" dt="2025-12-02T10:42:22.7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藤崎弘己" userId="S::hiroki.fujisaki@system-exe.jp::97985075-4269-41e0-a361-178600f3b69c" providerId="AD" clId="Web-{55685074-0627-42C0-8122-31FFDB8E8093}"/>
    <pc:docChg chg="modSld">
      <pc:chgData name="藤崎弘己" userId="S::hiroki.fujisaki@system-exe.jp::97985075-4269-41e0-a361-178600f3b69c" providerId="AD" clId="Web-{55685074-0627-42C0-8122-31FFDB8E8093}" dt="2025-11-27T00:39:39.080" v="123"/>
      <pc:docMkLst>
        <pc:docMk/>
      </pc:docMkLst>
      <pc:sldChg chg="modSp">
        <pc:chgData name="藤崎弘己" userId="S::hiroki.fujisaki@system-exe.jp::97985075-4269-41e0-a361-178600f3b69c" providerId="AD" clId="Web-{55685074-0627-42C0-8122-31FFDB8E8093}" dt="2025-11-27T00:39:26.893" v="121"/>
        <pc:sldMkLst>
          <pc:docMk/>
          <pc:sldMk cId="2965150872" sldId="1306"/>
        </pc:sldMkLst>
        <pc:graphicFrameChg chg="mod modGraphic">
          <ac:chgData name="藤崎弘己" userId="S::hiroki.fujisaki@system-exe.jp::97985075-4269-41e0-a361-178600f3b69c" providerId="AD" clId="Web-{55685074-0627-42C0-8122-31FFDB8E8093}" dt="2025-11-27T00:39:26.893" v="121"/>
          <ac:graphicFrameMkLst>
            <pc:docMk/>
            <pc:sldMk cId="2965150872" sldId="1306"/>
            <ac:graphicFrameMk id="6" creationId="{AD3B78A0-1783-449D-845D-A46B0767A3FB}"/>
          </ac:graphicFrameMkLst>
        </pc:graphicFrameChg>
      </pc:sldChg>
      <pc:sldChg chg="modSp">
        <pc:chgData name="藤崎弘己" userId="S::hiroki.fujisaki@system-exe.jp::97985075-4269-41e0-a361-178600f3b69c" providerId="AD" clId="Web-{55685074-0627-42C0-8122-31FFDB8E8093}" dt="2025-11-27T00:39:39.080" v="123"/>
        <pc:sldMkLst>
          <pc:docMk/>
          <pc:sldMk cId="612894937" sldId="1307"/>
        </pc:sldMkLst>
        <pc:graphicFrameChg chg="mod modGraphic">
          <ac:chgData name="藤崎弘己" userId="S::hiroki.fujisaki@system-exe.jp::97985075-4269-41e0-a361-178600f3b69c" providerId="AD" clId="Web-{55685074-0627-42C0-8122-31FFDB8E8093}" dt="2025-11-27T00:39:39.080" v="123"/>
          <ac:graphicFrameMkLst>
            <pc:docMk/>
            <pc:sldMk cId="612894937" sldId="1307"/>
            <ac:graphicFrameMk id="5" creationId="{13375678-1B1E-A341-AD11-5BA401916E73}"/>
          </ac:graphicFrameMkLst>
        </pc:graphicFrameChg>
      </pc:sldChg>
    </pc:docChg>
  </pc:docChgLst>
  <pc:docChgLst>
    <pc:chgData name="池野貴明" userId="S::takaaki.ikeno@system-exe.jp::a7547554-625e-4eae-aa46-47111854e3d8" providerId="AD" clId="Web-{0B9CF2C5-0B44-AE8F-B79F-600DD615D637}"/>
    <pc:docChg chg="modSld">
      <pc:chgData name="池野貴明" userId="S::takaaki.ikeno@system-exe.jp::a7547554-625e-4eae-aa46-47111854e3d8" providerId="AD" clId="Web-{0B9CF2C5-0B44-AE8F-B79F-600DD615D637}" dt="2025-11-27T08:06:20.867" v="573" actId="20577"/>
      <pc:docMkLst>
        <pc:docMk/>
      </pc:docMkLst>
      <pc:sldChg chg="modSp">
        <pc:chgData name="池野貴明" userId="S::takaaki.ikeno@system-exe.jp::a7547554-625e-4eae-aa46-47111854e3d8" providerId="AD" clId="Web-{0B9CF2C5-0B44-AE8F-B79F-600DD615D637}" dt="2025-11-27T08:06:20.867" v="573" actId="20577"/>
        <pc:sldMkLst>
          <pc:docMk/>
          <pc:sldMk cId="3201888243" sldId="714"/>
        </pc:sldMkLst>
        <pc:spChg chg="mod">
          <ac:chgData name="池野貴明" userId="S::takaaki.ikeno@system-exe.jp::a7547554-625e-4eae-aa46-47111854e3d8" providerId="AD" clId="Web-{0B9CF2C5-0B44-AE8F-B79F-600DD615D637}" dt="2025-11-27T08:06:20.867" v="573" actId="20577"/>
          <ac:spMkLst>
            <pc:docMk/>
            <pc:sldMk cId="3201888243" sldId="714"/>
            <ac:spMk id="4" creationId="{00000000-0000-0000-0000-000000000000}"/>
          </ac:spMkLst>
        </pc:spChg>
      </pc:sldChg>
      <pc:sldChg chg="modSp">
        <pc:chgData name="池野貴明" userId="S::takaaki.ikeno@system-exe.jp::a7547554-625e-4eae-aa46-47111854e3d8" providerId="AD" clId="Web-{0B9CF2C5-0B44-AE8F-B79F-600DD615D637}" dt="2025-11-27T07:59:56.008" v="177" actId="20577"/>
        <pc:sldMkLst>
          <pc:docMk/>
          <pc:sldMk cId="960822894" sldId="1258"/>
        </pc:sldMkLst>
        <pc:spChg chg="mod">
          <ac:chgData name="池野貴明" userId="S::takaaki.ikeno@system-exe.jp::a7547554-625e-4eae-aa46-47111854e3d8" providerId="AD" clId="Web-{0B9CF2C5-0B44-AE8F-B79F-600DD615D637}" dt="2025-11-27T07:59:56.008" v="177" actId="20577"/>
          <ac:spMkLst>
            <pc:docMk/>
            <pc:sldMk cId="960822894" sldId="1258"/>
            <ac:spMk id="2" creationId="{79681C58-BA49-C35A-E619-B522362B4B58}"/>
          </ac:spMkLst>
        </pc:spChg>
      </pc:sldChg>
      <pc:sldChg chg="modSp">
        <pc:chgData name="池野貴明" userId="S::takaaki.ikeno@system-exe.jp::a7547554-625e-4eae-aa46-47111854e3d8" providerId="AD" clId="Web-{0B9CF2C5-0B44-AE8F-B79F-600DD615D637}" dt="2025-11-27T08:00:10.133" v="183" actId="20577"/>
        <pc:sldMkLst>
          <pc:docMk/>
          <pc:sldMk cId="1201671730" sldId="1277"/>
        </pc:sldMkLst>
        <pc:spChg chg="mod">
          <ac:chgData name="池野貴明" userId="S::takaaki.ikeno@system-exe.jp::a7547554-625e-4eae-aa46-47111854e3d8" providerId="AD" clId="Web-{0B9CF2C5-0B44-AE8F-B79F-600DD615D637}" dt="2025-11-27T08:00:10.133" v="183" actId="20577"/>
          <ac:spMkLst>
            <pc:docMk/>
            <pc:sldMk cId="1201671730" sldId="1277"/>
            <ac:spMk id="2" creationId="{71E70C52-B1E4-2C7E-5EB0-A0277EC9EC59}"/>
          </ac:spMkLst>
        </pc:spChg>
      </pc:sldChg>
      <pc:sldChg chg="modSp">
        <pc:chgData name="池野貴明" userId="S::takaaki.ikeno@system-exe.jp::a7547554-625e-4eae-aa46-47111854e3d8" providerId="AD" clId="Web-{0B9CF2C5-0B44-AE8F-B79F-600DD615D637}" dt="2025-11-27T07:46:38.310" v="15" actId="20577"/>
        <pc:sldMkLst>
          <pc:docMk/>
          <pc:sldMk cId="2710341476" sldId="1300"/>
        </pc:sldMkLst>
        <pc:spChg chg="mod">
          <ac:chgData name="池野貴明" userId="S::takaaki.ikeno@system-exe.jp::a7547554-625e-4eae-aa46-47111854e3d8" providerId="AD" clId="Web-{0B9CF2C5-0B44-AE8F-B79F-600DD615D637}" dt="2025-11-27T07:46:38.310" v="15" actId="20577"/>
          <ac:spMkLst>
            <pc:docMk/>
            <pc:sldMk cId="2710341476" sldId="1300"/>
            <ac:spMk id="2" creationId="{337E1B7E-442E-6CAB-D18D-A13BD7AF3944}"/>
          </ac:spMkLst>
        </pc:spChg>
      </pc:sldChg>
      <pc:sldChg chg="addSp delSp modSp">
        <pc:chgData name="池野貴明" userId="S::takaaki.ikeno@system-exe.jp::a7547554-625e-4eae-aa46-47111854e3d8" providerId="AD" clId="Web-{0B9CF2C5-0B44-AE8F-B79F-600DD615D637}" dt="2025-11-27T07:58:53.366" v="173" actId="14100"/>
        <pc:sldMkLst>
          <pc:docMk/>
          <pc:sldMk cId="612894937" sldId="1307"/>
        </pc:sldMkLst>
        <pc:spChg chg="add mod">
          <ac:chgData name="池野貴明" userId="S::takaaki.ikeno@system-exe.jp::a7547554-625e-4eae-aa46-47111854e3d8" providerId="AD" clId="Web-{0B9CF2C5-0B44-AE8F-B79F-600DD615D637}" dt="2025-11-27T07:58:15.412" v="159" actId="14100"/>
          <ac:spMkLst>
            <pc:docMk/>
            <pc:sldMk cId="612894937" sldId="1307"/>
            <ac:spMk id="6" creationId="{29F53DF6-F98B-1271-FBA1-E0A973A1D77A}"/>
          </ac:spMkLst>
        </pc:spChg>
        <pc:spChg chg="add mod">
          <ac:chgData name="池野貴明" userId="S::takaaki.ikeno@system-exe.jp::a7547554-625e-4eae-aa46-47111854e3d8" providerId="AD" clId="Web-{0B9CF2C5-0B44-AE8F-B79F-600DD615D637}" dt="2025-11-27T07:58:53.366" v="173" actId="14100"/>
          <ac:spMkLst>
            <pc:docMk/>
            <pc:sldMk cId="612894937" sldId="1307"/>
            <ac:spMk id="10" creationId="{91F34A90-27BE-99BC-2E90-D2B5F0C99113}"/>
          </ac:spMkLst>
        </pc:spChg>
        <pc:graphicFrameChg chg="mod modGraphic">
          <ac:chgData name="池野貴明" userId="S::takaaki.ikeno@system-exe.jp::a7547554-625e-4eae-aa46-47111854e3d8" providerId="AD" clId="Web-{0B9CF2C5-0B44-AE8F-B79F-600DD615D637}" dt="2025-11-27T07:57:28.629" v="153"/>
          <ac:graphicFrameMkLst>
            <pc:docMk/>
            <pc:sldMk cId="612894937" sldId="1307"/>
            <ac:graphicFrameMk id="5" creationId="{13375678-1B1E-A341-AD11-5BA401916E73}"/>
          </ac:graphicFrameMkLst>
        </pc:graphicFrameChg>
      </pc:sldChg>
      <pc:sldChg chg="addSp delSp modSp">
        <pc:chgData name="池野貴明" userId="S::takaaki.ikeno@system-exe.jp::a7547554-625e-4eae-aa46-47111854e3d8" providerId="AD" clId="Web-{0B9CF2C5-0B44-AE8F-B79F-600DD615D637}" dt="2025-11-27T08:05:39.976" v="565" actId="20577"/>
        <pc:sldMkLst>
          <pc:docMk/>
          <pc:sldMk cId="2886558018" sldId="1318"/>
        </pc:sldMkLst>
        <pc:spChg chg="mod">
          <ac:chgData name="池野貴明" userId="S::takaaki.ikeno@system-exe.jp::a7547554-625e-4eae-aa46-47111854e3d8" providerId="AD" clId="Web-{0B9CF2C5-0B44-AE8F-B79F-600DD615D637}" dt="2025-11-27T08:05:39.976" v="565" actId="20577"/>
          <ac:spMkLst>
            <pc:docMk/>
            <pc:sldMk cId="2886558018" sldId="1318"/>
            <ac:spMk id="2" creationId="{252CA4A0-2F0E-0E1C-7652-DA3BC5427805}"/>
          </ac:spMkLst>
        </pc:spChg>
        <pc:spChg chg="mod">
          <ac:chgData name="池野貴明" userId="S::takaaki.ikeno@system-exe.jp::a7547554-625e-4eae-aa46-47111854e3d8" providerId="AD" clId="Web-{0B9CF2C5-0B44-AE8F-B79F-600DD615D637}" dt="2025-11-27T07:48:03.842" v="40" actId="14100"/>
          <ac:spMkLst>
            <pc:docMk/>
            <pc:sldMk cId="2886558018" sldId="1318"/>
            <ac:spMk id="5" creationId="{F61EB71D-048D-8044-14B6-5EDBE4AB7175}"/>
          </ac:spMkLst>
        </pc:spChg>
        <pc:spChg chg="mod">
          <ac:chgData name="池野貴明" userId="S::takaaki.ikeno@system-exe.jp::a7547554-625e-4eae-aa46-47111854e3d8" providerId="AD" clId="Web-{0B9CF2C5-0B44-AE8F-B79F-600DD615D637}" dt="2025-11-27T07:54:14.919" v="78" actId="14100"/>
          <ac:spMkLst>
            <pc:docMk/>
            <pc:sldMk cId="2886558018" sldId="1318"/>
            <ac:spMk id="12" creationId="{373C4E47-E8DE-E67A-BAA6-359A523788C3}"/>
          </ac:spMkLst>
        </pc:spChg>
        <pc:spChg chg="mod">
          <ac:chgData name="池野貴明" userId="S::takaaki.ikeno@system-exe.jp::a7547554-625e-4eae-aa46-47111854e3d8" providerId="AD" clId="Web-{0B9CF2C5-0B44-AE8F-B79F-600DD615D637}" dt="2025-11-27T07:54:10.075" v="77" actId="1076"/>
          <ac:spMkLst>
            <pc:docMk/>
            <pc:sldMk cId="2886558018" sldId="1318"/>
            <ac:spMk id="13" creationId="{C51C1893-0A35-7D27-447A-ED65CD2F30FE}"/>
          </ac:spMkLst>
        </pc:spChg>
        <pc:spChg chg="mod">
          <ac:chgData name="池野貴明" userId="S::takaaki.ikeno@system-exe.jp::a7547554-625e-4eae-aa46-47111854e3d8" providerId="AD" clId="Web-{0B9CF2C5-0B44-AE8F-B79F-600DD615D637}" dt="2025-11-27T07:54:06.231" v="76" actId="1076"/>
          <ac:spMkLst>
            <pc:docMk/>
            <pc:sldMk cId="2886558018" sldId="1318"/>
            <ac:spMk id="20" creationId="{6B374476-0B8E-B52B-88E0-9D5CE58F5986}"/>
          </ac:spMkLst>
        </pc:spChg>
        <pc:spChg chg="mod">
          <ac:chgData name="池野貴明" userId="S::takaaki.ikeno@system-exe.jp::a7547554-625e-4eae-aa46-47111854e3d8" providerId="AD" clId="Web-{0B9CF2C5-0B44-AE8F-B79F-600DD615D637}" dt="2025-11-27T07:56:40.300" v="108" actId="1076"/>
          <ac:spMkLst>
            <pc:docMk/>
            <pc:sldMk cId="2886558018" sldId="1318"/>
            <ac:spMk id="24" creationId="{32CC6321-D218-88BA-37EE-072AE4C645FA}"/>
          </ac:spMkLst>
        </pc:spChg>
        <pc:spChg chg="mod">
          <ac:chgData name="池野貴明" userId="S::takaaki.ikeno@system-exe.jp::a7547554-625e-4eae-aa46-47111854e3d8" providerId="AD" clId="Web-{0B9CF2C5-0B44-AE8F-B79F-600DD615D637}" dt="2025-11-27T07:54:23.779" v="79" actId="1076"/>
          <ac:spMkLst>
            <pc:docMk/>
            <pc:sldMk cId="2886558018" sldId="1318"/>
            <ac:spMk id="34" creationId="{1CB84B6F-365E-3D5F-B737-5D1AB40968B5}"/>
          </ac:spMkLst>
        </pc:spChg>
        <pc:spChg chg="mod">
          <ac:chgData name="池野貴明" userId="S::takaaki.ikeno@system-exe.jp::a7547554-625e-4eae-aa46-47111854e3d8" providerId="AD" clId="Web-{0B9CF2C5-0B44-AE8F-B79F-600DD615D637}" dt="2025-11-27T07:54:38.873" v="81" actId="1076"/>
          <ac:spMkLst>
            <pc:docMk/>
            <pc:sldMk cId="2886558018" sldId="1318"/>
            <ac:spMk id="36" creationId="{D3A20CB9-F77B-FAC8-E598-8F1BE2258FD6}"/>
          </ac:spMkLst>
        </pc:spChg>
        <pc:spChg chg="mod">
          <ac:chgData name="池野貴明" userId="S::takaaki.ikeno@system-exe.jp::a7547554-625e-4eae-aa46-47111854e3d8" providerId="AD" clId="Web-{0B9CF2C5-0B44-AE8F-B79F-600DD615D637}" dt="2025-11-27T07:54:35.232" v="80" actId="1076"/>
          <ac:spMkLst>
            <pc:docMk/>
            <pc:sldMk cId="2886558018" sldId="1318"/>
            <ac:spMk id="37" creationId="{7489A744-104B-DF24-8425-4C40D5BB91E9}"/>
          </ac:spMkLst>
        </pc:spChg>
        <pc:spChg chg="mod">
          <ac:chgData name="池野貴明" userId="S::takaaki.ikeno@system-exe.jp::a7547554-625e-4eae-aa46-47111854e3d8" providerId="AD" clId="Web-{0B9CF2C5-0B44-AE8F-B79F-600DD615D637}" dt="2025-11-27T07:55:40.266" v="92" actId="1076"/>
          <ac:spMkLst>
            <pc:docMk/>
            <pc:sldMk cId="2886558018" sldId="1318"/>
            <ac:spMk id="38" creationId="{0DC977A2-56E4-AD98-AC23-F08A2EB014AD}"/>
          </ac:spMkLst>
        </pc:spChg>
        <pc:spChg chg="mod">
          <ac:chgData name="池野貴明" userId="S::takaaki.ikeno@system-exe.jp::a7547554-625e-4eae-aa46-47111854e3d8" providerId="AD" clId="Web-{0B9CF2C5-0B44-AE8F-B79F-600DD615D637}" dt="2025-11-27T07:55:02.437" v="84" actId="1076"/>
          <ac:spMkLst>
            <pc:docMk/>
            <pc:sldMk cId="2886558018" sldId="1318"/>
            <ac:spMk id="43" creationId="{45C88EBE-2B55-4681-9060-D343F1D5AF6B}"/>
          </ac:spMkLst>
        </pc:spChg>
        <pc:spChg chg="mod">
          <ac:chgData name="池野貴明" userId="S::takaaki.ikeno@system-exe.jp::a7547554-625e-4eae-aa46-47111854e3d8" providerId="AD" clId="Web-{0B9CF2C5-0B44-AE8F-B79F-600DD615D637}" dt="2025-11-27T07:55:35.797" v="91" actId="1076"/>
          <ac:spMkLst>
            <pc:docMk/>
            <pc:sldMk cId="2886558018" sldId="1318"/>
            <ac:spMk id="45" creationId="{B9C82E57-397B-376A-4C70-45B1F8D0625D}"/>
          </ac:spMkLst>
        </pc:spChg>
        <pc:spChg chg="mod">
          <ac:chgData name="池野貴明" userId="S::takaaki.ikeno@system-exe.jp::a7547554-625e-4eae-aa46-47111854e3d8" providerId="AD" clId="Web-{0B9CF2C5-0B44-AE8F-B79F-600DD615D637}" dt="2025-11-27T07:54:47.983" v="82" actId="1076"/>
          <ac:spMkLst>
            <pc:docMk/>
            <pc:sldMk cId="2886558018" sldId="1318"/>
            <ac:spMk id="47" creationId="{CA4E00AC-2650-972F-5653-26452C91D7F1}"/>
          </ac:spMkLst>
        </pc:spChg>
        <pc:spChg chg="mod">
          <ac:chgData name="池野貴明" userId="S::takaaki.ikeno@system-exe.jp::a7547554-625e-4eae-aa46-47111854e3d8" providerId="AD" clId="Web-{0B9CF2C5-0B44-AE8F-B79F-600DD615D637}" dt="2025-11-27T07:56:31.393" v="103" actId="1076"/>
          <ac:spMkLst>
            <pc:docMk/>
            <pc:sldMk cId="2886558018" sldId="1318"/>
            <ac:spMk id="49" creationId="{699434CA-901A-35DF-6326-600C54788C85}"/>
          </ac:spMkLst>
        </pc:spChg>
        <pc:spChg chg="mod">
          <ac:chgData name="池野貴明" userId="S::takaaki.ikeno@system-exe.jp::a7547554-625e-4eae-aa46-47111854e3d8" providerId="AD" clId="Web-{0B9CF2C5-0B44-AE8F-B79F-600DD615D637}" dt="2025-11-27T07:55:27.359" v="89" actId="1076"/>
          <ac:spMkLst>
            <pc:docMk/>
            <pc:sldMk cId="2886558018" sldId="1318"/>
            <ac:spMk id="54" creationId="{A1FF22A9-6ABD-917A-9275-C493BBE1D6B5}"/>
          </ac:spMkLst>
        </pc:spChg>
        <pc:spChg chg="mod">
          <ac:chgData name="池野貴明" userId="S::takaaki.ikeno@system-exe.jp::a7547554-625e-4eae-aa46-47111854e3d8" providerId="AD" clId="Web-{0B9CF2C5-0B44-AE8F-B79F-600DD615D637}" dt="2025-11-27T07:55:23.344" v="88" actId="1076"/>
          <ac:spMkLst>
            <pc:docMk/>
            <pc:sldMk cId="2886558018" sldId="1318"/>
            <ac:spMk id="55" creationId="{58D48BF7-FFDE-CD4D-6586-FE5B7FB207A3}"/>
          </ac:spMkLst>
        </pc:spChg>
        <pc:graphicFrameChg chg="add del mod modGraphic">
          <ac:chgData name="池野貴明" userId="S::takaaki.ikeno@system-exe.jp::a7547554-625e-4eae-aa46-47111854e3d8" providerId="AD" clId="Web-{0B9CF2C5-0B44-AE8F-B79F-600DD615D637}" dt="2025-11-27T07:48:00.045" v="39"/>
          <ac:graphicFrameMkLst>
            <pc:docMk/>
            <pc:sldMk cId="2886558018" sldId="1318"/>
            <ac:graphicFrameMk id="3" creationId="{49BDAA56-6AD9-B5AF-8C0D-C563F33DA13D}"/>
          </ac:graphicFrameMkLst>
        </pc:graphicFrameChg>
        <pc:graphicFrameChg chg="mod modGraphic">
          <ac:chgData name="池野貴明" userId="S::takaaki.ikeno@system-exe.jp::a7547554-625e-4eae-aa46-47111854e3d8" providerId="AD" clId="Web-{0B9CF2C5-0B44-AE8F-B79F-600DD615D637}" dt="2025-11-27T07:47:34.592" v="34"/>
          <ac:graphicFrameMkLst>
            <pc:docMk/>
            <pc:sldMk cId="2886558018" sldId="1318"/>
            <ac:graphicFrameMk id="6" creationId="{FD66185A-4D02-FEB5-0D06-F2EEAAB6DC92}"/>
          </ac:graphicFrameMkLst>
        </pc:graphicFrameChg>
        <pc:graphicFrameChg chg="mod modGraphic">
          <ac:chgData name="池野貴明" userId="S::takaaki.ikeno@system-exe.jp::a7547554-625e-4eae-aa46-47111854e3d8" providerId="AD" clId="Web-{0B9CF2C5-0B44-AE8F-B79F-600DD615D637}" dt="2025-11-27T07:51:48.191" v="63" actId="1076"/>
          <ac:graphicFrameMkLst>
            <pc:docMk/>
            <pc:sldMk cId="2886558018" sldId="1318"/>
            <ac:graphicFrameMk id="7" creationId="{236137EA-2B36-C22D-57E9-7ECFB4105C65}"/>
          </ac:graphicFrameMkLst>
        </pc:graphicFrameChg>
        <pc:graphicFrameChg chg="mod modGraphic">
          <ac:chgData name="池野貴明" userId="S::takaaki.ikeno@system-exe.jp::a7547554-625e-4eae-aa46-47111854e3d8" providerId="AD" clId="Web-{0B9CF2C5-0B44-AE8F-B79F-600DD615D637}" dt="2025-11-27T07:52:09.943" v="66" actId="1076"/>
          <ac:graphicFrameMkLst>
            <pc:docMk/>
            <pc:sldMk cId="2886558018" sldId="1318"/>
            <ac:graphicFrameMk id="8" creationId="{BD4D814D-BB1C-2018-43F5-274B2FE1449A}"/>
          </ac:graphicFrameMkLst>
        </pc:graphicFrameChg>
        <pc:graphicFrameChg chg="mod">
          <ac:chgData name="池野貴明" userId="S::takaaki.ikeno@system-exe.jp::a7547554-625e-4eae-aa46-47111854e3d8" providerId="AD" clId="Web-{0B9CF2C5-0B44-AE8F-B79F-600DD615D637}" dt="2025-11-27T07:52:36.210" v="67" actId="1076"/>
          <ac:graphicFrameMkLst>
            <pc:docMk/>
            <pc:sldMk cId="2886558018" sldId="1318"/>
            <ac:graphicFrameMk id="11" creationId="{25E42FC6-81BF-70E1-50B8-0147CF3A6C3A}"/>
          </ac:graphicFrameMkLst>
        </pc:graphicFrameChg>
        <pc:graphicFrameChg chg="mod">
          <ac:chgData name="池野貴明" userId="S::takaaki.ikeno@system-exe.jp::a7547554-625e-4eae-aa46-47111854e3d8" providerId="AD" clId="Web-{0B9CF2C5-0B44-AE8F-B79F-600DD615D637}" dt="2025-11-27T07:53:32.292" v="69" actId="1076"/>
          <ac:graphicFrameMkLst>
            <pc:docMk/>
            <pc:sldMk cId="2886558018" sldId="1318"/>
            <ac:graphicFrameMk id="21" creationId="{93D24ED6-7C41-C6AE-CD9D-63E5AA4420A1}"/>
          </ac:graphicFrameMkLst>
        </pc:graphicFrameChg>
        <pc:graphicFrameChg chg="mod">
          <ac:chgData name="池野貴明" userId="S::takaaki.ikeno@system-exe.jp::a7547554-625e-4eae-aa46-47111854e3d8" providerId="AD" clId="Web-{0B9CF2C5-0B44-AE8F-B79F-600DD615D637}" dt="2025-11-27T07:56:48.222" v="109" actId="1076"/>
          <ac:graphicFrameMkLst>
            <pc:docMk/>
            <pc:sldMk cId="2886558018" sldId="1318"/>
            <ac:graphicFrameMk id="35" creationId="{A1747052-1FA7-0450-1E50-9556441B8099}"/>
          </ac:graphicFrameMkLst>
        </pc:graphicFrameChg>
        <pc:graphicFrameChg chg="mod modGraphic">
          <ac:chgData name="池野貴明" userId="S::takaaki.ikeno@system-exe.jp::a7547554-625e-4eae-aa46-47111854e3d8" providerId="AD" clId="Web-{0B9CF2C5-0B44-AE8F-B79F-600DD615D637}" dt="2025-11-27T07:51:44.613" v="62" actId="1076"/>
          <ac:graphicFrameMkLst>
            <pc:docMk/>
            <pc:sldMk cId="2886558018" sldId="1318"/>
            <ac:graphicFrameMk id="42" creationId="{17311D8B-6867-F644-A08B-4AA2269D51E6}"/>
          </ac:graphicFrameMkLst>
        </pc:graphicFrameChg>
        <pc:graphicFrameChg chg="mod modGraphic">
          <ac:chgData name="池野貴明" userId="S::takaaki.ikeno@system-exe.jp::a7547554-625e-4eae-aa46-47111854e3d8" providerId="AD" clId="Web-{0B9CF2C5-0B44-AE8F-B79F-600DD615D637}" dt="2025-11-27T07:53:46.136" v="72"/>
          <ac:graphicFrameMkLst>
            <pc:docMk/>
            <pc:sldMk cId="2886558018" sldId="1318"/>
            <ac:graphicFrameMk id="52" creationId="{74191A1A-05E5-97F4-3154-C2F98AB76F6B}"/>
          </ac:graphicFrameMkLst>
        </pc:graphicFrameChg>
        <pc:cxnChg chg="mod">
          <ac:chgData name="池野貴明" userId="S::takaaki.ikeno@system-exe.jp::a7547554-625e-4eae-aa46-47111854e3d8" providerId="AD" clId="Web-{0B9CF2C5-0B44-AE8F-B79F-600DD615D637}" dt="2025-11-27T07:56:17.846" v="99" actId="1076"/>
          <ac:cxnSpMkLst>
            <pc:docMk/>
            <pc:sldMk cId="2886558018" sldId="1318"/>
            <ac:cxnSpMk id="30" creationId="{05BC5F94-1583-8691-E0C8-81D1188412E6}"/>
          </ac:cxnSpMkLst>
        </pc:cxnChg>
        <pc:cxnChg chg="mod">
          <ac:chgData name="池野貴明" userId="S::takaaki.ikeno@system-exe.jp::a7547554-625e-4eae-aa46-47111854e3d8" providerId="AD" clId="Web-{0B9CF2C5-0B44-AE8F-B79F-600DD615D637}" dt="2025-11-27T07:55:46.298" v="93" actId="14100"/>
          <ac:cxnSpMkLst>
            <pc:docMk/>
            <pc:sldMk cId="2886558018" sldId="1318"/>
            <ac:cxnSpMk id="46" creationId="{7F9AAB46-3F12-C906-EA00-4B18CFAE0E4C}"/>
          </ac:cxnSpMkLst>
        </pc:cxnChg>
        <pc:cxnChg chg="mod">
          <ac:chgData name="池野貴明" userId="S::takaaki.ikeno@system-exe.jp::a7547554-625e-4eae-aa46-47111854e3d8" providerId="AD" clId="Web-{0B9CF2C5-0B44-AE8F-B79F-600DD615D637}" dt="2025-11-27T07:56:14.549" v="98" actId="14100"/>
          <ac:cxnSpMkLst>
            <pc:docMk/>
            <pc:sldMk cId="2886558018" sldId="1318"/>
            <ac:cxnSpMk id="50" creationId="{67F1651C-7674-AE68-1B27-73602D4DA621}"/>
          </ac:cxnSpMkLst>
        </pc:cxnChg>
      </pc:sldChg>
      <pc:sldChg chg="modSp">
        <pc:chgData name="池野貴明" userId="S::takaaki.ikeno@system-exe.jp::a7547554-625e-4eae-aa46-47111854e3d8" providerId="AD" clId="Web-{0B9CF2C5-0B44-AE8F-B79F-600DD615D637}" dt="2025-11-27T08:05:53.961" v="569" actId="20577"/>
        <pc:sldMkLst>
          <pc:docMk/>
          <pc:sldMk cId="3548432092" sldId="1319"/>
        </pc:sldMkLst>
        <pc:spChg chg="mod">
          <ac:chgData name="池野貴明" userId="S::takaaki.ikeno@system-exe.jp::a7547554-625e-4eae-aa46-47111854e3d8" providerId="AD" clId="Web-{0B9CF2C5-0B44-AE8F-B79F-600DD615D637}" dt="2025-11-27T08:05:53.961" v="569" actId="20577"/>
          <ac:spMkLst>
            <pc:docMk/>
            <pc:sldMk cId="3548432092" sldId="1319"/>
            <ac:spMk id="2" creationId="{55C91804-91F9-3D42-D95B-1A5B917AB01D}"/>
          </ac:spMkLst>
        </pc:spChg>
        <pc:graphicFrameChg chg="mod modGraphic">
          <ac:chgData name="池野貴明" userId="S::takaaki.ikeno@system-exe.jp::a7547554-625e-4eae-aa46-47111854e3d8" providerId="AD" clId="Web-{0B9CF2C5-0B44-AE8F-B79F-600DD615D637}" dt="2025-11-27T08:05:01.367" v="559"/>
          <ac:graphicFrameMkLst>
            <pc:docMk/>
            <pc:sldMk cId="3548432092" sldId="1319"/>
            <ac:graphicFrameMk id="5" creationId="{5DCA5465-FC38-DD39-078A-FBD27EB882BE}"/>
          </ac:graphicFrameMkLst>
        </pc:graphicFrameChg>
      </pc:sldChg>
      <pc:sldChg chg="modSp">
        <pc:chgData name="池野貴明" userId="S::takaaki.ikeno@system-exe.jp::a7547554-625e-4eae-aa46-47111854e3d8" providerId="AD" clId="Web-{0B9CF2C5-0B44-AE8F-B79F-600DD615D637}" dt="2025-11-27T08:05:59.633" v="572" actId="20577"/>
        <pc:sldMkLst>
          <pc:docMk/>
          <pc:sldMk cId="57872552" sldId="1320"/>
        </pc:sldMkLst>
        <pc:spChg chg="mod">
          <ac:chgData name="池野貴明" userId="S::takaaki.ikeno@system-exe.jp::a7547554-625e-4eae-aa46-47111854e3d8" providerId="AD" clId="Web-{0B9CF2C5-0B44-AE8F-B79F-600DD615D637}" dt="2025-11-27T08:05:59.633" v="572" actId="20577"/>
          <ac:spMkLst>
            <pc:docMk/>
            <pc:sldMk cId="57872552" sldId="1320"/>
            <ac:spMk id="2" creationId="{5B9D3D92-BDEC-FCB8-7ECB-7F70F3A67AF6}"/>
          </ac:spMkLst>
        </pc:spChg>
        <pc:graphicFrameChg chg="mod modGraphic">
          <ac:chgData name="池野貴明" userId="S::takaaki.ikeno@system-exe.jp::a7547554-625e-4eae-aa46-47111854e3d8" providerId="AD" clId="Web-{0B9CF2C5-0B44-AE8F-B79F-600DD615D637}" dt="2025-11-27T08:01:05.441" v="251"/>
          <ac:graphicFrameMkLst>
            <pc:docMk/>
            <pc:sldMk cId="57872552" sldId="1320"/>
            <ac:graphicFrameMk id="5" creationId="{53F746C6-9AF2-2E12-6124-2C44ADA7382B}"/>
          </ac:graphicFrameMkLst>
        </pc:graphicFrameChg>
      </pc:sldChg>
    </pc:docChg>
  </pc:docChgLst>
  <pc:docChgLst>
    <pc:chgData name="髙浦祐朗" userId="d6d860fe-bc64-411b-9605-a16d1ba875f6" providerId="ADAL" clId="{A65FDE6D-D768-44DB-ADF3-5348D2950BED}"/>
    <pc:docChg chg="custSel modSld modMainMaster">
      <pc:chgData name="髙浦祐朗" userId="d6d860fe-bc64-411b-9605-a16d1ba875f6" providerId="ADAL" clId="{A65FDE6D-D768-44DB-ADF3-5348D2950BED}" dt="2025-12-02T10:43:27.857" v="39" actId="6549"/>
      <pc:docMkLst>
        <pc:docMk/>
      </pc:docMkLst>
      <pc:sldChg chg="modSp mod">
        <pc:chgData name="髙浦祐朗" userId="d6d860fe-bc64-411b-9605-a16d1ba875f6" providerId="ADAL" clId="{A65FDE6D-D768-44DB-ADF3-5348D2950BED}" dt="2025-12-02T10:43:27.857" v="39" actId="6549"/>
        <pc:sldMkLst>
          <pc:docMk/>
          <pc:sldMk cId="3201888243" sldId="714"/>
        </pc:sldMkLst>
        <pc:spChg chg="mod">
          <ac:chgData name="髙浦祐朗" userId="d6d860fe-bc64-411b-9605-a16d1ba875f6" providerId="ADAL" clId="{A65FDE6D-D768-44DB-ADF3-5348D2950BED}" dt="2025-12-02T10:43:27.857" v="39" actId="6549"/>
          <ac:spMkLst>
            <pc:docMk/>
            <pc:sldMk cId="3201888243" sldId="714"/>
            <ac:spMk id="8" creationId="{107CDF1A-DF69-D1B9-6346-1200847D9738}"/>
          </ac:spMkLst>
        </pc:spChg>
      </pc:sldChg>
      <pc:sldChg chg="addSp delSp modSp mod">
        <pc:chgData name="髙浦祐朗" userId="d6d860fe-bc64-411b-9605-a16d1ba875f6" providerId="ADAL" clId="{A65FDE6D-D768-44DB-ADF3-5348D2950BED}" dt="2025-12-02T10:37:50.933" v="12"/>
        <pc:sldMkLst>
          <pc:docMk/>
          <pc:sldMk cId="3285151704" sldId="828"/>
        </pc:sldMkLst>
        <pc:spChg chg="add mod">
          <ac:chgData name="髙浦祐朗" userId="d6d860fe-bc64-411b-9605-a16d1ba875f6" providerId="ADAL" clId="{A65FDE6D-D768-44DB-ADF3-5348D2950BED}" dt="2025-12-02T10:37:50.933" v="12"/>
          <ac:spMkLst>
            <pc:docMk/>
            <pc:sldMk cId="3285151704" sldId="828"/>
            <ac:spMk id="4" creationId="{90263BB6-9FED-0596-7407-DC44579C5F71}"/>
          </ac:spMkLst>
        </pc:spChg>
        <pc:spChg chg="del">
          <ac:chgData name="髙浦祐朗" userId="d6d860fe-bc64-411b-9605-a16d1ba875f6" providerId="ADAL" clId="{A65FDE6D-D768-44DB-ADF3-5348D2950BED}" dt="2025-12-02T10:37:50.526" v="11" actId="478"/>
          <ac:spMkLst>
            <pc:docMk/>
            <pc:sldMk cId="3285151704" sldId="828"/>
            <ac:spMk id="5" creationId="{2E1CE15F-6188-D4DE-439B-CEAF8146E0C0}"/>
          </ac:spMkLst>
        </pc:spChg>
      </pc:sldChg>
      <pc:sldChg chg="modSp mod">
        <pc:chgData name="髙浦祐朗" userId="d6d860fe-bc64-411b-9605-a16d1ba875f6" providerId="ADAL" clId="{A65FDE6D-D768-44DB-ADF3-5348D2950BED}" dt="2025-12-02T10:40:06.077" v="24"/>
        <pc:sldMkLst>
          <pc:docMk/>
          <pc:sldMk cId="2513257283" sldId="1096"/>
        </pc:sldMkLst>
        <pc:spChg chg="mod">
          <ac:chgData name="髙浦祐朗" userId="d6d860fe-bc64-411b-9605-a16d1ba875f6" providerId="ADAL" clId="{A65FDE6D-D768-44DB-ADF3-5348D2950BED}" dt="2025-12-02T10:40:06.077" v="24"/>
          <ac:spMkLst>
            <pc:docMk/>
            <pc:sldMk cId="2513257283" sldId="1096"/>
            <ac:spMk id="8" creationId="{6AE8CC45-2A20-B6E7-E20B-802E66F6B3D5}"/>
          </ac:spMkLst>
        </pc:spChg>
      </pc:sldChg>
      <pc:sldChg chg="modSp mod">
        <pc:chgData name="髙浦祐朗" userId="d6d860fe-bc64-411b-9605-a16d1ba875f6" providerId="ADAL" clId="{A65FDE6D-D768-44DB-ADF3-5348D2950BED}" dt="2025-12-02T10:35:34.305" v="1" actId="2711"/>
        <pc:sldMkLst>
          <pc:docMk/>
          <pc:sldMk cId="960822894" sldId="1258"/>
        </pc:sldMkLst>
        <pc:graphicFrameChg chg="modGraphic">
          <ac:chgData name="髙浦祐朗" userId="d6d860fe-bc64-411b-9605-a16d1ba875f6" providerId="ADAL" clId="{A65FDE6D-D768-44DB-ADF3-5348D2950BED}" dt="2025-12-02T10:35:34.305" v="1" actId="2711"/>
          <ac:graphicFrameMkLst>
            <pc:docMk/>
            <pc:sldMk cId="960822894" sldId="1258"/>
            <ac:graphicFrameMk id="5" creationId="{8B880FE2-3F07-5F95-567F-3174E10F3ED1}"/>
          </ac:graphicFrameMkLst>
        </pc:graphicFrameChg>
      </pc:sldChg>
      <pc:sldChg chg="modSp mod">
        <pc:chgData name="髙浦祐朗" userId="d6d860fe-bc64-411b-9605-a16d1ba875f6" providerId="ADAL" clId="{A65FDE6D-D768-44DB-ADF3-5348D2950BED}" dt="2025-12-02T10:36:25.876" v="9" actId="2711"/>
        <pc:sldMkLst>
          <pc:docMk/>
          <pc:sldMk cId="33298405" sldId="1260"/>
        </pc:sldMkLst>
        <pc:graphicFrameChg chg="modGraphic">
          <ac:chgData name="髙浦祐朗" userId="d6d860fe-bc64-411b-9605-a16d1ba875f6" providerId="ADAL" clId="{A65FDE6D-D768-44DB-ADF3-5348D2950BED}" dt="2025-12-02T10:36:25.876" v="9" actId="2711"/>
          <ac:graphicFrameMkLst>
            <pc:docMk/>
            <pc:sldMk cId="33298405" sldId="1260"/>
            <ac:graphicFrameMk id="6" creationId="{7A3D85B5-5C12-D3E4-86FF-2A45B0260640}"/>
          </ac:graphicFrameMkLst>
        </pc:graphicFrameChg>
      </pc:sldChg>
      <pc:sldChg chg="modSp mod">
        <pc:chgData name="髙浦祐朗" userId="d6d860fe-bc64-411b-9605-a16d1ba875f6" providerId="ADAL" clId="{A65FDE6D-D768-44DB-ADF3-5348D2950BED}" dt="2025-12-02T10:36:07.156" v="6" actId="2711"/>
        <pc:sldMkLst>
          <pc:docMk/>
          <pc:sldMk cId="3648234977" sldId="1267"/>
        </pc:sldMkLst>
        <pc:spChg chg="mod">
          <ac:chgData name="髙浦祐朗" userId="d6d860fe-bc64-411b-9605-a16d1ba875f6" providerId="ADAL" clId="{A65FDE6D-D768-44DB-ADF3-5348D2950BED}" dt="2025-12-02T10:36:03.364" v="5" actId="2711"/>
          <ac:spMkLst>
            <pc:docMk/>
            <pc:sldMk cId="3648234977" sldId="1267"/>
            <ac:spMk id="9" creationId="{DBDEEDC0-12CA-303D-A13C-80C1EBC69F6A}"/>
          </ac:spMkLst>
        </pc:spChg>
        <pc:spChg chg="mod">
          <ac:chgData name="髙浦祐朗" userId="d6d860fe-bc64-411b-9605-a16d1ba875f6" providerId="ADAL" clId="{A65FDE6D-D768-44DB-ADF3-5348D2950BED}" dt="2025-12-02T10:36:03.364" v="5" actId="2711"/>
          <ac:spMkLst>
            <pc:docMk/>
            <pc:sldMk cId="3648234977" sldId="1267"/>
            <ac:spMk id="10" creationId="{F716FA11-AD7C-1254-07AF-B3E570FA6A2A}"/>
          </ac:spMkLst>
        </pc:spChg>
        <pc:spChg chg="mod">
          <ac:chgData name="髙浦祐朗" userId="d6d860fe-bc64-411b-9605-a16d1ba875f6" providerId="ADAL" clId="{A65FDE6D-D768-44DB-ADF3-5348D2950BED}" dt="2025-12-02T10:36:07.156" v="6" actId="2711"/>
          <ac:spMkLst>
            <pc:docMk/>
            <pc:sldMk cId="3648234977" sldId="1267"/>
            <ac:spMk id="13" creationId="{96271E72-1831-8DAF-9524-FA8D81A265A8}"/>
          </ac:spMkLst>
        </pc:spChg>
        <pc:spChg chg="mod">
          <ac:chgData name="髙浦祐朗" userId="d6d860fe-bc64-411b-9605-a16d1ba875f6" providerId="ADAL" clId="{A65FDE6D-D768-44DB-ADF3-5348D2950BED}" dt="2025-12-02T10:36:07.156" v="6" actId="2711"/>
          <ac:spMkLst>
            <pc:docMk/>
            <pc:sldMk cId="3648234977" sldId="1267"/>
            <ac:spMk id="14" creationId="{71093063-840D-9B8F-7D37-554728853DE1}"/>
          </ac:spMkLst>
        </pc:spChg>
        <pc:spChg chg="mod">
          <ac:chgData name="髙浦祐朗" userId="d6d860fe-bc64-411b-9605-a16d1ba875f6" providerId="ADAL" clId="{A65FDE6D-D768-44DB-ADF3-5348D2950BED}" dt="2025-12-02T10:35:59.661" v="4" actId="2711"/>
          <ac:spMkLst>
            <pc:docMk/>
            <pc:sldMk cId="3648234977" sldId="1267"/>
            <ac:spMk id="19" creationId="{6C308C06-E425-EC11-5A26-CB93643A6CE5}"/>
          </ac:spMkLst>
        </pc:spChg>
        <pc:spChg chg="mod">
          <ac:chgData name="髙浦祐朗" userId="d6d860fe-bc64-411b-9605-a16d1ba875f6" providerId="ADAL" clId="{A65FDE6D-D768-44DB-ADF3-5348D2950BED}" dt="2025-12-02T10:35:59.661" v="4" actId="2711"/>
          <ac:spMkLst>
            <pc:docMk/>
            <pc:sldMk cId="3648234977" sldId="1267"/>
            <ac:spMk id="20" creationId="{6CEB4D21-9965-1181-4248-845D96DABE6A}"/>
          </ac:spMkLst>
        </pc:spChg>
        <pc:spChg chg="mod">
          <ac:chgData name="髙浦祐朗" userId="d6d860fe-bc64-411b-9605-a16d1ba875f6" providerId="ADAL" clId="{A65FDE6D-D768-44DB-ADF3-5348D2950BED}" dt="2025-12-02T10:35:59.661" v="4" actId="2711"/>
          <ac:spMkLst>
            <pc:docMk/>
            <pc:sldMk cId="3648234977" sldId="1267"/>
            <ac:spMk id="22" creationId="{E50023F4-CD57-E89B-C6B0-16E5FCCC490C}"/>
          </ac:spMkLst>
        </pc:spChg>
        <pc:spChg chg="mod">
          <ac:chgData name="髙浦祐朗" userId="d6d860fe-bc64-411b-9605-a16d1ba875f6" providerId="ADAL" clId="{A65FDE6D-D768-44DB-ADF3-5348D2950BED}" dt="2025-12-02T10:35:59.661" v="4" actId="2711"/>
          <ac:spMkLst>
            <pc:docMk/>
            <pc:sldMk cId="3648234977" sldId="1267"/>
            <ac:spMk id="23" creationId="{2A467660-12E5-4A6A-6A33-342C9B8DAD5B}"/>
          </ac:spMkLst>
        </pc:spChg>
      </pc:sldChg>
      <pc:sldChg chg="modSp mod">
        <pc:chgData name="髙浦祐朗" userId="d6d860fe-bc64-411b-9605-a16d1ba875f6" providerId="ADAL" clId="{A65FDE6D-D768-44DB-ADF3-5348D2950BED}" dt="2025-12-02T10:35:45.307" v="2" actId="2711"/>
        <pc:sldMkLst>
          <pc:docMk/>
          <pc:sldMk cId="1201671730" sldId="1277"/>
        </pc:sldMkLst>
        <pc:graphicFrameChg chg="modGraphic">
          <ac:chgData name="髙浦祐朗" userId="d6d860fe-bc64-411b-9605-a16d1ba875f6" providerId="ADAL" clId="{A65FDE6D-D768-44DB-ADF3-5348D2950BED}" dt="2025-12-02T10:35:45.307" v="2" actId="2711"/>
          <ac:graphicFrameMkLst>
            <pc:docMk/>
            <pc:sldMk cId="1201671730" sldId="1277"/>
            <ac:graphicFrameMk id="5" creationId="{FB050304-A886-0018-86D5-A1E10AFD94CE}"/>
          </ac:graphicFrameMkLst>
        </pc:graphicFrameChg>
      </pc:sldChg>
      <pc:sldChg chg="modSp">
        <pc:chgData name="髙浦祐朗" userId="d6d860fe-bc64-411b-9605-a16d1ba875f6" providerId="ADAL" clId="{A65FDE6D-D768-44DB-ADF3-5348D2950BED}" dt="2025-12-02T10:40:54.890" v="25"/>
        <pc:sldMkLst>
          <pc:docMk/>
          <pc:sldMk cId="892140422" sldId="1288"/>
        </pc:sldMkLst>
        <pc:graphicFrameChg chg="mod">
          <ac:chgData name="髙浦祐朗" userId="d6d860fe-bc64-411b-9605-a16d1ba875f6" providerId="ADAL" clId="{A65FDE6D-D768-44DB-ADF3-5348D2950BED}" dt="2025-12-02T10:40:54.890" v="25"/>
          <ac:graphicFrameMkLst>
            <pc:docMk/>
            <pc:sldMk cId="892140422" sldId="1288"/>
            <ac:graphicFrameMk id="8" creationId="{4567851D-75F9-E10E-54F6-2F4FAB9DAE2A}"/>
          </ac:graphicFrameMkLst>
        </pc:graphicFrameChg>
      </pc:sldChg>
      <pc:sldChg chg="modSp mod">
        <pc:chgData name="髙浦祐朗" userId="d6d860fe-bc64-411b-9605-a16d1ba875f6" providerId="ADAL" clId="{A65FDE6D-D768-44DB-ADF3-5348D2950BED}" dt="2025-12-02T10:36:36.633" v="10" actId="2711"/>
        <pc:sldMkLst>
          <pc:docMk/>
          <pc:sldMk cId="206295735" sldId="1302"/>
        </pc:sldMkLst>
        <pc:graphicFrameChg chg="modGraphic">
          <ac:chgData name="髙浦祐朗" userId="d6d860fe-bc64-411b-9605-a16d1ba875f6" providerId="ADAL" clId="{A65FDE6D-D768-44DB-ADF3-5348D2950BED}" dt="2025-12-02T10:36:36.633" v="10" actId="2711"/>
          <ac:graphicFrameMkLst>
            <pc:docMk/>
            <pc:sldMk cId="206295735" sldId="1302"/>
            <ac:graphicFrameMk id="6" creationId="{4F98FCB3-C730-C554-3FF9-F3B1F69497DB}"/>
          </ac:graphicFrameMkLst>
        </pc:graphicFrameChg>
      </pc:sldChg>
      <pc:sldChg chg="addSp delSp modSp mod">
        <pc:chgData name="髙浦祐朗" userId="d6d860fe-bc64-411b-9605-a16d1ba875f6" providerId="ADAL" clId="{A65FDE6D-D768-44DB-ADF3-5348D2950BED}" dt="2025-12-02T10:41:31.948" v="27"/>
        <pc:sldMkLst>
          <pc:docMk/>
          <pc:sldMk cId="2965150872" sldId="1306"/>
        </pc:sldMkLst>
        <pc:graphicFrameChg chg="add mod">
          <ac:chgData name="髙浦祐朗" userId="d6d860fe-bc64-411b-9605-a16d1ba875f6" providerId="ADAL" clId="{A65FDE6D-D768-44DB-ADF3-5348D2950BED}" dt="2025-12-02T10:41:31.948" v="27"/>
          <ac:graphicFrameMkLst>
            <pc:docMk/>
            <pc:sldMk cId="2965150872" sldId="1306"/>
            <ac:graphicFrameMk id="5" creationId="{4EB0DE94-2A12-777E-70AF-C84938EB984D}"/>
          </ac:graphicFrameMkLst>
        </pc:graphicFrameChg>
        <pc:graphicFrameChg chg="del">
          <ac:chgData name="髙浦祐朗" userId="d6d860fe-bc64-411b-9605-a16d1ba875f6" providerId="ADAL" clId="{A65FDE6D-D768-44DB-ADF3-5348D2950BED}" dt="2025-12-02T10:41:30.390" v="26" actId="478"/>
          <ac:graphicFrameMkLst>
            <pc:docMk/>
            <pc:sldMk cId="2965150872" sldId="1306"/>
            <ac:graphicFrameMk id="6" creationId="{AD3B78A0-1783-449D-845D-A46B0767A3FB}"/>
          </ac:graphicFrameMkLst>
        </pc:graphicFrameChg>
      </pc:sldChg>
      <pc:sldChg chg="addSp delSp modSp mod">
        <pc:chgData name="髙浦祐朗" userId="d6d860fe-bc64-411b-9605-a16d1ba875f6" providerId="ADAL" clId="{A65FDE6D-D768-44DB-ADF3-5348D2950BED}" dt="2025-12-02T10:42:41.107" v="36" actId="14100"/>
        <pc:sldMkLst>
          <pc:docMk/>
          <pc:sldMk cId="612894937" sldId="1307"/>
        </pc:sldMkLst>
        <pc:spChg chg="mod">
          <ac:chgData name="髙浦祐朗" userId="d6d860fe-bc64-411b-9605-a16d1ba875f6" providerId="ADAL" clId="{A65FDE6D-D768-44DB-ADF3-5348D2950BED}" dt="2025-12-02T10:42:41.107" v="36" actId="14100"/>
          <ac:spMkLst>
            <pc:docMk/>
            <pc:sldMk cId="612894937" sldId="1307"/>
            <ac:spMk id="6" creationId="{29F53DF6-F98B-1271-FBA1-E0A973A1D77A}"/>
          </ac:spMkLst>
        </pc:spChg>
        <pc:graphicFrameChg chg="del">
          <ac:chgData name="髙浦祐朗" userId="d6d860fe-bc64-411b-9605-a16d1ba875f6" providerId="ADAL" clId="{A65FDE6D-D768-44DB-ADF3-5348D2950BED}" dt="2025-12-02T10:42:01.944" v="28" actId="478"/>
          <ac:graphicFrameMkLst>
            <pc:docMk/>
            <pc:sldMk cId="612894937" sldId="1307"/>
            <ac:graphicFrameMk id="5" creationId="{13375678-1B1E-A341-AD11-5BA401916E73}"/>
          </ac:graphicFrameMkLst>
        </pc:graphicFrameChg>
        <pc:graphicFrameChg chg="add mod ord modGraphic">
          <ac:chgData name="髙浦祐朗" userId="d6d860fe-bc64-411b-9605-a16d1ba875f6" providerId="ADAL" clId="{A65FDE6D-D768-44DB-ADF3-5348D2950BED}" dt="2025-12-02T10:42:35.925" v="34" actId="167"/>
          <ac:graphicFrameMkLst>
            <pc:docMk/>
            <pc:sldMk cId="612894937" sldId="1307"/>
            <ac:graphicFrameMk id="7" creationId="{C55301F4-FD2D-1AE6-D448-82E00E4BEEEC}"/>
          </ac:graphicFrameMkLst>
        </pc:graphicFrameChg>
      </pc:sldChg>
      <pc:sldChg chg="modSp mod">
        <pc:chgData name="髙浦祐朗" userId="d6d860fe-bc64-411b-9605-a16d1ba875f6" providerId="ADAL" clId="{A65FDE6D-D768-44DB-ADF3-5348D2950BED}" dt="2025-12-02T10:43:07.755" v="37" actId="2711"/>
        <pc:sldMkLst>
          <pc:docMk/>
          <pc:sldMk cId="3362232684" sldId="1317"/>
        </pc:sldMkLst>
        <pc:graphicFrameChg chg="modGraphic">
          <ac:chgData name="髙浦祐朗" userId="d6d860fe-bc64-411b-9605-a16d1ba875f6" providerId="ADAL" clId="{A65FDE6D-D768-44DB-ADF3-5348D2950BED}" dt="2025-12-02T10:43:07.755" v="37" actId="2711"/>
          <ac:graphicFrameMkLst>
            <pc:docMk/>
            <pc:sldMk cId="3362232684" sldId="1317"/>
            <ac:graphicFrameMk id="9" creationId="{4A9CABBF-068A-2C68-31C2-F90EC167BBEF}"/>
          </ac:graphicFrameMkLst>
        </pc:graphicFrameChg>
      </pc:sldChg>
      <pc:sldChg chg="modSp mod">
        <pc:chgData name="髙浦祐朗" userId="d6d860fe-bc64-411b-9605-a16d1ba875f6" providerId="ADAL" clId="{A65FDE6D-D768-44DB-ADF3-5348D2950BED}" dt="2025-12-02T10:35:24.728" v="0" actId="2711"/>
        <pc:sldMkLst>
          <pc:docMk/>
          <pc:sldMk cId="3548432092" sldId="1319"/>
        </pc:sldMkLst>
        <pc:graphicFrameChg chg="modGraphic">
          <ac:chgData name="髙浦祐朗" userId="d6d860fe-bc64-411b-9605-a16d1ba875f6" providerId="ADAL" clId="{A65FDE6D-D768-44DB-ADF3-5348D2950BED}" dt="2025-12-02T10:35:24.728" v="0" actId="2711"/>
          <ac:graphicFrameMkLst>
            <pc:docMk/>
            <pc:sldMk cId="3548432092" sldId="1319"/>
            <ac:graphicFrameMk id="5" creationId="{5DCA5465-FC38-DD39-078A-FBD27EB882BE}"/>
          </ac:graphicFrameMkLst>
        </pc:graphicFrameChg>
      </pc:sldChg>
      <pc:sldChg chg="modSp mod">
        <pc:chgData name="髙浦祐朗" userId="d6d860fe-bc64-411b-9605-a16d1ba875f6" providerId="ADAL" clId="{A65FDE6D-D768-44DB-ADF3-5348D2950BED}" dt="2025-12-02T10:35:51.121" v="3" actId="2711"/>
        <pc:sldMkLst>
          <pc:docMk/>
          <pc:sldMk cId="57872552" sldId="1320"/>
        </pc:sldMkLst>
        <pc:graphicFrameChg chg="modGraphic">
          <ac:chgData name="髙浦祐朗" userId="d6d860fe-bc64-411b-9605-a16d1ba875f6" providerId="ADAL" clId="{A65FDE6D-D768-44DB-ADF3-5348D2950BED}" dt="2025-12-02T10:35:51.121" v="3" actId="2711"/>
          <ac:graphicFrameMkLst>
            <pc:docMk/>
            <pc:sldMk cId="57872552" sldId="1320"/>
            <ac:graphicFrameMk id="5" creationId="{53F746C6-9AF2-2E12-6124-2C44ADA7382B}"/>
          </ac:graphicFrameMkLst>
        </pc:graphicFrameChg>
      </pc:sldChg>
      <pc:sldMasterChg chg="modSldLayout">
        <pc:chgData name="髙浦祐朗" userId="d6d860fe-bc64-411b-9605-a16d1ba875f6" providerId="ADAL" clId="{A65FDE6D-D768-44DB-ADF3-5348D2950BED}" dt="2025-12-02T10:38:56.931" v="23"/>
        <pc:sldMasterMkLst>
          <pc:docMk/>
          <pc:sldMasterMk cId="428617888" sldId="2147483770"/>
        </pc:sldMasterMkLst>
        <pc:sldLayoutChg chg="modSp mod">
          <pc:chgData name="髙浦祐朗" userId="d6d860fe-bc64-411b-9605-a16d1ba875f6" providerId="ADAL" clId="{A65FDE6D-D768-44DB-ADF3-5348D2950BED}" dt="2025-12-02T10:38:56.931" v="23"/>
          <pc:sldLayoutMkLst>
            <pc:docMk/>
            <pc:sldMasterMk cId="428617888" sldId="2147483770"/>
            <pc:sldLayoutMk cId="3563939703" sldId="2147483794"/>
          </pc:sldLayoutMkLst>
          <pc:spChg chg="mod">
            <ac:chgData name="髙浦祐朗" userId="d6d860fe-bc64-411b-9605-a16d1ba875f6" providerId="ADAL" clId="{A65FDE6D-D768-44DB-ADF3-5348D2950BED}" dt="2025-12-02T10:38:56.931" v="23"/>
            <ac:spMkLst>
              <pc:docMk/>
              <pc:sldMasterMk cId="428617888" sldId="2147483770"/>
              <pc:sldLayoutMk cId="3563939703" sldId="2147483794"/>
              <ac:spMk id="22" creationId="{1D2C5461-F3A6-4B4E-8C2D-A56405AA7034}"/>
            </ac:spMkLst>
          </pc:spChg>
        </pc:sldLayoutChg>
      </pc:sldMasterChg>
    </pc:docChg>
  </pc:docChgLst>
  <pc:docChgLst>
    <pc:chgData name="川名翔太" userId="902a1c22-1104-4fc2-ba41-1ee47f89ed5e" providerId="ADAL" clId="{6867D7A5-5D1E-496A-A323-39A84F6ED60A}"/>
    <pc:docChg chg="undo redo custSel addSld delSld modSld sldOrd">
      <pc:chgData name="川名翔太" userId="902a1c22-1104-4fc2-ba41-1ee47f89ed5e" providerId="ADAL" clId="{6867D7A5-5D1E-496A-A323-39A84F6ED60A}" dt="2025-11-27T00:26:07.169" v="1355" actId="1076"/>
      <pc:docMkLst>
        <pc:docMk/>
      </pc:docMkLst>
      <pc:sldChg chg="modSp mod">
        <pc:chgData name="川名翔太" userId="902a1c22-1104-4fc2-ba41-1ee47f89ed5e" providerId="ADAL" clId="{6867D7A5-5D1E-496A-A323-39A84F6ED60A}" dt="2025-11-27T00:02:42.114" v="1050" actId="20577"/>
        <pc:sldMkLst>
          <pc:docMk/>
          <pc:sldMk cId="3201888243" sldId="714"/>
        </pc:sldMkLst>
        <pc:spChg chg="mod">
          <ac:chgData name="川名翔太" userId="902a1c22-1104-4fc2-ba41-1ee47f89ed5e" providerId="ADAL" clId="{6867D7A5-5D1E-496A-A323-39A84F6ED60A}" dt="2025-11-27T00:02:42.114" v="1050" actId="20577"/>
          <ac:spMkLst>
            <pc:docMk/>
            <pc:sldMk cId="3201888243" sldId="714"/>
            <ac:spMk id="4" creationId="{00000000-0000-0000-0000-000000000000}"/>
          </ac:spMkLst>
        </pc:spChg>
      </pc:sldChg>
      <pc:sldChg chg="modSp mod">
        <pc:chgData name="川名翔太" userId="902a1c22-1104-4fc2-ba41-1ee47f89ed5e" providerId="ADAL" clId="{6867D7A5-5D1E-496A-A323-39A84F6ED60A}" dt="2025-11-27T00:18:58.362" v="1272" actId="20577"/>
        <pc:sldMkLst>
          <pc:docMk/>
          <pc:sldMk cId="3652970849" sldId="748"/>
        </pc:sldMkLst>
        <pc:spChg chg="mod">
          <ac:chgData name="川名翔太" userId="902a1c22-1104-4fc2-ba41-1ee47f89ed5e" providerId="ADAL" clId="{6867D7A5-5D1E-496A-A323-39A84F6ED60A}" dt="2025-11-27T00:18:58.362" v="1272" actId="20577"/>
          <ac:spMkLst>
            <pc:docMk/>
            <pc:sldMk cId="3652970849" sldId="748"/>
            <ac:spMk id="9" creationId="{4F922117-B8AC-081B-F1F3-E41DC8D89502}"/>
          </ac:spMkLst>
        </pc:spChg>
        <pc:spChg chg="mod">
          <ac:chgData name="川名翔太" userId="902a1c22-1104-4fc2-ba41-1ee47f89ed5e" providerId="ADAL" clId="{6867D7A5-5D1E-496A-A323-39A84F6ED60A}" dt="2025-11-27T00:16:36.399" v="1257" actId="20577"/>
          <ac:spMkLst>
            <pc:docMk/>
            <pc:sldMk cId="3652970849" sldId="748"/>
            <ac:spMk id="18" creationId="{74C5ECC8-6370-00D0-6ACA-48D524919FEB}"/>
          </ac:spMkLst>
        </pc:spChg>
      </pc:sldChg>
      <pc:sldChg chg="addSp modSp mod">
        <pc:chgData name="川名翔太" userId="902a1c22-1104-4fc2-ba41-1ee47f89ed5e" providerId="ADAL" clId="{6867D7A5-5D1E-496A-A323-39A84F6ED60A}" dt="2025-11-27T00:21:37.784" v="1309" actId="20577"/>
        <pc:sldMkLst>
          <pc:docMk/>
          <pc:sldMk cId="3703131428" sldId="1102"/>
        </pc:sldMkLst>
      </pc:sldChg>
      <pc:sldChg chg="modSp mod">
        <pc:chgData name="川名翔太" userId="902a1c22-1104-4fc2-ba41-1ee47f89ed5e" providerId="ADAL" clId="{6867D7A5-5D1E-496A-A323-39A84F6ED60A}" dt="2025-11-27T00:23:23.390" v="1351"/>
        <pc:sldMkLst>
          <pc:docMk/>
          <pc:sldMk cId="1201671730" sldId="1277"/>
        </pc:sldMkLst>
        <pc:spChg chg="mod">
          <ac:chgData name="川名翔太" userId="902a1c22-1104-4fc2-ba41-1ee47f89ed5e" providerId="ADAL" clId="{6867D7A5-5D1E-496A-A323-39A84F6ED60A}" dt="2025-11-27T00:23:23.390" v="1351"/>
          <ac:spMkLst>
            <pc:docMk/>
            <pc:sldMk cId="1201671730" sldId="1277"/>
            <ac:spMk id="2" creationId="{71E70C52-B1E4-2C7E-5EB0-A0277EC9EC59}"/>
          </ac:spMkLst>
        </pc:spChg>
        <pc:graphicFrameChg chg="mod modGraphic">
          <ac:chgData name="川名翔太" userId="902a1c22-1104-4fc2-ba41-1ee47f89ed5e" providerId="ADAL" clId="{6867D7A5-5D1E-496A-A323-39A84F6ED60A}" dt="2025-11-27T00:22:56.543" v="1335" actId="20577"/>
          <ac:graphicFrameMkLst>
            <pc:docMk/>
            <pc:sldMk cId="1201671730" sldId="1277"/>
            <ac:graphicFrameMk id="5" creationId="{FB050304-A886-0018-86D5-A1E10AFD94CE}"/>
          </ac:graphicFrameMkLst>
        </pc:graphicFrameChg>
      </pc:sldChg>
      <pc:sldChg chg="modSp mod">
        <pc:chgData name="川名翔太" userId="902a1c22-1104-4fc2-ba41-1ee47f89ed5e" providerId="ADAL" clId="{6867D7A5-5D1E-496A-A323-39A84F6ED60A}" dt="2025-11-27T00:26:07.169" v="1355" actId="1076"/>
        <pc:sldMkLst>
          <pc:docMk/>
          <pc:sldMk cId="2710341476" sldId="1300"/>
        </pc:sldMkLst>
        <pc:spChg chg="mod">
          <ac:chgData name="川名翔太" userId="902a1c22-1104-4fc2-ba41-1ee47f89ed5e" providerId="ADAL" clId="{6867D7A5-5D1E-496A-A323-39A84F6ED60A}" dt="2025-11-27T00:25:50.892" v="1353" actId="1076"/>
          <ac:spMkLst>
            <pc:docMk/>
            <pc:sldMk cId="2710341476" sldId="1300"/>
            <ac:spMk id="33" creationId="{54171B8D-725E-7BB0-C608-5CD4D46954EE}"/>
          </ac:spMkLst>
        </pc:spChg>
        <pc:spChg chg="mod">
          <ac:chgData name="川名翔太" userId="902a1c22-1104-4fc2-ba41-1ee47f89ed5e" providerId="ADAL" clId="{6867D7A5-5D1E-496A-A323-39A84F6ED60A}" dt="2025-11-27T00:26:01.509" v="1354" actId="1076"/>
          <ac:spMkLst>
            <pc:docMk/>
            <pc:sldMk cId="2710341476" sldId="1300"/>
            <ac:spMk id="43" creationId="{75BCFBBE-C2C9-67F5-0F62-877DDFD8002D}"/>
          </ac:spMkLst>
        </pc:spChg>
        <pc:spChg chg="mod">
          <ac:chgData name="川名翔太" userId="902a1c22-1104-4fc2-ba41-1ee47f89ed5e" providerId="ADAL" clId="{6867D7A5-5D1E-496A-A323-39A84F6ED60A}" dt="2025-11-27T00:26:07.169" v="1355" actId="1076"/>
          <ac:spMkLst>
            <pc:docMk/>
            <pc:sldMk cId="2710341476" sldId="1300"/>
            <ac:spMk id="47" creationId="{72E0FC0A-A746-9878-EAD4-DD638DF17BD8}"/>
          </ac:spMkLst>
        </pc:spChg>
      </pc:sldChg>
      <pc:sldChg chg="modSp mod">
        <pc:chgData name="川名翔太" userId="902a1c22-1104-4fc2-ba41-1ee47f89ed5e" providerId="ADAL" clId="{6867D7A5-5D1E-496A-A323-39A84F6ED60A}" dt="2025-11-27T00:20:53.345" v="1275" actId="20577"/>
        <pc:sldMkLst>
          <pc:docMk/>
          <pc:sldMk cId="2965150872" sldId="1306"/>
        </pc:sldMkLst>
        <pc:spChg chg="mod">
          <ac:chgData name="川名翔太" userId="902a1c22-1104-4fc2-ba41-1ee47f89ed5e" providerId="ADAL" clId="{6867D7A5-5D1E-496A-A323-39A84F6ED60A}" dt="2025-11-27T00:20:53.345" v="1275" actId="20577"/>
          <ac:spMkLst>
            <pc:docMk/>
            <pc:sldMk cId="2965150872" sldId="1306"/>
            <ac:spMk id="2" creationId="{715A1977-001A-47E2-A226-93AAC587563E}"/>
          </ac:spMkLst>
        </pc:spChg>
      </pc:sldChg>
      <pc:sldChg chg="modSp mod">
        <pc:chgData name="川名翔太" userId="902a1c22-1104-4fc2-ba41-1ee47f89ed5e" providerId="ADAL" clId="{6867D7A5-5D1E-496A-A323-39A84F6ED60A}" dt="2025-11-27T00:20:56.867" v="1277" actId="20577"/>
        <pc:sldMkLst>
          <pc:docMk/>
          <pc:sldMk cId="612894937" sldId="1307"/>
        </pc:sldMkLst>
        <pc:spChg chg="mod">
          <ac:chgData name="川名翔太" userId="902a1c22-1104-4fc2-ba41-1ee47f89ed5e" providerId="ADAL" clId="{6867D7A5-5D1E-496A-A323-39A84F6ED60A}" dt="2025-11-27T00:20:56.867" v="1277" actId="20577"/>
          <ac:spMkLst>
            <pc:docMk/>
            <pc:sldMk cId="612894937" sldId="1307"/>
            <ac:spMk id="2" creationId="{715A1977-001A-47E2-A226-93AAC587563E}"/>
          </ac:spMkLst>
        </pc:spChg>
      </pc:sldChg>
      <pc:sldChg chg="modSp mod">
        <pc:chgData name="川名翔太" userId="902a1c22-1104-4fc2-ba41-1ee47f89ed5e" providerId="ADAL" clId="{6867D7A5-5D1E-496A-A323-39A84F6ED60A}" dt="2025-11-27T00:23:19.390" v="1350" actId="20577"/>
        <pc:sldMkLst>
          <pc:docMk/>
          <pc:sldMk cId="3254451929" sldId="1314"/>
        </pc:sldMkLst>
        <pc:spChg chg="mod">
          <ac:chgData name="川名翔太" userId="902a1c22-1104-4fc2-ba41-1ee47f89ed5e" providerId="ADAL" clId="{6867D7A5-5D1E-496A-A323-39A84F6ED60A}" dt="2025-11-27T00:23:19.390" v="1350" actId="20577"/>
          <ac:spMkLst>
            <pc:docMk/>
            <pc:sldMk cId="3254451929" sldId="1314"/>
            <ac:spMk id="3" creationId="{AA851CD9-9913-3762-7174-D4567AFEEBE5}"/>
          </ac:spMkLst>
        </pc:spChg>
      </pc:sldChg>
      <pc:sldChg chg="modSp mod">
        <pc:chgData name="川名翔太" userId="902a1c22-1104-4fc2-ba41-1ee47f89ed5e" providerId="ADAL" clId="{6867D7A5-5D1E-496A-A323-39A84F6ED60A}" dt="2025-11-27T00:24:45.447" v="1352" actId="6549"/>
        <pc:sldMkLst>
          <pc:docMk/>
          <pc:sldMk cId="3362232684" sldId="1317"/>
        </pc:sldMkLst>
        <pc:graphicFrameChg chg="mod modGraphic">
          <ac:chgData name="川名翔太" userId="902a1c22-1104-4fc2-ba41-1ee47f89ed5e" providerId="ADAL" clId="{6867D7A5-5D1E-496A-A323-39A84F6ED60A}" dt="2025-11-27T00:24:45.447" v="1352" actId="6549"/>
          <ac:graphicFrameMkLst>
            <pc:docMk/>
            <pc:sldMk cId="3362232684" sldId="1317"/>
            <ac:graphicFrameMk id="9" creationId="{4A9CABBF-068A-2C68-31C2-F90EC167BBE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2025/12/2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4150802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CAE2-3C9D-F9EE-A531-0B71AC8E8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A2BFA3-1F3A-C433-6A43-690BBC5E32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D09237-7797-718A-8066-2A7B59C066DB}"/>
              </a:ext>
            </a:extLst>
          </p:cNvPr>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1750A765-415D-87F8-E313-D2B6376C67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86576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0A11-4B00-B180-C4D4-AF5706F2B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8E7FF-1895-FDA4-F76E-F639757125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BABAB-0959-C12F-C9C8-F6D24B401C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C510B-82B0-406A-C22D-9D5991140952}"/>
              </a:ext>
            </a:extLst>
          </p:cNvPr>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93189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B8B9-4F96-C3CF-8D55-58ACE5F28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97BF1A-FA4D-7134-CD01-1082F2D8B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C135AB-4F5A-9CA6-9123-DC408A3AB0E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6F0D38-84B0-9EBB-822A-593E496BF917}"/>
              </a:ext>
            </a:extLst>
          </p:cNvPr>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763185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3E9C-A1F8-E8E3-8F77-04914748DF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8D0A09-9C09-256A-C10E-0764053A83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68F2E-4C7E-6D50-357D-A5BC12EDE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B83EB-CC40-957E-A549-54767B5D20FD}"/>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713499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35CC-2589-E386-3EAA-0BA4017752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D728-2660-4C59-4FB4-2684748F0A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413325-01D7-4ED9-EEAD-7ADDDC5F87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91FB5EA-0D20-F6A5-4644-FB70E59F65A8}"/>
              </a:ext>
            </a:extLst>
          </p:cNvPr>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380016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99A-F823-451B-398F-F6A7E284E0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B3F60-8A0C-B063-871E-0CCBCAD0B8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F0327-518C-AABB-4DCD-1CDC6E6633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DBD151C-06CC-D810-70AD-67AC842EAC4F}"/>
              </a:ext>
            </a:extLst>
          </p:cNvPr>
          <p:cNvSpPr>
            <a:spLocks noGrp="1"/>
          </p:cNvSpPr>
          <p:nvPr>
            <p:ph type="sldNum" sz="quarter" idx="10"/>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16694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52DF-7310-F0D9-FA57-1D859C4B94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69C66B-631B-B17B-43DA-2A6CBA0ECF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462C8C-F914-955D-305C-CB3394EC1D0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C4086EA-6428-B6B9-9DE1-FD4A1A10194C}"/>
              </a:ext>
            </a:extLst>
          </p:cNvPr>
          <p:cNvSpPr>
            <a:spLocks noGrp="1"/>
          </p:cNvSpPr>
          <p:nvPr>
            <p:ph type="sldNum" sz="quarter" idx="10"/>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1442553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306F-7F3E-5315-7A43-135EE73D31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228EF8-CB16-8BB1-740F-7C018794ED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2102404-61CF-7F97-8E96-24900986FF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8D64705-B143-DBE2-8642-BBFB8F7386A1}"/>
              </a:ext>
            </a:extLst>
          </p:cNvPr>
          <p:cNvSpPr>
            <a:spLocks noGrp="1"/>
          </p:cNvSpPr>
          <p:nvPr>
            <p:ph type="sldNum" sz="quarter" idx="10"/>
          </p:nvPr>
        </p:nvSpPr>
        <p:spPr/>
        <p:txBody>
          <a:bodyPr/>
          <a:lstStyle/>
          <a:p>
            <a:fld id="{BC57080C-E8FE-C146-B769-6100616B65A7}" type="slidenum">
              <a:rPr kumimoji="1" lang="ja-JP" altLang="en-US" smtClean="0"/>
              <a:t>18</a:t>
            </a:fld>
            <a:endParaRPr kumimoji="1" lang="ja-JP" altLang="en-US"/>
          </a:p>
        </p:txBody>
      </p:sp>
    </p:spTree>
    <p:extLst>
      <p:ext uri="{BB962C8B-B14F-4D97-AF65-F5344CB8AC3E}">
        <p14:creationId xmlns:p14="http://schemas.microsoft.com/office/powerpoint/2010/main" val="839444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21</a:t>
            </a:fld>
            <a:endParaRPr kumimoji="1" lang="ja-JP" altLang="en-US"/>
          </a:p>
        </p:txBody>
      </p:sp>
    </p:spTree>
    <p:extLst>
      <p:ext uri="{BB962C8B-B14F-4D97-AF65-F5344CB8AC3E}">
        <p14:creationId xmlns:p14="http://schemas.microsoft.com/office/powerpoint/2010/main" val="2642091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23</a:t>
            </a:fld>
            <a:endParaRPr kumimoji="1" lang="ja-JP" altLang="en-US"/>
          </a:p>
        </p:txBody>
      </p:sp>
    </p:spTree>
    <p:extLst>
      <p:ext uri="{BB962C8B-B14F-4D97-AF65-F5344CB8AC3E}">
        <p14:creationId xmlns:p14="http://schemas.microsoft.com/office/powerpoint/2010/main" val="3332138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3DA54-4CCC-487A-552F-FC732349FB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8F4BFB-3EB8-8EEE-FD1F-C6B911DF71E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E28A15-70A4-DD32-D7FD-B19EA0FD926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223B8B-1F06-DD95-F735-00070CC77CB0}"/>
              </a:ext>
            </a:extLst>
          </p:cNvPr>
          <p:cNvSpPr>
            <a:spLocks noGrp="1"/>
          </p:cNvSpPr>
          <p:nvPr>
            <p:ph type="sldNum" sz="quarter" idx="5"/>
          </p:nvPr>
        </p:nvSpPr>
        <p:spPr/>
        <p:txBody>
          <a:bodyPr/>
          <a:lstStyle/>
          <a:p>
            <a:fld id="{BC57080C-E8FE-C146-B769-6100616B65A7}" type="slidenum">
              <a:rPr kumimoji="1" lang="ja-JP" altLang="en-US" smtClean="0"/>
              <a:t>24</a:t>
            </a:fld>
            <a:endParaRPr kumimoji="1" lang="ja-JP" altLang="en-US"/>
          </a:p>
        </p:txBody>
      </p:sp>
    </p:spTree>
    <p:extLst>
      <p:ext uri="{BB962C8B-B14F-4D97-AF65-F5344CB8AC3E}">
        <p14:creationId xmlns:p14="http://schemas.microsoft.com/office/powerpoint/2010/main" val="2755622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36</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dirty="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dirty="0">
                <a:solidFill>
                  <a:srgbClr val="323232"/>
                </a:solidFill>
                <a:latin typeface="游ゴシック" panose="020B0400000000000000" pitchFamily="50" charset="-128"/>
                <a:ea typeface="游ゴシック" panose="020B0400000000000000" pitchFamily="50" charset="-128"/>
              </a:rPr>
              <a:t>本資料には</a:t>
            </a:r>
            <a:r>
              <a:rPr kumimoji="1" lang="ja-JP" altLang="en-US" sz="1200" dirty="0">
                <a:solidFill>
                  <a:srgbClr val="323232"/>
                </a:solidFill>
                <a:latin typeface="游ゴシック" panose="020B0400000000000000" pitchFamily="50" charset="-128"/>
                <a:ea typeface="+mn-ea"/>
              </a:rPr>
              <a:t>弊社</a:t>
            </a:r>
            <a:r>
              <a:rPr kumimoji="1" lang="ja-JP" altLang="en-US" sz="1200" dirty="0">
                <a:solidFill>
                  <a:srgbClr val="323232"/>
                </a:solidFill>
                <a:latin typeface="游ゴシック" panose="020B0400000000000000" pitchFamily="50" charset="-128"/>
                <a:ea typeface="游ゴシック" panose="020B0400000000000000" pitchFamily="50" charset="-128"/>
              </a:rPr>
              <a:t>の機密情報が含まれておりますので、</a:t>
            </a:r>
            <a:r>
              <a:rPr kumimoji="1" lang="ja-JP" altLang="en-US" sz="1200" dirty="0">
                <a:solidFill>
                  <a:srgbClr val="323232"/>
                </a:solidFill>
                <a:latin typeface="游ゴシック" panose="020B0400000000000000" pitchFamily="50" charset="-128"/>
                <a:ea typeface="+mn-ea"/>
              </a:rPr>
              <a:t>弊社</a:t>
            </a:r>
            <a:r>
              <a:rPr kumimoji="1" lang="ja-JP" altLang="en-US" sz="1200" dirty="0">
                <a:solidFill>
                  <a:srgbClr val="323232"/>
                </a:solidFill>
                <a:latin typeface="游ゴシック" panose="020B0400000000000000" pitchFamily="50" charset="-128"/>
                <a:ea typeface="游ゴシック" panose="020B0400000000000000" pitchFamily="50" charset="-128"/>
              </a:rPr>
              <a:t>の書面による承諾なく第三者に開示することはできません。</a:t>
            </a:r>
          </a:p>
          <a:p>
            <a:pPr algn="just">
              <a:lnSpc>
                <a:spcPct val="120000"/>
              </a:lnSpc>
            </a:pPr>
            <a:r>
              <a:rPr kumimoji="1" lang="ja-JP" altLang="en-US" sz="1200" dirty="0">
                <a:solidFill>
                  <a:srgbClr val="323232"/>
                </a:solidFill>
                <a:latin typeface="游ゴシック" panose="020B0400000000000000" pitchFamily="50" charset="-128"/>
                <a:ea typeface="游ゴシック" panose="020B0400000000000000" pitchFamily="50" charset="-128"/>
              </a:rPr>
              <a:t>また、弊社の承諾を得た場合であっても、本技術情報は外国為替及び外国貿易管理法の定める特定技術に該当するため、非居住者に提供する場合には同法に基づく許可を要することがあります。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9245890" cy="1563508"/>
          </a:xfrm>
        </p:spPr>
        <p:txBody>
          <a:bodyPr>
            <a:normAutofit/>
          </a:bodyPr>
          <a:lstStyle/>
          <a:p>
            <a:r>
              <a:rPr lang="en-US" altLang="ja-JP" sz="3200" dirty="0"/>
              <a:t>MA-ADS(XenApp</a:t>
            </a:r>
            <a:r>
              <a:rPr lang="ja-JP" altLang="en-US" sz="3200" dirty="0"/>
              <a:t>内アプリ</a:t>
            </a:r>
            <a:r>
              <a:rPr lang="en-US" altLang="ja-JP" sz="3200" dirty="0"/>
              <a:t>)</a:t>
            </a:r>
            <a:r>
              <a:rPr lang="ja-JP" altLang="en-US" sz="3200" dirty="0"/>
              <a:t> </a:t>
            </a:r>
            <a:r>
              <a:rPr lang="en-US" altLang="ja-JP" sz="3200" dirty="0"/>
              <a:t>Web</a:t>
            </a:r>
            <a:r>
              <a:rPr lang="ja-JP" altLang="en-US" sz="3200"/>
              <a:t>アプリ化</a:t>
            </a:r>
            <a:endParaRPr lang="en-US" altLang="ja-JP" sz="3200"/>
          </a:p>
          <a:p>
            <a:r>
              <a:rPr lang="ja-JP" altLang="en-US" sz="3600" dirty="0">
                <a:latin typeface="游明朝"/>
                <a:ea typeface="游明朝"/>
              </a:rPr>
              <a:t>ご提案</a:t>
            </a:r>
            <a:r>
              <a:rPr lang="en-US" altLang="ja-JP" sz="3600" dirty="0">
                <a:latin typeface="游明朝"/>
                <a:ea typeface="游明朝"/>
              </a:rPr>
              <a:t>(</a:t>
            </a:r>
            <a:r>
              <a:rPr lang="ja-JP" altLang="en-US" sz="3600" dirty="0">
                <a:latin typeface="游明朝"/>
                <a:ea typeface="游明朝"/>
              </a:rPr>
              <a:t>第</a:t>
            </a:r>
            <a:r>
              <a:rPr lang="en-US" altLang="ja-JP" sz="3600" dirty="0">
                <a:latin typeface="游明朝"/>
                <a:ea typeface="游明朝"/>
              </a:rPr>
              <a:t>1.2</a:t>
            </a:r>
            <a:r>
              <a:rPr lang="ja-JP" altLang="en-US" sz="3600" dirty="0">
                <a:latin typeface="游明朝"/>
                <a:ea typeface="游明朝"/>
              </a:rPr>
              <a:t>版）</a:t>
            </a:r>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2025/12/2</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
        <p:nvSpPr>
          <p:cNvPr id="4" name="コンテンツ プレースホルダー 2">
            <a:extLst>
              <a:ext uri="{FF2B5EF4-FFF2-40B4-BE49-F238E27FC236}">
                <a16:creationId xmlns:a16="http://schemas.microsoft.com/office/drawing/2014/main" id="{90263BB6-9FED-0596-7407-DC44579C5F71}"/>
              </a:ext>
            </a:extLst>
          </p:cNvPr>
          <p:cNvSpPr txBox="1">
            <a:spLocks/>
          </p:cNvSpPr>
          <p:nvPr/>
        </p:nvSpPr>
        <p:spPr>
          <a:xfrm>
            <a:off x="336000" y="353451"/>
            <a:ext cx="11856000" cy="403925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dirty="0">
                <a:latin typeface="游ゴシック"/>
                <a:ea typeface="游ゴシック"/>
              </a:rPr>
              <a:t>本書は、貴社よりご提供をいただきました下記の資料の内容および、</a:t>
            </a:r>
            <a:r>
              <a:rPr lang="en-US" altLang="ja-JP" dirty="0">
                <a:latin typeface="游ゴシック"/>
                <a:ea typeface="游ゴシック"/>
              </a:rPr>
              <a:t>11</a:t>
            </a:r>
            <a:r>
              <a:rPr lang="ja-JP" altLang="en-US" dirty="0">
                <a:latin typeface="游ゴシック"/>
                <a:ea typeface="游ゴシック"/>
              </a:rPr>
              <a:t>月</a:t>
            </a:r>
            <a:r>
              <a:rPr lang="en-US" altLang="ja-JP" dirty="0">
                <a:latin typeface="游ゴシック"/>
                <a:ea typeface="游ゴシック"/>
              </a:rPr>
              <a:t>7</a:t>
            </a:r>
            <a:r>
              <a:rPr lang="ja-JP" altLang="en-US" dirty="0">
                <a:latin typeface="游ゴシック"/>
                <a:ea typeface="游ゴシック"/>
              </a:rPr>
              <a:t>日のお打合せの内容を基にした提案書です。</a:t>
            </a:r>
          </a:p>
          <a:p>
            <a:pPr marL="719455" lvl="1" indent="-342900">
              <a:lnSpc>
                <a:spcPct val="100000"/>
              </a:lnSpc>
            </a:pPr>
            <a:r>
              <a:rPr lang="en-US" altLang="ja-JP" sz="1600" dirty="0">
                <a:latin typeface="+mn-ea"/>
              </a:rPr>
              <a:t>MA-ADS_.NET,VB_</a:t>
            </a:r>
            <a:r>
              <a:rPr lang="ja-JP" altLang="en-US" sz="1600" dirty="0">
                <a:latin typeface="+mn-ea"/>
              </a:rPr>
              <a:t>アプリ一覧</a:t>
            </a:r>
            <a:r>
              <a:rPr lang="en-US" altLang="ja-JP" sz="1600" dirty="0">
                <a:latin typeface="+mn-ea"/>
              </a:rPr>
              <a:t>.xlsx</a:t>
            </a:r>
          </a:p>
          <a:p>
            <a:pPr marL="719455" lvl="1" indent="-342900">
              <a:lnSpc>
                <a:spcPct val="100000"/>
              </a:lnSpc>
            </a:pPr>
            <a:r>
              <a:rPr lang="ja-JP" altLang="en-US" sz="1600" dirty="0">
                <a:latin typeface="+mn-ea"/>
              </a:rPr>
              <a:t>共通基盤から次期アーキに移行する場合の変化点</a:t>
            </a:r>
            <a:r>
              <a:rPr lang="en-US" altLang="ja-JP" sz="1600" dirty="0">
                <a:latin typeface="+mn-ea"/>
              </a:rPr>
              <a:t>_202507</a:t>
            </a:r>
            <a:r>
              <a:rPr lang="ja-JP" altLang="en-US" sz="1600" dirty="0">
                <a:latin typeface="+mn-ea"/>
              </a:rPr>
              <a:t>改</a:t>
            </a:r>
            <a:r>
              <a:rPr lang="en-US" altLang="ja-JP" sz="1600" dirty="0">
                <a:latin typeface="+mn-ea"/>
              </a:rPr>
              <a:t>.pptx</a:t>
            </a:r>
            <a:br>
              <a:rPr lang="en-US" altLang="ja-JP" sz="1600" dirty="0">
                <a:latin typeface="+mn-ea"/>
              </a:rPr>
            </a:br>
            <a:r>
              <a:rPr lang="en-US" altLang="ja-JP" sz="1600" dirty="0">
                <a:latin typeface="+mn-ea"/>
              </a:rPr>
              <a:t>※</a:t>
            </a:r>
            <a:r>
              <a:rPr lang="ja-JP" altLang="en-US" sz="1600" dirty="0">
                <a:latin typeface="+mn-ea"/>
              </a:rPr>
              <a:t>上記に基づくシステム構成での提案</a:t>
            </a:r>
            <a:endParaRPr lang="en-US" altLang="ja-JP" sz="1600" dirty="0">
              <a:latin typeface="+mn-ea"/>
            </a:endParaRPr>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0DDB73-3DAE-E585-CFA4-6B4062515D26}"/>
              </a:ext>
            </a:extLst>
          </p:cNvPr>
          <p:cNvSpPr>
            <a:spLocks noGrp="1"/>
          </p:cNvSpPr>
          <p:nvPr>
            <p:ph type="title"/>
          </p:nvPr>
        </p:nvSpPr>
        <p:spPr/>
        <p:txBody>
          <a:bodyPr/>
          <a:lstStyle/>
          <a:p>
            <a:r>
              <a:rPr kumimoji="1" lang="ja-JP" altLang="en-US"/>
              <a:t>目次</a:t>
            </a:r>
          </a:p>
        </p:txBody>
      </p:sp>
      <p:sp>
        <p:nvSpPr>
          <p:cNvPr id="3" name="フッター プレースホルダー 2">
            <a:extLst>
              <a:ext uri="{FF2B5EF4-FFF2-40B4-BE49-F238E27FC236}">
                <a16:creationId xmlns:a16="http://schemas.microsoft.com/office/drawing/2014/main" id="{AD4D7248-8B01-1DE1-9E89-7ED14B040AE1}"/>
              </a:ext>
            </a:extLst>
          </p:cNvPr>
          <p:cNvSpPr>
            <a:spLocks noGrp="1"/>
          </p:cNvSpPr>
          <p:nvPr>
            <p:ph type="ftr" sz="quarter" idx="11"/>
          </p:nvPr>
        </p:nvSpPr>
        <p:spPr/>
        <p:txBody>
          <a:bodyPr/>
          <a:lstStyle/>
          <a:p>
            <a:r>
              <a:rPr lang="en-US" dirty="0"/>
              <a:t>Copyright © </a:t>
            </a:r>
            <a:r>
              <a:rPr lang="en-US" dirty="0" err="1"/>
              <a:t>SystemEXE,Inc</a:t>
            </a:r>
            <a:r>
              <a:rPr lang="en-US" dirty="0"/>
              <a:t> All Rights Reserved.</a:t>
            </a:r>
          </a:p>
        </p:txBody>
      </p:sp>
      <p:sp>
        <p:nvSpPr>
          <p:cNvPr id="5" name="正方形/長方形 4">
            <a:extLst>
              <a:ext uri="{FF2B5EF4-FFF2-40B4-BE49-F238E27FC236}">
                <a16:creationId xmlns:a16="http://schemas.microsoft.com/office/drawing/2014/main" id="{043C9EFD-7E09-676C-ED8A-56BBFFC3B482}"/>
              </a:ext>
            </a:extLst>
          </p:cNvPr>
          <p:cNvSpPr/>
          <p:nvPr/>
        </p:nvSpPr>
        <p:spPr>
          <a:xfrm>
            <a:off x="412414" y="98507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 name="テキスト ボックス 5">
            <a:extLst>
              <a:ext uri="{FF2B5EF4-FFF2-40B4-BE49-F238E27FC236}">
                <a16:creationId xmlns:a16="http://schemas.microsoft.com/office/drawing/2014/main" id="{FDFF2349-1A0B-D040-2FC3-C26EE8F00B02}"/>
              </a:ext>
            </a:extLst>
          </p:cNvPr>
          <p:cNvSpPr txBox="1"/>
          <p:nvPr/>
        </p:nvSpPr>
        <p:spPr>
          <a:xfrm>
            <a:off x="668566" y="97741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1</a:t>
            </a:r>
            <a:endParaRPr kumimoji="1" lang="ja-JP" altLang="en-US" sz="2400" b="1">
              <a:solidFill>
                <a:schemeClr val="accent4">
                  <a:lumMod val="75000"/>
                </a:schemeClr>
              </a:solidFill>
              <a:latin typeface="+mn-ea"/>
            </a:endParaRPr>
          </a:p>
        </p:txBody>
      </p:sp>
      <p:sp>
        <p:nvSpPr>
          <p:cNvPr id="7" name="テキスト ボックス 6">
            <a:extLst>
              <a:ext uri="{FF2B5EF4-FFF2-40B4-BE49-F238E27FC236}">
                <a16:creationId xmlns:a16="http://schemas.microsoft.com/office/drawing/2014/main" id="{CA5E1339-5F0A-4B55-CB4B-A83C30B1BBAD}"/>
              </a:ext>
            </a:extLst>
          </p:cNvPr>
          <p:cNvSpPr txBox="1"/>
          <p:nvPr/>
        </p:nvSpPr>
        <p:spPr>
          <a:xfrm>
            <a:off x="1093112" y="103340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ご提案のポイント</a:t>
            </a:r>
          </a:p>
        </p:txBody>
      </p:sp>
      <p:sp>
        <p:nvSpPr>
          <p:cNvPr id="8" name="正方形/長方形 7">
            <a:extLst>
              <a:ext uri="{FF2B5EF4-FFF2-40B4-BE49-F238E27FC236}">
                <a16:creationId xmlns:a16="http://schemas.microsoft.com/office/drawing/2014/main" id="{B7AE61BE-9BE9-19AB-28DD-22C5F80A4CB4}"/>
              </a:ext>
            </a:extLst>
          </p:cNvPr>
          <p:cNvSpPr/>
          <p:nvPr/>
        </p:nvSpPr>
        <p:spPr>
          <a:xfrm rot="10800000">
            <a:off x="616274" y="141968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0" name="テキスト ボックス 9">
            <a:extLst>
              <a:ext uri="{FF2B5EF4-FFF2-40B4-BE49-F238E27FC236}">
                <a16:creationId xmlns:a16="http://schemas.microsoft.com/office/drawing/2014/main" id="{26CACF70-8747-A2B0-4FDF-69B98B5E637E}"/>
              </a:ext>
            </a:extLst>
          </p:cNvPr>
          <p:cNvSpPr txBox="1"/>
          <p:nvPr/>
        </p:nvSpPr>
        <p:spPr>
          <a:xfrm>
            <a:off x="5381737" y="93786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a:t>
            </a:r>
            <a:endParaRPr kumimoji="1" lang="ja-JP" altLang="en-US" sz="1600">
              <a:solidFill>
                <a:schemeClr val="bg1">
                  <a:lumMod val="50000"/>
                </a:schemeClr>
              </a:solidFill>
              <a:latin typeface="+mn-ea"/>
            </a:endParaRPr>
          </a:p>
        </p:txBody>
      </p:sp>
      <p:sp>
        <p:nvSpPr>
          <p:cNvPr id="12" name="正方形/長方形 11">
            <a:extLst>
              <a:ext uri="{FF2B5EF4-FFF2-40B4-BE49-F238E27FC236}">
                <a16:creationId xmlns:a16="http://schemas.microsoft.com/office/drawing/2014/main" id="{99DAD8ED-26DA-D31A-5A5D-39B444404431}"/>
              </a:ext>
            </a:extLst>
          </p:cNvPr>
          <p:cNvSpPr/>
          <p:nvPr/>
        </p:nvSpPr>
        <p:spPr>
          <a:xfrm>
            <a:off x="6165157" y="983547"/>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3" name="テキスト ボックス 12">
            <a:extLst>
              <a:ext uri="{FF2B5EF4-FFF2-40B4-BE49-F238E27FC236}">
                <a16:creationId xmlns:a16="http://schemas.microsoft.com/office/drawing/2014/main" id="{5BF77E43-68D8-BD64-0589-490BD977EBC9}"/>
              </a:ext>
            </a:extLst>
          </p:cNvPr>
          <p:cNvSpPr txBox="1"/>
          <p:nvPr/>
        </p:nvSpPr>
        <p:spPr>
          <a:xfrm>
            <a:off x="6421312" y="980516"/>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6</a:t>
            </a:r>
            <a:endParaRPr kumimoji="1" lang="ja-JP" altLang="en-US" sz="2400" b="1">
              <a:solidFill>
                <a:schemeClr val="accent4">
                  <a:lumMod val="75000"/>
                </a:schemeClr>
              </a:solidFill>
              <a:latin typeface="+mn-ea"/>
            </a:endParaRPr>
          </a:p>
        </p:txBody>
      </p:sp>
      <p:sp>
        <p:nvSpPr>
          <p:cNvPr id="14" name="テキスト ボックス 13">
            <a:extLst>
              <a:ext uri="{FF2B5EF4-FFF2-40B4-BE49-F238E27FC236}">
                <a16:creationId xmlns:a16="http://schemas.microsoft.com/office/drawing/2014/main" id="{9C4AEF55-EFC3-802E-41D2-940414539A11}"/>
              </a:ext>
            </a:extLst>
          </p:cNvPr>
          <p:cNvSpPr txBox="1"/>
          <p:nvPr/>
        </p:nvSpPr>
        <p:spPr>
          <a:xfrm>
            <a:off x="6845857" y="1031878"/>
            <a:ext cx="1800493"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お見積り前提条件</a:t>
            </a:r>
          </a:p>
        </p:txBody>
      </p:sp>
      <p:sp>
        <p:nvSpPr>
          <p:cNvPr id="15" name="正方形/長方形 14">
            <a:extLst>
              <a:ext uri="{FF2B5EF4-FFF2-40B4-BE49-F238E27FC236}">
                <a16:creationId xmlns:a16="http://schemas.microsoft.com/office/drawing/2014/main" id="{59C9FDB0-6D91-9EFE-F923-E7A2F031B727}"/>
              </a:ext>
            </a:extLst>
          </p:cNvPr>
          <p:cNvSpPr/>
          <p:nvPr/>
        </p:nvSpPr>
        <p:spPr>
          <a:xfrm rot="10800000">
            <a:off x="6369019" y="1427409"/>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7" name="テキスト ボックス 16">
            <a:extLst>
              <a:ext uri="{FF2B5EF4-FFF2-40B4-BE49-F238E27FC236}">
                <a16:creationId xmlns:a16="http://schemas.microsoft.com/office/drawing/2014/main" id="{667DF944-4F98-10D6-169B-38734919D9C4}"/>
              </a:ext>
            </a:extLst>
          </p:cNvPr>
          <p:cNvSpPr txBox="1"/>
          <p:nvPr/>
        </p:nvSpPr>
        <p:spPr>
          <a:xfrm>
            <a:off x="11134482" y="936342"/>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P.27</a:t>
            </a:r>
            <a:endParaRPr kumimoji="1" lang="ja-JP" altLang="en-US" sz="1600">
              <a:solidFill>
                <a:schemeClr val="bg1">
                  <a:lumMod val="50000"/>
                </a:schemeClr>
              </a:solidFill>
              <a:latin typeface="+mn-ea"/>
            </a:endParaRPr>
          </a:p>
        </p:txBody>
      </p:sp>
      <p:sp>
        <p:nvSpPr>
          <p:cNvPr id="19" name="正方形/長方形 18">
            <a:extLst>
              <a:ext uri="{FF2B5EF4-FFF2-40B4-BE49-F238E27FC236}">
                <a16:creationId xmlns:a16="http://schemas.microsoft.com/office/drawing/2014/main" id="{30E543EE-8041-E8D6-001E-E19F06D6061F}"/>
              </a:ext>
            </a:extLst>
          </p:cNvPr>
          <p:cNvSpPr/>
          <p:nvPr/>
        </p:nvSpPr>
        <p:spPr>
          <a:xfrm>
            <a:off x="412414" y="195865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0" name="テキスト ボックス 19">
            <a:extLst>
              <a:ext uri="{FF2B5EF4-FFF2-40B4-BE49-F238E27FC236}">
                <a16:creationId xmlns:a16="http://schemas.microsoft.com/office/drawing/2014/main" id="{66A18E5F-EEDC-E4DF-64DC-1DA2DA2AB721}"/>
              </a:ext>
            </a:extLst>
          </p:cNvPr>
          <p:cNvSpPr txBox="1"/>
          <p:nvPr/>
        </p:nvSpPr>
        <p:spPr>
          <a:xfrm>
            <a:off x="680935" y="195478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2</a:t>
            </a:r>
            <a:endParaRPr kumimoji="1" lang="ja-JP" altLang="en-US" sz="2400" b="1">
              <a:solidFill>
                <a:schemeClr val="accent4">
                  <a:lumMod val="75000"/>
                </a:schemeClr>
              </a:solidFill>
              <a:latin typeface="+mn-ea"/>
            </a:endParaRPr>
          </a:p>
        </p:txBody>
      </p:sp>
      <p:sp>
        <p:nvSpPr>
          <p:cNvPr id="21" name="テキスト ボックス 20">
            <a:extLst>
              <a:ext uri="{FF2B5EF4-FFF2-40B4-BE49-F238E27FC236}">
                <a16:creationId xmlns:a16="http://schemas.microsoft.com/office/drawing/2014/main" id="{7299EA5C-B1AB-3A37-2CE7-07C5C055AF7E}"/>
              </a:ext>
            </a:extLst>
          </p:cNvPr>
          <p:cNvSpPr txBox="1"/>
          <p:nvPr/>
        </p:nvSpPr>
        <p:spPr>
          <a:xfrm>
            <a:off x="1093112" y="2006990"/>
            <a:ext cx="1800494" cy="369332"/>
          </a:xfrm>
          <a:prstGeom prst="rect">
            <a:avLst/>
          </a:prstGeom>
          <a:noFill/>
        </p:spPr>
        <p:txBody>
          <a:bodyPr wrap="none" rtlCol="0">
            <a:noAutofit/>
          </a:bodyPr>
          <a:lstStyle/>
          <a:p>
            <a:r>
              <a:rPr kumimoji="1" lang="ja-JP" altLang="en-US" b="1">
                <a:solidFill>
                  <a:schemeClr val="tx1">
                    <a:lumMod val="75000"/>
                    <a:lumOff val="25000"/>
                  </a:schemeClr>
                </a:solidFill>
                <a:latin typeface="+mn-ea"/>
              </a:rPr>
              <a:t>開発範囲</a:t>
            </a:r>
          </a:p>
        </p:txBody>
      </p:sp>
      <p:sp>
        <p:nvSpPr>
          <p:cNvPr id="22" name="正方形/長方形 21">
            <a:extLst>
              <a:ext uri="{FF2B5EF4-FFF2-40B4-BE49-F238E27FC236}">
                <a16:creationId xmlns:a16="http://schemas.microsoft.com/office/drawing/2014/main" id="{55B13FC8-8A4D-5D8D-73CF-41A9139E4443}"/>
              </a:ext>
            </a:extLst>
          </p:cNvPr>
          <p:cNvSpPr/>
          <p:nvPr/>
        </p:nvSpPr>
        <p:spPr>
          <a:xfrm rot="10800000">
            <a:off x="616274" y="240252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24" name="テキスト ボックス 23">
            <a:extLst>
              <a:ext uri="{FF2B5EF4-FFF2-40B4-BE49-F238E27FC236}">
                <a16:creationId xmlns:a16="http://schemas.microsoft.com/office/drawing/2014/main" id="{B88A2F33-69AA-2252-4123-BFDA17D93CC6}"/>
              </a:ext>
            </a:extLst>
          </p:cNvPr>
          <p:cNvSpPr txBox="1"/>
          <p:nvPr/>
        </p:nvSpPr>
        <p:spPr>
          <a:xfrm>
            <a:off x="5381737" y="191145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P.7</a:t>
            </a:r>
            <a:endParaRPr kumimoji="1" lang="ja-JP" altLang="en-US" sz="1600">
              <a:solidFill>
                <a:schemeClr val="bg1">
                  <a:lumMod val="50000"/>
                </a:schemeClr>
              </a:solidFill>
              <a:latin typeface="+mn-ea"/>
            </a:endParaRPr>
          </a:p>
        </p:txBody>
      </p:sp>
      <p:sp>
        <p:nvSpPr>
          <p:cNvPr id="26" name="正方形/長方形 25">
            <a:extLst>
              <a:ext uri="{FF2B5EF4-FFF2-40B4-BE49-F238E27FC236}">
                <a16:creationId xmlns:a16="http://schemas.microsoft.com/office/drawing/2014/main" id="{A1938D9C-120D-B36B-FFB5-2FD993B190A7}"/>
              </a:ext>
            </a:extLst>
          </p:cNvPr>
          <p:cNvSpPr/>
          <p:nvPr/>
        </p:nvSpPr>
        <p:spPr>
          <a:xfrm>
            <a:off x="412413" y="292389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7" name="テキスト ボックス 26">
            <a:extLst>
              <a:ext uri="{FF2B5EF4-FFF2-40B4-BE49-F238E27FC236}">
                <a16:creationId xmlns:a16="http://schemas.microsoft.com/office/drawing/2014/main" id="{8049C816-8C8C-BAC4-4B94-5B05B14ADA8B}"/>
              </a:ext>
            </a:extLst>
          </p:cNvPr>
          <p:cNvSpPr txBox="1"/>
          <p:nvPr/>
        </p:nvSpPr>
        <p:spPr>
          <a:xfrm>
            <a:off x="668566" y="292837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3</a:t>
            </a:r>
            <a:endParaRPr kumimoji="1" lang="ja-JP" altLang="en-US" sz="2400" b="1">
              <a:solidFill>
                <a:schemeClr val="accent4">
                  <a:lumMod val="75000"/>
                </a:schemeClr>
              </a:solidFill>
              <a:latin typeface="+mn-ea"/>
            </a:endParaRPr>
          </a:p>
        </p:txBody>
      </p:sp>
      <p:sp>
        <p:nvSpPr>
          <p:cNvPr id="28" name="テキスト ボックス 27">
            <a:extLst>
              <a:ext uri="{FF2B5EF4-FFF2-40B4-BE49-F238E27FC236}">
                <a16:creationId xmlns:a16="http://schemas.microsoft.com/office/drawing/2014/main" id="{D7A9ABD8-2BB2-0A24-38B1-84B221EB77E7}"/>
              </a:ext>
            </a:extLst>
          </p:cNvPr>
          <p:cNvSpPr txBox="1"/>
          <p:nvPr/>
        </p:nvSpPr>
        <p:spPr>
          <a:xfrm>
            <a:off x="1093112" y="2972226"/>
            <a:ext cx="1800494"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ウォーターフォール開発の場合の進め方</a:t>
            </a:r>
            <a:endParaRPr kumimoji="1" lang="en-US" altLang="ja-JP" b="1">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2F7FA4F-6E8D-0864-4C84-F7C1BDCC3A67}"/>
              </a:ext>
            </a:extLst>
          </p:cNvPr>
          <p:cNvSpPr/>
          <p:nvPr/>
        </p:nvSpPr>
        <p:spPr>
          <a:xfrm rot="10800000">
            <a:off x="616274" y="336775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1" name="テキスト ボックス 30">
            <a:extLst>
              <a:ext uri="{FF2B5EF4-FFF2-40B4-BE49-F238E27FC236}">
                <a16:creationId xmlns:a16="http://schemas.microsoft.com/office/drawing/2014/main" id="{A0B9F257-F778-25E0-C071-F01868D442AA}"/>
              </a:ext>
            </a:extLst>
          </p:cNvPr>
          <p:cNvSpPr txBox="1"/>
          <p:nvPr/>
        </p:nvSpPr>
        <p:spPr>
          <a:xfrm>
            <a:off x="5381737" y="287669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P.11</a:t>
            </a:r>
            <a:endParaRPr kumimoji="1" lang="ja-JP" altLang="en-US" sz="1600">
              <a:solidFill>
                <a:schemeClr val="bg1">
                  <a:lumMod val="50000"/>
                </a:schemeClr>
              </a:solidFill>
              <a:latin typeface="+mn-ea"/>
            </a:endParaRPr>
          </a:p>
        </p:txBody>
      </p:sp>
      <p:sp>
        <p:nvSpPr>
          <p:cNvPr id="33" name="正方形/長方形 32">
            <a:extLst>
              <a:ext uri="{FF2B5EF4-FFF2-40B4-BE49-F238E27FC236}">
                <a16:creationId xmlns:a16="http://schemas.microsoft.com/office/drawing/2014/main" id="{B3D5C74D-8DB6-BF2F-0E1B-086C80C89144}"/>
              </a:ext>
            </a:extLst>
          </p:cNvPr>
          <p:cNvSpPr/>
          <p:nvPr/>
        </p:nvSpPr>
        <p:spPr>
          <a:xfrm>
            <a:off x="412412" y="3895126"/>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34" name="テキスト ボックス 33">
            <a:extLst>
              <a:ext uri="{FF2B5EF4-FFF2-40B4-BE49-F238E27FC236}">
                <a16:creationId xmlns:a16="http://schemas.microsoft.com/office/drawing/2014/main" id="{DB9277F4-648F-4042-D969-187BF1452859}"/>
              </a:ext>
            </a:extLst>
          </p:cNvPr>
          <p:cNvSpPr txBox="1"/>
          <p:nvPr/>
        </p:nvSpPr>
        <p:spPr>
          <a:xfrm>
            <a:off x="668567" y="389360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4</a:t>
            </a:r>
            <a:endParaRPr kumimoji="1" lang="ja-JP" altLang="en-US" sz="2400" b="1">
              <a:solidFill>
                <a:schemeClr val="accent4">
                  <a:lumMod val="75000"/>
                </a:schemeClr>
              </a:solidFill>
              <a:latin typeface="+mn-ea"/>
            </a:endParaRPr>
          </a:p>
        </p:txBody>
      </p:sp>
      <p:sp>
        <p:nvSpPr>
          <p:cNvPr id="35" name="テキスト ボックス 34">
            <a:extLst>
              <a:ext uri="{FF2B5EF4-FFF2-40B4-BE49-F238E27FC236}">
                <a16:creationId xmlns:a16="http://schemas.microsoft.com/office/drawing/2014/main" id="{C03B52EB-09C1-5EAE-0C3A-06C831742DEF}"/>
              </a:ext>
            </a:extLst>
          </p:cNvPr>
          <p:cNvSpPr txBox="1"/>
          <p:nvPr/>
        </p:nvSpPr>
        <p:spPr>
          <a:xfrm>
            <a:off x="1093112" y="3943457"/>
            <a:ext cx="1800493"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a:t>
            </a:r>
          </a:p>
        </p:txBody>
      </p:sp>
      <p:sp>
        <p:nvSpPr>
          <p:cNvPr id="36" name="正方形/長方形 35">
            <a:extLst>
              <a:ext uri="{FF2B5EF4-FFF2-40B4-BE49-F238E27FC236}">
                <a16:creationId xmlns:a16="http://schemas.microsoft.com/office/drawing/2014/main" id="{981D3A9D-6A3D-C19B-7195-1C811B3C74DE}"/>
              </a:ext>
            </a:extLst>
          </p:cNvPr>
          <p:cNvSpPr/>
          <p:nvPr/>
        </p:nvSpPr>
        <p:spPr>
          <a:xfrm rot="10800000">
            <a:off x="616274" y="4338988"/>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8" name="テキスト ボックス 37">
            <a:extLst>
              <a:ext uri="{FF2B5EF4-FFF2-40B4-BE49-F238E27FC236}">
                <a16:creationId xmlns:a16="http://schemas.microsoft.com/office/drawing/2014/main" id="{E24790BC-B7D5-7EDA-D6A3-41F4712BBA4E}"/>
              </a:ext>
            </a:extLst>
          </p:cNvPr>
          <p:cNvSpPr txBox="1"/>
          <p:nvPr/>
        </p:nvSpPr>
        <p:spPr>
          <a:xfrm>
            <a:off x="5381737" y="3847921"/>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P.22</a:t>
            </a:r>
            <a:endParaRPr kumimoji="1" lang="ja-JP" altLang="en-US" sz="1600">
              <a:solidFill>
                <a:schemeClr val="bg1">
                  <a:lumMod val="50000"/>
                </a:schemeClr>
              </a:solidFill>
              <a:latin typeface="+mn-ea"/>
            </a:endParaRPr>
          </a:p>
        </p:txBody>
      </p:sp>
      <p:sp>
        <p:nvSpPr>
          <p:cNvPr id="61" name="正方形/長方形 60">
            <a:extLst>
              <a:ext uri="{FF2B5EF4-FFF2-40B4-BE49-F238E27FC236}">
                <a16:creationId xmlns:a16="http://schemas.microsoft.com/office/drawing/2014/main" id="{E22435B7-D5A0-2383-8FB1-E1059C96D0D2}"/>
              </a:ext>
            </a:extLst>
          </p:cNvPr>
          <p:cNvSpPr/>
          <p:nvPr/>
        </p:nvSpPr>
        <p:spPr>
          <a:xfrm>
            <a:off x="412412" y="4867870"/>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2" name="テキスト ボックス 61">
            <a:extLst>
              <a:ext uri="{FF2B5EF4-FFF2-40B4-BE49-F238E27FC236}">
                <a16:creationId xmlns:a16="http://schemas.microsoft.com/office/drawing/2014/main" id="{6855EA3A-1185-3134-B44A-F993D58158D4}"/>
              </a:ext>
            </a:extLst>
          </p:cNvPr>
          <p:cNvSpPr txBox="1"/>
          <p:nvPr/>
        </p:nvSpPr>
        <p:spPr>
          <a:xfrm>
            <a:off x="668567" y="4864839"/>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5</a:t>
            </a:r>
            <a:endParaRPr kumimoji="1" lang="ja-JP" altLang="en-US" sz="2400" b="1">
              <a:solidFill>
                <a:schemeClr val="accent4">
                  <a:lumMod val="75000"/>
                </a:schemeClr>
              </a:solidFill>
              <a:latin typeface="+mn-ea"/>
            </a:endParaRPr>
          </a:p>
        </p:txBody>
      </p:sp>
      <p:sp>
        <p:nvSpPr>
          <p:cNvPr id="63" name="テキスト ボックス 62">
            <a:extLst>
              <a:ext uri="{FF2B5EF4-FFF2-40B4-BE49-F238E27FC236}">
                <a16:creationId xmlns:a16="http://schemas.microsoft.com/office/drawing/2014/main" id="{2126B177-1873-1829-DBF4-3E89A9AB774A}"/>
              </a:ext>
            </a:extLst>
          </p:cNvPr>
          <p:cNvSpPr txBox="1"/>
          <p:nvPr/>
        </p:nvSpPr>
        <p:spPr>
          <a:xfrm>
            <a:off x="1093112" y="4916201"/>
            <a:ext cx="2299071"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a:t>
            </a:r>
            <a:r>
              <a:rPr kumimoji="1" lang="en-US" altLang="ja-JP" b="1" dirty="0">
                <a:solidFill>
                  <a:schemeClr val="tx1">
                    <a:lumMod val="75000"/>
                    <a:lumOff val="25000"/>
                  </a:schemeClr>
                </a:solidFill>
                <a:latin typeface="+mn-ea"/>
              </a:rPr>
              <a:t>(</a:t>
            </a:r>
            <a:r>
              <a:rPr kumimoji="1" lang="ja-JP" altLang="en-US" b="1" dirty="0">
                <a:solidFill>
                  <a:schemeClr val="tx1">
                    <a:lumMod val="75000"/>
                    <a:lumOff val="25000"/>
                  </a:schemeClr>
                </a:solidFill>
                <a:latin typeface="+mn-ea"/>
              </a:rPr>
              <a:t>運用・保守</a:t>
            </a:r>
            <a:r>
              <a:rPr kumimoji="1" lang="en-US" altLang="ja-JP" b="1" dirty="0">
                <a:solidFill>
                  <a:schemeClr val="tx1">
                    <a:lumMod val="75000"/>
                    <a:lumOff val="25000"/>
                  </a:schemeClr>
                </a:solidFill>
                <a:latin typeface="+mn-ea"/>
              </a:rPr>
              <a:t>)</a:t>
            </a:r>
            <a:endParaRPr kumimoji="1" lang="ja-JP" altLang="en-US" b="1" dirty="0">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511B9F28-E4DC-9466-23E0-854D197B0725}"/>
              </a:ext>
            </a:extLst>
          </p:cNvPr>
          <p:cNvSpPr/>
          <p:nvPr/>
        </p:nvSpPr>
        <p:spPr>
          <a:xfrm rot="10800000">
            <a:off x="616274" y="53117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66" name="テキスト ボックス 65">
            <a:extLst>
              <a:ext uri="{FF2B5EF4-FFF2-40B4-BE49-F238E27FC236}">
                <a16:creationId xmlns:a16="http://schemas.microsoft.com/office/drawing/2014/main" id="{2E4DC1A5-9C86-0800-C9E1-D6F8328A7304}"/>
              </a:ext>
            </a:extLst>
          </p:cNvPr>
          <p:cNvSpPr txBox="1"/>
          <p:nvPr/>
        </p:nvSpPr>
        <p:spPr>
          <a:xfrm>
            <a:off x="5381737" y="4820665"/>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P.24</a:t>
            </a:r>
            <a:endParaRPr kumimoji="1" lang="ja-JP" altLang="en-US" sz="1600">
              <a:solidFill>
                <a:schemeClr val="bg1">
                  <a:lumMod val="50000"/>
                </a:schemeClr>
              </a:solidFill>
              <a:latin typeface="+mn-ea"/>
            </a:endParaRPr>
          </a:p>
        </p:txBody>
      </p:sp>
      <p:sp>
        <p:nvSpPr>
          <p:cNvPr id="67" name="正方形/長方形 66">
            <a:extLst>
              <a:ext uri="{FF2B5EF4-FFF2-40B4-BE49-F238E27FC236}">
                <a16:creationId xmlns:a16="http://schemas.microsoft.com/office/drawing/2014/main" id="{4C424D9A-C3B7-9CDC-0033-4BD945E27474}"/>
              </a:ext>
            </a:extLst>
          </p:cNvPr>
          <p:cNvSpPr/>
          <p:nvPr/>
        </p:nvSpPr>
        <p:spPr>
          <a:xfrm>
            <a:off x="6165159" y="195808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8" name="テキスト ボックス 67">
            <a:extLst>
              <a:ext uri="{FF2B5EF4-FFF2-40B4-BE49-F238E27FC236}">
                <a16:creationId xmlns:a16="http://schemas.microsoft.com/office/drawing/2014/main" id="{EE86464E-6C97-4D8B-DD3A-B78D53E075D1}"/>
              </a:ext>
            </a:extLst>
          </p:cNvPr>
          <p:cNvSpPr txBox="1"/>
          <p:nvPr/>
        </p:nvSpPr>
        <p:spPr>
          <a:xfrm>
            <a:off x="6421311" y="195938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7</a:t>
            </a:r>
            <a:endParaRPr kumimoji="1" lang="ja-JP" altLang="en-US" sz="2400" b="1">
              <a:solidFill>
                <a:schemeClr val="accent4">
                  <a:lumMod val="75000"/>
                </a:schemeClr>
              </a:solidFill>
              <a:latin typeface="+mn-ea"/>
            </a:endParaRPr>
          </a:p>
        </p:txBody>
      </p:sp>
      <p:sp>
        <p:nvSpPr>
          <p:cNvPr id="69" name="テキスト ボックス 68">
            <a:extLst>
              <a:ext uri="{FF2B5EF4-FFF2-40B4-BE49-F238E27FC236}">
                <a16:creationId xmlns:a16="http://schemas.microsoft.com/office/drawing/2014/main" id="{C7315778-772B-30A6-DEFA-831EF4E5E757}"/>
              </a:ext>
            </a:extLst>
          </p:cNvPr>
          <p:cNvSpPr txBox="1"/>
          <p:nvPr/>
        </p:nvSpPr>
        <p:spPr>
          <a:xfrm>
            <a:off x="6971369" y="200641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弊社情報</a:t>
            </a:r>
            <a:endParaRPr kumimoji="1" lang="en-US" altLang="ja-JP" b="1">
              <a:solidFill>
                <a:schemeClr val="tx1">
                  <a:lumMod val="75000"/>
                  <a:lumOff val="25000"/>
                </a:schemeClr>
              </a:solidFill>
              <a:latin typeface="+mn-ea"/>
            </a:endParaRPr>
          </a:p>
        </p:txBody>
      </p:sp>
      <p:sp>
        <p:nvSpPr>
          <p:cNvPr id="70" name="正方形/長方形 69">
            <a:extLst>
              <a:ext uri="{FF2B5EF4-FFF2-40B4-BE49-F238E27FC236}">
                <a16:creationId xmlns:a16="http://schemas.microsoft.com/office/drawing/2014/main" id="{534AC7E8-AF7C-9560-C50B-E575473A96B3}"/>
              </a:ext>
            </a:extLst>
          </p:cNvPr>
          <p:cNvSpPr/>
          <p:nvPr/>
        </p:nvSpPr>
        <p:spPr>
          <a:xfrm rot="10800000">
            <a:off x="6369019" y="239269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71" name="テキスト ボックス 70">
            <a:extLst>
              <a:ext uri="{FF2B5EF4-FFF2-40B4-BE49-F238E27FC236}">
                <a16:creationId xmlns:a16="http://schemas.microsoft.com/office/drawing/2014/main" id="{66E9119A-37CB-4A25-B56D-FF959C08549C}"/>
              </a:ext>
            </a:extLst>
          </p:cNvPr>
          <p:cNvSpPr txBox="1"/>
          <p:nvPr/>
        </p:nvSpPr>
        <p:spPr>
          <a:xfrm>
            <a:off x="11134482" y="191087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P.29</a:t>
            </a:r>
            <a:endParaRPr kumimoji="1" lang="ja-JP" altLang="en-US" sz="1600">
              <a:solidFill>
                <a:schemeClr val="bg1">
                  <a:lumMod val="50000"/>
                </a:schemeClr>
              </a:solidFill>
              <a:latin typeface="+mn-ea"/>
            </a:endParaRPr>
          </a:p>
        </p:txBody>
      </p:sp>
    </p:spTree>
    <p:extLst>
      <p:ext uri="{BB962C8B-B14F-4D97-AF65-F5344CB8AC3E}">
        <p14:creationId xmlns:p14="http://schemas.microsoft.com/office/powerpoint/2010/main" val="4895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96032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CD89-4B40-3A68-7233-397A0F21959E}"/>
            </a:ext>
          </a:extLst>
        </p:cNvPr>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4A9CABBF-068A-2C68-31C2-F90EC167BBEF}"/>
              </a:ext>
            </a:extLst>
          </p:cNvPr>
          <p:cNvGraphicFramePr>
            <a:graphicFrameLocks noGrp="1"/>
          </p:cNvGraphicFramePr>
          <p:nvPr>
            <p:extLst>
              <p:ext uri="{D42A27DB-BD31-4B8C-83A1-F6EECF244321}">
                <p14:modId xmlns:p14="http://schemas.microsoft.com/office/powerpoint/2010/main" val="1255673960"/>
              </p:ext>
            </p:extLst>
          </p:nvPr>
        </p:nvGraphicFramePr>
        <p:xfrm>
          <a:off x="180110" y="844399"/>
          <a:ext cx="11817926" cy="4229136"/>
        </p:xfrm>
        <a:graphic>
          <a:graphicData uri="http://schemas.openxmlformats.org/drawingml/2006/table">
            <a:tbl>
              <a:tblPr firstRow="1" bandRow="1">
                <a:tableStyleId>{5C22544A-7EE6-4342-B048-85BDC9FD1C3A}</a:tableStyleId>
              </a:tblPr>
              <a:tblGrid>
                <a:gridCol w="554181">
                  <a:extLst>
                    <a:ext uri="{9D8B030D-6E8A-4147-A177-3AD203B41FA5}">
                      <a16:colId xmlns:a16="http://schemas.microsoft.com/office/drawing/2014/main" val="147810767"/>
                    </a:ext>
                  </a:extLst>
                </a:gridCol>
                <a:gridCol w="2867891">
                  <a:extLst>
                    <a:ext uri="{9D8B030D-6E8A-4147-A177-3AD203B41FA5}">
                      <a16:colId xmlns:a16="http://schemas.microsoft.com/office/drawing/2014/main" val="138074290"/>
                    </a:ext>
                  </a:extLst>
                </a:gridCol>
                <a:gridCol w="4184073">
                  <a:extLst>
                    <a:ext uri="{9D8B030D-6E8A-4147-A177-3AD203B41FA5}">
                      <a16:colId xmlns:a16="http://schemas.microsoft.com/office/drawing/2014/main" val="3654836420"/>
                    </a:ext>
                  </a:extLst>
                </a:gridCol>
                <a:gridCol w="4211781">
                  <a:extLst>
                    <a:ext uri="{9D8B030D-6E8A-4147-A177-3AD203B41FA5}">
                      <a16:colId xmlns:a16="http://schemas.microsoft.com/office/drawing/2014/main" val="889944802"/>
                    </a:ext>
                  </a:extLst>
                </a:gridCol>
              </a:tblGrid>
              <a:tr h="388656">
                <a:tc>
                  <a:txBody>
                    <a:bodyPr/>
                    <a:lstStyle/>
                    <a:p>
                      <a:pPr algn="ctr"/>
                      <a:r>
                        <a:rPr kumimoji="1" lang="en-US" altLang="ja-JP">
                          <a:latin typeface="+mn-ea"/>
                          <a:ea typeface="+mn-ea"/>
                        </a:rPr>
                        <a:t>No</a:t>
                      </a:r>
                      <a:endParaRPr kumimoji="1" lang="ja-JP" altLang="en-US">
                        <a:latin typeface="+mn-ea"/>
                        <a:ea typeface="+mn-ea"/>
                      </a:endParaRPr>
                    </a:p>
                  </a:txBody>
                  <a:tcPr anchor="ctr"/>
                </a:tc>
                <a:tc>
                  <a:txBody>
                    <a:bodyPr/>
                    <a:lstStyle/>
                    <a:p>
                      <a:pPr algn="ctr"/>
                      <a:r>
                        <a:rPr kumimoji="1" lang="ja-JP" altLang="en-US">
                          <a:latin typeface="+mn-ea"/>
                          <a:ea typeface="+mn-ea"/>
                        </a:rPr>
                        <a:t>取組テーマ</a:t>
                      </a:r>
                    </a:p>
                  </a:txBody>
                  <a:tcPr anchor="ctr"/>
                </a:tc>
                <a:tc>
                  <a:txBody>
                    <a:bodyPr/>
                    <a:lstStyle/>
                    <a:p>
                      <a:pPr algn="ctr"/>
                      <a:r>
                        <a:rPr kumimoji="1" lang="ja-JP" altLang="en-US">
                          <a:latin typeface="+mn-ea"/>
                          <a:ea typeface="+mn-ea"/>
                        </a:rPr>
                        <a:t>現状の課題</a:t>
                      </a:r>
                    </a:p>
                  </a:txBody>
                  <a:tcPr anchor="ctr"/>
                </a:tc>
                <a:tc>
                  <a:txBody>
                    <a:bodyPr/>
                    <a:lstStyle/>
                    <a:p>
                      <a:pPr algn="ctr"/>
                      <a:r>
                        <a:rPr kumimoji="1" lang="ja-JP" altLang="en-US">
                          <a:latin typeface="+mn-ea"/>
                          <a:ea typeface="+mn-ea"/>
                        </a:rPr>
                        <a:t>実現したい姿</a:t>
                      </a:r>
                    </a:p>
                  </a:txBody>
                  <a:tcPr anchor="ctr"/>
                </a:tc>
                <a:extLst>
                  <a:ext uri="{0D108BD9-81ED-4DB2-BD59-A6C34878D82A}">
                    <a16:rowId xmlns:a16="http://schemas.microsoft.com/office/drawing/2014/main" val="2367886331"/>
                  </a:ext>
                </a:extLst>
              </a:tr>
              <a:tr h="898182">
                <a:tc>
                  <a:txBody>
                    <a:bodyPr/>
                    <a:lstStyle/>
                    <a:p>
                      <a:pPr algn="ctr"/>
                      <a:r>
                        <a:rPr kumimoji="1" lang="en-US" altLang="ja-JP">
                          <a:latin typeface="+mn-ea"/>
                          <a:ea typeface="+mn-ea"/>
                        </a:rPr>
                        <a:t>1</a:t>
                      </a:r>
                      <a:endParaRPr kumimoji="1" lang="ja-JP" altLang="en-US">
                        <a:latin typeface="+mn-ea"/>
                        <a:ea typeface="+mn-ea"/>
                      </a:endParaRPr>
                    </a:p>
                  </a:txBody>
                  <a:tcPr anchor="ctr"/>
                </a:tc>
                <a:tc>
                  <a:txBody>
                    <a:bodyPr/>
                    <a:lstStyle/>
                    <a:p>
                      <a:r>
                        <a:rPr kumimoji="1" lang="ja-JP" altLang="en-US">
                          <a:latin typeface="+mn-ea"/>
                          <a:ea typeface="+mn-ea"/>
                        </a:rPr>
                        <a:t>次期アーキテクチャ適応</a:t>
                      </a:r>
                    </a:p>
                  </a:txBody>
                  <a:tcPr anchor="ctr"/>
                </a:tc>
                <a:tc>
                  <a:txBody>
                    <a:bodyPr/>
                    <a:lstStyle/>
                    <a:p>
                      <a:r>
                        <a:rPr kumimoji="1" lang="ja-JP" altLang="en-US" sz="1800" b="0" i="0" kern="1200">
                          <a:solidFill>
                            <a:schemeClr val="dk1"/>
                          </a:solidFill>
                          <a:effectLst/>
                          <a:latin typeface="+mn-ea"/>
                          <a:ea typeface="+mn-ea"/>
                          <a:cs typeface="+mn-cs"/>
                        </a:rPr>
                        <a:t>▼現行システムは</a:t>
                      </a:r>
                      <a:r>
                        <a:rPr kumimoji="1" lang="en-US" altLang="ja-JP" sz="1800" b="0" i="0" kern="1200">
                          <a:solidFill>
                            <a:schemeClr val="dk1"/>
                          </a:solidFill>
                          <a:effectLst/>
                          <a:latin typeface="+mn-ea"/>
                          <a:ea typeface="+mn-ea"/>
                          <a:cs typeface="+mn-cs"/>
                        </a:rPr>
                        <a:t>VB6</a:t>
                      </a:r>
                      <a:r>
                        <a:rPr kumimoji="1" lang="ja-JP" altLang="en-US" sz="1800" b="0" i="0" kern="1200">
                          <a:solidFill>
                            <a:schemeClr val="dk1"/>
                          </a:solidFill>
                          <a:effectLst/>
                          <a:latin typeface="+mn-ea"/>
                          <a:ea typeface="+mn-ea"/>
                          <a:cs typeface="+mn-cs"/>
                        </a:rPr>
                        <a:t>や</a:t>
                      </a:r>
                      <a:r>
                        <a:rPr kumimoji="1" lang="en-US" altLang="ja-JP" sz="1800" b="0" i="0" kern="1200">
                          <a:solidFill>
                            <a:schemeClr val="dk1"/>
                          </a:solidFill>
                          <a:effectLst/>
                          <a:latin typeface="+mn-ea"/>
                          <a:ea typeface="+mn-ea"/>
                          <a:cs typeface="+mn-cs"/>
                        </a:rPr>
                        <a:t>.NET</a:t>
                      </a:r>
                      <a:r>
                        <a:rPr kumimoji="1" lang="ja-JP" altLang="en-US" sz="1800" b="0" i="0" kern="1200">
                          <a:solidFill>
                            <a:schemeClr val="dk1"/>
                          </a:solidFill>
                          <a:effectLst/>
                          <a:latin typeface="+mn-ea"/>
                          <a:ea typeface="+mn-ea"/>
                          <a:cs typeface="+mn-cs"/>
                        </a:rPr>
                        <a:t>などのレガシー技術で構築されており、出光標準の次期アーキテクチャとの間に大きな技術的乖離が存在する</a:t>
                      </a:r>
                      <a:endParaRPr kumimoji="1" lang="ja-JP" altLang="en-US" b="0">
                        <a:latin typeface="+mn-ea"/>
                        <a:ea typeface="+mn-ea"/>
                      </a:endParaRPr>
                    </a:p>
                  </a:txBody>
                  <a:tcPr anchor="ctr"/>
                </a:tc>
                <a:tc>
                  <a:txBody>
                    <a:bodyPr/>
                    <a:lstStyle/>
                    <a:p>
                      <a:r>
                        <a:rPr kumimoji="1" lang="ja-JP" altLang="en-US" sz="1800" b="0" i="0" kern="1200">
                          <a:solidFill>
                            <a:schemeClr val="dk1"/>
                          </a:solidFill>
                          <a:effectLst/>
                          <a:latin typeface="+mn-ea"/>
                          <a:ea typeface="+mn-ea"/>
                          <a:cs typeface="+mn-cs"/>
                        </a:rPr>
                        <a:t>▼次期アーキテクチャのクラウドネイティブ構成</a:t>
                      </a:r>
                      <a:r>
                        <a:rPr kumimoji="1" lang="en-US" altLang="ja-JP" sz="1800" b="0" i="0" kern="1200">
                          <a:solidFill>
                            <a:schemeClr val="dk1"/>
                          </a:solidFill>
                          <a:effectLst/>
                          <a:latin typeface="+mn-ea"/>
                          <a:ea typeface="+mn-ea"/>
                          <a:cs typeface="+mn-cs"/>
                        </a:rPr>
                        <a:t>(Azure)</a:t>
                      </a:r>
                      <a:r>
                        <a:rPr kumimoji="1" lang="ja-JP" altLang="en-US" sz="1800" b="0" i="0" kern="1200">
                          <a:solidFill>
                            <a:schemeClr val="dk1"/>
                          </a:solidFill>
                          <a:effectLst/>
                          <a:latin typeface="+mn-ea"/>
                          <a:ea typeface="+mn-ea"/>
                          <a:cs typeface="+mn-cs"/>
                        </a:rPr>
                        <a:t>へ刷新。</a:t>
                      </a:r>
                      <a:r>
                        <a:rPr kumimoji="1" lang="en-US" altLang="ja-JP" sz="1800" b="0" i="0" kern="1200">
                          <a:solidFill>
                            <a:schemeClr val="dk1"/>
                          </a:solidFill>
                          <a:effectLst/>
                          <a:latin typeface="+mn-ea"/>
                          <a:ea typeface="+mn-ea"/>
                          <a:cs typeface="+mn-cs"/>
                        </a:rPr>
                        <a:t>Java/Python</a:t>
                      </a:r>
                      <a:r>
                        <a:rPr kumimoji="1" lang="ja-JP" altLang="en-US" sz="1800" b="0" i="0" kern="1200">
                          <a:solidFill>
                            <a:schemeClr val="dk1"/>
                          </a:solidFill>
                          <a:effectLst/>
                          <a:latin typeface="+mn-ea"/>
                          <a:ea typeface="+mn-ea"/>
                          <a:cs typeface="+mn-cs"/>
                        </a:rPr>
                        <a:t>等の標準技術を採用し、持続可能なシステム基盤を確立する。</a:t>
                      </a:r>
                      <a:endParaRPr kumimoji="1" lang="ja-JP" altLang="en-US" b="0">
                        <a:latin typeface="+mn-ea"/>
                        <a:ea typeface="+mn-ea"/>
                      </a:endParaRPr>
                    </a:p>
                  </a:txBody>
                  <a:tcPr anchor="ctr"/>
                </a:tc>
                <a:extLst>
                  <a:ext uri="{0D108BD9-81ED-4DB2-BD59-A6C34878D82A}">
                    <a16:rowId xmlns:a16="http://schemas.microsoft.com/office/drawing/2014/main" val="671827318"/>
                  </a:ext>
                </a:extLst>
              </a:tr>
              <a:tr h="898182">
                <a:tc>
                  <a:txBody>
                    <a:bodyPr/>
                    <a:lstStyle/>
                    <a:p>
                      <a:pPr algn="ctr"/>
                      <a:r>
                        <a:rPr kumimoji="1" lang="en-US" altLang="ja-JP">
                          <a:latin typeface="+mn-ea"/>
                          <a:ea typeface="+mn-ea"/>
                        </a:rPr>
                        <a:t>2</a:t>
                      </a:r>
                      <a:endParaRPr kumimoji="1" lang="ja-JP" altLang="en-US">
                        <a:latin typeface="+mn-ea"/>
                        <a:ea typeface="+mn-ea"/>
                      </a:endParaRPr>
                    </a:p>
                  </a:txBody>
                  <a:tcPr anchor="ctr"/>
                </a:tc>
                <a:tc>
                  <a:txBody>
                    <a:bodyPr/>
                    <a:lstStyle/>
                    <a:p>
                      <a:r>
                        <a:rPr kumimoji="1" lang="ja-JP" altLang="en-US">
                          <a:latin typeface="+mn-ea"/>
                          <a:ea typeface="+mn-ea"/>
                        </a:rPr>
                        <a:t>アプリケーション</a:t>
                      </a:r>
                      <a:r>
                        <a:rPr kumimoji="1" lang="en-US" altLang="ja-JP">
                          <a:latin typeface="+mn-ea"/>
                          <a:ea typeface="+mn-ea"/>
                        </a:rPr>
                        <a:t>Web</a:t>
                      </a:r>
                      <a:r>
                        <a:rPr kumimoji="1" lang="ja-JP" altLang="en-US">
                          <a:latin typeface="+mn-ea"/>
                          <a:ea typeface="+mn-ea"/>
                        </a:rPr>
                        <a:t>化</a:t>
                      </a:r>
                      <a:endParaRPr kumimoji="1" lang="en-US" altLang="ja-JP">
                        <a:latin typeface="+mn-ea"/>
                        <a:ea typeface="+mn-ea"/>
                      </a:endParaRPr>
                    </a:p>
                  </a:txBody>
                  <a:tcPr anchor="ctr"/>
                </a:tc>
                <a:tc>
                  <a:txBody>
                    <a:bodyPr/>
                    <a:lstStyle/>
                    <a:p>
                      <a:r>
                        <a:rPr kumimoji="1" lang="ja-JP" altLang="en-US" sz="1800" b="0" i="0" kern="1200" dirty="0">
                          <a:solidFill>
                            <a:schemeClr val="dk1"/>
                          </a:solidFill>
                          <a:effectLst/>
                          <a:latin typeface="+mn-ea"/>
                          <a:ea typeface="+mn-ea"/>
                          <a:cs typeface="+mn-cs"/>
                        </a:rPr>
                        <a:t>▼</a:t>
                      </a:r>
                      <a:r>
                        <a:rPr kumimoji="1" lang="en-US" altLang="ja-JP" sz="1800" b="0" i="0" kern="1200" dirty="0">
                          <a:solidFill>
                            <a:schemeClr val="dk1"/>
                          </a:solidFill>
                          <a:effectLst/>
                          <a:latin typeface="+mn-ea"/>
                          <a:ea typeface="+mn-ea"/>
                          <a:cs typeface="+mn-cs"/>
                        </a:rPr>
                        <a:t>AVD</a:t>
                      </a:r>
                      <a:r>
                        <a:rPr kumimoji="1" lang="ja-JP" altLang="en-US" sz="1800" b="0" i="0" kern="1200" dirty="0">
                          <a:solidFill>
                            <a:schemeClr val="dk1"/>
                          </a:solidFill>
                          <a:effectLst/>
                          <a:latin typeface="+mn-ea"/>
                          <a:ea typeface="+mn-ea"/>
                          <a:cs typeface="+mn-cs"/>
                        </a:rPr>
                        <a:t>上で</a:t>
                      </a:r>
                      <a:r>
                        <a:rPr kumimoji="1" lang="en-US" altLang="ja-JP" sz="1800" b="0" i="0" kern="1200" dirty="0">
                          <a:solidFill>
                            <a:schemeClr val="dk1"/>
                          </a:solidFill>
                          <a:effectLst/>
                          <a:latin typeface="+mn-ea"/>
                          <a:ea typeface="+mn-ea"/>
                          <a:cs typeface="+mn-cs"/>
                        </a:rPr>
                        <a:t>VB6/.NET</a:t>
                      </a:r>
                      <a:r>
                        <a:rPr kumimoji="1" lang="ja-JP" altLang="en-US" sz="1800" b="0" i="0" kern="1200" dirty="0">
                          <a:solidFill>
                            <a:schemeClr val="dk1"/>
                          </a:solidFill>
                          <a:effectLst/>
                          <a:latin typeface="+mn-ea"/>
                          <a:ea typeface="+mn-ea"/>
                          <a:cs typeface="+mn-cs"/>
                        </a:rPr>
                        <a:t>アプリを実行しファイルサーバを直接参照するクライアント</a:t>
                      </a:r>
                      <a:r>
                        <a:rPr kumimoji="1" lang="en-US" altLang="ja-JP" sz="1800" b="0" i="0" kern="1200" dirty="0">
                          <a:solidFill>
                            <a:schemeClr val="dk1"/>
                          </a:solidFill>
                          <a:effectLst/>
                          <a:latin typeface="+mn-ea"/>
                          <a:ea typeface="+mn-ea"/>
                          <a:cs typeface="+mn-cs"/>
                        </a:rPr>
                        <a:t>/</a:t>
                      </a:r>
                      <a:r>
                        <a:rPr kumimoji="1" lang="ja-JP" altLang="en-US" sz="1800" b="0" i="0" kern="1200" dirty="0">
                          <a:solidFill>
                            <a:schemeClr val="dk1"/>
                          </a:solidFill>
                          <a:effectLst/>
                          <a:latin typeface="+mn-ea"/>
                          <a:ea typeface="+mn-ea"/>
                          <a:cs typeface="+mn-cs"/>
                        </a:rPr>
                        <a:t>サーバ構成のため、リソース負荷が高く、ファイル排他制御等の問題が残る。</a:t>
                      </a:r>
                      <a:endParaRPr kumimoji="1" lang="ja-JP" altLang="en-US" b="0" dirty="0">
                        <a:latin typeface="+mn-ea"/>
                        <a:ea typeface="+mn-ea"/>
                      </a:endParaRPr>
                    </a:p>
                  </a:txBody>
                  <a:tcPr anchor="ctr"/>
                </a:tc>
                <a:tc>
                  <a:txBody>
                    <a:bodyPr/>
                    <a:lstStyle/>
                    <a:p>
                      <a:r>
                        <a:rPr kumimoji="1" lang="ja-JP" altLang="en-US" sz="1800" b="0" i="0" kern="1200">
                          <a:solidFill>
                            <a:schemeClr val="dk1"/>
                          </a:solidFill>
                          <a:effectLst/>
                          <a:latin typeface="+mn-ea"/>
                          <a:ea typeface="+mn-ea"/>
                          <a:cs typeface="+mn-cs"/>
                        </a:rPr>
                        <a:t>▼</a:t>
                      </a:r>
                      <a:r>
                        <a:rPr kumimoji="1" lang="en-US" altLang="ja-JP" sz="1800" b="0" i="0" kern="1200">
                          <a:solidFill>
                            <a:schemeClr val="dk1"/>
                          </a:solidFill>
                          <a:effectLst/>
                          <a:latin typeface="+mn-ea"/>
                          <a:ea typeface="+mn-ea"/>
                          <a:cs typeface="+mn-cs"/>
                        </a:rPr>
                        <a:t>AVD</a:t>
                      </a:r>
                      <a:r>
                        <a:rPr kumimoji="1" lang="ja-JP" altLang="en-US" sz="1800" b="0" i="0" kern="1200">
                          <a:solidFill>
                            <a:schemeClr val="dk1"/>
                          </a:solidFill>
                          <a:effectLst/>
                          <a:latin typeface="+mn-ea"/>
                          <a:ea typeface="+mn-ea"/>
                          <a:cs typeface="+mn-cs"/>
                        </a:rPr>
                        <a:t>からはブラウザのみを利用し、処理を</a:t>
                      </a:r>
                      <a:r>
                        <a:rPr kumimoji="1" lang="en-US" altLang="ja-JP" sz="1800" b="0" i="0" kern="1200">
                          <a:solidFill>
                            <a:schemeClr val="dk1"/>
                          </a:solidFill>
                          <a:effectLst/>
                          <a:latin typeface="+mn-ea"/>
                          <a:ea typeface="+mn-ea"/>
                          <a:cs typeface="+mn-cs"/>
                        </a:rPr>
                        <a:t>Azure App Service</a:t>
                      </a:r>
                      <a:r>
                        <a:rPr kumimoji="1" lang="ja-JP" altLang="en-US" sz="1800" b="0" i="0" kern="1200">
                          <a:solidFill>
                            <a:schemeClr val="dk1"/>
                          </a:solidFill>
                          <a:effectLst/>
                          <a:latin typeface="+mn-ea"/>
                          <a:ea typeface="+mn-ea"/>
                          <a:cs typeface="+mn-cs"/>
                        </a:rPr>
                        <a:t>へ集約。ファイルサーバ接続を</a:t>
                      </a:r>
                      <a:r>
                        <a:rPr kumimoji="1" lang="en-US" altLang="ja-JP" sz="1800" b="0" i="0" kern="1200">
                          <a:solidFill>
                            <a:schemeClr val="dk1"/>
                          </a:solidFill>
                          <a:effectLst/>
                          <a:latin typeface="+mn-ea"/>
                          <a:ea typeface="+mn-ea"/>
                          <a:cs typeface="+mn-cs"/>
                        </a:rPr>
                        <a:t>Web</a:t>
                      </a:r>
                      <a:r>
                        <a:rPr kumimoji="1" lang="ja-JP" altLang="en-US" sz="1800" b="0" i="0" kern="1200">
                          <a:solidFill>
                            <a:schemeClr val="dk1"/>
                          </a:solidFill>
                          <a:effectLst/>
                          <a:latin typeface="+mn-ea"/>
                          <a:ea typeface="+mn-ea"/>
                          <a:cs typeface="+mn-cs"/>
                        </a:rPr>
                        <a:t>経由に制御し、将来的な完全</a:t>
                      </a:r>
                      <a:r>
                        <a:rPr kumimoji="1" lang="en-US" altLang="ja-JP" sz="1800" b="0" i="0" kern="1200">
                          <a:solidFill>
                            <a:schemeClr val="dk1"/>
                          </a:solidFill>
                          <a:effectLst/>
                          <a:latin typeface="+mn-ea"/>
                          <a:ea typeface="+mn-ea"/>
                          <a:cs typeface="+mn-cs"/>
                        </a:rPr>
                        <a:t>Web</a:t>
                      </a:r>
                      <a:r>
                        <a:rPr kumimoji="1" lang="ja-JP" altLang="en-US" sz="1800" b="0" i="0" kern="1200">
                          <a:solidFill>
                            <a:schemeClr val="dk1"/>
                          </a:solidFill>
                          <a:effectLst/>
                          <a:latin typeface="+mn-ea"/>
                          <a:ea typeface="+mn-ea"/>
                          <a:cs typeface="+mn-cs"/>
                        </a:rPr>
                        <a:t>化（脱</a:t>
                      </a:r>
                      <a:r>
                        <a:rPr kumimoji="1" lang="en-US" altLang="ja-JP" sz="1800" b="0" i="0" kern="1200">
                          <a:solidFill>
                            <a:schemeClr val="dk1"/>
                          </a:solidFill>
                          <a:effectLst/>
                          <a:latin typeface="+mn-ea"/>
                          <a:ea typeface="+mn-ea"/>
                          <a:cs typeface="+mn-cs"/>
                        </a:rPr>
                        <a:t>Excel</a:t>
                      </a:r>
                      <a:r>
                        <a:rPr kumimoji="1" lang="ja-JP" altLang="en-US" sz="1800" b="0" i="0" kern="1200">
                          <a:solidFill>
                            <a:schemeClr val="dk1"/>
                          </a:solidFill>
                          <a:effectLst/>
                          <a:latin typeface="+mn-ea"/>
                          <a:ea typeface="+mn-ea"/>
                          <a:cs typeface="+mn-cs"/>
                        </a:rPr>
                        <a:t>）も実現可能な拡張性を確保する。</a:t>
                      </a:r>
                      <a:endParaRPr kumimoji="1" lang="ja-JP" altLang="en-US" b="0">
                        <a:latin typeface="+mn-ea"/>
                        <a:ea typeface="+mn-ea"/>
                      </a:endParaRPr>
                    </a:p>
                  </a:txBody>
                  <a:tcPr anchor="ctr"/>
                </a:tc>
                <a:extLst>
                  <a:ext uri="{0D108BD9-81ED-4DB2-BD59-A6C34878D82A}">
                    <a16:rowId xmlns:a16="http://schemas.microsoft.com/office/drawing/2014/main" val="1058887181"/>
                  </a:ext>
                </a:extLst>
              </a:tr>
              <a:tr h="898182">
                <a:tc>
                  <a:txBody>
                    <a:bodyPr/>
                    <a:lstStyle/>
                    <a:p>
                      <a:pPr algn="ctr"/>
                      <a:r>
                        <a:rPr kumimoji="1" lang="en-US" altLang="ja-JP">
                          <a:latin typeface="+mn-ea"/>
                          <a:ea typeface="+mn-ea"/>
                        </a:rPr>
                        <a:t>3</a:t>
                      </a:r>
                      <a:endParaRPr kumimoji="1" lang="ja-JP" altLang="en-US">
                        <a:latin typeface="+mn-ea"/>
                        <a:ea typeface="+mn-ea"/>
                      </a:endParaRPr>
                    </a:p>
                  </a:txBody>
                  <a:tcPr anchor="ctr"/>
                </a:tc>
                <a:tc>
                  <a:txBody>
                    <a:bodyPr/>
                    <a:lstStyle/>
                    <a:p>
                      <a:r>
                        <a:rPr kumimoji="1" lang="ja-JP" altLang="en-US" sz="1800" b="0" i="0" kern="1200">
                          <a:solidFill>
                            <a:schemeClr val="dk1"/>
                          </a:solidFill>
                          <a:effectLst/>
                          <a:latin typeface="+mn-ea"/>
                          <a:ea typeface="+mn-ea"/>
                          <a:cs typeface="+mn-cs"/>
                        </a:rPr>
                        <a:t>資産・体制の統合整備</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a:solidFill>
                            <a:schemeClr val="dk1"/>
                          </a:solidFill>
                          <a:effectLst/>
                          <a:latin typeface="+mn-ea"/>
                          <a:ea typeface="+mn-ea"/>
                          <a:cs typeface="+mn-cs"/>
                        </a:rPr>
                        <a:t>▼言語やベンダーが分断され、類似機能の重複開発やブラックボックス化が発生。保守ナレッジが分散している。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dirty="0">
                          <a:solidFill>
                            <a:schemeClr val="dk1"/>
                          </a:solidFill>
                          <a:effectLst/>
                          <a:latin typeface="+mn-ea"/>
                          <a:ea typeface="+mn-ea"/>
                          <a:cs typeface="+mn-cs"/>
                        </a:rPr>
                        <a:t>▼開発言語・フレームワークを統一標準化。ベンダーロックインを回避し、拡張性と保守性を兼ね備えた開発体制へ集約する。</a:t>
                      </a:r>
                    </a:p>
                  </a:txBody>
                  <a:tcPr anchor="ctr"/>
                </a:tc>
                <a:extLst>
                  <a:ext uri="{0D108BD9-81ED-4DB2-BD59-A6C34878D82A}">
                    <a16:rowId xmlns:a16="http://schemas.microsoft.com/office/drawing/2014/main" val="3872841169"/>
                  </a:ext>
                </a:extLst>
              </a:tr>
            </a:tbl>
          </a:graphicData>
        </a:graphic>
      </p:graphicFrame>
      <p:sp>
        <p:nvSpPr>
          <p:cNvPr id="2" name="タイトル 1">
            <a:extLst>
              <a:ext uri="{FF2B5EF4-FFF2-40B4-BE49-F238E27FC236}">
                <a16:creationId xmlns:a16="http://schemas.microsoft.com/office/drawing/2014/main" id="{F7929B1B-B99D-7955-5320-4C7D4ECBE560}"/>
              </a:ext>
            </a:extLst>
          </p:cNvPr>
          <p:cNvSpPr>
            <a:spLocks noGrp="1"/>
          </p:cNvSpPr>
          <p:nvPr>
            <p:ph type="title"/>
          </p:nvPr>
        </p:nvSpPr>
        <p:spPr/>
        <p:txBody>
          <a:bodyPr/>
          <a:lstStyle/>
          <a:p>
            <a:r>
              <a:rPr kumimoji="1" lang="en-US" altLang="ja-JP"/>
              <a:t>1-1</a:t>
            </a:r>
            <a:r>
              <a:rPr lang="ja-JP" altLang="en-US"/>
              <a:t>．</a:t>
            </a:r>
            <a:r>
              <a:rPr kumimoji="1" lang="ja-JP" altLang="en-US"/>
              <a:t>現状の課題と実現したい姿</a:t>
            </a:r>
            <a:r>
              <a:rPr kumimoji="1" lang="en-US" altLang="ja-JP"/>
              <a:t>(EXE</a:t>
            </a:r>
            <a:r>
              <a:rPr lang="ja-JP" altLang="en-US"/>
              <a:t>の理解</a:t>
            </a:r>
            <a:r>
              <a:rPr kumimoji="1" lang="en-US" altLang="ja-JP"/>
              <a:t>)</a:t>
            </a:r>
            <a:endParaRPr kumimoji="1" lang="ja-JP" altLang="en-US"/>
          </a:p>
        </p:txBody>
      </p:sp>
      <p:sp>
        <p:nvSpPr>
          <p:cNvPr id="4" name="スライド番号プレースホルダー 3">
            <a:extLst>
              <a:ext uri="{FF2B5EF4-FFF2-40B4-BE49-F238E27FC236}">
                <a16:creationId xmlns:a16="http://schemas.microsoft.com/office/drawing/2014/main" id="{EBBB0F01-AD2A-0BDC-FF9E-309371039F6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336223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4F922117-B8AC-081B-F1F3-E41DC8D89502}"/>
              </a:ext>
            </a:extLst>
          </p:cNvPr>
          <p:cNvSpPr/>
          <p:nvPr/>
        </p:nvSpPr>
        <p:spPr>
          <a:xfrm>
            <a:off x="300480" y="925830"/>
            <a:ext cx="5608830" cy="5337810"/>
          </a:xfrm>
          <a:prstGeom prst="roundRect">
            <a:avLst/>
          </a:prstGeom>
          <a:solidFill>
            <a:srgbClr val="E7F5FE"/>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err="1">
                <a:solidFill>
                  <a:schemeClr val="tx1"/>
                </a:solidFill>
              </a:rPr>
              <a:t>AsIs</a:t>
            </a:r>
            <a:endParaRPr kumimoji="1" lang="en-US" altLang="ja-JP" sz="2000">
              <a:solidFill>
                <a:schemeClr val="tx1"/>
              </a:solidFill>
            </a:endParaRPr>
          </a:p>
        </p:txBody>
      </p:sp>
      <p:sp>
        <p:nvSpPr>
          <p:cNvPr id="2" name="タイトル 1"/>
          <p:cNvSpPr>
            <a:spLocks noGrp="1"/>
          </p:cNvSpPr>
          <p:nvPr>
            <p:ph type="title"/>
          </p:nvPr>
        </p:nvSpPr>
        <p:spPr/>
        <p:txBody>
          <a:bodyPr/>
          <a:lstStyle/>
          <a:p>
            <a:r>
              <a:rPr kumimoji="1" lang="en-US" altLang="ja-JP"/>
              <a:t>1-2</a:t>
            </a:r>
            <a:r>
              <a:rPr kumimoji="1" lang="ja-JP" altLang="en-US"/>
              <a:t>．システム化の範囲</a:t>
            </a:r>
          </a:p>
        </p:txBody>
      </p:sp>
      <p:sp>
        <p:nvSpPr>
          <p:cNvPr id="4" name="フッター プレースホルダー 3"/>
          <p:cNvSpPr>
            <a:spLocks noGrp="1"/>
          </p:cNvSpPr>
          <p:nvPr>
            <p:ph type="ftr" sz="quarter" idx="11"/>
          </p:nvPr>
        </p:nvSpPr>
        <p:spPr/>
        <p:txBody>
          <a:bodyPr/>
          <a:lstStyle/>
          <a:p>
            <a:r>
              <a:rPr lang="en-US"/>
              <a:t>Copyright © </a:t>
            </a:r>
            <a:r>
              <a:rPr lang="en-US" err="1"/>
              <a:t>SystemEXE,Inc</a:t>
            </a:r>
            <a:r>
              <a:rPr lang="en-US"/>
              <a:t> All Rights Reserved.</a:t>
            </a:r>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9809018" y="258458"/>
            <a:ext cx="1806982" cy="347084"/>
          </a:xfrm>
          <a:prstGeom prst="rect">
            <a:avLst/>
          </a:prstGeom>
          <a:noFill/>
        </p:spPr>
        <p:txBody>
          <a:bodyPr wrap="square" lIns="108000" tIns="72000" rIns="108000" bIns="72000" rtlCol="0" anchor="t">
            <a:noAutofit/>
          </a:bodyPr>
          <a:lstStyle/>
          <a:p>
            <a:pPr>
              <a:spcBef>
                <a:spcPts val="600"/>
              </a:spcBef>
            </a:pPr>
            <a:r>
              <a:rPr kumimoji="1" lang="ja-JP" altLang="en-US" sz="1600" b="1">
                <a:solidFill>
                  <a:srgbClr val="FF0000"/>
                </a:solidFill>
                <a:latin typeface="游ゴシック"/>
                <a:ea typeface="游ゴシック"/>
              </a:rPr>
              <a:t>赤枠が開発範囲</a:t>
            </a:r>
            <a:endParaRPr kumimoji="1" lang="en-US" altLang="ja-JP" sz="1600" b="1">
              <a:solidFill>
                <a:srgbClr val="FF0000"/>
              </a:solidFill>
              <a:latin typeface="游ゴシック"/>
              <a:ea typeface="游ゴシック"/>
            </a:endParaRPr>
          </a:p>
        </p:txBody>
      </p: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10" name="正方形/長方形 9">
            <a:extLst>
              <a:ext uri="{FF2B5EF4-FFF2-40B4-BE49-F238E27FC236}">
                <a16:creationId xmlns:a16="http://schemas.microsoft.com/office/drawing/2014/main" id="{15B232B2-84C0-2141-55E0-69E5CDE4041C}"/>
              </a:ext>
            </a:extLst>
          </p:cNvPr>
          <p:cNvSpPr/>
          <p:nvPr/>
        </p:nvSpPr>
        <p:spPr>
          <a:xfrm>
            <a:off x="1278033" y="1283568"/>
            <a:ext cx="283388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13" name="正方形/長方形 12">
            <a:extLst>
              <a:ext uri="{FF2B5EF4-FFF2-40B4-BE49-F238E27FC236}">
                <a16:creationId xmlns:a16="http://schemas.microsoft.com/office/drawing/2014/main" id="{33DE92A6-208F-DFD9-6944-0B4CA0BE2E1C}"/>
              </a:ext>
            </a:extLst>
          </p:cNvPr>
          <p:cNvSpPr/>
          <p:nvPr/>
        </p:nvSpPr>
        <p:spPr>
          <a:xfrm>
            <a:off x="1300893" y="2917276"/>
            <a:ext cx="283388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14" name="正方形/長方形 13">
            <a:extLst>
              <a:ext uri="{FF2B5EF4-FFF2-40B4-BE49-F238E27FC236}">
                <a16:creationId xmlns:a16="http://schemas.microsoft.com/office/drawing/2014/main" id="{2DD0868B-AD07-79E4-2187-DB93057B9DE0}"/>
              </a:ext>
            </a:extLst>
          </p:cNvPr>
          <p:cNvSpPr/>
          <p:nvPr/>
        </p:nvSpPr>
        <p:spPr>
          <a:xfrm>
            <a:off x="3104895" y="4474537"/>
            <a:ext cx="2576259"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21" name="フローチャート: データ 20">
            <a:extLst>
              <a:ext uri="{FF2B5EF4-FFF2-40B4-BE49-F238E27FC236}">
                <a16:creationId xmlns:a16="http://schemas.microsoft.com/office/drawing/2014/main" id="{8865E20A-CEAB-9D02-5C70-5FB283ED810B}"/>
              </a:ext>
            </a:extLst>
          </p:cNvPr>
          <p:cNvSpPr/>
          <p:nvPr/>
        </p:nvSpPr>
        <p:spPr>
          <a:xfrm>
            <a:off x="2138023" y="3466352"/>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22" name="フローチャート: 磁気ディスク 21">
            <a:extLst>
              <a:ext uri="{FF2B5EF4-FFF2-40B4-BE49-F238E27FC236}">
                <a16:creationId xmlns:a16="http://schemas.microsoft.com/office/drawing/2014/main" id="{ECA89C03-F90F-7AC0-EC42-C1CB498836F0}"/>
              </a:ext>
            </a:extLst>
          </p:cNvPr>
          <p:cNvSpPr/>
          <p:nvPr/>
        </p:nvSpPr>
        <p:spPr>
          <a:xfrm>
            <a:off x="3831915" y="4804832"/>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sp>
        <p:nvSpPr>
          <p:cNvPr id="24" name="正方形/長方形 23">
            <a:extLst>
              <a:ext uri="{FF2B5EF4-FFF2-40B4-BE49-F238E27FC236}">
                <a16:creationId xmlns:a16="http://schemas.microsoft.com/office/drawing/2014/main" id="{DBE23263-E78D-3750-EF0A-ABFC2B163CF2}"/>
              </a:ext>
            </a:extLst>
          </p:cNvPr>
          <p:cNvSpPr/>
          <p:nvPr/>
        </p:nvSpPr>
        <p:spPr>
          <a:xfrm>
            <a:off x="2019107" y="1590000"/>
            <a:ext cx="1397455" cy="848161"/>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公開</a:t>
            </a:r>
            <a:r>
              <a:rPr kumimoji="1" lang="en-US" altLang="ja-JP">
                <a:solidFill>
                  <a:schemeClr val="tx1"/>
                </a:solidFill>
              </a:rPr>
              <a:t>AP</a:t>
            </a:r>
          </a:p>
          <a:p>
            <a:pPr algn="ctr"/>
            <a:r>
              <a:rPr kumimoji="1" lang="ja-JP" altLang="en-US">
                <a:solidFill>
                  <a:schemeClr val="tx1"/>
                </a:solidFill>
              </a:rPr>
              <a:t>（</a:t>
            </a:r>
            <a:r>
              <a:rPr kumimoji="1" lang="en-US" altLang="ja-JP">
                <a:solidFill>
                  <a:schemeClr val="tx1"/>
                </a:solidFill>
              </a:rPr>
              <a:t>VB6,.Net)</a:t>
            </a:r>
            <a:endParaRPr kumimoji="1" lang="ja-JP" altLang="en-US">
              <a:solidFill>
                <a:schemeClr val="tx1"/>
              </a:solidFill>
            </a:endParaRPr>
          </a:p>
        </p:txBody>
      </p:sp>
      <p:sp>
        <p:nvSpPr>
          <p:cNvPr id="18" name="四角形: 角を丸くする 17">
            <a:extLst>
              <a:ext uri="{FF2B5EF4-FFF2-40B4-BE49-F238E27FC236}">
                <a16:creationId xmlns:a16="http://schemas.microsoft.com/office/drawing/2014/main" id="{74C5ECC8-6370-00D0-6ACA-48D524919FEB}"/>
              </a:ext>
            </a:extLst>
          </p:cNvPr>
          <p:cNvSpPr/>
          <p:nvPr/>
        </p:nvSpPr>
        <p:spPr>
          <a:xfrm>
            <a:off x="6204424" y="949095"/>
            <a:ext cx="5608830" cy="53378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dirty="0" err="1">
                <a:solidFill>
                  <a:schemeClr val="tx1"/>
                </a:solidFill>
              </a:rPr>
              <a:t>ToBe</a:t>
            </a:r>
            <a:endParaRPr kumimoji="1" lang="en-US" altLang="ja-JP" sz="2000" dirty="0">
              <a:solidFill>
                <a:schemeClr val="tx1"/>
              </a:solidFill>
            </a:endParaRPr>
          </a:p>
        </p:txBody>
      </p:sp>
      <p:pic>
        <p:nvPicPr>
          <p:cNvPr id="20" name="グラフィックス 19" descr="ユーザー 単色塗りつぶし">
            <a:extLst>
              <a:ext uri="{FF2B5EF4-FFF2-40B4-BE49-F238E27FC236}">
                <a16:creationId xmlns:a16="http://schemas.microsoft.com/office/drawing/2014/main" id="{D8DE3A51-43CC-5334-9008-75B8F09A2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1001" y="1566898"/>
            <a:ext cx="914400" cy="914400"/>
          </a:xfrm>
          <a:prstGeom prst="rect">
            <a:avLst/>
          </a:prstGeom>
        </p:spPr>
      </p:pic>
      <p:sp>
        <p:nvSpPr>
          <p:cNvPr id="29" name="正方形/長方形 28">
            <a:extLst>
              <a:ext uri="{FF2B5EF4-FFF2-40B4-BE49-F238E27FC236}">
                <a16:creationId xmlns:a16="http://schemas.microsoft.com/office/drawing/2014/main" id="{7866470D-0EA4-11A4-4B84-263E37D949AF}"/>
              </a:ext>
            </a:extLst>
          </p:cNvPr>
          <p:cNvSpPr/>
          <p:nvPr/>
        </p:nvSpPr>
        <p:spPr>
          <a:xfrm>
            <a:off x="6424073" y="2014089"/>
            <a:ext cx="233507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30" name="正方形/長方形 29">
            <a:extLst>
              <a:ext uri="{FF2B5EF4-FFF2-40B4-BE49-F238E27FC236}">
                <a16:creationId xmlns:a16="http://schemas.microsoft.com/office/drawing/2014/main" id="{9B3C5D90-EB42-1842-D373-ED1FB2EB65C4}"/>
              </a:ext>
            </a:extLst>
          </p:cNvPr>
          <p:cNvSpPr/>
          <p:nvPr/>
        </p:nvSpPr>
        <p:spPr>
          <a:xfrm>
            <a:off x="6424072" y="4032586"/>
            <a:ext cx="233507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31" name="正方形/長方形 30">
            <a:extLst>
              <a:ext uri="{FF2B5EF4-FFF2-40B4-BE49-F238E27FC236}">
                <a16:creationId xmlns:a16="http://schemas.microsoft.com/office/drawing/2014/main" id="{1D3F6ED6-53AA-1AAA-2758-F6BD01440D00}"/>
              </a:ext>
            </a:extLst>
          </p:cNvPr>
          <p:cNvSpPr/>
          <p:nvPr/>
        </p:nvSpPr>
        <p:spPr>
          <a:xfrm>
            <a:off x="8933590" y="4009250"/>
            <a:ext cx="2628247"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32" name="フローチャート: データ 31">
            <a:extLst>
              <a:ext uri="{FF2B5EF4-FFF2-40B4-BE49-F238E27FC236}">
                <a16:creationId xmlns:a16="http://schemas.microsoft.com/office/drawing/2014/main" id="{F46C0AE1-2F1C-2BBC-7223-BBC35046D8BD}"/>
              </a:ext>
            </a:extLst>
          </p:cNvPr>
          <p:cNvSpPr/>
          <p:nvPr/>
        </p:nvSpPr>
        <p:spPr>
          <a:xfrm>
            <a:off x="7021444" y="4557938"/>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33" name="フローチャート: 磁気ディスク 32">
            <a:extLst>
              <a:ext uri="{FF2B5EF4-FFF2-40B4-BE49-F238E27FC236}">
                <a16:creationId xmlns:a16="http://schemas.microsoft.com/office/drawing/2014/main" id="{3E9C72AB-A320-9F4F-F34C-64074C6DB4A4}"/>
              </a:ext>
            </a:extLst>
          </p:cNvPr>
          <p:cNvSpPr/>
          <p:nvPr/>
        </p:nvSpPr>
        <p:spPr>
          <a:xfrm>
            <a:off x="9649533" y="4498984"/>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pic>
        <p:nvPicPr>
          <p:cNvPr id="42" name="グラフィックス 41" descr="ユーザー 単色塗りつぶし">
            <a:extLst>
              <a:ext uri="{FF2B5EF4-FFF2-40B4-BE49-F238E27FC236}">
                <a16:creationId xmlns:a16="http://schemas.microsoft.com/office/drawing/2014/main" id="{F94DA1B9-2795-CA8C-FC47-463CCDDA7C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4511" y="2261423"/>
            <a:ext cx="914400" cy="914400"/>
          </a:xfrm>
          <a:prstGeom prst="rect">
            <a:avLst/>
          </a:prstGeom>
        </p:spPr>
      </p:pic>
      <p:sp>
        <p:nvSpPr>
          <p:cNvPr id="46" name="正方形/長方形 45">
            <a:extLst>
              <a:ext uri="{FF2B5EF4-FFF2-40B4-BE49-F238E27FC236}">
                <a16:creationId xmlns:a16="http://schemas.microsoft.com/office/drawing/2014/main" id="{DD170F47-A789-3215-A2E5-2EBD4E81FA9F}"/>
              </a:ext>
            </a:extLst>
          </p:cNvPr>
          <p:cNvSpPr/>
          <p:nvPr/>
        </p:nvSpPr>
        <p:spPr>
          <a:xfrm>
            <a:off x="7509107" y="2328921"/>
            <a:ext cx="1121113" cy="941926"/>
          </a:xfrm>
          <a:prstGeom prst="rect">
            <a:avLst/>
          </a:prstGeom>
          <a:solidFill>
            <a:schemeClr val="tx2">
              <a:lumMod val="20000"/>
              <a:lumOff val="8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ブラウザ</a:t>
            </a:r>
          </a:p>
        </p:txBody>
      </p:sp>
      <p:cxnSp>
        <p:nvCxnSpPr>
          <p:cNvPr id="48" name="直線矢印コネクタ 47">
            <a:extLst>
              <a:ext uri="{FF2B5EF4-FFF2-40B4-BE49-F238E27FC236}">
                <a16:creationId xmlns:a16="http://schemas.microsoft.com/office/drawing/2014/main" id="{9ABC1470-336E-BCE2-3BC5-409AE5D7989A}"/>
              </a:ext>
            </a:extLst>
          </p:cNvPr>
          <p:cNvCxnSpPr>
            <a:cxnSpLocks/>
          </p:cNvCxnSpPr>
          <p:nvPr/>
        </p:nvCxnSpPr>
        <p:spPr>
          <a:xfrm>
            <a:off x="711723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正方形/長方形 49">
            <a:extLst>
              <a:ext uri="{FF2B5EF4-FFF2-40B4-BE49-F238E27FC236}">
                <a16:creationId xmlns:a16="http://schemas.microsoft.com/office/drawing/2014/main" id="{31CF0ACB-59F6-0BE3-F7AA-3F116E2B2128}"/>
              </a:ext>
            </a:extLst>
          </p:cNvPr>
          <p:cNvSpPr/>
          <p:nvPr/>
        </p:nvSpPr>
        <p:spPr>
          <a:xfrm>
            <a:off x="8896519" y="2009744"/>
            <a:ext cx="2628247" cy="1442688"/>
          </a:xfrm>
          <a:prstGeom prst="rect">
            <a:avLst/>
          </a:prstGeom>
          <a:solidFill>
            <a:schemeClr val="accent2">
              <a:lumMod val="40000"/>
              <a:lumOff val="6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Azure</a:t>
            </a:r>
            <a:endParaRPr kumimoji="1" lang="ja-JP" altLang="en-US">
              <a:solidFill>
                <a:schemeClr val="tx1"/>
              </a:solidFill>
            </a:endParaRPr>
          </a:p>
        </p:txBody>
      </p:sp>
      <p:sp>
        <p:nvSpPr>
          <p:cNvPr id="34" name="正方形/長方形 33">
            <a:extLst>
              <a:ext uri="{FF2B5EF4-FFF2-40B4-BE49-F238E27FC236}">
                <a16:creationId xmlns:a16="http://schemas.microsoft.com/office/drawing/2014/main" id="{F023CC1F-94DA-9DC3-B6D1-D4E3FE212E30}"/>
              </a:ext>
            </a:extLst>
          </p:cNvPr>
          <p:cNvSpPr/>
          <p:nvPr/>
        </p:nvSpPr>
        <p:spPr>
          <a:xfrm>
            <a:off x="9116466" y="2359255"/>
            <a:ext cx="2289768" cy="941926"/>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en-US" altLang="ja-JP" err="1">
                <a:solidFill>
                  <a:schemeClr val="tx1"/>
                </a:solidFill>
              </a:rPr>
              <a:t>AppService</a:t>
            </a:r>
            <a:endParaRPr kumimoji="1" lang="en-US" altLang="ja-JP">
              <a:solidFill>
                <a:schemeClr val="tx1"/>
              </a:solidFill>
            </a:endParaRPr>
          </a:p>
          <a:p>
            <a:pPr algn="ctr"/>
            <a:r>
              <a:rPr kumimoji="1" lang="en-US" altLang="ja-JP">
                <a:solidFill>
                  <a:schemeClr val="tx1"/>
                </a:solidFill>
              </a:rPr>
              <a:t>Web</a:t>
            </a:r>
            <a:r>
              <a:rPr kumimoji="1" lang="ja-JP" altLang="en-US">
                <a:solidFill>
                  <a:schemeClr val="tx1"/>
                </a:solidFill>
              </a:rPr>
              <a:t>アプリ</a:t>
            </a:r>
          </a:p>
        </p:txBody>
      </p:sp>
      <p:cxnSp>
        <p:nvCxnSpPr>
          <p:cNvPr id="54" name="コネクタ: カギ線 53">
            <a:extLst>
              <a:ext uri="{FF2B5EF4-FFF2-40B4-BE49-F238E27FC236}">
                <a16:creationId xmlns:a16="http://schemas.microsoft.com/office/drawing/2014/main" id="{CF1D4159-E99C-1D91-F81C-3E9261AFC9E0}"/>
              </a:ext>
            </a:extLst>
          </p:cNvPr>
          <p:cNvCxnSpPr>
            <a:cxnSpLocks/>
            <a:stCxn id="34" idx="2"/>
            <a:endCxn id="30" idx="0"/>
          </p:cNvCxnSpPr>
          <p:nvPr/>
        </p:nvCxnSpPr>
        <p:spPr>
          <a:xfrm rot="5400000">
            <a:off x="8560778" y="2332013"/>
            <a:ext cx="731405" cy="266974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BB979630-BB7A-E3E1-A5F9-4825727DE0B7}"/>
              </a:ext>
            </a:extLst>
          </p:cNvPr>
          <p:cNvCxnSpPr>
            <a:cxnSpLocks/>
          </p:cNvCxnSpPr>
          <p:nvPr/>
        </p:nvCxnSpPr>
        <p:spPr>
          <a:xfrm>
            <a:off x="860958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A6348676-DB49-9281-FEC1-3DC66096ACDC}"/>
              </a:ext>
            </a:extLst>
          </p:cNvPr>
          <p:cNvCxnSpPr>
            <a:cxnSpLocks/>
            <a:endCxn id="31" idx="0"/>
          </p:cNvCxnSpPr>
          <p:nvPr/>
        </p:nvCxnSpPr>
        <p:spPr>
          <a:xfrm>
            <a:off x="10247713" y="3301180"/>
            <a:ext cx="1" cy="7080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9070570" y="2307329"/>
            <a:ext cx="2380674" cy="993850"/>
          </a:xfrm>
          <a:prstGeom prst="roundRect">
            <a:avLst>
              <a:gd name="adj" fmla="val 434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コネクタ: カギ線 4">
            <a:extLst>
              <a:ext uri="{FF2B5EF4-FFF2-40B4-BE49-F238E27FC236}">
                <a16:creationId xmlns:a16="http://schemas.microsoft.com/office/drawing/2014/main" id="{1A3D4F20-0E2B-B4A5-4855-A3240DC42F09}"/>
              </a:ext>
            </a:extLst>
          </p:cNvPr>
          <p:cNvCxnSpPr>
            <a:cxnSpLocks/>
            <a:stCxn id="24" idx="3"/>
            <a:endCxn id="14" idx="0"/>
          </p:cNvCxnSpPr>
          <p:nvPr/>
        </p:nvCxnSpPr>
        <p:spPr>
          <a:xfrm>
            <a:off x="3416562" y="2014081"/>
            <a:ext cx="976463" cy="2460456"/>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4F1B6AE8-E258-D360-60F7-2DAB818BEDFA}"/>
              </a:ext>
            </a:extLst>
          </p:cNvPr>
          <p:cNvCxnSpPr>
            <a:cxnSpLocks/>
            <a:stCxn id="24" idx="2"/>
            <a:endCxn id="13" idx="0"/>
          </p:cNvCxnSpPr>
          <p:nvPr/>
        </p:nvCxnSpPr>
        <p:spPr>
          <a:xfrm>
            <a:off x="2717835" y="2438161"/>
            <a:ext cx="1" cy="4791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36EE79E-A655-34EB-8F4C-426F7ED083D9}"/>
              </a:ext>
            </a:extLst>
          </p:cNvPr>
          <p:cNvCxnSpPr>
            <a:cxnSpLocks/>
          </p:cNvCxnSpPr>
          <p:nvPr/>
        </p:nvCxnSpPr>
        <p:spPr>
          <a:xfrm>
            <a:off x="1814562" y="2009744"/>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97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a:t>1-3</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646331"/>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弊社は以下を強みとし、本システム構築ではこれまでに培った</a:t>
            </a:r>
            <a:br>
              <a:rPr lang="en-US" altLang="ja-JP" b="1">
                <a:latin typeface="+mn-ea"/>
              </a:rPr>
            </a:b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040699" cy="1140068"/>
            <a:chOff x="1015039" y="1861216"/>
            <a:chExt cx="10040699" cy="1140068"/>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ja-JP" altLang="en-US" b="1">
                  <a:latin typeface="+mn-ea"/>
                </a:rPr>
                <a:t>オフショア</a:t>
              </a:r>
              <a:r>
                <a:rPr kumimoji="1" lang="en-US" altLang="ja-JP" b="1">
                  <a:latin typeface="+mn-ea"/>
                </a:rPr>
                <a:t>(</a:t>
              </a:r>
              <a:r>
                <a:rPr kumimoji="1" lang="en-US" altLang="ja-JP" b="1" err="1">
                  <a:latin typeface="+mn-ea"/>
                </a:rPr>
                <a:t>BotDev</a:t>
              </a:r>
              <a:r>
                <a:rPr kumimoji="1" lang="en-US" altLang="ja-JP" b="1">
                  <a:latin typeface="+mn-ea"/>
                </a:rPr>
                <a:t>)</a:t>
              </a:r>
              <a:r>
                <a:rPr kumimoji="1" lang="ja-JP" altLang="en-US" b="1">
                  <a:latin typeface="+mn-ea"/>
                </a:rPr>
                <a:t>活用</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日本在住のブリッジ</a:t>
              </a:r>
              <a:r>
                <a:rPr lang="en-US" altLang="ja-JP" sz="1600">
                  <a:latin typeface="+mn-ea"/>
                </a:rPr>
                <a:t>SE</a:t>
              </a:r>
              <a:r>
                <a:rPr lang="ja-JP" altLang="en-US" sz="1600">
                  <a:latin typeface="+mn-ea"/>
                </a:rPr>
                <a:t>を中核に据え、日本側の要件とベトナム側の開発力をシームレスに連携させることで、コミュニケーションの課題を解消し、プロジェクトの効率的な推進を実現します。</a:t>
              </a:r>
              <a:endParaRPr lang="en-US" altLang="ja-JP" sz="160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8" y="3427101"/>
            <a:ext cx="10040699" cy="1217013"/>
            <a:chOff x="1015039" y="3428992"/>
            <a:chExt cx="10040699" cy="1217013"/>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ja-JP" altLang="en-US" b="1">
                  <a:latin typeface="+mn-ea"/>
                </a:rPr>
                <a:t>品質基準を遵守したウォーターフォール型開発</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360000" cy="661720"/>
            </a:xfrm>
            <a:prstGeom prst="rect">
              <a:avLst/>
            </a:prstGeom>
            <a:noFill/>
          </p:spPr>
          <p:txBody>
            <a:bodyPr wrap="square" lIns="108000" rIns="108000" rtlCol="0" anchor="t">
              <a:spAutoFit/>
            </a:bodyPr>
            <a:lstStyle/>
            <a:p>
              <a:pPr>
                <a:spcBef>
                  <a:spcPts val="600"/>
                </a:spcBef>
              </a:pPr>
              <a:r>
                <a:rPr lang="ja-JP" altLang="en-US" sz="1600">
                  <a:latin typeface="+mn-ea"/>
                </a:rPr>
                <a:t>要件定義から結合テストまで、工程ごとの厳格な完了基準を設けた開発プロセスを適用。</a:t>
              </a:r>
              <a:endParaRPr lang="en-US" altLang="ja-JP" sz="1600">
                <a:latin typeface="+mn-ea"/>
              </a:endParaRPr>
            </a:p>
            <a:p>
              <a:pPr>
                <a:spcBef>
                  <a:spcPts val="600"/>
                </a:spcBef>
              </a:pPr>
              <a:r>
                <a:rPr lang="ja-JP" altLang="en-US" sz="1600">
                  <a:latin typeface="+mn-ea"/>
                </a:rPr>
                <a:t>レガシー資産の</a:t>
              </a:r>
              <a:r>
                <a:rPr lang="en-US" altLang="ja-JP" sz="1600">
                  <a:latin typeface="+mn-ea"/>
                </a:rPr>
                <a:t>Web</a:t>
              </a:r>
              <a:r>
                <a:rPr lang="ja-JP" altLang="en-US" sz="1600">
                  <a:latin typeface="+mn-ea"/>
                </a:rPr>
                <a:t>化において重要となる品質を担保し、安定したシステム構築を実現します。</a:t>
              </a:r>
              <a:endParaRPr lang="en-US" altLang="ja-JP" sz="1600">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10040699" cy="1140068"/>
            <a:chOff x="1015039" y="4903666"/>
            <a:chExt cx="10040699" cy="114006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a:latin typeface="+mn-ea"/>
                </a:rPr>
                <a:t>出光興産様プロジェクトでの成功実績</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千葉運転管理システム構築の大型プロジェクトや貴社案件の多数プロジェクトにおける管理ノウハウを活用することで円滑なプロジェクト遂行を行います。</a:t>
              </a:r>
            </a:p>
          </p:txBody>
        </p:sp>
      </p:grpSp>
    </p:spTree>
    <p:extLst>
      <p:ext uri="{BB962C8B-B14F-4D97-AF65-F5344CB8AC3E}">
        <p14:creationId xmlns:p14="http://schemas.microsoft.com/office/powerpoint/2010/main" val="3332083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0415E01-9431-A589-C9FD-E625C9B4E7BC}"/>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4" name="タイトル 3">
            <a:extLst>
              <a:ext uri="{FF2B5EF4-FFF2-40B4-BE49-F238E27FC236}">
                <a16:creationId xmlns:a16="http://schemas.microsoft.com/office/drawing/2014/main" id="{50CBA8B7-7E3E-4E10-2E41-240BF4A7E426}"/>
              </a:ext>
            </a:extLst>
          </p:cNvPr>
          <p:cNvSpPr>
            <a:spLocks noGrp="1"/>
          </p:cNvSpPr>
          <p:nvPr>
            <p:ph type="title"/>
          </p:nvPr>
        </p:nvSpPr>
        <p:spPr/>
        <p:txBody>
          <a:bodyPr/>
          <a:lstStyle/>
          <a:p>
            <a:r>
              <a:rPr lang="ja-JP" altLang="en-US"/>
              <a:t>開発範囲</a:t>
            </a:r>
            <a:endParaRPr kumimoji="1" lang="ja-JP" altLang="en-US"/>
          </a:p>
        </p:txBody>
      </p:sp>
    </p:spTree>
    <p:extLst>
      <p:ext uri="{BB962C8B-B14F-4D97-AF65-F5344CB8AC3E}">
        <p14:creationId xmlns:p14="http://schemas.microsoft.com/office/powerpoint/2010/main" val="1774215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2-1</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aphicFrame>
        <p:nvGraphicFramePr>
          <p:cNvPr id="5" name="表 4">
            <a:extLst>
              <a:ext uri="{FF2B5EF4-FFF2-40B4-BE49-F238E27FC236}">
                <a16:creationId xmlns:a16="http://schemas.microsoft.com/office/drawing/2014/main" id="{4EB0DE94-2A12-777E-70AF-C84938EB984D}"/>
              </a:ext>
            </a:extLst>
          </p:cNvPr>
          <p:cNvGraphicFramePr>
            <a:graphicFrameLocks noGrp="1"/>
          </p:cNvGraphicFramePr>
          <p:nvPr>
            <p:extLst>
              <p:ext uri="{D42A27DB-BD31-4B8C-83A1-F6EECF244321}">
                <p14:modId xmlns:p14="http://schemas.microsoft.com/office/powerpoint/2010/main" val="3791016963"/>
              </p:ext>
            </p:extLst>
          </p:nvPr>
        </p:nvGraphicFramePr>
        <p:xfrm>
          <a:off x="575400" y="803518"/>
          <a:ext cx="11124000" cy="5545829"/>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2191046775"/>
                    </a:ext>
                  </a:extLst>
                </a:gridCol>
                <a:gridCol w="2700000">
                  <a:extLst>
                    <a:ext uri="{9D8B030D-6E8A-4147-A177-3AD203B41FA5}">
                      <a16:colId xmlns:a16="http://schemas.microsoft.com/office/drawing/2014/main" val="2791548711"/>
                    </a:ext>
                  </a:extLst>
                </a:gridCol>
                <a:gridCol w="2520000">
                  <a:extLst>
                    <a:ext uri="{9D8B030D-6E8A-4147-A177-3AD203B41FA5}">
                      <a16:colId xmlns:a16="http://schemas.microsoft.com/office/drawing/2014/main" val="1616917508"/>
                    </a:ext>
                  </a:extLst>
                </a:gridCol>
                <a:gridCol w="432000">
                  <a:extLst>
                    <a:ext uri="{9D8B030D-6E8A-4147-A177-3AD203B41FA5}">
                      <a16:colId xmlns:a16="http://schemas.microsoft.com/office/drawing/2014/main" val="233919114"/>
                    </a:ext>
                  </a:extLst>
                </a:gridCol>
                <a:gridCol w="2520000">
                  <a:extLst>
                    <a:ext uri="{9D8B030D-6E8A-4147-A177-3AD203B41FA5}">
                      <a16:colId xmlns:a16="http://schemas.microsoft.com/office/drawing/2014/main" val="1359045868"/>
                    </a:ext>
                  </a:extLst>
                </a:gridCol>
                <a:gridCol w="2520000">
                  <a:extLst>
                    <a:ext uri="{9D8B030D-6E8A-4147-A177-3AD203B41FA5}">
                      <a16:colId xmlns:a16="http://schemas.microsoft.com/office/drawing/2014/main" val="156472191"/>
                    </a:ext>
                  </a:extLst>
                </a:gridCol>
              </a:tblGrid>
              <a:tr h="322487">
                <a:tc>
                  <a:txBody>
                    <a:bodyPr/>
                    <a:lstStyle/>
                    <a:p>
                      <a:pPr algn="ctr" rtl="0" fontAlgn="ctr">
                        <a:buNone/>
                      </a:pPr>
                      <a:r>
                        <a:rPr lang="en-US" sz="14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機能名</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既存プログラム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en-US" sz="14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機能名</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既存プログラム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S1_</a:t>
                      </a: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北海道製</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S3_</a:t>
                      </a: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千葉（化）</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∟各所比較情報／品質管理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zbfz001.exe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S4_</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愛知事</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∟製油所情報／品質管理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bcfz001.exe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∟各所比較情報／品質管理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zbfz001.exe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　　∟製油所情報／データ検索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　bciz001.exe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∟製油所情報／品質管理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dcfz001.exe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∟品質情報検索／燃料油</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zbfz0021.exe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∟製油所情報／データ検索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dciz001.exe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∟品質情報検索／工程</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zbfz0022.exe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∟ローカルシステム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dllz001.exe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∟品質情報検索／品質関連</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zbfz0023.exe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∟個別業務情報／運転管理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dedz001.exe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　　∟ローカルシステム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dirty="0">
                          <a:solidFill>
                            <a:srgbClr val="000000"/>
                          </a:solidFill>
                          <a:effectLst/>
                          <a:latin typeface="游ゴシック" panose="020B0400000000000000" pitchFamily="50" charset="-128"/>
                          <a:ea typeface="游ゴシック" panose="020B0400000000000000" pitchFamily="50" charset="-128"/>
                        </a:rPr>
                        <a:t>　bllz001.exe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∟個別業務情報／品質管理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zefz001.exe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∟個別業務情報／運転管理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bedz001.exe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S5_</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徳山西</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∟個別業務情報／品質管理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zefz001.exe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∟各所比較情報／品質管理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zbfz001.exe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zh-TW" sz="1050" b="0" i="0" u="none" strike="noStrike">
                          <a:solidFill>
                            <a:srgbClr val="000000"/>
                          </a:solidFill>
                          <a:effectLst/>
                          <a:latin typeface="游ゴシック" panose="020B0400000000000000" pitchFamily="50" charset="-128"/>
                          <a:ea typeface="游ゴシック" panose="020B0400000000000000" pitchFamily="50" charset="-128"/>
                        </a:rPr>
                        <a:t>S2_</a:t>
                      </a: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千葉（石）</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∟製油所情報／品質管理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fcfz001.exe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∟各所比較情報／品質管理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zbfz001.exe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∟製油所情報／データ検索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fciz001.exe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∟製油所情報／品質管理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ccfz001.exe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∟ローカルシステム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fllz001.exe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　　∟製油所情報／データ検索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cciz001.exe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∟個別業務情報／運転管理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fedz001.exe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　　∟ローカルシステム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cllz001.exe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∟個別業務情報／品質管理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zefz001.exe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∟個別業務情報／運転管理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cedz001.exe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S6_</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徳山東</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04326243"/>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∟個別業務情報／品質管理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zefz001.exe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千葉（石）オフサイトメンテ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DATAMENT.EXE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04926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050" b="0" i="0" u="none" strike="noStrike">
                          <a:solidFill>
                            <a:srgbClr val="000000"/>
                          </a:solidFill>
                          <a:effectLst/>
                          <a:latin typeface="游ゴシック" panose="020B0400000000000000" pitchFamily="50" charset="-128"/>
                          <a:ea typeface="游ゴシック" panose="020B0400000000000000" pitchFamily="50" charset="-128"/>
                        </a:rPr>
                        <a:t>　　∟個別業務情報／官庁申請</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050" b="0" i="0" u="none" strike="noStrike">
                          <a:solidFill>
                            <a:srgbClr val="000000"/>
                          </a:solidFill>
                          <a:effectLst/>
                          <a:latin typeface="游ゴシック" panose="020B0400000000000000" pitchFamily="50" charset="-128"/>
                          <a:ea typeface="游ゴシック" panose="020B0400000000000000" pitchFamily="50" charset="-128"/>
                        </a:rPr>
                        <a:t>　cekz001.exe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千葉（石）横串</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CCD1038.EXE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44663861"/>
                  </a:ext>
                </a:extLst>
              </a:tr>
            </a:tbl>
          </a:graphicData>
        </a:graphic>
      </p:graphicFrame>
    </p:spTree>
    <p:extLst>
      <p:ext uri="{BB962C8B-B14F-4D97-AF65-F5344CB8AC3E}">
        <p14:creationId xmlns:p14="http://schemas.microsoft.com/office/powerpoint/2010/main" val="296515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C55301F4-FD2D-1AE6-D448-82E00E4BEEEC}"/>
              </a:ext>
            </a:extLst>
          </p:cNvPr>
          <p:cNvGraphicFramePr>
            <a:graphicFrameLocks noGrp="1"/>
          </p:cNvGraphicFramePr>
          <p:nvPr>
            <p:extLst>
              <p:ext uri="{D42A27DB-BD31-4B8C-83A1-F6EECF244321}">
                <p14:modId xmlns:p14="http://schemas.microsoft.com/office/powerpoint/2010/main" val="974310757"/>
              </p:ext>
            </p:extLst>
          </p:nvPr>
        </p:nvGraphicFramePr>
        <p:xfrm>
          <a:off x="575400" y="803518"/>
          <a:ext cx="11124000" cy="4726507"/>
        </p:xfrm>
        <a:graphic>
          <a:graphicData uri="http://schemas.openxmlformats.org/drawingml/2006/table">
            <a:tbl>
              <a:tblPr firstRow="1" bandRow="1">
                <a:tableStyleId>{5940675A-B579-460E-94D1-54222C63F5DA}</a:tableStyleId>
              </a:tblPr>
              <a:tblGrid>
                <a:gridCol w="432000">
                  <a:extLst>
                    <a:ext uri="{9D8B030D-6E8A-4147-A177-3AD203B41FA5}">
                      <a16:colId xmlns:a16="http://schemas.microsoft.com/office/drawing/2014/main" val="2191046775"/>
                    </a:ext>
                  </a:extLst>
                </a:gridCol>
                <a:gridCol w="2700000">
                  <a:extLst>
                    <a:ext uri="{9D8B030D-6E8A-4147-A177-3AD203B41FA5}">
                      <a16:colId xmlns:a16="http://schemas.microsoft.com/office/drawing/2014/main" val="2791548711"/>
                    </a:ext>
                  </a:extLst>
                </a:gridCol>
                <a:gridCol w="2520000">
                  <a:extLst>
                    <a:ext uri="{9D8B030D-6E8A-4147-A177-3AD203B41FA5}">
                      <a16:colId xmlns:a16="http://schemas.microsoft.com/office/drawing/2014/main" val="1616917508"/>
                    </a:ext>
                  </a:extLst>
                </a:gridCol>
                <a:gridCol w="432000">
                  <a:extLst>
                    <a:ext uri="{9D8B030D-6E8A-4147-A177-3AD203B41FA5}">
                      <a16:colId xmlns:a16="http://schemas.microsoft.com/office/drawing/2014/main" val="233919114"/>
                    </a:ext>
                  </a:extLst>
                </a:gridCol>
                <a:gridCol w="2520000">
                  <a:extLst>
                    <a:ext uri="{9D8B030D-6E8A-4147-A177-3AD203B41FA5}">
                      <a16:colId xmlns:a16="http://schemas.microsoft.com/office/drawing/2014/main" val="1359045868"/>
                    </a:ext>
                  </a:extLst>
                </a:gridCol>
                <a:gridCol w="2520000">
                  <a:extLst>
                    <a:ext uri="{9D8B030D-6E8A-4147-A177-3AD203B41FA5}">
                      <a16:colId xmlns:a16="http://schemas.microsoft.com/office/drawing/2014/main" val="156472191"/>
                    </a:ext>
                  </a:extLst>
                </a:gridCol>
              </a:tblGrid>
              <a:tr h="322487">
                <a:tc>
                  <a:txBody>
                    <a:bodyPr/>
                    <a:lstStyle/>
                    <a:p>
                      <a:pPr algn="ctr" rtl="0" fontAlgn="ctr">
                        <a:buNone/>
                      </a:pPr>
                      <a:r>
                        <a:rPr lang="en-US" sz="14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機能名</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既存プログラム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en-US" sz="14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機能名</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buNone/>
                      </a:pPr>
                      <a:r>
                        <a:rPr lang="ja-JP" altLang="en-US" sz="1400" b="1" i="0" u="none" strike="noStrike" dirty="0">
                          <a:solidFill>
                            <a:srgbClr val="FFFFFF"/>
                          </a:solidFill>
                          <a:effectLst/>
                          <a:latin typeface="游ゴシック" panose="020B0400000000000000" pitchFamily="50" charset="-128"/>
                          <a:ea typeface="游ゴシック" panose="020B0400000000000000" pitchFamily="50" charset="-128"/>
                        </a:rPr>
                        <a:t>既存プログラム</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千葉（石）潤滑油タンク在庫メンテ</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CEDZ020A.EXE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52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ET_MENU_NEW</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ET_MENU_NEW.exe（VB6）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zh-TW" sz="1100" b="0" i="0" u="none" strike="noStrike">
                          <a:solidFill>
                            <a:srgbClr val="000000"/>
                          </a:solidFill>
                          <a:effectLst/>
                          <a:latin typeface="游ゴシック" panose="020B0400000000000000" pitchFamily="50" charset="-128"/>
                          <a:ea typeface="游ゴシック" panose="020B0400000000000000" pitchFamily="50" charset="-128"/>
                        </a:rPr>
                        <a:t>2 </a:t>
                      </a:r>
                      <a:r>
                        <a:rPr lang="zh-TW" altLang="en-US" sz="1100" b="0" i="0" u="none" strike="noStrike">
                          <a:solidFill>
                            <a:srgbClr val="000000"/>
                          </a:solidFill>
                          <a:effectLst/>
                          <a:latin typeface="游ゴシック" panose="020B0400000000000000" pitchFamily="50" charset="-128"/>
                          <a:ea typeface="游ゴシック" panose="020B0400000000000000" pitchFamily="50" charset="-128"/>
                        </a:rPr>
                        <a:t>千葉（石）操業情報</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CCD1041.EXE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53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GT_ELE_COST</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pt-BR" sz="1100" b="0" i="0" u="none" strike="noStrike">
                          <a:solidFill>
                            <a:srgbClr val="000000"/>
                          </a:solidFill>
                          <a:effectLst/>
                          <a:latin typeface="游ゴシック" panose="020B0400000000000000" pitchFamily="50" charset="-128"/>
                          <a:ea typeface="游ゴシック" panose="020B0400000000000000" pitchFamily="50" charset="-128"/>
                        </a:rPr>
                        <a:t>　GT_ELE_COST.exe（VB6）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∟リカバリーメニュー画面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CCD1042.exe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　ｶｳﾝﾀｰ照合</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　ｶｳﾝﾀｰ照合</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a:t>
                      </a: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exe（VB6）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∟自家燃使用量メニュー画面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CCD1033.exe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55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ケミカル管理</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2_</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目標値入力画面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ケミカル管理</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2_</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目標値入力画面</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.exe</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VB6</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∟他システム通信メニュー画面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CCD1043.exe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56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TPHC Tools</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TPHCtools.exe（VB6）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PIMS</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データ削除画面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CCD1039.exe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sz="1100" b="0" i="0" u="none" strike="noStrike" dirty="0" err="1">
                          <a:solidFill>
                            <a:srgbClr val="000000"/>
                          </a:solidFill>
                          <a:effectLst/>
                          <a:latin typeface="游ゴシック" panose="020B0400000000000000" pitchFamily="50" charset="-128"/>
                          <a:ea typeface="游ゴシック" panose="020B0400000000000000" pitchFamily="50" charset="-128"/>
                        </a:rPr>
                        <a:t>Labman</a:t>
                      </a:r>
                      <a:endParaRPr 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dirty="0">
                          <a:solidFill>
                            <a:srgbClr val="000000"/>
                          </a:solidFill>
                          <a:effectLst/>
                          <a:latin typeface="游ゴシック" panose="020B0400000000000000" pitchFamily="50" charset="-128"/>
                          <a:ea typeface="游ゴシック" panose="020B0400000000000000" pitchFamily="50" charset="-128"/>
                        </a:rPr>
                        <a:t>　Labman.exe（VB6）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∟装置運転停止時間マスタメンテナンス</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CCD1040.exe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∟エラーメッセージ画面</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CCD1036.exe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北海道製（ログオン画面有り）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千葉（石）（ログオン画面有り）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千葉（化）（ログオン画面有り）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愛知事（ログオン画面有り）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徳山西（ログオン画面有り）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 </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徳山東（ログオン画面有り）</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ZZZY001.exe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rtl="0" fontAlgn="ctr">
                        <a:buNone/>
                      </a:pP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　新</a:t>
                      </a: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IRIS</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マスタメンテツール</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rtl="0"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　AuthMnt.exe</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fontAlgn="t">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bl>
          </a:graphicData>
        </a:graphic>
      </p:graphicFrame>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2-2</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sp>
        <p:nvSpPr>
          <p:cNvPr id="6" name="Rectangle 5">
            <a:extLst>
              <a:ext uri="{FF2B5EF4-FFF2-40B4-BE49-F238E27FC236}">
                <a16:creationId xmlns:a16="http://schemas.microsoft.com/office/drawing/2014/main" id="{29F53DF6-F98B-1271-FBA1-E0A973A1D77A}"/>
              </a:ext>
            </a:extLst>
          </p:cNvPr>
          <p:cNvSpPr/>
          <p:nvPr/>
        </p:nvSpPr>
        <p:spPr>
          <a:xfrm>
            <a:off x="6221505" y="1112921"/>
            <a:ext cx="5477895" cy="180473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テキスト ボックス 58">
            <a:extLst>
              <a:ext uri="{FF2B5EF4-FFF2-40B4-BE49-F238E27FC236}">
                <a16:creationId xmlns:a16="http://schemas.microsoft.com/office/drawing/2014/main" id="{91F34A90-27BE-99BC-2E90-D2B5F0C99113}"/>
              </a:ext>
            </a:extLst>
          </p:cNvPr>
          <p:cNvSpPr txBox="1"/>
          <p:nvPr/>
        </p:nvSpPr>
        <p:spPr>
          <a:xfrm>
            <a:off x="8676045" y="258458"/>
            <a:ext cx="2919903" cy="347084"/>
          </a:xfrm>
          <a:prstGeom prst="rect">
            <a:avLst/>
          </a:prstGeom>
          <a:noFill/>
        </p:spPr>
        <p:txBody>
          <a:bodyPr wrap="square" lIns="108000" tIns="72000" rIns="108000" bIns="72000" rtlCol="0" anchor="t">
            <a:noAutofit/>
          </a:bodyPr>
          <a:lstStyle/>
          <a:p>
            <a:pPr>
              <a:spcBef>
                <a:spcPts val="600"/>
              </a:spcBef>
            </a:pPr>
            <a:r>
              <a:rPr kumimoji="1" lang="ja-JP" altLang="en-US" sz="1600" b="1">
                <a:solidFill>
                  <a:srgbClr val="FF0000"/>
                </a:solidFill>
                <a:latin typeface="游ゴシック"/>
                <a:ea typeface="游ゴシック"/>
              </a:rPr>
              <a:t>赤枠がパターン②の開発範囲</a:t>
            </a:r>
            <a:endParaRPr lang="ja-JP" altLang="en-US" sz="1600" b="1">
              <a:solidFill>
                <a:srgbClr val="FF0000"/>
              </a:solidFill>
              <a:latin typeface="游ゴシック"/>
              <a:ea typeface="游ゴシック"/>
            </a:endParaRPr>
          </a:p>
        </p:txBody>
      </p:sp>
    </p:spTree>
    <p:extLst>
      <p:ext uri="{BB962C8B-B14F-4D97-AF65-F5344CB8AC3E}">
        <p14:creationId xmlns:p14="http://schemas.microsoft.com/office/powerpoint/2010/main" val="61289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2A48-A6B5-ED48-D874-75F806523A64}"/>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9028379-D6A8-7715-A483-040F5CED27ED}"/>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
        <p:nvSpPr>
          <p:cNvPr id="4" name="タイトル 3">
            <a:extLst>
              <a:ext uri="{FF2B5EF4-FFF2-40B4-BE49-F238E27FC236}">
                <a16:creationId xmlns:a16="http://schemas.microsoft.com/office/drawing/2014/main" id="{59785EBD-830E-28C9-46C9-46701BA1828E}"/>
              </a:ext>
            </a:extLst>
          </p:cNvPr>
          <p:cNvSpPr>
            <a:spLocks noGrp="1"/>
          </p:cNvSpPr>
          <p:nvPr>
            <p:ph type="title"/>
          </p:nvPr>
        </p:nvSpPr>
        <p:spPr/>
        <p:txBody>
          <a:bodyPr/>
          <a:lstStyle/>
          <a:p>
            <a:r>
              <a:rPr lang="ja-JP" altLang="en-US"/>
              <a:t>ウォーターフォール開発の進め方</a:t>
            </a:r>
            <a:endParaRPr kumimoji="1" lang="ja-JP" altLang="en-US"/>
          </a:p>
        </p:txBody>
      </p:sp>
    </p:spTree>
    <p:extLst>
      <p:ext uri="{BB962C8B-B14F-4D97-AF65-F5344CB8AC3E}">
        <p14:creationId xmlns:p14="http://schemas.microsoft.com/office/powerpoint/2010/main" val="3971372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F3D2-3DBF-5621-87E8-24927754D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C23065-9BB7-3350-BA5E-726A29FDBFDF}"/>
              </a:ext>
            </a:extLst>
          </p:cNvPr>
          <p:cNvSpPr>
            <a:spLocks noGrp="1"/>
          </p:cNvSpPr>
          <p:nvPr>
            <p:ph type="title"/>
          </p:nvPr>
        </p:nvSpPr>
        <p:spPr/>
        <p:txBody>
          <a:bodyPr/>
          <a:lstStyle/>
          <a:p>
            <a:r>
              <a:rPr lang="en-US" altLang="ja-JP"/>
              <a:t>3-1</a:t>
            </a:r>
            <a:r>
              <a:rPr lang="ja-JP" altLang="en-US"/>
              <a:t>．ウォーターフォール開発の作業概要</a:t>
            </a:r>
            <a:endParaRPr kumimoji="1" lang="ja-JP" altLang="en-US"/>
          </a:p>
        </p:txBody>
      </p:sp>
      <p:sp>
        <p:nvSpPr>
          <p:cNvPr id="5" name="フッター プレースホルダー 4">
            <a:extLst>
              <a:ext uri="{FF2B5EF4-FFF2-40B4-BE49-F238E27FC236}">
                <a16:creationId xmlns:a16="http://schemas.microsoft.com/office/drawing/2014/main" id="{8B9A1A40-00D9-6D1A-97B9-6990C6D8D1C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B8BB1181-8D6C-4D50-4C38-3B95B22AA763}"/>
              </a:ext>
            </a:extLst>
          </p:cNvPr>
          <p:cNvGraphicFramePr>
            <a:graphicFrameLocks/>
          </p:cNvGraphicFramePr>
          <p:nvPr>
            <p:extLst>
              <p:ext uri="{D42A27DB-BD31-4B8C-83A1-F6EECF244321}">
                <p14:modId xmlns:p14="http://schemas.microsoft.com/office/powerpoint/2010/main" val="4232838740"/>
              </p:ext>
            </p:extLst>
          </p:nvPr>
        </p:nvGraphicFramePr>
        <p:xfrm>
          <a:off x="576000" y="936000"/>
          <a:ext cx="11016000" cy="5275176"/>
        </p:xfrm>
        <a:graphic>
          <a:graphicData uri="http://schemas.openxmlformats.org/drawingml/2006/table">
            <a:tbl>
              <a:tblPr firstRow="1">
                <a:tableStyleId>{5C22544A-7EE6-4342-B048-85BDC9FD1C3A}</a:tableStyleId>
              </a:tblPr>
              <a:tblGrid>
                <a:gridCol w="2350462">
                  <a:extLst>
                    <a:ext uri="{9D8B030D-6E8A-4147-A177-3AD203B41FA5}">
                      <a16:colId xmlns:a16="http://schemas.microsoft.com/office/drawing/2014/main" val="20000"/>
                    </a:ext>
                  </a:extLst>
                </a:gridCol>
                <a:gridCol w="8665538">
                  <a:extLst>
                    <a:ext uri="{9D8B030D-6E8A-4147-A177-3AD203B41FA5}">
                      <a16:colId xmlns:a16="http://schemas.microsoft.com/office/drawing/2014/main" val="20001"/>
                    </a:ext>
                  </a:extLst>
                </a:gridCol>
              </a:tblGrid>
              <a:tr h="360000">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14397">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利害関係者とのヒアリング、要件の</a:t>
                      </a:r>
                      <a:r>
                        <a:rPr lang="ja-JP" altLang="en-US" sz="1600" dirty="0">
                          <a:latin typeface="+mn-ea"/>
                          <a:ea typeface="+mn-ea"/>
                        </a:rPr>
                        <a:t>再</a:t>
                      </a:r>
                      <a:r>
                        <a:rPr kumimoji="1" lang="ja-JP" altLang="en-US" sz="1600" dirty="0">
                          <a:latin typeface="+mn-ea"/>
                          <a:ea typeface="+mn-ea"/>
                        </a:rPr>
                        <a:t>確認、</a:t>
                      </a:r>
                      <a:r>
                        <a:rPr lang="ja-JP" altLang="en-US" sz="1600" dirty="0">
                          <a:latin typeface="+mn-ea"/>
                          <a:ea typeface="+mn-ea"/>
                        </a:rPr>
                        <a:t>未確定部分の</a:t>
                      </a:r>
                      <a:r>
                        <a:rPr kumimoji="1" lang="ja-JP" altLang="en-US" sz="1600" dirty="0">
                          <a:latin typeface="+mn-ea"/>
                          <a:ea typeface="+mn-ea"/>
                        </a:rPr>
                        <a:t>検討・決定を行います。</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要件定義書、業務フローの作成</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14397">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要件定義書の内容で基本設計書を作成します。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614397">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機能単位</a:t>
                      </a:r>
                      <a:r>
                        <a:rPr kumimoji="1" lang="en-US" altLang="ja-JP" sz="1600">
                          <a:latin typeface="+mn-ea"/>
                          <a:ea typeface="+mn-ea"/>
                        </a:rPr>
                        <a:t>(API)</a:t>
                      </a:r>
                      <a:r>
                        <a:rPr kumimoji="1" lang="ja-JP" altLang="en-US" sz="160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4397">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latinLnBrk="1"/>
                      <a:r>
                        <a:rPr kumimoji="1" lang="ja-JP" altLang="en-US" sz="1600">
                          <a:latin typeface="+mn-ea"/>
                          <a:ea typeface="+mn-ea"/>
                        </a:rPr>
                        <a:t>プログラミングを実施します。また、実装したプログラムが設計通りかを検証します。</a:t>
                      </a:r>
                      <a:endParaRPr lang="en-US" altLang="ja-JP" sz="1600">
                        <a:latin typeface="+mn-ea"/>
                        <a:ea typeface="+mn-ea"/>
                      </a:endParaRPr>
                    </a:p>
                    <a:p>
                      <a:pPr lvl="0" algn="l">
                        <a:buNone/>
                      </a:pPr>
                      <a:r>
                        <a:rPr lang="ja-JP" altLang="en-US" sz="1600">
                          <a:latin typeface="+mn-ea"/>
                          <a:ea typeface="+mn-ea"/>
                        </a:rPr>
                        <a:t>※</a:t>
                      </a:r>
                      <a:r>
                        <a:rPr kumimoji="1" lang="ja-JP" altLang="en-US" sz="1600">
                          <a:latin typeface="+mn-ea"/>
                          <a:ea typeface="+mn-ea"/>
                        </a:rPr>
                        <a:t>プログラム設計としてのドキュメント作成は実施しません。</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4397">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検証環境にて、結合テストを実施し、品質を検証します。</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4397">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614397">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9893235"/>
                  </a:ext>
                </a:extLst>
              </a:tr>
              <a:tr h="614397">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27847548"/>
                  </a:ext>
                </a:extLst>
              </a:tr>
            </a:tbl>
          </a:graphicData>
        </a:graphic>
      </p:graphicFrame>
      <p:sp>
        <p:nvSpPr>
          <p:cNvPr id="6" name="スライド番号プレースホルダー 3">
            <a:extLst>
              <a:ext uri="{FF2B5EF4-FFF2-40B4-BE49-F238E27FC236}">
                <a16:creationId xmlns:a16="http://schemas.microsoft.com/office/drawing/2014/main" id="{964A5454-BBA0-6E57-C3B3-63B794605CC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296853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6A8-7EF9-6E61-68E5-E3D8929F4F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F128C7-1744-1092-FCB7-340BFA8674B9}"/>
              </a:ext>
            </a:extLst>
          </p:cNvPr>
          <p:cNvSpPr>
            <a:spLocks noGrp="1"/>
          </p:cNvSpPr>
          <p:nvPr>
            <p:ph type="title"/>
          </p:nvPr>
        </p:nvSpPr>
        <p:spPr/>
        <p:txBody>
          <a:bodyPr/>
          <a:lstStyle/>
          <a:p>
            <a:r>
              <a:rPr lang="en-US" altLang="ja-JP"/>
              <a:t>3</a:t>
            </a:r>
            <a:r>
              <a:rPr kumimoji="1" lang="en-US" altLang="ja-JP"/>
              <a:t>-2</a:t>
            </a:r>
            <a:r>
              <a:rPr lang="ja-JP" altLang="en-US"/>
              <a:t>．</a:t>
            </a:r>
            <a:r>
              <a:rPr kumimoji="1" lang="ja-JP" altLang="en-US"/>
              <a:t>「出光開発標準」への理解</a:t>
            </a:r>
          </a:p>
        </p:txBody>
      </p:sp>
      <p:sp>
        <p:nvSpPr>
          <p:cNvPr id="4" name="フッター プレースホルダー 3">
            <a:extLst>
              <a:ext uri="{FF2B5EF4-FFF2-40B4-BE49-F238E27FC236}">
                <a16:creationId xmlns:a16="http://schemas.microsoft.com/office/drawing/2014/main" id="{598D718A-D137-0130-4161-0399D404064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925F3607-FB6A-73A3-0EA0-FD6DEE1853D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5" name="テキスト ボックス 4">
            <a:extLst>
              <a:ext uri="{FF2B5EF4-FFF2-40B4-BE49-F238E27FC236}">
                <a16:creationId xmlns:a16="http://schemas.microsoft.com/office/drawing/2014/main" id="{7D622E5B-89DC-35A1-58EE-F1C02E8F5E0F}"/>
              </a:ext>
            </a:extLst>
          </p:cNvPr>
          <p:cNvSpPr txBox="1"/>
          <p:nvPr/>
        </p:nvSpPr>
        <p:spPr>
          <a:xfrm>
            <a:off x="668867" y="837968"/>
            <a:ext cx="10948333" cy="830997"/>
          </a:xfrm>
          <a:prstGeom prst="rect">
            <a:avLst/>
          </a:prstGeom>
          <a:noFill/>
        </p:spPr>
        <p:txBody>
          <a:bodyPr wrap="square">
            <a:spAutoFit/>
          </a:bodyPr>
          <a:lstStyle/>
          <a:p>
            <a:r>
              <a:rPr lang="ja-JP" altLang="en-US" sz="1600">
                <a:latin typeface="+mn-ea"/>
              </a:rPr>
              <a:t>貴社業務に多数携わっておりますので、そこで培った貴社の「出光開発標準」に即した開発モデルにてシステムを構築いたします。</a:t>
            </a:r>
            <a:endParaRPr lang="en-US" altLang="ja-JP" sz="1600">
              <a:latin typeface="+mn-ea"/>
            </a:endParaRPr>
          </a:p>
          <a:p>
            <a:r>
              <a:rPr lang="ja-JP" altLang="en-US" sz="1600">
                <a:solidFill>
                  <a:srgbClr val="000000"/>
                </a:solidFill>
                <a:latin typeface="游ゴシック" panose="020B0400000000000000" pitchFamily="50" charset="-128"/>
                <a:ea typeface="游ゴシック" panose="020B0400000000000000" pitchFamily="50" charset="-128"/>
              </a:rPr>
              <a:t>貴社・弊社の両社において開発の最終目的とそこに至るまでの確認内容を明確にし、プロジェクトを進めます。</a:t>
            </a:r>
          </a:p>
        </p:txBody>
      </p:sp>
      <p:sp>
        <p:nvSpPr>
          <p:cNvPr id="7" name="角丸四角形 8">
            <a:extLst>
              <a:ext uri="{FF2B5EF4-FFF2-40B4-BE49-F238E27FC236}">
                <a16:creationId xmlns:a16="http://schemas.microsoft.com/office/drawing/2014/main" id="{05C33CA4-FA3D-49AB-D2AF-81E960F3C43C}"/>
              </a:ext>
            </a:extLst>
          </p:cNvPr>
          <p:cNvSpPr/>
          <p:nvPr/>
        </p:nvSpPr>
        <p:spPr>
          <a:xfrm>
            <a:off x="783798" y="1804266"/>
            <a:ext cx="2546156" cy="576000"/>
          </a:xfrm>
          <a:prstGeom prst="roundRect">
            <a:avLst>
              <a:gd name="adj" fmla="val 11024"/>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目的・成果物の明確化</a:t>
            </a:r>
            <a:endParaRPr kumimoji="1" lang="ja-JP" altLang="en-US" b="1">
              <a:latin typeface="游ゴシック" panose="020B0400000000000000" pitchFamily="50" charset="-128"/>
              <a:ea typeface="游ゴシック" panose="020B0400000000000000" pitchFamily="50" charset="-128"/>
            </a:endParaRPr>
          </a:p>
        </p:txBody>
      </p:sp>
      <p:sp>
        <p:nvSpPr>
          <p:cNvPr id="8" name="角丸四角形 9">
            <a:extLst>
              <a:ext uri="{FF2B5EF4-FFF2-40B4-BE49-F238E27FC236}">
                <a16:creationId xmlns:a16="http://schemas.microsoft.com/office/drawing/2014/main" id="{B6E7E130-71A4-243F-CDEF-4325FA41E596}"/>
              </a:ext>
            </a:extLst>
          </p:cNvPr>
          <p:cNvSpPr/>
          <p:nvPr/>
        </p:nvSpPr>
        <p:spPr>
          <a:xfrm>
            <a:off x="8861260" y="1804266"/>
            <a:ext cx="2546156" cy="576000"/>
          </a:xfrm>
          <a:prstGeom prst="roundRect">
            <a:avLst>
              <a:gd name="adj" fmla="val 11024"/>
            </a:avLst>
          </a:prstGeom>
          <a:solidFill>
            <a:schemeClr val="accent6"/>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工程完了基準の統一</a:t>
            </a:r>
            <a:endParaRPr kumimoji="1" lang="ja-JP" altLang="en-US" b="1">
              <a:latin typeface="游ゴシック" panose="020B0400000000000000" pitchFamily="50" charset="-128"/>
              <a:ea typeface="游ゴシック" panose="020B0400000000000000" pitchFamily="50" charset="-128"/>
            </a:endParaRPr>
          </a:p>
        </p:txBody>
      </p:sp>
      <p:sp>
        <p:nvSpPr>
          <p:cNvPr id="10" name="角丸四角形 10">
            <a:extLst>
              <a:ext uri="{FF2B5EF4-FFF2-40B4-BE49-F238E27FC236}">
                <a16:creationId xmlns:a16="http://schemas.microsoft.com/office/drawing/2014/main" id="{EBBC2442-6D5B-F5F8-64AB-6DA47E79FAC6}"/>
              </a:ext>
            </a:extLst>
          </p:cNvPr>
          <p:cNvSpPr/>
          <p:nvPr/>
        </p:nvSpPr>
        <p:spPr>
          <a:xfrm>
            <a:off x="3476286" y="1804266"/>
            <a:ext cx="2546156" cy="576000"/>
          </a:xfrm>
          <a:prstGeom prst="roundRect">
            <a:avLst>
              <a:gd name="adj" fmla="val 11024"/>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作業漏れの防止</a:t>
            </a:r>
            <a:endParaRPr kumimoji="1" lang="ja-JP" altLang="en-US" b="1">
              <a:latin typeface="游ゴシック" panose="020B0400000000000000" pitchFamily="50" charset="-128"/>
              <a:ea typeface="游ゴシック" panose="020B0400000000000000" pitchFamily="50" charset="-128"/>
            </a:endParaRPr>
          </a:p>
        </p:txBody>
      </p:sp>
      <p:sp>
        <p:nvSpPr>
          <p:cNvPr id="11" name="角丸四角形 11">
            <a:extLst>
              <a:ext uri="{FF2B5EF4-FFF2-40B4-BE49-F238E27FC236}">
                <a16:creationId xmlns:a16="http://schemas.microsoft.com/office/drawing/2014/main" id="{6FD8CDD2-5151-1FB9-CDF7-087128A69DAA}"/>
              </a:ext>
            </a:extLst>
          </p:cNvPr>
          <p:cNvSpPr/>
          <p:nvPr/>
        </p:nvSpPr>
        <p:spPr>
          <a:xfrm>
            <a:off x="6168773" y="1804266"/>
            <a:ext cx="2546156" cy="576000"/>
          </a:xfrm>
          <a:prstGeom prst="roundRect">
            <a:avLst>
              <a:gd name="adj" fmla="val 11024"/>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役割分担の明確化</a:t>
            </a:r>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a:extLst>
              <a:ext uri="{FF2B5EF4-FFF2-40B4-BE49-F238E27FC236}">
                <a16:creationId xmlns:a16="http://schemas.microsoft.com/office/drawing/2014/main" id="{C240ED77-6459-D900-BF57-375E2A970C26}"/>
              </a:ext>
            </a:extLst>
          </p:cNvPr>
          <p:cNvGrpSpPr/>
          <p:nvPr/>
        </p:nvGrpSpPr>
        <p:grpSpPr>
          <a:xfrm>
            <a:off x="783797" y="2488266"/>
            <a:ext cx="10623618" cy="2880000"/>
            <a:chOff x="215999" y="2700000"/>
            <a:chExt cx="8712000" cy="2880000"/>
          </a:xfrm>
        </p:grpSpPr>
        <p:sp>
          <p:nvSpPr>
            <p:cNvPr id="13" name="正方形/長方形 12">
              <a:extLst>
                <a:ext uri="{FF2B5EF4-FFF2-40B4-BE49-F238E27FC236}">
                  <a16:creationId xmlns:a16="http://schemas.microsoft.com/office/drawing/2014/main" id="{A38090F9-B794-F08D-DD1C-9AEABF463CCC}"/>
                </a:ext>
              </a:extLst>
            </p:cNvPr>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4F02B78F-8097-70F3-0B10-EDFC13A41B99}"/>
                </a:ext>
              </a:extLst>
            </p:cNvPr>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B293E6-7530-D44C-D647-7F54A009D68E}"/>
                </a:ext>
              </a:extLst>
            </p:cNvPr>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CFC5B8-F9DD-2AB3-8CF7-F1A6B975FFE6}"/>
                </a:ext>
              </a:extLst>
            </p:cNvPr>
            <p:cNvSpPr txBox="1"/>
            <p:nvPr/>
          </p:nvSpPr>
          <p:spPr>
            <a:xfrm>
              <a:off x="2520000" y="3600001"/>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基本設計</a:t>
              </a:r>
              <a:r>
                <a:rPr kumimoji="1" lang="en-US" altLang="ja-JP" sz="1600" b="1">
                  <a:latin typeface="游ゴシック" panose="020B0400000000000000" pitchFamily="50" charset="-128"/>
                  <a:ea typeface="游ゴシック" panose="020B0400000000000000" pitchFamily="50" charset="-128"/>
                </a:rPr>
                <a:t>(UI)</a:t>
              </a:r>
              <a:endParaRPr kumimoji="1" lang="ja-JP" altLang="en-US" sz="1600" b="1">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5665279F-BC32-73B3-D786-8AB08184B617}"/>
                </a:ext>
              </a:extLst>
            </p:cNvPr>
            <p:cNvSpPr txBox="1"/>
            <p:nvPr/>
          </p:nvSpPr>
          <p:spPr>
            <a:xfrm>
              <a:off x="3132000" y="4176000"/>
              <a:ext cx="1476000" cy="360000"/>
            </a:xfrm>
            <a:prstGeom prst="rect">
              <a:avLst/>
            </a:prstGeom>
            <a:noFill/>
          </p:spPr>
          <p:txBody>
            <a:bodyPr wrap="none" rtlCol="0" anchor="ctr">
              <a:noAutofit/>
            </a:bodyPr>
            <a:lstStyle/>
            <a:p>
              <a:pPr algn="r"/>
              <a:r>
                <a:rPr lang="ja-JP" altLang="en-US" sz="1600" b="1">
                  <a:latin typeface="游ゴシック" panose="020B0400000000000000" pitchFamily="50" charset="-128"/>
                  <a:ea typeface="游ゴシック" panose="020B0400000000000000" pitchFamily="50" charset="-128"/>
                </a:rPr>
                <a:t>詳細設計</a:t>
              </a:r>
              <a:r>
                <a:rPr lang="en-US" altLang="ja-JP" sz="1600" b="1">
                  <a:latin typeface="游ゴシック" panose="020B0400000000000000" pitchFamily="50" charset="-128"/>
                  <a:ea typeface="游ゴシック" panose="020B0400000000000000" pitchFamily="50" charset="-128"/>
                </a:rPr>
                <a:t>(SS)</a:t>
              </a:r>
              <a:endParaRPr kumimoji="1" lang="ja-JP" altLang="en-US" sz="1600" b="1">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F260C18-EE9A-6006-7168-45709BD3F45C}"/>
                </a:ext>
              </a:extLst>
            </p:cNvPr>
            <p:cNvSpPr txBox="1"/>
            <p:nvPr/>
          </p:nvSpPr>
          <p:spPr>
            <a:xfrm>
              <a:off x="6084000" y="4176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機能単体テスト</a:t>
              </a:r>
              <a:r>
                <a:rPr lang="en-US" altLang="ja-JP" sz="1600" b="1">
                  <a:latin typeface="游ゴシック" panose="020B0400000000000000" pitchFamily="50" charset="-128"/>
                  <a:ea typeface="游ゴシック" panose="020B0400000000000000" pitchFamily="50" charset="-128"/>
                </a:rPr>
                <a:t>(UT)</a:t>
              </a:r>
              <a:endParaRPr kumimoji="1" lang="ja-JP" altLang="en-US" sz="1600" b="1">
                <a:latin typeface="游ゴシック" panose="020B0400000000000000" pitchFamily="50" charset="-128"/>
                <a:ea typeface="游ゴシック" panose="020B0400000000000000" pitchFamily="50" charset="-128"/>
              </a:endParaRPr>
            </a:p>
          </p:txBody>
        </p:sp>
        <p:sp>
          <p:nvSpPr>
            <p:cNvPr id="21" name="テキスト ボックス 20">
              <a:extLst>
                <a:ext uri="{FF2B5EF4-FFF2-40B4-BE49-F238E27FC236}">
                  <a16:creationId xmlns:a16="http://schemas.microsoft.com/office/drawing/2014/main" id="{8E29B9AA-6CFE-FE95-FE4F-90A410AE76B5}"/>
                </a:ext>
              </a:extLst>
            </p:cNvPr>
            <p:cNvSpPr txBox="1"/>
            <p:nvPr/>
          </p:nvSpPr>
          <p:spPr>
            <a:xfrm>
              <a:off x="6660000" y="3600001"/>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結合テスト</a:t>
              </a:r>
              <a:r>
                <a:rPr lang="en-US" altLang="ja-JP" sz="1600" b="1">
                  <a:latin typeface="游ゴシック" panose="020B0400000000000000" pitchFamily="50" charset="-128"/>
                  <a:ea typeface="游ゴシック" panose="020B0400000000000000" pitchFamily="50" charset="-128"/>
                </a:rPr>
                <a:t>(IT)</a:t>
              </a:r>
              <a:endParaRPr kumimoji="1" lang="ja-JP" altLang="en-US" sz="1600" b="1">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9E1D059F-22ED-A36A-D522-F0E475D07E74}"/>
                </a:ext>
              </a:extLst>
            </p:cNvPr>
            <p:cNvSpPr txBox="1"/>
            <p:nvPr/>
          </p:nvSpPr>
          <p:spPr>
            <a:xfrm>
              <a:off x="432000" y="2808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EE10FC91-30B2-3664-DCA3-9A6BA8B1597F}"/>
                </a:ext>
              </a:extLst>
            </p:cNvPr>
            <p:cNvSpPr txBox="1"/>
            <p:nvPr/>
          </p:nvSpPr>
          <p:spPr>
            <a:xfrm>
              <a:off x="432000" y="3384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4" name="テキスト ボックス 23">
              <a:extLst>
                <a:ext uri="{FF2B5EF4-FFF2-40B4-BE49-F238E27FC236}">
                  <a16:creationId xmlns:a16="http://schemas.microsoft.com/office/drawing/2014/main" id="{23E6F165-F299-2430-C422-2E67CA8DDC54}"/>
                </a:ext>
              </a:extLst>
            </p:cNvPr>
            <p:cNvSpPr txBox="1"/>
            <p:nvPr/>
          </p:nvSpPr>
          <p:spPr>
            <a:xfrm>
              <a:off x="432000" y="3960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5" name="直線コネクタ 24">
              <a:extLst>
                <a:ext uri="{FF2B5EF4-FFF2-40B4-BE49-F238E27FC236}">
                  <a16:creationId xmlns:a16="http://schemas.microsoft.com/office/drawing/2014/main" id="{97E73E66-5AFB-EB3B-C440-EBDB153C5749}"/>
                </a:ext>
              </a:extLst>
            </p:cNvPr>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3323EC1-1236-0B70-4394-4F58079C7CEE}"/>
                </a:ext>
              </a:extLst>
            </p:cNvPr>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FC0F5F-9AF3-F1DF-E9D7-3DF622EB8C64}"/>
                </a:ext>
              </a:extLst>
            </p:cNvPr>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1C3F7B8-4DBE-CA8C-E47A-C639497DF160}"/>
                </a:ext>
              </a:extLst>
            </p:cNvPr>
            <p:cNvSpPr txBox="1"/>
            <p:nvPr/>
          </p:nvSpPr>
          <p:spPr>
            <a:xfrm>
              <a:off x="1944000" y="3024000"/>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要件定義</a:t>
              </a:r>
              <a:r>
                <a:rPr kumimoji="1" lang="en-US" altLang="ja-JP" sz="1600" b="1">
                  <a:latin typeface="游ゴシック" panose="020B0400000000000000" pitchFamily="50" charset="-128"/>
                  <a:ea typeface="游ゴシック" panose="020B0400000000000000" pitchFamily="50" charset="-128"/>
                </a:rPr>
                <a:t>(SA)</a:t>
              </a:r>
              <a:endParaRPr kumimoji="1" lang="ja-JP" altLang="en-US" sz="1600" b="1">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6730BDBD-A325-2889-D819-54E047AF54C3}"/>
                </a:ext>
              </a:extLst>
            </p:cNvPr>
            <p:cNvSpPr txBox="1"/>
            <p:nvPr/>
          </p:nvSpPr>
          <p:spPr>
            <a:xfrm>
              <a:off x="7236000" y="3024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システムテスト</a:t>
              </a:r>
              <a:r>
                <a:rPr lang="en-US" altLang="ja-JP" sz="1600" b="1">
                  <a:latin typeface="游ゴシック" panose="020B0400000000000000" pitchFamily="50" charset="-128"/>
                  <a:ea typeface="游ゴシック" panose="020B0400000000000000" pitchFamily="50" charset="-128"/>
                </a:rPr>
                <a:t>(ST)</a:t>
              </a:r>
              <a:endParaRPr kumimoji="1" lang="ja-JP" altLang="en-US" sz="1600" b="1">
                <a:latin typeface="游ゴシック" panose="020B0400000000000000" pitchFamily="50" charset="-128"/>
                <a:ea typeface="游ゴシック" panose="020B0400000000000000" pitchFamily="50" charset="-128"/>
              </a:endParaRPr>
            </a:p>
          </p:txBody>
        </p:sp>
        <p:sp>
          <p:nvSpPr>
            <p:cNvPr id="30" name="テキスト ボックス 29">
              <a:extLst>
                <a:ext uri="{FF2B5EF4-FFF2-40B4-BE49-F238E27FC236}">
                  <a16:creationId xmlns:a16="http://schemas.microsoft.com/office/drawing/2014/main" id="{FE2A819E-CDB8-9994-AD30-D2590880F60B}"/>
                </a:ext>
              </a:extLst>
            </p:cNvPr>
            <p:cNvSpPr txBox="1"/>
            <p:nvPr/>
          </p:nvSpPr>
          <p:spPr>
            <a:xfrm>
              <a:off x="4736873" y="4927524"/>
              <a:ext cx="1476000" cy="360000"/>
            </a:xfrm>
            <a:prstGeom prst="rect">
              <a:avLst/>
            </a:prstGeom>
            <a:noFill/>
          </p:spPr>
          <p:txBody>
            <a:bodyPr wrap="none" rtlCol="0" anchor="ctr">
              <a:noAutofit/>
            </a:bodyPr>
            <a:lstStyle/>
            <a:p>
              <a:pPr algn="ctr"/>
              <a:r>
                <a:rPr lang="ja-JP" altLang="en-US" sz="1600" b="1">
                  <a:latin typeface="游ゴシック" panose="020B0400000000000000" pitchFamily="50" charset="-128"/>
                  <a:ea typeface="游ゴシック" panose="020B0400000000000000" pitchFamily="50" charset="-128"/>
                </a:rPr>
                <a:t>製造</a:t>
              </a:r>
              <a:r>
                <a:rPr lang="en-US" altLang="ja-JP" sz="1600" b="1">
                  <a:latin typeface="游ゴシック" panose="020B0400000000000000" pitchFamily="50" charset="-128"/>
                  <a:ea typeface="游ゴシック" panose="020B0400000000000000" pitchFamily="50" charset="-128"/>
                </a:rPr>
                <a:t>(PG)</a:t>
              </a:r>
              <a:r>
                <a:rPr lang="ja-JP" altLang="en-US" sz="1600" b="1">
                  <a:latin typeface="游ゴシック" panose="020B0400000000000000" pitchFamily="50" charset="-128"/>
                  <a:ea typeface="游ゴシック" panose="020B0400000000000000" pitchFamily="50" charset="-128"/>
                </a:rPr>
                <a:t>＋ユニットテスト</a:t>
              </a:r>
              <a:endParaRPr kumimoji="1" lang="ja-JP" altLang="en-US" sz="1600" b="1">
                <a:latin typeface="游ゴシック" panose="020B0400000000000000" pitchFamily="50" charset="-128"/>
                <a:ea typeface="游ゴシック" panose="020B0400000000000000" pitchFamily="50" charset="-128"/>
              </a:endParaRPr>
            </a:p>
          </p:txBody>
        </p:sp>
        <p:cxnSp>
          <p:nvCxnSpPr>
            <p:cNvPr id="31" name="直線矢印コネクタ 30">
              <a:extLst>
                <a:ext uri="{FF2B5EF4-FFF2-40B4-BE49-F238E27FC236}">
                  <a16:creationId xmlns:a16="http://schemas.microsoft.com/office/drawing/2014/main" id="{253E9C6E-9A64-F46F-AD5E-8325997CA7D6}"/>
                </a:ext>
              </a:extLst>
            </p:cNvPr>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5BACB8C-B877-E120-D2EA-89C4113511C8}"/>
                </a:ext>
              </a:extLst>
            </p:cNvPr>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9FCDF1C-DB3E-45CC-FDA9-6C5B2F4624F2}"/>
                </a:ext>
              </a:extLst>
            </p:cNvPr>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B5D4E2E5-87B3-28D6-EFD4-18A2ED3501EE}"/>
                </a:ext>
              </a:extLst>
            </p:cNvPr>
            <p:cNvSpPr txBox="1"/>
            <p:nvPr/>
          </p:nvSpPr>
          <p:spPr>
            <a:xfrm>
              <a:off x="4333694" y="2880000"/>
              <a:ext cx="2002335" cy="324000"/>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35" name="テキスト ボックス 34">
              <a:extLst>
                <a:ext uri="{FF2B5EF4-FFF2-40B4-BE49-F238E27FC236}">
                  <a16:creationId xmlns:a16="http://schemas.microsoft.com/office/drawing/2014/main" id="{448A885B-2DE7-A7E8-1DD2-CD2DBDCEF47F}"/>
                </a:ext>
              </a:extLst>
            </p:cNvPr>
            <p:cNvSpPr txBox="1"/>
            <p:nvPr/>
          </p:nvSpPr>
          <p:spPr>
            <a:xfrm>
              <a:off x="4583430" y="3456000"/>
              <a:ext cx="1497544" cy="338554"/>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36" name="テキスト ボックス 35">
              <a:extLst>
                <a:ext uri="{FF2B5EF4-FFF2-40B4-BE49-F238E27FC236}">
                  <a16:creationId xmlns:a16="http://schemas.microsoft.com/office/drawing/2014/main" id="{92495317-29FB-7E18-4892-9D9E7774F614}"/>
                </a:ext>
              </a:extLst>
            </p:cNvPr>
            <p:cNvSpPr txBox="1"/>
            <p:nvPr/>
          </p:nvSpPr>
          <p:spPr>
            <a:xfrm>
              <a:off x="4578113" y="4032000"/>
              <a:ext cx="1497544" cy="338554"/>
            </a:xfrm>
            <a:prstGeom prst="rect">
              <a:avLst/>
            </a:prstGeom>
            <a:noFill/>
          </p:spPr>
          <p:txBody>
            <a:bodyPr wrap="none" rtlCol="0">
              <a:spAutoFit/>
            </a:bodyPr>
            <a:lstStyle/>
            <a:p>
              <a:pPr algn="ctr"/>
              <a:r>
                <a:rPr lang="ja-JP" altLang="en-US" sz="160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7" name="テキスト ボックス 36">
              <a:extLst>
                <a:ext uri="{FF2B5EF4-FFF2-40B4-BE49-F238E27FC236}">
                  <a16:creationId xmlns:a16="http://schemas.microsoft.com/office/drawing/2014/main" id="{0B4AAB43-D868-021E-AAE5-26ADABC1024E}"/>
                </a:ext>
              </a:extLst>
            </p:cNvPr>
            <p:cNvSpPr txBox="1"/>
            <p:nvPr/>
          </p:nvSpPr>
          <p:spPr>
            <a:xfrm>
              <a:off x="431999" y="4536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10398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CADD-9E6F-BA28-32DB-A30C2A93859E}"/>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E1705095-67A6-7C9E-47DF-5363A8C3E9F4}"/>
              </a:ext>
            </a:extLst>
          </p:cNvPr>
          <p:cNvSpPr txBox="1"/>
          <p:nvPr/>
        </p:nvSpPr>
        <p:spPr>
          <a:xfrm>
            <a:off x="576000" y="936000"/>
            <a:ext cx="11041200" cy="691128"/>
          </a:xfrm>
          <a:prstGeom prst="rect">
            <a:avLst/>
          </a:prstGeom>
          <a:noFill/>
        </p:spPr>
        <p:txBody>
          <a:bodyPr wrap="square" lIns="108000" tIns="72000" rIns="108000" bIns="72000" rtlCol="0" anchor="t">
            <a:noAutofit/>
          </a:bodyPr>
          <a:lstStyle/>
          <a:p>
            <a:r>
              <a:rPr kumimoji="1" lang="ja-JP" altLang="en-US" sz="1600">
                <a:latin typeface="+mn-ea"/>
              </a:rPr>
              <a:t>以下の品質指標に則り、品質の評価および分析を実施します。</a:t>
            </a:r>
            <a:endParaRPr kumimoji="1" lang="en-US" altLang="ja-JP" sz="1600">
              <a:latin typeface="+mn-ea"/>
            </a:endParaRPr>
          </a:p>
          <a:p>
            <a:r>
              <a:rPr kumimoji="1" lang="en-US" altLang="ja-JP" sz="1600">
                <a:latin typeface="+mn-ea"/>
              </a:rPr>
              <a:t>※IPA</a:t>
            </a:r>
            <a:r>
              <a:rPr kumimoji="1" lang="ja-JP" altLang="en-US" sz="1600">
                <a:latin typeface="+mn-ea"/>
              </a:rPr>
              <a:t>発行の「ソフトウェア開発分析データ集</a:t>
            </a:r>
            <a:r>
              <a:rPr kumimoji="1" lang="en-US" altLang="ja-JP" sz="1600">
                <a:latin typeface="+mn-ea"/>
              </a:rPr>
              <a:t>2022</a:t>
            </a:r>
            <a:r>
              <a:rPr kumimoji="1" lang="ja-JP" altLang="en-US" sz="1600">
                <a:latin typeface="+mn-ea"/>
              </a:rPr>
              <a:t>」による各統計値を参考といたします。</a:t>
            </a:r>
          </a:p>
        </p:txBody>
      </p:sp>
      <p:sp>
        <p:nvSpPr>
          <p:cNvPr id="2" name="タイトル 1">
            <a:extLst>
              <a:ext uri="{FF2B5EF4-FFF2-40B4-BE49-F238E27FC236}">
                <a16:creationId xmlns:a16="http://schemas.microsoft.com/office/drawing/2014/main" id="{FA3EA09D-8B92-4168-E6F2-666F5B640DCA}"/>
              </a:ext>
            </a:extLst>
          </p:cNvPr>
          <p:cNvSpPr>
            <a:spLocks noGrp="1"/>
          </p:cNvSpPr>
          <p:nvPr>
            <p:ph type="title"/>
          </p:nvPr>
        </p:nvSpPr>
        <p:spPr/>
        <p:txBody>
          <a:bodyPr/>
          <a:lstStyle/>
          <a:p>
            <a:r>
              <a:rPr kumimoji="1" lang="en-US" altLang="ja-JP"/>
              <a:t>3-3</a:t>
            </a:r>
            <a:r>
              <a:rPr kumimoji="1" lang="ja-JP" altLang="en-US"/>
              <a:t>．品質目標</a:t>
            </a:r>
          </a:p>
        </p:txBody>
      </p:sp>
      <p:sp>
        <p:nvSpPr>
          <p:cNvPr id="4" name="フッター プレースホルダー 3">
            <a:extLst>
              <a:ext uri="{FF2B5EF4-FFF2-40B4-BE49-F238E27FC236}">
                <a16:creationId xmlns:a16="http://schemas.microsoft.com/office/drawing/2014/main" id="{1E663E79-10A5-1BFD-902A-71393A245494}"/>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734652FB-A35D-4816-4891-09C5A8648B61}"/>
              </a:ext>
            </a:extLst>
          </p:cNvPr>
          <p:cNvGraphicFramePr>
            <a:graphicFrameLocks/>
          </p:cNvGraphicFramePr>
          <p:nvPr/>
        </p:nvGraphicFramePr>
        <p:xfrm>
          <a:off x="575400" y="1627128"/>
          <a:ext cx="11041199" cy="4135046"/>
        </p:xfrm>
        <a:graphic>
          <a:graphicData uri="http://schemas.openxmlformats.org/drawingml/2006/table">
            <a:tbl>
              <a:tblPr firstRow="1" bandRow="1">
                <a:tableStyleId>{3B4B98B0-60AC-42C2-AFA5-B58CD77FA1E5}</a:tableStyleId>
              </a:tblPr>
              <a:tblGrid>
                <a:gridCol w="700540">
                  <a:extLst>
                    <a:ext uri="{9D8B030D-6E8A-4147-A177-3AD203B41FA5}">
                      <a16:colId xmlns:a16="http://schemas.microsoft.com/office/drawing/2014/main" val="20000"/>
                    </a:ext>
                  </a:extLst>
                </a:gridCol>
                <a:gridCol w="1648329">
                  <a:extLst>
                    <a:ext uri="{9D8B030D-6E8A-4147-A177-3AD203B41FA5}">
                      <a16:colId xmlns:a16="http://schemas.microsoft.com/office/drawing/2014/main" val="20003"/>
                    </a:ext>
                  </a:extLst>
                </a:gridCol>
                <a:gridCol w="2553078">
                  <a:extLst>
                    <a:ext uri="{9D8B030D-6E8A-4147-A177-3AD203B41FA5}">
                      <a16:colId xmlns:a16="http://schemas.microsoft.com/office/drawing/2014/main" val="2022646445"/>
                    </a:ext>
                  </a:extLst>
                </a:gridCol>
                <a:gridCol w="2534970">
                  <a:extLst>
                    <a:ext uri="{9D8B030D-6E8A-4147-A177-3AD203B41FA5}">
                      <a16:colId xmlns:a16="http://schemas.microsoft.com/office/drawing/2014/main" val="1186915876"/>
                    </a:ext>
                  </a:extLst>
                </a:gridCol>
                <a:gridCol w="3604282">
                  <a:extLst>
                    <a:ext uri="{9D8B030D-6E8A-4147-A177-3AD203B41FA5}">
                      <a16:colId xmlns:a16="http://schemas.microsoft.com/office/drawing/2014/main" val="20001"/>
                    </a:ext>
                  </a:extLst>
                </a:gridCol>
              </a:tblGrid>
              <a:tr h="32889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a:solidFill>
                            <a:schemeClr val="bg1"/>
                          </a:solidFill>
                          <a:latin typeface="+mn-ea"/>
                          <a:ea typeface="+mn-ea"/>
                          <a:cs typeface="+mn-cs"/>
                        </a:rPr>
                        <a:t>工程</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測定値</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単位・測定方法</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目標値</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1</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基本設計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0.139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0.982</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51281576"/>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2</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詳細設計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0.119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0.713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2571163849"/>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3</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単体テスト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レビュー実施率</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a:t>
                      </a:r>
                      <a:r>
                        <a:rPr kumimoji="0" lang="ja-JP" altLang="en-US" sz="1600" u="none" strike="noStrike" kern="1200" cap="none" normalizeH="0" baseline="0">
                          <a:ln>
                            <a:noFill/>
                          </a:ln>
                          <a:solidFill>
                            <a:schemeClr val="tx1"/>
                          </a:solidFill>
                          <a:effectLst/>
                          <a:latin typeface="+mn-ea"/>
                          <a:ea typeface="+mn-ea"/>
                          <a:cs typeface="Meiryo UI" pitchFamily="50" charset="-128"/>
                        </a:rPr>
                        <a:t>タスク数</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4</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17.84</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79.84</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598672516"/>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5</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0.650</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2.613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929609212"/>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6</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4.69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21.57</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089545675"/>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7</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0.092</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0.829</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72493567"/>
                  </a:ext>
                </a:extLst>
              </a:tr>
            </a:tbl>
          </a:graphicData>
        </a:graphic>
      </p:graphicFrame>
      <p:sp>
        <p:nvSpPr>
          <p:cNvPr id="3" name="スライド番号プレースホルダー 3">
            <a:extLst>
              <a:ext uri="{FF2B5EF4-FFF2-40B4-BE49-F238E27FC236}">
                <a16:creationId xmlns:a16="http://schemas.microsoft.com/office/drawing/2014/main" id="{A049C7E2-21BF-C27F-EAB5-CE13DDC31FB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053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F458-96C4-914B-3AD2-76D72D8AD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63786-D3E4-8CEC-D8C5-B8127CDA6ABA}"/>
              </a:ext>
            </a:extLst>
          </p:cNvPr>
          <p:cNvSpPr>
            <a:spLocks noGrp="1"/>
          </p:cNvSpPr>
          <p:nvPr>
            <p:ph type="title"/>
          </p:nvPr>
        </p:nvSpPr>
        <p:spPr/>
        <p:txBody>
          <a:bodyPr/>
          <a:lstStyle/>
          <a:p>
            <a:r>
              <a:rPr kumimoji="1" lang="en-US" altLang="ja-JP"/>
              <a:t>3-4</a:t>
            </a:r>
            <a:r>
              <a:rPr kumimoji="1" lang="ja-JP" altLang="en-US"/>
              <a:t>．品質管理①（レビュー）</a:t>
            </a:r>
          </a:p>
        </p:txBody>
      </p:sp>
      <p:sp>
        <p:nvSpPr>
          <p:cNvPr id="4" name="フッター プレースホルダー 3">
            <a:extLst>
              <a:ext uri="{FF2B5EF4-FFF2-40B4-BE49-F238E27FC236}">
                <a16:creationId xmlns:a16="http://schemas.microsoft.com/office/drawing/2014/main" id="{8D4A32C6-27F4-6279-203F-A17B44BAC783}"/>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6D81EDC2-FBAA-C609-8C43-E5AC84EB0E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
        <p:nvSpPr>
          <p:cNvPr id="7" name="テキスト ボックス 6">
            <a:extLst>
              <a:ext uri="{FF2B5EF4-FFF2-40B4-BE49-F238E27FC236}">
                <a16:creationId xmlns:a16="http://schemas.microsoft.com/office/drawing/2014/main" id="{9C6AFBDE-553B-580B-9865-4CFDB141B871}"/>
              </a:ext>
            </a:extLst>
          </p:cNvPr>
          <p:cNvSpPr txBox="1"/>
          <p:nvPr/>
        </p:nvSpPr>
        <p:spPr>
          <a:xfrm>
            <a:off x="1162800" y="1190797"/>
            <a:ext cx="10332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n-ea"/>
              </a:rPr>
              <a:t>弊社内局面レビューによる承認</a:t>
            </a:r>
          </a:p>
        </p:txBody>
      </p:sp>
      <p:sp>
        <p:nvSpPr>
          <p:cNvPr id="8" name="テキスト ボックス 7">
            <a:extLst>
              <a:ext uri="{FF2B5EF4-FFF2-40B4-BE49-F238E27FC236}">
                <a16:creationId xmlns:a16="http://schemas.microsoft.com/office/drawing/2014/main" id="{DF368951-E6BC-0D61-A592-9C22E9BFC1E0}"/>
              </a:ext>
            </a:extLst>
          </p:cNvPr>
          <p:cNvSpPr txBox="1"/>
          <p:nvPr/>
        </p:nvSpPr>
        <p:spPr>
          <a:xfrm>
            <a:off x="1162800" y="3198407"/>
            <a:ext cx="10332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n-ea"/>
              </a:rPr>
              <a:t>貴社レビューの定期的な実施</a:t>
            </a:r>
            <a:endParaRPr kumimoji="1" lang="ja-JP" altLang="en-US" b="1">
              <a:solidFill>
                <a:schemeClr val="tx1">
                  <a:lumMod val="75000"/>
                  <a:lumOff val="25000"/>
                </a:schemeClr>
              </a:solidFill>
              <a:latin typeface="+mn-ea"/>
            </a:endParaRPr>
          </a:p>
        </p:txBody>
      </p:sp>
      <p:sp>
        <p:nvSpPr>
          <p:cNvPr id="10" name="テキスト ボックス 9">
            <a:extLst>
              <a:ext uri="{FF2B5EF4-FFF2-40B4-BE49-F238E27FC236}">
                <a16:creationId xmlns:a16="http://schemas.microsoft.com/office/drawing/2014/main" id="{C5B716BB-1D91-3DEC-2B78-CB118A7BAC35}"/>
              </a:ext>
            </a:extLst>
          </p:cNvPr>
          <p:cNvSpPr txBox="1"/>
          <p:nvPr/>
        </p:nvSpPr>
        <p:spPr>
          <a:xfrm>
            <a:off x="694800" y="3702406"/>
            <a:ext cx="10800000" cy="1052389"/>
          </a:xfrm>
          <a:prstGeom prst="rect">
            <a:avLst/>
          </a:prstGeom>
          <a:noFill/>
        </p:spPr>
        <p:txBody>
          <a:bodyPr wrap="square" lIns="108000" tIns="45720" rIns="108000" bIns="45720" rtlCol="0" anchor="t">
            <a:noAutofit/>
          </a:bodyPr>
          <a:lstStyle/>
          <a:p>
            <a:r>
              <a:rPr lang="ja-JP" altLang="en-US" sz="1600" b="1">
                <a:solidFill>
                  <a:srgbClr val="0000FF"/>
                </a:solidFill>
                <a:latin typeface="游ゴシック"/>
                <a:ea typeface="游ゴシック"/>
              </a:rPr>
              <a:t>仕様認識の齟齬、手戻りを防止</a:t>
            </a:r>
            <a:r>
              <a:rPr lang="ja-JP" altLang="en-US" sz="1600">
                <a:latin typeface="游ゴシック"/>
                <a:ea typeface="游ゴシック"/>
              </a:rPr>
              <a:t>を目的として、各工程の終了時には、必ず貴社のレビューを定期的に実施いただき、両社間の認識合わせをさせていただいた上で作業を進めることといたします。特に上流工程（要件定義および設計）でのレビューにより検出した問題は、テスト工程以降で発覚する場合と比べ、対応工数が大きく削減されると考えますため、密にレビューの実施をさせていただければと考えております。</a:t>
            </a:r>
            <a:endParaRPr lang="en-US" altLang="ja-JP" sz="1600">
              <a:latin typeface="游ゴシック"/>
              <a:ea typeface="游ゴシック"/>
            </a:endParaRPr>
          </a:p>
        </p:txBody>
      </p:sp>
      <p:sp>
        <p:nvSpPr>
          <p:cNvPr id="11" name="楕円 10">
            <a:extLst>
              <a:ext uri="{FF2B5EF4-FFF2-40B4-BE49-F238E27FC236}">
                <a16:creationId xmlns:a16="http://schemas.microsoft.com/office/drawing/2014/main" id="{8DBE8A56-A456-943E-4CF6-25CAF35ED5BA}"/>
              </a:ext>
            </a:extLst>
          </p:cNvPr>
          <p:cNvSpPr>
            <a:spLocks/>
          </p:cNvSpPr>
          <p:nvPr/>
        </p:nvSpPr>
        <p:spPr>
          <a:xfrm>
            <a:off x="696000" y="1154797"/>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2" name="楕円 11">
            <a:extLst>
              <a:ext uri="{FF2B5EF4-FFF2-40B4-BE49-F238E27FC236}">
                <a16:creationId xmlns:a16="http://schemas.microsoft.com/office/drawing/2014/main" id="{5770467B-651C-7178-14C6-C9E865A4E927}"/>
              </a:ext>
            </a:extLst>
          </p:cNvPr>
          <p:cNvSpPr>
            <a:spLocks/>
          </p:cNvSpPr>
          <p:nvPr/>
        </p:nvSpPr>
        <p:spPr>
          <a:xfrm>
            <a:off x="696000" y="3162407"/>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
        <p:nvSpPr>
          <p:cNvPr id="13" name="テキスト ボックス 29">
            <a:extLst>
              <a:ext uri="{FF2B5EF4-FFF2-40B4-BE49-F238E27FC236}">
                <a16:creationId xmlns:a16="http://schemas.microsoft.com/office/drawing/2014/main" id="{DF54245D-293A-BD90-B1E8-9AA2FE49F19B}"/>
              </a:ext>
            </a:extLst>
          </p:cNvPr>
          <p:cNvSpPr txBox="1"/>
          <p:nvPr/>
        </p:nvSpPr>
        <p:spPr>
          <a:xfrm>
            <a:off x="672000" y="1689204"/>
            <a:ext cx="10800000" cy="792000"/>
          </a:xfrm>
          <a:prstGeom prst="rect">
            <a:avLst/>
          </a:prstGeom>
          <a:noFill/>
        </p:spPr>
        <p:txBody>
          <a:bodyPr wrap="square" lIns="108000" rIns="10800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altLang="en-US" sz="1600">
                <a:latin typeface="+mn-ea"/>
              </a:rPr>
              <a:t>弊社品質向上委員会で定めている「品質保証基本方針」に従い、弊社内での局面レビューを実施することで、</a:t>
            </a:r>
            <a:r>
              <a:rPr lang="ja-JP" altLang="en-US" sz="1600" b="1">
                <a:solidFill>
                  <a:srgbClr val="0000FF"/>
                </a:solidFill>
              </a:rPr>
              <a:t>システムエグゼとして品質の担保</a:t>
            </a:r>
            <a:r>
              <a:rPr lang="ja-JP" altLang="en-US" sz="1600"/>
              <a:t>を図ります。</a:t>
            </a:r>
            <a:r>
              <a:rPr lang="ja-JP" altLang="en-US" sz="1600">
                <a:latin typeface="+mn-ea"/>
              </a:rPr>
              <a:t>また、規定されたプロセスに則り、プロジェクトを進めることにより、</a:t>
            </a:r>
            <a:r>
              <a:rPr lang="en-US" altLang="zh-TW" sz="1600">
                <a:latin typeface="游ゴシック" panose="020B0400000000000000" pitchFamily="50" charset="-128"/>
                <a:ea typeface="游ゴシック" panose="020B0400000000000000" pitchFamily="50" charset="-128"/>
              </a:rPr>
              <a:t>P</a:t>
            </a:r>
            <a:r>
              <a:rPr lang="zh-TW" altLang="en-US" sz="1600">
                <a:latin typeface="游ゴシック" panose="020B0400000000000000" pitchFamily="50" charset="-128"/>
                <a:ea typeface="游ゴシック" panose="020B0400000000000000" pitchFamily="50" charset="-128"/>
              </a:rPr>
              <a:t>（計画）</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D</a:t>
            </a:r>
            <a:r>
              <a:rPr lang="zh-TW" altLang="en-US" sz="1600">
                <a:latin typeface="游ゴシック" panose="020B0400000000000000" pitchFamily="50" charset="-128"/>
                <a:ea typeface="游ゴシック" panose="020B0400000000000000" pitchFamily="50" charset="-128"/>
              </a:rPr>
              <a:t>（実行）</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C</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検証</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A</a:t>
            </a:r>
            <a:r>
              <a:rPr lang="zh-TW" altLang="en-US" sz="1600">
                <a:latin typeface="游ゴシック" panose="020B0400000000000000" pitchFamily="50" charset="-128"/>
                <a:ea typeface="游ゴシック" panose="020B0400000000000000" pitchFamily="50" charset="-128"/>
              </a:rPr>
              <a:t>（改善）</a:t>
            </a:r>
            <a:r>
              <a:rPr lang="ja-JP" altLang="en-US" sz="1600">
                <a:latin typeface="+mn-ea"/>
                <a:ea typeface="游ゴシック" panose="020B0400000000000000" pitchFamily="50" charset="-128"/>
              </a:rPr>
              <a:t>を</a:t>
            </a:r>
            <a:r>
              <a:rPr lang="ja-JP" altLang="en-US" sz="1600">
                <a:latin typeface="+mn-ea"/>
              </a:rPr>
              <a:t>徹底し、</a:t>
            </a:r>
            <a:r>
              <a:rPr lang="ja-JP" altLang="en-US" sz="1600" b="1">
                <a:solidFill>
                  <a:srgbClr val="0000FF"/>
                </a:solidFill>
                <a:latin typeface="+mn-ea"/>
              </a:rPr>
              <a:t>継続的な品質強化活動</a:t>
            </a:r>
            <a:r>
              <a:rPr lang="ja-JP" altLang="en-US" sz="1600">
                <a:latin typeface="+mn-ea"/>
              </a:rPr>
              <a:t>につなげてまいります。</a:t>
            </a:r>
          </a:p>
        </p:txBody>
      </p:sp>
    </p:spTree>
    <p:extLst>
      <p:ext uri="{BB962C8B-B14F-4D97-AF65-F5344CB8AC3E}">
        <p14:creationId xmlns:p14="http://schemas.microsoft.com/office/powerpoint/2010/main" val="574986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ECC7-446B-9AE7-17C0-64E88854BE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9830A-A6DA-E061-238F-A58898C4E264}"/>
              </a:ext>
            </a:extLst>
          </p:cNvPr>
          <p:cNvSpPr>
            <a:spLocks noGrp="1"/>
          </p:cNvSpPr>
          <p:nvPr>
            <p:ph type="title"/>
          </p:nvPr>
        </p:nvSpPr>
        <p:spPr/>
        <p:txBody>
          <a:bodyPr/>
          <a:lstStyle/>
          <a:p>
            <a:r>
              <a:rPr lang="en-US" altLang="ja-JP"/>
              <a:t>3</a:t>
            </a:r>
            <a:r>
              <a:rPr kumimoji="1" lang="en-US" altLang="ja-JP"/>
              <a:t>-5</a:t>
            </a:r>
            <a:r>
              <a:rPr kumimoji="1" lang="ja-JP" altLang="en-US"/>
              <a:t>．品質管理②（製造・テスト）</a:t>
            </a:r>
          </a:p>
        </p:txBody>
      </p:sp>
      <p:sp>
        <p:nvSpPr>
          <p:cNvPr id="4" name="フッター プレースホルダー 3">
            <a:extLst>
              <a:ext uri="{FF2B5EF4-FFF2-40B4-BE49-F238E27FC236}">
                <a16:creationId xmlns:a16="http://schemas.microsoft.com/office/drawing/2014/main" id="{45DB197C-E308-E2A0-CEC9-DF317715F5DA}"/>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AB39FD5-9344-79B0-E3BE-7B234A2A46E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7" name="テキスト ボックス 6">
            <a:extLst>
              <a:ext uri="{FF2B5EF4-FFF2-40B4-BE49-F238E27FC236}">
                <a16:creationId xmlns:a16="http://schemas.microsoft.com/office/drawing/2014/main" id="{30EA0A18-243F-E3F5-972F-48C6EF6D2965}"/>
              </a:ext>
            </a:extLst>
          </p:cNvPr>
          <p:cNvSpPr txBox="1"/>
          <p:nvPr/>
        </p:nvSpPr>
        <p:spPr>
          <a:xfrm>
            <a:off x="694800" y="1027302"/>
            <a:ext cx="10250840" cy="5298085"/>
          </a:xfrm>
          <a:prstGeom prst="rect">
            <a:avLst/>
          </a:prstGeom>
          <a:noFill/>
        </p:spPr>
        <p:txBody>
          <a:bodyPr wrap="square" lIns="108000" rIns="108000" rtlCol="0" anchor="t">
            <a:noAutofit/>
          </a:bodyPr>
          <a:lstStyle/>
          <a:p>
            <a:pPr marL="0" lvl="2">
              <a:tabLst>
                <a:tab pos="990600" algn="l"/>
              </a:tabLst>
            </a:pPr>
            <a:r>
              <a:rPr lang="ja-JP" altLang="en-US" b="1">
                <a:latin typeface="+mn-ea"/>
              </a:rPr>
              <a:t>　　製造の品質管理</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基本設計と並行して</a:t>
            </a:r>
            <a:r>
              <a:rPr lang="ja-JP" altLang="en-US" sz="1600" b="1">
                <a:solidFill>
                  <a:srgbClr val="0000FF"/>
                </a:solidFill>
                <a:latin typeface="+mn-ea"/>
              </a:rPr>
              <a:t>標準化分析</a:t>
            </a:r>
            <a:r>
              <a:rPr lang="ja-JP" altLang="en-US" sz="1600">
                <a:latin typeface="+mn-ea"/>
              </a:rPr>
              <a:t>を実施し、共通機能の設計・製造・テストを業務機能に先行して行います。 </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共通機能は</a:t>
            </a:r>
            <a:r>
              <a:rPr lang="ja-JP" altLang="en-US" sz="1600" b="1">
                <a:solidFill>
                  <a:srgbClr val="0000FF"/>
                </a:solidFill>
                <a:latin typeface="+mn-ea"/>
              </a:rPr>
              <a:t>フレームワーク</a:t>
            </a:r>
            <a:r>
              <a:rPr lang="ja-JP" altLang="en-US" sz="1600">
                <a:latin typeface="+mn-ea"/>
              </a:rPr>
              <a:t>や</a:t>
            </a:r>
            <a:r>
              <a:rPr lang="ja-JP" altLang="en-US" sz="1600" b="1">
                <a:solidFill>
                  <a:srgbClr val="0000FF"/>
                </a:solidFill>
                <a:latin typeface="+mn-ea"/>
              </a:rPr>
              <a:t>共通部品</a:t>
            </a:r>
            <a:r>
              <a:rPr lang="ja-JP" altLang="en-US" sz="1600">
                <a:latin typeface="+mn-ea"/>
              </a:rPr>
              <a:t>、</a:t>
            </a:r>
            <a:r>
              <a:rPr lang="ja-JP" altLang="en-US" sz="1600" b="1">
                <a:solidFill>
                  <a:srgbClr val="0000FF"/>
                </a:solidFill>
                <a:latin typeface="+mn-ea"/>
              </a:rPr>
              <a:t>共通サービス</a:t>
            </a:r>
            <a:r>
              <a:rPr lang="ja-JP" altLang="en-US" sz="1600">
                <a:latin typeface="+mn-ea"/>
              </a:rPr>
              <a:t>として提供することで、コーディング・テスト量を軽減し、一定の品質を担保します。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開発標準</a:t>
            </a:r>
            <a:r>
              <a:rPr lang="ja-JP" altLang="en-US" sz="1600">
                <a:latin typeface="+mn-ea"/>
              </a:rPr>
              <a:t>（実装規約、フレームワーク／共通部品を前提とした製造手順の定義など）を策定し、開発前に</a:t>
            </a:r>
            <a:br>
              <a:rPr lang="en-US" altLang="ja-JP" sz="1600">
                <a:latin typeface="+mn-ea"/>
              </a:rPr>
            </a:br>
            <a:r>
              <a:rPr lang="ja-JP" altLang="en-US" sz="1600">
                <a:latin typeface="+mn-ea"/>
              </a:rPr>
              <a:t> メンバーへの教育を実施します。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コーディング規約</a:t>
            </a:r>
            <a:r>
              <a:rPr lang="ja-JP" altLang="en-US" sz="1600">
                <a:latin typeface="+mn-ea"/>
              </a:rPr>
              <a:t>の定義と、</a:t>
            </a:r>
            <a:r>
              <a:rPr lang="ja-JP" altLang="en-US" sz="1600" b="1">
                <a:solidFill>
                  <a:srgbClr val="0000FF"/>
                </a:solidFill>
                <a:latin typeface="+mn-ea"/>
              </a:rPr>
              <a:t>サンプル提供</a:t>
            </a:r>
            <a:r>
              <a:rPr lang="ja-JP" altLang="en-US" sz="1600">
                <a:latin typeface="+mn-ea"/>
              </a:rPr>
              <a:t>により、品質のばらつきやシステム内の不統一を抑制します。</a:t>
            </a:r>
            <a:endParaRPr lang="en-US" altLang="ja-JP" sz="1600">
              <a:latin typeface="+mn-ea"/>
            </a:endParaRPr>
          </a:p>
          <a:p>
            <a:pPr marL="0" lvl="2">
              <a:spcBef>
                <a:spcPts val="1200"/>
              </a:spcBef>
              <a:tabLst>
                <a:tab pos="990600" algn="l"/>
              </a:tabLst>
            </a:pPr>
            <a:endParaRPr lang="en-US" altLang="ja-JP" sz="1600">
              <a:latin typeface="+mn-ea"/>
            </a:endParaRPr>
          </a:p>
          <a:p>
            <a:pPr marL="0" lvl="2">
              <a:spcBef>
                <a:spcPts val="1200"/>
              </a:spcBef>
              <a:tabLst>
                <a:tab pos="990600" algn="l"/>
              </a:tabLst>
            </a:pPr>
            <a:r>
              <a:rPr lang="ja-JP" altLang="en-US" sz="1600" b="1">
                <a:latin typeface="+mn-ea"/>
              </a:rPr>
              <a:t>　　</a:t>
            </a:r>
            <a:r>
              <a:rPr lang="ja-JP" altLang="en-US" b="1">
                <a:latin typeface="+mn-ea"/>
              </a:rPr>
              <a:t>テストの品質管理</a:t>
            </a:r>
            <a:endParaRPr lang="en-US" altLang="ja-JP" b="1">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基本設計工程にて、</a:t>
            </a:r>
            <a:r>
              <a:rPr lang="ja-JP" altLang="en-US" sz="1600" b="1">
                <a:solidFill>
                  <a:srgbClr val="0000FF"/>
                </a:solidFill>
                <a:latin typeface="+mn-ea"/>
              </a:rPr>
              <a:t>全体テスト計画</a:t>
            </a:r>
            <a:r>
              <a:rPr lang="ja-JP" altLang="en-US" sz="1600">
                <a:latin typeface="+mn-ea"/>
              </a:rPr>
              <a:t>を策定し、各テスト工程の方針・目的、範囲、環境等を決定します。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全体テスト計画を元に、各テスト工程ごとに</a:t>
            </a:r>
            <a:r>
              <a:rPr lang="ja-JP" altLang="en-US" sz="1600" b="1">
                <a:solidFill>
                  <a:srgbClr val="0000FF"/>
                </a:solidFill>
                <a:latin typeface="+mn-ea"/>
              </a:rPr>
              <a:t>詳細テスト計画</a:t>
            </a:r>
            <a:r>
              <a:rPr lang="ja-JP" altLang="en-US" sz="1600">
                <a:latin typeface="+mn-ea"/>
              </a:rPr>
              <a:t>を策定します。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テスト計画には主に下記を定義し、</a:t>
            </a:r>
            <a:r>
              <a:rPr lang="ja-JP" altLang="en-US" sz="1600" b="1">
                <a:solidFill>
                  <a:srgbClr val="0000FF"/>
                </a:solidFill>
                <a:latin typeface="+mn-ea"/>
              </a:rPr>
              <a:t>品質基準</a:t>
            </a:r>
            <a:r>
              <a:rPr lang="ja-JP" altLang="en-US" sz="1600">
                <a:latin typeface="+mn-ea"/>
              </a:rPr>
              <a:t>（テスト網羅度・不具合検出度</a:t>
            </a:r>
            <a:r>
              <a:rPr lang="en-US" altLang="ja-JP" sz="1600">
                <a:latin typeface="+mn-ea"/>
              </a:rPr>
              <a:t>/</a:t>
            </a:r>
            <a:r>
              <a:rPr lang="ja-JP" altLang="en-US" sz="1600">
                <a:latin typeface="+mn-ea"/>
              </a:rPr>
              <a:t>収束曲線）を満たすことで</a:t>
            </a:r>
            <a:br>
              <a:rPr lang="ja-JP" altLang="en-US" sz="1600">
                <a:latin typeface="+mn-ea"/>
              </a:rPr>
            </a:br>
            <a:r>
              <a:rPr lang="ja-JP" altLang="en-US" sz="1600">
                <a:latin typeface="+mn-ea"/>
              </a:rPr>
              <a:t>品質を保証します。</a:t>
            </a:r>
            <a:br>
              <a:rPr lang="en-US" altLang="ja-JP" sz="1600">
                <a:latin typeface="+mn-ea"/>
              </a:rPr>
            </a:br>
            <a:r>
              <a:rPr lang="ja-JP" altLang="en-US" sz="1600">
                <a:latin typeface="+mn-ea"/>
              </a:rPr>
              <a:t>テストケース・テストデータ作成基準、エビデンス取得基準、テスト着手・終了条件、テスト実施フロー、</a:t>
            </a:r>
            <a:br>
              <a:rPr lang="en-US" altLang="ja-JP" sz="1600">
                <a:latin typeface="+mn-ea"/>
              </a:rPr>
            </a:br>
            <a:r>
              <a:rPr lang="ja-JP" altLang="en-US" sz="1600">
                <a:latin typeface="+mn-ea"/>
              </a:rPr>
              <a:t>不具合発生の品質基準値、障害分析と対応方法</a:t>
            </a:r>
          </a:p>
        </p:txBody>
      </p:sp>
      <p:sp>
        <p:nvSpPr>
          <p:cNvPr id="8" name="楕円 7">
            <a:extLst>
              <a:ext uri="{FF2B5EF4-FFF2-40B4-BE49-F238E27FC236}">
                <a16:creationId xmlns:a16="http://schemas.microsoft.com/office/drawing/2014/main" id="{1545CD3B-B9B6-C339-4C31-1FC736A7F128}"/>
              </a:ext>
            </a:extLst>
          </p:cNvPr>
          <p:cNvSpPr>
            <a:spLocks/>
          </p:cNvSpPr>
          <p:nvPr/>
        </p:nvSpPr>
        <p:spPr>
          <a:xfrm>
            <a:off x="720000" y="970771"/>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0" name="楕円 9">
            <a:extLst>
              <a:ext uri="{FF2B5EF4-FFF2-40B4-BE49-F238E27FC236}">
                <a16:creationId xmlns:a16="http://schemas.microsoft.com/office/drawing/2014/main" id="{3C9612AC-DC82-A974-5708-864C6715D5BC}"/>
              </a:ext>
            </a:extLst>
          </p:cNvPr>
          <p:cNvSpPr>
            <a:spLocks/>
          </p:cNvSpPr>
          <p:nvPr/>
        </p:nvSpPr>
        <p:spPr>
          <a:xfrm>
            <a:off x="694800" y="3874496"/>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Tree>
    <p:extLst>
      <p:ext uri="{BB962C8B-B14F-4D97-AF65-F5344CB8AC3E}">
        <p14:creationId xmlns:p14="http://schemas.microsoft.com/office/powerpoint/2010/main" val="364906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2252-3147-38F1-9A05-B8EEA1684F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7E1B7E-442E-6CAB-D18D-A13BD7AF3944}"/>
              </a:ext>
            </a:extLst>
          </p:cNvPr>
          <p:cNvSpPr>
            <a:spLocks noGrp="1"/>
          </p:cNvSpPr>
          <p:nvPr>
            <p:ph type="title"/>
          </p:nvPr>
        </p:nvSpPr>
        <p:spPr/>
        <p:txBody>
          <a:bodyPr/>
          <a:lstStyle/>
          <a:p>
            <a:r>
              <a:rPr lang="en-US" altLang="ja-JP">
                <a:latin typeface="游明朝"/>
                <a:ea typeface="游明朝"/>
              </a:rPr>
              <a:t>3-6</a:t>
            </a:r>
            <a:r>
              <a:rPr kumimoji="1" lang="ja-JP" altLang="en-US">
                <a:latin typeface="游明朝"/>
                <a:ea typeface="游明朝"/>
              </a:rPr>
              <a:t>．スケジュール</a:t>
            </a:r>
            <a:r>
              <a:rPr lang="ja-JP" altLang="en-US">
                <a:latin typeface="游明朝"/>
                <a:ea typeface="游明朝"/>
              </a:rPr>
              <a:t>案(パターン①)</a:t>
            </a:r>
            <a:endParaRPr kumimoji="1" lang="ja-JP" altLang="en-US"/>
          </a:p>
        </p:txBody>
      </p:sp>
      <p:sp>
        <p:nvSpPr>
          <p:cNvPr id="4" name="フッター プレースホルダー 3">
            <a:extLst>
              <a:ext uri="{FF2B5EF4-FFF2-40B4-BE49-F238E27FC236}">
                <a16:creationId xmlns:a16="http://schemas.microsoft.com/office/drawing/2014/main" id="{3C9ECFEC-CFC9-54B1-36B1-15994A9B84CA}"/>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B14F378B-A52C-775F-611F-885B1AE3CA13}"/>
              </a:ext>
            </a:extLst>
          </p:cNvPr>
          <p:cNvGraphicFramePr>
            <a:graphicFrameLocks noGrp="1"/>
          </p:cNvGraphicFramePr>
          <p:nvPr>
            <p:extLst>
              <p:ext uri="{D42A27DB-BD31-4B8C-83A1-F6EECF244321}">
                <p14:modId xmlns:p14="http://schemas.microsoft.com/office/powerpoint/2010/main" val="452108637"/>
              </p:ext>
            </p:extLst>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2026 - 2027</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9</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10</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12</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8E65E388-5065-E3BB-9589-025A6E8606C5}"/>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836CB94B-D248-FFE9-DA39-638F8966292D}"/>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F7D41A81-7C12-593E-A6C0-6C3295F6AB67}"/>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EC221F3C-3E5D-116E-B476-895060B88E19}"/>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B837D06-9977-50E0-1BCF-197C465FE2C6}"/>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7AF8AA22-62A8-5BC0-7304-792C9E62C8EE}"/>
              </a:ext>
            </a:extLst>
          </p:cNvPr>
          <p:cNvGraphicFramePr>
            <a:graphicFrameLocks noGrp="1"/>
          </p:cNvGraphicFramePr>
          <p:nvPr>
            <p:extLst>
              <p:ext uri="{D42A27DB-BD31-4B8C-83A1-F6EECF244321}">
                <p14:modId xmlns:p14="http://schemas.microsoft.com/office/powerpoint/2010/main" val="2645623494"/>
              </p:ext>
            </p:extLst>
          </p:nvPr>
        </p:nvGraphicFramePr>
        <p:xfrm>
          <a:off x="1639999" y="4041514"/>
          <a:ext cx="922629" cy="720000"/>
        </p:xfrm>
        <a:graphic>
          <a:graphicData uri="http://schemas.openxmlformats.org/drawingml/2006/table">
            <a:tbl>
              <a:tblPr firstRow="1" bandRow="1">
                <a:tableStyleId>{2D5ABB26-0587-4C30-8999-92F81FD0307C}</a:tableStyleId>
              </a:tblPr>
              <a:tblGrid>
                <a:gridCol w="922629">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3C83730-6F30-0CB3-4CF4-5B3B710D3F9F}"/>
              </a:ext>
            </a:extLst>
          </p:cNvPr>
          <p:cNvGraphicFramePr>
            <a:graphicFrameLocks noGrp="1"/>
          </p:cNvGraphicFramePr>
          <p:nvPr>
            <p:extLst>
              <p:ext uri="{D42A27DB-BD31-4B8C-83A1-F6EECF244321}">
                <p14:modId xmlns:p14="http://schemas.microsoft.com/office/powerpoint/2010/main" val="1299694709"/>
              </p:ext>
            </p:extLst>
          </p:nvPr>
        </p:nvGraphicFramePr>
        <p:xfrm>
          <a:off x="7218573" y="4041514"/>
          <a:ext cx="1862018" cy="720000"/>
        </p:xfrm>
        <a:graphic>
          <a:graphicData uri="http://schemas.openxmlformats.org/drawingml/2006/table">
            <a:tbl>
              <a:tblPr firstRow="1" bandRow="1">
                <a:tableStyleId>{2D5ABB26-0587-4C30-8999-92F81FD0307C}</a:tableStyleId>
              </a:tblPr>
              <a:tblGrid>
                <a:gridCol w="1862018">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66FB581D-A020-121C-E14C-151419D3B847}"/>
              </a:ext>
            </a:extLst>
          </p:cNvPr>
          <p:cNvGraphicFramePr>
            <a:graphicFrameLocks noGrp="1"/>
          </p:cNvGraphicFramePr>
          <p:nvPr>
            <p:extLst>
              <p:ext uri="{D42A27DB-BD31-4B8C-83A1-F6EECF244321}">
                <p14:modId xmlns:p14="http://schemas.microsoft.com/office/powerpoint/2010/main" val="1845532373"/>
              </p:ext>
            </p:extLst>
          </p:nvPr>
        </p:nvGraphicFramePr>
        <p:xfrm>
          <a:off x="9092744" y="4041514"/>
          <a:ext cx="919353" cy="720000"/>
        </p:xfrm>
        <a:graphic>
          <a:graphicData uri="http://schemas.openxmlformats.org/drawingml/2006/table">
            <a:tbl>
              <a:tblPr firstRow="1" bandRow="1">
                <a:tableStyleId>{2D5ABB26-0587-4C30-8999-92F81FD0307C}</a:tableStyleId>
              </a:tblPr>
              <a:tblGrid>
                <a:gridCol w="919353">
                  <a:extLst>
                    <a:ext uri="{9D8B030D-6E8A-4147-A177-3AD203B41FA5}">
                      <a16:colId xmlns:a16="http://schemas.microsoft.com/office/drawing/2014/main" val="2823374101"/>
                    </a:ext>
                  </a:extLst>
                </a:gridCol>
              </a:tblGrid>
              <a:tr h="720000">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AF327CBF-7E71-02A6-9C69-F61CFDB509AD}"/>
              </a:ext>
            </a:extLst>
          </p:cNvPr>
          <p:cNvGraphicFramePr>
            <a:graphicFrameLocks noGrp="1"/>
          </p:cNvGraphicFramePr>
          <p:nvPr>
            <p:extLst>
              <p:ext uri="{D42A27DB-BD31-4B8C-83A1-F6EECF244321}">
                <p14:modId xmlns:p14="http://schemas.microsoft.com/office/powerpoint/2010/main" val="1244598819"/>
              </p:ext>
            </p:extLst>
          </p:nvPr>
        </p:nvGraphicFramePr>
        <p:xfrm>
          <a:off x="3520042" y="4041514"/>
          <a:ext cx="1845975" cy="720000"/>
        </p:xfrm>
        <a:graphic>
          <a:graphicData uri="http://schemas.openxmlformats.org/drawingml/2006/table">
            <a:tbl>
              <a:tblPr firstRow="1" bandRow="1">
                <a:tableStyleId>{2D5ABB26-0587-4C30-8999-92F81FD0307C}</a:tableStyleId>
              </a:tblPr>
              <a:tblGrid>
                <a:gridCol w="1845975">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621B3B10-61C2-FB19-0917-8877017BD5A4}"/>
              </a:ext>
            </a:extLst>
          </p:cNvPr>
          <p:cNvGraphicFramePr>
            <a:graphicFrameLocks noGrp="1"/>
          </p:cNvGraphicFramePr>
          <p:nvPr>
            <p:extLst>
              <p:ext uri="{D42A27DB-BD31-4B8C-83A1-F6EECF244321}">
                <p14:modId xmlns:p14="http://schemas.microsoft.com/office/powerpoint/2010/main" val="1181615864"/>
              </p:ext>
            </p:extLst>
          </p:nvPr>
        </p:nvGraphicFramePr>
        <p:xfrm>
          <a:off x="5357306" y="4041514"/>
          <a:ext cx="1861266" cy="720000"/>
        </p:xfrm>
        <a:graphic>
          <a:graphicData uri="http://schemas.openxmlformats.org/drawingml/2006/table">
            <a:tbl>
              <a:tblPr firstRow="1" bandRow="1">
                <a:tableStyleId>{2D5ABB26-0587-4C30-8999-92F81FD0307C}</a:tableStyleId>
              </a:tblPr>
              <a:tblGrid>
                <a:gridCol w="1861266">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52B240DB-23BA-B13D-1DA5-136CD1029935}"/>
              </a:ext>
            </a:extLst>
          </p:cNvPr>
          <p:cNvGraphicFramePr>
            <a:graphicFrameLocks noGrp="1"/>
          </p:cNvGraphicFramePr>
          <p:nvPr>
            <p:extLst>
              <p:ext uri="{D42A27DB-BD31-4B8C-83A1-F6EECF244321}">
                <p14:modId xmlns:p14="http://schemas.microsoft.com/office/powerpoint/2010/main" val="3642395467"/>
              </p:ext>
            </p:extLst>
          </p:nvPr>
        </p:nvGraphicFramePr>
        <p:xfrm>
          <a:off x="10022513" y="4041514"/>
          <a:ext cx="903986" cy="720000"/>
        </p:xfrm>
        <a:graphic>
          <a:graphicData uri="http://schemas.openxmlformats.org/drawingml/2006/table">
            <a:tbl>
              <a:tblPr firstRow="1" bandRow="1">
                <a:tableStyleId>{2D5ABB26-0587-4C30-8999-92F81FD0307C}</a:tableStyleId>
              </a:tblPr>
              <a:tblGrid>
                <a:gridCol w="90398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ユーザテスト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88790659-60CD-1D45-77AD-1BF5904152F4}"/>
              </a:ext>
            </a:extLst>
          </p:cNvPr>
          <p:cNvGraphicFramePr>
            <a:graphicFrameLocks noGrp="1"/>
          </p:cNvGraphicFramePr>
          <p:nvPr>
            <p:extLst>
              <p:ext uri="{D42A27DB-BD31-4B8C-83A1-F6EECF244321}">
                <p14:modId xmlns:p14="http://schemas.microsoft.com/office/powerpoint/2010/main" val="3059348750"/>
              </p:ext>
            </p:extLst>
          </p:nvPr>
        </p:nvGraphicFramePr>
        <p:xfrm>
          <a:off x="10936915" y="4041514"/>
          <a:ext cx="912276" cy="720000"/>
        </p:xfrm>
        <a:graphic>
          <a:graphicData uri="http://schemas.openxmlformats.org/drawingml/2006/table">
            <a:tbl>
              <a:tblPr firstRow="1" bandRow="1">
                <a:tableStyleId>{2D5ABB26-0587-4C30-8999-92F81FD0307C}</a:tableStyleId>
              </a:tblPr>
              <a:tblGrid>
                <a:gridCol w="91227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11F4983-F3D5-4556-A4AF-EA3BE406526C}"/>
              </a:ext>
            </a:extLst>
          </p:cNvPr>
          <p:cNvSpPr txBox="1"/>
          <p:nvPr/>
        </p:nvSpPr>
        <p:spPr>
          <a:xfrm>
            <a:off x="1685970" y="1770150"/>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ED9CDD7-0BA5-2290-1644-9BBE810C9F4A}"/>
              </a:ext>
            </a:extLst>
          </p:cNvPr>
          <p:cNvSpPr txBox="1"/>
          <p:nvPr/>
        </p:nvSpPr>
        <p:spPr>
          <a:xfrm>
            <a:off x="2909963" y="1792046"/>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1691A272-19A3-12A8-007D-6AA22F01FFBE}"/>
              </a:ext>
            </a:extLst>
          </p:cNvPr>
          <p:cNvCxnSpPr>
            <a:cxnSpLocks/>
          </p:cNvCxnSpPr>
          <p:nvPr/>
        </p:nvCxnSpPr>
        <p:spPr>
          <a:xfrm>
            <a:off x="1673571" y="2112438"/>
            <a:ext cx="1832314"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F6EBA984-C4FD-94E2-79CA-1A6F09B3CF8A}"/>
              </a:ext>
            </a:extLst>
          </p:cNvPr>
          <p:cNvCxnSpPr>
            <a:cxnSpLocks/>
          </p:cNvCxnSpPr>
          <p:nvPr/>
        </p:nvCxnSpPr>
        <p:spPr>
          <a:xfrm>
            <a:off x="3520042" y="2110638"/>
            <a:ext cx="5469810" cy="90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43F69AF3-CF73-67CA-4FA9-10549A173981}"/>
              </a:ext>
            </a:extLst>
          </p:cNvPr>
          <p:cNvSpPr txBox="1"/>
          <p:nvPr/>
        </p:nvSpPr>
        <p:spPr>
          <a:xfrm>
            <a:off x="8818778" y="1776167"/>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8BF0F46D-DF06-6999-760D-F6379FCEBB23}"/>
              </a:ext>
            </a:extLst>
          </p:cNvPr>
          <p:cNvCxnSpPr>
            <a:cxnSpLocks/>
          </p:cNvCxnSpPr>
          <p:nvPr/>
        </p:nvCxnSpPr>
        <p:spPr>
          <a:xfrm>
            <a:off x="9092744" y="2111538"/>
            <a:ext cx="1833755"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E1F063FA-9EC8-AE1A-DA2F-3BB408AAB63D}"/>
              </a:ext>
            </a:extLst>
          </p:cNvPr>
          <p:cNvSpPr/>
          <p:nvPr/>
        </p:nvSpPr>
        <p:spPr>
          <a:xfrm>
            <a:off x="3506774" y="3471586"/>
            <a:ext cx="6515738"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58371B8D-CFAD-6690-606F-D841F50F8550}"/>
              </a:ext>
            </a:extLst>
          </p:cNvPr>
          <p:cNvSpPr/>
          <p:nvPr/>
        </p:nvSpPr>
        <p:spPr>
          <a:xfrm>
            <a:off x="10004016" y="3467887"/>
            <a:ext cx="96304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フェーズ</a:t>
            </a:r>
          </a:p>
        </p:txBody>
      </p:sp>
      <p:sp>
        <p:nvSpPr>
          <p:cNvPr id="20" name="矢印: 五方向 19">
            <a:extLst>
              <a:ext uri="{FF2B5EF4-FFF2-40B4-BE49-F238E27FC236}">
                <a16:creationId xmlns:a16="http://schemas.microsoft.com/office/drawing/2014/main" id="{7A15B279-76BE-3040-3B8C-99E828848335}"/>
              </a:ext>
            </a:extLst>
          </p:cNvPr>
          <p:cNvSpPr/>
          <p:nvPr/>
        </p:nvSpPr>
        <p:spPr>
          <a:xfrm>
            <a:off x="10953026" y="3479348"/>
            <a:ext cx="92493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保守</a:t>
            </a:r>
          </a:p>
        </p:txBody>
      </p:sp>
      <p:graphicFrame>
        <p:nvGraphicFramePr>
          <p:cNvPr id="3" name="表 2">
            <a:extLst>
              <a:ext uri="{FF2B5EF4-FFF2-40B4-BE49-F238E27FC236}">
                <a16:creationId xmlns:a16="http://schemas.microsoft.com/office/drawing/2014/main" id="{76D85EE3-7263-DE9E-D82C-A232FA34F91F}"/>
              </a:ext>
            </a:extLst>
          </p:cNvPr>
          <p:cNvGraphicFramePr>
            <a:graphicFrameLocks noGrp="1"/>
          </p:cNvGraphicFramePr>
          <p:nvPr>
            <p:extLst>
              <p:ext uri="{D42A27DB-BD31-4B8C-83A1-F6EECF244321}">
                <p14:modId xmlns:p14="http://schemas.microsoft.com/office/powerpoint/2010/main" val="1082558498"/>
              </p:ext>
            </p:extLst>
          </p:nvPr>
        </p:nvGraphicFramePr>
        <p:xfrm>
          <a:off x="2574486" y="4041514"/>
          <a:ext cx="935396" cy="720000"/>
        </p:xfrm>
        <a:graphic>
          <a:graphicData uri="http://schemas.openxmlformats.org/drawingml/2006/table">
            <a:tbl>
              <a:tblPr firstRow="1" bandRow="1">
                <a:tableStyleId>{2D5ABB26-0587-4C30-8999-92F81FD0307C}</a:tableStyleId>
              </a:tblPr>
              <a:tblGrid>
                <a:gridCol w="93539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22" name="スライド番号プレースホルダー 3">
            <a:extLst>
              <a:ext uri="{FF2B5EF4-FFF2-40B4-BE49-F238E27FC236}">
                <a16:creationId xmlns:a16="http://schemas.microsoft.com/office/drawing/2014/main" id="{681CD31E-52BB-61B7-EC7B-30E0B773CC5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5" name="矢印: 五方向 4">
            <a:extLst>
              <a:ext uri="{FF2B5EF4-FFF2-40B4-BE49-F238E27FC236}">
                <a16:creationId xmlns:a16="http://schemas.microsoft.com/office/drawing/2014/main" id="{DB2A7DDC-0D88-21DD-FDCA-6A560DBD0CE9}"/>
              </a:ext>
            </a:extLst>
          </p:cNvPr>
          <p:cNvSpPr/>
          <p:nvPr/>
        </p:nvSpPr>
        <p:spPr>
          <a:xfrm>
            <a:off x="1650639" y="3447093"/>
            <a:ext cx="1869883" cy="586948"/>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5BB93F0C-6FA6-32A9-D039-6698C158A6D0}"/>
              </a:ext>
            </a:extLst>
          </p:cNvPr>
          <p:cNvSpPr txBox="1"/>
          <p:nvPr/>
        </p:nvSpPr>
        <p:spPr>
          <a:xfrm>
            <a:off x="10463251" y="1644751"/>
            <a:ext cx="2166802" cy="503590"/>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契約④</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a:t>
            </a:r>
            <a:endPar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endParaRPr>
          </a:p>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a:t>
            </a:r>
          </a:p>
        </p:txBody>
      </p:sp>
      <p:cxnSp>
        <p:nvCxnSpPr>
          <p:cNvPr id="30" name="直線矢印コネクタ 29">
            <a:extLst>
              <a:ext uri="{FF2B5EF4-FFF2-40B4-BE49-F238E27FC236}">
                <a16:creationId xmlns:a16="http://schemas.microsoft.com/office/drawing/2014/main" id="{5564499D-A006-507D-21E8-38827C47D49F}"/>
              </a:ext>
            </a:extLst>
          </p:cNvPr>
          <p:cNvCxnSpPr>
            <a:cxnSpLocks/>
          </p:cNvCxnSpPr>
          <p:nvPr/>
        </p:nvCxnSpPr>
        <p:spPr>
          <a:xfrm>
            <a:off x="11023947" y="2110638"/>
            <a:ext cx="839858" cy="90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A1C86E13-9BE5-8865-80C2-EB4CF8CB7BAA}"/>
              </a:ext>
            </a:extLst>
          </p:cNvPr>
          <p:cNvSpPr txBox="1"/>
          <p:nvPr/>
        </p:nvSpPr>
        <p:spPr>
          <a:xfrm>
            <a:off x="1553656" y="2311104"/>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54171B8D-725E-7BB0-C608-5CD4D46954EE}"/>
              </a:ext>
            </a:extLst>
          </p:cNvPr>
          <p:cNvSpPr txBox="1"/>
          <p:nvPr/>
        </p:nvSpPr>
        <p:spPr>
          <a:xfrm>
            <a:off x="1382586" y="2923827"/>
            <a:ext cx="2997937"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▲要件定義・基本設計フェーズ契約締結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3628CBA1-D05A-0C59-B4A4-D314472F72B5}"/>
              </a:ext>
            </a:extLst>
          </p:cNvPr>
          <p:cNvSpPr txBox="1"/>
          <p:nvPr/>
        </p:nvSpPr>
        <p:spPr>
          <a:xfrm>
            <a:off x="2411269" y="2495565"/>
            <a:ext cx="997389"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★要件確定</a:t>
            </a:r>
            <a:endParaRPr kumimoji="1" lang="en-US" altLang="ja-JP" sz="110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42FFFA64-904E-308B-45F4-606665532D24}"/>
              </a:ext>
            </a:extLst>
          </p:cNvPr>
          <p:cNvSpPr txBox="1"/>
          <p:nvPr/>
        </p:nvSpPr>
        <p:spPr>
          <a:xfrm>
            <a:off x="3311183" y="2713250"/>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419C4E09-BB0F-08DF-4E77-832099B1ED49}"/>
              </a:ext>
            </a:extLst>
          </p:cNvPr>
          <p:cNvSpPr txBox="1"/>
          <p:nvPr/>
        </p:nvSpPr>
        <p:spPr>
          <a:xfrm>
            <a:off x="10800945" y="3120918"/>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75BCFBBE-C2C9-67F5-0F62-877DDFD8002D}"/>
              </a:ext>
            </a:extLst>
          </p:cNvPr>
          <p:cNvSpPr txBox="1"/>
          <p:nvPr/>
        </p:nvSpPr>
        <p:spPr>
          <a:xfrm>
            <a:off x="8284450" y="3013285"/>
            <a:ext cx="192071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8705FCA5-110A-54D3-C0D2-D1F8C13E0F86}"/>
              </a:ext>
            </a:extLst>
          </p:cNvPr>
          <p:cNvSpPr txBox="1"/>
          <p:nvPr/>
        </p:nvSpPr>
        <p:spPr>
          <a:xfrm>
            <a:off x="10542735" y="2896215"/>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72E0FC0A-A746-9878-EAD4-DD638DF17BD8}"/>
              </a:ext>
            </a:extLst>
          </p:cNvPr>
          <p:cNvSpPr txBox="1"/>
          <p:nvPr/>
        </p:nvSpPr>
        <p:spPr>
          <a:xfrm>
            <a:off x="8832834" y="2495564"/>
            <a:ext cx="646331"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▲検収</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29225C49-BD32-F4C6-C63A-186D5A26DCBF}"/>
              </a:ext>
            </a:extLst>
          </p:cNvPr>
          <p:cNvGraphicFramePr>
            <a:graphicFrameLocks noGrp="1"/>
          </p:cNvGraphicFramePr>
          <p:nvPr>
            <p:extLst>
              <p:ext uri="{D42A27DB-BD31-4B8C-83A1-F6EECF244321}">
                <p14:modId xmlns:p14="http://schemas.microsoft.com/office/powerpoint/2010/main" val="3372881835"/>
              </p:ext>
            </p:extLst>
          </p:nvPr>
        </p:nvGraphicFramePr>
        <p:xfrm>
          <a:off x="2585916" y="5456864"/>
          <a:ext cx="1365500" cy="648000"/>
        </p:xfrm>
        <a:graphic>
          <a:graphicData uri="http://schemas.openxmlformats.org/drawingml/2006/table">
            <a:tbl>
              <a:tblPr firstRow="1" bandRow="1">
                <a:tableStyleId>{2D5ABB26-0587-4C30-8999-92F81FD0307C}</a:tableStyleId>
              </a:tblPr>
              <a:tblGrid>
                <a:gridCol w="1365500">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36" name="テキスト ボックス 35">
            <a:extLst>
              <a:ext uri="{FF2B5EF4-FFF2-40B4-BE49-F238E27FC236}">
                <a16:creationId xmlns:a16="http://schemas.microsoft.com/office/drawing/2014/main" id="{C9125EAF-6A58-3960-27BB-A4FC8F0A7850}"/>
              </a:ext>
            </a:extLst>
          </p:cNvPr>
          <p:cNvSpPr txBox="1"/>
          <p:nvPr/>
        </p:nvSpPr>
        <p:spPr>
          <a:xfrm>
            <a:off x="3193679" y="3132485"/>
            <a:ext cx="192071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54" name="テキスト ボックス 53">
            <a:extLst>
              <a:ext uri="{FF2B5EF4-FFF2-40B4-BE49-F238E27FC236}">
                <a16:creationId xmlns:a16="http://schemas.microsoft.com/office/drawing/2014/main" id="{A5BF7F86-DEF7-3D23-5202-563A9D4D319E}"/>
              </a:ext>
            </a:extLst>
          </p:cNvPr>
          <p:cNvSpPr txBox="1"/>
          <p:nvPr/>
        </p:nvSpPr>
        <p:spPr>
          <a:xfrm>
            <a:off x="9924924" y="2668833"/>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55" name="テキスト ボックス 54">
            <a:extLst>
              <a:ext uri="{FF2B5EF4-FFF2-40B4-BE49-F238E27FC236}">
                <a16:creationId xmlns:a16="http://schemas.microsoft.com/office/drawing/2014/main" id="{34B6C60F-B866-9C0A-16E2-513D201C0797}"/>
              </a:ext>
            </a:extLst>
          </p:cNvPr>
          <p:cNvSpPr txBox="1"/>
          <p:nvPr/>
        </p:nvSpPr>
        <p:spPr>
          <a:xfrm>
            <a:off x="9684550" y="2295677"/>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10341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614B-7F81-450B-A2D2-B183A11C6F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2CA4A0-2F0E-0E1C-7652-DA3BC5427805}"/>
              </a:ext>
            </a:extLst>
          </p:cNvPr>
          <p:cNvSpPr>
            <a:spLocks noGrp="1"/>
          </p:cNvSpPr>
          <p:nvPr>
            <p:ph type="title"/>
          </p:nvPr>
        </p:nvSpPr>
        <p:spPr/>
        <p:txBody>
          <a:bodyPr/>
          <a:lstStyle/>
          <a:p>
            <a:r>
              <a:rPr lang="en-US" altLang="ja-JP">
                <a:latin typeface="游明朝"/>
                <a:ea typeface="游明朝"/>
              </a:rPr>
              <a:t>3-6</a:t>
            </a:r>
            <a:r>
              <a:rPr kumimoji="1" lang="ja-JP" altLang="en-US">
                <a:latin typeface="游明朝"/>
                <a:ea typeface="游明朝"/>
              </a:rPr>
              <a:t>．スケジュール</a:t>
            </a:r>
            <a:r>
              <a:rPr lang="ja-JP" altLang="en-US">
                <a:latin typeface="游明朝"/>
                <a:ea typeface="游明朝"/>
              </a:rPr>
              <a:t>案(パターン② VB6のみ)</a:t>
            </a:r>
            <a:endParaRPr kumimoji="1" lang="ja-JP" altLang="en-US"/>
          </a:p>
        </p:txBody>
      </p:sp>
      <p:sp>
        <p:nvSpPr>
          <p:cNvPr id="4" name="フッター プレースホルダー 3">
            <a:extLst>
              <a:ext uri="{FF2B5EF4-FFF2-40B4-BE49-F238E27FC236}">
                <a16:creationId xmlns:a16="http://schemas.microsoft.com/office/drawing/2014/main" id="{17556A54-9817-120F-DD20-F521E7B7AE0F}"/>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F61BC395-57D7-9BA1-AABA-D18DF2A2A662}"/>
              </a:ext>
            </a:extLst>
          </p:cNvPr>
          <p:cNvGraphicFramePr>
            <a:graphicFrameLocks noGrp="1"/>
          </p:cNvGraphicFramePr>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2026 - 2027</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9</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10</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12</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10AE0694-ED4A-BE70-37DD-29A3BFF6BD70}"/>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D1208046-2721-1F30-4BF4-2D4DA8F7D778}"/>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CDBB234D-CFD4-6257-74C3-6A300DE5C03C}"/>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9B248C72-347D-2805-8373-2AEA3C71C8EE}"/>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0731710-4C33-A9CF-0EA7-DE7E6A0F7DBB}"/>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FD66185A-4D02-FEB5-0D06-F2EEAAB6DC92}"/>
              </a:ext>
            </a:extLst>
          </p:cNvPr>
          <p:cNvGraphicFramePr>
            <a:graphicFrameLocks noGrp="1"/>
          </p:cNvGraphicFramePr>
          <p:nvPr>
            <p:extLst>
              <p:ext uri="{D42A27DB-BD31-4B8C-83A1-F6EECF244321}">
                <p14:modId xmlns:p14="http://schemas.microsoft.com/office/powerpoint/2010/main" val="2583226990"/>
              </p:ext>
            </p:extLst>
          </p:nvPr>
        </p:nvGraphicFramePr>
        <p:xfrm>
          <a:off x="1639999" y="4041514"/>
          <a:ext cx="461392" cy="720000"/>
        </p:xfrm>
        <a:graphic>
          <a:graphicData uri="http://schemas.openxmlformats.org/drawingml/2006/table">
            <a:tbl>
              <a:tblPr firstRow="1" bandRow="1">
                <a:tableStyleId>{2D5ABB26-0587-4C30-8999-92F81FD0307C}</a:tableStyleId>
              </a:tblPr>
              <a:tblGrid>
                <a:gridCol w="461392">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要件定義</a:t>
                      </a:r>
                      <a:endParaRPr kumimoji="1" lang="ja-JP"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BD4D814D-BB1C-2018-43F5-274B2FE1449A}"/>
              </a:ext>
            </a:extLst>
          </p:cNvPr>
          <p:cNvGraphicFramePr>
            <a:graphicFrameLocks noGrp="1"/>
          </p:cNvGraphicFramePr>
          <p:nvPr>
            <p:extLst>
              <p:ext uri="{D42A27DB-BD31-4B8C-83A1-F6EECF244321}">
                <p14:modId xmlns:p14="http://schemas.microsoft.com/office/powerpoint/2010/main" val="2594017251"/>
              </p:ext>
            </p:extLst>
          </p:nvPr>
        </p:nvGraphicFramePr>
        <p:xfrm>
          <a:off x="4441284" y="4031488"/>
          <a:ext cx="919492" cy="720000"/>
        </p:xfrm>
        <a:graphic>
          <a:graphicData uri="http://schemas.openxmlformats.org/drawingml/2006/table">
            <a:tbl>
              <a:tblPr firstRow="1" bandRow="1">
                <a:tableStyleId>{2D5ABB26-0587-4C30-8999-92F81FD0307C}</a:tableStyleId>
              </a:tblPr>
              <a:tblGrid>
                <a:gridCol w="919492">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25E42FC6-81BF-70E1-50B8-0147CF3A6C3A}"/>
              </a:ext>
            </a:extLst>
          </p:cNvPr>
          <p:cNvGraphicFramePr>
            <a:graphicFrameLocks noGrp="1"/>
          </p:cNvGraphicFramePr>
          <p:nvPr>
            <p:extLst>
              <p:ext uri="{D42A27DB-BD31-4B8C-83A1-F6EECF244321}">
                <p14:modId xmlns:p14="http://schemas.microsoft.com/office/powerpoint/2010/main" val="3102245174"/>
              </p:ext>
            </p:extLst>
          </p:nvPr>
        </p:nvGraphicFramePr>
        <p:xfrm>
          <a:off x="5362954" y="4031488"/>
          <a:ext cx="919353" cy="720000"/>
        </p:xfrm>
        <a:graphic>
          <a:graphicData uri="http://schemas.openxmlformats.org/drawingml/2006/table">
            <a:tbl>
              <a:tblPr firstRow="1" bandRow="1">
                <a:tableStyleId>{2D5ABB26-0587-4C30-8999-92F81FD0307C}</a:tableStyleId>
              </a:tblPr>
              <a:tblGrid>
                <a:gridCol w="919353">
                  <a:extLst>
                    <a:ext uri="{9D8B030D-6E8A-4147-A177-3AD203B41FA5}">
                      <a16:colId xmlns:a16="http://schemas.microsoft.com/office/drawing/2014/main" val="2823374101"/>
                    </a:ext>
                  </a:extLst>
                </a:gridCol>
              </a:tblGrid>
              <a:tr h="720000">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17311D8B-6867-F644-A08B-4AA2269D51E6}"/>
              </a:ext>
            </a:extLst>
          </p:cNvPr>
          <p:cNvGraphicFramePr>
            <a:graphicFrameLocks noGrp="1"/>
          </p:cNvGraphicFramePr>
          <p:nvPr>
            <p:extLst>
              <p:ext uri="{D42A27DB-BD31-4B8C-83A1-F6EECF244321}">
                <p14:modId xmlns:p14="http://schemas.microsoft.com/office/powerpoint/2010/main" val="1329709025"/>
              </p:ext>
            </p:extLst>
          </p:nvPr>
        </p:nvGraphicFramePr>
        <p:xfrm>
          <a:off x="2566736" y="4040605"/>
          <a:ext cx="933562" cy="720000"/>
        </p:xfrm>
        <a:graphic>
          <a:graphicData uri="http://schemas.openxmlformats.org/drawingml/2006/table">
            <a:tbl>
              <a:tblPr firstRow="1" bandRow="1">
                <a:tableStyleId>{2D5ABB26-0587-4C30-8999-92F81FD0307C}</a:tableStyleId>
              </a:tblPr>
              <a:tblGrid>
                <a:gridCol w="933562">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236137EA-2B36-C22D-57E9-7ECFB4105C65}"/>
              </a:ext>
            </a:extLst>
          </p:cNvPr>
          <p:cNvGraphicFramePr>
            <a:graphicFrameLocks noGrp="1"/>
          </p:cNvGraphicFramePr>
          <p:nvPr>
            <p:extLst>
              <p:ext uri="{D42A27DB-BD31-4B8C-83A1-F6EECF244321}">
                <p14:modId xmlns:p14="http://schemas.microsoft.com/office/powerpoint/2010/main" val="3618922847"/>
              </p:ext>
            </p:extLst>
          </p:nvPr>
        </p:nvGraphicFramePr>
        <p:xfrm>
          <a:off x="3509210" y="4030579"/>
          <a:ext cx="928752" cy="720000"/>
        </p:xfrm>
        <a:graphic>
          <a:graphicData uri="http://schemas.openxmlformats.org/drawingml/2006/table">
            <a:tbl>
              <a:tblPr firstRow="1" bandRow="1">
                <a:tableStyleId>{2D5ABB26-0587-4C30-8999-92F81FD0307C}</a:tableStyleId>
              </a:tblPr>
              <a:tblGrid>
                <a:gridCol w="928752">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製造～</a:t>
                      </a:r>
                      <a:endParaRPr lang="en-US" altLang="ja-JP"/>
                    </a:p>
                    <a:p>
                      <a:pPr lvl="0" algn="ctr">
                        <a:buNone/>
                      </a:pPr>
                      <a:r>
                        <a:rPr kumimoji="1" lang="ja-JP" altLang="en-US" sz="1100" b="0">
                          <a:solidFill>
                            <a:schemeClr val="tx1"/>
                          </a:solidFill>
                          <a:latin typeface="+mn-ea"/>
                          <a:ea typeface="+mn-ea"/>
                        </a:rPr>
                        <a:t>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74191A1A-05E5-97F4-3154-C2F98AB76F6B}"/>
              </a:ext>
            </a:extLst>
          </p:cNvPr>
          <p:cNvGraphicFramePr>
            <a:graphicFrameLocks noGrp="1"/>
          </p:cNvGraphicFramePr>
          <p:nvPr>
            <p:extLst>
              <p:ext uri="{D42A27DB-BD31-4B8C-83A1-F6EECF244321}">
                <p14:modId xmlns:p14="http://schemas.microsoft.com/office/powerpoint/2010/main" val="3854816690"/>
              </p:ext>
            </p:extLst>
          </p:nvPr>
        </p:nvGraphicFramePr>
        <p:xfrm>
          <a:off x="6302750" y="4031488"/>
          <a:ext cx="903986" cy="720000"/>
        </p:xfrm>
        <a:graphic>
          <a:graphicData uri="http://schemas.openxmlformats.org/drawingml/2006/table">
            <a:tbl>
              <a:tblPr firstRow="1" bandRow="1">
                <a:tableStyleId>{2D5ABB26-0587-4C30-8999-92F81FD0307C}</a:tableStyleId>
              </a:tblPr>
              <a:tblGrid>
                <a:gridCol w="90398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ユーザ</a:t>
                      </a:r>
                      <a:endParaRPr lang="en-US" altLang="ja-JP" sz="1100" b="0">
                        <a:solidFill>
                          <a:schemeClr val="tx1"/>
                        </a:solidFill>
                        <a:latin typeface="+mn-ea"/>
                        <a:ea typeface="+mn-ea"/>
                      </a:endParaRPr>
                    </a:p>
                    <a:p>
                      <a:pPr lvl="0" algn="ctr">
                        <a:buNone/>
                      </a:pPr>
                      <a:r>
                        <a:rPr kumimoji="1" lang="ja-JP" altLang="en-US" sz="1100" b="0">
                          <a:solidFill>
                            <a:schemeClr val="tx1"/>
                          </a:solidFill>
                          <a:latin typeface="+mn-ea"/>
                          <a:ea typeface="+mn-ea"/>
                        </a:rPr>
                        <a:t>テスト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93D24ED6-7C41-C6AE-CD9D-63E5AA4420A1}"/>
              </a:ext>
            </a:extLst>
          </p:cNvPr>
          <p:cNvGraphicFramePr>
            <a:graphicFrameLocks noGrp="1"/>
          </p:cNvGraphicFramePr>
          <p:nvPr>
            <p:extLst>
              <p:ext uri="{D42A27DB-BD31-4B8C-83A1-F6EECF244321}">
                <p14:modId xmlns:p14="http://schemas.microsoft.com/office/powerpoint/2010/main" val="1272086703"/>
              </p:ext>
            </p:extLst>
          </p:nvPr>
        </p:nvGraphicFramePr>
        <p:xfrm>
          <a:off x="7217152" y="4031488"/>
          <a:ext cx="912276" cy="720000"/>
        </p:xfrm>
        <a:graphic>
          <a:graphicData uri="http://schemas.openxmlformats.org/drawingml/2006/table">
            <a:tbl>
              <a:tblPr firstRow="1" bandRow="1">
                <a:tableStyleId>{2D5ABB26-0587-4C30-8999-92F81FD0307C}</a:tableStyleId>
              </a:tblPr>
              <a:tblGrid>
                <a:gridCol w="91227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9BE281AD-0786-7D84-03E9-5354429D12DF}"/>
              </a:ext>
            </a:extLst>
          </p:cNvPr>
          <p:cNvSpPr txBox="1"/>
          <p:nvPr/>
        </p:nvSpPr>
        <p:spPr>
          <a:xfrm>
            <a:off x="1685970" y="1770150"/>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E92A1BBF-D389-B8CC-9BF1-512F2061390A}"/>
              </a:ext>
            </a:extLst>
          </p:cNvPr>
          <p:cNvSpPr txBox="1"/>
          <p:nvPr/>
        </p:nvSpPr>
        <p:spPr>
          <a:xfrm>
            <a:off x="2909963" y="1792046"/>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8526215E-438C-1571-E791-C6DFCB7A348F}"/>
              </a:ext>
            </a:extLst>
          </p:cNvPr>
          <p:cNvCxnSpPr>
            <a:cxnSpLocks/>
          </p:cNvCxnSpPr>
          <p:nvPr/>
        </p:nvCxnSpPr>
        <p:spPr>
          <a:xfrm>
            <a:off x="1673571" y="2112438"/>
            <a:ext cx="1832314"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7F9AAB46-3F12-C906-EA00-4B18CFAE0E4C}"/>
              </a:ext>
            </a:extLst>
          </p:cNvPr>
          <p:cNvCxnSpPr>
            <a:cxnSpLocks/>
          </p:cNvCxnSpPr>
          <p:nvPr/>
        </p:nvCxnSpPr>
        <p:spPr>
          <a:xfrm flipV="1">
            <a:off x="3510016" y="2111538"/>
            <a:ext cx="2712573" cy="9126"/>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699434CA-901A-35DF-6326-600C54788C85}"/>
              </a:ext>
            </a:extLst>
          </p:cNvPr>
          <p:cNvSpPr txBox="1"/>
          <p:nvPr/>
        </p:nvSpPr>
        <p:spPr>
          <a:xfrm>
            <a:off x="5560226" y="1608288"/>
            <a:ext cx="2166802" cy="503590"/>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a:ea typeface="游ゴシック"/>
                <a:cs typeface="メイリオ" pitchFamily="50" charset="-128"/>
              </a:rPr>
              <a:t>契約③</a:t>
            </a:r>
            <a:r>
              <a:rPr kumimoji="1" lang="en-US" altLang="ja-JP" sz="1400" b="1">
                <a:solidFill>
                  <a:schemeClr val="tx1">
                    <a:lumMod val="75000"/>
                    <a:lumOff val="25000"/>
                  </a:schemeClr>
                </a:solidFill>
                <a:latin typeface="游ゴシック"/>
                <a:ea typeface="游ゴシック"/>
                <a:cs typeface="メイリオ" pitchFamily="50" charset="-128"/>
              </a:rPr>
              <a:t>:</a:t>
            </a:r>
            <a:endParaRPr kumimoji="1" lang="en-US" altLang="ja-JP">
              <a:solidFill>
                <a:schemeClr val="tx1">
                  <a:lumMod val="75000"/>
                  <a:lumOff val="25000"/>
                </a:schemeClr>
              </a:solidFill>
              <a:latin typeface="游ゴシック"/>
              <a:ea typeface="游ゴシック"/>
            </a:endParaRPr>
          </a:p>
          <a:p>
            <a:pPr algn="ctr"/>
            <a:r>
              <a:rPr kumimoji="1" lang="ja-JP" altLang="en-US" sz="1400" b="1">
                <a:solidFill>
                  <a:schemeClr val="tx1">
                    <a:lumMod val="75000"/>
                    <a:lumOff val="25000"/>
                  </a:schemeClr>
                </a:solidFill>
                <a:latin typeface="游ゴシック"/>
                <a:ea typeface="游ゴシック"/>
                <a:cs typeface="メイリオ" pitchFamily="50" charset="-128"/>
              </a:rPr>
              <a:t>準委任契約</a:t>
            </a:r>
            <a:endParaRPr lang="ja-JP">
              <a:solidFill>
                <a:schemeClr val="tx1">
                  <a:lumMod val="75000"/>
                  <a:lumOff val="25000"/>
                </a:schemeClr>
              </a:solidFill>
              <a:latin typeface="游ゴシック"/>
              <a:ea typeface="游ゴシック"/>
            </a:endParaRPr>
          </a:p>
        </p:txBody>
      </p:sp>
      <p:cxnSp>
        <p:nvCxnSpPr>
          <p:cNvPr id="50" name="直線矢印コネクタ 49">
            <a:extLst>
              <a:ext uri="{FF2B5EF4-FFF2-40B4-BE49-F238E27FC236}">
                <a16:creationId xmlns:a16="http://schemas.microsoft.com/office/drawing/2014/main" id="{67F1651C-7674-AE68-1B27-73602D4DA621}"/>
              </a:ext>
            </a:extLst>
          </p:cNvPr>
          <p:cNvCxnSpPr>
            <a:cxnSpLocks/>
          </p:cNvCxnSpPr>
          <p:nvPr/>
        </p:nvCxnSpPr>
        <p:spPr>
          <a:xfrm flipV="1">
            <a:off x="6305428" y="2111538"/>
            <a:ext cx="911334"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373C4E47-E8DE-E67A-BAA6-359A523788C3}"/>
              </a:ext>
            </a:extLst>
          </p:cNvPr>
          <p:cNvSpPr/>
          <p:nvPr/>
        </p:nvSpPr>
        <p:spPr>
          <a:xfrm>
            <a:off x="2564300" y="3461559"/>
            <a:ext cx="368831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C51C1893-0A35-7D27-447A-ED65CD2F30FE}"/>
              </a:ext>
            </a:extLst>
          </p:cNvPr>
          <p:cNvSpPr/>
          <p:nvPr/>
        </p:nvSpPr>
        <p:spPr>
          <a:xfrm>
            <a:off x="6274227" y="3457861"/>
            <a:ext cx="96304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フェーズ</a:t>
            </a:r>
          </a:p>
        </p:txBody>
      </p:sp>
      <p:sp>
        <p:nvSpPr>
          <p:cNvPr id="20" name="矢印: 五方向 19">
            <a:extLst>
              <a:ext uri="{FF2B5EF4-FFF2-40B4-BE49-F238E27FC236}">
                <a16:creationId xmlns:a16="http://schemas.microsoft.com/office/drawing/2014/main" id="{6B374476-0B8E-B52B-88E0-9D5CE58F5986}"/>
              </a:ext>
            </a:extLst>
          </p:cNvPr>
          <p:cNvSpPr/>
          <p:nvPr/>
        </p:nvSpPr>
        <p:spPr>
          <a:xfrm>
            <a:off x="7193157" y="3449269"/>
            <a:ext cx="92493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保守</a:t>
            </a:r>
          </a:p>
        </p:txBody>
      </p:sp>
      <p:graphicFrame>
        <p:nvGraphicFramePr>
          <p:cNvPr id="3" name="表 2">
            <a:extLst>
              <a:ext uri="{FF2B5EF4-FFF2-40B4-BE49-F238E27FC236}">
                <a16:creationId xmlns:a16="http://schemas.microsoft.com/office/drawing/2014/main" id="{49BDAA56-6AD9-B5AF-8C0D-C563F33DA13D}"/>
              </a:ext>
            </a:extLst>
          </p:cNvPr>
          <p:cNvGraphicFramePr>
            <a:graphicFrameLocks noGrp="1"/>
          </p:cNvGraphicFramePr>
          <p:nvPr>
            <p:extLst>
              <p:ext uri="{D42A27DB-BD31-4B8C-83A1-F6EECF244321}">
                <p14:modId xmlns:p14="http://schemas.microsoft.com/office/powerpoint/2010/main" val="201369036"/>
              </p:ext>
            </p:extLst>
          </p:nvPr>
        </p:nvGraphicFramePr>
        <p:xfrm>
          <a:off x="2105526" y="4050631"/>
          <a:ext cx="474121" cy="711867"/>
        </p:xfrm>
        <a:graphic>
          <a:graphicData uri="http://schemas.openxmlformats.org/drawingml/2006/table">
            <a:tbl>
              <a:tblPr firstRow="1" bandRow="1">
                <a:tableStyleId>{2D5ABB26-0587-4C30-8999-92F81FD0307C}</a:tableStyleId>
              </a:tblPr>
              <a:tblGrid>
                <a:gridCol w="474121">
                  <a:extLst>
                    <a:ext uri="{9D8B030D-6E8A-4147-A177-3AD203B41FA5}">
                      <a16:colId xmlns:a16="http://schemas.microsoft.com/office/drawing/2014/main" val="2823374101"/>
                    </a:ext>
                  </a:extLst>
                </a:gridCol>
              </a:tblGrid>
              <a:tr h="711867">
                <a:tc>
                  <a:txBody>
                    <a:bodyPr/>
                    <a:lstStyle/>
                    <a:p>
                      <a:pPr algn="ctr"/>
                      <a:r>
                        <a:rPr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22" name="スライド番号プレースホルダー 3">
            <a:extLst>
              <a:ext uri="{FF2B5EF4-FFF2-40B4-BE49-F238E27FC236}">
                <a16:creationId xmlns:a16="http://schemas.microsoft.com/office/drawing/2014/main" id="{4F964D38-583C-7DD4-9F05-18FA3272476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17</a:t>
            </a:fld>
            <a:endParaRPr kumimoji="1" lang="ja-JP" altLang="en-US" sz="700"/>
          </a:p>
        </p:txBody>
      </p:sp>
      <p:sp>
        <p:nvSpPr>
          <p:cNvPr id="5" name="矢印: 五方向 4">
            <a:extLst>
              <a:ext uri="{FF2B5EF4-FFF2-40B4-BE49-F238E27FC236}">
                <a16:creationId xmlns:a16="http://schemas.microsoft.com/office/drawing/2014/main" id="{F61EB71D-048D-8044-14B6-5EDBE4AB7175}"/>
              </a:ext>
            </a:extLst>
          </p:cNvPr>
          <p:cNvSpPr/>
          <p:nvPr/>
        </p:nvSpPr>
        <p:spPr>
          <a:xfrm>
            <a:off x="1640613" y="3427041"/>
            <a:ext cx="937436" cy="61702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32CC6321-D218-88BA-37EE-072AE4C645FA}"/>
              </a:ext>
            </a:extLst>
          </p:cNvPr>
          <p:cNvSpPr txBox="1"/>
          <p:nvPr/>
        </p:nvSpPr>
        <p:spPr>
          <a:xfrm>
            <a:off x="6573040" y="1604645"/>
            <a:ext cx="2166802" cy="503590"/>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a:ea typeface="游ゴシック"/>
                <a:cs typeface="メイリオ" pitchFamily="50" charset="-128"/>
              </a:rPr>
              <a:t>契約④</a:t>
            </a:r>
            <a:r>
              <a:rPr kumimoji="1" lang="en-US" altLang="ja-JP" sz="1400" b="1">
                <a:solidFill>
                  <a:schemeClr val="tx1">
                    <a:lumMod val="75000"/>
                    <a:lumOff val="25000"/>
                  </a:schemeClr>
                </a:solidFill>
                <a:latin typeface="游ゴシック"/>
                <a:ea typeface="游ゴシック"/>
                <a:cs typeface="メイリオ" pitchFamily="50" charset="-128"/>
              </a:rPr>
              <a:t>:</a:t>
            </a:r>
          </a:p>
          <a:p>
            <a:pPr algn="ctr"/>
            <a:r>
              <a:rPr kumimoji="1" lang="ja-JP" altLang="en-US" sz="1400" b="1">
                <a:solidFill>
                  <a:schemeClr val="tx1">
                    <a:lumMod val="75000"/>
                    <a:lumOff val="25000"/>
                  </a:schemeClr>
                </a:solidFill>
                <a:latin typeface="游ゴシック"/>
                <a:ea typeface="游ゴシック"/>
                <a:cs typeface="メイリオ" pitchFamily="50" charset="-128"/>
              </a:rPr>
              <a:t>準委任契約</a:t>
            </a:r>
            <a:endParaRPr lang="en-US" altLang="ja-JP" sz="1400" b="1">
              <a:solidFill>
                <a:schemeClr val="tx1">
                  <a:lumMod val="75000"/>
                  <a:lumOff val="25000"/>
                </a:schemeClr>
              </a:solidFill>
              <a:latin typeface="游ゴシック"/>
              <a:ea typeface="游ゴシック"/>
              <a:cs typeface="メイリオ" pitchFamily="50" charset="-128"/>
            </a:endParaRPr>
          </a:p>
        </p:txBody>
      </p:sp>
      <p:cxnSp>
        <p:nvCxnSpPr>
          <p:cNvPr id="30" name="直線矢印コネクタ 29">
            <a:extLst>
              <a:ext uri="{FF2B5EF4-FFF2-40B4-BE49-F238E27FC236}">
                <a16:creationId xmlns:a16="http://schemas.microsoft.com/office/drawing/2014/main" id="{05BC5F94-1583-8691-E0C8-81D1188412E6}"/>
              </a:ext>
            </a:extLst>
          </p:cNvPr>
          <p:cNvCxnSpPr>
            <a:cxnSpLocks/>
          </p:cNvCxnSpPr>
          <p:nvPr/>
        </p:nvCxnSpPr>
        <p:spPr>
          <a:xfrm>
            <a:off x="7294158" y="2110638"/>
            <a:ext cx="839858" cy="90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27AD110-E2B2-4D81-DA9D-ECE8C592506C}"/>
              </a:ext>
            </a:extLst>
          </p:cNvPr>
          <p:cNvSpPr txBox="1"/>
          <p:nvPr/>
        </p:nvSpPr>
        <p:spPr>
          <a:xfrm>
            <a:off x="1553656" y="2311104"/>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4904BA48-60D5-D766-A11C-024E0EB7436E}"/>
              </a:ext>
            </a:extLst>
          </p:cNvPr>
          <p:cNvSpPr txBox="1"/>
          <p:nvPr/>
        </p:nvSpPr>
        <p:spPr>
          <a:xfrm>
            <a:off x="1382586" y="2923827"/>
            <a:ext cx="2997937"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▲要件定義・基本設計フェーズ契約締結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1CB84B6F-365E-3D5F-B737-5D1AB40968B5}"/>
              </a:ext>
            </a:extLst>
          </p:cNvPr>
          <p:cNvSpPr txBox="1"/>
          <p:nvPr/>
        </p:nvSpPr>
        <p:spPr>
          <a:xfrm>
            <a:off x="2010216" y="2525644"/>
            <a:ext cx="997389"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★要件確定</a:t>
            </a:r>
            <a:endParaRPr kumimoji="1" lang="en-US" altLang="ja-JP" sz="110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7489A744-104B-DF24-8425-4C40D5BB91E9}"/>
              </a:ext>
            </a:extLst>
          </p:cNvPr>
          <p:cNvSpPr txBox="1"/>
          <p:nvPr/>
        </p:nvSpPr>
        <p:spPr>
          <a:xfrm>
            <a:off x="2328604" y="2743329"/>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0DC977A2-56E4-AD98-AC23-F08A2EB014AD}"/>
              </a:ext>
            </a:extLst>
          </p:cNvPr>
          <p:cNvSpPr txBox="1"/>
          <p:nvPr/>
        </p:nvSpPr>
        <p:spPr>
          <a:xfrm>
            <a:off x="7061129" y="3090839"/>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45C88EBE-2B55-4681-9060-D343F1D5AF6B}"/>
              </a:ext>
            </a:extLst>
          </p:cNvPr>
          <p:cNvSpPr txBox="1"/>
          <p:nvPr/>
        </p:nvSpPr>
        <p:spPr>
          <a:xfrm>
            <a:off x="4905581" y="3063417"/>
            <a:ext cx="192071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B9C82E57-397B-376A-4C70-45B1F8D0625D}"/>
              </a:ext>
            </a:extLst>
          </p:cNvPr>
          <p:cNvSpPr txBox="1"/>
          <p:nvPr/>
        </p:nvSpPr>
        <p:spPr>
          <a:xfrm>
            <a:off x="6762814" y="2816005"/>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CA4E00AC-2650-972F-5653-26452C91D7F1}"/>
              </a:ext>
            </a:extLst>
          </p:cNvPr>
          <p:cNvSpPr txBox="1"/>
          <p:nvPr/>
        </p:nvSpPr>
        <p:spPr>
          <a:xfrm>
            <a:off x="4832334" y="2666011"/>
            <a:ext cx="646331"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▲検収</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A1747052-1FA7-0450-1E50-9556441B8099}"/>
              </a:ext>
            </a:extLst>
          </p:cNvPr>
          <p:cNvGraphicFramePr>
            <a:graphicFrameLocks noGrp="1"/>
          </p:cNvGraphicFramePr>
          <p:nvPr>
            <p:extLst>
              <p:ext uri="{D42A27DB-BD31-4B8C-83A1-F6EECF244321}">
                <p14:modId xmlns:p14="http://schemas.microsoft.com/office/powerpoint/2010/main" val="1421290541"/>
              </p:ext>
            </p:extLst>
          </p:nvPr>
        </p:nvGraphicFramePr>
        <p:xfrm>
          <a:off x="2104653" y="5436811"/>
          <a:ext cx="1365500" cy="648000"/>
        </p:xfrm>
        <a:graphic>
          <a:graphicData uri="http://schemas.openxmlformats.org/drawingml/2006/table">
            <a:tbl>
              <a:tblPr firstRow="1" bandRow="1">
                <a:tableStyleId>{2D5ABB26-0587-4C30-8999-92F81FD0307C}</a:tableStyleId>
              </a:tblPr>
              <a:tblGrid>
                <a:gridCol w="1365500">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36" name="テキスト ボックス 35">
            <a:extLst>
              <a:ext uri="{FF2B5EF4-FFF2-40B4-BE49-F238E27FC236}">
                <a16:creationId xmlns:a16="http://schemas.microsoft.com/office/drawing/2014/main" id="{D3A20CB9-F77B-FAC8-E598-8F1BE2258FD6}"/>
              </a:ext>
            </a:extLst>
          </p:cNvPr>
          <p:cNvSpPr txBox="1"/>
          <p:nvPr/>
        </p:nvSpPr>
        <p:spPr>
          <a:xfrm>
            <a:off x="2341442" y="3122459"/>
            <a:ext cx="192071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54" name="テキスト ボックス 53">
            <a:extLst>
              <a:ext uri="{FF2B5EF4-FFF2-40B4-BE49-F238E27FC236}">
                <a16:creationId xmlns:a16="http://schemas.microsoft.com/office/drawing/2014/main" id="{A1FF22A9-6ABD-917A-9275-C493BBE1D6B5}"/>
              </a:ext>
            </a:extLst>
          </p:cNvPr>
          <p:cNvSpPr txBox="1"/>
          <p:nvPr/>
        </p:nvSpPr>
        <p:spPr>
          <a:xfrm>
            <a:off x="6054766" y="2578596"/>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55" name="テキスト ボックス 54">
            <a:extLst>
              <a:ext uri="{FF2B5EF4-FFF2-40B4-BE49-F238E27FC236}">
                <a16:creationId xmlns:a16="http://schemas.microsoft.com/office/drawing/2014/main" id="{58D48BF7-FFDE-CD4D-6586-FE5B7FB207A3}"/>
              </a:ext>
            </a:extLst>
          </p:cNvPr>
          <p:cNvSpPr txBox="1"/>
          <p:nvPr/>
        </p:nvSpPr>
        <p:spPr>
          <a:xfrm>
            <a:off x="5864524" y="2315730"/>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886558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1AC2-25E7-E787-333E-1B5F11F0559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6A26857-4AF9-6C0F-3296-065EA97A8F3E}"/>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E88FC77-3B7F-4FFF-ABEA-3891E016BB8A}"/>
              </a:ext>
            </a:extLst>
          </p:cNvPr>
          <p:cNvSpPr>
            <a:spLocks noGrp="1"/>
          </p:cNvSpPr>
          <p:nvPr>
            <p:ph type="title"/>
          </p:nvPr>
        </p:nvSpPr>
        <p:spPr/>
        <p:txBody>
          <a:bodyPr/>
          <a:lstStyle/>
          <a:p>
            <a:r>
              <a:rPr kumimoji="1" lang="en-US" altLang="ja-JP"/>
              <a:t>3-7</a:t>
            </a:r>
            <a:r>
              <a:rPr kumimoji="1" lang="ja-JP" altLang="en-US"/>
              <a:t>．会議体</a:t>
            </a:r>
          </a:p>
        </p:txBody>
      </p:sp>
      <p:sp>
        <p:nvSpPr>
          <p:cNvPr id="4" name="フッター プレースホルダー 3">
            <a:extLst>
              <a:ext uri="{FF2B5EF4-FFF2-40B4-BE49-F238E27FC236}">
                <a16:creationId xmlns:a16="http://schemas.microsoft.com/office/drawing/2014/main" id="{1DBD5E17-7E95-BDA5-2DED-3447C28C10AD}"/>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4F98FCB3-C730-C554-3FF9-F3B1F69497DB}"/>
              </a:ext>
            </a:extLst>
          </p:cNvPr>
          <p:cNvGraphicFramePr>
            <a:graphicFrameLocks/>
          </p:cNvGraphicFramePr>
          <p:nvPr>
            <p:extLst>
              <p:ext uri="{D42A27DB-BD31-4B8C-83A1-F6EECF244321}">
                <p14:modId xmlns:p14="http://schemas.microsoft.com/office/powerpoint/2010/main" val="3101610325"/>
              </p:ext>
            </p:extLst>
          </p:nvPr>
        </p:nvGraphicFramePr>
        <p:xfrm>
          <a:off x="575999" y="1944000"/>
          <a:ext cx="11041199" cy="3459840"/>
        </p:xfrm>
        <a:graphic>
          <a:graphicData uri="http://schemas.openxmlformats.org/drawingml/2006/table">
            <a:tbl>
              <a:tblPr firstRow="1" bandRow="1">
                <a:tableStyleId>{3B4B98B0-60AC-42C2-AFA5-B58CD77FA1E5}</a:tableStyleId>
              </a:tblPr>
              <a:tblGrid>
                <a:gridCol w="2121019">
                  <a:extLst>
                    <a:ext uri="{9D8B030D-6E8A-4147-A177-3AD203B41FA5}">
                      <a16:colId xmlns:a16="http://schemas.microsoft.com/office/drawing/2014/main" val="20000"/>
                    </a:ext>
                  </a:extLst>
                </a:gridCol>
                <a:gridCol w="1333806">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1112133">
                  <a:extLst>
                    <a:ext uri="{9D8B030D-6E8A-4147-A177-3AD203B41FA5}">
                      <a16:colId xmlns:a16="http://schemas.microsoft.com/office/drawing/2014/main" val="1186915876"/>
                    </a:ext>
                  </a:extLst>
                </a:gridCol>
                <a:gridCol w="5391889">
                  <a:extLst>
                    <a:ext uri="{9D8B030D-6E8A-4147-A177-3AD203B41FA5}">
                      <a16:colId xmlns:a16="http://schemas.microsoft.com/office/drawing/2014/main" val="20001"/>
                    </a:ext>
                  </a:extLst>
                </a:gridCol>
              </a:tblGrid>
              <a:tr h="417600">
                <a:tc>
                  <a:txBody>
                    <a:bodyPr/>
                    <a:lstStyle/>
                    <a:p>
                      <a:pPr algn="l"/>
                      <a:r>
                        <a:rPr kumimoji="1" lang="ja-JP" altLang="en-US" sz="1600">
                          <a:solidFill>
                            <a:schemeClr val="bg1"/>
                          </a:solidFill>
                          <a:latin typeface="+mn-ea"/>
                          <a:ea typeface="+mn-ea"/>
                        </a:rPr>
                        <a:t>会議名</a:t>
                      </a:r>
                      <a:endParaRPr kumimoji="1" lang="en-US" altLang="ja-JP" sz="1600" b="1">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a:solidFill>
                            <a:schemeClr val="bg1"/>
                          </a:solidFill>
                          <a:latin typeface="+mn-ea"/>
                          <a:ea typeface="+mn-ea"/>
                        </a:rPr>
                        <a:t>開催頻度</a:t>
                      </a:r>
                      <a:endParaRPr kumimoji="1" lang="en-US" altLang="ja-JP" sz="1600" b="1">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a:solidFill>
                            <a:schemeClr val="bg1"/>
                          </a:solidFill>
                          <a:latin typeface="+mn-ea"/>
                          <a:ea typeface="+mn-ea"/>
                        </a:rPr>
                        <a:t>会議形態</a:t>
                      </a:r>
                      <a:endParaRPr kumimoji="1" lang="en-US" altLang="ja-JP" sz="1600" b="1">
                        <a:solidFill>
                          <a:schemeClr val="bg1"/>
                        </a:solidFill>
                        <a:latin typeface="+mn-ea"/>
                        <a:ea typeface="+mn-ea"/>
                      </a:endParaRPr>
                    </a:p>
                  </a:txBody>
                  <a:tcPr marL="72000" marR="72000" anchor="ctr">
                    <a:solidFill>
                      <a:schemeClr val="accent1"/>
                    </a:solidFill>
                  </a:tcPr>
                </a:tc>
                <a:tc>
                  <a:txBody>
                    <a:bodyPr/>
                    <a:lstStyle/>
                    <a:p>
                      <a:pPr algn="ctr"/>
                      <a:r>
                        <a:rPr kumimoji="1" lang="ja-JP" altLang="en-US" sz="1600">
                          <a:solidFill>
                            <a:schemeClr val="bg1"/>
                          </a:solidFill>
                          <a:latin typeface="+mn-ea"/>
                          <a:ea typeface="+mn-ea"/>
                        </a:rPr>
                        <a:t>主催</a:t>
                      </a:r>
                      <a:endParaRPr kumimoji="1" lang="en-US" altLang="ja-JP" sz="1600" b="1">
                        <a:solidFill>
                          <a:schemeClr val="bg1"/>
                        </a:solidFill>
                        <a:latin typeface="+mn-ea"/>
                        <a:ea typeface="+mn-ea"/>
                      </a:endParaRPr>
                    </a:p>
                  </a:txBody>
                  <a:tcPr marL="72000" marR="72000" anchor="ctr">
                    <a:solidFill>
                      <a:schemeClr val="accent1"/>
                    </a:solidFill>
                  </a:tcPr>
                </a:tc>
                <a:tc>
                  <a:txBody>
                    <a:bodyPr/>
                    <a:lstStyle/>
                    <a:p>
                      <a:pPr algn="l"/>
                      <a:r>
                        <a:rPr kumimoji="1" lang="ja-JP" altLang="en-US" sz="1600">
                          <a:solidFill>
                            <a:schemeClr val="bg1"/>
                          </a:solidFill>
                          <a:latin typeface="+mn-ea"/>
                          <a:ea typeface="+mn-ea"/>
                        </a:rPr>
                        <a:t>内容</a:t>
                      </a:r>
                      <a:endParaRPr kumimoji="1" lang="en-US" altLang="ja-JP" sz="1600" b="1">
                        <a:solidFill>
                          <a:schemeClr val="bg1"/>
                        </a:solidFill>
                        <a:latin typeface="+mn-ea"/>
                        <a:ea typeface="+mn-ea"/>
                      </a:endParaRPr>
                    </a:p>
                  </a:txBody>
                  <a:tcPr marL="72000" marR="72000" anchor="ctr">
                    <a:solidFill>
                      <a:schemeClr val="accent1"/>
                    </a:solidFill>
                  </a:tcPr>
                </a:tc>
                <a:extLst>
                  <a:ext uri="{0D108BD9-81ED-4DB2-BD59-A6C34878D82A}">
                    <a16:rowId xmlns:a16="http://schemas.microsoft.com/office/drawing/2014/main" val="10000"/>
                  </a:ext>
                </a:extLst>
              </a:tr>
              <a:tr h="752046">
                <a:tc>
                  <a:txBody>
                    <a:bodyPr/>
                    <a:lstStyle/>
                    <a:p>
                      <a:r>
                        <a:rPr kumimoji="1" lang="ja-JP" altLang="en-US" sz="1600">
                          <a:latin typeface="+mn-ea"/>
                          <a:ea typeface="+mn-ea"/>
                        </a:rPr>
                        <a:t>キックオフ会議</a:t>
                      </a:r>
                      <a:endParaRPr kumimoji="1" lang="ja-JP" altLang="en-US" sz="1600" b="0">
                        <a:latin typeface="+mn-ea"/>
                        <a:ea typeface="+mn-ea"/>
                      </a:endParaRPr>
                    </a:p>
                  </a:txBody>
                  <a:tcPr marT="36000" marB="36000" anchor="ctr"/>
                </a:tc>
                <a:tc>
                  <a:txBody>
                    <a:bodyPr/>
                    <a:lstStyle/>
                    <a:p>
                      <a:pPr algn="ctr"/>
                      <a:r>
                        <a:rPr kumimoji="1" lang="ja-JP" altLang="en-US" sz="1600">
                          <a:latin typeface="+mn-ea"/>
                          <a:ea typeface="+mn-ea"/>
                        </a:rPr>
                        <a:t>プロジェクト</a:t>
                      </a:r>
                      <a:endParaRPr kumimoji="1" lang="en-US" altLang="ja-JP" sz="1600">
                        <a:latin typeface="+mn-ea"/>
                        <a:ea typeface="+mn-ea"/>
                      </a:endParaRPr>
                    </a:p>
                    <a:p>
                      <a:pPr algn="ctr"/>
                      <a:r>
                        <a:rPr kumimoji="1" lang="ja-JP" altLang="en-US" sz="1600">
                          <a:latin typeface="+mn-ea"/>
                          <a:ea typeface="+mn-ea"/>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WEB</a:t>
                      </a:r>
                      <a:r>
                        <a:rPr kumimoji="1" lang="ja-JP" altLang="en-US" sz="1600">
                          <a:latin typeface="+mn-ea"/>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523827">
                <a:tc>
                  <a:txBody>
                    <a:bodyPr/>
                    <a:lstStyle/>
                    <a:p>
                      <a:r>
                        <a:rPr kumimoji="1" lang="ja-JP" altLang="en-US" sz="1600">
                          <a:latin typeface="+mn-ea"/>
                          <a:ea typeface="+mn-ea"/>
                        </a:rPr>
                        <a:t>進捗会議（定例）</a:t>
                      </a:r>
                      <a:endParaRPr kumimoji="1" lang="ja-JP" altLang="en-US" sz="1600" b="0">
                        <a:latin typeface="+mn-ea"/>
                        <a:ea typeface="+mn-ea"/>
                      </a:endParaRPr>
                    </a:p>
                  </a:txBody>
                  <a:tcPr marT="36000" marB="36000" anchor="ctr"/>
                </a:tc>
                <a:tc>
                  <a:txBody>
                    <a:bodyPr/>
                    <a:lstStyle/>
                    <a:p>
                      <a:pPr algn="ctr"/>
                      <a:r>
                        <a:rPr kumimoji="1" lang="ja-JP" altLang="en-US" sz="1600">
                          <a:latin typeface="+mn-ea"/>
                          <a:ea typeface="+mn-ea"/>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WEB</a:t>
                      </a:r>
                      <a:r>
                        <a:rPr kumimoji="1" lang="ja-JP" altLang="en-US" sz="1600">
                          <a:latin typeface="+mn-ea"/>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523827">
                <a:tc>
                  <a:txBody>
                    <a:bodyPr/>
                    <a:lstStyle/>
                    <a:p>
                      <a:r>
                        <a:rPr kumimoji="1" lang="ja-JP" altLang="en-US" sz="1600">
                          <a:latin typeface="+mn-ea"/>
                          <a:ea typeface="+mn-ea"/>
                        </a:rPr>
                        <a:t>課題検討会議</a:t>
                      </a:r>
                      <a:endParaRPr kumimoji="1" lang="ja-JP" altLang="en-US" sz="1600" b="0">
                        <a:latin typeface="+mn-ea"/>
                        <a:ea typeface="+mn-ea"/>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週次</a:t>
                      </a:r>
                      <a:endParaRPr kumimoji="1" lang="en-US" altLang="ja-JP" sz="1600">
                        <a:latin typeface="+mn-ea"/>
                        <a:ea typeface="+mn-ea"/>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WEB</a:t>
                      </a:r>
                      <a:r>
                        <a:rPr kumimoji="1" lang="ja-JP" altLang="en-US" sz="1600">
                          <a:latin typeface="+mn-ea"/>
                          <a:ea typeface="+mn-ea"/>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各種課題の検討</a:t>
                      </a:r>
                      <a:r>
                        <a:rPr kumimoji="1" lang="en-US" altLang="ja-JP" sz="1600">
                          <a:latin typeface="+mn-ea"/>
                          <a:ea typeface="+mn-ea"/>
                        </a:rPr>
                        <a:t>/</a:t>
                      </a:r>
                      <a:r>
                        <a:rPr kumimoji="1" lang="ja-JP" altLang="en-US" sz="1600">
                          <a:latin typeface="+mn-ea"/>
                          <a:ea typeface="+mn-ea"/>
                        </a:rPr>
                        <a:t>解決、リスクの把握</a:t>
                      </a:r>
                      <a:r>
                        <a:rPr kumimoji="1" lang="en-US" altLang="ja-JP" sz="1600">
                          <a:latin typeface="+mn-ea"/>
                          <a:ea typeface="+mn-ea"/>
                        </a:rPr>
                        <a:t>/</a:t>
                      </a:r>
                      <a:r>
                        <a:rPr kumimoji="1" lang="ja-JP" altLang="en-US" sz="1600">
                          <a:latin typeface="+mn-ea"/>
                          <a:ea typeface="+mn-ea"/>
                        </a:rPr>
                        <a:t>対応方法検討</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a:t>
                      </a:r>
                      <a:r>
                        <a:rPr kumimoji="1" lang="ja-JP" altLang="en-US" sz="1600">
                          <a:latin typeface="+mn-ea"/>
                          <a:ea typeface="+mn-ea"/>
                        </a:rPr>
                        <a:t> 進捗会議と同時開催</a:t>
                      </a:r>
                    </a:p>
                  </a:txBody>
                  <a:tcPr marL="72000" marR="72000" marT="36000" marB="36000" anchor="ctr"/>
                </a:tc>
                <a:extLst>
                  <a:ext uri="{0D108BD9-81ED-4DB2-BD59-A6C34878D82A}">
                    <a16:rowId xmlns:a16="http://schemas.microsoft.com/office/drawing/2014/main" val="1929609212"/>
                  </a:ext>
                </a:extLst>
              </a:tr>
              <a:tr h="523827">
                <a:tc>
                  <a:txBody>
                    <a:bodyPr/>
                    <a:lstStyle/>
                    <a:p>
                      <a:r>
                        <a:rPr kumimoji="1" lang="ja-JP" altLang="en-US" sz="1600">
                          <a:latin typeface="+mn-ea"/>
                          <a:ea typeface="+mn-ea"/>
                        </a:rPr>
                        <a:t>レビュー会議</a:t>
                      </a:r>
                      <a:endParaRPr kumimoji="1" lang="ja-JP" altLang="en-US" sz="1600" b="0">
                        <a:latin typeface="+mn-ea"/>
                        <a:ea typeface="+mn-ea"/>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各工程</a:t>
                      </a:r>
                      <a:endParaRPr kumimoji="1" lang="en-US" altLang="ja-JP" sz="1600">
                        <a:latin typeface="+mn-ea"/>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mn-ea"/>
                          <a:ea typeface="+mn-ea"/>
                        </a:rPr>
                        <a:t>WEB</a:t>
                      </a:r>
                      <a:r>
                        <a:rPr lang="ja-JP" sz="1600" b="0" i="0" u="none" strike="noStrike" noProof="0">
                          <a:solidFill>
                            <a:srgbClr val="000000"/>
                          </a:solidFill>
                          <a:latin typeface="+mn-ea"/>
                          <a:ea typeface="+mn-ea"/>
                        </a:rPr>
                        <a:t>会議</a:t>
                      </a:r>
                      <a:endParaRPr kumimoji="1" lang="ja-JP" altLang="en-US" sz="1600">
                        <a:latin typeface="+mn-ea"/>
                        <a:ea typeface="+mn-ea"/>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mn-ea"/>
                          <a:ea typeface="+mn-ea"/>
                        </a:rPr>
                        <a:t>各</a:t>
                      </a:r>
                      <a:r>
                        <a:rPr kumimoji="1" lang="ja-JP" altLang="en-US" sz="1600">
                          <a:latin typeface="+mn-ea"/>
                          <a:ea typeface="+mn-ea"/>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523827">
                <a:tc>
                  <a:txBody>
                    <a:bodyPr/>
                    <a:lstStyle/>
                    <a:p>
                      <a:r>
                        <a:rPr kumimoji="1" lang="ja-JP" altLang="en-US" sz="1600">
                          <a:latin typeface="+mn-ea"/>
                          <a:ea typeface="+mn-ea"/>
                        </a:rPr>
                        <a:t>要件</a:t>
                      </a:r>
                      <a:r>
                        <a:rPr lang="ja-JP" altLang="en-US" sz="1600">
                          <a:latin typeface="+mn-ea"/>
                          <a:ea typeface="+mn-ea"/>
                        </a:rPr>
                        <a:t>検討</a:t>
                      </a:r>
                      <a:r>
                        <a:rPr kumimoji="1" lang="ja-JP" altLang="en-US" sz="1600">
                          <a:latin typeface="+mn-ea"/>
                          <a:ea typeface="+mn-ea"/>
                        </a:rPr>
                        <a:t>会議</a:t>
                      </a:r>
                      <a:endParaRPr kumimoji="1" lang="en-US" altLang="ja-JP" sz="1600" b="0">
                        <a:latin typeface="+mn-ea"/>
                        <a:ea typeface="+mn-ea"/>
                      </a:endParaRPr>
                    </a:p>
                  </a:txBody>
                  <a:tcPr marT="36000" marB="36000" anchor="ctr"/>
                </a:tc>
                <a:tc>
                  <a:txBody>
                    <a:bodyPr/>
                    <a:lstStyle/>
                    <a:p>
                      <a:pPr algn="ctr"/>
                      <a:r>
                        <a:rPr lang="ja-JP" altLang="en-US" sz="1600">
                          <a:latin typeface="+mn-ea"/>
                          <a:ea typeface="+mn-ea"/>
                        </a:rPr>
                        <a:t>週2回～</a:t>
                      </a:r>
                      <a:endParaRPr kumimoji="1" lang="en-US" altLang="ja-JP" sz="1600">
                        <a:latin typeface="+mn-ea"/>
                        <a:ea typeface="+mn-ea"/>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WEB</a:t>
                      </a:r>
                      <a:r>
                        <a:rPr kumimoji="1" lang="ja-JP" altLang="en-US" sz="1600">
                          <a:latin typeface="+mn-ea"/>
                          <a:ea typeface="+mn-ea"/>
                        </a:rPr>
                        <a:t>会議</a:t>
                      </a:r>
                    </a:p>
                  </a:txBody>
                  <a:tcPr marL="72000" marR="72000" marT="36000" marB="36000" anchor="ctr"/>
                </a:tc>
                <a:tc>
                  <a:txBody>
                    <a:bodyPr/>
                    <a:lstStyle/>
                    <a:p>
                      <a:pPr algn="ctr"/>
                      <a:r>
                        <a:rPr kumimoji="1" lang="ja-JP" altLang="en-US" sz="1600">
                          <a:latin typeface="+mn-ea"/>
                          <a:ea typeface="+mn-ea"/>
                        </a:rPr>
                        <a:t>弊社</a:t>
                      </a:r>
                      <a:endParaRPr kumimoji="1" lang="en-US" altLang="ja-JP" sz="1600">
                        <a:latin typeface="+mn-ea"/>
                        <a:ea typeface="+mn-ea"/>
                      </a:endParaRPr>
                    </a:p>
                  </a:txBody>
                  <a:tcPr marL="72000" marR="72000" marT="36000" marB="36000" anchor="ctr"/>
                </a:tc>
                <a:tc>
                  <a:txBody>
                    <a:bodyPr/>
                    <a:lstStyle/>
                    <a:p>
                      <a:pPr algn="l"/>
                      <a:r>
                        <a:rPr lang="ja-JP" altLang="en-US" sz="1600" dirty="0">
                          <a:latin typeface="+mn-ea"/>
                          <a:ea typeface="+mn-ea"/>
                        </a:rPr>
                        <a:t>不足事項の整理および確認</a:t>
                      </a:r>
                    </a:p>
                    <a:p>
                      <a:pPr lvl="0" algn="l">
                        <a:buNone/>
                      </a:pPr>
                      <a:r>
                        <a:rPr lang="ja-JP" altLang="en-US" sz="1600" dirty="0">
                          <a:latin typeface="+mn-ea"/>
                          <a:ea typeface="+mn-ea"/>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908A269C-96C2-23E1-8592-F94608BA50C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a:p>
        </p:txBody>
      </p:sp>
    </p:spTree>
    <p:extLst>
      <p:ext uri="{BB962C8B-B14F-4D97-AF65-F5344CB8AC3E}">
        <p14:creationId xmlns:p14="http://schemas.microsoft.com/office/powerpoint/2010/main" val="206295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lang="en-US" altLang="ja-JP"/>
              <a:t>3-8</a:t>
            </a:r>
            <a:r>
              <a:rPr kumimoji="1" lang="ja-JP" altLang="en-US"/>
              <a:t>．体制</a:t>
            </a:r>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12" idx="0"/>
          </p:cNvCxnSpPr>
          <p:nvPr/>
        </p:nvCxnSpPr>
        <p:spPr>
          <a:xfrm flipV="1">
            <a:off x="3597738" y="2066834"/>
            <a:ext cx="0" cy="50532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川名翔太</a:t>
              </a: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7" y="3747169"/>
            <a:ext cx="1814985"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藤崎弘己</a:t>
              </a:r>
              <a:r>
                <a:rPr lang="en-US" altLang="ja-JP" sz="1400">
                  <a:solidFill>
                    <a:srgbClr val="333333"/>
                  </a:solidFill>
                  <a:latin typeface="+mn-ea"/>
                </a:rPr>
                <a:t>(</a:t>
              </a:r>
              <a:r>
                <a:rPr lang="ja-JP" altLang="en-US" sz="1400">
                  <a:solidFill>
                    <a:srgbClr val="333333"/>
                  </a:solidFill>
                  <a:latin typeface="+mn-ea"/>
                </a:rPr>
                <a:t>仮</a:t>
              </a:r>
              <a:r>
                <a:rPr lang="en-US" altLang="ja-JP" sz="1400">
                  <a:solidFill>
                    <a:srgbClr val="333333"/>
                  </a:solidFill>
                  <a:latin typeface="+mn-ea"/>
                </a:rPr>
                <a:t>)</a:t>
              </a:r>
              <a:endParaRPr lang="ja-JP" altLang="en-US" sz="1400">
                <a:solidFill>
                  <a:srgbClr val="333333"/>
                </a:solidFill>
                <a:latin typeface="+mn-ea"/>
              </a:endParaRPr>
            </a:p>
          </p:txBody>
        </p:sp>
      </p:grpSp>
      <p:cxnSp>
        <p:nvCxnSpPr>
          <p:cNvPr id="48" name="直線コネクタ 47">
            <a:extLst>
              <a:ext uri="{FF2B5EF4-FFF2-40B4-BE49-F238E27FC236}">
                <a16:creationId xmlns:a16="http://schemas.microsoft.com/office/drawing/2014/main" id="{B02D2D4D-3924-332F-F7F5-F534F737B379}"/>
              </a:ext>
            </a:extLst>
          </p:cNvPr>
          <p:cNvCxnSpPr>
            <a:cxnSpLocks/>
            <a:endCxn id="44" idx="0"/>
          </p:cNvCxnSpPr>
          <p:nvPr/>
        </p:nvCxnSpPr>
        <p:spPr>
          <a:xfrm flipH="1">
            <a:off x="7955848" y="2073231"/>
            <a:ext cx="4" cy="167393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46448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stCxn id="87" idx="0"/>
            <a:endCxn id="47" idx="2"/>
          </p:cNvCxnSpPr>
          <p:nvPr/>
        </p:nvCxnSpPr>
        <p:spPr>
          <a:xfrm flipH="1" flipV="1">
            <a:off x="7955851" y="4306989"/>
            <a:ext cx="4007" cy="36118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澤田様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8" idx="1"/>
          </p:cNvCxnSpPr>
          <p:nvPr/>
        </p:nvCxnSpPr>
        <p:spPr>
          <a:xfrm>
            <a:off x="7955848" y="2875352"/>
            <a:ext cx="155109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mn-ea"/>
                </a:rPr>
                <a:t>品質向上委員会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48357" y="4668170"/>
            <a:ext cx="1818992" cy="1163566"/>
            <a:chOff x="6215483" y="4414071"/>
            <a:chExt cx="2597723" cy="2244744"/>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15483" y="4871425"/>
              <a:ext cx="2591996" cy="178739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mn-ea"/>
                </a:rPr>
                <a:t>TBD</a:t>
              </a:r>
            </a:p>
            <a:p>
              <a:pPr algn="ctr">
                <a:spcAft>
                  <a:spcPts val="600"/>
                </a:spcAft>
              </a:pPr>
              <a:r>
                <a:rPr lang="ja-JP" altLang="en-US" sz="1400" kern="0">
                  <a:solidFill>
                    <a:prstClr val="black"/>
                  </a:solidFill>
                  <a:latin typeface="+mn-ea"/>
                </a:rPr>
                <a:t>ブリッジ</a:t>
              </a:r>
              <a:r>
                <a:rPr lang="en-US" altLang="ja-JP" sz="1400" kern="0">
                  <a:solidFill>
                    <a:schemeClr val="tx1"/>
                  </a:solidFill>
                  <a:latin typeface="+mn-ea"/>
                </a:rPr>
                <a:t>SE</a:t>
              </a:r>
            </a:p>
            <a:p>
              <a:pPr lvl="0" algn="ctr" defTabSz="914400">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sp>
        <p:nvSpPr>
          <p:cNvPr id="12" name="正方形/長方形 11">
            <a:extLst>
              <a:ext uri="{FF2B5EF4-FFF2-40B4-BE49-F238E27FC236}">
                <a16:creationId xmlns:a16="http://schemas.microsoft.com/office/drawing/2014/main" id="{4BE8B883-A622-80E0-591D-30454989A35B}"/>
              </a:ext>
            </a:extLst>
          </p:cNvPr>
          <p:cNvSpPr/>
          <p:nvPr/>
        </p:nvSpPr>
        <p:spPr>
          <a:xfrm>
            <a:off x="2579181" y="2572162"/>
            <a:ext cx="2037113" cy="53494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PM</a:t>
            </a:r>
            <a:endParaRPr kumimoji="1" lang="ja-JP" altLang="en-US" sz="1400">
              <a:solidFill>
                <a:schemeClr val="tx1"/>
              </a:solidFill>
              <a:latin typeface="+mn-ea"/>
            </a:endParaRPr>
          </a:p>
        </p:txBody>
      </p: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a:p>
        </p:txBody>
      </p:sp>
      <p:grpSp>
        <p:nvGrpSpPr>
          <p:cNvPr id="36" name="グループ化 35">
            <a:extLst>
              <a:ext uri="{FF2B5EF4-FFF2-40B4-BE49-F238E27FC236}">
                <a16:creationId xmlns:a16="http://schemas.microsoft.com/office/drawing/2014/main" id="{74BE4F1A-CB53-048B-FB84-5853BC955DAB}"/>
              </a:ext>
            </a:extLst>
          </p:cNvPr>
          <p:cNvGrpSpPr/>
          <p:nvPr/>
        </p:nvGrpSpPr>
        <p:grpSpPr>
          <a:xfrm>
            <a:off x="695243" y="3569049"/>
            <a:ext cx="1043640" cy="559820"/>
            <a:chOff x="719999" y="2952000"/>
            <a:chExt cx="2304000" cy="720000"/>
          </a:xfrm>
        </p:grpSpPr>
        <p:sp>
          <p:nvSpPr>
            <p:cNvPr id="37" name="正方形/長方形 36">
              <a:extLst>
                <a:ext uri="{FF2B5EF4-FFF2-40B4-BE49-F238E27FC236}">
                  <a16:creationId xmlns:a16="http://schemas.microsoft.com/office/drawing/2014/main" id="{6047EE92-E8BB-2DBA-0F69-181A834BA67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各拠点</a:t>
              </a:r>
            </a:p>
          </p:txBody>
        </p:sp>
        <p:sp>
          <p:nvSpPr>
            <p:cNvPr id="45" name="正方形/長方形 44">
              <a:extLst>
                <a:ext uri="{FF2B5EF4-FFF2-40B4-BE49-F238E27FC236}">
                  <a16:creationId xmlns:a16="http://schemas.microsoft.com/office/drawing/2014/main" id="{92676E90-1279-4030-7671-A3F47384D57B}"/>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sp>
        <p:nvSpPr>
          <p:cNvPr id="50" name="正方形/長方形 49">
            <a:extLst>
              <a:ext uri="{FF2B5EF4-FFF2-40B4-BE49-F238E27FC236}">
                <a16:creationId xmlns:a16="http://schemas.microsoft.com/office/drawing/2014/main" id="{426508EE-2ADE-384D-8539-61519118E192}"/>
              </a:ext>
            </a:extLst>
          </p:cNvPr>
          <p:cNvSpPr/>
          <p:nvPr/>
        </p:nvSpPr>
        <p:spPr>
          <a:xfrm>
            <a:off x="2579180" y="3580644"/>
            <a:ext cx="2037113" cy="548225"/>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担当者</a:t>
            </a:r>
          </a:p>
        </p:txBody>
      </p:sp>
      <p:cxnSp>
        <p:nvCxnSpPr>
          <p:cNvPr id="52" name="直線コネクタ 51">
            <a:extLst>
              <a:ext uri="{FF2B5EF4-FFF2-40B4-BE49-F238E27FC236}">
                <a16:creationId xmlns:a16="http://schemas.microsoft.com/office/drawing/2014/main" id="{53C5D386-012F-B920-5ECE-044F4C5EC6EF}"/>
              </a:ext>
            </a:extLst>
          </p:cNvPr>
          <p:cNvCxnSpPr>
            <a:cxnSpLocks/>
            <a:endCxn id="50" idx="0"/>
          </p:cNvCxnSpPr>
          <p:nvPr/>
        </p:nvCxnSpPr>
        <p:spPr>
          <a:xfrm flipH="1">
            <a:off x="3597737" y="3107111"/>
            <a:ext cx="1" cy="47353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593296-E647-B47B-D1F7-01FC1089A4AE}"/>
              </a:ext>
            </a:extLst>
          </p:cNvPr>
          <p:cNvCxnSpPr>
            <a:cxnSpLocks/>
            <a:stCxn id="45" idx="3"/>
          </p:cNvCxnSpPr>
          <p:nvPr/>
        </p:nvCxnSpPr>
        <p:spPr>
          <a:xfrm flipV="1">
            <a:off x="1738883" y="3975640"/>
            <a:ext cx="84029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13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lang="en-US" altLang="ja-JP"/>
              <a:t>3-9</a:t>
            </a:r>
            <a:r>
              <a:rPr kumimoji="1" lang="ja-JP" altLang="en-US"/>
              <a:t>．役割および責任・権限</a:t>
            </a:r>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1476371787"/>
              </p:ext>
            </p:extLst>
          </p:nvPr>
        </p:nvGraphicFramePr>
        <p:xfrm>
          <a:off x="576000" y="1276181"/>
          <a:ext cx="11041199" cy="347472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mn-ea"/>
                          <a:ea typeface="+mn-ea"/>
                        </a:rPr>
                        <a:t>役割</a:t>
                      </a:r>
                      <a:endParaRPr kumimoji="1" lang="ja-JP" altLang="en-US" sz="1600" b="1">
                        <a:solidFill>
                          <a:schemeClr val="bg1"/>
                        </a:solidFill>
                        <a:latin typeface="+mn-ea"/>
                        <a:ea typeface="+mn-ea"/>
                      </a:endParaRPr>
                    </a:p>
                  </a:txBody>
                  <a:tcPr anchor="ctr">
                    <a:solidFill>
                      <a:schemeClr val="accent1"/>
                    </a:solidFill>
                  </a:tcPr>
                </a:tc>
                <a:tc>
                  <a:txBody>
                    <a:bodyPr/>
                    <a:lstStyle/>
                    <a:p>
                      <a:r>
                        <a:rPr kumimoji="1" lang="ja-JP" altLang="en-US" sz="1600">
                          <a:solidFill>
                            <a:schemeClr val="bg1"/>
                          </a:solidFill>
                          <a:latin typeface="+mn-ea"/>
                          <a:ea typeface="+mn-ea"/>
                        </a:rPr>
                        <a:t>作業範囲</a:t>
                      </a:r>
                      <a:endParaRPr kumimoji="1" lang="ja-JP" altLang="en-US" sz="1600" b="1">
                        <a:solidFill>
                          <a:schemeClr val="bg1"/>
                        </a:solidFill>
                        <a:latin typeface="+mn-ea"/>
                        <a:ea typeface="+mn-ea"/>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mn-ea"/>
                          <a:ea typeface="+mn-ea"/>
                        </a:rPr>
                        <a:t>プロジェクト責任者</a:t>
                      </a:r>
                      <a:endParaRPr kumimoji="1" lang="ja-JP" altLang="en-US" sz="1600">
                        <a:solidFill>
                          <a:schemeClr val="tx1"/>
                        </a:solidFill>
                        <a:latin typeface="+mn-ea"/>
                        <a:ea typeface="+mn-ea"/>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dirty="0">
                          <a:ln>
                            <a:noFill/>
                          </a:ln>
                          <a:effectLst/>
                          <a:latin typeface="+mn-ea"/>
                          <a:ea typeface="+mn-ea"/>
                        </a:rPr>
                        <a:t>全体方針と優先度を決定し承認する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dirty="0">
                          <a:ln>
                            <a:noFill/>
                          </a:ln>
                          <a:effectLst/>
                          <a:latin typeface="+mn-ea"/>
                          <a:ea typeface="+mn-ea"/>
                        </a:rPr>
                        <a:t>予算・納期・体制の最終責任を負う</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dirty="0">
                          <a:ln>
                            <a:noFill/>
                          </a:ln>
                          <a:effectLst/>
                          <a:latin typeface="+mn-ea"/>
                          <a:ea typeface="+mn-ea"/>
                        </a:rPr>
                        <a:t>重要意思決定とエスカレーションを裁定する</a:t>
                      </a:r>
                      <a:endParaRPr kumimoji="0" lang="ja-JP" altLang="en-US" sz="1600" b="0" i="1" u="none" strike="noStrike" cap="none" normalizeH="0" baseline="0" dirty="0">
                        <a:ln>
                          <a:noFill/>
                        </a:ln>
                        <a:solidFill>
                          <a:schemeClr val="tx1"/>
                        </a:solidFill>
                        <a:effectLst/>
                        <a:latin typeface="+mn-ea"/>
                        <a:ea typeface="+mn-ea"/>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a:latin typeface="+mn-ea"/>
                          <a:ea typeface="+mn-ea"/>
                        </a:rPr>
                        <a:t>プロジェクト</a:t>
                      </a:r>
                      <a:endParaRPr kumimoji="1" lang="en-US" altLang="ja-JP" sz="1600">
                        <a:latin typeface="+mn-ea"/>
                        <a:ea typeface="+mn-ea"/>
                      </a:endParaRPr>
                    </a:p>
                    <a:p>
                      <a:r>
                        <a:rPr kumimoji="1" lang="ja-JP" altLang="en-US" sz="1600">
                          <a:latin typeface="+mn-ea"/>
                          <a:ea typeface="+mn-ea"/>
                        </a:rPr>
                        <a:t>マネージャー</a:t>
                      </a:r>
                      <a:endParaRPr kumimoji="1" lang="en-US" altLang="ja-JP" sz="1600">
                        <a:latin typeface="+mn-ea"/>
                        <a:ea typeface="+mn-ea"/>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mn-ea"/>
                          <a:ea typeface="+mn-ea"/>
                        </a:rPr>
                        <a:t>目標・範囲・予算・スケジュールを統制する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mn-ea"/>
                          <a:ea typeface="+mn-ea"/>
                        </a:rPr>
                        <a:t>進行管理（品質・変更・課題・リスク・構成）を徹底する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mn-ea"/>
                          <a:ea typeface="+mn-ea"/>
                        </a:rPr>
                        <a:t>決定事項の周知と関係者コミュニケーションを設計する</a:t>
                      </a:r>
                      <a:endParaRPr kumimoji="0" lang="en-US" altLang="ja-JP" sz="1600" b="0" i="0" u="none" strike="noStrike" cap="none" normalizeH="0" baseline="0">
                        <a:ln>
                          <a:noFill/>
                        </a:ln>
                        <a:solidFill>
                          <a:srgbClr val="000000"/>
                        </a:solidFill>
                        <a:effectLst/>
                        <a:latin typeface="+mn-ea"/>
                        <a:ea typeface="+mn-ea"/>
                        <a:cs typeface="Meiryo UI" pitchFamily="50" charset="-128"/>
                      </a:endParaRPr>
                    </a:p>
                  </a:txBody>
                  <a:tcPr marL="144000" anchor="ctr"/>
                </a:tc>
                <a:extLst>
                  <a:ext uri="{0D108BD9-81ED-4DB2-BD59-A6C34878D82A}">
                    <a16:rowId xmlns:a16="http://schemas.microsoft.com/office/drawing/2014/main" val="4185347885"/>
                  </a:ext>
                </a:extLst>
              </a:tr>
              <a:tr h="207092">
                <a:tc>
                  <a:txBody>
                    <a:bodyPr/>
                    <a:lstStyle/>
                    <a:p>
                      <a:r>
                        <a:rPr kumimoji="1" lang="ja-JP" altLang="en-US" sz="1600">
                          <a:latin typeface="+mn-ea"/>
                          <a:ea typeface="+mn-ea"/>
                        </a:rPr>
                        <a:t>メンバー</a:t>
                      </a:r>
                      <a:endParaRPr kumimoji="1" lang="ja-JP" altLang="en-US" sz="1600">
                        <a:solidFill>
                          <a:schemeClr val="tx1"/>
                        </a:solidFill>
                        <a:latin typeface="+mn-ea"/>
                        <a:ea typeface="+mn-ea"/>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mn-ea"/>
                          <a:ea typeface="+mn-ea"/>
                        </a:rPr>
                        <a:t>各リーダー指示に基づき設計・実装・テストを遂行する</a:t>
                      </a:r>
                      <a:endParaRPr kumimoji="0" lang="ja-JP" altLang="en-US" sz="1600" b="0" i="0" u="none" strike="noStrike" cap="none" normalizeH="0" baseline="0">
                        <a:ln>
                          <a:noFill/>
                        </a:ln>
                        <a:solidFill>
                          <a:schemeClr val="tx1"/>
                        </a:solidFill>
                        <a:effectLst/>
                        <a:latin typeface="+mn-ea"/>
                        <a:ea typeface="+mn-ea"/>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mn-ea"/>
                          <a:ea typeface="+mn-ea"/>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n-ea"/>
                          <a:ea typeface="+mn-ea"/>
                          <a:cs typeface="Meiryo UI" pitchFamily="50" charset="-128"/>
                        </a:rPr>
                        <a:t>局面レビューの実施する</a:t>
                      </a:r>
                      <a:endParaRPr kumimoji="0" lang="en-US" altLang="ja-JP" sz="1600" b="0" i="0" u="none" strike="noStrike" cap="none" normalizeH="0" baseline="0">
                        <a:ln>
                          <a:noFill/>
                        </a:ln>
                        <a:solidFill>
                          <a:schemeClr val="tx1"/>
                        </a:solidFill>
                        <a:effectLst/>
                        <a:latin typeface="+mn-ea"/>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n-ea"/>
                          <a:ea typeface="+mn-ea"/>
                          <a:cs typeface="Meiryo UI" pitchFamily="50" charset="-128"/>
                        </a:rPr>
                        <a:t>品質改善活動の支援する</a:t>
                      </a: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mn-ea"/>
                          <a:ea typeface="+mn-ea"/>
                        </a:rPr>
                        <a:t>営業</a:t>
                      </a:r>
                      <a:endParaRPr kumimoji="1" lang="ja-JP" altLang="en-US" sz="1600">
                        <a:solidFill>
                          <a:schemeClr val="tx1"/>
                        </a:solidFill>
                        <a:latin typeface="+mn-ea"/>
                        <a:ea typeface="+mn-ea"/>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mn-ea"/>
                          <a:ea typeface="+mn-ea"/>
                        </a:rPr>
                        <a:t>契約管理（条件調整、契約書締結、変更契約）を担当する</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mn-ea"/>
                          <a:ea typeface="+mn-ea"/>
                        </a:rPr>
                        <a:t>顧客窓口としてクレーム対応を行う</a:t>
                      </a:r>
                      <a:endParaRPr kumimoji="0" lang="ja-JP" altLang="en-US" sz="1600" b="0" i="0" u="none" strike="noStrike" cap="none" normalizeH="0" baseline="0" dirty="0">
                        <a:ln>
                          <a:noFill/>
                        </a:ln>
                        <a:solidFill>
                          <a:schemeClr val="tx1"/>
                        </a:solidFill>
                        <a:effectLst/>
                        <a:latin typeface="+mn-ea"/>
                        <a:ea typeface="+mn-ea"/>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88734-AB75-0245-BBC1-D642780282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77C6D0-17BB-062A-8367-801CF8E25641}"/>
              </a:ext>
            </a:extLst>
          </p:cNvPr>
          <p:cNvSpPr>
            <a:spLocks noGrp="1"/>
          </p:cNvSpPr>
          <p:nvPr>
            <p:ph type="title"/>
          </p:nvPr>
        </p:nvSpPr>
        <p:spPr/>
        <p:txBody>
          <a:bodyPr/>
          <a:lstStyle/>
          <a:p>
            <a:r>
              <a:rPr lang="en-US" altLang="ja-JP"/>
              <a:t>3-10</a:t>
            </a:r>
            <a:r>
              <a:rPr lang="ja-JP" altLang="en-US"/>
              <a:t>．納品物</a:t>
            </a:r>
            <a:endParaRPr kumimoji="1" lang="ja-JP" altLang="en-US"/>
          </a:p>
        </p:txBody>
      </p:sp>
      <p:sp>
        <p:nvSpPr>
          <p:cNvPr id="5" name="フッター プレースホルダー 4">
            <a:extLst>
              <a:ext uri="{FF2B5EF4-FFF2-40B4-BE49-F238E27FC236}">
                <a16:creationId xmlns:a16="http://schemas.microsoft.com/office/drawing/2014/main" id="{4C1B3F2F-FE5D-A98E-47C7-7E3D5DA751F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a:extLst>
              <a:ext uri="{FF2B5EF4-FFF2-40B4-BE49-F238E27FC236}">
                <a16:creationId xmlns:a16="http://schemas.microsoft.com/office/drawing/2014/main" id="{4567851D-75F9-E10E-54F6-2F4FAB9DAE2A}"/>
              </a:ext>
            </a:extLst>
          </p:cNvPr>
          <p:cNvGraphicFramePr>
            <a:graphicFrameLocks/>
          </p:cNvGraphicFramePr>
          <p:nvPr>
            <p:extLst>
              <p:ext uri="{D42A27DB-BD31-4B8C-83A1-F6EECF244321}">
                <p14:modId xmlns:p14="http://schemas.microsoft.com/office/powerpoint/2010/main" val="4210415785"/>
              </p:ext>
            </p:extLst>
          </p:nvPr>
        </p:nvGraphicFramePr>
        <p:xfrm>
          <a:off x="576000" y="936000"/>
          <a:ext cx="11052000" cy="45834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7452000">
                  <a:extLst>
                    <a:ext uri="{9D8B030D-6E8A-4147-A177-3AD203B41FA5}">
                      <a16:colId xmlns:a16="http://schemas.microsoft.com/office/drawing/2014/main" val="20001"/>
                    </a:ext>
                  </a:extLst>
                </a:gridCol>
              </a:tblGrid>
              <a:tr h="265439">
                <a:tc>
                  <a:txBody>
                    <a:bodyPr/>
                    <a:lstStyle/>
                    <a:p>
                      <a:r>
                        <a:rPr kumimoji="1" lang="ja-JP" altLang="en-US" sz="1600" b="1"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2800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要件定義書（機能要件、非機能要件）</a:t>
                      </a:r>
                      <a:endParaRPr kumimoji="1" lang="en-US" altLang="ja-JP" sz="1600" b="0" i="0" u="none" strike="noStrike" baseline="0" noProof="0">
                        <a:solidFill>
                          <a:srgbClr val="000000"/>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業務フロー</a:t>
                      </a:r>
                      <a:r>
                        <a:rPr kumimoji="1" lang="ja-JP" altLang="en-US" sz="1600" b="0">
                          <a:latin typeface="+mn-ea"/>
                          <a:ea typeface="+mn-ea"/>
                        </a:rPr>
                        <a:t>、</a:t>
                      </a:r>
                      <a:r>
                        <a:rPr lang="ja-JP" altLang="en-US" sz="1600" b="0">
                          <a:latin typeface="+mn-ea"/>
                          <a:ea typeface="+mn-ea"/>
                        </a:rPr>
                        <a:t>テスト計画書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5700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画面一覧、画面項目定義書、アプリケーション処理方式</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700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結合テスト仕様書兼成績書、ユーザ操作マニュアル（仮）</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5700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システムテスト仕様書兼成績書、ユーザ操作マニュアル（最終版）</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5700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576139"/>
                  </a:ext>
                </a:extLst>
              </a:tr>
            </a:tbl>
          </a:graphicData>
        </a:graphic>
      </p:graphicFrame>
      <p:sp>
        <p:nvSpPr>
          <p:cNvPr id="3" name="スライド番号プレースホルダー 3">
            <a:extLst>
              <a:ext uri="{FF2B5EF4-FFF2-40B4-BE49-F238E27FC236}">
                <a16:creationId xmlns:a16="http://schemas.microsoft.com/office/drawing/2014/main" id="{5979CF7D-897E-066C-AB4E-C7B20BDED9E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21</a:t>
            </a:fld>
            <a:endParaRPr kumimoji="1" lang="ja-JP" altLang="en-US" sz="700"/>
          </a:p>
        </p:txBody>
      </p:sp>
    </p:spTree>
    <p:extLst>
      <p:ext uri="{BB962C8B-B14F-4D97-AF65-F5344CB8AC3E}">
        <p14:creationId xmlns:p14="http://schemas.microsoft.com/office/powerpoint/2010/main" val="892140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3670DF5-B581-47DF-2255-5381E9620CE3}"/>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76955FA-0968-556D-6105-DFFEFFCAF4DB}"/>
              </a:ext>
            </a:extLst>
          </p:cNvPr>
          <p:cNvSpPr>
            <a:spLocks noGrp="1"/>
          </p:cNvSpPr>
          <p:nvPr>
            <p:ph type="title"/>
          </p:nvPr>
        </p:nvSpPr>
        <p:spPr/>
        <p:txBody>
          <a:bodyPr/>
          <a:lstStyle/>
          <a:p>
            <a:r>
              <a:rPr lang="ja-JP" altLang="en-US" dirty="0"/>
              <a:t>お見積り</a:t>
            </a:r>
            <a:endParaRPr kumimoji="1" lang="ja-JP" altLang="en-US" dirty="0"/>
          </a:p>
        </p:txBody>
      </p:sp>
    </p:spTree>
    <p:extLst>
      <p:ext uri="{BB962C8B-B14F-4D97-AF65-F5344CB8AC3E}">
        <p14:creationId xmlns:p14="http://schemas.microsoft.com/office/powerpoint/2010/main" val="2389340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lang="en-US" altLang="ja-JP" dirty="0">
                <a:latin typeface="游明朝"/>
                <a:ea typeface="游明朝"/>
              </a:rPr>
              <a:t>4</a:t>
            </a:r>
            <a:r>
              <a:rPr kumimoji="1" lang="en-US" altLang="ja-JP" dirty="0">
                <a:latin typeface="游明朝"/>
                <a:ea typeface="游明朝"/>
              </a:rPr>
              <a:t>-1</a:t>
            </a:r>
            <a:r>
              <a:rPr kumimoji="1" lang="ja-JP" altLang="en-US" dirty="0">
                <a:latin typeface="游明朝"/>
                <a:ea typeface="游明朝"/>
              </a:rPr>
              <a:t>．お見積り</a:t>
            </a:r>
            <a:r>
              <a:rPr lang="ja-JP" altLang="en-US" dirty="0">
                <a:latin typeface="游明朝"/>
                <a:ea typeface="游明朝"/>
              </a:rPr>
              <a:t>(パターン①)</a:t>
            </a:r>
            <a:endParaRPr kumimoji="1" lang="ja-JP" altLang="en-US" dirty="0"/>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1351407427"/>
              </p:ext>
            </p:extLst>
          </p:nvPr>
        </p:nvGraphicFramePr>
        <p:xfrm>
          <a:off x="516000" y="936000"/>
          <a:ext cx="11159999" cy="470784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5,060,000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6,460,000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詳細設計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製造</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単体テスト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9,220,000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8,470,000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7,000,000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29.3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33,730,000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5,060,000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6,460,000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2,530,000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3,230,000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43.3</a:t>
                      </a:r>
                      <a:r>
                        <a:rPr lang="ja-JP" altLang="en-US" sz="1600" b="1" i="0" u="none" strike="noStrike">
                          <a:solidFill>
                            <a:srgbClr val="000000"/>
                          </a:solidFill>
                          <a:effectLst/>
                          <a:latin typeface="+mn-ea"/>
                          <a:ea typeface="+mn-ea"/>
                        </a:rPr>
                        <a:t>人月</a:t>
                      </a:r>
                      <a:endParaRPr lang="en-US" altLang="ja-JP" sz="1600" b="1" i="0" u="none" strike="noStrike">
                        <a:solidFill>
                          <a:srgbClr val="000000"/>
                        </a:solidFill>
                        <a:effectLst/>
                        <a:latin typeface="+mn-ea"/>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49,880,000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56EF6269-EB4C-99A1-5D3E-920593724ED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23</a:t>
            </a:fld>
            <a:endParaRPr kumimoji="1" lang="ja-JP" altLang="en-US" sz="700"/>
          </a:p>
        </p:txBody>
      </p:sp>
    </p:spTree>
    <p:extLst>
      <p:ext uri="{BB962C8B-B14F-4D97-AF65-F5344CB8AC3E}">
        <p14:creationId xmlns:p14="http://schemas.microsoft.com/office/powerpoint/2010/main" val="960822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5CB7-811E-B65C-0721-DCDA0A6726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C91804-91F9-3D42-D95B-1A5B917AB01D}"/>
              </a:ext>
            </a:extLst>
          </p:cNvPr>
          <p:cNvSpPr>
            <a:spLocks noGrp="1"/>
          </p:cNvSpPr>
          <p:nvPr>
            <p:ph type="title"/>
          </p:nvPr>
        </p:nvSpPr>
        <p:spPr/>
        <p:txBody>
          <a:bodyPr/>
          <a:lstStyle/>
          <a:p>
            <a:r>
              <a:rPr lang="en-US" altLang="ja-JP" dirty="0">
                <a:latin typeface="游明朝"/>
                <a:ea typeface="游明朝"/>
              </a:rPr>
              <a:t>4</a:t>
            </a:r>
            <a:r>
              <a:rPr kumimoji="1" lang="en-US" altLang="ja-JP" dirty="0">
                <a:latin typeface="游明朝"/>
                <a:ea typeface="游明朝"/>
              </a:rPr>
              <a:t>-1</a:t>
            </a:r>
            <a:r>
              <a:rPr kumimoji="1" lang="ja-JP" altLang="en-US" dirty="0">
                <a:latin typeface="游明朝"/>
                <a:ea typeface="游明朝"/>
              </a:rPr>
              <a:t>．お見積り</a:t>
            </a:r>
            <a:r>
              <a:rPr lang="ja-JP" dirty="0">
                <a:latin typeface="游明朝"/>
                <a:ea typeface="游明朝"/>
              </a:rPr>
              <a:t>(パターン</a:t>
            </a:r>
            <a:r>
              <a:rPr lang="ja-JP" altLang="en-US" dirty="0">
                <a:latin typeface="游明朝"/>
                <a:ea typeface="游明朝"/>
              </a:rPr>
              <a:t>② </a:t>
            </a:r>
            <a:r>
              <a:rPr lang="en-US" altLang="ja-JP" dirty="0">
                <a:latin typeface="游明朝"/>
                <a:ea typeface="游明朝"/>
              </a:rPr>
              <a:t>VB6</a:t>
            </a:r>
            <a:r>
              <a:rPr lang="ja-JP" altLang="en-US" dirty="0">
                <a:latin typeface="游明朝"/>
                <a:ea typeface="游明朝"/>
              </a:rPr>
              <a:t>のみ</a:t>
            </a:r>
            <a:r>
              <a:rPr lang="ja-JP" dirty="0">
                <a:latin typeface="游明朝"/>
                <a:ea typeface="游明朝"/>
              </a:rPr>
              <a:t>)</a:t>
            </a:r>
            <a:endParaRPr lang="ja-JP" dirty="0">
              <a:solidFill>
                <a:srgbClr val="000000"/>
              </a:solidFill>
              <a:latin typeface="游明朝"/>
              <a:ea typeface="游明朝"/>
            </a:endParaRPr>
          </a:p>
        </p:txBody>
      </p:sp>
      <p:sp>
        <p:nvSpPr>
          <p:cNvPr id="4" name="フッター プレースホルダー 3">
            <a:extLst>
              <a:ext uri="{FF2B5EF4-FFF2-40B4-BE49-F238E27FC236}">
                <a16:creationId xmlns:a16="http://schemas.microsoft.com/office/drawing/2014/main" id="{9A95B57D-CE53-D294-1C4B-6FD172BEA6B8}"/>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5DCA5465-FC38-DD39-078A-FBD27EB882BE}"/>
              </a:ext>
            </a:extLst>
          </p:cNvPr>
          <p:cNvGraphicFramePr>
            <a:graphicFrameLocks noGrp="1"/>
          </p:cNvGraphicFramePr>
          <p:nvPr>
            <p:extLst>
              <p:ext uri="{D42A27DB-BD31-4B8C-83A1-F6EECF244321}">
                <p14:modId xmlns:p14="http://schemas.microsoft.com/office/powerpoint/2010/main" val="2513425853"/>
              </p:ext>
            </p:extLst>
          </p:nvPr>
        </p:nvGraphicFramePr>
        <p:xfrm>
          <a:off x="516000" y="936000"/>
          <a:ext cx="11159999" cy="470784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1.1</a:t>
                      </a:r>
                      <a:endParaRPr lang="en-US">
                        <a:latin typeface="+mn-ea"/>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1,630,000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詳細設計</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製造</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単体テスト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1,760,000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2.4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2,640,000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2,090,000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1,820,000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7.2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8,310,000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1,210,000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1,630,000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660,000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mn-ea"/>
                          <a:ea typeface="+mn-ea"/>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n-ea"/>
                          <a:ea typeface="+mn-ea"/>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10.8</a:t>
                      </a:r>
                      <a:r>
                        <a:rPr lang="ja-JP" altLang="en-US" sz="1600" b="1" i="0" u="none" strike="noStrike">
                          <a:solidFill>
                            <a:srgbClr val="000000"/>
                          </a:solidFill>
                          <a:effectLst/>
                          <a:latin typeface="+mn-ea"/>
                          <a:ea typeface="+mn-ea"/>
                        </a:rPr>
                        <a:t>人月</a:t>
                      </a:r>
                      <a:endParaRPr lang="en-US" altLang="ja-JP" sz="1600" b="1" i="0" u="none" strike="noStrike">
                        <a:solidFill>
                          <a:srgbClr val="000000"/>
                        </a:solidFill>
                        <a:effectLst/>
                        <a:latin typeface="+mn-ea"/>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12,510,000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CB9B5806-2B92-A31B-BE30-29485EE5554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24</a:t>
            </a:fld>
            <a:endParaRPr kumimoji="1" lang="ja-JP" altLang="en-US" sz="700"/>
          </a:p>
        </p:txBody>
      </p:sp>
    </p:spTree>
    <p:extLst>
      <p:ext uri="{BB962C8B-B14F-4D97-AF65-F5344CB8AC3E}">
        <p14:creationId xmlns:p14="http://schemas.microsoft.com/office/powerpoint/2010/main" val="3548432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56DE28E-57E5-A2C3-577C-1AD560DDF812}"/>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AA851CD9-9913-3762-7174-D4567AFEEBE5}"/>
              </a:ext>
            </a:extLst>
          </p:cNvPr>
          <p:cNvSpPr>
            <a:spLocks noGrp="1"/>
          </p:cNvSpPr>
          <p:nvPr>
            <p:ph type="title"/>
          </p:nvPr>
        </p:nvSpPr>
        <p:spPr/>
        <p:txBody>
          <a:bodyPr/>
          <a:lstStyle/>
          <a:p>
            <a:r>
              <a:rPr lang="ja-JP" altLang="en-US" dirty="0"/>
              <a:t>概算お見積り</a:t>
            </a:r>
            <a:r>
              <a:rPr lang="en-US" altLang="ja-JP" dirty="0"/>
              <a:t>(</a:t>
            </a:r>
            <a:r>
              <a:rPr lang="ja-JP" altLang="en-US" dirty="0"/>
              <a:t>運用・保守</a:t>
            </a:r>
            <a:r>
              <a:rPr lang="en-US" altLang="ja-JP" dirty="0"/>
              <a:t>)</a:t>
            </a:r>
            <a:endParaRPr kumimoji="1" lang="ja-JP" altLang="en-US" dirty="0"/>
          </a:p>
        </p:txBody>
      </p:sp>
    </p:spTree>
    <p:extLst>
      <p:ext uri="{BB962C8B-B14F-4D97-AF65-F5344CB8AC3E}">
        <p14:creationId xmlns:p14="http://schemas.microsoft.com/office/powerpoint/2010/main" val="3254451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086D-F58B-EC4B-693B-28BDC98D23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70C52-B1E4-2C7E-5EB0-A0277EC9EC59}"/>
              </a:ext>
            </a:extLst>
          </p:cNvPr>
          <p:cNvSpPr>
            <a:spLocks noGrp="1"/>
          </p:cNvSpPr>
          <p:nvPr>
            <p:ph type="title"/>
          </p:nvPr>
        </p:nvSpPr>
        <p:spPr/>
        <p:txBody>
          <a:bodyPr/>
          <a:lstStyle/>
          <a:p>
            <a:r>
              <a:rPr lang="en-US" altLang="ja-JP" dirty="0">
                <a:latin typeface="游明朝"/>
                <a:ea typeface="游明朝"/>
              </a:rPr>
              <a:t>5</a:t>
            </a:r>
            <a:r>
              <a:rPr kumimoji="1" lang="en-US" altLang="ja-JP" dirty="0">
                <a:latin typeface="游明朝"/>
                <a:ea typeface="游明朝"/>
              </a:rPr>
              <a:t>-1</a:t>
            </a:r>
            <a:r>
              <a:rPr kumimoji="1" lang="ja-JP" altLang="en-US" dirty="0">
                <a:latin typeface="游明朝"/>
                <a:ea typeface="游明朝"/>
              </a:rPr>
              <a:t>．</a:t>
            </a:r>
            <a:r>
              <a:rPr lang="ja-JP" altLang="en-US" dirty="0">
                <a:latin typeface="游明朝"/>
                <a:ea typeface="游明朝"/>
              </a:rPr>
              <a:t>概算</a:t>
            </a:r>
            <a:r>
              <a:rPr kumimoji="1" lang="ja-JP" altLang="en-US" dirty="0">
                <a:latin typeface="游明朝"/>
                <a:ea typeface="游明朝"/>
              </a:rPr>
              <a:t>お見積り（運用</a:t>
            </a:r>
            <a:r>
              <a:rPr lang="ja-JP" altLang="en-US" dirty="0">
                <a:latin typeface="游明朝"/>
                <a:ea typeface="游明朝"/>
              </a:rPr>
              <a:t>・</a:t>
            </a:r>
            <a:r>
              <a:rPr kumimoji="1" lang="ja-JP" altLang="en-US" dirty="0">
                <a:latin typeface="游明朝"/>
                <a:ea typeface="游明朝"/>
              </a:rPr>
              <a:t>保守）</a:t>
            </a:r>
            <a:r>
              <a:rPr lang="ja-JP" dirty="0">
                <a:latin typeface="游明朝"/>
                <a:ea typeface="游明朝"/>
              </a:rPr>
              <a:t>(パターン①)</a:t>
            </a:r>
            <a:endParaRPr lang="ja-JP" dirty="0">
              <a:solidFill>
                <a:srgbClr val="000000"/>
              </a:solidFill>
              <a:latin typeface="游明朝"/>
              <a:ea typeface="游明朝"/>
            </a:endParaRPr>
          </a:p>
        </p:txBody>
      </p:sp>
      <p:sp>
        <p:nvSpPr>
          <p:cNvPr id="4" name="フッター プレースホルダー 3">
            <a:extLst>
              <a:ext uri="{FF2B5EF4-FFF2-40B4-BE49-F238E27FC236}">
                <a16:creationId xmlns:a16="http://schemas.microsoft.com/office/drawing/2014/main" id="{3436EFCC-EA41-1C9B-B9A6-ED1DE93D9331}"/>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FB050304-A886-0018-86D5-A1E10AFD94CE}"/>
              </a:ext>
            </a:extLst>
          </p:cNvPr>
          <p:cNvGraphicFramePr>
            <a:graphicFrameLocks noGrp="1"/>
          </p:cNvGraphicFramePr>
          <p:nvPr>
            <p:extLst>
              <p:ext uri="{D42A27DB-BD31-4B8C-83A1-F6EECF244321}">
                <p14:modId xmlns:p14="http://schemas.microsoft.com/office/powerpoint/2010/main" val="2816996884"/>
              </p:ext>
            </p:extLst>
          </p:nvPr>
        </p:nvGraphicFramePr>
        <p:xfrm>
          <a:off x="516000" y="936000"/>
          <a:ext cx="11041201" cy="2045188"/>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396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r>
                        <a:rPr lang="en-US" altLang="ja-JP" sz="1600" b="1" i="0" u="none" strike="noStrike">
                          <a:solidFill>
                            <a:srgbClr val="FFFFFF"/>
                          </a:solidFill>
                          <a:effectLst/>
                          <a:latin typeface="+mn-ea"/>
                          <a:ea typeface="+mn-ea"/>
                        </a:rPr>
                        <a:t>/</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a:solidFill>
                            <a:srgbClr val="000000"/>
                          </a:solidFill>
                          <a:effectLst/>
                          <a:latin typeface="+mn-ea"/>
                          <a:ea typeface="+mn-ea"/>
                        </a:rPr>
                        <a:t>運用保守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r>
                        <a:rPr lang="en-US" altLang="ja-JP" sz="1600" b="0" i="0" u="none" strike="noStrike">
                          <a:solidFill>
                            <a:srgbClr val="000000"/>
                          </a:solidFill>
                          <a:effectLst/>
                          <a:latin typeface="+mn-ea"/>
                          <a:ea typeface="+mn-ea"/>
                        </a:rPr>
                        <a:t>2027</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2</a:t>
                      </a:r>
                      <a:r>
                        <a:rPr lang="ja-JP" altLang="en-US" sz="1600" b="0" i="0" u="none" strike="noStrike">
                          <a:solidFill>
                            <a:srgbClr val="000000"/>
                          </a:solidFill>
                          <a:effectLst/>
                          <a:latin typeface="+mn-ea"/>
                          <a:ea typeface="+mn-ea"/>
                        </a:rPr>
                        <a:t>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2,500,000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通常保守（</a:t>
                      </a:r>
                      <a:r>
                        <a:rPr lang="en-US" altLang="ja-JP" sz="1600" b="0" i="0" u="none" strike="noStrike" dirty="0">
                          <a:solidFill>
                            <a:srgbClr val="000000"/>
                          </a:solidFill>
                          <a:effectLst/>
                          <a:latin typeface="+mn-ea"/>
                          <a:ea typeface="+mn-ea"/>
                        </a:rPr>
                        <a:t>2027</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3</a:t>
                      </a:r>
                      <a:r>
                        <a:rPr lang="ja-JP" altLang="en-US" sz="1600" b="0" i="0" u="none" strike="noStrike" dirty="0">
                          <a:solidFill>
                            <a:srgbClr val="000000"/>
                          </a:solidFill>
                          <a:effectLst/>
                          <a:latin typeface="+mn-ea"/>
                          <a:ea typeface="+mn-ea"/>
                        </a:rPr>
                        <a:t>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mn-ea"/>
                          <a:ea typeface="+mn-ea"/>
                        </a:rPr>
                        <a:t>1,050,000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F67BB589-4969-4028-7270-CA23CF0BE25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26</a:t>
            </a:fld>
            <a:endParaRPr kumimoji="1" lang="ja-JP" altLang="en-US" sz="700"/>
          </a:p>
        </p:txBody>
      </p:sp>
    </p:spTree>
    <p:extLst>
      <p:ext uri="{BB962C8B-B14F-4D97-AF65-F5344CB8AC3E}">
        <p14:creationId xmlns:p14="http://schemas.microsoft.com/office/powerpoint/2010/main" val="120167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E179-F6C9-AE5A-1CAB-E00287AEC5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9D3D92-BDEC-FCB8-7ECB-7F70F3A67AF6}"/>
              </a:ext>
            </a:extLst>
          </p:cNvPr>
          <p:cNvSpPr>
            <a:spLocks noGrp="1"/>
          </p:cNvSpPr>
          <p:nvPr>
            <p:ph type="title"/>
          </p:nvPr>
        </p:nvSpPr>
        <p:spPr/>
        <p:txBody>
          <a:bodyPr/>
          <a:lstStyle/>
          <a:p>
            <a:r>
              <a:rPr lang="en-US" altLang="ja-JP" dirty="0">
                <a:latin typeface="游明朝"/>
                <a:ea typeface="游明朝"/>
              </a:rPr>
              <a:t>5</a:t>
            </a:r>
            <a:r>
              <a:rPr kumimoji="1" lang="en-US" altLang="ja-JP" dirty="0">
                <a:latin typeface="游明朝"/>
                <a:ea typeface="游明朝"/>
              </a:rPr>
              <a:t>-1</a:t>
            </a:r>
            <a:r>
              <a:rPr kumimoji="1" lang="ja-JP" altLang="en-US" dirty="0">
                <a:latin typeface="游明朝"/>
                <a:ea typeface="游明朝"/>
              </a:rPr>
              <a:t>．</a:t>
            </a:r>
            <a:r>
              <a:rPr lang="ja-JP" altLang="en-US" dirty="0">
                <a:latin typeface="游明朝"/>
                <a:ea typeface="游明朝"/>
              </a:rPr>
              <a:t>概算</a:t>
            </a:r>
            <a:r>
              <a:rPr kumimoji="1" lang="ja-JP" altLang="en-US" dirty="0">
                <a:latin typeface="游明朝"/>
                <a:ea typeface="游明朝"/>
              </a:rPr>
              <a:t>お見積り（運用</a:t>
            </a:r>
            <a:r>
              <a:rPr lang="ja-JP" altLang="en-US" dirty="0">
                <a:latin typeface="游明朝"/>
                <a:ea typeface="游明朝"/>
              </a:rPr>
              <a:t>・</a:t>
            </a:r>
            <a:r>
              <a:rPr kumimoji="1" lang="ja-JP" altLang="en-US" dirty="0">
                <a:latin typeface="游明朝"/>
                <a:ea typeface="游明朝"/>
              </a:rPr>
              <a:t>保守）</a:t>
            </a:r>
            <a:r>
              <a:rPr lang="ja-JP" dirty="0">
                <a:latin typeface="游明朝"/>
                <a:ea typeface="游明朝"/>
              </a:rPr>
              <a:t>(パターン</a:t>
            </a:r>
            <a:r>
              <a:rPr lang="ja-JP" altLang="en-US" dirty="0">
                <a:latin typeface="游明朝"/>
                <a:ea typeface="游明朝"/>
              </a:rPr>
              <a:t>② </a:t>
            </a:r>
            <a:r>
              <a:rPr lang="en-US" altLang="ja-JP" dirty="0">
                <a:latin typeface="游明朝"/>
                <a:ea typeface="游明朝"/>
              </a:rPr>
              <a:t>VB6</a:t>
            </a:r>
            <a:r>
              <a:rPr lang="ja-JP" altLang="en-US" dirty="0">
                <a:latin typeface="游明朝"/>
                <a:ea typeface="游明朝"/>
              </a:rPr>
              <a:t>のみ</a:t>
            </a:r>
            <a:r>
              <a:rPr lang="ja-JP" dirty="0">
                <a:latin typeface="游明朝"/>
                <a:ea typeface="游明朝"/>
              </a:rPr>
              <a:t>)</a:t>
            </a:r>
            <a:endParaRPr lang="ja-JP" dirty="0">
              <a:solidFill>
                <a:srgbClr val="000000"/>
              </a:solidFill>
              <a:latin typeface="游明朝"/>
              <a:ea typeface="游明朝"/>
            </a:endParaRPr>
          </a:p>
        </p:txBody>
      </p:sp>
      <p:sp>
        <p:nvSpPr>
          <p:cNvPr id="4" name="フッター プレースホルダー 3">
            <a:extLst>
              <a:ext uri="{FF2B5EF4-FFF2-40B4-BE49-F238E27FC236}">
                <a16:creationId xmlns:a16="http://schemas.microsoft.com/office/drawing/2014/main" id="{037F84CD-16F9-4B9A-60A4-55351D7993C2}"/>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53F746C6-9AF2-2E12-6124-2C44ADA7382B}"/>
              </a:ext>
            </a:extLst>
          </p:cNvPr>
          <p:cNvGraphicFramePr>
            <a:graphicFrameLocks noGrp="1"/>
          </p:cNvGraphicFramePr>
          <p:nvPr>
            <p:extLst>
              <p:ext uri="{D42A27DB-BD31-4B8C-83A1-F6EECF244321}">
                <p14:modId xmlns:p14="http://schemas.microsoft.com/office/powerpoint/2010/main" val="1923223618"/>
              </p:ext>
            </p:extLst>
          </p:nvPr>
        </p:nvGraphicFramePr>
        <p:xfrm>
          <a:off x="516000" y="936000"/>
          <a:ext cx="11041201" cy="2045188"/>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396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r>
                        <a:rPr lang="en-US" altLang="ja-JP" sz="1600" b="1" i="0" u="none" strike="noStrike">
                          <a:solidFill>
                            <a:srgbClr val="FFFFFF"/>
                          </a:solidFill>
                          <a:effectLst/>
                          <a:latin typeface="+mn-ea"/>
                          <a:ea typeface="+mn-ea"/>
                        </a:rPr>
                        <a:t>/</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a:solidFill>
                            <a:srgbClr val="000000"/>
                          </a:solidFill>
                          <a:effectLst/>
                          <a:latin typeface="+mn-ea"/>
                          <a:ea typeface="+mn-ea"/>
                        </a:rPr>
                        <a:t>運用保守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年10月）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通常保守（</a:t>
                      </a:r>
                      <a:r>
                        <a:rPr lang="en-US" altLang="ja-JP" sz="1600" b="0" i="0" u="none" strike="noStrike" dirty="0">
                          <a:solidFill>
                            <a:srgbClr val="000000"/>
                          </a:solidFill>
                          <a:effectLst/>
                          <a:latin typeface="+mn-ea"/>
                          <a:ea typeface="+mn-ea"/>
                        </a:rPr>
                        <a:t>2026</a:t>
                      </a:r>
                      <a:r>
                        <a:rPr lang="ja-JP" altLang="en-US" sz="1600" b="0" i="0" u="none" strike="noStrike" dirty="0">
                          <a:solidFill>
                            <a:srgbClr val="000000"/>
                          </a:solidFill>
                          <a:effectLst/>
                          <a:latin typeface="+mn-ea"/>
                          <a:ea typeface="+mn-ea"/>
                        </a:rPr>
                        <a:t>年11月以降）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mn-ea"/>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mn-ea"/>
                          <a:ea typeface="+mn-ea"/>
                        </a:rPr>
                        <a:t>525,000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9F8F77F4-C7AA-35BC-7305-32C60C9D4F0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a:p>
        </p:txBody>
      </p:sp>
    </p:spTree>
    <p:extLst>
      <p:ext uri="{BB962C8B-B14F-4D97-AF65-F5344CB8AC3E}">
        <p14:creationId xmlns:p14="http://schemas.microsoft.com/office/powerpoint/2010/main" val="57872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a:t>5-2</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28</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mn-ea"/>
                </a:rPr>
                <a:t>受付時間</a:t>
              </a:r>
              <a:endParaRPr kumimoji="1" lang="ja-JP" altLang="en-US" sz="1600" b="1">
                <a:solidFill>
                  <a:schemeClr val="accent1">
                    <a:lumMod val="50000"/>
                  </a:schemeClr>
                </a:solidFill>
                <a:latin typeface="+mn-ea"/>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dirty="0">
                  <a:latin typeface="+mn-ea"/>
                </a:rPr>
                <a:t>通常時</a:t>
              </a:r>
              <a:r>
                <a:rPr lang="ja-JP" altLang="en-US" sz="1400" b="1" dirty="0">
                  <a:latin typeface="+mn-ea"/>
                </a:rPr>
                <a:t>お問い合わせ</a:t>
              </a:r>
              <a:r>
                <a:rPr kumimoji="1" lang="ja-JP" altLang="en-US" sz="1400" b="1" dirty="0">
                  <a:latin typeface="+mn-ea"/>
                </a:rPr>
                <a:t>受付時間</a:t>
              </a:r>
              <a:endParaRPr lang="en-US" altLang="ja-JP" sz="1400" b="1" dirty="0">
                <a:latin typeface="+mn-ea"/>
              </a:endParaRPr>
            </a:p>
            <a:p>
              <a:pPr>
                <a:spcBef>
                  <a:spcPts val="600"/>
                </a:spcBef>
              </a:pPr>
              <a:r>
                <a:rPr lang="ja-JP" altLang="en-US" sz="1400" dirty="0">
                  <a:latin typeface="+mn-ea"/>
                </a:rPr>
                <a:t>平日（月曜日～金曜日）の </a:t>
              </a:r>
              <a:endParaRPr lang="en-US" altLang="ja-JP" sz="1400" dirty="0">
                <a:latin typeface="+mn-ea"/>
              </a:endParaRPr>
            </a:p>
            <a:p>
              <a:pPr>
                <a:spcBef>
                  <a:spcPts val="600"/>
                </a:spcBef>
              </a:pPr>
              <a:r>
                <a:rPr lang="en-US" altLang="ja-JP" sz="1400" dirty="0">
                  <a:latin typeface="+mn-ea"/>
                </a:rPr>
                <a:t>9:00 </a:t>
              </a:r>
              <a:r>
                <a:rPr lang="ja-JP" altLang="en-US" sz="1400" dirty="0">
                  <a:latin typeface="+mn-ea"/>
                </a:rPr>
                <a:t>～ </a:t>
              </a:r>
              <a:r>
                <a:rPr lang="en-US" altLang="ja-JP" sz="1400" dirty="0">
                  <a:latin typeface="+mn-ea"/>
                </a:rPr>
                <a:t>17:30</a:t>
              </a:r>
            </a:p>
            <a:p>
              <a:pPr marL="285750" indent="-285750">
                <a:spcBef>
                  <a:spcPts val="600"/>
                </a:spcBef>
                <a:buFont typeface="游ゴシック" panose="020B0400000000000000" pitchFamily="50" charset="-128"/>
                <a:buChar char="※"/>
              </a:pPr>
              <a:r>
                <a:rPr lang="ja-JP" altLang="en-US" sz="1400" dirty="0">
                  <a:latin typeface="+mn-ea"/>
                </a:rPr>
                <a:t>土曜日、日曜日、祝日、年末年始は除きます。</a:t>
              </a:r>
              <a:endParaRPr lang="en-US" altLang="ja-JP" sz="1400" dirty="0">
                <a:latin typeface="+mn-ea"/>
              </a:endParaRPr>
            </a:p>
            <a:p>
              <a:pPr marL="285750" indent="-285750">
                <a:spcBef>
                  <a:spcPts val="600"/>
                </a:spcBef>
                <a:buFont typeface="游ゴシック" panose="020B0400000000000000" pitchFamily="50" charset="-128"/>
                <a:buChar char="※"/>
              </a:pPr>
              <a:endParaRPr lang="en-US" altLang="ja-JP" sz="1400" dirty="0">
                <a:latin typeface="+mn-ea"/>
              </a:endParaRPr>
            </a:p>
            <a:p>
              <a:pPr>
                <a:spcBef>
                  <a:spcPts val="600"/>
                </a:spcBef>
              </a:pPr>
              <a:r>
                <a:rPr lang="ja-JP" altLang="en-US" sz="1400" b="1" dirty="0">
                  <a:latin typeface="+mn-ea"/>
                </a:rPr>
                <a:t>緊急時のお問い合わせについて</a:t>
              </a:r>
              <a:endParaRPr lang="en-US" altLang="ja-JP" sz="1400" b="1" dirty="0">
                <a:latin typeface="+mn-ea"/>
              </a:endParaRPr>
            </a:p>
            <a:p>
              <a:pPr>
                <a:spcBef>
                  <a:spcPts val="600"/>
                </a:spcBef>
              </a:pPr>
              <a:r>
                <a:rPr lang="ja-JP" altLang="en-US" sz="1400" dirty="0">
                  <a:latin typeface="+mn-ea"/>
                </a:rPr>
                <a:t>緊急時におきましては、上記時間帯を問わず受け付けいたしますが、状況により対応できない場合がございます。</a:t>
              </a:r>
              <a:endParaRPr lang="en-US" altLang="ja-JP" sz="1400" dirty="0">
                <a:latin typeface="+mn-ea"/>
              </a:endParaRPr>
            </a:p>
            <a:p>
              <a:pPr>
                <a:spcBef>
                  <a:spcPts val="600"/>
                </a:spcBef>
              </a:pPr>
              <a:r>
                <a:rPr lang="ja-JP" altLang="en-US" sz="1400" dirty="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dirty="0">
                  <a:latin typeface="+mn-ea"/>
                </a:rPr>
              </a:br>
              <a:endParaRPr kumimoji="1" lang="ja-JP" altLang="en-US" sz="1400" dirty="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mn-ea"/>
                </a:rPr>
                <a:t>作業範囲</a:t>
              </a:r>
              <a:endParaRPr kumimoji="1" lang="ja-JP" altLang="en-US" sz="1600" b="1">
                <a:solidFill>
                  <a:schemeClr val="accent1">
                    <a:lumMod val="50000"/>
                  </a:schemeClr>
                </a:solidFill>
                <a:latin typeface="+mn-ea"/>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dirty="0">
                  <a:latin typeface="+mn-ea"/>
                </a:rPr>
                <a:t>お問い合わせ対応</a:t>
              </a:r>
            </a:p>
            <a:p>
              <a:pPr>
                <a:spcBef>
                  <a:spcPts val="600"/>
                </a:spcBef>
              </a:pPr>
              <a:r>
                <a:rPr lang="ja-JP" altLang="en-US" sz="1400" dirty="0">
                  <a:latin typeface="+mn-ea"/>
                </a:rPr>
                <a:t>各種お問い合わせに対し対応いたします。電話、メール、その他貴社利用ツールでのお問い合わせを受け付けます。</a:t>
              </a:r>
              <a:endParaRPr lang="en-US" altLang="ja-JP" sz="1400" dirty="0">
                <a:latin typeface="+mn-ea"/>
              </a:endParaRPr>
            </a:p>
            <a:p>
              <a:pPr>
                <a:spcBef>
                  <a:spcPts val="600"/>
                </a:spcBef>
              </a:pPr>
              <a:endParaRPr lang="en-US" altLang="ja-JP" sz="1400" dirty="0">
                <a:latin typeface="+mn-ea"/>
              </a:endParaRPr>
            </a:p>
            <a:p>
              <a:pPr>
                <a:spcBef>
                  <a:spcPts val="600"/>
                </a:spcBef>
              </a:pPr>
              <a:r>
                <a:rPr lang="ja-JP" altLang="en-US" sz="1400" b="1" dirty="0">
                  <a:latin typeface="+mn-ea"/>
                </a:rPr>
                <a:t>障害対応・不具合要望対応</a:t>
              </a:r>
            </a:p>
            <a:p>
              <a:pPr>
                <a:spcBef>
                  <a:spcPts val="600"/>
                </a:spcBef>
              </a:pPr>
              <a:r>
                <a:rPr lang="ja-JP" altLang="en-US" sz="1400" dirty="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dirty="0">
                <a:latin typeface="+mn-ea"/>
              </a:endParaRPr>
            </a:p>
            <a:p>
              <a:pPr>
                <a:spcBef>
                  <a:spcPts val="600"/>
                </a:spcBef>
              </a:pPr>
              <a:endParaRPr lang="ja-JP" altLang="en-US" sz="1400" dirty="0">
                <a:latin typeface="+mn-ea"/>
              </a:endParaRPr>
            </a:p>
            <a:p>
              <a:pPr>
                <a:spcBef>
                  <a:spcPts val="600"/>
                </a:spcBef>
              </a:pPr>
              <a:r>
                <a:rPr lang="ja-JP" altLang="en-US" sz="1400" b="1" dirty="0">
                  <a:latin typeface="+mn-ea"/>
                </a:rPr>
                <a:t>資源の維持</a:t>
              </a:r>
              <a:endParaRPr lang="en-US" altLang="ja-JP" sz="1400" b="1" dirty="0">
                <a:latin typeface="+mn-ea"/>
              </a:endParaRPr>
            </a:p>
            <a:p>
              <a:pPr>
                <a:spcBef>
                  <a:spcPts val="600"/>
                </a:spcBef>
              </a:pPr>
              <a:r>
                <a:rPr lang="ja-JP" altLang="en-US" sz="1400" dirty="0">
                  <a:latin typeface="+mn-ea"/>
                </a:rPr>
                <a:t>ドキュメントについては、貴社標準の保管環境を利用させていただき維持します。また、変更が発生した際は、都度、最新化を実施します。</a:t>
              </a:r>
              <a:endParaRPr lang="en-US" altLang="ja-JP" sz="1400" dirty="0">
                <a:latin typeface="+mn-ea"/>
              </a:endParaRPr>
            </a:p>
            <a:p>
              <a:pPr>
                <a:spcBef>
                  <a:spcPts val="600"/>
                </a:spcBef>
              </a:pPr>
              <a:endParaRPr lang="en-US" altLang="ja-JP" sz="1400" dirty="0">
                <a:latin typeface="+mn-ea"/>
              </a:endParaRPr>
            </a:p>
            <a:p>
              <a:pPr>
                <a:spcBef>
                  <a:spcPts val="600"/>
                </a:spcBef>
              </a:pPr>
              <a:r>
                <a:rPr lang="ja-JP" altLang="en-US" sz="1400" b="1" dirty="0">
                  <a:latin typeface="+mn-ea"/>
                </a:rPr>
                <a:t>作業報告</a:t>
              </a:r>
            </a:p>
            <a:p>
              <a:pPr>
                <a:spcBef>
                  <a:spcPts val="600"/>
                </a:spcBef>
              </a:pPr>
              <a:r>
                <a:rPr lang="ja-JP" altLang="en-US" sz="1400" dirty="0">
                  <a:latin typeface="+mn-ea"/>
                </a:rPr>
                <a:t>月</a:t>
              </a:r>
              <a:r>
                <a:rPr lang="en-US" altLang="ja-JP" sz="1400" dirty="0">
                  <a:latin typeface="+mn-ea"/>
                </a:rPr>
                <a:t>1</a:t>
              </a:r>
              <a:r>
                <a:rPr lang="ja-JP" altLang="en-US" sz="1400" dirty="0">
                  <a:latin typeface="+mn-ea"/>
                </a:rPr>
                <a:t>回、保守作業報告会を開催し、保守作業報告書を提出します。</a:t>
              </a:r>
              <a:endParaRPr kumimoji="1" lang="ja-JP" altLang="en-US" sz="1400" dirty="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mn-ea"/>
                  </a:rPr>
                  <a:t>対象範囲</a:t>
                </a:r>
                <a:endParaRPr kumimoji="1" lang="ja-JP" altLang="en-US" sz="1600" b="1">
                  <a:solidFill>
                    <a:schemeClr val="accent1">
                      <a:lumMod val="50000"/>
                    </a:schemeClr>
                  </a:solidFill>
                  <a:latin typeface="+mn-ea"/>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dirty="0">
                    <a:latin typeface="+mn-ea"/>
                  </a:rPr>
                  <a:t>本システム（</a:t>
                </a:r>
                <a:r>
                  <a:rPr kumimoji="1" lang="en-US" altLang="ja-JP" sz="1400" b="1" dirty="0">
                    <a:latin typeface="+mn-ea"/>
                  </a:rPr>
                  <a:t>MA-ADS(XenApp</a:t>
                </a:r>
                <a:r>
                  <a:rPr kumimoji="1" lang="ja-JP" altLang="en-US" sz="1400" b="1" dirty="0">
                    <a:latin typeface="+mn-ea"/>
                  </a:rPr>
                  <a:t>内アプリ</a:t>
                </a:r>
                <a:r>
                  <a:rPr kumimoji="1" lang="en-US" altLang="ja-JP" sz="1400" b="1" dirty="0">
                    <a:latin typeface="+mn-ea"/>
                  </a:rPr>
                  <a:t>)Web</a:t>
                </a:r>
                <a:r>
                  <a:rPr kumimoji="1" lang="ja-JP" altLang="en-US" sz="1400" b="1" dirty="0">
                    <a:latin typeface="+mn-ea"/>
                  </a:rPr>
                  <a:t>アプリ化）</a:t>
                </a:r>
                <a:endParaRPr kumimoji="1" lang="en-US" altLang="ja-JP" sz="1400" b="1" dirty="0">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mn-ea"/>
                  </a:rPr>
                  <a:t>保守体制</a:t>
                </a:r>
                <a:endParaRPr kumimoji="1" lang="ja-JP" altLang="en-US" sz="1600" b="1">
                  <a:solidFill>
                    <a:schemeClr val="accent1">
                      <a:lumMod val="50000"/>
                    </a:schemeClr>
                  </a:solidFill>
                  <a:latin typeface="+mn-ea"/>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82ADE1-6475-2815-2817-0D776E39DC0E}"/>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FE564022-2487-2828-E59F-26ED1ED68271}"/>
              </a:ext>
            </a:extLst>
          </p:cNvPr>
          <p:cNvSpPr>
            <a:spLocks noGrp="1"/>
          </p:cNvSpPr>
          <p:nvPr>
            <p:ph type="title"/>
          </p:nvPr>
        </p:nvSpPr>
        <p:spPr/>
        <p:txBody>
          <a:bodyPr/>
          <a:lstStyle/>
          <a:p>
            <a:r>
              <a:rPr kumimoji="1" lang="ja-JP" altLang="ja-JP" sz="3200" b="0" kern="1200" dirty="0">
                <a:solidFill>
                  <a:srgbClr val="9A3B5D"/>
                </a:solidFill>
                <a:effectLst/>
                <a:latin typeface="游明朝" panose="02020400000000000000" pitchFamily="18" charset="-128"/>
                <a:ea typeface="游明朝" panose="02020400000000000000" pitchFamily="18" charset="-128"/>
                <a:cs typeface="+mj-cs"/>
              </a:rPr>
              <a:t>お見積り前提条件</a:t>
            </a:r>
            <a:endParaRPr kumimoji="1" lang="ja-JP" altLang="en-US" dirty="0"/>
          </a:p>
        </p:txBody>
      </p:sp>
    </p:spTree>
    <p:extLst>
      <p:ext uri="{BB962C8B-B14F-4D97-AF65-F5344CB8AC3E}">
        <p14:creationId xmlns:p14="http://schemas.microsoft.com/office/powerpoint/2010/main" val="1717012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lang="en-US" altLang="ja-JP" dirty="0">
                <a:latin typeface="游明朝"/>
                <a:ea typeface="游明朝"/>
              </a:rPr>
              <a:t>6-1</a:t>
            </a:r>
            <a:r>
              <a:rPr kumimoji="1" lang="ja-JP" altLang="en-US" dirty="0">
                <a:latin typeface="游明朝"/>
                <a:ea typeface="游明朝"/>
              </a:rPr>
              <a:t>．</a:t>
            </a:r>
            <a:r>
              <a:rPr lang="ja-JP" altLang="en-US" dirty="0">
                <a:latin typeface="游明朝"/>
                <a:ea typeface="游明朝"/>
              </a:rPr>
              <a:t>お見積</a:t>
            </a:r>
            <a:r>
              <a:rPr kumimoji="1" lang="ja-JP" altLang="en-US" dirty="0">
                <a:latin typeface="游明朝"/>
                <a:ea typeface="游明朝"/>
              </a:rPr>
              <a:t>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6000" y="935999"/>
            <a:ext cx="11052000" cy="481934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dirty="0">
                <a:latin typeface="+mn-ea"/>
                <a:ea typeface="+mn-ea"/>
              </a:rPr>
              <a:t>お見積り金額はすべて税抜きでの記載となります。</a:t>
            </a:r>
            <a:endParaRPr lang="ja-JP" altLang="en-US" sz="1400" b="0" i="0" u="none" strike="noStrike" baseline="0" dirty="0">
              <a:solidFill>
                <a:srgbClr val="000000"/>
              </a:solidFill>
              <a:latin typeface="+mn-ea"/>
              <a:ea typeface="+mn-ea"/>
            </a:endParaRPr>
          </a:p>
          <a:p>
            <a:r>
              <a:rPr lang="ja-JP" altLang="en-US" sz="1400" dirty="0">
                <a:solidFill>
                  <a:srgbClr val="FF0000"/>
                </a:solidFill>
                <a:latin typeface="+mn-ea"/>
                <a:ea typeface="+mn-ea"/>
              </a:rPr>
              <a:t>下記については本お見積りには含まれておりません。</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モバイル・タブレット対応</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脆弱性診断の実施費用</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データ移行</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ハードウェア、ネットワーク、ミドルウェア、クラウド環境の調達費用および利用料、設定作業等</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既存マクロ</a:t>
            </a:r>
            <a:r>
              <a:rPr lang="en-US" altLang="ja-JP" sz="1400" dirty="0">
                <a:solidFill>
                  <a:srgbClr val="FF0000"/>
                </a:solidFill>
                <a:latin typeface="+mn-ea"/>
                <a:ea typeface="+mn-ea"/>
              </a:rPr>
              <a:t>(VBA</a:t>
            </a:r>
            <a:r>
              <a:rPr lang="ja-JP" altLang="en-US" sz="1400" dirty="0">
                <a:solidFill>
                  <a:srgbClr val="FF0000"/>
                </a:solidFill>
                <a:latin typeface="+mn-ea"/>
                <a:ea typeface="+mn-ea"/>
              </a:rPr>
              <a:t>等</a:t>
            </a:r>
            <a:r>
              <a:rPr lang="en-US" altLang="ja-JP" sz="1400" dirty="0">
                <a:solidFill>
                  <a:srgbClr val="FF0000"/>
                </a:solidFill>
                <a:latin typeface="+mn-ea"/>
                <a:ea typeface="+mn-ea"/>
              </a:rPr>
              <a:t>)</a:t>
            </a:r>
            <a:r>
              <a:rPr lang="ja-JP" altLang="en-US" sz="1400" dirty="0">
                <a:solidFill>
                  <a:srgbClr val="FF0000"/>
                </a:solidFill>
                <a:latin typeface="+mn-ea"/>
                <a:ea typeface="+mn-ea"/>
              </a:rPr>
              <a:t>の改修・移行</a:t>
            </a:r>
            <a:endParaRPr lang="en-US" altLang="ja-JP" sz="1400" dirty="0">
              <a:solidFill>
                <a:srgbClr val="FF0000"/>
              </a:solidFill>
              <a:latin typeface="+mn-ea"/>
              <a:ea typeface="+mn-ea"/>
            </a:endParaRPr>
          </a:p>
          <a:p>
            <a:pPr lvl="1">
              <a:buFont typeface="Wingdings" panose="05000000000000000000" pitchFamily="2" charset="2"/>
              <a:buChar char="ü"/>
            </a:pPr>
            <a:r>
              <a:rPr lang="ja-JP" altLang="en-US" sz="1400" dirty="0">
                <a:solidFill>
                  <a:srgbClr val="FF0000"/>
                </a:solidFill>
                <a:latin typeface="+mn-ea"/>
                <a:ea typeface="+mn-ea"/>
              </a:rPr>
              <a:t>既存バッチの改修・移行</a:t>
            </a:r>
            <a:endParaRPr lang="en-US" altLang="ja-JP" sz="1400" dirty="0">
              <a:solidFill>
                <a:srgbClr val="FF0000"/>
              </a:solidFill>
              <a:latin typeface="+mn-ea"/>
              <a:ea typeface="+mn-ea"/>
            </a:endParaRPr>
          </a:p>
          <a:p>
            <a:r>
              <a:rPr lang="ja-JP" altLang="en-US" sz="1400" dirty="0">
                <a:latin typeface="+mn-ea"/>
                <a:ea typeface="+mn-ea"/>
              </a:rPr>
              <a:t>ドキュメントは弊社フォーマットでの作成を前提とし、別フォーマットで作成する場合は別途協議といたします。</a:t>
            </a:r>
          </a:p>
          <a:p>
            <a:r>
              <a:rPr lang="ja-JP" altLang="en-US" sz="1400" dirty="0">
                <a:latin typeface="+mn-ea"/>
                <a:ea typeface="+mn-ea"/>
              </a:rPr>
              <a:t>作業場所は、打合せを除き、原則弊社オフィス内（在宅勤務含む）といたします。</a:t>
            </a:r>
            <a:endParaRPr lang="en-US" altLang="ja-JP" sz="1400" dirty="0">
              <a:latin typeface="+mn-ea"/>
              <a:ea typeface="+mn-ea"/>
            </a:endParaRPr>
          </a:p>
          <a:p>
            <a:r>
              <a:rPr lang="ja-JP" altLang="en-US" sz="1400" dirty="0">
                <a:latin typeface="+mn-ea"/>
                <a:ea typeface="+mn-ea"/>
              </a:rPr>
              <a:t>東京２３区以外でのオフィスや事業所等での作業につきましては、交通費・宿泊費を別途ご請求といたします。</a:t>
            </a:r>
            <a:endParaRPr lang="en-US" altLang="ja-JP" sz="1400" dirty="0">
              <a:latin typeface="+mn-ea"/>
              <a:ea typeface="+mn-ea"/>
            </a:endParaRPr>
          </a:p>
          <a:p>
            <a:r>
              <a:rPr lang="ja-JP" altLang="en-US" sz="1400" dirty="0">
                <a:latin typeface="+mn-ea"/>
                <a:ea typeface="+mn-ea"/>
              </a:rPr>
              <a:t>瑕疵担保責任期間は検収日より１年間とします。（検収日より</a:t>
            </a:r>
            <a:r>
              <a:rPr lang="en-US" altLang="ja-JP" sz="1400" dirty="0">
                <a:latin typeface="+mn-ea"/>
                <a:ea typeface="+mn-ea"/>
              </a:rPr>
              <a:t>1</a:t>
            </a:r>
            <a:r>
              <a:rPr lang="ja-JP" altLang="en-US" sz="1400" dirty="0">
                <a:latin typeface="+mn-ea"/>
                <a:ea typeface="+mn-ea"/>
              </a:rPr>
              <a:t>年間に限り契約不適合責任を追及できることとします。）</a:t>
            </a:r>
            <a:endParaRPr lang="en-US" altLang="ja-JP" sz="1400" dirty="0">
              <a:latin typeface="+mn-ea"/>
              <a:ea typeface="+mn-ea"/>
            </a:endParaRPr>
          </a:p>
          <a:p>
            <a:r>
              <a:rPr lang="ja-JP" altLang="en-US" sz="1400" dirty="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dirty="0">
              <a:latin typeface="+mn-ea"/>
              <a:ea typeface="+mn-ea"/>
            </a:endParaRPr>
          </a:p>
          <a:p>
            <a:r>
              <a:rPr lang="ja-JP" altLang="en-US" sz="1400" dirty="0">
                <a:latin typeface="+mn-ea"/>
                <a:ea typeface="+mn-ea"/>
              </a:rPr>
              <a:t>上記諸条件および本提案書に記載のない諸条件</a:t>
            </a:r>
            <a:r>
              <a:rPr lang="en-US" altLang="ja-JP" sz="1400" dirty="0">
                <a:latin typeface="+mn-ea"/>
                <a:ea typeface="+mn-ea"/>
              </a:rPr>
              <a:t>/</a:t>
            </a:r>
            <a:r>
              <a:rPr lang="ja-JP" altLang="en-US" sz="1400" dirty="0">
                <a:latin typeface="+mn-ea"/>
                <a:ea typeface="+mn-ea"/>
              </a:rPr>
              <a:t>作業内容につきましては、別途ご相談の上、決定させていただきます。</a:t>
            </a:r>
            <a:endParaRPr lang="en-US" altLang="ja-JP" sz="1400" dirty="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30</a:t>
            </a:fld>
            <a:endParaRPr kumimoji="1" lang="ja-JP" altLang="en-US" sz="700"/>
          </a:p>
        </p:txBody>
      </p:sp>
    </p:spTree>
    <p:extLst>
      <p:ext uri="{BB962C8B-B14F-4D97-AF65-F5344CB8AC3E}">
        <p14:creationId xmlns:p14="http://schemas.microsoft.com/office/powerpoint/2010/main" val="2513257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007898E-48FB-2BC5-5EB1-090B080FB6DC}"/>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314A2DD-299E-0C12-F684-BAB0EB6A29D8}"/>
              </a:ext>
            </a:extLst>
          </p:cNvPr>
          <p:cNvSpPr>
            <a:spLocks noGrp="1"/>
          </p:cNvSpPr>
          <p:nvPr>
            <p:ph type="title"/>
          </p:nvPr>
        </p:nvSpPr>
        <p:spPr/>
        <p:txBody>
          <a:bodyPr/>
          <a:lstStyle/>
          <a:p>
            <a:r>
              <a:rPr kumimoji="1" lang="ja-JP" altLang="ja-JP" sz="3200" b="0" kern="1200">
                <a:solidFill>
                  <a:srgbClr val="9A3B5D"/>
                </a:solidFill>
                <a:effectLst/>
                <a:latin typeface="游明朝" panose="02020400000000000000" pitchFamily="18" charset="-128"/>
                <a:ea typeface="游明朝" panose="02020400000000000000" pitchFamily="18" charset="-128"/>
                <a:cs typeface="+mj-cs"/>
              </a:rPr>
              <a:t>弊社情報</a:t>
            </a:r>
            <a:endParaRPr kumimoji="1" lang="ja-JP" altLang="en-US"/>
          </a:p>
        </p:txBody>
      </p:sp>
    </p:spTree>
    <p:extLst>
      <p:ext uri="{BB962C8B-B14F-4D97-AF65-F5344CB8AC3E}">
        <p14:creationId xmlns:p14="http://schemas.microsoft.com/office/powerpoint/2010/main" val="1438039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a:latin typeface="游明朝"/>
                <a:ea typeface="游明朝"/>
              </a:rPr>
              <a:t>7-1</a:t>
            </a:r>
            <a:r>
              <a:rPr lang="ja-JP" altLang="en-US">
                <a:latin typeface="游明朝"/>
                <a:ea typeface="游明朝"/>
              </a:rPr>
              <a:t>．弊社概要①</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32</a:t>
            </a:fld>
            <a:endParaRPr kumimoji="1" lang="ja-JP" altLang="en-US" sz="70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a:latin typeface="游明朝"/>
                <a:ea typeface="游明朝"/>
              </a:rPr>
              <a:t>7-2</a:t>
            </a:r>
            <a:r>
              <a:rPr lang="ja-JP" altLang="en-US">
                <a:latin typeface="游明朝"/>
                <a:ea typeface="游明朝"/>
              </a:rPr>
              <a:t>．貴社プロジェクトにおける主な開発実績・規模</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33</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千葉運転管理システム構築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7-3</a:t>
            </a:r>
            <a:r>
              <a:rPr lang="ja-JP" altLang="en-US">
                <a:latin typeface="游明朝"/>
                <a:ea typeface="游明朝"/>
              </a:rPr>
              <a:t>．貴社</a:t>
            </a:r>
            <a:r>
              <a:rPr kumimoji="1" lang="ja-JP" altLang="en-US">
                <a:latin typeface="游明朝"/>
                <a:ea typeface="游明朝"/>
              </a:rPr>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34</a:t>
            </a:fld>
            <a:endParaRPr kumimoji="1" lang="ja-JP" altLang="en-US" sz="700"/>
          </a:p>
        </p:txBody>
      </p:sp>
    </p:spTree>
    <p:extLst>
      <p:ext uri="{BB962C8B-B14F-4D97-AF65-F5344CB8AC3E}">
        <p14:creationId xmlns:p14="http://schemas.microsoft.com/office/powerpoint/2010/main" val="1269496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7-4</a:t>
            </a:r>
            <a:r>
              <a:rPr lang="ja-JP" altLang="en-US">
                <a:latin typeface="游明朝"/>
                <a:ea typeface="游明朝"/>
              </a:rPr>
              <a:t>．貴社</a:t>
            </a:r>
            <a:r>
              <a:rPr kumimoji="1" lang="ja-JP" altLang="en-US">
                <a:latin typeface="游明朝"/>
                <a:ea typeface="游明朝"/>
              </a:rPr>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海外企業情報サイトおよび債権管理等</a:t>
                      </a:r>
                      <a:r>
                        <a:rPr kumimoji="1" lang="en-US" altLang="ja-JP" sz="1400">
                          <a:solidFill>
                            <a:schemeClr val="tx1"/>
                          </a:solidFill>
                          <a:latin typeface="+mn-ea"/>
                          <a:ea typeface="+mn-ea"/>
                        </a:rPr>
                        <a:t>Excel</a:t>
                      </a:r>
                      <a:r>
                        <a:rPr kumimoji="1" lang="ja-JP" altLang="en-US" sz="140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MES</a:t>
                      </a:r>
                      <a:r>
                        <a:rPr kumimoji="1" lang="ja-JP" altLang="en-US" sz="140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業務変革四課</a:t>
                      </a:r>
                      <a:r>
                        <a:rPr kumimoji="1" lang="en-US" altLang="ja-JP" sz="1400">
                          <a:solidFill>
                            <a:schemeClr val="tx1"/>
                          </a:solidFill>
                          <a:latin typeface="+mn-ea"/>
                          <a:ea typeface="+mn-ea"/>
                        </a:rPr>
                        <a:t>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IDM</a:t>
                      </a:r>
                      <a:r>
                        <a:rPr kumimoji="1" lang="ja-JP" altLang="en-US" sz="140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35</a:t>
            </a:fld>
            <a:endParaRPr kumimoji="1" lang="ja-JP" altLang="en-US" sz="700"/>
          </a:p>
        </p:txBody>
      </p:sp>
    </p:spTree>
    <p:extLst>
      <p:ext uri="{BB962C8B-B14F-4D97-AF65-F5344CB8AC3E}">
        <p14:creationId xmlns:p14="http://schemas.microsoft.com/office/powerpoint/2010/main" val="1490667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7-5</a:t>
            </a:r>
            <a:r>
              <a:rPr lang="ja-JP" altLang="en-US">
                <a:latin typeface="游明朝"/>
                <a:ea typeface="游明朝"/>
              </a:rPr>
              <a:t>．貴社</a:t>
            </a:r>
            <a:r>
              <a:rPr kumimoji="1" lang="ja-JP" altLang="en-US">
                <a:latin typeface="游明朝"/>
                <a:ea typeface="游明朝"/>
              </a:rPr>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36</a:t>
            </a:fld>
            <a:endParaRPr kumimoji="1" lang="ja-JP" altLang="en-US" sz="70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担当：池野貴明、髙浦祐朗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 takaaki.ikeno@system-exe.jp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3E80137-E611-4072-BB47-08ACDB970E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3.xml><?xml version="1.0" encoding="utf-8"?>
<ds:datastoreItem xmlns:ds="http://schemas.openxmlformats.org/officeDocument/2006/customXml" ds:itemID="{96D4756C-7B3C-4F66-935C-AB37B76449CD}">
  <ds:schemaRefs>
    <ds:schemaRef ds:uri="http://purl.org/dc/terms/"/>
    <ds:schemaRef ds:uri="http://purl.org/dc/dcmitype/"/>
    <ds:schemaRef ds:uri="http://schemas.microsoft.com/office/2006/metadata/properties"/>
    <ds:schemaRef ds:uri="http://purl.org/dc/elements/1.1/"/>
    <ds:schemaRef ds:uri="http://schemas.microsoft.com/office/infopath/2007/PartnerControls"/>
    <ds:schemaRef ds:uri="2fd442da-66a9-4fa6-ba31-eb0d54ad1381"/>
    <ds:schemaRef ds:uri="http://schemas.microsoft.com/office/2006/documentManagement/typ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5248</Words>
  <Application>Microsoft Office PowerPoint</Application>
  <PresentationFormat>ワイド画面</PresentationFormat>
  <Paragraphs>1151</Paragraphs>
  <Slides>38</Slides>
  <Notes>13</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38</vt:i4>
      </vt:variant>
    </vt:vector>
  </HeadingPairs>
  <TitlesOfParts>
    <vt:vector size="47" baseType="lpstr">
      <vt:lpstr>Meiryo UI</vt:lpstr>
      <vt:lpstr>游ゴシック</vt:lpstr>
      <vt:lpstr>游ゴシック</vt:lpstr>
      <vt:lpstr>Yu Gothic Medium</vt:lpstr>
      <vt:lpstr>游明朝</vt:lpstr>
      <vt:lpstr>Arial</vt:lpstr>
      <vt:lpstr>Calibri</vt:lpstr>
      <vt:lpstr>Wingdings</vt:lpstr>
      <vt:lpstr>Office テーマ</vt:lpstr>
      <vt:lpstr>PowerPoint プレゼンテーション</vt:lpstr>
      <vt:lpstr>PowerPoint プレゼンテーション</vt:lpstr>
      <vt:lpstr>目次</vt:lpstr>
      <vt:lpstr>ご提案のポイント</vt:lpstr>
      <vt:lpstr>1-1．現状の課題と実現したい姿(EXEの理解)</vt:lpstr>
      <vt:lpstr>1-2．システム化の範囲</vt:lpstr>
      <vt:lpstr>1-3．弊社の強み</vt:lpstr>
      <vt:lpstr>開発範囲</vt:lpstr>
      <vt:lpstr>2-1．対象機能一覧( Java化 )</vt:lpstr>
      <vt:lpstr>2-2．対象機能一覧( Java化 )</vt:lpstr>
      <vt:lpstr>ウォーターフォール開発の進め方</vt:lpstr>
      <vt:lpstr>3-1．ウォーターフォール開発の作業概要</vt:lpstr>
      <vt:lpstr>3-2．「出光開発標準」への理解</vt:lpstr>
      <vt:lpstr>3-3．品質目標</vt:lpstr>
      <vt:lpstr>3-4．品質管理①（レビュー）</vt:lpstr>
      <vt:lpstr>3-5．品質管理②（製造・テスト）</vt:lpstr>
      <vt:lpstr>3-6．スケジュール案(パターン①)</vt:lpstr>
      <vt:lpstr>3-6．スケジュール案(パターン② VB6のみ)</vt:lpstr>
      <vt:lpstr>3-7．会議体</vt:lpstr>
      <vt:lpstr>3-8．体制</vt:lpstr>
      <vt:lpstr>3-9．役割および責任・権限</vt:lpstr>
      <vt:lpstr>3-10．納品物</vt:lpstr>
      <vt:lpstr>お見積り</vt:lpstr>
      <vt:lpstr>4-1．お見積り(パターン①)</vt:lpstr>
      <vt:lpstr>4-1．お見積り(パターン② VB6のみ)</vt:lpstr>
      <vt:lpstr>概算お見積り(運用・保守)</vt:lpstr>
      <vt:lpstr>5-1．概算お見積り（運用・保守）(パターン①)</vt:lpstr>
      <vt:lpstr>5-1．概算お見積り（運用・保守）(パターン② VB6のみ)</vt:lpstr>
      <vt:lpstr>5-2．サポート内容</vt:lpstr>
      <vt:lpstr>お見積り前提条件</vt:lpstr>
      <vt:lpstr>6-1．お見積り前提条件</vt:lpstr>
      <vt:lpstr>弊社情報</vt:lpstr>
      <vt:lpstr>7-1．弊社概要①</vt:lpstr>
      <vt:lpstr>7-2．貴社プロジェクトにおける主な開発実績・規模</vt:lpstr>
      <vt:lpstr>7-3．貴社プロジェクトにおける主な開発実績</vt:lpstr>
      <vt:lpstr>7-4．貴社プロジェクトにおける主な運用保守実績</vt:lpstr>
      <vt:lpstr>7-5．貴社プロジェクトにおける主な派遣・準委任参画実績</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2025-12-02T10:43:30Z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