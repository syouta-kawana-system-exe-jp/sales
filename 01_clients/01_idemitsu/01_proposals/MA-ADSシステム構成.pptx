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2.xml" ContentType="application/vnd.openxmlformats-officedocument.customXmlProperties+xml"/>
  <Override PartName="/docProps/app.xml" ContentType="application/vnd.openxmlformats-officedocument.extended-properties+xml"/>
  <Override PartName="/customXml/itemProps1.xml" ContentType="application/vnd.openxmlformats-officedocument.customXmlProperti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3"/>
  </p:sldMasterIdLst>
  <p:notesMasterIdLst>
    <p:notesMasterId r:id="rId5"/>
  </p:notesMasterIdLst>
  <p:handoutMasterIdLst>
    <p:handoutMasterId r:id="rId6"/>
  </p:handoutMasterIdLst>
  <p:sldIdLst>
    <p:sldId id="932"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B0CA"/>
    <a:srgbClr val="0000FF"/>
    <a:srgbClr val="9A3B5D"/>
    <a:srgbClr val="FFFFFF"/>
    <a:srgbClr val="FDEDDA"/>
    <a:srgbClr val="FAF2D4"/>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155D45-CA2F-4023-88DE-5D1346668643}" v="6" dt="2024-06-14T01:59:41.97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82" y="18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3.xml"/><Relationship Id="rId3" Type="http://schemas.openxmlformats.org/officeDocument/2006/relationships/slideMaster" Target="slideMasters/slideMaster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福田一希" userId="S::kazuki.fukuda@system-exe.jp::fdfbe5ba-eec8-4756-aa2a-cf5b9de944cd" providerId="AD" clId="Web-{279E7CBF-8D4A-4F34-99AD-58C5FDC9A20F}"/>
    <pc:docChg chg="modSld">
      <pc:chgData name="福田一希" userId="S::kazuki.fukuda@system-exe.jp::fdfbe5ba-eec8-4756-aa2a-cf5b9de944cd" providerId="AD" clId="Web-{279E7CBF-8D4A-4F34-99AD-58C5FDC9A20F}" dt="2024-06-05T08:21:36.349" v="787"/>
      <pc:docMkLst>
        <pc:docMk/>
      </pc:docMkLst>
      <pc:sldChg chg="modSp">
        <pc:chgData name="福田一希" userId="S::kazuki.fukuda@system-exe.jp::fdfbe5ba-eec8-4756-aa2a-cf5b9de944cd" providerId="AD" clId="Web-{279E7CBF-8D4A-4F34-99AD-58C5FDC9A20F}" dt="2024-06-05T08:10:18.758" v="312"/>
        <pc:sldMkLst>
          <pc:docMk/>
          <pc:sldMk cId="2896692699" sldId="921"/>
        </pc:sldMkLst>
        <pc:graphicFrameChg chg="mod modGraphic">
          <ac:chgData name="福田一希" userId="S::kazuki.fukuda@system-exe.jp::fdfbe5ba-eec8-4756-aa2a-cf5b9de944cd" providerId="AD" clId="Web-{279E7CBF-8D4A-4F34-99AD-58C5FDC9A20F}" dt="2024-06-05T08:10:15.570" v="311"/>
          <ac:graphicFrameMkLst>
            <pc:docMk/>
            <pc:sldMk cId="2896692699" sldId="921"/>
            <ac:graphicFrameMk id="7" creationId="{C8FD79AB-6DF3-804D-3E1D-BEA790AC160C}"/>
          </ac:graphicFrameMkLst>
        </pc:graphicFrameChg>
        <pc:graphicFrameChg chg="mod modGraphic">
          <ac:chgData name="福田一希" userId="S::kazuki.fukuda@system-exe.jp::fdfbe5ba-eec8-4756-aa2a-cf5b9de944cd" providerId="AD" clId="Web-{279E7CBF-8D4A-4F34-99AD-58C5FDC9A20F}" dt="2024-06-05T08:10:18.758" v="312"/>
          <ac:graphicFrameMkLst>
            <pc:docMk/>
            <pc:sldMk cId="2896692699" sldId="921"/>
            <ac:graphicFrameMk id="11" creationId="{C8FD79AB-6DF3-804D-3E1D-BEA790AC160C}"/>
          </ac:graphicFrameMkLst>
        </pc:graphicFrameChg>
      </pc:sldChg>
      <pc:sldChg chg="addSp delSp modSp">
        <pc:chgData name="福田一希" userId="S::kazuki.fukuda@system-exe.jp::fdfbe5ba-eec8-4756-aa2a-cf5b9de944cd" providerId="AD" clId="Web-{279E7CBF-8D4A-4F34-99AD-58C5FDC9A20F}" dt="2024-06-05T08:21:36.349" v="787"/>
        <pc:sldMkLst>
          <pc:docMk/>
          <pc:sldMk cId="3122172521" sldId="925"/>
        </pc:sldMkLst>
        <pc:graphicFrameChg chg="mod modGraphic">
          <ac:chgData name="福田一希" userId="S::kazuki.fukuda@system-exe.jp::fdfbe5ba-eec8-4756-aa2a-cf5b9de944cd" providerId="AD" clId="Web-{279E7CBF-8D4A-4F34-99AD-58C5FDC9A20F}" dt="2024-06-05T08:21:36.349" v="787"/>
          <ac:graphicFrameMkLst>
            <pc:docMk/>
            <pc:sldMk cId="3122172521" sldId="925"/>
            <ac:graphicFrameMk id="7" creationId="{C8FD79AB-6DF3-804D-3E1D-BEA790AC160C}"/>
          </ac:graphicFrameMkLst>
        </pc:graphicFrameChg>
        <pc:graphicFrameChg chg="add del">
          <ac:chgData name="福田一希" userId="S::kazuki.fukuda@system-exe.jp::fdfbe5ba-eec8-4756-aa2a-cf5b9de944cd" providerId="AD" clId="Web-{279E7CBF-8D4A-4F34-99AD-58C5FDC9A20F}" dt="2024-06-05T08:09:28.569" v="304"/>
          <ac:graphicFrameMkLst>
            <pc:docMk/>
            <pc:sldMk cId="3122172521" sldId="925"/>
            <ac:graphicFrameMk id="9" creationId="{86381BEC-62FA-36AE-80F2-ABFF6DD1EA61}"/>
          </ac:graphicFrameMkLst>
        </pc:graphicFrameChg>
      </pc:sldChg>
    </pc:docChg>
  </pc:docChgLst>
  <pc:docChgLst>
    <pc:chgData name="福田一希" userId="S::kazuki.fukuda@system-exe.jp::fdfbe5ba-eec8-4756-aa2a-cf5b9de944cd" providerId="AD" clId="Web-{7AEA9ACB-C536-47BD-B54A-37EBFA160F0F}"/>
    <pc:docChg chg="modSld">
      <pc:chgData name="福田一希" userId="S::kazuki.fukuda@system-exe.jp::fdfbe5ba-eec8-4756-aa2a-cf5b9de944cd" providerId="AD" clId="Web-{7AEA9ACB-C536-47BD-B54A-37EBFA160F0F}" dt="2024-06-07T02:18:57.238" v="83"/>
      <pc:docMkLst>
        <pc:docMk/>
      </pc:docMkLst>
      <pc:sldChg chg="modSp">
        <pc:chgData name="福田一希" userId="S::kazuki.fukuda@system-exe.jp::fdfbe5ba-eec8-4756-aa2a-cf5b9de944cd" providerId="AD" clId="Web-{7AEA9ACB-C536-47BD-B54A-37EBFA160F0F}" dt="2024-06-07T02:18:57.238" v="83"/>
        <pc:sldMkLst>
          <pc:docMk/>
          <pc:sldMk cId="1395438993" sldId="765"/>
        </pc:sldMkLst>
        <pc:graphicFrameChg chg="mod modGraphic">
          <ac:chgData name="福田一希" userId="S::kazuki.fukuda@system-exe.jp::fdfbe5ba-eec8-4756-aa2a-cf5b9de944cd" providerId="AD" clId="Web-{7AEA9ACB-C536-47BD-B54A-37EBFA160F0F}" dt="2024-06-07T02:18:57.238" v="83"/>
          <ac:graphicFrameMkLst>
            <pc:docMk/>
            <pc:sldMk cId="1395438993" sldId="765"/>
            <ac:graphicFrameMk id="7" creationId="{2864E947-18B0-4839-AED3-D416F628DDF0}"/>
          </ac:graphicFrameMkLst>
        </pc:graphicFrameChg>
      </pc:sldChg>
      <pc:sldChg chg="addSp delSp modSp">
        <pc:chgData name="福田一希" userId="S::kazuki.fukuda@system-exe.jp::fdfbe5ba-eec8-4756-aa2a-cf5b9de944cd" providerId="AD" clId="Web-{7AEA9ACB-C536-47BD-B54A-37EBFA160F0F}" dt="2024-06-07T02:17:39.502" v="53" actId="14100"/>
        <pc:sldMkLst>
          <pc:docMk/>
          <pc:sldMk cId="3560606343" sldId="766"/>
        </pc:sldMkLst>
        <pc:spChg chg="add mod">
          <ac:chgData name="福田一希" userId="S::kazuki.fukuda@system-exe.jp::fdfbe5ba-eec8-4756-aa2a-cf5b9de944cd" providerId="AD" clId="Web-{7AEA9ACB-C536-47BD-B54A-37EBFA160F0F}" dt="2024-06-07T02:17:39.502" v="53" actId="14100"/>
          <ac:spMkLst>
            <pc:docMk/>
            <pc:sldMk cId="3560606343" sldId="766"/>
            <ac:spMk id="15" creationId="{11B8F351-7614-6969-59D2-39391667C2E8}"/>
          </ac:spMkLst>
        </pc:spChg>
        <pc:spChg chg="add mod">
          <ac:chgData name="福田一希" userId="S::kazuki.fukuda@system-exe.jp::fdfbe5ba-eec8-4756-aa2a-cf5b9de944cd" providerId="AD" clId="Web-{7AEA9ACB-C536-47BD-B54A-37EBFA160F0F}" dt="2024-06-07T02:16:53.625" v="52" actId="20577"/>
          <ac:spMkLst>
            <pc:docMk/>
            <pc:sldMk cId="3560606343" sldId="766"/>
            <ac:spMk id="16" creationId="{DEB90DC0-D555-8773-22A0-20C490BA965B}"/>
          </ac:spMkLst>
        </pc:spChg>
        <pc:spChg chg="mod">
          <ac:chgData name="福田一希" userId="S::kazuki.fukuda@system-exe.jp::fdfbe5ba-eec8-4756-aa2a-cf5b9de944cd" providerId="AD" clId="Web-{7AEA9ACB-C536-47BD-B54A-37EBFA160F0F}" dt="2024-06-07T02:15:59.640" v="30" actId="20577"/>
          <ac:spMkLst>
            <pc:docMk/>
            <pc:sldMk cId="3560606343" sldId="766"/>
            <ac:spMk id="29" creationId="{3B57EEC6-A848-4914-BC9B-95C84C7B6637}"/>
          </ac:spMkLst>
        </pc:spChg>
        <pc:spChg chg="mod">
          <ac:chgData name="福田一希" userId="S::kazuki.fukuda@system-exe.jp::fdfbe5ba-eec8-4756-aa2a-cf5b9de944cd" providerId="AD" clId="Web-{7AEA9ACB-C536-47BD-B54A-37EBFA160F0F}" dt="2024-06-07T02:15:52.921" v="28" actId="14100"/>
          <ac:spMkLst>
            <pc:docMk/>
            <pc:sldMk cId="3560606343" sldId="766"/>
            <ac:spMk id="30" creationId="{2BED1E46-0D50-4D21-A77D-92FC258B00B7}"/>
          </ac:spMkLst>
        </pc:spChg>
        <pc:grpChg chg="add del">
          <ac:chgData name="福田一希" userId="S::kazuki.fukuda@system-exe.jp::fdfbe5ba-eec8-4756-aa2a-cf5b9de944cd" providerId="AD" clId="Web-{7AEA9ACB-C536-47BD-B54A-37EBFA160F0F}" dt="2024-06-07T02:16:07.359" v="32"/>
          <ac:grpSpMkLst>
            <pc:docMk/>
            <pc:sldMk cId="3560606343" sldId="766"/>
            <ac:grpSpMk id="14" creationId="{2B5F9636-3BDB-C23C-9B36-043AFCBA4EB0}"/>
          </ac:grpSpMkLst>
        </pc:grpChg>
      </pc:sldChg>
      <pc:sldChg chg="addSp delSp modSp">
        <pc:chgData name="福田一希" userId="S::kazuki.fukuda@system-exe.jp::fdfbe5ba-eec8-4756-aa2a-cf5b9de944cd" providerId="AD" clId="Web-{7AEA9ACB-C536-47BD-B54A-37EBFA160F0F}" dt="2024-06-07T02:14:46.388" v="26" actId="1076"/>
        <pc:sldMkLst>
          <pc:docMk/>
          <pc:sldMk cId="1635957379" sldId="926"/>
        </pc:sldMkLst>
        <pc:spChg chg="mod">
          <ac:chgData name="福田一希" userId="S::kazuki.fukuda@system-exe.jp::fdfbe5ba-eec8-4756-aa2a-cf5b9de944cd" providerId="AD" clId="Web-{7AEA9ACB-C536-47BD-B54A-37EBFA160F0F}" dt="2024-06-07T02:14:46.388" v="26" actId="1076"/>
          <ac:spMkLst>
            <pc:docMk/>
            <pc:sldMk cId="1635957379" sldId="926"/>
            <ac:spMk id="19" creationId="{3F43C2BE-8CAA-4AB7-738C-E5BE8E2253B8}"/>
          </ac:spMkLst>
        </pc:spChg>
        <pc:spChg chg="mod">
          <ac:chgData name="福田一希" userId="S::kazuki.fukuda@system-exe.jp::fdfbe5ba-eec8-4756-aa2a-cf5b9de944cd" providerId="AD" clId="Web-{7AEA9ACB-C536-47BD-B54A-37EBFA160F0F}" dt="2024-06-07T02:14:44.200" v="25" actId="1076"/>
          <ac:spMkLst>
            <pc:docMk/>
            <pc:sldMk cId="1635957379" sldId="926"/>
            <ac:spMk id="35" creationId="{4EE7BFBA-3434-4271-2281-8600CEA27BE9}"/>
          </ac:spMkLst>
        </pc:spChg>
        <pc:spChg chg="add del">
          <ac:chgData name="福田一希" userId="S::kazuki.fukuda@system-exe.jp::fdfbe5ba-eec8-4756-aa2a-cf5b9de944cd" providerId="AD" clId="Web-{7AEA9ACB-C536-47BD-B54A-37EBFA160F0F}" dt="2024-06-07T02:13:59.355" v="1"/>
          <ac:spMkLst>
            <pc:docMk/>
            <pc:sldMk cId="1635957379" sldId="926"/>
            <ac:spMk id="37" creationId="{29662349-91C9-61DB-7E7D-62AB36D15216}"/>
          </ac:spMkLst>
        </pc:spChg>
        <pc:spChg chg="mod">
          <ac:chgData name="福田一希" userId="S::kazuki.fukuda@system-exe.jp::fdfbe5ba-eec8-4756-aa2a-cf5b9de944cd" providerId="AD" clId="Web-{7AEA9ACB-C536-47BD-B54A-37EBFA160F0F}" dt="2024-06-07T02:14:39.638" v="24" actId="1076"/>
          <ac:spMkLst>
            <pc:docMk/>
            <pc:sldMk cId="1635957379" sldId="926"/>
            <ac:spMk id="46" creationId="{C0F5576F-DA49-FD21-503A-622F2A3DFBDE}"/>
          </ac:spMkLst>
        </pc:spChg>
        <pc:spChg chg="mod">
          <ac:chgData name="福田一希" userId="S::kazuki.fukuda@system-exe.jp::fdfbe5ba-eec8-4756-aa2a-cf5b9de944cd" providerId="AD" clId="Web-{7AEA9ACB-C536-47BD-B54A-37EBFA160F0F}" dt="2024-06-07T02:14:14.715" v="9" actId="20577"/>
          <ac:spMkLst>
            <pc:docMk/>
            <pc:sldMk cId="1635957379" sldId="926"/>
            <ac:spMk id="47" creationId="{75C6440C-5FD6-BD54-1CAC-26171C7F8EC0}"/>
          </ac:spMkLst>
        </pc:spChg>
        <pc:spChg chg="mod">
          <ac:chgData name="福田一希" userId="S::kazuki.fukuda@system-exe.jp::fdfbe5ba-eec8-4756-aa2a-cf5b9de944cd" providerId="AD" clId="Web-{7AEA9ACB-C536-47BD-B54A-37EBFA160F0F}" dt="2024-06-07T02:14:26.262" v="23" actId="20577"/>
          <ac:spMkLst>
            <pc:docMk/>
            <pc:sldMk cId="1635957379" sldId="926"/>
            <ac:spMk id="49" creationId="{B7BF3FB0-A7EC-EA27-AEFC-8F5312F5FA97}"/>
          </ac:spMkLst>
        </pc:spChg>
        <pc:grpChg chg="add mod">
          <ac:chgData name="福田一希" userId="S::kazuki.fukuda@system-exe.jp::fdfbe5ba-eec8-4756-aa2a-cf5b9de944cd" providerId="AD" clId="Web-{7AEA9ACB-C536-47BD-B54A-37EBFA160F0F}" dt="2024-06-07T02:14:09.903" v="4" actId="1076"/>
          <ac:grpSpMkLst>
            <pc:docMk/>
            <pc:sldMk cId="1635957379" sldId="926"/>
            <ac:grpSpMk id="43" creationId="{FA4A69AB-5A64-D94C-1512-66CF196D1568}"/>
          </ac:grpSpMkLst>
        </pc:grpChg>
      </pc:sldChg>
    </pc:docChg>
  </pc:docChgLst>
  <pc:docChgLst>
    <pc:chgData name="髙浦祐朗" userId="d6d860fe-bc64-411b-9605-a16d1ba875f6" providerId="ADAL" clId="{3B155D45-CA2F-4023-88DE-5D1346668643}"/>
    <pc:docChg chg="modSld">
      <pc:chgData name="髙浦祐朗" userId="d6d860fe-bc64-411b-9605-a16d1ba875f6" providerId="ADAL" clId="{3B155D45-CA2F-4023-88DE-5D1346668643}" dt="2024-06-14T01:59:41.979" v="16"/>
      <pc:docMkLst>
        <pc:docMk/>
      </pc:docMkLst>
      <pc:sldChg chg="modSp mod">
        <pc:chgData name="髙浦祐朗" userId="d6d860fe-bc64-411b-9605-a16d1ba875f6" providerId="ADAL" clId="{3B155D45-CA2F-4023-88DE-5D1346668643}" dt="2024-06-14T01:58:45.592" v="0" actId="20577"/>
        <pc:sldMkLst>
          <pc:docMk/>
          <pc:sldMk cId="3660799615" sldId="757"/>
        </pc:sldMkLst>
        <pc:spChg chg="mod">
          <ac:chgData name="髙浦祐朗" userId="d6d860fe-bc64-411b-9605-a16d1ba875f6" providerId="ADAL" clId="{3B155D45-CA2F-4023-88DE-5D1346668643}" dt="2024-06-14T01:58:45.592" v="0" actId="20577"/>
          <ac:spMkLst>
            <pc:docMk/>
            <pc:sldMk cId="3660799615" sldId="757"/>
            <ac:spMk id="5" creationId="{DDA0903F-BB0E-DF11-6A92-90C8A835A221}"/>
          </ac:spMkLst>
        </pc:spChg>
      </pc:sldChg>
      <pc:sldChg chg="modSp mod">
        <pc:chgData name="髙浦祐朗" userId="d6d860fe-bc64-411b-9605-a16d1ba875f6" providerId="ADAL" clId="{3B155D45-CA2F-4023-88DE-5D1346668643}" dt="2024-06-14T01:59:41.979" v="16"/>
        <pc:sldMkLst>
          <pc:docMk/>
          <pc:sldMk cId="1635957379" sldId="926"/>
        </pc:sldMkLst>
        <pc:spChg chg="mod">
          <ac:chgData name="髙浦祐朗" userId="d6d860fe-bc64-411b-9605-a16d1ba875f6" providerId="ADAL" clId="{3B155D45-CA2F-4023-88DE-5D1346668643}" dt="2024-06-14T01:59:38.162" v="11"/>
          <ac:spMkLst>
            <pc:docMk/>
            <pc:sldMk cId="1635957379" sldId="926"/>
            <ac:spMk id="34" creationId="{5B144D5B-9670-FA15-EA64-86F26DC744C6}"/>
          </ac:spMkLst>
        </pc:spChg>
        <pc:spChg chg="mod">
          <ac:chgData name="髙浦祐朗" userId="d6d860fe-bc64-411b-9605-a16d1ba875f6" providerId="ADAL" clId="{3B155D45-CA2F-4023-88DE-5D1346668643}" dt="2024-06-14T01:59:41.979" v="16"/>
          <ac:spMkLst>
            <pc:docMk/>
            <pc:sldMk cId="1635957379" sldId="926"/>
            <ac:spMk id="42" creationId="{D0C33330-6414-47CF-1775-820559E453B1}"/>
          </ac:spMkLst>
        </pc:spChg>
        <pc:spChg chg="mod">
          <ac:chgData name="髙浦祐朗" userId="d6d860fe-bc64-411b-9605-a16d1ba875f6" providerId="ADAL" clId="{3B155D45-CA2F-4023-88DE-5D1346668643}" dt="2024-06-14T01:58:58.147" v="6"/>
          <ac:spMkLst>
            <pc:docMk/>
            <pc:sldMk cId="1635957379" sldId="926"/>
            <ac:spMk id="46" creationId="{C0F5576F-DA49-FD21-503A-622F2A3DFBDE}"/>
          </ac:spMkLst>
        </pc:spChg>
      </pc:sldChg>
    </pc:docChg>
  </pc:docChgLst>
  <pc:docChgLst>
    <pc:chgData name="髙浦祐朗" userId="d6d860fe-bc64-411b-9605-a16d1ba875f6" providerId="ADAL" clId="{64272BBD-C16A-47F3-B97C-740BD3DAD998}"/>
    <pc:docChg chg="custSel modSld">
      <pc:chgData name="髙浦祐朗" userId="d6d860fe-bc64-411b-9605-a16d1ba875f6" providerId="ADAL" clId="{64272BBD-C16A-47F3-B97C-740BD3DAD998}" dt="2024-06-07T04:52:34.398" v="80" actId="1036"/>
      <pc:docMkLst>
        <pc:docMk/>
      </pc:docMkLst>
      <pc:sldChg chg="modSp mod">
        <pc:chgData name="髙浦祐朗" userId="d6d860fe-bc64-411b-9605-a16d1ba875f6" providerId="ADAL" clId="{64272BBD-C16A-47F3-B97C-740BD3DAD998}" dt="2024-06-07T04:44:01.765" v="0" actId="20577"/>
        <pc:sldMkLst>
          <pc:docMk/>
          <pc:sldMk cId="3773316736" sldId="756"/>
        </pc:sldMkLst>
        <pc:spChg chg="mod">
          <ac:chgData name="髙浦祐朗" userId="d6d860fe-bc64-411b-9605-a16d1ba875f6" providerId="ADAL" clId="{64272BBD-C16A-47F3-B97C-740BD3DAD998}" dt="2024-06-07T04:44:01.765" v="0" actId="20577"/>
          <ac:spMkLst>
            <pc:docMk/>
            <pc:sldMk cId="3773316736" sldId="756"/>
            <ac:spMk id="13" creationId="{B8B3A81D-32E4-C28F-0D4C-EB7D2165E764}"/>
          </ac:spMkLst>
        </pc:spChg>
      </pc:sldChg>
      <pc:sldChg chg="modSp">
        <pc:chgData name="髙浦祐朗" userId="d6d860fe-bc64-411b-9605-a16d1ba875f6" providerId="ADAL" clId="{64272BBD-C16A-47F3-B97C-740BD3DAD998}" dt="2024-06-07T04:47:14.035" v="58"/>
        <pc:sldMkLst>
          <pc:docMk/>
          <pc:sldMk cId="1395438993" sldId="765"/>
        </pc:sldMkLst>
        <pc:graphicFrameChg chg="mod">
          <ac:chgData name="髙浦祐朗" userId="d6d860fe-bc64-411b-9605-a16d1ba875f6" providerId="ADAL" clId="{64272BBD-C16A-47F3-B97C-740BD3DAD998}" dt="2024-06-07T04:47:14.035" v="58"/>
          <ac:graphicFrameMkLst>
            <pc:docMk/>
            <pc:sldMk cId="1395438993" sldId="765"/>
            <ac:graphicFrameMk id="7" creationId="{2864E947-18B0-4839-AED3-D416F628DDF0}"/>
          </ac:graphicFrameMkLst>
        </pc:graphicFrameChg>
      </pc:sldChg>
      <pc:sldChg chg="modSp mod">
        <pc:chgData name="髙浦祐朗" userId="d6d860fe-bc64-411b-9605-a16d1ba875f6" providerId="ADAL" clId="{64272BBD-C16A-47F3-B97C-740BD3DAD998}" dt="2024-06-07T04:52:34.398" v="80" actId="1036"/>
        <pc:sldMkLst>
          <pc:docMk/>
          <pc:sldMk cId="3560606343" sldId="766"/>
        </pc:sldMkLst>
        <pc:spChg chg="mod">
          <ac:chgData name="髙浦祐朗" userId="d6d860fe-bc64-411b-9605-a16d1ba875f6" providerId="ADAL" clId="{64272BBD-C16A-47F3-B97C-740BD3DAD998}" dt="2024-06-07T04:51:51.063" v="74" actId="14100"/>
          <ac:spMkLst>
            <pc:docMk/>
            <pc:sldMk cId="3560606343" sldId="766"/>
            <ac:spMk id="40" creationId="{00000000-0000-0000-0000-000000000000}"/>
          </ac:spMkLst>
        </pc:spChg>
        <pc:cxnChg chg="mod">
          <ac:chgData name="髙浦祐朗" userId="d6d860fe-bc64-411b-9605-a16d1ba875f6" providerId="ADAL" clId="{64272BBD-C16A-47F3-B97C-740BD3DAD998}" dt="2024-06-07T04:52:26.941" v="78" actId="555"/>
          <ac:cxnSpMkLst>
            <pc:docMk/>
            <pc:sldMk cId="3560606343" sldId="766"/>
            <ac:cxnSpMk id="9" creationId="{00000000-0000-0000-0000-000000000000}"/>
          </ac:cxnSpMkLst>
        </pc:cxnChg>
        <pc:cxnChg chg="mod">
          <ac:chgData name="髙浦祐朗" userId="d6d860fe-bc64-411b-9605-a16d1ba875f6" providerId="ADAL" clId="{64272BBD-C16A-47F3-B97C-740BD3DAD998}" dt="2024-06-07T04:52:26.941" v="78" actId="555"/>
          <ac:cxnSpMkLst>
            <pc:docMk/>
            <pc:sldMk cId="3560606343" sldId="766"/>
            <ac:cxnSpMk id="28" creationId="{00000000-0000-0000-0000-000000000000}"/>
          </ac:cxnSpMkLst>
        </pc:cxnChg>
        <pc:cxnChg chg="mod">
          <ac:chgData name="髙浦祐朗" userId="d6d860fe-bc64-411b-9605-a16d1ba875f6" providerId="ADAL" clId="{64272BBD-C16A-47F3-B97C-740BD3DAD998}" dt="2024-06-07T04:52:34.398" v="80" actId="1036"/>
          <ac:cxnSpMkLst>
            <pc:docMk/>
            <pc:sldMk cId="3560606343" sldId="766"/>
            <ac:cxnSpMk id="32" creationId="{00000000-0000-0000-0000-000000000000}"/>
          </ac:cxnSpMkLst>
        </pc:cxnChg>
        <pc:cxnChg chg="mod">
          <ac:chgData name="髙浦祐朗" userId="d6d860fe-bc64-411b-9605-a16d1ba875f6" providerId="ADAL" clId="{64272BBD-C16A-47F3-B97C-740BD3DAD998}" dt="2024-06-07T04:52:26.941" v="78" actId="555"/>
          <ac:cxnSpMkLst>
            <pc:docMk/>
            <pc:sldMk cId="3560606343" sldId="766"/>
            <ac:cxnSpMk id="43" creationId="{00000000-0000-0000-0000-000000000000}"/>
          </ac:cxnSpMkLst>
        </pc:cxnChg>
      </pc:sldChg>
      <pc:sldChg chg="modSp mod">
        <pc:chgData name="髙浦祐朗" userId="d6d860fe-bc64-411b-9605-a16d1ba875f6" providerId="ADAL" clId="{64272BBD-C16A-47F3-B97C-740BD3DAD998}" dt="2024-06-07T04:46:42.273" v="54"/>
        <pc:sldMkLst>
          <pc:docMk/>
          <pc:sldMk cId="2896692699" sldId="921"/>
        </pc:sldMkLst>
        <pc:graphicFrameChg chg="mod modGraphic">
          <ac:chgData name="髙浦祐朗" userId="d6d860fe-bc64-411b-9605-a16d1ba875f6" providerId="ADAL" clId="{64272BBD-C16A-47F3-B97C-740BD3DAD998}" dt="2024-06-07T04:46:42.273" v="54"/>
          <ac:graphicFrameMkLst>
            <pc:docMk/>
            <pc:sldMk cId="2896692699" sldId="921"/>
            <ac:graphicFrameMk id="7" creationId="{C8FD79AB-6DF3-804D-3E1D-BEA790AC160C}"/>
          </ac:graphicFrameMkLst>
        </pc:graphicFrameChg>
        <pc:graphicFrameChg chg="mod modGraphic">
          <ac:chgData name="髙浦祐朗" userId="d6d860fe-bc64-411b-9605-a16d1ba875f6" providerId="ADAL" clId="{64272BBD-C16A-47F3-B97C-740BD3DAD998}" dt="2024-06-07T04:45:27.218" v="28" actId="408"/>
          <ac:graphicFrameMkLst>
            <pc:docMk/>
            <pc:sldMk cId="2896692699" sldId="921"/>
            <ac:graphicFrameMk id="11" creationId="{C8FD79AB-6DF3-804D-3E1D-BEA790AC160C}"/>
          </ac:graphicFrameMkLst>
        </pc:graphicFrameChg>
      </pc:sldChg>
      <pc:sldChg chg="modSp mod">
        <pc:chgData name="髙浦祐朗" userId="d6d860fe-bc64-411b-9605-a16d1ba875f6" providerId="ADAL" clId="{64272BBD-C16A-47F3-B97C-740BD3DAD998}" dt="2024-06-07T04:46:30.803" v="49"/>
        <pc:sldMkLst>
          <pc:docMk/>
          <pc:sldMk cId="3122172521" sldId="925"/>
        </pc:sldMkLst>
        <pc:graphicFrameChg chg="mod modGraphic">
          <ac:chgData name="髙浦祐朗" userId="d6d860fe-bc64-411b-9605-a16d1ba875f6" providerId="ADAL" clId="{64272BBD-C16A-47F3-B97C-740BD3DAD998}" dt="2024-06-07T04:46:30.803" v="49"/>
          <ac:graphicFrameMkLst>
            <pc:docMk/>
            <pc:sldMk cId="3122172521" sldId="925"/>
            <ac:graphicFrameMk id="7" creationId="{C8FD79AB-6DF3-804D-3E1D-BEA790AC160C}"/>
          </ac:graphicFrameMkLst>
        </pc:graphicFrameChg>
      </pc:sldChg>
      <pc:sldChg chg="delSp mod">
        <pc:chgData name="髙浦祐朗" userId="d6d860fe-bc64-411b-9605-a16d1ba875f6" providerId="ADAL" clId="{64272BBD-C16A-47F3-B97C-740BD3DAD998}" dt="2024-06-07T04:47:31.151" v="59" actId="478"/>
        <pc:sldMkLst>
          <pc:docMk/>
          <pc:sldMk cId="1635957379" sldId="926"/>
        </pc:sldMkLst>
        <pc:spChg chg="del">
          <ac:chgData name="髙浦祐朗" userId="d6d860fe-bc64-411b-9605-a16d1ba875f6" providerId="ADAL" clId="{64272BBD-C16A-47F3-B97C-740BD3DAD998}" dt="2024-06-07T04:47:31.151" v="59" actId="478"/>
          <ac:spMkLst>
            <pc:docMk/>
            <pc:sldMk cId="1635957379" sldId="926"/>
            <ac:spMk id="7" creationId="{00000000-0000-0000-0000-000000000000}"/>
          </ac:spMkLst>
        </pc:spChg>
      </pc:sldChg>
    </pc:docChg>
  </pc:docChgLst>
  <pc:docChgLst>
    <pc:chgData name="福田一希" userId="S::kazuki.fukuda@system-exe.jp::fdfbe5ba-eec8-4756-aa2a-cf5b9de944cd" providerId="AD" clId="Web-{960E1D6E-C5A6-4D3B-AC55-9A039F0E91C6}"/>
    <pc:docChg chg="modSld">
      <pc:chgData name="福田一希" userId="S::kazuki.fukuda@system-exe.jp::fdfbe5ba-eec8-4756-aa2a-cf5b9de944cd" providerId="AD" clId="Web-{960E1D6E-C5A6-4D3B-AC55-9A039F0E91C6}" dt="2024-06-13T00:28:39.368" v="257" actId="20577"/>
      <pc:docMkLst>
        <pc:docMk/>
      </pc:docMkLst>
      <pc:sldChg chg="modSp">
        <pc:chgData name="福田一希" userId="S::kazuki.fukuda@system-exe.jp::fdfbe5ba-eec8-4756-aa2a-cf5b9de944cd" providerId="AD" clId="Web-{960E1D6E-C5A6-4D3B-AC55-9A039F0E91C6}" dt="2024-06-13T00:26:49.756" v="227" actId="20577"/>
        <pc:sldMkLst>
          <pc:docMk/>
          <pc:sldMk cId="3560606343" sldId="766"/>
        </pc:sldMkLst>
        <pc:spChg chg="mod">
          <ac:chgData name="福田一希" userId="S::kazuki.fukuda@system-exe.jp::fdfbe5ba-eec8-4756-aa2a-cf5b9de944cd" providerId="AD" clId="Web-{960E1D6E-C5A6-4D3B-AC55-9A039F0E91C6}" dt="2024-06-13T00:26:49.756" v="227" actId="20577"/>
          <ac:spMkLst>
            <pc:docMk/>
            <pc:sldMk cId="3560606343" sldId="766"/>
            <ac:spMk id="8" creationId="{AA608998-7E3E-1298-045C-A506F642ABA9}"/>
          </ac:spMkLst>
        </pc:spChg>
      </pc:sldChg>
      <pc:sldChg chg="modSp">
        <pc:chgData name="福田一希" userId="S::kazuki.fukuda@system-exe.jp::fdfbe5ba-eec8-4756-aa2a-cf5b9de944cd" providerId="AD" clId="Web-{960E1D6E-C5A6-4D3B-AC55-9A039F0E91C6}" dt="2024-06-13T00:28:39.368" v="257" actId="20577"/>
        <pc:sldMkLst>
          <pc:docMk/>
          <pc:sldMk cId="2410374903" sldId="767"/>
        </pc:sldMkLst>
        <pc:spChg chg="mod">
          <ac:chgData name="福田一希" userId="S::kazuki.fukuda@system-exe.jp::fdfbe5ba-eec8-4756-aa2a-cf5b9de944cd" providerId="AD" clId="Web-{960E1D6E-C5A6-4D3B-AC55-9A039F0E91C6}" dt="2024-06-13T00:28:39.368" v="257" actId="20577"/>
          <ac:spMkLst>
            <pc:docMk/>
            <pc:sldMk cId="2410374903" sldId="767"/>
            <ac:spMk id="5" creationId="{97E6FBE8-190C-40F0-AA01-14695A77D734}"/>
          </ac:spMkLst>
        </pc:spChg>
      </pc:sldChg>
      <pc:sldChg chg="modSp">
        <pc:chgData name="福田一希" userId="S::kazuki.fukuda@system-exe.jp::fdfbe5ba-eec8-4756-aa2a-cf5b9de944cd" providerId="AD" clId="Web-{960E1D6E-C5A6-4D3B-AC55-9A039F0E91C6}" dt="2024-06-13T00:23:37.079" v="137" actId="20577"/>
        <pc:sldMkLst>
          <pc:docMk/>
          <pc:sldMk cId="729124589" sldId="768"/>
        </pc:sldMkLst>
        <pc:spChg chg="mod">
          <ac:chgData name="福田一希" userId="S::kazuki.fukuda@system-exe.jp::fdfbe5ba-eec8-4756-aa2a-cf5b9de944cd" providerId="AD" clId="Web-{960E1D6E-C5A6-4D3B-AC55-9A039F0E91C6}" dt="2024-06-13T00:23:37.079" v="137" actId="20577"/>
          <ac:spMkLst>
            <pc:docMk/>
            <pc:sldMk cId="729124589" sldId="768"/>
            <ac:spMk id="5" creationId="{75D94D8C-59D4-540B-6AEE-871AEC854D26}"/>
          </ac:spMkLst>
        </pc:spChg>
      </pc:sldChg>
      <pc:sldChg chg="modSp">
        <pc:chgData name="福田一希" userId="S::kazuki.fukuda@system-exe.jp::fdfbe5ba-eec8-4756-aa2a-cf5b9de944cd" providerId="AD" clId="Web-{960E1D6E-C5A6-4D3B-AC55-9A039F0E91C6}" dt="2024-06-13T00:24:03.845" v="146" actId="20577"/>
        <pc:sldMkLst>
          <pc:docMk/>
          <pc:sldMk cId="1635957379" sldId="926"/>
        </pc:sldMkLst>
        <pc:spChg chg="mod">
          <ac:chgData name="福田一希" userId="S::kazuki.fukuda@system-exe.jp::fdfbe5ba-eec8-4756-aa2a-cf5b9de944cd" providerId="AD" clId="Web-{960E1D6E-C5A6-4D3B-AC55-9A039F0E91C6}" dt="2024-06-13T00:24:03.845" v="146" actId="20577"/>
          <ac:spMkLst>
            <pc:docMk/>
            <pc:sldMk cId="1635957379" sldId="926"/>
            <ac:spMk id="46" creationId="{C0F5576F-DA49-FD21-503A-622F2A3DFBDE}"/>
          </ac:spMkLst>
        </pc:spChg>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pChg chg="del">
          <ac:chgData name="吉田諒" userId="S::ryou.yoshida@system-exe.jp::48113613-5467-405d-9628-39cdc2d8c52c" providerId="AD" clId="Web-{6F78E665-246F-42CA-866C-0099ABCE2C58}" dt="2024-01-29T11:06:49.620" v="3"/>
          <ac:spMkLst>
            <pc:docMk/>
            <pc:sldMk cId="3660799615" sldId="757"/>
            <ac:spMk id="30" creationId="{030E2380-7FED-49EC-9A15-52469734A34E}"/>
          </ac:spMkLst>
        </pc:spChg>
        <pc:grpChg chg="del">
          <ac:chgData name="吉田諒" userId="S::ryou.yoshida@system-exe.jp::48113613-5467-405d-9628-39cdc2d8c52c" providerId="AD" clId="Web-{6F78E665-246F-42CA-866C-0099ABCE2C58}" dt="2024-01-29T11:06:43.636" v="0"/>
          <ac:grpSpMkLst>
            <pc:docMk/>
            <pc:sldMk cId="3660799615" sldId="757"/>
            <ac:grpSpMk id="5" creationId="{7CF68077-6A7C-4367-9903-7434F26D765B}"/>
          </ac:grpSpMkLst>
        </pc:grpChg>
        <pc:grpChg chg="del">
          <ac:chgData name="吉田諒" userId="S::ryou.yoshida@system-exe.jp::48113613-5467-405d-9628-39cdc2d8c52c" providerId="AD" clId="Web-{6F78E665-246F-42CA-866C-0099ABCE2C58}" dt="2024-01-29T11:06:45.683" v="1"/>
          <ac:grpSpMkLst>
            <pc:docMk/>
            <pc:sldMk cId="3660799615" sldId="757"/>
            <ac:grpSpMk id="6" creationId="{1C6DDC46-C556-451F-B6A7-08CA11FC3F85}"/>
          </ac:grpSpMkLst>
        </pc:grpChg>
        <pc:grpChg chg="del">
          <ac:chgData name="吉田諒" userId="S::ryou.yoshida@system-exe.jp::48113613-5467-405d-9628-39cdc2d8c52c" providerId="AD" clId="Web-{6F78E665-246F-42CA-866C-0099ABCE2C58}" dt="2024-01-29T11:06:47.448" v="2"/>
          <ac:grpSpMkLst>
            <pc:docMk/>
            <pc:sldMk cId="3660799615" sldId="757"/>
            <ac:grpSpMk id="7" creationId="{0600D1F5-0E13-4A29-BCA1-83BA3DFE3672}"/>
          </ac:grpSpMkLst>
        </pc:grpChg>
        <pc:picChg chg="del">
          <ac:chgData name="吉田諒" userId="S::ryou.yoshida@system-exe.jp::48113613-5467-405d-9628-39cdc2d8c52c" providerId="AD" clId="Web-{6F78E665-246F-42CA-866C-0099ABCE2C58}" dt="2024-01-29T11:07:03.230" v="5"/>
          <ac:picMkLst>
            <pc:docMk/>
            <pc:sldMk cId="3660799615" sldId="757"/>
            <ac:picMk id="1028" creationId="{2539AAA5-E3AC-4A9D-8837-409FD205E3FD}"/>
          </ac:picMkLst>
        </pc:picChg>
        <pc:cxnChg chg="del">
          <ac:chgData name="吉田諒" userId="S::ryou.yoshida@system-exe.jp::48113613-5467-405d-9628-39cdc2d8c52c" providerId="AD" clId="Web-{6F78E665-246F-42CA-866C-0099ABCE2C58}" dt="2024-01-29T11:06:52.073" v="4"/>
          <ac:cxnSpMkLst>
            <pc:docMk/>
            <pc:sldMk cId="3660799615" sldId="757"/>
            <ac:cxnSpMk id="9" creationId="{51586849-7CE0-4971-B754-CC0D496E415D}"/>
          </ac:cxnSpMkLst>
        </pc:cxnChg>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pChg chg="mod">
          <ac:chgData name="吉田諒" userId="S::ryou.yoshida@system-exe.jp::48113613-5467-405d-9628-39cdc2d8c52c" providerId="AD" clId="Web-{6F78E665-246F-42CA-866C-0099ABCE2C58}" dt="2024-01-29T11:07:36.996" v="10" actId="20577"/>
          <ac:spMkLst>
            <pc:docMk/>
            <pc:sldMk cId="160659096" sldId="761"/>
            <ac:spMk id="2" creationId="{07C310CC-6E22-4FC1-8613-FDC327F099A9}"/>
          </ac:spMkLst>
        </pc:spChg>
      </pc:sldChg>
    </pc:docChg>
  </pc:docChgLst>
  <pc:docChgLst>
    <pc:chgData name="福田一希" userId="S::kazuki.fukuda@system-exe.jp::fdfbe5ba-eec8-4756-aa2a-cf5b9de944cd" providerId="AD" clId="Web-{0096744A-F232-4377-8DFA-80B2C789A5DA}"/>
    <pc:docChg chg="modSld">
      <pc:chgData name="福田一希" userId="S::kazuki.fukuda@system-exe.jp::fdfbe5ba-eec8-4756-aa2a-cf5b9de944cd" providerId="AD" clId="Web-{0096744A-F232-4377-8DFA-80B2C789A5DA}" dt="2024-06-07T02:12:40.405" v="163" actId="1076"/>
      <pc:docMkLst>
        <pc:docMk/>
      </pc:docMkLst>
      <pc:sldChg chg="modSp">
        <pc:chgData name="福田一希" userId="S::kazuki.fukuda@system-exe.jp::fdfbe5ba-eec8-4756-aa2a-cf5b9de944cd" providerId="AD" clId="Web-{0096744A-F232-4377-8DFA-80B2C789A5DA}" dt="2024-06-07T02:06:49.956" v="100" actId="20577"/>
        <pc:sldMkLst>
          <pc:docMk/>
          <pc:sldMk cId="729124589" sldId="768"/>
        </pc:sldMkLst>
        <pc:spChg chg="mod">
          <ac:chgData name="福田一希" userId="S::kazuki.fukuda@system-exe.jp::fdfbe5ba-eec8-4756-aa2a-cf5b9de944cd" providerId="AD" clId="Web-{0096744A-F232-4377-8DFA-80B2C789A5DA}" dt="2024-06-07T02:06:49.956" v="100" actId="20577"/>
          <ac:spMkLst>
            <pc:docMk/>
            <pc:sldMk cId="729124589" sldId="768"/>
            <ac:spMk id="5" creationId="{75D94D8C-59D4-540B-6AEE-871AEC854D26}"/>
          </ac:spMkLst>
        </pc:spChg>
      </pc:sldChg>
      <pc:sldChg chg="addSp delSp modSp">
        <pc:chgData name="福田一希" userId="S::kazuki.fukuda@system-exe.jp::fdfbe5ba-eec8-4756-aa2a-cf5b9de944cd" providerId="AD" clId="Web-{0096744A-F232-4377-8DFA-80B2C789A5DA}" dt="2024-06-07T02:12:40.405" v="163" actId="1076"/>
        <pc:sldMkLst>
          <pc:docMk/>
          <pc:sldMk cId="1635957379" sldId="926"/>
        </pc:sldMkLst>
        <pc:spChg chg="mod">
          <ac:chgData name="福田一希" userId="S::kazuki.fukuda@system-exe.jp::fdfbe5ba-eec8-4756-aa2a-cf5b9de944cd" providerId="AD" clId="Web-{0096744A-F232-4377-8DFA-80B2C789A5DA}" dt="2024-06-07T02:08:35.334" v="120" actId="20577"/>
          <ac:spMkLst>
            <pc:docMk/>
            <pc:sldMk cId="1635957379" sldId="926"/>
            <ac:spMk id="13" creationId="{C0F5576F-DA49-FD21-503A-622F2A3DFBDE}"/>
          </ac:spMkLst>
        </pc:spChg>
        <pc:spChg chg="mod">
          <ac:chgData name="福田一希" userId="S::kazuki.fukuda@system-exe.jp::fdfbe5ba-eec8-4756-aa2a-cf5b9de944cd" providerId="AD" clId="Web-{0096744A-F232-4377-8DFA-80B2C789A5DA}" dt="2024-06-07T02:11:29.012" v="156" actId="20577"/>
          <ac:spMkLst>
            <pc:docMk/>
            <pc:sldMk cId="1635957379" sldId="926"/>
            <ac:spMk id="29" creationId="{65A482C5-9A30-7564-1995-15B2F12F0948}"/>
          </ac:spMkLst>
        </pc:spChg>
        <pc:spChg chg="mod">
          <ac:chgData name="福田一希" userId="S::kazuki.fukuda@system-exe.jp::fdfbe5ba-eec8-4756-aa2a-cf5b9de944cd" providerId="AD" clId="Web-{0096744A-F232-4377-8DFA-80B2C789A5DA}" dt="2024-06-07T02:11:18.293" v="143" actId="20577"/>
          <ac:spMkLst>
            <pc:docMk/>
            <pc:sldMk cId="1635957379" sldId="926"/>
            <ac:spMk id="35" creationId="{4EE7BFBA-3434-4271-2281-8600CEA27BE9}"/>
          </ac:spMkLst>
        </pc:spChg>
        <pc:spChg chg="del topLvl">
          <ac:chgData name="福田一希" userId="S::kazuki.fukuda@system-exe.jp::fdfbe5ba-eec8-4756-aa2a-cf5b9de944cd" providerId="AD" clId="Web-{0096744A-F232-4377-8DFA-80B2C789A5DA}" dt="2024-06-07T02:11:06.949" v="127"/>
          <ac:spMkLst>
            <pc:docMk/>
            <pc:sldMk cId="1635957379" sldId="926"/>
            <ac:spMk id="37" creationId="{55DF6727-104B-9369-8ED4-66535C1058A8}"/>
          </ac:spMkLst>
        </pc:spChg>
        <pc:spChg chg="del topLvl">
          <ac:chgData name="福田一希" userId="S::kazuki.fukuda@system-exe.jp::fdfbe5ba-eec8-4756-aa2a-cf5b9de944cd" providerId="AD" clId="Web-{0096744A-F232-4377-8DFA-80B2C789A5DA}" dt="2024-06-07T02:11:09.527" v="128"/>
          <ac:spMkLst>
            <pc:docMk/>
            <pc:sldMk cId="1635957379" sldId="926"/>
            <ac:spMk id="43" creationId="{EB566CCB-D057-9BB4-3D1A-98B051900D0C}"/>
          </ac:spMkLst>
        </pc:spChg>
        <pc:spChg chg="mod">
          <ac:chgData name="福田一希" userId="S::kazuki.fukuda@system-exe.jp::fdfbe5ba-eec8-4756-aa2a-cf5b9de944cd" providerId="AD" clId="Web-{0096744A-F232-4377-8DFA-80B2C789A5DA}" dt="2024-06-07T02:12:14.732" v="161" actId="1076"/>
          <ac:spMkLst>
            <pc:docMk/>
            <pc:sldMk cId="1635957379" sldId="926"/>
            <ac:spMk id="45" creationId="{9A2A9256-0FC8-ED39-C8AA-ACE2C60B2626}"/>
          </ac:spMkLst>
        </pc:spChg>
        <pc:spChg chg="mod">
          <ac:chgData name="福田一希" userId="S::kazuki.fukuda@system-exe.jp::fdfbe5ba-eec8-4756-aa2a-cf5b9de944cd" providerId="AD" clId="Web-{0096744A-F232-4377-8DFA-80B2C789A5DA}" dt="2024-06-07T02:12:40.405" v="163" actId="1076"/>
          <ac:spMkLst>
            <pc:docMk/>
            <pc:sldMk cId="1635957379" sldId="926"/>
            <ac:spMk id="46" creationId="{C0F5576F-DA49-FD21-503A-622F2A3DFBDE}"/>
          </ac:spMkLst>
        </pc:spChg>
        <pc:grpChg chg="add mod">
          <ac:chgData name="福田一希" userId="S::kazuki.fukuda@system-exe.jp::fdfbe5ba-eec8-4756-aa2a-cf5b9de944cd" providerId="AD" clId="Web-{0096744A-F232-4377-8DFA-80B2C789A5DA}" dt="2024-06-07T02:10:57.183" v="124" actId="1076"/>
          <ac:grpSpMkLst>
            <pc:docMk/>
            <pc:sldMk cId="1635957379" sldId="926"/>
            <ac:grpSpMk id="5" creationId="{8F3E6889-CA5A-0311-8556-CDFB27D4059A}"/>
          </ac:grpSpMkLst>
        </pc:grpChg>
        <pc:grpChg chg="add del">
          <ac:chgData name="福田一希" userId="S::kazuki.fukuda@system-exe.jp::fdfbe5ba-eec8-4756-aa2a-cf5b9de944cd" providerId="AD" clId="Web-{0096744A-F232-4377-8DFA-80B2C789A5DA}" dt="2024-06-07T02:11:06.949" v="127"/>
          <ac:grpSpMkLst>
            <pc:docMk/>
            <pc:sldMk cId="1635957379" sldId="926"/>
            <ac:grpSpMk id="36" creationId="{76167436-59A5-7D32-FF90-B172F64E1E7C}"/>
          </ac:grpSpMkLst>
        </pc:grpChg>
      </pc:sldChg>
    </pc:docChg>
  </pc:docChgLst>
  <pc:docChgLst>
    <pc:chgData name="福田一希" userId="S::kazuki.fukuda@system-exe.jp::fdfbe5ba-eec8-4756-aa2a-cf5b9de944cd" providerId="AD" clId="Web-{DF80362C-E477-48BD-9337-FA77BF5BE5E1}"/>
    <pc:docChg chg="modSld">
      <pc:chgData name="福田一希" userId="S::kazuki.fukuda@system-exe.jp::fdfbe5ba-eec8-4756-aa2a-cf5b9de944cd" providerId="AD" clId="Web-{DF80362C-E477-48BD-9337-FA77BF5BE5E1}" dt="2024-06-05T08:25:03.395" v="1" actId="20577"/>
      <pc:docMkLst>
        <pc:docMk/>
      </pc:docMkLst>
      <pc:sldChg chg="modSp">
        <pc:chgData name="福田一希" userId="S::kazuki.fukuda@system-exe.jp::fdfbe5ba-eec8-4756-aa2a-cf5b9de944cd" providerId="AD" clId="Web-{DF80362C-E477-48BD-9337-FA77BF5BE5E1}" dt="2024-06-05T08:25:03.395" v="1" actId="20577"/>
        <pc:sldMkLst>
          <pc:docMk/>
          <pc:sldMk cId="3201888243" sldId="714"/>
        </pc:sldMkLst>
        <pc:spChg chg="mod">
          <ac:chgData name="福田一希" userId="S::kazuki.fukuda@system-exe.jp::fdfbe5ba-eec8-4756-aa2a-cf5b9de944cd" providerId="AD" clId="Web-{DF80362C-E477-48BD-9337-FA77BF5BE5E1}" dt="2024-06-05T08:25:03.395" v="1" actId="20577"/>
          <ac:spMkLst>
            <pc:docMk/>
            <pc:sldMk cId="3201888243" sldId="714"/>
            <ac:spMk id="3" creationId="{00000000-0000-0000-0000-000000000000}"/>
          </ac:spMkLst>
        </pc:spChg>
      </pc:sldChg>
    </pc:docChg>
  </pc:docChgLst>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pChg chg="mod">
          <ac:chgData name="吉田諒" userId="S::ryou.yoshida@system-exe.jp::48113613-5467-405d-9628-39cdc2d8c52c" providerId="AD" clId="Web-{F86F8821-50EF-48AC-B316-4E4303A74403}" dt="2024-01-29T11:24:46.573" v="261" actId="20577"/>
          <ac:spMkLst>
            <pc:docMk/>
            <pc:sldMk cId="5311539" sldId="752"/>
            <ac:spMk id="2" creationId="{B5CF4E27-01D0-4155-A943-281726BD16F0}"/>
          </ac:spMkLst>
        </pc:spChg>
      </pc:sldChg>
      <pc:sldChg chg="modSp">
        <pc:chgData name="吉田諒" userId="S::ryou.yoshida@system-exe.jp::48113613-5467-405d-9628-39cdc2d8c52c" providerId="AD" clId="Web-{F86F8821-50EF-48AC-B316-4E4303A74403}" dt="2024-01-29T12:24:30.104" v="1033"/>
        <pc:sldMkLst>
          <pc:docMk/>
          <pc:sldMk cId="1072167564" sldId="754"/>
        </pc:sldMkLst>
        <pc:spChg chg="mod">
          <ac:chgData name="吉田諒" userId="S::ryou.yoshida@system-exe.jp::48113613-5467-405d-9628-39cdc2d8c52c" providerId="AD" clId="Web-{F86F8821-50EF-48AC-B316-4E4303A74403}" dt="2024-01-29T12:02:50.081" v="375" actId="20577"/>
          <ac:spMkLst>
            <pc:docMk/>
            <pc:sldMk cId="1072167564" sldId="754"/>
            <ac:spMk id="2" creationId="{5C72AB75-BA7B-416C-A2A9-79336E6D0000}"/>
          </ac:spMkLst>
        </pc:spChg>
        <pc:graphicFrameChg chg="mod modGraphic">
          <ac:chgData name="吉田諒" userId="S::ryou.yoshida@system-exe.jp::48113613-5467-405d-9628-39cdc2d8c52c" providerId="AD" clId="Web-{F86F8821-50EF-48AC-B316-4E4303A74403}" dt="2024-01-29T12:24:30.104" v="1033"/>
          <ac:graphicFrameMkLst>
            <pc:docMk/>
            <pc:sldMk cId="1072167564" sldId="754"/>
            <ac:graphicFrameMk id="8" creationId="{E96A0963-9D9C-4DE2-8A40-25DD6B7F5580}"/>
          </ac:graphicFrameMkLst>
        </pc:graphicFrameChg>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pChg chg="mod">
          <ac:chgData name="吉田諒" userId="S::ryou.yoshida@system-exe.jp::48113613-5467-405d-9628-39cdc2d8c52c" providerId="AD" clId="Web-{F86F8821-50EF-48AC-B316-4E4303A74403}" dt="2024-01-29T11:21:12.225" v="147" actId="20577"/>
          <ac:spMkLst>
            <pc:docMk/>
            <pc:sldMk cId="3660799615" sldId="757"/>
            <ac:spMk id="2" creationId="{57D6A186-9556-4341-96B1-91CEC5E6864B}"/>
          </ac:spMkLst>
        </pc:spChg>
        <pc:spChg chg="add mod">
          <ac:chgData name="吉田諒" userId="S::ryou.yoshida@system-exe.jp::48113613-5467-405d-9628-39cdc2d8c52c" providerId="AD" clId="Web-{F86F8821-50EF-48AC-B316-4E4303A74403}" dt="2024-01-29T11:19:42.052" v="136" actId="20577"/>
          <ac:spMkLst>
            <pc:docMk/>
            <pc:sldMk cId="3660799615" sldId="757"/>
            <ac:spMk id="5" creationId="{DDA0903F-BB0E-DF11-6A92-90C8A835A221}"/>
          </ac:spMkLst>
        </pc:spChg>
        <pc:spChg chg="del">
          <ac:chgData name="吉田諒" userId="S::ryou.yoshida@system-exe.jp::48113613-5467-405d-9628-39cdc2d8c52c" providerId="AD" clId="Web-{F86F8821-50EF-48AC-B316-4E4303A74403}" dt="2024-01-29T11:11:49.325" v="18"/>
          <ac:spMkLst>
            <pc:docMk/>
            <pc:sldMk cId="3660799615" sldId="757"/>
            <ac:spMk id="31" creationId="{1BAFDCEF-F6D8-4E9E-A711-68126194AB2E}"/>
          </ac:spMkLst>
        </pc:spChg>
        <pc:spChg chg="del">
          <ac:chgData name="吉田諒" userId="S::ryou.yoshida@system-exe.jp::48113613-5467-405d-9628-39cdc2d8c52c" providerId="AD" clId="Web-{F86F8821-50EF-48AC-B316-4E4303A74403}" dt="2024-01-29T11:11:49.325" v="16"/>
          <ac:spMkLst>
            <pc:docMk/>
            <pc:sldMk cId="3660799615" sldId="757"/>
            <ac:spMk id="33" creationId="{63C183C0-ECC6-4D4A-85CC-CB991E044043}"/>
          </ac:spMkLst>
        </pc:spChg>
        <pc:spChg chg="del">
          <ac:chgData name="吉田諒" userId="S::ryou.yoshida@system-exe.jp::48113613-5467-405d-9628-39cdc2d8c52c" providerId="AD" clId="Web-{F86F8821-50EF-48AC-B316-4E4303A74403}" dt="2024-01-29T11:11:49.325" v="14"/>
          <ac:spMkLst>
            <pc:docMk/>
            <pc:sldMk cId="3660799615" sldId="757"/>
            <ac:spMk id="38" creationId="{BF811B9C-027C-4609-BE2C-69BEC1883768}"/>
          </ac:spMkLst>
        </pc:spChg>
        <pc:spChg chg="del">
          <ac:chgData name="吉田諒" userId="S::ryou.yoshida@system-exe.jp::48113613-5467-405d-9628-39cdc2d8c52c" providerId="AD" clId="Web-{F86F8821-50EF-48AC-B316-4E4303A74403}" dt="2024-01-29T11:11:49.325" v="12"/>
          <ac:spMkLst>
            <pc:docMk/>
            <pc:sldMk cId="3660799615" sldId="757"/>
            <ac:spMk id="45" creationId="{7DF5CF1B-C2C6-46A3-B53F-9C7E106C46CA}"/>
          </ac:spMkLst>
        </pc:spChg>
        <pc:spChg chg="del">
          <ac:chgData name="吉田諒" userId="S::ryou.yoshida@system-exe.jp::48113613-5467-405d-9628-39cdc2d8c52c" providerId="AD" clId="Web-{F86F8821-50EF-48AC-B316-4E4303A74403}" dt="2024-01-29T11:11:49.325" v="11"/>
          <ac:spMkLst>
            <pc:docMk/>
            <pc:sldMk cId="3660799615" sldId="757"/>
            <ac:spMk id="46" creationId="{36F3B46E-1B21-47BC-8558-162E667F4B12}"/>
          </ac:spMkLst>
        </pc:spChg>
        <pc:spChg chg="del">
          <ac:chgData name="吉田諒" userId="S::ryou.yoshida@system-exe.jp::48113613-5467-405d-9628-39cdc2d8c52c" providerId="AD" clId="Web-{F86F8821-50EF-48AC-B316-4E4303A74403}" dt="2024-01-29T11:11:49.309" v="10"/>
          <ac:spMkLst>
            <pc:docMk/>
            <pc:sldMk cId="3660799615" sldId="757"/>
            <ac:spMk id="52" creationId="{5DB15EB3-D6AA-4665-AA8A-167B7B766BA7}"/>
          </ac:spMkLst>
        </pc:spChg>
        <pc:grpChg chg="del">
          <ac:chgData name="吉田諒" userId="S::ryou.yoshida@system-exe.jp::48113613-5467-405d-9628-39cdc2d8c52c" providerId="AD" clId="Web-{F86F8821-50EF-48AC-B316-4E4303A74403}" dt="2024-01-29T11:11:49.325" v="13"/>
          <ac:grpSpMkLst>
            <pc:docMk/>
            <pc:sldMk cId="3660799615" sldId="757"/>
            <ac:grpSpMk id="27" creationId="{C5AE6DEC-E255-450A-93FE-6813E37A7B04}"/>
          </ac:grpSpMkLst>
        </pc:grpChg>
        <pc:picChg chg="del">
          <ac:chgData name="吉田諒" userId="S::ryou.yoshida@system-exe.jp::48113613-5467-405d-9628-39cdc2d8c52c" providerId="AD" clId="Web-{F86F8821-50EF-48AC-B316-4E4303A74403}" dt="2024-01-29T11:11:46.825" v="9"/>
          <ac:picMkLst>
            <pc:docMk/>
            <pc:sldMk cId="3660799615" sldId="757"/>
            <ac:picMk id="51" creationId="{45E1FC88-9D3E-4A09-876A-A6039616890F}"/>
          </ac:picMkLst>
        </pc:picChg>
        <pc:picChg chg="del">
          <ac:chgData name="吉田諒" userId="S::ryou.yoshida@system-exe.jp::48113613-5467-405d-9628-39cdc2d8c52c" providerId="AD" clId="Web-{F86F8821-50EF-48AC-B316-4E4303A74403}" dt="2024-01-29T11:11:49.325" v="22"/>
          <ac:picMkLst>
            <pc:docMk/>
            <pc:sldMk cId="3660799615" sldId="757"/>
            <ac:picMk id="1032" creationId="{3FE1E491-BACF-4A32-AF81-87D0E4C1F5A2}"/>
          </ac:picMkLst>
        </pc:picChg>
        <pc:picChg chg="del">
          <ac:chgData name="吉田諒" userId="S::ryou.yoshida@system-exe.jp::48113613-5467-405d-9628-39cdc2d8c52c" providerId="AD" clId="Web-{F86F8821-50EF-48AC-B316-4E4303A74403}" dt="2024-01-29T11:11:49.325" v="21"/>
          <ac:picMkLst>
            <pc:docMk/>
            <pc:sldMk cId="3660799615" sldId="757"/>
            <ac:picMk id="1034" creationId="{7C6C9CDF-51E3-4AEF-A0A7-922DB75EBD23}"/>
          </ac:picMkLst>
        </pc:picChg>
        <pc:picChg chg="del">
          <ac:chgData name="吉田諒" userId="S::ryou.yoshida@system-exe.jp::48113613-5467-405d-9628-39cdc2d8c52c" providerId="AD" clId="Web-{F86F8821-50EF-48AC-B316-4E4303A74403}" dt="2024-01-29T11:11:49.325" v="20"/>
          <ac:picMkLst>
            <pc:docMk/>
            <pc:sldMk cId="3660799615" sldId="757"/>
            <ac:picMk id="1036" creationId="{1E3C64AF-7601-4BAB-BDA1-97436A7A7A92}"/>
          </ac:picMkLst>
        </pc:picChg>
        <pc:cxnChg chg="del">
          <ac:chgData name="吉田諒" userId="S::ryou.yoshida@system-exe.jp::48113613-5467-405d-9628-39cdc2d8c52c" providerId="AD" clId="Web-{F86F8821-50EF-48AC-B316-4E4303A74403}" dt="2024-01-29T11:11:49.325" v="19"/>
          <ac:cxnSpMkLst>
            <pc:docMk/>
            <pc:sldMk cId="3660799615" sldId="757"/>
            <ac:cxnSpMk id="26" creationId="{FCAC2EE7-7B9F-436D-90B9-03BF2E02A41F}"/>
          </ac:cxnSpMkLst>
        </pc:cxnChg>
        <pc:cxnChg chg="del">
          <ac:chgData name="吉田諒" userId="S::ryou.yoshida@system-exe.jp::48113613-5467-405d-9628-39cdc2d8c52c" providerId="AD" clId="Web-{F86F8821-50EF-48AC-B316-4E4303A74403}" dt="2024-01-29T11:11:49.325" v="17"/>
          <ac:cxnSpMkLst>
            <pc:docMk/>
            <pc:sldMk cId="3660799615" sldId="757"/>
            <ac:cxnSpMk id="32" creationId="{1DA60D5D-8E0C-4293-B0E6-734C789FDF4F}"/>
          </ac:cxnSpMkLst>
        </pc:cxnChg>
        <pc:cxnChg chg="del">
          <ac:chgData name="吉田諒" userId="S::ryou.yoshida@system-exe.jp::48113613-5467-405d-9628-39cdc2d8c52c" providerId="AD" clId="Web-{F86F8821-50EF-48AC-B316-4E4303A74403}" dt="2024-01-29T11:11:49.325" v="15"/>
          <ac:cxnSpMkLst>
            <pc:docMk/>
            <pc:sldMk cId="3660799615" sldId="757"/>
            <ac:cxnSpMk id="34" creationId="{D3D7009D-A03E-4BC1-AA84-49F5BAB80D9B}"/>
          </ac:cxnSpMkLst>
        </pc:cxnChg>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pChg chg="mod">
          <ac:chgData name="吉田諒" userId="S::ryou.yoshida@system-exe.jp::48113613-5467-405d-9628-39cdc2d8c52c" providerId="AD" clId="Web-{F86F8821-50EF-48AC-B316-4E4303A74403}" dt="2024-01-29T11:22:09.804" v="167" actId="20577"/>
          <ac:spMkLst>
            <pc:docMk/>
            <pc:sldMk cId="1395438993" sldId="765"/>
            <ac:spMk id="2" creationId="{9361CC14-4C9C-442D-9221-913B3ACF3460}"/>
          </ac:spMkLst>
        </pc:spChg>
        <pc:graphicFrameChg chg="mod modGraphic">
          <ac:chgData name="吉田諒" userId="S::ryou.yoshida@system-exe.jp::48113613-5467-405d-9628-39cdc2d8c52c" providerId="AD" clId="Web-{F86F8821-50EF-48AC-B316-4E4303A74403}" dt="2024-01-29T11:24:34.775" v="259"/>
          <ac:graphicFrameMkLst>
            <pc:docMk/>
            <pc:sldMk cId="1395438993" sldId="765"/>
            <ac:graphicFrameMk id="7" creationId="{2864E947-18B0-4839-AED3-D416F628DDF0}"/>
          </ac:graphicFrameMkLst>
        </pc:graphicFrameChg>
      </pc:sldChg>
      <pc:sldChg chg="delSp modSp">
        <pc:chgData name="吉田諒" userId="S::ryou.yoshida@system-exe.jp::48113613-5467-405d-9628-39cdc2d8c52c" providerId="AD" clId="Web-{F86F8821-50EF-48AC-B316-4E4303A74403}" dt="2024-01-29T11:27:47.716" v="321"/>
        <pc:sldMkLst>
          <pc:docMk/>
          <pc:sldMk cId="3560606343" sldId="766"/>
        </pc:sldMkLst>
        <pc:spChg chg="mod">
          <ac:chgData name="吉田諒" userId="S::ryou.yoshida@system-exe.jp::48113613-5467-405d-9628-39cdc2d8c52c" providerId="AD" clId="Web-{F86F8821-50EF-48AC-B316-4E4303A74403}" dt="2024-01-29T11:24:55.182" v="263" actId="20577"/>
          <ac:spMkLst>
            <pc:docMk/>
            <pc:sldMk cId="3560606343" sldId="766"/>
            <ac:spMk id="2" creationId="{E83321EC-2147-45BB-B770-D5BC2C3DDA15}"/>
          </ac:spMkLst>
        </pc:spChg>
        <pc:spChg chg="mod">
          <ac:chgData name="吉田諒" userId="S::ryou.yoshida@system-exe.jp::48113613-5467-405d-9628-39cdc2d8c52c" providerId="AD" clId="Web-{F86F8821-50EF-48AC-B316-4E4303A74403}" dt="2024-01-29T11:25:29.651" v="286" actId="1076"/>
          <ac:spMkLst>
            <pc:docMk/>
            <pc:sldMk cId="3560606343" sldId="766"/>
            <ac:spMk id="37" creationId="{9C526A88-681C-4A44-BFD9-AF76E9622DCF}"/>
          </ac:spMkLst>
        </pc:spChg>
        <pc:spChg chg="mod">
          <ac:chgData name="吉田諒" userId="S::ryou.yoshida@system-exe.jp::48113613-5467-405d-9628-39cdc2d8c52c" providerId="AD" clId="Web-{F86F8821-50EF-48AC-B316-4E4303A74403}" dt="2024-01-29T11:26:06.980" v="295" actId="1076"/>
          <ac:spMkLst>
            <pc:docMk/>
            <pc:sldMk cId="3560606343" sldId="766"/>
            <ac:spMk id="38" creationId="{52966910-B070-4DEE-BF16-CF9CFAD5A257}"/>
          </ac:spMkLst>
        </pc:spChg>
        <pc:spChg chg="mod">
          <ac:chgData name="吉田諒" userId="S::ryou.yoshida@system-exe.jp::48113613-5467-405d-9628-39cdc2d8c52c" providerId="AD" clId="Web-{F86F8821-50EF-48AC-B316-4E4303A74403}" dt="2024-01-29T11:26:11.011" v="296" actId="1076"/>
          <ac:spMkLst>
            <pc:docMk/>
            <pc:sldMk cId="3560606343" sldId="766"/>
            <ac:spMk id="39" creationId="{A1709EDB-463A-4C0C-970E-60C5F422FCA2}"/>
          </ac:spMkLst>
        </pc:spChg>
        <pc:spChg chg="mod">
          <ac:chgData name="吉田諒" userId="S::ryou.yoshida@system-exe.jp::48113613-5467-405d-9628-39cdc2d8c52c" providerId="AD" clId="Web-{F86F8821-50EF-48AC-B316-4E4303A74403}" dt="2024-01-29T11:26:56.809" v="310" actId="14100"/>
          <ac:spMkLst>
            <pc:docMk/>
            <pc:sldMk cId="3560606343" sldId="766"/>
            <ac:spMk id="44" creationId="{F552483D-B47E-4672-AAB8-B1378D36B674}"/>
          </ac:spMkLst>
        </pc:spChg>
        <pc:spChg chg="mod">
          <ac:chgData name="吉田諒" userId="S::ryou.yoshida@system-exe.jp::48113613-5467-405d-9628-39cdc2d8c52c" providerId="AD" clId="Web-{F86F8821-50EF-48AC-B316-4E4303A74403}" dt="2024-01-29T11:26:51.887" v="309" actId="14100"/>
          <ac:spMkLst>
            <pc:docMk/>
            <pc:sldMk cId="3560606343" sldId="766"/>
            <ac:spMk id="45" creationId="{D288673B-1B1E-4C6E-BA69-E5F1FEDB27ED}"/>
          </ac:spMkLst>
        </pc:spChg>
        <pc:spChg chg="mod">
          <ac:chgData name="吉田諒" userId="S::ryou.yoshida@system-exe.jp::48113613-5467-405d-9628-39cdc2d8c52c" providerId="AD" clId="Web-{F86F8821-50EF-48AC-B316-4E4303A74403}" dt="2024-01-29T11:27:30.653" v="319" actId="14100"/>
          <ac:spMkLst>
            <pc:docMk/>
            <pc:sldMk cId="3560606343" sldId="766"/>
            <ac:spMk id="46" creationId="{6A2A85F1-E879-4E95-8579-1D9736F23A12}"/>
          </ac:spMkLst>
        </pc:spChg>
        <pc:spChg chg="mod">
          <ac:chgData name="吉田諒" userId="S::ryou.yoshida@system-exe.jp::48113613-5467-405d-9628-39cdc2d8c52c" providerId="AD" clId="Web-{F86F8821-50EF-48AC-B316-4E4303A74403}" dt="2024-01-29T11:27:20.950" v="317" actId="20577"/>
          <ac:spMkLst>
            <pc:docMk/>
            <pc:sldMk cId="3560606343" sldId="766"/>
            <ac:spMk id="47" creationId="{D2FFFA7C-8485-4FB5-B3FC-30EC4188DB9D}"/>
          </ac:spMkLst>
        </pc:spChg>
        <pc:spChg chg="mod">
          <ac:chgData name="吉田諒" userId="S::ryou.yoshida@system-exe.jp::48113613-5467-405d-9628-39cdc2d8c52c" providerId="AD" clId="Web-{F86F8821-50EF-48AC-B316-4E4303A74403}" dt="2024-01-29T11:25:47.745" v="289" actId="1076"/>
          <ac:spMkLst>
            <pc:docMk/>
            <pc:sldMk cId="3560606343" sldId="766"/>
            <ac:spMk id="50" creationId="{BF31360D-FAB3-4C87-B7AB-B502DDFDA9EC}"/>
          </ac:spMkLst>
        </pc:spChg>
        <pc:spChg chg="del mod">
          <ac:chgData name="吉田諒" userId="S::ryou.yoshida@system-exe.jp::48113613-5467-405d-9628-39cdc2d8c52c" providerId="AD" clId="Web-{F86F8821-50EF-48AC-B316-4E4303A74403}" dt="2024-01-29T11:25:57.433" v="293"/>
          <ac:spMkLst>
            <pc:docMk/>
            <pc:sldMk cId="3560606343" sldId="766"/>
            <ac:spMk id="52" creationId="{9CCA3362-09DA-4E1E-9F00-73643AA8BC5E}"/>
          </ac:spMkLst>
        </pc:spChg>
        <pc:spChg chg="mod">
          <ac:chgData name="吉田諒" userId="S::ryou.yoshida@system-exe.jp::48113613-5467-405d-9628-39cdc2d8c52c" providerId="AD" clId="Web-{F86F8821-50EF-48AC-B316-4E4303A74403}" dt="2024-01-29T11:25:53.714" v="291" actId="1076"/>
          <ac:spMkLst>
            <pc:docMk/>
            <pc:sldMk cId="3560606343" sldId="766"/>
            <ac:spMk id="53" creationId="{60BE86B4-B849-422B-8758-4720CC34871C}"/>
          </ac:spMkLst>
        </pc:spChg>
        <pc:spChg chg="del">
          <ac:chgData name="吉田諒" userId="S::ryou.yoshida@system-exe.jp::48113613-5467-405d-9628-39cdc2d8c52c" providerId="AD" clId="Web-{F86F8821-50EF-48AC-B316-4E4303A74403}" dt="2024-01-29T11:27:39.107" v="320"/>
          <ac:spMkLst>
            <pc:docMk/>
            <pc:sldMk cId="3560606343" sldId="766"/>
            <ac:spMk id="56" creationId="{80A4DC57-9E91-4EB4-9B5B-3373EE76CDC6}"/>
          </ac:spMkLst>
        </pc:spChg>
        <pc:spChg chg="del">
          <ac:chgData name="吉田諒" userId="S::ryou.yoshida@system-exe.jp::48113613-5467-405d-9628-39cdc2d8c52c" providerId="AD" clId="Web-{F86F8821-50EF-48AC-B316-4E4303A74403}" dt="2024-01-29T11:27:00.294" v="311"/>
          <ac:spMkLst>
            <pc:docMk/>
            <pc:sldMk cId="3560606343" sldId="766"/>
            <ac:spMk id="57" creationId="{605F2149-83FD-445B-A95B-5691FE704CDB}"/>
          </ac:spMkLst>
        </pc:spChg>
        <pc:spChg chg="del">
          <ac:chgData name="吉田諒" userId="S::ryou.yoshida@system-exe.jp::48113613-5467-405d-9628-39cdc2d8c52c" providerId="AD" clId="Web-{F86F8821-50EF-48AC-B316-4E4303A74403}" dt="2024-01-29T11:27:47.716" v="321"/>
          <ac:spMkLst>
            <pc:docMk/>
            <pc:sldMk cId="3560606343" sldId="766"/>
            <ac:spMk id="58" creationId="{9544A931-1CC8-480D-9286-86B1845D5EA4}"/>
          </ac:spMkLst>
        </pc:spChg>
        <pc:spChg chg="del">
          <ac:chgData name="吉田諒" userId="S::ryou.yoshida@system-exe.jp::48113613-5467-405d-9628-39cdc2d8c52c" providerId="AD" clId="Web-{F86F8821-50EF-48AC-B316-4E4303A74403}" dt="2024-01-29T11:25:23.386" v="285"/>
          <ac:spMkLst>
            <pc:docMk/>
            <pc:sldMk cId="3560606343" sldId="766"/>
            <ac:spMk id="59" creationId="{8935833F-54FB-4CE3-8F79-521599D49C24}"/>
          </ac:spMkLst>
        </pc:spChg>
        <pc:spChg chg="mod">
          <ac:chgData name="吉田諒" userId="S::ryou.yoshida@system-exe.jp::48113613-5467-405d-9628-39cdc2d8c52c" providerId="AD" clId="Web-{F86F8821-50EF-48AC-B316-4E4303A74403}" dt="2024-01-29T11:26:15.105" v="297" actId="1076"/>
          <ac:spMkLst>
            <pc:docMk/>
            <pc:sldMk cId="3560606343" sldId="766"/>
            <ac:spMk id="60" creationId="{4563F6BB-2DB1-453E-BBED-638042B26188}"/>
          </ac:spMkLst>
        </pc:spChg>
        <pc:graphicFrameChg chg="mod modGraphic">
          <ac:chgData name="吉田諒" userId="S::ryou.yoshida@system-exe.jp::48113613-5467-405d-9628-39cdc2d8c52c" providerId="AD" clId="Web-{F86F8821-50EF-48AC-B316-4E4303A74403}" dt="2024-01-29T11:25:15.182" v="283"/>
          <ac:graphicFrameMkLst>
            <pc:docMk/>
            <pc:sldMk cId="3560606343" sldId="766"/>
            <ac:graphicFrameMk id="6" creationId="{1B9651D0-1C8B-452E-8B2F-91E497A82D84}"/>
          </ac:graphicFrameMkLst>
        </pc:graphicFrameChg>
      </pc:sldChg>
      <pc:sldChg chg="modSp">
        <pc:chgData name="吉田諒" userId="S::ryou.yoshida@system-exe.jp::48113613-5467-405d-9628-39cdc2d8c52c" providerId="AD" clId="Web-{F86F8821-50EF-48AC-B316-4E4303A74403}" dt="2024-01-29T12:27:50.702" v="1079" actId="20577"/>
        <pc:sldMkLst>
          <pc:docMk/>
          <pc:sldMk cId="2410374903" sldId="767"/>
        </pc:sldMkLst>
        <pc:spChg chg="mod">
          <ac:chgData name="吉田諒" userId="S::ryou.yoshida@system-exe.jp::48113613-5467-405d-9628-39cdc2d8c52c" providerId="AD" clId="Web-{F86F8821-50EF-48AC-B316-4E4303A74403}" dt="2024-01-29T12:27:50.702" v="1079" actId="20577"/>
          <ac:spMkLst>
            <pc:docMk/>
            <pc:sldMk cId="2410374903" sldId="767"/>
            <ac:spMk id="5" creationId="{97E6FBE8-190C-40F0-AA01-14695A77D734}"/>
          </ac:spMkLst>
        </pc:spChg>
      </pc:sldChg>
      <pc:sldChg chg="modSp add replId">
        <pc:chgData name="吉田諒" userId="S::ryou.yoshida@system-exe.jp::48113613-5467-405d-9628-39cdc2d8c52c" providerId="AD" clId="Web-{F86F8821-50EF-48AC-B316-4E4303A74403}" dt="2024-01-29T11:21:15.741" v="149" actId="20577"/>
        <pc:sldMkLst>
          <pc:docMk/>
          <pc:sldMk cId="729124589" sldId="768"/>
        </pc:sldMkLst>
        <pc:spChg chg="mod">
          <ac:chgData name="吉田諒" userId="S::ryou.yoshida@system-exe.jp::48113613-5467-405d-9628-39cdc2d8c52c" providerId="AD" clId="Web-{F86F8821-50EF-48AC-B316-4E4303A74403}" dt="2024-01-29T11:21:15.741" v="149" actId="20577"/>
          <ac:spMkLst>
            <pc:docMk/>
            <pc:sldMk cId="729124589" sldId="768"/>
            <ac:spMk id="2" creationId="{0FE0F6F3-0F10-2568-5D32-565AFD5CFB4E}"/>
          </ac:spMkLst>
        </pc:spChg>
        <pc:spChg chg="mod">
          <ac:chgData name="吉田諒" userId="S::ryou.yoshida@system-exe.jp::48113613-5467-405d-9628-39cdc2d8c52c" providerId="AD" clId="Web-{F86F8821-50EF-48AC-B316-4E4303A74403}" dt="2024-01-29T11:20:29.349" v="142" actId="20577"/>
          <ac:spMkLst>
            <pc:docMk/>
            <pc:sldMk cId="729124589" sldId="768"/>
            <ac:spMk id="5" creationId="{75D94D8C-59D4-540B-6AEE-871AEC854D26}"/>
          </ac:spMkLst>
        </pc:spChg>
      </pc:sldChg>
      <pc:sldChg chg="modSp add replId">
        <pc:chgData name="吉田諒" userId="S::ryou.yoshida@system-exe.jp::48113613-5467-405d-9628-39cdc2d8c52c" providerId="AD" clId="Web-{F86F8821-50EF-48AC-B316-4E4303A74403}" dt="2024-01-29T12:22:05.132" v="1007"/>
        <pc:sldMkLst>
          <pc:docMk/>
          <pc:sldMk cId="3692000709" sldId="769"/>
        </pc:sldMkLst>
        <pc:spChg chg="mod">
          <ac:chgData name="吉田諒" userId="S::ryou.yoshida@system-exe.jp::48113613-5467-405d-9628-39cdc2d8c52c" providerId="AD" clId="Web-{F86F8821-50EF-48AC-B316-4E4303A74403}" dt="2024-01-29T11:57:19.435" v="372" actId="20577"/>
          <ac:spMkLst>
            <pc:docMk/>
            <pc:sldMk cId="3692000709" sldId="769"/>
            <ac:spMk id="2" creationId="{98394D66-9AD0-7702-AB8D-256ADCBDDEDF}"/>
          </ac:spMkLst>
        </pc:spChg>
        <pc:graphicFrameChg chg="mod modGraphic">
          <ac:chgData name="吉田諒" userId="S::ryou.yoshida@system-exe.jp::48113613-5467-405d-9628-39cdc2d8c52c" providerId="AD" clId="Web-{F86F8821-50EF-48AC-B316-4E4303A74403}" dt="2024-01-29T12:22:05.132" v="1007"/>
          <ac:graphicFrameMkLst>
            <pc:docMk/>
            <pc:sldMk cId="3692000709" sldId="769"/>
            <ac:graphicFrameMk id="8" creationId="{9B2FF217-E41E-39BD-30DB-9E3D1AF84AD5}"/>
          </ac:graphicFrameMkLst>
        </pc:graphicFrameChg>
      </pc:sldChg>
    </pc:docChg>
  </pc:docChgLst>
  <pc:docChgLst>
    <pc:chgData name="髙浦祐朗" userId="d6d860fe-bc64-411b-9605-a16d1ba875f6" providerId="ADAL" clId="{E2B608F1-82CA-4AAD-81FE-063814DCC597}"/>
    <pc:docChg chg="custSel modSld sldOrd">
      <pc:chgData name="髙浦祐朗" userId="d6d860fe-bc64-411b-9605-a16d1ba875f6" providerId="ADAL" clId="{E2B608F1-82CA-4AAD-81FE-063814DCC597}" dt="2024-06-05T05:19:06.121" v="351" actId="20577"/>
      <pc:docMkLst>
        <pc:docMk/>
      </pc:docMkLst>
      <pc:sldChg chg="modSp mod">
        <pc:chgData name="髙浦祐朗" userId="d6d860fe-bc64-411b-9605-a16d1ba875f6" providerId="ADAL" clId="{E2B608F1-82CA-4AAD-81FE-063814DCC597}" dt="2024-06-05T04:49:21.474" v="54"/>
        <pc:sldMkLst>
          <pc:docMk/>
          <pc:sldMk cId="3201888243" sldId="714"/>
        </pc:sldMkLst>
        <pc:spChg chg="mod">
          <ac:chgData name="髙浦祐朗" userId="d6d860fe-bc64-411b-9605-a16d1ba875f6" providerId="ADAL" clId="{E2B608F1-82CA-4AAD-81FE-063814DCC597}" dt="2024-06-05T04:49:21.474" v="54"/>
          <ac:spMkLst>
            <pc:docMk/>
            <pc:sldMk cId="3201888243" sldId="714"/>
            <ac:spMk id="3" creationId="{00000000-0000-0000-0000-000000000000}"/>
          </ac:spMkLst>
        </pc:spChg>
      </pc:sldChg>
      <pc:sldChg chg="modSp mod">
        <pc:chgData name="髙浦祐朗" userId="d6d860fe-bc64-411b-9605-a16d1ba875f6" providerId="ADAL" clId="{E2B608F1-82CA-4AAD-81FE-063814DCC597}" dt="2024-06-05T04:48:26.831" v="28" actId="20577"/>
        <pc:sldMkLst>
          <pc:docMk/>
          <pc:sldMk cId="3325638293" sldId="749"/>
        </pc:sldMkLst>
        <pc:spChg chg="mod">
          <ac:chgData name="髙浦祐朗" userId="d6d860fe-bc64-411b-9605-a16d1ba875f6" providerId="ADAL" clId="{E2B608F1-82CA-4AAD-81FE-063814DCC597}" dt="2024-06-05T04:48:26.831" v="28" actId="20577"/>
          <ac:spMkLst>
            <pc:docMk/>
            <pc:sldMk cId="3325638293" sldId="749"/>
            <ac:spMk id="7" creationId="{13DC9859-5929-4710-A8F2-FBBA9210DDDD}"/>
          </ac:spMkLst>
        </pc:spChg>
      </pc:sldChg>
      <pc:sldChg chg="modSp mod">
        <pc:chgData name="髙浦祐朗" userId="d6d860fe-bc64-411b-9605-a16d1ba875f6" providerId="ADAL" clId="{E2B608F1-82CA-4AAD-81FE-063814DCC597}" dt="2024-06-05T04:56:14.084" v="261"/>
        <pc:sldMkLst>
          <pc:docMk/>
          <pc:sldMk cId="1395438993" sldId="765"/>
        </pc:sldMkLst>
        <pc:spChg chg="mod">
          <ac:chgData name="髙浦祐朗" userId="d6d860fe-bc64-411b-9605-a16d1ba875f6" providerId="ADAL" clId="{E2B608F1-82CA-4AAD-81FE-063814DCC597}" dt="2024-06-05T04:56:14.084" v="261"/>
          <ac:spMkLst>
            <pc:docMk/>
            <pc:sldMk cId="1395438993" sldId="765"/>
            <ac:spMk id="2" creationId="{9361CC14-4C9C-442D-9221-913B3ACF3460}"/>
          </ac:spMkLst>
        </pc:spChg>
      </pc:sldChg>
      <pc:sldChg chg="modSp mod">
        <pc:chgData name="髙浦祐朗" userId="d6d860fe-bc64-411b-9605-a16d1ba875f6" providerId="ADAL" clId="{E2B608F1-82CA-4AAD-81FE-063814DCC597}" dt="2024-06-05T05:00:45.449" v="305" actId="14100"/>
        <pc:sldMkLst>
          <pc:docMk/>
          <pc:sldMk cId="3560606343" sldId="766"/>
        </pc:sldMkLst>
        <pc:spChg chg="mod">
          <ac:chgData name="髙浦祐朗" userId="d6d860fe-bc64-411b-9605-a16d1ba875f6" providerId="ADAL" clId="{E2B608F1-82CA-4AAD-81FE-063814DCC597}" dt="2024-06-05T04:56:10.458" v="258"/>
          <ac:spMkLst>
            <pc:docMk/>
            <pc:sldMk cId="3560606343" sldId="766"/>
            <ac:spMk id="2" creationId="{E83321EC-2147-45BB-B770-D5BC2C3DDA15}"/>
          </ac:spMkLst>
        </pc:spChg>
        <pc:spChg chg="mod">
          <ac:chgData name="髙浦祐朗" userId="d6d860fe-bc64-411b-9605-a16d1ba875f6" providerId="ADAL" clId="{E2B608F1-82CA-4AAD-81FE-063814DCC597}" dt="2024-06-05T05:00:45.449" v="305" actId="14100"/>
          <ac:spMkLst>
            <pc:docMk/>
            <pc:sldMk cId="3560606343" sldId="766"/>
            <ac:spMk id="29" creationId="{3B57EEC6-A848-4914-BC9B-95C84C7B6637}"/>
          </ac:spMkLst>
        </pc:spChg>
        <pc:spChg chg="mod">
          <ac:chgData name="髙浦祐朗" userId="d6d860fe-bc64-411b-9605-a16d1ba875f6" providerId="ADAL" clId="{E2B608F1-82CA-4AAD-81FE-063814DCC597}" dt="2024-06-05T04:59:55.305" v="270" actId="1582"/>
          <ac:spMkLst>
            <pc:docMk/>
            <pc:sldMk cId="3560606343" sldId="766"/>
            <ac:spMk id="37" creationId="{9C526A88-681C-4A44-BFD9-AF76E9622DCF}"/>
          </ac:spMkLst>
        </pc:spChg>
        <pc:spChg chg="mod">
          <ac:chgData name="髙浦祐朗" userId="d6d860fe-bc64-411b-9605-a16d1ba875f6" providerId="ADAL" clId="{E2B608F1-82CA-4AAD-81FE-063814DCC597}" dt="2024-06-05T04:59:55.305" v="270" actId="1582"/>
          <ac:spMkLst>
            <pc:docMk/>
            <pc:sldMk cId="3560606343" sldId="766"/>
            <ac:spMk id="44" creationId="{F552483D-B47E-4672-AAB8-B1378D36B674}"/>
          </ac:spMkLst>
        </pc:spChg>
        <pc:spChg chg="mod">
          <ac:chgData name="髙浦祐朗" userId="d6d860fe-bc64-411b-9605-a16d1ba875f6" providerId="ADAL" clId="{E2B608F1-82CA-4AAD-81FE-063814DCC597}" dt="2024-06-05T05:00:30.930" v="304" actId="555"/>
          <ac:spMkLst>
            <pc:docMk/>
            <pc:sldMk cId="3560606343" sldId="766"/>
            <ac:spMk id="45" creationId="{D288673B-1B1E-4C6E-BA69-E5F1FEDB27ED}"/>
          </ac:spMkLst>
        </pc:spChg>
        <pc:spChg chg="mod">
          <ac:chgData name="髙浦祐朗" userId="d6d860fe-bc64-411b-9605-a16d1ba875f6" providerId="ADAL" clId="{E2B608F1-82CA-4AAD-81FE-063814DCC597}" dt="2024-06-05T04:59:55.305" v="270" actId="1582"/>
          <ac:spMkLst>
            <pc:docMk/>
            <pc:sldMk cId="3560606343" sldId="766"/>
            <ac:spMk id="46" creationId="{6A2A85F1-E879-4E95-8579-1D9736F23A12}"/>
          </ac:spMkLst>
        </pc:spChg>
        <pc:spChg chg="mod">
          <ac:chgData name="髙浦祐朗" userId="d6d860fe-bc64-411b-9605-a16d1ba875f6" providerId="ADAL" clId="{E2B608F1-82CA-4AAD-81FE-063814DCC597}" dt="2024-06-05T05:00:30.930" v="304" actId="555"/>
          <ac:spMkLst>
            <pc:docMk/>
            <pc:sldMk cId="3560606343" sldId="766"/>
            <ac:spMk id="47" creationId="{D2FFFA7C-8485-4FB5-B3FC-30EC4188DB9D}"/>
          </ac:spMkLst>
        </pc:spChg>
        <pc:spChg chg="mod">
          <ac:chgData name="髙浦祐朗" userId="d6d860fe-bc64-411b-9605-a16d1ba875f6" providerId="ADAL" clId="{E2B608F1-82CA-4AAD-81FE-063814DCC597}" dt="2024-06-05T04:59:55.305" v="270" actId="1582"/>
          <ac:spMkLst>
            <pc:docMk/>
            <pc:sldMk cId="3560606343" sldId="766"/>
            <ac:spMk id="50" creationId="{BF31360D-FAB3-4C87-B7AB-B502DDFDA9EC}"/>
          </ac:spMkLst>
        </pc:spChg>
        <pc:spChg chg="mod">
          <ac:chgData name="髙浦祐朗" userId="d6d860fe-bc64-411b-9605-a16d1ba875f6" providerId="ADAL" clId="{E2B608F1-82CA-4AAD-81FE-063814DCC597}" dt="2024-06-05T04:59:55.305" v="270" actId="1582"/>
          <ac:spMkLst>
            <pc:docMk/>
            <pc:sldMk cId="3560606343" sldId="766"/>
            <ac:spMk id="53" creationId="{60BE86B4-B849-422B-8758-4720CC34871C}"/>
          </ac:spMkLst>
        </pc:spChg>
      </pc:sldChg>
      <pc:sldChg chg="modSp mod">
        <pc:chgData name="髙浦祐朗" userId="d6d860fe-bc64-411b-9605-a16d1ba875f6" providerId="ADAL" clId="{E2B608F1-82CA-4AAD-81FE-063814DCC597}" dt="2024-06-05T04:55:23.410" v="248" actId="27636"/>
        <pc:sldMkLst>
          <pc:docMk/>
          <pc:sldMk cId="2410374903" sldId="767"/>
        </pc:sldMkLst>
        <pc:spChg chg="mod">
          <ac:chgData name="髙浦祐朗" userId="d6d860fe-bc64-411b-9605-a16d1ba875f6" providerId="ADAL" clId="{E2B608F1-82CA-4AAD-81FE-063814DCC597}" dt="2024-06-05T04:55:23.410" v="248" actId="27636"/>
          <ac:spMkLst>
            <pc:docMk/>
            <pc:sldMk cId="2410374903" sldId="767"/>
            <ac:spMk id="5" creationId="{97E6FBE8-190C-40F0-AA01-14695A77D734}"/>
          </ac:spMkLst>
        </pc:spChg>
      </pc:sldChg>
      <pc:sldChg chg="modSp mod">
        <pc:chgData name="髙浦祐朗" userId="d6d860fe-bc64-411b-9605-a16d1ba875f6" providerId="ADAL" clId="{E2B608F1-82CA-4AAD-81FE-063814DCC597}" dt="2024-06-05T05:14:43.082" v="321" actId="20577"/>
        <pc:sldMkLst>
          <pc:docMk/>
          <pc:sldMk cId="2896692699" sldId="921"/>
        </pc:sldMkLst>
        <pc:spChg chg="mod">
          <ac:chgData name="髙浦祐朗" userId="d6d860fe-bc64-411b-9605-a16d1ba875f6" providerId="ADAL" clId="{E2B608F1-82CA-4AAD-81FE-063814DCC597}" dt="2024-06-05T04:56:17.285" v="264"/>
          <ac:spMkLst>
            <pc:docMk/>
            <pc:sldMk cId="2896692699" sldId="921"/>
            <ac:spMk id="2" creationId="{9F96720E-DF4B-7E30-ABB5-FA6105E24AA2}"/>
          </ac:spMkLst>
        </pc:spChg>
        <pc:graphicFrameChg chg="modGraphic">
          <ac:chgData name="髙浦祐朗" userId="d6d860fe-bc64-411b-9605-a16d1ba875f6" providerId="ADAL" clId="{E2B608F1-82CA-4AAD-81FE-063814DCC597}" dt="2024-06-05T05:14:43.082" v="321" actId="20577"/>
          <ac:graphicFrameMkLst>
            <pc:docMk/>
            <pc:sldMk cId="2896692699" sldId="921"/>
            <ac:graphicFrameMk id="7" creationId="{C8FD79AB-6DF3-804D-3E1D-BEA790AC160C}"/>
          </ac:graphicFrameMkLst>
        </pc:graphicFrameChg>
        <pc:graphicFrameChg chg="modGraphic">
          <ac:chgData name="髙浦祐朗" userId="d6d860fe-bc64-411b-9605-a16d1ba875f6" providerId="ADAL" clId="{E2B608F1-82CA-4AAD-81FE-063814DCC597}" dt="2024-06-05T04:52:55.864" v="86" actId="403"/>
          <ac:graphicFrameMkLst>
            <pc:docMk/>
            <pc:sldMk cId="2896692699" sldId="921"/>
            <ac:graphicFrameMk id="11" creationId="{C8FD79AB-6DF3-804D-3E1D-BEA790AC160C}"/>
          </ac:graphicFrameMkLst>
        </pc:graphicFrameChg>
      </pc:sldChg>
      <pc:sldChg chg="modSp mod">
        <pc:chgData name="髙浦祐朗" userId="d6d860fe-bc64-411b-9605-a16d1ba875f6" providerId="ADAL" clId="{E2B608F1-82CA-4AAD-81FE-063814DCC597}" dt="2024-06-05T05:19:06.121" v="351" actId="20577"/>
        <pc:sldMkLst>
          <pc:docMk/>
          <pc:sldMk cId="3122172521" sldId="925"/>
        </pc:sldMkLst>
        <pc:spChg chg="mod">
          <ac:chgData name="髙浦祐朗" userId="d6d860fe-bc64-411b-9605-a16d1ba875f6" providerId="ADAL" clId="{E2B608F1-82CA-4AAD-81FE-063814DCC597}" dt="2024-06-05T04:56:20.536" v="267"/>
          <ac:spMkLst>
            <pc:docMk/>
            <pc:sldMk cId="3122172521" sldId="925"/>
            <ac:spMk id="2" creationId="{9F96720E-DF4B-7E30-ABB5-FA6105E24AA2}"/>
          </ac:spMkLst>
        </pc:spChg>
        <pc:graphicFrameChg chg="mod modGraphic">
          <ac:chgData name="髙浦祐朗" userId="d6d860fe-bc64-411b-9605-a16d1ba875f6" providerId="ADAL" clId="{E2B608F1-82CA-4AAD-81FE-063814DCC597}" dt="2024-06-05T05:19:06.121" v="351" actId="20577"/>
          <ac:graphicFrameMkLst>
            <pc:docMk/>
            <pc:sldMk cId="3122172521" sldId="925"/>
            <ac:graphicFrameMk id="7" creationId="{C8FD79AB-6DF3-804D-3E1D-BEA790AC160C}"/>
          </ac:graphicFrameMkLst>
        </pc:graphicFrameChg>
      </pc:sldChg>
      <pc:sldChg chg="modSp mod ord">
        <pc:chgData name="髙浦祐朗" userId="d6d860fe-bc64-411b-9605-a16d1ba875f6" providerId="ADAL" clId="{E2B608F1-82CA-4AAD-81FE-063814DCC597}" dt="2024-06-05T04:56:04.745" v="255"/>
        <pc:sldMkLst>
          <pc:docMk/>
          <pc:sldMk cId="1635957379" sldId="926"/>
        </pc:sldMkLst>
        <pc:spChg chg="mod">
          <ac:chgData name="髙浦祐朗" userId="d6d860fe-bc64-411b-9605-a16d1ba875f6" providerId="ADAL" clId="{E2B608F1-82CA-4AAD-81FE-063814DCC597}" dt="2024-06-05T04:56:04.745" v="255"/>
          <ac:spMkLst>
            <pc:docMk/>
            <pc:sldMk cId="1635957379" sldId="926"/>
            <ac:spMk id="2" creationId="{BA7EAB47-04C7-45A7-AD57-B693B92CF23D}"/>
          </ac:spMkLst>
        </pc:spChg>
        <pc:spChg chg="mod">
          <ac:chgData name="髙浦祐朗" userId="d6d860fe-bc64-411b-9605-a16d1ba875f6" providerId="ADAL" clId="{E2B608F1-82CA-4AAD-81FE-063814DCC597}" dt="2024-06-05T04:47:44.681" v="2" actId="2711"/>
          <ac:spMkLst>
            <pc:docMk/>
            <pc:sldMk cId="1635957379" sldId="926"/>
            <ac:spMk id="15" creationId="{1D27C7AB-B97E-BB2D-8D98-6BB2F48B534A}"/>
          </ac:spMkLst>
        </pc:spChg>
        <pc:spChg chg="mod">
          <ac:chgData name="髙浦祐朗" userId="d6d860fe-bc64-411b-9605-a16d1ba875f6" providerId="ADAL" clId="{E2B608F1-82CA-4AAD-81FE-063814DCC597}" dt="2024-06-05T04:47:54.527" v="3" actId="255"/>
          <ac:spMkLst>
            <pc:docMk/>
            <pc:sldMk cId="1635957379" sldId="926"/>
            <ac:spMk id="16" creationId="{CBDA8C4D-760F-5DCA-2F6A-E507332C6F60}"/>
          </ac:spMkLst>
        </pc:spChg>
        <pc:spChg chg="mod">
          <ac:chgData name="髙浦祐朗" userId="d6d860fe-bc64-411b-9605-a16d1ba875f6" providerId="ADAL" clId="{E2B608F1-82CA-4AAD-81FE-063814DCC597}" dt="2024-06-05T04:47:40.614" v="1" actId="2711"/>
          <ac:spMkLst>
            <pc:docMk/>
            <pc:sldMk cId="1635957379" sldId="926"/>
            <ac:spMk id="23" creationId="{1D27C7AB-B97E-BB2D-8D98-6BB2F48B534A}"/>
          </ac:spMkLst>
        </pc:spChg>
        <pc:spChg chg="mod">
          <ac:chgData name="髙浦祐朗" userId="d6d860fe-bc64-411b-9605-a16d1ba875f6" providerId="ADAL" clId="{E2B608F1-82CA-4AAD-81FE-063814DCC597}" dt="2024-06-05T04:47:40.614" v="1" actId="2711"/>
          <ac:spMkLst>
            <pc:docMk/>
            <pc:sldMk cId="1635957379" sldId="926"/>
            <ac:spMk id="24" creationId="{CBDA8C4D-760F-5DCA-2F6A-E507332C6F60}"/>
          </ac:spMkLst>
        </pc:spChg>
        <pc:spChg chg="mod">
          <ac:chgData name="髙浦祐朗" userId="d6d860fe-bc64-411b-9605-a16d1ba875f6" providerId="ADAL" clId="{E2B608F1-82CA-4AAD-81FE-063814DCC597}" dt="2024-06-05T04:47:24.456" v="0" actId="2711"/>
          <ac:spMkLst>
            <pc:docMk/>
            <pc:sldMk cId="1635957379" sldId="926"/>
            <ac:spMk id="45" creationId="{9A2A9256-0FC8-ED39-C8AA-ACE2C60B2626}"/>
          </ac:spMkLst>
        </pc:spChg>
        <pc:spChg chg="mod">
          <ac:chgData name="髙浦祐朗" userId="d6d860fe-bc64-411b-9605-a16d1ba875f6" providerId="ADAL" clId="{E2B608F1-82CA-4AAD-81FE-063814DCC597}" dt="2024-06-05T04:47:24.456" v="0" actId="2711"/>
          <ac:spMkLst>
            <pc:docMk/>
            <pc:sldMk cId="1635957379" sldId="926"/>
            <ac:spMk id="46" creationId="{C0F5576F-DA49-FD21-503A-622F2A3DFBDE}"/>
          </ac:spMkLst>
        </pc:spChg>
      </pc:sldChg>
    </pc:docChg>
  </pc:docChgLst>
  <pc:docChgLst>
    <pc:chgData name="福田一希" userId="S::kazuki.fukuda@system-exe.jp::fdfbe5ba-eec8-4756-aa2a-cf5b9de944cd" providerId="AD" clId="Web-{3746C934-7A08-437D-8AAC-B0544CE80253}"/>
    <pc:docChg chg="modSld">
      <pc:chgData name="福田一希" userId="S::kazuki.fukuda@system-exe.jp::fdfbe5ba-eec8-4756-aa2a-cf5b9de944cd" providerId="AD" clId="Web-{3746C934-7A08-437D-8AAC-B0544CE80253}" dt="2024-06-07T02:53:40.750" v="102"/>
      <pc:docMkLst>
        <pc:docMk/>
      </pc:docMkLst>
      <pc:sldChg chg="modSp">
        <pc:chgData name="福田一希" userId="S::kazuki.fukuda@system-exe.jp::fdfbe5ba-eec8-4756-aa2a-cf5b9de944cd" providerId="AD" clId="Web-{3746C934-7A08-437D-8AAC-B0544CE80253}" dt="2024-06-07T02:40:33.621" v="16" actId="14100"/>
        <pc:sldMkLst>
          <pc:docMk/>
          <pc:sldMk cId="3560606343" sldId="766"/>
        </pc:sldMkLst>
        <pc:spChg chg="mod">
          <ac:chgData name="福田一希" userId="S::kazuki.fukuda@system-exe.jp::fdfbe5ba-eec8-4756-aa2a-cf5b9de944cd" providerId="AD" clId="Web-{3746C934-7A08-437D-8AAC-B0544CE80253}" dt="2024-06-07T02:40:33.621" v="16" actId="14100"/>
          <ac:spMkLst>
            <pc:docMk/>
            <pc:sldMk cId="3560606343" sldId="766"/>
            <ac:spMk id="46" creationId="{6A2A85F1-E879-4E95-8579-1D9736F23A12}"/>
          </ac:spMkLst>
        </pc:spChg>
        <pc:cxnChg chg="mod">
          <ac:chgData name="福田一希" userId="S::kazuki.fukuda@system-exe.jp::fdfbe5ba-eec8-4756-aa2a-cf5b9de944cd" providerId="AD" clId="Web-{3746C934-7A08-437D-8AAC-B0544CE80253}" dt="2024-06-07T02:40:24.387" v="15" actId="1076"/>
          <ac:cxnSpMkLst>
            <pc:docMk/>
            <pc:sldMk cId="3560606343" sldId="766"/>
            <ac:cxnSpMk id="43" creationId="{00000000-0000-0000-0000-000000000000}"/>
          </ac:cxnSpMkLst>
        </pc:cxnChg>
      </pc:sldChg>
      <pc:sldChg chg="modSp">
        <pc:chgData name="福田一希" userId="S::kazuki.fukuda@system-exe.jp::fdfbe5ba-eec8-4756-aa2a-cf5b9de944cd" providerId="AD" clId="Web-{3746C934-7A08-437D-8AAC-B0544CE80253}" dt="2024-06-07T02:51:52.981" v="92" actId="20577"/>
        <pc:sldMkLst>
          <pc:docMk/>
          <pc:sldMk cId="2410374903" sldId="767"/>
        </pc:sldMkLst>
        <pc:spChg chg="mod">
          <ac:chgData name="福田一希" userId="S::kazuki.fukuda@system-exe.jp::fdfbe5ba-eec8-4756-aa2a-cf5b9de944cd" providerId="AD" clId="Web-{3746C934-7A08-437D-8AAC-B0544CE80253}" dt="2024-06-07T02:51:52.981" v="92" actId="20577"/>
          <ac:spMkLst>
            <pc:docMk/>
            <pc:sldMk cId="2410374903" sldId="767"/>
            <ac:spMk id="5" creationId="{97E6FBE8-190C-40F0-AA01-14695A77D734}"/>
          </ac:spMkLst>
        </pc:spChg>
      </pc:sldChg>
      <pc:sldChg chg="modSp">
        <pc:chgData name="福田一希" userId="S::kazuki.fukuda@system-exe.jp::fdfbe5ba-eec8-4756-aa2a-cf5b9de944cd" providerId="AD" clId="Web-{3746C934-7A08-437D-8AAC-B0544CE80253}" dt="2024-06-07T02:46:39.614" v="65"/>
        <pc:sldMkLst>
          <pc:docMk/>
          <pc:sldMk cId="2896692699" sldId="921"/>
        </pc:sldMkLst>
        <pc:graphicFrameChg chg="mod modGraphic">
          <ac:chgData name="福田一希" userId="S::kazuki.fukuda@system-exe.jp::fdfbe5ba-eec8-4756-aa2a-cf5b9de944cd" providerId="AD" clId="Web-{3746C934-7A08-437D-8AAC-B0544CE80253}" dt="2024-06-07T02:46:39.614" v="65"/>
          <ac:graphicFrameMkLst>
            <pc:docMk/>
            <pc:sldMk cId="2896692699" sldId="921"/>
            <ac:graphicFrameMk id="7" creationId="{C8FD79AB-6DF3-804D-3E1D-BEA790AC160C}"/>
          </ac:graphicFrameMkLst>
        </pc:graphicFrameChg>
        <pc:graphicFrameChg chg="mod modGraphic">
          <ac:chgData name="福田一希" userId="S::kazuki.fukuda@system-exe.jp::fdfbe5ba-eec8-4756-aa2a-cf5b9de944cd" providerId="AD" clId="Web-{3746C934-7A08-437D-8AAC-B0544CE80253}" dt="2024-06-07T02:46:22.645" v="49"/>
          <ac:graphicFrameMkLst>
            <pc:docMk/>
            <pc:sldMk cId="2896692699" sldId="921"/>
            <ac:graphicFrameMk id="11" creationId="{C8FD79AB-6DF3-804D-3E1D-BEA790AC160C}"/>
          </ac:graphicFrameMkLst>
        </pc:graphicFrameChg>
      </pc:sldChg>
      <pc:sldChg chg="modSp">
        <pc:chgData name="福田一希" userId="S::kazuki.fukuda@system-exe.jp::fdfbe5ba-eec8-4756-aa2a-cf5b9de944cd" providerId="AD" clId="Web-{3746C934-7A08-437D-8AAC-B0544CE80253}" dt="2024-06-07T02:53:40.750" v="102"/>
        <pc:sldMkLst>
          <pc:docMk/>
          <pc:sldMk cId="3122172521" sldId="925"/>
        </pc:sldMkLst>
        <pc:graphicFrameChg chg="mod modGraphic">
          <ac:chgData name="福田一希" userId="S::kazuki.fukuda@system-exe.jp::fdfbe5ba-eec8-4756-aa2a-cf5b9de944cd" providerId="AD" clId="Web-{3746C934-7A08-437D-8AAC-B0544CE80253}" dt="2024-06-07T02:53:40.750" v="102"/>
          <ac:graphicFrameMkLst>
            <pc:docMk/>
            <pc:sldMk cId="3122172521" sldId="925"/>
            <ac:graphicFrameMk id="7" creationId="{C8FD79AB-6DF3-804D-3E1D-BEA790AC160C}"/>
          </ac:graphicFrameMkLst>
        </pc:graphicFrameChg>
      </pc:sldChg>
    </pc:docChg>
  </pc:docChgLst>
  <pc:docChgLst>
    <pc:chgData name="福田一希" userId="S::kazuki.fukuda@system-exe.jp::fdfbe5ba-eec8-4756-aa2a-cf5b9de944cd" providerId="AD" clId="Web-{FC8DA26E-F265-404B-A441-CB941DF28BD9}"/>
    <pc:docChg chg="modSld">
      <pc:chgData name="福田一希" userId="S::kazuki.fukuda@system-exe.jp::fdfbe5ba-eec8-4756-aa2a-cf5b9de944cd" providerId="AD" clId="Web-{FC8DA26E-F265-404B-A441-CB941DF28BD9}" dt="2024-06-13T00:47:50.178" v="118" actId="20577"/>
      <pc:docMkLst>
        <pc:docMk/>
      </pc:docMkLst>
      <pc:sldChg chg="modSp">
        <pc:chgData name="福田一希" userId="S::kazuki.fukuda@system-exe.jp::fdfbe5ba-eec8-4756-aa2a-cf5b9de944cd" providerId="AD" clId="Web-{FC8DA26E-F265-404B-A441-CB941DF28BD9}" dt="2024-06-13T00:47:15.051" v="114" actId="20577"/>
        <pc:sldMkLst>
          <pc:docMk/>
          <pc:sldMk cId="3660799615" sldId="757"/>
        </pc:sldMkLst>
        <pc:spChg chg="mod">
          <ac:chgData name="福田一希" userId="S::kazuki.fukuda@system-exe.jp::fdfbe5ba-eec8-4756-aa2a-cf5b9de944cd" providerId="AD" clId="Web-{FC8DA26E-F265-404B-A441-CB941DF28BD9}" dt="2024-06-13T00:47:15.051" v="114" actId="20577"/>
          <ac:spMkLst>
            <pc:docMk/>
            <pc:sldMk cId="3660799615" sldId="757"/>
            <ac:spMk id="5" creationId="{DDA0903F-BB0E-DF11-6A92-90C8A835A221}"/>
          </ac:spMkLst>
        </pc:spChg>
      </pc:sldChg>
      <pc:sldChg chg="modSp">
        <pc:chgData name="福田一希" userId="S::kazuki.fukuda@system-exe.jp::fdfbe5ba-eec8-4756-aa2a-cf5b9de944cd" providerId="AD" clId="Web-{FC8DA26E-F265-404B-A441-CB941DF28BD9}" dt="2024-06-13T00:47:50.178" v="118" actId="20577"/>
        <pc:sldMkLst>
          <pc:docMk/>
          <pc:sldMk cId="2410374903" sldId="767"/>
        </pc:sldMkLst>
        <pc:spChg chg="mod">
          <ac:chgData name="福田一希" userId="S::kazuki.fukuda@system-exe.jp::fdfbe5ba-eec8-4756-aa2a-cf5b9de944cd" providerId="AD" clId="Web-{FC8DA26E-F265-404B-A441-CB941DF28BD9}" dt="2024-06-13T00:47:50.178" v="118" actId="20577"/>
          <ac:spMkLst>
            <pc:docMk/>
            <pc:sldMk cId="2410374903" sldId="767"/>
            <ac:spMk id="5" creationId="{97E6FBE8-190C-40F0-AA01-14695A77D734}"/>
          </ac:spMkLst>
        </pc:spChg>
      </pc:sldChg>
      <pc:sldChg chg="modSp">
        <pc:chgData name="福田一希" userId="S::kazuki.fukuda@system-exe.jp::fdfbe5ba-eec8-4756-aa2a-cf5b9de944cd" providerId="AD" clId="Web-{FC8DA26E-F265-404B-A441-CB941DF28BD9}" dt="2024-06-13T00:38:40.795" v="2" actId="20577"/>
        <pc:sldMkLst>
          <pc:docMk/>
          <pc:sldMk cId="729124589" sldId="768"/>
        </pc:sldMkLst>
        <pc:spChg chg="mod">
          <ac:chgData name="福田一希" userId="S::kazuki.fukuda@system-exe.jp::fdfbe5ba-eec8-4756-aa2a-cf5b9de944cd" providerId="AD" clId="Web-{FC8DA26E-F265-404B-A441-CB941DF28BD9}" dt="2024-06-13T00:38:40.795" v="2" actId="20577"/>
          <ac:spMkLst>
            <pc:docMk/>
            <pc:sldMk cId="729124589" sldId="768"/>
            <ac:spMk id="5" creationId="{75D94D8C-59D4-540B-6AEE-871AEC854D26}"/>
          </ac:spMkLst>
        </pc:spChg>
      </pc:sldChg>
      <pc:sldChg chg="modSp">
        <pc:chgData name="福田一希" userId="S::kazuki.fukuda@system-exe.jp::fdfbe5ba-eec8-4756-aa2a-cf5b9de944cd" providerId="AD" clId="Web-{FC8DA26E-F265-404B-A441-CB941DF28BD9}" dt="2024-06-13T00:42:40.777" v="33"/>
        <pc:sldMkLst>
          <pc:docMk/>
          <pc:sldMk cId="3122172521" sldId="925"/>
        </pc:sldMkLst>
        <pc:graphicFrameChg chg="mod modGraphic">
          <ac:chgData name="福田一希" userId="S::kazuki.fukuda@system-exe.jp::fdfbe5ba-eec8-4756-aa2a-cf5b9de944cd" providerId="AD" clId="Web-{FC8DA26E-F265-404B-A441-CB941DF28BD9}" dt="2024-06-13T00:42:40.777" v="33"/>
          <ac:graphicFrameMkLst>
            <pc:docMk/>
            <pc:sldMk cId="3122172521" sldId="925"/>
            <ac:graphicFrameMk id="7" creationId="{C8FD79AB-6DF3-804D-3E1D-BEA790AC160C}"/>
          </ac:graphicFrameMkLst>
        </pc:graphicFrameChg>
      </pc:sldChg>
      <pc:sldChg chg="modSp">
        <pc:chgData name="福田一希" userId="S::kazuki.fukuda@system-exe.jp::fdfbe5ba-eec8-4756-aa2a-cf5b9de944cd" providerId="AD" clId="Web-{FC8DA26E-F265-404B-A441-CB941DF28BD9}" dt="2024-06-13T00:38:43.733" v="3" actId="20577"/>
        <pc:sldMkLst>
          <pc:docMk/>
          <pc:sldMk cId="1635957379" sldId="926"/>
        </pc:sldMkLst>
        <pc:spChg chg="mod">
          <ac:chgData name="福田一希" userId="S::kazuki.fukuda@system-exe.jp::fdfbe5ba-eec8-4756-aa2a-cf5b9de944cd" providerId="AD" clId="Web-{FC8DA26E-F265-404B-A441-CB941DF28BD9}" dt="2024-06-13T00:38:43.733" v="3" actId="20577"/>
          <ac:spMkLst>
            <pc:docMk/>
            <pc:sldMk cId="1635957379" sldId="926"/>
            <ac:spMk id="46" creationId="{C0F5576F-DA49-FD21-503A-622F2A3DFBDE}"/>
          </ac:spMkLst>
        </pc:spChg>
      </pc:sldChg>
    </pc:docChg>
  </pc:docChgLst>
  <pc:docChgLst>
    <pc:chgData name="福田一希" userId="S::kazuki.fukuda@system-exe.jp::fdfbe5ba-eec8-4756-aa2a-cf5b9de944cd" providerId="AD" clId="Web-{E4E17C21-7F8F-433B-A37F-88A7DB0D9930}"/>
    <pc:docChg chg="modSld">
      <pc:chgData name="福田一希" userId="S::kazuki.fukuda@system-exe.jp::fdfbe5ba-eec8-4756-aa2a-cf5b9de944cd" providerId="AD" clId="Web-{E4E17C21-7F8F-433B-A37F-88A7DB0D9930}" dt="2024-06-13T00:53:55.720" v="2"/>
      <pc:docMkLst>
        <pc:docMk/>
      </pc:docMkLst>
      <pc:sldChg chg="modSp">
        <pc:chgData name="福田一希" userId="S::kazuki.fukuda@system-exe.jp::fdfbe5ba-eec8-4756-aa2a-cf5b9de944cd" providerId="AD" clId="Web-{E4E17C21-7F8F-433B-A37F-88A7DB0D9930}" dt="2024-06-13T00:53:51.345" v="1"/>
        <pc:sldMkLst>
          <pc:docMk/>
          <pc:sldMk cId="2896692699" sldId="921"/>
        </pc:sldMkLst>
        <pc:graphicFrameChg chg="modGraphic">
          <ac:chgData name="福田一希" userId="S::kazuki.fukuda@system-exe.jp::fdfbe5ba-eec8-4756-aa2a-cf5b9de944cd" providerId="AD" clId="Web-{E4E17C21-7F8F-433B-A37F-88A7DB0D9930}" dt="2024-06-13T00:53:40.220" v="0"/>
          <ac:graphicFrameMkLst>
            <pc:docMk/>
            <pc:sldMk cId="2896692699" sldId="921"/>
            <ac:graphicFrameMk id="7" creationId="{C8FD79AB-6DF3-804D-3E1D-BEA790AC160C}"/>
          </ac:graphicFrameMkLst>
        </pc:graphicFrameChg>
        <pc:graphicFrameChg chg="modGraphic">
          <ac:chgData name="福田一希" userId="S::kazuki.fukuda@system-exe.jp::fdfbe5ba-eec8-4756-aa2a-cf5b9de944cd" providerId="AD" clId="Web-{E4E17C21-7F8F-433B-A37F-88A7DB0D9930}" dt="2024-06-13T00:53:51.345" v="1"/>
          <ac:graphicFrameMkLst>
            <pc:docMk/>
            <pc:sldMk cId="2896692699" sldId="921"/>
            <ac:graphicFrameMk id="11" creationId="{C8FD79AB-6DF3-804D-3E1D-BEA790AC160C}"/>
          </ac:graphicFrameMkLst>
        </pc:graphicFrameChg>
      </pc:sldChg>
      <pc:sldChg chg="modSp">
        <pc:chgData name="福田一希" userId="S::kazuki.fukuda@system-exe.jp::fdfbe5ba-eec8-4756-aa2a-cf5b9de944cd" providerId="AD" clId="Web-{E4E17C21-7F8F-433B-A37F-88A7DB0D9930}" dt="2024-06-13T00:53:55.720" v="2"/>
        <pc:sldMkLst>
          <pc:docMk/>
          <pc:sldMk cId="2326679773" sldId="927"/>
        </pc:sldMkLst>
        <pc:graphicFrameChg chg="modGraphic">
          <ac:chgData name="福田一希" userId="S::kazuki.fukuda@system-exe.jp::fdfbe5ba-eec8-4756-aa2a-cf5b9de944cd" providerId="AD" clId="Web-{E4E17C21-7F8F-433B-A37F-88A7DB0D9930}" dt="2024-06-13T00:53:55.720" v="2"/>
          <ac:graphicFrameMkLst>
            <pc:docMk/>
            <pc:sldMk cId="2326679773" sldId="927"/>
            <ac:graphicFrameMk id="12" creationId="{530521A5-D69B-84B4-7B9F-078E37E13525}"/>
          </ac:graphicFrameMkLst>
        </pc:graphicFrameChg>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pChg chg="add mod">
          <ac:chgData name="野村康二" userId="S::kouji.nomura@system-exe.jp::acaa808a-f809-4ef9-8028-a2ce14b82415" providerId="AD" clId="Web-{A1FA4B7A-7D7D-21B1-DE34-5D7562EFA945}" dt="2024-02-08T04:49:05.615" v="10" actId="1076"/>
          <ac:spMkLst>
            <pc:docMk/>
            <pc:sldMk cId="3560606343" sldId="766"/>
            <ac:spMk id="5" creationId="{EDD85BF2-0E62-324F-DE1D-1DE92FE0C446}"/>
          </ac:spMkLst>
        </pc:spChg>
        <pc:spChg chg="mod">
          <ac:chgData name="野村康二" userId="S::kouji.nomura@system-exe.jp::acaa808a-f809-4ef9-8028-a2ce14b82415" providerId="AD" clId="Web-{A1FA4B7A-7D7D-21B1-DE34-5D7562EFA945}" dt="2024-02-08T04:48:50.740" v="8" actId="1076"/>
          <ac:spMkLst>
            <pc:docMk/>
            <pc:sldMk cId="3560606343" sldId="766"/>
            <ac:spMk id="10" creationId="{00000000-0000-0000-0000-000000000000}"/>
          </ac:spMkLst>
        </pc:spChg>
        <pc:spChg chg="mod">
          <ac:chgData name="野村康二" userId="S::kouji.nomura@system-exe.jp::acaa808a-f809-4ef9-8028-a2ce14b82415" providerId="AD" clId="Web-{A1FA4B7A-7D7D-21B1-DE34-5D7562EFA945}" dt="2024-02-08T04:47:53.254" v="1" actId="1076"/>
          <ac:spMkLst>
            <pc:docMk/>
            <pc:sldMk cId="3560606343" sldId="766"/>
            <ac:spMk id="31" creationId="{00000000-0000-0000-0000-000000000000}"/>
          </ac:spMkLst>
        </pc:spChg>
        <pc:spChg chg="del mod">
          <ac:chgData name="野村康二" userId="S::kouji.nomura@system-exe.jp::acaa808a-f809-4ef9-8028-a2ce14b82415" providerId="AD" clId="Web-{A1FA4B7A-7D7D-21B1-DE34-5D7562EFA945}" dt="2024-02-08T04:48:42.614" v="6"/>
          <ac:spMkLst>
            <pc:docMk/>
            <pc:sldMk cId="3560606343" sldId="766"/>
            <ac:spMk id="48" creationId="{00000000-0000-0000-0000-000000000000}"/>
          </ac:spMkLst>
        </pc:spChg>
        <pc:spChg chg="mod">
          <ac:chgData name="野村康二" userId="S::kouji.nomura@system-exe.jp::acaa808a-f809-4ef9-8028-a2ce14b82415" providerId="AD" clId="Web-{A1FA4B7A-7D7D-21B1-DE34-5D7562EFA945}" dt="2024-02-08T04:47:19.097" v="0"/>
          <ac:spMkLst>
            <pc:docMk/>
            <pc:sldMk cId="3560606343" sldId="766"/>
            <ac:spMk id="50" creationId="{BF31360D-FAB3-4C87-B7AB-B502DDFDA9EC}"/>
          </ac:spMkLst>
        </pc:spChg>
        <pc:cxnChg chg="mod">
          <ac:chgData name="野村康二" userId="S::kouji.nomura@system-exe.jp::acaa808a-f809-4ef9-8028-a2ce14b82415" providerId="AD" clId="Web-{A1FA4B7A-7D7D-21B1-DE34-5D7562EFA945}" dt="2024-02-08T04:48:05.051" v="2" actId="14100"/>
          <ac:cxnSpMkLst>
            <pc:docMk/>
            <pc:sldMk cId="3560606343" sldId="766"/>
            <ac:cxnSpMk id="28" creationId="{00000000-0000-0000-0000-000000000000}"/>
          </ac:cxnSpMkLst>
        </pc:cxnChg>
        <pc:cxnChg chg="mod">
          <ac:chgData name="野村康二" userId="S::kouji.nomura@system-exe.jp::acaa808a-f809-4ef9-8028-a2ce14b82415" providerId="AD" clId="Web-{A1FA4B7A-7D7D-21B1-DE34-5D7562EFA945}" dt="2024-02-08T04:48:31.567" v="4" actId="14100"/>
          <ac:cxnSpMkLst>
            <pc:docMk/>
            <pc:sldMk cId="3560606343" sldId="766"/>
            <ac:cxnSpMk id="43" creationId="{00000000-0000-0000-0000-000000000000}"/>
          </ac:cxnSpMkLst>
        </pc:cxnChg>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pChg chg="mod">
          <ac:chgData name="髙浦祐朗" userId="d6d860fe-bc64-411b-9605-a16d1ba875f6" providerId="ADAL" clId="{7CAA7045-2BC6-4F13-8909-735798C0D3C7}" dt="2024-01-29T10:50:04.719" v="90"/>
          <ac:spMkLst>
            <pc:docMk/>
            <pc:sldMk cId="3325638293" sldId="749"/>
            <ac:spMk id="5" creationId="{7F991670-34BF-469F-8779-F7AF8FF3751B}"/>
          </ac:spMkLst>
        </pc:spChg>
        <pc:spChg chg="mod">
          <ac:chgData name="髙浦祐朗" userId="d6d860fe-bc64-411b-9605-a16d1ba875f6" providerId="ADAL" clId="{7CAA7045-2BC6-4F13-8909-735798C0D3C7}" dt="2024-01-29T10:50:46.948" v="142"/>
          <ac:spMkLst>
            <pc:docMk/>
            <pc:sldMk cId="3325638293" sldId="749"/>
            <ac:spMk id="6" creationId="{FE4390D4-3234-4341-AB1E-4ED43D45D25C}"/>
          </ac:spMkLst>
        </pc:spChg>
        <pc:spChg chg="mod">
          <ac:chgData name="髙浦祐朗" userId="d6d860fe-bc64-411b-9605-a16d1ba875f6" providerId="ADAL" clId="{7CAA7045-2BC6-4F13-8909-735798C0D3C7}" dt="2024-01-29T10:51:00.638" v="148"/>
          <ac:spMkLst>
            <pc:docMk/>
            <pc:sldMk cId="3325638293" sldId="749"/>
            <ac:spMk id="7" creationId="{13DC9859-5929-4710-A8F2-FBBA9210DDDD}"/>
          </ac:spMkLst>
        </pc:spChg>
        <pc:spChg chg="mod">
          <ac:chgData name="髙浦祐朗" userId="d6d860fe-bc64-411b-9605-a16d1ba875f6" providerId="ADAL" clId="{7CAA7045-2BC6-4F13-8909-735798C0D3C7}" dt="2024-01-29T10:49:38.247" v="61" actId="20577"/>
          <ac:spMkLst>
            <pc:docMk/>
            <pc:sldMk cId="3325638293" sldId="749"/>
            <ac:spMk id="8" creationId="{00A413B6-8F7C-48BB-9D71-4076EBB30EB9}"/>
          </ac:spMkLst>
        </pc:spChg>
      </pc:sldChg>
      <pc:sldChg chg="modSp mod">
        <pc:chgData name="髙浦祐朗" userId="d6d860fe-bc64-411b-9605-a16d1ba875f6" providerId="ADAL" clId="{7CAA7045-2BC6-4F13-8909-735798C0D3C7}" dt="2024-01-29T11:36:03.475" v="226"/>
        <pc:sldMkLst>
          <pc:docMk/>
          <pc:sldMk cId="5311539" sldId="752"/>
        </pc:sldMkLst>
        <pc:graphicFrameChg chg="mod modGraphic">
          <ac:chgData name="髙浦祐朗" userId="d6d860fe-bc64-411b-9605-a16d1ba875f6" providerId="ADAL" clId="{7CAA7045-2BC6-4F13-8909-735798C0D3C7}" dt="2024-01-29T11:36:03.475" v="226"/>
          <ac:graphicFrameMkLst>
            <pc:docMk/>
            <pc:sldMk cId="5311539" sldId="752"/>
            <ac:graphicFrameMk id="7" creationId="{FC32E459-CF7C-43EB-8132-E73BEF002064}"/>
          </ac:graphicFrameMkLst>
        </pc:graphicFrameChg>
      </pc:sldChg>
      <pc:sldChg chg="modSp mod">
        <pc:chgData name="髙浦祐朗" userId="d6d860fe-bc64-411b-9605-a16d1ba875f6" providerId="ADAL" clId="{7CAA7045-2BC6-4F13-8909-735798C0D3C7}" dt="2024-01-29T11:53:49.834" v="548"/>
        <pc:sldMkLst>
          <pc:docMk/>
          <pc:sldMk cId="1072167564" sldId="754"/>
        </pc:sldMkLst>
        <pc:spChg chg="mod">
          <ac:chgData name="髙浦祐朗" userId="d6d860fe-bc64-411b-9605-a16d1ba875f6" providerId="ADAL" clId="{7CAA7045-2BC6-4F13-8909-735798C0D3C7}" dt="2024-01-29T11:53:49.834" v="548"/>
          <ac:spMkLst>
            <pc:docMk/>
            <pc:sldMk cId="1072167564" sldId="754"/>
            <ac:spMk id="2" creationId="{5C72AB75-BA7B-416C-A2A9-79336E6D0000}"/>
          </ac:spMkLst>
        </pc:spChg>
        <pc:graphicFrameChg chg="mod modGraphic">
          <ac:chgData name="髙浦祐朗" userId="d6d860fe-bc64-411b-9605-a16d1ba875f6" providerId="ADAL" clId="{7CAA7045-2BC6-4F13-8909-735798C0D3C7}" dt="2024-01-29T11:52:50.548" v="544" actId="20577"/>
          <ac:graphicFrameMkLst>
            <pc:docMk/>
            <pc:sldMk cId="1072167564" sldId="754"/>
            <ac:graphicFrameMk id="8" creationId="{E96A0963-9D9C-4DE2-8A40-25DD6B7F5580}"/>
          </ac:graphicFrameMkLst>
        </pc:graphicFrameChg>
      </pc:sldChg>
      <pc:sldChg chg="modSp mod">
        <pc:chgData name="髙浦祐朗" userId="d6d860fe-bc64-411b-9605-a16d1ba875f6" providerId="ADAL" clId="{7CAA7045-2BC6-4F13-8909-735798C0D3C7}" dt="2024-01-29T11:54:07.527" v="550" actId="113"/>
        <pc:sldMkLst>
          <pc:docMk/>
          <pc:sldMk cId="3773316736" sldId="756"/>
        </pc:sldMkLst>
        <pc:spChg chg="mod">
          <ac:chgData name="髙浦祐朗" userId="d6d860fe-bc64-411b-9605-a16d1ba875f6" providerId="ADAL" clId="{7CAA7045-2BC6-4F13-8909-735798C0D3C7}" dt="2024-01-29T11:54:07.527" v="550" actId="113"/>
          <ac:spMkLst>
            <pc:docMk/>
            <pc:sldMk cId="3773316736" sldId="756"/>
            <ac:spMk id="2" creationId="{477D6AE7-A869-482E-A062-B5C3EDBB82F2}"/>
          </ac:spMkLst>
        </pc:spChg>
        <pc:spChg chg="mod">
          <ac:chgData name="髙浦祐朗" userId="d6d860fe-bc64-411b-9605-a16d1ba875f6" providerId="ADAL" clId="{7CAA7045-2BC6-4F13-8909-735798C0D3C7}" dt="2024-01-29T11:41:21.549" v="418"/>
          <ac:spMkLst>
            <pc:docMk/>
            <pc:sldMk cId="3773316736" sldId="756"/>
            <ac:spMk id="6" creationId="{43841434-D3B2-4159-A815-B18F225CD6CC}"/>
          </ac:spMkLst>
        </pc:spChg>
        <pc:spChg chg="mod">
          <ac:chgData name="髙浦祐朗" userId="d6d860fe-bc64-411b-9605-a16d1ba875f6" providerId="ADAL" clId="{7CAA7045-2BC6-4F13-8909-735798C0D3C7}" dt="2024-01-29T11:34:16.419" v="188" actId="20577"/>
          <ac:spMkLst>
            <pc:docMk/>
            <pc:sldMk cId="3773316736" sldId="756"/>
            <ac:spMk id="7" creationId="{2AE32BD5-56D6-4413-93DD-7616102C277D}"/>
          </ac:spMkLst>
        </pc:spChg>
        <pc:picChg chg="mod">
          <ac:chgData name="髙浦祐朗" userId="d6d860fe-bc64-411b-9605-a16d1ba875f6" providerId="ADAL" clId="{7CAA7045-2BC6-4F13-8909-735798C0D3C7}" dt="2024-01-29T11:41:04.409" v="410" actId="1076"/>
          <ac:picMkLst>
            <pc:docMk/>
            <pc:sldMk cId="3773316736" sldId="756"/>
            <ac:picMk id="10" creationId="{AD6FE3BD-5082-4235-A42A-D9211BB891E6}"/>
          </ac:picMkLst>
        </pc:picChg>
        <pc:picChg chg="mod">
          <ac:chgData name="髙浦祐朗" userId="d6d860fe-bc64-411b-9605-a16d1ba875f6" providerId="ADAL" clId="{7CAA7045-2BC6-4F13-8909-735798C0D3C7}" dt="2024-01-29T11:41:00.890" v="409" actId="1076"/>
          <ac:picMkLst>
            <pc:docMk/>
            <pc:sldMk cId="3773316736" sldId="756"/>
            <ac:picMk id="11" creationId="{841A1701-280B-4F11-84CE-525D5AE2D25A}"/>
          </ac:picMkLst>
        </pc:picChg>
      </pc:sldChg>
      <pc:sldChg chg="modSp mod">
        <pc:chgData name="髙浦祐朗" userId="d6d860fe-bc64-411b-9605-a16d1ba875f6" providerId="ADAL" clId="{7CAA7045-2BC6-4F13-8909-735798C0D3C7}" dt="2024-01-29T11:42:51.068" v="427" actId="20577"/>
        <pc:sldMkLst>
          <pc:docMk/>
          <pc:sldMk cId="3660799615" sldId="757"/>
        </pc:sldMkLst>
        <pc:spChg chg="mod">
          <ac:chgData name="髙浦祐朗" userId="d6d860fe-bc64-411b-9605-a16d1ba875f6" providerId="ADAL" clId="{7CAA7045-2BC6-4F13-8909-735798C0D3C7}" dt="2024-01-29T11:42:51.068" v="427" actId="20577"/>
          <ac:spMkLst>
            <pc:docMk/>
            <pc:sldMk cId="3660799615" sldId="757"/>
            <ac:spMk id="5" creationId="{DDA0903F-BB0E-DF11-6A92-90C8A835A221}"/>
          </ac:spMkLst>
        </pc:spChg>
      </pc:sldChg>
      <pc:sldChg chg="modSp mod">
        <pc:chgData name="髙浦祐朗" userId="d6d860fe-bc64-411b-9605-a16d1ba875f6" providerId="ADAL" clId="{7CAA7045-2BC6-4F13-8909-735798C0D3C7}" dt="2024-01-29T11:35:20.220" v="215" actId="14734"/>
        <pc:sldMkLst>
          <pc:docMk/>
          <pc:sldMk cId="1395438993" sldId="765"/>
        </pc:sldMkLst>
        <pc:graphicFrameChg chg="modGraphic">
          <ac:chgData name="髙浦祐朗" userId="d6d860fe-bc64-411b-9605-a16d1ba875f6" providerId="ADAL" clId="{7CAA7045-2BC6-4F13-8909-735798C0D3C7}" dt="2024-01-29T11:35:20.220" v="215" actId="14734"/>
          <ac:graphicFrameMkLst>
            <pc:docMk/>
            <pc:sldMk cId="1395438993" sldId="765"/>
            <ac:graphicFrameMk id="7" creationId="{2864E947-18B0-4839-AED3-D416F628DDF0}"/>
          </ac:graphicFrameMkLst>
        </pc:graphicFrameChg>
      </pc:sldChg>
      <pc:sldChg chg="modSp mod">
        <pc:chgData name="髙浦祐朗" userId="d6d860fe-bc64-411b-9605-a16d1ba875f6" providerId="ADAL" clId="{7CAA7045-2BC6-4F13-8909-735798C0D3C7}" dt="2024-01-29T11:50:18.117" v="455" actId="20577"/>
        <pc:sldMkLst>
          <pc:docMk/>
          <pc:sldMk cId="3560606343" sldId="766"/>
        </pc:sldMkLst>
        <pc:spChg chg="mod">
          <ac:chgData name="髙浦祐朗" userId="d6d860fe-bc64-411b-9605-a16d1ba875f6" providerId="ADAL" clId="{7CAA7045-2BC6-4F13-8909-735798C0D3C7}" dt="2024-01-29T11:31:28.654" v="154"/>
          <ac:spMkLst>
            <pc:docMk/>
            <pc:sldMk cId="3560606343" sldId="766"/>
            <ac:spMk id="33" creationId="{3B57EEC6-A848-4914-BC9B-95C84C7B6637}"/>
          </ac:spMkLst>
        </pc:spChg>
        <pc:spChg chg="mod">
          <ac:chgData name="髙浦祐朗" userId="d6d860fe-bc64-411b-9605-a16d1ba875f6" providerId="ADAL" clId="{7CAA7045-2BC6-4F13-8909-735798C0D3C7}" dt="2024-01-29T11:31:32.266" v="160"/>
          <ac:spMkLst>
            <pc:docMk/>
            <pc:sldMk cId="3560606343" sldId="766"/>
            <ac:spMk id="35" creationId="{C37584D3-7DC1-4AF5-821B-4EB0B466578A}"/>
          </ac:spMkLst>
        </pc:spChg>
        <pc:spChg chg="mod">
          <ac:chgData name="髙浦祐朗" userId="d6d860fe-bc64-411b-9605-a16d1ba875f6" providerId="ADAL" clId="{7CAA7045-2BC6-4F13-8909-735798C0D3C7}" dt="2024-01-29T11:50:11.428" v="454" actId="403"/>
          <ac:spMkLst>
            <pc:docMk/>
            <pc:sldMk cId="3560606343" sldId="766"/>
            <ac:spMk id="37" creationId="{9C526A88-681C-4A44-BFD9-AF76E9622DCF}"/>
          </ac:spMkLst>
        </pc:spChg>
        <pc:spChg chg="mod">
          <ac:chgData name="髙浦祐朗" userId="d6d860fe-bc64-411b-9605-a16d1ba875f6" providerId="ADAL" clId="{7CAA7045-2BC6-4F13-8909-735798C0D3C7}" dt="2024-01-29T11:50:18.117" v="455" actId="20577"/>
          <ac:spMkLst>
            <pc:docMk/>
            <pc:sldMk cId="3560606343" sldId="766"/>
            <ac:spMk id="44" creationId="{F552483D-B47E-4672-AAB8-B1378D36B674}"/>
          </ac:spMkLst>
        </pc:spChg>
        <pc:spChg chg="mod">
          <ac:chgData name="髙浦祐朗" userId="d6d860fe-bc64-411b-9605-a16d1ba875f6" providerId="ADAL" clId="{7CAA7045-2BC6-4F13-8909-735798C0D3C7}" dt="2024-01-29T11:50:11.428" v="454" actId="403"/>
          <ac:spMkLst>
            <pc:docMk/>
            <pc:sldMk cId="3560606343" sldId="766"/>
            <ac:spMk id="45" creationId="{D288673B-1B1E-4C6E-BA69-E5F1FEDB27ED}"/>
          </ac:spMkLst>
        </pc:spChg>
        <pc:spChg chg="mod">
          <ac:chgData name="髙浦祐朗" userId="d6d860fe-bc64-411b-9605-a16d1ba875f6" providerId="ADAL" clId="{7CAA7045-2BC6-4F13-8909-735798C0D3C7}" dt="2024-01-29T11:50:11.428" v="454" actId="403"/>
          <ac:spMkLst>
            <pc:docMk/>
            <pc:sldMk cId="3560606343" sldId="766"/>
            <ac:spMk id="46" creationId="{6A2A85F1-E879-4E95-8579-1D9736F23A12}"/>
          </ac:spMkLst>
        </pc:spChg>
        <pc:spChg chg="mod">
          <ac:chgData name="髙浦祐朗" userId="d6d860fe-bc64-411b-9605-a16d1ba875f6" providerId="ADAL" clId="{7CAA7045-2BC6-4F13-8909-735798C0D3C7}" dt="2024-01-29T11:50:11.428" v="454" actId="403"/>
          <ac:spMkLst>
            <pc:docMk/>
            <pc:sldMk cId="3560606343" sldId="766"/>
            <ac:spMk id="47" creationId="{D2FFFA7C-8485-4FB5-B3FC-30EC4188DB9D}"/>
          </ac:spMkLst>
        </pc:spChg>
        <pc:spChg chg="mod">
          <ac:chgData name="髙浦祐朗" userId="d6d860fe-bc64-411b-9605-a16d1ba875f6" providerId="ADAL" clId="{7CAA7045-2BC6-4F13-8909-735798C0D3C7}" dt="2024-01-29T11:50:11.428" v="454" actId="403"/>
          <ac:spMkLst>
            <pc:docMk/>
            <pc:sldMk cId="3560606343" sldId="766"/>
            <ac:spMk id="50" creationId="{BF31360D-FAB3-4C87-B7AB-B502DDFDA9EC}"/>
          </ac:spMkLst>
        </pc:spChg>
        <pc:spChg chg="mod">
          <ac:chgData name="髙浦祐朗" userId="d6d860fe-bc64-411b-9605-a16d1ba875f6" providerId="ADAL" clId="{7CAA7045-2BC6-4F13-8909-735798C0D3C7}" dt="2024-01-29T11:50:11.428" v="454" actId="403"/>
          <ac:spMkLst>
            <pc:docMk/>
            <pc:sldMk cId="3560606343" sldId="766"/>
            <ac:spMk id="53" creationId="{60BE86B4-B849-422B-8758-4720CC34871C}"/>
          </ac:spMkLst>
        </pc:spChg>
        <pc:graphicFrameChg chg="modGraphic">
          <ac:chgData name="髙浦祐朗" userId="d6d860fe-bc64-411b-9605-a16d1ba875f6" providerId="ADAL" clId="{7CAA7045-2BC6-4F13-8909-735798C0D3C7}" dt="2024-01-29T11:49:49.589" v="452"/>
          <ac:graphicFrameMkLst>
            <pc:docMk/>
            <pc:sldMk cId="3560606343" sldId="766"/>
            <ac:graphicFrameMk id="6" creationId="{1B9651D0-1C8B-452E-8B2F-91E497A82D84}"/>
          </ac:graphicFrameMkLst>
        </pc:graphicFrameChg>
      </pc:sldChg>
      <pc:sldChg chg="modSp mod">
        <pc:chgData name="髙浦祐朗" userId="d6d860fe-bc64-411b-9605-a16d1ba875f6" providerId="ADAL" clId="{7CAA7045-2BC6-4F13-8909-735798C0D3C7}" dt="2024-01-29T11:51:09.599" v="456" actId="20577"/>
        <pc:sldMkLst>
          <pc:docMk/>
          <pc:sldMk cId="2410374903" sldId="767"/>
        </pc:sldMkLst>
        <pc:spChg chg="mod">
          <ac:chgData name="髙浦祐朗" userId="d6d860fe-bc64-411b-9605-a16d1ba875f6" providerId="ADAL" clId="{7CAA7045-2BC6-4F13-8909-735798C0D3C7}" dt="2024-01-29T11:51:09.599" v="456" actId="20577"/>
          <ac:spMkLst>
            <pc:docMk/>
            <pc:sldMk cId="2410374903" sldId="767"/>
            <ac:spMk id="5" creationId="{97E6FBE8-190C-40F0-AA01-14695A77D734}"/>
          </ac:spMkLst>
        </pc:spChg>
      </pc:sldChg>
      <pc:sldChg chg="modSp mod">
        <pc:chgData name="髙浦祐朗" userId="d6d860fe-bc64-411b-9605-a16d1ba875f6" providerId="ADAL" clId="{7CAA7045-2BC6-4F13-8909-735798C0D3C7}" dt="2024-01-29T11:43:08.505" v="431"/>
        <pc:sldMkLst>
          <pc:docMk/>
          <pc:sldMk cId="729124589" sldId="768"/>
        </pc:sldMkLst>
        <pc:spChg chg="mod">
          <ac:chgData name="髙浦祐朗" userId="d6d860fe-bc64-411b-9605-a16d1ba875f6" providerId="ADAL" clId="{7CAA7045-2BC6-4F13-8909-735798C0D3C7}" dt="2024-01-29T11:43:08.505" v="431"/>
          <ac:spMkLst>
            <pc:docMk/>
            <pc:sldMk cId="729124589" sldId="768"/>
            <ac:spMk id="5" creationId="{75D94D8C-59D4-540B-6AEE-871AEC854D26}"/>
          </ac:spMkLst>
        </pc:spChg>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pChg chg="mod">
          <ac:chgData name="髙浦祐朗" userId="d6d860fe-bc64-411b-9605-a16d1ba875f6" providerId="ADAL" clId="{DB867282-9B14-4BC1-835F-34C67E84B083}" dt="2024-01-29T12:32:33.315" v="134" actId="20577"/>
          <ac:spMkLst>
            <pc:docMk/>
            <pc:sldMk cId="3201888243" sldId="714"/>
            <ac:spMk id="9" creationId="{D3736C96-F517-0B5D-F1CE-268A17109BAA}"/>
          </ac:spMkLst>
        </pc:spChg>
      </pc:sldChg>
      <pc:sldChg chg="modSp mod">
        <pc:chgData name="髙浦祐朗" userId="d6d860fe-bc64-411b-9605-a16d1ba875f6" providerId="ADAL" clId="{DB867282-9B14-4BC1-835F-34C67E84B083}" dt="2024-01-29T12:31:32.651" v="86"/>
        <pc:sldMkLst>
          <pc:docMk/>
          <pc:sldMk cId="1072167564" sldId="754"/>
        </pc:sldMkLst>
        <pc:graphicFrameChg chg="mod modGraphic">
          <ac:chgData name="髙浦祐朗" userId="d6d860fe-bc64-411b-9605-a16d1ba875f6" providerId="ADAL" clId="{DB867282-9B14-4BC1-835F-34C67E84B083}" dt="2024-01-29T12:31:32.651" v="86"/>
          <ac:graphicFrameMkLst>
            <pc:docMk/>
            <pc:sldMk cId="1072167564" sldId="754"/>
            <ac:graphicFrameMk id="8" creationId="{E96A0963-9D9C-4DE2-8A40-25DD6B7F5580}"/>
          </ac:graphicFrameMkLst>
        </pc:graphicFrameChg>
      </pc:sldChg>
      <pc:sldChg chg="modSp mod">
        <pc:chgData name="髙浦祐朗" userId="d6d860fe-bc64-411b-9605-a16d1ba875f6" providerId="ADAL" clId="{DB867282-9B14-4BC1-835F-34C67E84B083}" dt="2024-01-29T12:28:00.980" v="0" actId="20577"/>
        <pc:sldMkLst>
          <pc:docMk/>
          <pc:sldMk cId="3773316736" sldId="756"/>
        </pc:sldMkLst>
        <pc:spChg chg="mod">
          <ac:chgData name="髙浦祐朗" userId="d6d860fe-bc64-411b-9605-a16d1ba875f6" providerId="ADAL" clId="{DB867282-9B14-4BC1-835F-34C67E84B083}" dt="2024-01-29T12:28:00.980" v="0" actId="20577"/>
          <ac:spMkLst>
            <pc:docMk/>
            <pc:sldMk cId="3773316736" sldId="756"/>
            <ac:spMk id="6" creationId="{43841434-D3B2-4159-A815-B18F225CD6CC}"/>
          </ac:spMkLst>
        </pc:spChg>
      </pc:sldChg>
      <pc:sldChg chg="modSp mod">
        <pc:chgData name="髙浦祐朗" userId="d6d860fe-bc64-411b-9605-a16d1ba875f6" providerId="ADAL" clId="{DB867282-9B14-4BC1-835F-34C67E84B083}" dt="2024-01-29T12:31:39.615" v="90"/>
        <pc:sldMkLst>
          <pc:docMk/>
          <pc:sldMk cId="3692000709" sldId="769"/>
        </pc:sldMkLst>
        <pc:graphicFrameChg chg="mod modGraphic">
          <ac:chgData name="髙浦祐朗" userId="d6d860fe-bc64-411b-9605-a16d1ba875f6" providerId="ADAL" clId="{DB867282-9B14-4BC1-835F-34C67E84B083}" dt="2024-01-29T12:31:39.615" v="90"/>
          <ac:graphicFrameMkLst>
            <pc:docMk/>
            <pc:sldMk cId="3692000709" sldId="769"/>
            <ac:graphicFrameMk id="8" creationId="{9B2FF217-E41E-39BD-30DB-9E3D1AF84AD5}"/>
          </ac:graphicFrameMkLst>
        </pc:graphicFrameChg>
      </pc:sldChg>
    </pc:docChg>
  </pc:docChgLst>
  <pc:docChgLst>
    <pc:chgData name="髙浦祐朗" userId="d6d860fe-bc64-411b-9605-a16d1ba875f6" providerId="ADAL" clId="{988B7C26-AC90-4131-9A47-4F4F2DDCA2D6}"/>
    <pc:docChg chg="modSld">
      <pc:chgData name="髙浦祐朗" userId="d6d860fe-bc64-411b-9605-a16d1ba875f6" providerId="ADAL" clId="{988B7C26-AC90-4131-9A47-4F4F2DDCA2D6}" dt="2024-06-13T00:54:58.239" v="0" actId="6549"/>
      <pc:docMkLst>
        <pc:docMk/>
      </pc:docMkLst>
      <pc:sldChg chg="modSp mod">
        <pc:chgData name="髙浦祐朗" userId="d6d860fe-bc64-411b-9605-a16d1ba875f6" providerId="ADAL" clId="{988B7C26-AC90-4131-9A47-4F4F2DDCA2D6}" dt="2024-06-13T00:54:58.239" v="0" actId="6549"/>
        <pc:sldMkLst>
          <pc:docMk/>
          <pc:sldMk cId="3122172521" sldId="925"/>
        </pc:sldMkLst>
        <pc:graphicFrameChg chg="modGraphic">
          <ac:chgData name="髙浦祐朗" userId="d6d860fe-bc64-411b-9605-a16d1ba875f6" providerId="ADAL" clId="{988B7C26-AC90-4131-9A47-4F4F2DDCA2D6}" dt="2024-06-13T00:54:58.239" v="0" actId="6549"/>
          <ac:graphicFrameMkLst>
            <pc:docMk/>
            <pc:sldMk cId="3122172521" sldId="925"/>
            <ac:graphicFrameMk id="7" creationId="{C8FD79AB-6DF3-804D-3E1D-BEA790AC160C}"/>
          </ac:graphicFrameMkLst>
        </pc:graphicFrameChg>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pChg chg="mod">
          <ac:chgData name="桐山 隆" userId="da3612ff-52da-4b11-b7b0-175c66f446ec" providerId="ADAL" clId="{D2FA51C0-F1C3-462E-8962-EE1A728CD707}" dt="2022-03-25T01:27:44.381" v="10"/>
          <ac:spMkLst>
            <pc:docMk/>
            <pc:sldMk cId="2251576925" sldId="748"/>
            <ac:spMk id="5" creationId="{9EB09CFF-E857-45EF-93FD-689F85E55368}"/>
          </ac:spMkLst>
        </pc:spChg>
      </pc:sldChg>
      <pc:sldChg chg="modSp mod">
        <pc:chgData name="桐山 隆" userId="da3612ff-52da-4b11-b7b0-175c66f446ec" providerId="ADAL" clId="{D2FA51C0-F1C3-462E-8962-EE1A728CD707}" dt="2022-03-25T01:29:56.797" v="55"/>
        <pc:sldMkLst>
          <pc:docMk/>
          <pc:sldMk cId="160659096" sldId="761"/>
        </pc:sldMkLst>
        <pc:spChg chg="mod">
          <ac:chgData name="桐山 隆" userId="da3612ff-52da-4b11-b7b0-175c66f446ec" providerId="ADAL" clId="{D2FA51C0-F1C3-462E-8962-EE1A728CD707}" dt="2022-03-25T01:29:56.797" v="55"/>
          <ac:spMkLst>
            <pc:docMk/>
            <pc:sldMk cId="160659096" sldId="761"/>
            <ac:spMk id="5" creationId="{3A8A4192-22B3-49BE-9539-A236EDC7797E}"/>
          </ac:spMkLst>
        </pc:spChg>
      </pc:sldChg>
    </pc:docChg>
  </pc:docChgLst>
  <pc:docChgLst>
    <pc:chgData name="福田一希" userId="S::kazuki.fukuda@system-exe.jp::fdfbe5ba-eec8-4756-aa2a-cf5b9de944cd" providerId="AD" clId="Web-{0D2CA311-BE67-4EA9-8880-56576FF7B60C}"/>
    <pc:docChg chg="modSld">
      <pc:chgData name="福田一希" userId="S::kazuki.fukuda@system-exe.jp::fdfbe5ba-eec8-4756-aa2a-cf5b9de944cd" providerId="AD" clId="Web-{0D2CA311-BE67-4EA9-8880-56576FF7B60C}" dt="2024-06-07T04:20:05.708" v="25" actId="20577"/>
      <pc:docMkLst>
        <pc:docMk/>
      </pc:docMkLst>
      <pc:sldChg chg="modSp">
        <pc:chgData name="福田一希" userId="S::kazuki.fukuda@system-exe.jp::fdfbe5ba-eec8-4756-aa2a-cf5b9de944cd" providerId="AD" clId="Web-{0D2CA311-BE67-4EA9-8880-56576FF7B60C}" dt="2024-06-07T04:20:05.708" v="25" actId="20577"/>
        <pc:sldMkLst>
          <pc:docMk/>
          <pc:sldMk cId="729124589" sldId="768"/>
        </pc:sldMkLst>
        <pc:spChg chg="mod">
          <ac:chgData name="福田一希" userId="S::kazuki.fukuda@system-exe.jp::fdfbe5ba-eec8-4756-aa2a-cf5b9de944cd" providerId="AD" clId="Web-{0D2CA311-BE67-4EA9-8880-56576FF7B60C}" dt="2024-06-07T04:20:05.708" v="25" actId="20577"/>
          <ac:spMkLst>
            <pc:docMk/>
            <pc:sldMk cId="729124589" sldId="768"/>
            <ac:spMk id="5" creationId="{75D94D8C-59D4-540B-6AEE-871AEC854D26}"/>
          </ac:spMkLst>
        </pc:spChg>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pChg chg="mod">
          <ac:chgData name="吉田諒" userId="S::ryou.yoshida@system-exe.jp::48113613-5467-405d-9628-39cdc2d8c52c" providerId="AD" clId="Web-{DEF8B04F-EFBD-444C-BCBE-97932935A60D}" dt="2024-01-29T10:59:18.826" v="36" actId="20577"/>
          <ac:spMkLst>
            <pc:docMk/>
            <pc:sldMk cId="3773316736" sldId="756"/>
            <ac:spMk id="5" creationId="{89FDA2E0-4F9B-4F81-A5EF-A9BF68BEF13F}"/>
          </ac:spMkLst>
        </pc:spChg>
        <pc:spChg chg="mod">
          <ac:chgData name="吉田諒" userId="S::ryou.yoshida@system-exe.jp::48113613-5467-405d-9628-39cdc2d8c52c" providerId="AD" clId="Web-{DEF8B04F-EFBD-444C-BCBE-97932935A60D}" dt="2024-01-29T11:03:44.098" v="37" actId="20577"/>
          <ac:spMkLst>
            <pc:docMk/>
            <pc:sldMk cId="3773316736" sldId="756"/>
            <ac:spMk id="6" creationId="{43841434-D3B2-4159-A815-B18F225CD6CC}"/>
          </ac:spMkLst>
        </pc:spChg>
        <pc:spChg chg="mod">
          <ac:chgData name="吉田諒" userId="S::ryou.yoshida@system-exe.jp::48113613-5467-405d-9628-39cdc2d8c52c" providerId="AD" clId="Web-{DEF8B04F-EFBD-444C-BCBE-97932935A60D}" dt="2024-01-29T10:58:40.950" v="17" actId="20577"/>
          <ac:spMkLst>
            <pc:docMk/>
            <pc:sldMk cId="3773316736" sldId="756"/>
            <ac:spMk id="7" creationId="{2AE32BD5-56D6-4413-93DD-7616102C277D}"/>
          </ac:spMkLst>
        </pc:spChg>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pChg chg="mod">
          <ac:chgData name="本吉史明" userId="0172166b-71c8-4fba-9a75-a345433b7af6" providerId="ADAL" clId="{CCC4954D-894C-42DD-8E58-25EE4D4C96D4}" dt="2022-03-24T10:44:02.101" v="2457" actId="20577"/>
          <ac:spMkLst>
            <pc:docMk/>
            <pc:sldMk cId="2886688645" sldId="739"/>
            <ac:spMk id="5" creationId="{B3A9F616-8566-4DC9-8BE3-80C6A5CD27DA}"/>
          </ac:spMkLst>
        </pc:spChg>
      </pc:sldChg>
      <pc:sldChg chg="modSp mod">
        <pc:chgData name="本吉史明" userId="0172166b-71c8-4fba-9a75-a345433b7af6" providerId="ADAL" clId="{CCC4954D-894C-42DD-8E58-25EE4D4C96D4}" dt="2022-03-25T09:31:30.194" v="3006"/>
        <pc:sldMkLst>
          <pc:docMk/>
          <pc:sldMk cId="2251576925" sldId="748"/>
        </pc:sldMkLst>
        <pc:spChg chg="mod">
          <ac:chgData name="本吉史明" userId="0172166b-71c8-4fba-9a75-a345433b7af6" providerId="ADAL" clId="{CCC4954D-894C-42DD-8E58-25EE4D4C96D4}" dt="2022-03-25T09:31:30.194" v="3006"/>
          <ac:spMkLst>
            <pc:docMk/>
            <pc:sldMk cId="2251576925" sldId="748"/>
            <ac:spMk id="5" creationId="{9EB09CFF-E857-45EF-93FD-689F85E55368}"/>
          </ac:spMkLst>
        </pc:spChg>
      </pc:sldChg>
      <pc:sldChg chg="modSp mod">
        <pc:chgData name="本吉史明" userId="0172166b-71c8-4fba-9a75-a345433b7af6" providerId="ADAL" clId="{CCC4954D-894C-42DD-8E58-25EE4D4C96D4}" dt="2022-03-24T07:16:05.489" v="1716" actId="20577"/>
        <pc:sldMkLst>
          <pc:docMk/>
          <pc:sldMk cId="3325638293" sldId="749"/>
        </pc:sldMkLst>
        <pc:spChg chg="mod">
          <ac:chgData name="本吉史明" userId="0172166b-71c8-4fba-9a75-a345433b7af6" providerId="ADAL" clId="{CCC4954D-894C-42DD-8E58-25EE4D4C96D4}" dt="2022-03-24T07:16:05.489" v="1716" actId="20577"/>
          <ac:spMkLst>
            <pc:docMk/>
            <pc:sldMk cId="3325638293" sldId="749"/>
            <ac:spMk id="9" creationId="{1A1339C8-3BE8-4E1B-83AE-6CA3E2BCCEB3}"/>
          </ac:spMkLst>
        </pc:spChg>
      </pc:sldChg>
      <pc:sldChg chg="modSp mod">
        <pc:chgData name="本吉史明" userId="0172166b-71c8-4fba-9a75-a345433b7af6" providerId="ADAL" clId="{CCC4954D-894C-42DD-8E58-25EE4D4C96D4}" dt="2022-03-24T10:43:42.269" v="2430" actId="20577"/>
        <pc:sldMkLst>
          <pc:docMk/>
          <pc:sldMk cId="5311539" sldId="752"/>
        </pc:sldMkLst>
        <pc:spChg chg="mod">
          <ac:chgData name="本吉史明" userId="0172166b-71c8-4fba-9a75-a345433b7af6" providerId="ADAL" clId="{CCC4954D-894C-42DD-8E58-25EE4D4C96D4}" dt="2022-03-24T10:43:42.269" v="2430" actId="20577"/>
          <ac:spMkLst>
            <pc:docMk/>
            <pc:sldMk cId="5311539" sldId="752"/>
            <ac:spMk id="2" creationId="{B5CF4E27-01D0-4155-A943-281726BD16F0}"/>
          </ac:spMkLst>
        </pc:spChg>
        <pc:graphicFrameChg chg="mod modGraphic">
          <ac:chgData name="本吉史明" userId="0172166b-71c8-4fba-9a75-a345433b7af6" providerId="ADAL" clId="{CCC4954D-894C-42DD-8E58-25EE4D4C96D4}" dt="2022-03-24T07:28:32.066" v="2021"/>
          <ac:graphicFrameMkLst>
            <pc:docMk/>
            <pc:sldMk cId="5311539" sldId="752"/>
            <ac:graphicFrameMk id="7" creationId="{FC32E459-CF7C-43EB-8132-E73BEF002064}"/>
          </ac:graphicFrameMkLst>
        </pc:graphicFrameChg>
      </pc:sldChg>
      <pc:sldChg chg="modSp mod">
        <pc:chgData name="本吉史明" userId="0172166b-71c8-4fba-9a75-a345433b7af6" providerId="ADAL" clId="{CCC4954D-894C-42DD-8E58-25EE4D4C96D4}" dt="2022-03-24T10:47:05.012" v="2634" actId="14734"/>
        <pc:sldMkLst>
          <pc:docMk/>
          <pc:sldMk cId="1072167564" sldId="754"/>
        </pc:sldMkLst>
        <pc:spChg chg="mod">
          <ac:chgData name="本吉史明" userId="0172166b-71c8-4fba-9a75-a345433b7af6" providerId="ADAL" clId="{CCC4954D-894C-42DD-8E58-25EE4D4C96D4}" dt="2022-03-24T10:45:04.319" v="2549" actId="20577"/>
          <ac:spMkLst>
            <pc:docMk/>
            <pc:sldMk cId="1072167564" sldId="754"/>
            <ac:spMk id="2" creationId="{5C72AB75-BA7B-416C-A2A9-79336E6D0000}"/>
          </ac:spMkLst>
        </pc:spChg>
        <pc:graphicFrameChg chg="mod modGraphic">
          <ac:chgData name="本吉史明" userId="0172166b-71c8-4fba-9a75-a345433b7af6" providerId="ADAL" clId="{CCC4954D-894C-42DD-8E58-25EE4D4C96D4}" dt="2022-03-24T10:47:05.012" v="2634" actId="14734"/>
          <ac:graphicFrameMkLst>
            <pc:docMk/>
            <pc:sldMk cId="1072167564" sldId="754"/>
            <ac:graphicFrameMk id="8" creationId="{E96A0963-9D9C-4DE2-8A40-25DD6B7F5580}"/>
          </ac:graphicFrameMkLst>
        </pc:graphicFrameChg>
      </pc:sldChg>
      <pc:sldChg chg="addSp modSp mod">
        <pc:chgData name="本吉史明" userId="0172166b-71c8-4fba-9a75-a345433b7af6" providerId="ADAL" clId="{CCC4954D-894C-42DD-8E58-25EE4D4C96D4}" dt="2022-03-24T10:38:05.116" v="2389" actId="14100"/>
        <pc:sldMkLst>
          <pc:docMk/>
          <pc:sldMk cId="3830098465" sldId="758"/>
        </pc:sldMkLst>
        <pc:spChg chg="mod">
          <ac:chgData name="本吉史明" userId="0172166b-71c8-4fba-9a75-a345433b7af6" providerId="ADAL" clId="{CCC4954D-894C-42DD-8E58-25EE4D4C96D4}" dt="2022-03-24T10:31:19.599" v="2062"/>
          <ac:spMkLst>
            <pc:docMk/>
            <pc:sldMk cId="3830098465" sldId="758"/>
            <ac:spMk id="30" creationId="{030E2380-7FED-49EC-9A15-52469734A34E}"/>
          </ac:spMkLst>
        </pc:spChg>
        <pc:spChg chg="add mod">
          <ac:chgData name="本吉史明" userId="0172166b-71c8-4fba-9a75-a345433b7af6" providerId="ADAL" clId="{CCC4954D-894C-42DD-8E58-25EE4D4C96D4}" dt="2022-03-24T10:38:05.116" v="2389" actId="14100"/>
          <ac:spMkLst>
            <pc:docMk/>
            <pc:sldMk cId="3830098465" sldId="758"/>
            <ac:spMk id="33" creationId="{85D078EE-CEA9-4D8B-8FC7-CC0E838F09CF}"/>
          </ac:spMkLst>
        </pc:spChg>
      </pc:sldChg>
      <pc:sldChg chg="modSp mod">
        <pc:chgData name="本吉史明" userId="0172166b-71c8-4fba-9a75-a345433b7af6" providerId="ADAL" clId="{CCC4954D-894C-42DD-8E58-25EE4D4C96D4}" dt="2022-03-24T10:44:09.846" v="2458" actId="6549"/>
        <pc:sldMkLst>
          <pc:docMk/>
          <pc:sldMk cId="4225344044" sldId="762"/>
        </pc:sldMkLst>
        <pc:spChg chg="mod">
          <ac:chgData name="本吉史明" userId="0172166b-71c8-4fba-9a75-a345433b7af6" providerId="ADAL" clId="{CCC4954D-894C-42DD-8E58-25EE4D4C96D4}" dt="2022-03-24T10:44:09.846" v="2458" actId="6549"/>
          <ac:spMkLst>
            <pc:docMk/>
            <pc:sldMk cId="4225344044" sldId="762"/>
            <ac:spMk id="2" creationId="{9361CC14-4C9C-442D-9221-913B3ACF3460}"/>
          </ac:spMkLst>
        </pc:spChg>
        <pc:graphicFrameChg chg="modGraphic">
          <ac:chgData name="本吉史明" userId="0172166b-71c8-4fba-9a75-a345433b7af6" providerId="ADAL" clId="{CCC4954D-894C-42DD-8E58-25EE4D4C96D4}" dt="2022-03-24T07:19:54.255" v="1729" actId="2711"/>
          <ac:graphicFrameMkLst>
            <pc:docMk/>
            <pc:sldMk cId="4225344044" sldId="762"/>
            <ac:graphicFrameMk id="7" creationId="{2864E947-18B0-4839-AED3-D416F628DDF0}"/>
          </ac:graphicFrameMkLst>
        </pc:graphicFrameChg>
      </pc:sldChg>
      <pc:sldChg chg="modSp mod">
        <pc:chgData name="本吉史明" userId="0172166b-71c8-4fba-9a75-a345433b7af6" providerId="ADAL" clId="{CCC4954D-894C-42DD-8E58-25EE4D4C96D4}" dt="2022-03-24T10:44:12.117" v="2459" actId="6549"/>
        <pc:sldMkLst>
          <pc:docMk/>
          <pc:sldMk cId="3581102778" sldId="763"/>
        </pc:sldMkLst>
        <pc:spChg chg="mod">
          <ac:chgData name="本吉史明" userId="0172166b-71c8-4fba-9a75-a345433b7af6" providerId="ADAL" clId="{CCC4954D-894C-42DD-8E58-25EE4D4C96D4}" dt="2022-03-24T10:44:12.117" v="2459" actId="6549"/>
          <ac:spMkLst>
            <pc:docMk/>
            <pc:sldMk cId="3581102778" sldId="763"/>
            <ac:spMk id="2" creationId="{9361CC14-4C9C-442D-9221-913B3ACF3460}"/>
          </ac:spMkLst>
        </pc:spChg>
        <pc:graphicFrameChg chg="modGraphic">
          <ac:chgData name="本吉史明" userId="0172166b-71c8-4fba-9a75-a345433b7af6" providerId="ADAL" clId="{CCC4954D-894C-42DD-8E58-25EE4D4C96D4}" dt="2022-03-24T07:19:48.178" v="1728" actId="2711"/>
          <ac:graphicFrameMkLst>
            <pc:docMk/>
            <pc:sldMk cId="3581102778" sldId="763"/>
            <ac:graphicFrameMk id="7" creationId="{2864E947-18B0-4839-AED3-D416F628DDF0}"/>
          </ac:graphicFrameMkLst>
        </pc:graphicFrameChg>
      </pc:sldChg>
      <pc:sldChg chg="modSp mod">
        <pc:chgData name="本吉史明" userId="0172166b-71c8-4fba-9a75-a345433b7af6" providerId="ADAL" clId="{CCC4954D-894C-42DD-8E58-25EE4D4C96D4}" dt="2022-03-24T10:44:15.210" v="2460" actId="6549"/>
        <pc:sldMkLst>
          <pc:docMk/>
          <pc:sldMk cId="23999133" sldId="764"/>
        </pc:sldMkLst>
        <pc:spChg chg="mod">
          <ac:chgData name="本吉史明" userId="0172166b-71c8-4fba-9a75-a345433b7af6" providerId="ADAL" clId="{CCC4954D-894C-42DD-8E58-25EE4D4C96D4}" dt="2022-03-24T10:44:15.210" v="2460" actId="6549"/>
          <ac:spMkLst>
            <pc:docMk/>
            <pc:sldMk cId="23999133" sldId="764"/>
            <ac:spMk id="2" creationId="{9361CC14-4C9C-442D-9221-913B3ACF3460}"/>
          </ac:spMkLst>
        </pc:spChg>
        <pc:graphicFrameChg chg="mod modGraphic">
          <ac:chgData name="本吉史明" userId="0172166b-71c8-4fba-9a75-a345433b7af6" providerId="ADAL" clId="{CCC4954D-894C-42DD-8E58-25EE4D4C96D4}" dt="2022-03-24T07:28:37.041" v="2023"/>
          <ac:graphicFrameMkLst>
            <pc:docMk/>
            <pc:sldMk cId="23999133" sldId="764"/>
            <ac:graphicFrameMk id="7" creationId="{2864E947-18B0-4839-AED3-D416F628DDF0}"/>
          </ac:graphicFrameMkLst>
        </pc:graphicFrameChg>
      </pc:sldChg>
      <pc:sldChg chg="modSp mod">
        <pc:chgData name="本吉史明" userId="0172166b-71c8-4fba-9a75-a345433b7af6" providerId="ADAL" clId="{CCC4954D-894C-42DD-8E58-25EE4D4C96D4}" dt="2022-03-24T10:44:17.568" v="2461" actId="6549"/>
        <pc:sldMkLst>
          <pc:docMk/>
          <pc:sldMk cId="1395438993" sldId="765"/>
        </pc:sldMkLst>
        <pc:spChg chg="mod">
          <ac:chgData name="本吉史明" userId="0172166b-71c8-4fba-9a75-a345433b7af6" providerId="ADAL" clId="{CCC4954D-894C-42DD-8E58-25EE4D4C96D4}" dt="2022-03-24T10:44:17.568" v="2461" actId="6549"/>
          <ac:spMkLst>
            <pc:docMk/>
            <pc:sldMk cId="1395438993" sldId="765"/>
            <ac:spMk id="2" creationId="{9361CC14-4C9C-442D-9221-913B3ACF3460}"/>
          </ac:spMkLst>
        </pc:spChg>
        <pc:graphicFrameChg chg="mod modGraphic">
          <ac:chgData name="本吉史明" userId="0172166b-71c8-4fba-9a75-a345433b7af6" providerId="ADAL" clId="{CCC4954D-894C-42DD-8E58-25EE4D4C96D4}" dt="2022-03-24T07:28:34.719" v="2022"/>
          <ac:graphicFrameMkLst>
            <pc:docMk/>
            <pc:sldMk cId="1395438993" sldId="765"/>
            <ac:graphicFrameMk id="7" creationId="{2864E947-18B0-4839-AED3-D416F628DDF0}"/>
          </ac:graphicFrameMkLst>
        </pc:graphicFrameChg>
      </pc:sldChg>
      <pc:sldChg chg="modSp mod">
        <pc:chgData name="本吉史明" userId="0172166b-71c8-4fba-9a75-a345433b7af6" providerId="ADAL" clId="{CCC4954D-894C-42DD-8E58-25EE4D4C96D4}" dt="2022-03-25T07:00:17.285" v="2955" actId="14100"/>
        <pc:sldMkLst>
          <pc:docMk/>
          <pc:sldMk cId="3560606343" sldId="766"/>
        </pc:sldMkLst>
        <pc:spChg chg="mod">
          <ac:chgData name="本吉史明" userId="0172166b-71c8-4fba-9a75-a345433b7af6" providerId="ADAL" clId="{CCC4954D-894C-42DD-8E58-25EE4D4C96D4}" dt="2022-03-24T10:43:48.240" v="2449"/>
          <ac:spMkLst>
            <pc:docMk/>
            <pc:sldMk cId="3560606343" sldId="766"/>
            <ac:spMk id="2" creationId="{E83321EC-2147-45BB-B770-D5BC2C3DDA15}"/>
          </ac:spMkLst>
        </pc:spChg>
        <pc:spChg chg="mod">
          <ac:chgData name="本吉史明" userId="0172166b-71c8-4fba-9a75-a345433b7af6" providerId="ADAL" clId="{CCC4954D-894C-42DD-8E58-25EE4D4C96D4}" dt="2022-03-24T10:47:41.328" v="2659" actId="1035"/>
          <ac:spMkLst>
            <pc:docMk/>
            <pc:sldMk cId="3560606343" sldId="766"/>
            <ac:spMk id="33" creationId="{3B57EEC6-A848-4914-BC9B-95C84C7B6637}"/>
          </ac:spMkLst>
        </pc:spChg>
        <pc:spChg chg="mod">
          <ac:chgData name="本吉史明" userId="0172166b-71c8-4fba-9a75-a345433b7af6" providerId="ADAL" clId="{CCC4954D-894C-42DD-8E58-25EE4D4C96D4}" dt="2022-03-24T10:47:41.328" v="2659" actId="1035"/>
          <ac:spMkLst>
            <pc:docMk/>
            <pc:sldMk cId="3560606343" sldId="766"/>
            <ac:spMk id="34" creationId="{2BED1E46-0D50-4D21-A77D-92FC258B00B7}"/>
          </ac:spMkLst>
        </pc:spChg>
        <pc:spChg chg="mod">
          <ac:chgData name="本吉史明" userId="0172166b-71c8-4fba-9a75-a345433b7af6" providerId="ADAL" clId="{CCC4954D-894C-42DD-8E58-25EE4D4C96D4}" dt="2022-03-24T10:47:41.328" v="2659" actId="1035"/>
          <ac:spMkLst>
            <pc:docMk/>
            <pc:sldMk cId="3560606343" sldId="766"/>
            <ac:spMk id="35" creationId="{C37584D3-7DC1-4AF5-821B-4EB0B466578A}"/>
          </ac:spMkLst>
        </pc:spChg>
        <pc:spChg chg="mod">
          <ac:chgData name="本吉史明" userId="0172166b-71c8-4fba-9a75-a345433b7af6" providerId="ADAL" clId="{CCC4954D-894C-42DD-8E58-25EE4D4C96D4}" dt="2022-03-24T10:47:41.328" v="2659" actId="1035"/>
          <ac:spMkLst>
            <pc:docMk/>
            <pc:sldMk cId="3560606343" sldId="766"/>
            <ac:spMk id="36" creationId="{5E7C7353-36D9-4E13-AE62-C6438FB175BA}"/>
          </ac:spMkLst>
        </pc:spChg>
        <pc:spChg chg="mod">
          <ac:chgData name="本吉史明" userId="0172166b-71c8-4fba-9a75-a345433b7af6" providerId="ADAL" clId="{CCC4954D-894C-42DD-8E58-25EE4D4C96D4}" dt="2022-03-25T06:58:31.651" v="2926" actId="1037"/>
          <ac:spMkLst>
            <pc:docMk/>
            <pc:sldMk cId="3560606343" sldId="766"/>
            <ac:spMk id="37" creationId="{9C526A88-681C-4A44-BFD9-AF76E9622DCF}"/>
          </ac:spMkLst>
        </pc:spChg>
        <pc:spChg chg="mod">
          <ac:chgData name="本吉史明" userId="0172166b-71c8-4fba-9a75-a345433b7af6" providerId="ADAL" clId="{CCC4954D-894C-42DD-8E58-25EE4D4C96D4}" dt="2022-03-25T06:59:52.800" v="2948" actId="14100"/>
          <ac:spMkLst>
            <pc:docMk/>
            <pc:sldMk cId="3560606343" sldId="766"/>
            <ac:spMk id="38" creationId="{52966910-B070-4DEE-BF16-CF9CFAD5A257}"/>
          </ac:spMkLst>
        </pc:spChg>
        <pc:spChg chg="mod">
          <ac:chgData name="本吉史明" userId="0172166b-71c8-4fba-9a75-a345433b7af6" providerId="ADAL" clId="{CCC4954D-894C-42DD-8E58-25EE4D4C96D4}" dt="2022-03-25T06:59:56.913" v="2949" actId="14100"/>
          <ac:spMkLst>
            <pc:docMk/>
            <pc:sldMk cId="3560606343" sldId="766"/>
            <ac:spMk id="39" creationId="{A1709EDB-463A-4C0C-970E-60C5F422FCA2}"/>
          </ac:spMkLst>
        </pc:spChg>
        <pc:spChg chg="mod">
          <ac:chgData name="本吉史明" userId="0172166b-71c8-4fba-9a75-a345433b7af6" providerId="ADAL" clId="{CCC4954D-894C-42DD-8E58-25EE4D4C96D4}" dt="2022-03-25T07:00:04.696" v="2951" actId="14100"/>
          <ac:spMkLst>
            <pc:docMk/>
            <pc:sldMk cId="3560606343" sldId="766"/>
            <ac:spMk id="41" creationId="{3DB6E5B5-DB44-426C-BD5D-3AFB7EE80EA5}"/>
          </ac:spMkLst>
        </pc:spChg>
        <pc:spChg chg="mod">
          <ac:chgData name="本吉史明" userId="0172166b-71c8-4fba-9a75-a345433b7af6" providerId="ADAL" clId="{CCC4954D-894C-42DD-8E58-25EE4D4C96D4}" dt="2022-03-25T07:00:17.285" v="2955" actId="14100"/>
          <ac:spMkLst>
            <pc:docMk/>
            <pc:sldMk cId="3560606343" sldId="766"/>
            <ac:spMk id="42" creationId="{45E8F807-1FBA-4D84-999D-F77A78B7AC5A}"/>
          </ac:spMkLst>
        </pc:spChg>
        <pc:spChg chg="mod">
          <ac:chgData name="本吉史明" userId="0172166b-71c8-4fba-9a75-a345433b7af6" providerId="ADAL" clId="{CCC4954D-894C-42DD-8E58-25EE4D4C96D4}" dt="2022-03-25T06:58:51.892" v="2930" actId="14100"/>
          <ac:spMkLst>
            <pc:docMk/>
            <pc:sldMk cId="3560606343" sldId="766"/>
            <ac:spMk id="44" creationId="{F552483D-B47E-4672-AAB8-B1378D36B674}"/>
          </ac:spMkLst>
        </pc:spChg>
        <pc:spChg chg="mod">
          <ac:chgData name="本吉史明" userId="0172166b-71c8-4fba-9a75-a345433b7af6" providerId="ADAL" clId="{CCC4954D-894C-42DD-8E58-25EE4D4C96D4}" dt="2022-03-25T06:59:14.328" v="2943" actId="14100"/>
          <ac:spMkLst>
            <pc:docMk/>
            <pc:sldMk cId="3560606343" sldId="766"/>
            <ac:spMk id="45" creationId="{D288673B-1B1E-4C6E-BA69-E5F1FEDB27ED}"/>
          </ac:spMkLst>
        </pc:spChg>
        <pc:spChg chg="mod">
          <ac:chgData name="本吉史明" userId="0172166b-71c8-4fba-9a75-a345433b7af6" providerId="ADAL" clId="{CCC4954D-894C-42DD-8E58-25EE4D4C96D4}" dt="2022-03-25T06:59:11.764" v="2942" actId="1038"/>
          <ac:spMkLst>
            <pc:docMk/>
            <pc:sldMk cId="3560606343" sldId="766"/>
            <ac:spMk id="46" creationId="{6A2A85F1-E879-4E95-8579-1D9736F23A12}"/>
          </ac:spMkLst>
        </pc:spChg>
        <pc:spChg chg="mod">
          <ac:chgData name="本吉史明" userId="0172166b-71c8-4fba-9a75-a345433b7af6" providerId="ADAL" clId="{CCC4954D-894C-42DD-8E58-25EE4D4C96D4}" dt="2022-03-25T06:59:21.168" v="2944" actId="1076"/>
          <ac:spMkLst>
            <pc:docMk/>
            <pc:sldMk cId="3560606343" sldId="766"/>
            <ac:spMk id="47" creationId="{D2FFFA7C-8485-4FB5-B3FC-30EC4188DB9D}"/>
          </ac:spMkLst>
        </pc:spChg>
        <pc:spChg chg="mod">
          <ac:chgData name="本吉史明" userId="0172166b-71c8-4fba-9a75-a345433b7af6" providerId="ADAL" clId="{CCC4954D-894C-42DD-8E58-25EE4D4C96D4}" dt="2022-03-25T06:58:45.827" v="2928" actId="14100"/>
          <ac:spMkLst>
            <pc:docMk/>
            <pc:sldMk cId="3560606343" sldId="766"/>
            <ac:spMk id="50" creationId="{BF31360D-FAB3-4C87-B7AB-B502DDFDA9EC}"/>
          </ac:spMkLst>
        </pc:spChg>
        <pc:spChg chg="mod">
          <ac:chgData name="本吉史明" userId="0172166b-71c8-4fba-9a75-a345433b7af6" providerId="ADAL" clId="{CCC4954D-894C-42DD-8E58-25EE4D4C96D4}" dt="2022-03-25T06:59:47.754" v="2947" actId="207"/>
          <ac:spMkLst>
            <pc:docMk/>
            <pc:sldMk cId="3560606343" sldId="766"/>
            <ac:spMk id="52" creationId="{9CCA3362-09DA-4E1E-9F00-73643AA8BC5E}"/>
          </ac:spMkLst>
        </pc:spChg>
        <pc:spChg chg="mod">
          <ac:chgData name="本吉史明" userId="0172166b-71c8-4fba-9a75-a345433b7af6" providerId="ADAL" clId="{CCC4954D-894C-42DD-8E58-25EE4D4C96D4}" dt="2022-03-25T06:59:03.236" v="2935" actId="14100"/>
          <ac:spMkLst>
            <pc:docMk/>
            <pc:sldMk cId="3560606343" sldId="766"/>
            <ac:spMk id="53" creationId="{60BE86B4-B849-422B-8758-4720CC34871C}"/>
          </ac:spMkLst>
        </pc:spChg>
        <pc:spChg chg="mod">
          <ac:chgData name="本吉史明" userId="0172166b-71c8-4fba-9a75-a345433b7af6" providerId="ADAL" clId="{CCC4954D-894C-42DD-8E58-25EE4D4C96D4}" dt="2022-03-25T06:59:28.700" v="2946" actId="14100"/>
          <ac:spMkLst>
            <pc:docMk/>
            <pc:sldMk cId="3560606343" sldId="766"/>
            <ac:spMk id="56" creationId="{80A4DC57-9E91-4EB4-9B5B-3373EE76CDC6}"/>
          </ac:spMkLst>
        </pc:spChg>
        <pc:spChg chg="mod">
          <ac:chgData name="本吉史明" userId="0172166b-71c8-4fba-9a75-a345433b7af6" providerId="ADAL" clId="{CCC4954D-894C-42DD-8E58-25EE4D4C96D4}" dt="2022-03-25T06:58:31.651" v="2926" actId="1037"/>
          <ac:spMkLst>
            <pc:docMk/>
            <pc:sldMk cId="3560606343" sldId="766"/>
            <ac:spMk id="57" creationId="{605F2149-83FD-445B-A95B-5691FE704CDB}"/>
          </ac:spMkLst>
        </pc:spChg>
        <pc:spChg chg="mod">
          <ac:chgData name="本吉史明" userId="0172166b-71c8-4fba-9a75-a345433b7af6" providerId="ADAL" clId="{CCC4954D-894C-42DD-8E58-25EE4D4C96D4}" dt="2022-03-25T06:59:25.468" v="2945" actId="14100"/>
          <ac:spMkLst>
            <pc:docMk/>
            <pc:sldMk cId="3560606343" sldId="766"/>
            <ac:spMk id="58" creationId="{9544A931-1CC8-480D-9286-86B1845D5EA4}"/>
          </ac:spMkLst>
        </pc:spChg>
        <pc:spChg chg="mod">
          <ac:chgData name="本吉史明" userId="0172166b-71c8-4fba-9a75-a345433b7af6" providerId="ADAL" clId="{CCC4954D-894C-42DD-8E58-25EE4D4C96D4}" dt="2022-03-25T06:59:47.754" v="2947" actId="207"/>
          <ac:spMkLst>
            <pc:docMk/>
            <pc:sldMk cId="3560606343" sldId="766"/>
            <ac:spMk id="59" creationId="{8935833F-54FB-4CE3-8F79-521599D49C24}"/>
          </ac:spMkLst>
        </pc:spChg>
        <pc:spChg chg="mod">
          <ac:chgData name="本吉史明" userId="0172166b-71c8-4fba-9a75-a345433b7af6" providerId="ADAL" clId="{CCC4954D-894C-42DD-8E58-25EE4D4C96D4}" dt="2022-03-25T07:00:01.220" v="2950" actId="14100"/>
          <ac:spMkLst>
            <pc:docMk/>
            <pc:sldMk cId="3560606343" sldId="766"/>
            <ac:spMk id="60" creationId="{4563F6BB-2DB1-453E-BBED-638042B26188}"/>
          </ac:spMkLst>
        </pc:spChg>
        <pc:graphicFrameChg chg="mod modGraphic">
          <ac:chgData name="本吉史明" userId="0172166b-71c8-4fba-9a75-a345433b7af6" providerId="ADAL" clId="{CCC4954D-894C-42DD-8E58-25EE4D4C96D4}" dt="2022-03-24T10:47:42.644" v="2660" actId="14734"/>
          <ac:graphicFrameMkLst>
            <pc:docMk/>
            <pc:sldMk cId="3560606343" sldId="766"/>
            <ac:graphicFrameMk id="6" creationId="{1B9651D0-1C8B-452E-8B2F-91E497A82D84}"/>
          </ac:graphicFrameMkLst>
        </pc:graphicFrameChg>
      </pc:sldChg>
      <pc:sldChg chg="modSp new mod">
        <pc:chgData name="本吉史明" userId="0172166b-71c8-4fba-9a75-a345433b7af6" providerId="ADAL" clId="{CCC4954D-894C-42DD-8E58-25EE4D4C96D4}" dt="2022-03-25T07:01:34.210" v="2974" actId="14100"/>
        <pc:sldMkLst>
          <pc:docMk/>
          <pc:sldMk cId="2410374903" sldId="767"/>
        </pc:sldMkLst>
        <pc:spChg chg="mod">
          <ac:chgData name="本吉史明" userId="0172166b-71c8-4fba-9a75-a345433b7af6" providerId="ADAL" clId="{CCC4954D-894C-42DD-8E58-25EE4D4C96D4}" dt="2022-03-24T05:28:28.833" v="21"/>
          <ac:spMkLst>
            <pc:docMk/>
            <pc:sldMk cId="2410374903" sldId="767"/>
            <ac:spMk id="2" creationId="{BA7EAB47-04C7-45A7-AD57-B693B92CF23D}"/>
          </ac:spMkLst>
        </pc:spChg>
        <pc:spChg chg="mod">
          <ac:chgData name="本吉史明" userId="0172166b-71c8-4fba-9a75-a345433b7af6" providerId="ADAL" clId="{CCC4954D-894C-42DD-8E58-25EE4D4C96D4}" dt="2022-03-25T07:01:34.210" v="2974" actId="14100"/>
          <ac:spMkLst>
            <pc:docMk/>
            <pc:sldMk cId="2410374903" sldId="767"/>
            <ac:spMk id="5" creationId="{97E6FBE8-190C-40F0-AA01-14695A77D73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2025/11/27</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2025/11/27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2025/10/9</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2025/10/9</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5"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2025/10/9</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756" r:id="rId12"/>
    <p:sldLayoutId id="2147483806" r:id="rId13"/>
  </p:sldLayoutIdLst>
  <p:hf hdr="0" ft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a:xfrm>
            <a:off x="576000" y="180000"/>
            <a:ext cx="11041200" cy="504000"/>
          </a:xfrm>
        </p:spPr>
        <p:txBody>
          <a:bodyPr wrap="none" anchor="ctr">
            <a:normAutofit/>
          </a:bodyPr>
          <a:lstStyle/>
          <a:p>
            <a:r>
              <a:rPr lang="en-US" altLang="ja-JP" dirty="0"/>
              <a:t>MA-ADS</a:t>
            </a:r>
            <a:r>
              <a:rPr lang="ja-JP" altLang="en-US" dirty="0"/>
              <a:t>システム構成</a:t>
            </a:r>
            <a:endParaRPr kumimoji="1" lang="ja-JP" altLang="en-US" dirty="0"/>
          </a:p>
        </p:txBody>
      </p:sp>
      <p:sp>
        <p:nvSpPr>
          <p:cNvPr id="10" name="日付プレースホルダー 2">
            <a:extLst>
              <a:ext uri="{FF2B5EF4-FFF2-40B4-BE49-F238E27FC236}">
                <a16:creationId xmlns:a16="http://schemas.microsoft.com/office/drawing/2014/main" id="{7411392F-D704-CBD9-A93B-180F1ED98952}"/>
              </a:ext>
            </a:extLst>
          </p:cNvPr>
          <p:cNvSpPr>
            <a:spLocks noGrp="1"/>
          </p:cNvSpPr>
          <p:nvPr>
            <p:ph type="dt" sz="half" idx="10"/>
          </p:nvPr>
        </p:nvSpPr>
        <p:spPr>
          <a:xfrm>
            <a:off x="0" y="6552000"/>
            <a:ext cx="1440000" cy="216000"/>
          </a:xfrm>
        </p:spPr>
        <p:txBody>
          <a:bodyPr/>
          <a:lstStyle/>
          <a:p>
            <a:r>
              <a:rPr lang="en-US" altLang="ja-JP"/>
              <a:t>2025/10/9</a:t>
            </a:r>
            <a:endParaRPr lang="en-US" dirty="0"/>
          </a:p>
        </p:txBody>
      </p:sp>
      <p:sp>
        <p:nvSpPr>
          <p:cNvPr id="3" name="スライド番号プレースホルダー 2">
            <a:extLst>
              <a:ext uri="{FF2B5EF4-FFF2-40B4-BE49-F238E27FC236}">
                <a16:creationId xmlns:a16="http://schemas.microsoft.com/office/drawing/2014/main" id="{2932096F-AD04-CB76-E129-3FF37DF6F8F3}"/>
              </a:ext>
            </a:extLst>
          </p:cNvPr>
          <p:cNvSpPr>
            <a:spLocks noGrp="1"/>
          </p:cNvSpPr>
          <p:nvPr>
            <p:ph type="sldNum" sz="quarter" idx="12"/>
          </p:nvPr>
        </p:nvSpPr>
        <p:spPr/>
        <p:txBody>
          <a:bodyPr/>
          <a:lstStyle/>
          <a:p>
            <a:fld id="{26CA5134-5AAC-D342-B763-43605FECB385}" type="slidenum">
              <a:rPr kumimoji="1" lang="ja-JP" altLang="en-US" smtClean="0"/>
              <a:pPr/>
              <a:t>0</a:t>
            </a:fld>
            <a:endParaRPr kumimoji="1" lang="ja-JP" altLang="en-US" sz="700"/>
          </a:p>
        </p:txBody>
      </p:sp>
      <p:pic>
        <p:nvPicPr>
          <p:cNvPr id="5" name="図 4">
            <a:extLst>
              <a:ext uri="{FF2B5EF4-FFF2-40B4-BE49-F238E27FC236}">
                <a16:creationId xmlns:a16="http://schemas.microsoft.com/office/drawing/2014/main" id="{52988C2C-A6D9-6D13-3F9F-F09E2EEDBE34}"/>
              </a:ext>
            </a:extLst>
          </p:cNvPr>
          <p:cNvPicPr>
            <a:picLocks noChangeAspect="1"/>
          </p:cNvPicPr>
          <p:nvPr/>
        </p:nvPicPr>
        <p:blipFill>
          <a:blip r:embed="rId2"/>
          <a:stretch>
            <a:fillRect/>
          </a:stretch>
        </p:blipFill>
        <p:spPr>
          <a:xfrm>
            <a:off x="702400" y="831654"/>
            <a:ext cx="10536123" cy="5656379"/>
          </a:xfrm>
          <a:prstGeom prst="rect">
            <a:avLst/>
          </a:prstGeom>
        </p:spPr>
      </p:pic>
      <p:sp>
        <p:nvSpPr>
          <p:cNvPr id="4" name="吹き出し: 四角形 3">
            <a:extLst>
              <a:ext uri="{FF2B5EF4-FFF2-40B4-BE49-F238E27FC236}">
                <a16:creationId xmlns:a16="http://schemas.microsoft.com/office/drawing/2014/main" id="{EEE35BCA-B529-C370-B81D-86A8F9675328}"/>
              </a:ext>
            </a:extLst>
          </p:cNvPr>
          <p:cNvSpPr/>
          <p:nvPr/>
        </p:nvSpPr>
        <p:spPr>
          <a:xfrm>
            <a:off x="5533293" y="5725453"/>
            <a:ext cx="1328616" cy="472147"/>
          </a:xfrm>
          <a:prstGeom prst="wedgeRectCallout">
            <a:avLst>
              <a:gd name="adj1" fmla="val 44019"/>
              <a:gd name="adj2" fmla="val -1823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latin typeface="+mn-ea"/>
              </a:rPr>
              <a:t>.NET</a:t>
            </a:r>
            <a:r>
              <a:rPr kumimoji="1" lang="ja-JP" altLang="en-US" sz="1050" dirty="0">
                <a:latin typeface="+mn-ea"/>
              </a:rPr>
              <a:t>、</a:t>
            </a:r>
            <a:r>
              <a:rPr kumimoji="1" lang="en-US" altLang="ja-JP" sz="1050" dirty="0">
                <a:latin typeface="+mn-ea"/>
              </a:rPr>
              <a:t>VB</a:t>
            </a:r>
            <a:r>
              <a:rPr kumimoji="1" lang="ja-JP" altLang="en-US" sz="1050" dirty="0">
                <a:latin typeface="+mn-ea"/>
              </a:rPr>
              <a:t>アプリなど</a:t>
            </a:r>
            <a:endParaRPr kumimoji="1" lang="en-US" altLang="ja-JP" sz="1050" dirty="0">
              <a:latin typeface="+mn-ea"/>
            </a:endParaRPr>
          </a:p>
        </p:txBody>
      </p:sp>
      <p:sp>
        <p:nvSpPr>
          <p:cNvPr id="6" name="吹き出し: 四角形 5">
            <a:extLst>
              <a:ext uri="{FF2B5EF4-FFF2-40B4-BE49-F238E27FC236}">
                <a16:creationId xmlns:a16="http://schemas.microsoft.com/office/drawing/2014/main" id="{64D592EA-FB86-5E30-E0B3-F2A1EFE16B09}"/>
              </a:ext>
            </a:extLst>
          </p:cNvPr>
          <p:cNvSpPr/>
          <p:nvPr/>
        </p:nvSpPr>
        <p:spPr>
          <a:xfrm>
            <a:off x="5533293" y="5725453"/>
            <a:ext cx="1328616" cy="472147"/>
          </a:xfrm>
          <a:prstGeom prst="wedgeRectCallout">
            <a:avLst>
              <a:gd name="adj1" fmla="val -64216"/>
              <a:gd name="adj2" fmla="val -2188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latin typeface="+mn-ea"/>
              </a:rPr>
              <a:t>.NET</a:t>
            </a:r>
            <a:r>
              <a:rPr kumimoji="1" lang="ja-JP" altLang="en-US" sz="1050" dirty="0">
                <a:latin typeface="+mn-ea"/>
              </a:rPr>
              <a:t>、</a:t>
            </a:r>
            <a:r>
              <a:rPr kumimoji="1" lang="en-US" altLang="ja-JP" sz="1050" dirty="0">
                <a:latin typeface="+mn-ea"/>
              </a:rPr>
              <a:t>VB</a:t>
            </a:r>
            <a:r>
              <a:rPr kumimoji="1" lang="ja-JP" altLang="en-US" sz="1050" dirty="0">
                <a:latin typeface="+mn-ea"/>
              </a:rPr>
              <a:t>アプリなど</a:t>
            </a:r>
            <a:endParaRPr kumimoji="1" lang="en-US" altLang="ja-JP" sz="1050" dirty="0">
              <a:latin typeface="+mn-ea"/>
            </a:endParaRPr>
          </a:p>
        </p:txBody>
      </p:sp>
    </p:spTree>
    <p:extLst>
      <p:ext uri="{BB962C8B-B14F-4D97-AF65-F5344CB8AC3E}">
        <p14:creationId xmlns:p14="http://schemas.microsoft.com/office/powerpoint/2010/main" val="804980288"/>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BBB5080-942B-4765-B543-E9067A0D4B90}"/>
</file>

<file path=customXml/itemProps2.xml><?xml version="1.0" encoding="utf-8"?>
<ds:datastoreItem xmlns:ds="http://schemas.openxmlformats.org/officeDocument/2006/customXml" ds:itemID="{6638D83F-CD78-4535-AF80-C8A95860F67D}">
  <ds:schemaRefs>
    <ds:schemaRef ds:uri="http://schemas.microsoft.com/sharepoint/v3/contenttype/forms"/>
  </ds:schemaRefs>
</ds:datastoreItem>
</file>

<file path=customXml/itemProps3.xml><?xml version="1.0" encoding="utf-8"?>
<ds:datastoreItem xmlns:ds="http://schemas.openxmlformats.org/officeDocument/2006/customXml" ds:itemID="{FFB3FF57-E239-4E35-BE4D-313E6D5B3D27}"/>
</file>

<file path=docProps/app.xml><?xml version="1.0" encoding="utf-8"?>
<Properties xmlns="http://schemas.openxmlformats.org/officeDocument/2006/extended-properties" xmlns:vt="http://schemas.openxmlformats.org/officeDocument/2006/docPropsVTypes">
  <Template>Office Theme</Template>
  <TotalTime>779</TotalTime>
  <Words>17</Words>
  <Application>Microsoft Office PowerPoint</Application>
  <PresentationFormat>ワイド画面</PresentationFormat>
  <Paragraphs>5</Paragraphs>
  <Slides>1</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vt:i4>
      </vt:variant>
    </vt:vector>
  </HeadingPairs>
  <TitlesOfParts>
    <vt:vector size="8" baseType="lpstr">
      <vt:lpstr>Yu Gothic</vt:lpstr>
      <vt:lpstr>Yu Gothic</vt:lpstr>
      <vt:lpstr>Yu Gothic Medium</vt:lpstr>
      <vt:lpstr>Arial</vt:lpstr>
      <vt:lpstr>Calibri</vt:lpstr>
      <vt:lpstr>Wingdings</vt:lpstr>
      <vt:lpstr>Office テーマ</vt:lpstr>
      <vt:lpstr>MA-ADSシステム構成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遠矢成洋</cp:lastModifiedBy>
  <cp:revision>25</cp:revision>
  <dcterms:created xsi:type="dcterms:W3CDTF">2021-02-05T06:36:21Z</dcterms:created>
  <dcterms:modified xsi:type="dcterms:W3CDTF">2025-11-27T00:57:56Z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ies>
</file>