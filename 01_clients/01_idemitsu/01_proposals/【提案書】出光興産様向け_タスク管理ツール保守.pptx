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4"/>
  </p:sldMasterIdLst>
  <p:notesMasterIdLst>
    <p:notesMasterId r:id="rId12"/>
  </p:notesMasterIdLst>
  <p:handoutMasterIdLst>
    <p:handoutMasterId r:id="rId13"/>
  </p:handoutMasterIdLst>
  <p:sldIdLst>
    <p:sldId id="715" r:id="rId5"/>
    <p:sldId id="2147376035" r:id="rId6"/>
    <p:sldId id="2147376031" r:id="rId7"/>
    <p:sldId id="2147376036" r:id="rId8"/>
    <p:sldId id="2147376030" r:id="rId9"/>
    <p:sldId id="2147376024" r:id="rId10"/>
    <p:sldId id="209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7F7F7F"/>
    <a:srgbClr val="9A3B5D"/>
    <a:srgbClr val="595959"/>
    <a:srgbClr val="A01D45"/>
    <a:srgbClr val="EB8DAA"/>
    <a:srgbClr val="656565"/>
    <a:srgbClr val="F6E6EC"/>
    <a:srgbClr val="EDC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7098EC-EABB-4C06-BA81-5025BB6F0C9E}" v="101" dt="2025-03-25T11:42:32.734"/>
    <p1510:client id="{5E6E9AA1-B18B-490A-9DE5-BBF4300A3A85}" v="3724" dt="2025-03-24T11:42:36.625"/>
  </p1510:revLst>
</p1510:revInfo>
</file>

<file path=ppt/tableStyles.xml><?xml version="1.0" encoding="utf-8"?>
<a:tblStyleLst xmlns:a="http://schemas.openxmlformats.org/drawingml/2006/main" def="{5C22544A-7EE6-4342-B048-85BDC9FD1C3A}">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中薗文博" userId="483bb7ed-368a-4e5c-95d3-72647b7f8f8d" providerId="ADAL" clId="{EFF4080B-7253-40CA-8EA4-1ABB7714DC70}"/>
    <pc:docChg chg="undo redo custSel modSld sldOrd">
      <pc:chgData name="中薗文博" userId="483bb7ed-368a-4e5c-95d3-72647b7f8f8d" providerId="ADAL" clId="{EFF4080B-7253-40CA-8EA4-1ABB7714DC70}" dt="2025-03-24T10:27:06.887" v="2479" actId="20577"/>
      <pc:docMkLst>
        <pc:docMk/>
      </pc:docMkLst>
      <pc:sldChg chg="modSp mod">
        <pc:chgData name="中薗文博" userId="483bb7ed-368a-4e5c-95d3-72647b7f8f8d" providerId="ADAL" clId="{EFF4080B-7253-40CA-8EA4-1ABB7714DC70}" dt="2025-03-24T09:47:35.710" v="319" actId="20577"/>
        <pc:sldMkLst>
          <pc:docMk/>
          <pc:sldMk cId="646190740" sldId="2147376014"/>
        </pc:sldMkLst>
        <pc:spChg chg="mod">
          <ac:chgData name="中薗文博" userId="483bb7ed-368a-4e5c-95d3-72647b7f8f8d" providerId="ADAL" clId="{EFF4080B-7253-40CA-8EA4-1ABB7714DC70}" dt="2025-03-24T09:40:20.979" v="139" actId="115"/>
          <ac:spMkLst>
            <pc:docMk/>
            <pc:sldMk cId="646190740" sldId="2147376014"/>
            <ac:spMk id="2" creationId="{6B658242-5041-9D8A-7FCF-E233E58794A7}"/>
          </ac:spMkLst>
        </pc:spChg>
        <pc:spChg chg="mod">
          <ac:chgData name="中薗文博" userId="483bb7ed-368a-4e5c-95d3-72647b7f8f8d" providerId="ADAL" clId="{EFF4080B-7253-40CA-8EA4-1ABB7714DC70}" dt="2025-03-24T09:47:35.710" v="319" actId="20577"/>
          <ac:spMkLst>
            <pc:docMk/>
            <pc:sldMk cId="646190740" sldId="2147376014"/>
            <ac:spMk id="4" creationId="{5FD8C5EE-9F99-59A1-61CD-B4A2CFCB4152}"/>
          </ac:spMkLst>
        </pc:spChg>
        <pc:spChg chg="mod">
          <ac:chgData name="中薗文博" userId="483bb7ed-368a-4e5c-95d3-72647b7f8f8d" providerId="ADAL" clId="{EFF4080B-7253-40CA-8EA4-1ABB7714DC70}" dt="2025-03-24T09:38:31.461" v="30" actId="20577"/>
          <ac:spMkLst>
            <pc:docMk/>
            <pc:sldMk cId="646190740" sldId="2147376014"/>
            <ac:spMk id="6" creationId="{9EDEB343-25F0-1EA1-97E8-1DFEE4133A85}"/>
          </ac:spMkLst>
        </pc:spChg>
        <pc:spChg chg="mod">
          <ac:chgData name="中薗文博" userId="483bb7ed-368a-4e5c-95d3-72647b7f8f8d" providerId="ADAL" clId="{EFF4080B-7253-40CA-8EA4-1ABB7714DC70}" dt="2025-03-24T09:40:15.737" v="138" actId="115"/>
          <ac:spMkLst>
            <pc:docMk/>
            <pc:sldMk cId="646190740" sldId="2147376014"/>
            <ac:spMk id="19" creationId="{1D4B3CD8-E82B-B6C8-E68D-1F4F573F2797}"/>
          </ac:spMkLst>
        </pc:spChg>
        <pc:spChg chg="mod">
          <ac:chgData name="中薗文博" userId="483bb7ed-368a-4e5c-95d3-72647b7f8f8d" providerId="ADAL" clId="{EFF4080B-7253-40CA-8EA4-1ABB7714DC70}" dt="2025-03-24T09:41:44.788" v="271" actId="6549"/>
          <ac:spMkLst>
            <pc:docMk/>
            <pc:sldMk cId="646190740" sldId="2147376014"/>
            <ac:spMk id="20" creationId="{E771AA77-EDBB-8638-51CB-C3D48D971421}"/>
          </ac:spMkLst>
        </pc:spChg>
      </pc:sldChg>
      <pc:sldChg chg="modSp mod ord">
        <pc:chgData name="中薗文博" userId="483bb7ed-368a-4e5c-95d3-72647b7f8f8d" providerId="ADAL" clId="{EFF4080B-7253-40CA-8EA4-1ABB7714DC70}" dt="2025-03-24T09:51:42.612" v="411"/>
        <pc:sldMkLst>
          <pc:docMk/>
          <pc:sldMk cId="3697445948" sldId="2147376029"/>
        </pc:sldMkLst>
        <pc:spChg chg="mod">
          <ac:chgData name="中薗文博" userId="483bb7ed-368a-4e5c-95d3-72647b7f8f8d" providerId="ADAL" clId="{EFF4080B-7253-40CA-8EA4-1ABB7714DC70}" dt="2025-03-24T09:50:39.262" v="409" actId="20577"/>
          <ac:spMkLst>
            <pc:docMk/>
            <pc:sldMk cId="3697445948" sldId="2147376029"/>
            <ac:spMk id="44" creationId="{E1C9D442-AE7B-BF78-9BA1-1B01A8392CCA}"/>
          </ac:spMkLst>
        </pc:spChg>
      </pc:sldChg>
      <pc:sldChg chg="modSp mod">
        <pc:chgData name="中薗文博" userId="483bb7ed-368a-4e5c-95d3-72647b7f8f8d" providerId="ADAL" clId="{EFF4080B-7253-40CA-8EA4-1ABB7714DC70}" dt="2025-03-24T09:59:45.917" v="1181" actId="20577"/>
        <pc:sldMkLst>
          <pc:docMk/>
          <pc:sldMk cId="945547376" sldId="2147376030"/>
        </pc:sldMkLst>
        <pc:spChg chg="mod">
          <ac:chgData name="中薗文博" userId="483bb7ed-368a-4e5c-95d3-72647b7f8f8d" providerId="ADAL" clId="{EFF4080B-7253-40CA-8EA4-1ABB7714DC70}" dt="2025-03-24T09:57:37.168" v="883" actId="20577"/>
          <ac:spMkLst>
            <pc:docMk/>
            <pc:sldMk cId="945547376" sldId="2147376030"/>
            <ac:spMk id="3" creationId="{0A2463D8-DDF0-3A26-3397-FCBBD10D941D}"/>
          </ac:spMkLst>
        </pc:spChg>
        <pc:spChg chg="mod">
          <ac:chgData name="中薗文博" userId="483bb7ed-368a-4e5c-95d3-72647b7f8f8d" providerId="ADAL" clId="{EFF4080B-7253-40CA-8EA4-1ABB7714DC70}" dt="2025-03-24T09:58:32.640" v="1070" actId="1035"/>
          <ac:spMkLst>
            <pc:docMk/>
            <pc:sldMk cId="945547376" sldId="2147376030"/>
            <ac:spMk id="4" creationId="{95216BF4-05AF-007D-ECED-0177AFF33B12}"/>
          </ac:spMkLst>
        </pc:spChg>
        <pc:spChg chg="mod">
          <ac:chgData name="中薗文博" userId="483bb7ed-368a-4e5c-95d3-72647b7f8f8d" providerId="ADAL" clId="{EFF4080B-7253-40CA-8EA4-1ABB7714DC70}" dt="2025-03-24T09:58:32.640" v="1070" actId="1035"/>
          <ac:spMkLst>
            <pc:docMk/>
            <pc:sldMk cId="945547376" sldId="2147376030"/>
            <ac:spMk id="5" creationId="{5C1A535A-0926-FFAD-137E-85500C367F02}"/>
          </ac:spMkLst>
        </pc:spChg>
        <pc:spChg chg="mod">
          <ac:chgData name="中薗文博" userId="483bb7ed-368a-4e5c-95d3-72647b7f8f8d" providerId="ADAL" clId="{EFF4080B-7253-40CA-8EA4-1ABB7714DC70}" dt="2025-03-24T09:58:32.640" v="1070" actId="1035"/>
          <ac:spMkLst>
            <pc:docMk/>
            <pc:sldMk cId="945547376" sldId="2147376030"/>
            <ac:spMk id="6" creationId="{F8B4D226-4D9C-FB5B-8C53-D8481442516D}"/>
          </ac:spMkLst>
        </pc:spChg>
        <pc:spChg chg="mod">
          <ac:chgData name="中薗文博" userId="483bb7ed-368a-4e5c-95d3-72647b7f8f8d" providerId="ADAL" clId="{EFF4080B-7253-40CA-8EA4-1ABB7714DC70}" dt="2025-03-24T09:59:45.917" v="1181" actId="20577"/>
          <ac:spMkLst>
            <pc:docMk/>
            <pc:sldMk cId="945547376" sldId="2147376030"/>
            <ac:spMk id="10" creationId="{AB13F937-48EC-258A-F3BE-5A6389EA9E6D}"/>
          </ac:spMkLst>
        </pc:spChg>
        <pc:spChg chg="mod">
          <ac:chgData name="中薗文博" userId="483bb7ed-368a-4e5c-95d3-72647b7f8f8d" providerId="ADAL" clId="{EFF4080B-7253-40CA-8EA4-1ABB7714DC70}" dt="2025-03-24T09:58:41.669" v="1071" actId="121"/>
          <ac:spMkLst>
            <pc:docMk/>
            <pc:sldMk cId="945547376" sldId="2147376030"/>
            <ac:spMk id="13" creationId="{77F369D4-8FF9-1605-647C-D3C4B5C6FB32}"/>
          </ac:spMkLst>
        </pc:spChg>
        <pc:spChg chg="mod">
          <ac:chgData name="中薗文博" userId="483bb7ed-368a-4e5c-95d3-72647b7f8f8d" providerId="ADAL" clId="{EFF4080B-7253-40CA-8EA4-1ABB7714DC70}" dt="2025-03-24T09:59:18.399" v="1147" actId="20577"/>
          <ac:spMkLst>
            <pc:docMk/>
            <pc:sldMk cId="945547376" sldId="2147376030"/>
            <ac:spMk id="16" creationId="{48CD1F25-E942-8091-CE4B-83D90341AB85}"/>
          </ac:spMkLst>
        </pc:spChg>
      </pc:sldChg>
      <pc:sldChg chg="modSp mod">
        <pc:chgData name="中薗文博" userId="483bb7ed-368a-4e5c-95d3-72647b7f8f8d" providerId="ADAL" clId="{EFF4080B-7253-40CA-8EA4-1ABB7714DC70}" dt="2025-03-24T09:55:57.445" v="805" actId="20577"/>
        <pc:sldMkLst>
          <pc:docMk/>
          <pc:sldMk cId="3821940618" sldId="2147376031"/>
        </pc:sldMkLst>
        <pc:spChg chg="mod">
          <ac:chgData name="中薗文博" userId="483bb7ed-368a-4e5c-95d3-72647b7f8f8d" providerId="ADAL" clId="{EFF4080B-7253-40CA-8EA4-1ABB7714DC70}" dt="2025-03-24T09:54:48.479" v="683" actId="207"/>
          <ac:spMkLst>
            <pc:docMk/>
            <pc:sldMk cId="3821940618" sldId="2147376031"/>
            <ac:spMk id="2" creationId="{786550E1-50F9-9258-9634-5962BBAA0322}"/>
          </ac:spMkLst>
        </pc:spChg>
        <pc:spChg chg="mod">
          <ac:chgData name="中薗文博" userId="483bb7ed-368a-4e5c-95d3-72647b7f8f8d" providerId="ADAL" clId="{EFF4080B-7253-40CA-8EA4-1ABB7714DC70}" dt="2025-03-24T09:52:03.028" v="421" actId="20577"/>
          <ac:spMkLst>
            <pc:docMk/>
            <pc:sldMk cId="3821940618" sldId="2147376031"/>
            <ac:spMk id="10" creationId="{7AC219E6-D225-DDB8-026A-5849BA6D2F47}"/>
          </ac:spMkLst>
        </pc:spChg>
        <pc:spChg chg="mod">
          <ac:chgData name="中薗文博" userId="483bb7ed-368a-4e5c-95d3-72647b7f8f8d" providerId="ADAL" clId="{EFF4080B-7253-40CA-8EA4-1ABB7714DC70}" dt="2025-03-24T09:55:57.445" v="805" actId="20577"/>
          <ac:spMkLst>
            <pc:docMk/>
            <pc:sldMk cId="3821940618" sldId="2147376031"/>
            <ac:spMk id="16" creationId="{7C6AFDB4-77A3-BF2A-C439-BA98D87FE3D7}"/>
          </ac:spMkLst>
        </pc:spChg>
        <pc:spChg chg="mod">
          <ac:chgData name="中薗文博" userId="483bb7ed-368a-4e5c-95d3-72647b7f8f8d" providerId="ADAL" clId="{EFF4080B-7253-40CA-8EA4-1ABB7714DC70}" dt="2025-03-24T09:55:16.559" v="740" actId="20577"/>
          <ac:spMkLst>
            <pc:docMk/>
            <pc:sldMk cId="3821940618" sldId="2147376031"/>
            <ac:spMk id="26" creationId="{A7E0508F-B97F-DDA4-E7B6-961EC8E24FD7}"/>
          </ac:spMkLst>
        </pc:spChg>
        <pc:spChg chg="mod">
          <ac:chgData name="中薗文博" userId="483bb7ed-368a-4e5c-95d3-72647b7f8f8d" providerId="ADAL" clId="{EFF4080B-7253-40CA-8EA4-1ABB7714DC70}" dt="2025-03-24T09:52:08.066" v="435" actId="20577"/>
          <ac:spMkLst>
            <pc:docMk/>
            <pc:sldMk cId="3821940618" sldId="2147376031"/>
            <ac:spMk id="28" creationId="{68FB5518-8D9D-1E0A-2387-1F54B3203A2D}"/>
          </ac:spMkLst>
        </pc:spChg>
        <pc:spChg chg="mod">
          <ac:chgData name="中薗文博" userId="483bb7ed-368a-4e5c-95d3-72647b7f8f8d" providerId="ADAL" clId="{EFF4080B-7253-40CA-8EA4-1ABB7714DC70}" dt="2025-03-24T09:53:17.941" v="443" actId="20577"/>
          <ac:spMkLst>
            <pc:docMk/>
            <pc:sldMk cId="3821940618" sldId="2147376031"/>
            <ac:spMk id="32" creationId="{C93DEA03-8655-86FE-811C-391DE21A911E}"/>
          </ac:spMkLst>
        </pc:spChg>
        <pc:spChg chg="mod">
          <ac:chgData name="中薗文博" userId="483bb7ed-368a-4e5c-95d3-72647b7f8f8d" providerId="ADAL" clId="{EFF4080B-7253-40CA-8EA4-1ABB7714DC70}" dt="2025-03-24T09:53:41.017" v="510" actId="20577"/>
          <ac:spMkLst>
            <pc:docMk/>
            <pc:sldMk cId="3821940618" sldId="2147376031"/>
            <ac:spMk id="33" creationId="{76C2CC72-CE2E-253D-4474-E98F4256550C}"/>
          </ac:spMkLst>
        </pc:spChg>
      </pc:sldChg>
      <pc:sldChg chg="modSp mod">
        <pc:chgData name="中薗文博" userId="483bb7ed-368a-4e5c-95d3-72647b7f8f8d" providerId="ADAL" clId="{EFF4080B-7253-40CA-8EA4-1ABB7714DC70}" dt="2025-03-24T10:09:41.760" v="1579" actId="20577"/>
        <pc:sldMkLst>
          <pc:docMk/>
          <pc:sldMk cId="3269860137" sldId="2147376032"/>
        </pc:sldMkLst>
        <pc:spChg chg="mod">
          <ac:chgData name="中薗文博" userId="483bb7ed-368a-4e5c-95d3-72647b7f8f8d" providerId="ADAL" clId="{EFF4080B-7253-40CA-8EA4-1ABB7714DC70}" dt="2025-03-24T10:09:41.760" v="1579" actId="20577"/>
          <ac:spMkLst>
            <pc:docMk/>
            <pc:sldMk cId="3269860137" sldId="2147376032"/>
            <ac:spMk id="10" creationId="{42AA775A-6579-5E0B-C066-CF8C40EBCFAB}"/>
          </ac:spMkLst>
        </pc:spChg>
      </pc:sldChg>
      <pc:sldChg chg="modSp mod">
        <pc:chgData name="中薗文博" userId="483bb7ed-368a-4e5c-95d3-72647b7f8f8d" providerId="ADAL" clId="{EFF4080B-7253-40CA-8EA4-1ABB7714DC70}" dt="2025-03-24T09:46:46.395" v="299" actId="113"/>
        <pc:sldMkLst>
          <pc:docMk/>
          <pc:sldMk cId="3462354509" sldId="2147376035"/>
        </pc:sldMkLst>
        <pc:graphicFrameChg chg="modGraphic">
          <ac:chgData name="中薗文博" userId="483bb7ed-368a-4e5c-95d3-72647b7f8f8d" providerId="ADAL" clId="{EFF4080B-7253-40CA-8EA4-1ABB7714DC70}" dt="2025-03-24T09:46:46.395" v="299" actId="113"/>
          <ac:graphicFrameMkLst>
            <pc:docMk/>
            <pc:sldMk cId="3462354509" sldId="2147376035"/>
            <ac:graphicFrameMk id="9" creationId="{5DEC382D-EC91-BD18-0C14-C08ED6B471D2}"/>
          </ac:graphicFrameMkLst>
        </pc:graphicFrameChg>
        <pc:graphicFrameChg chg="modGraphic">
          <ac:chgData name="中薗文博" userId="483bb7ed-368a-4e5c-95d3-72647b7f8f8d" providerId="ADAL" clId="{EFF4080B-7253-40CA-8EA4-1ABB7714DC70}" dt="2025-03-24T09:46:42.502" v="295" actId="113"/>
          <ac:graphicFrameMkLst>
            <pc:docMk/>
            <pc:sldMk cId="3462354509" sldId="2147376035"/>
            <ac:graphicFrameMk id="12" creationId="{74EC5CBF-8ED5-1B70-BC8B-36983AEC31FF}"/>
          </ac:graphicFrameMkLst>
        </pc:graphicFrameChg>
      </pc:sldChg>
      <pc:sldChg chg="modSp mod">
        <pc:chgData name="中薗文博" userId="483bb7ed-368a-4e5c-95d3-72647b7f8f8d" providerId="ADAL" clId="{EFF4080B-7253-40CA-8EA4-1ABB7714DC70}" dt="2025-03-24T10:11:21.179" v="1622" actId="20577"/>
        <pc:sldMkLst>
          <pc:docMk/>
          <pc:sldMk cId="1477420637" sldId="2147376036"/>
        </pc:sldMkLst>
        <pc:spChg chg="mod">
          <ac:chgData name="中薗文博" userId="483bb7ed-368a-4e5c-95d3-72647b7f8f8d" providerId="ADAL" clId="{EFF4080B-7253-40CA-8EA4-1ABB7714DC70}" dt="2025-03-24T10:00:41.350" v="1200" actId="20577"/>
          <ac:spMkLst>
            <pc:docMk/>
            <pc:sldMk cId="1477420637" sldId="2147376036"/>
            <ac:spMk id="10" creationId="{6E8ABAEB-AF10-AAA1-D26F-01E063D6D943}"/>
          </ac:spMkLst>
        </pc:spChg>
        <pc:spChg chg="mod">
          <ac:chgData name="中薗文博" userId="483bb7ed-368a-4e5c-95d3-72647b7f8f8d" providerId="ADAL" clId="{EFF4080B-7253-40CA-8EA4-1ABB7714DC70}" dt="2025-03-24T10:01:14.618" v="1271" actId="20577"/>
          <ac:spMkLst>
            <pc:docMk/>
            <pc:sldMk cId="1477420637" sldId="2147376036"/>
            <ac:spMk id="12" creationId="{DD9524DC-C915-6308-340D-998DBCD81812}"/>
          </ac:spMkLst>
        </pc:spChg>
        <pc:spChg chg="mod">
          <ac:chgData name="中薗文博" userId="483bb7ed-368a-4e5c-95d3-72647b7f8f8d" providerId="ADAL" clId="{EFF4080B-7253-40CA-8EA4-1ABB7714DC70}" dt="2025-03-24T10:09:11.404" v="1575" actId="121"/>
          <ac:spMkLst>
            <pc:docMk/>
            <pc:sldMk cId="1477420637" sldId="2147376036"/>
            <ac:spMk id="22" creationId="{682A403A-FF51-E587-568B-B948F896A020}"/>
          </ac:spMkLst>
        </pc:spChg>
        <pc:graphicFrameChg chg="mod modGraphic">
          <ac:chgData name="中薗文博" userId="483bb7ed-368a-4e5c-95d3-72647b7f8f8d" providerId="ADAL" clId="{EFF4080B-7253-40CA-8EA4-1ABB7714DC70}" dt="2025-03-24T10:11:21.179" v="1622" actId="20577"/>
          <ac:graphicFrameMkLst>
            <pc:docMk/>
            <pc:sldMk cId="1477420637" sldId="2147376036"/>
            <ac:graphicFrameMk id="18" creationId="{41D498BA-6F2F-496D-1AAD-4A99C111CCA1}"/>
          </ac:graphicFrameMkLst>
        </pc:graphicFrameChg>
      </pc:sldChg>
      <pc:sldChg chg="modSp mod">
        <pc:chgData name="中薗文博" userId="483bb7ed-368a-4e5c-95d3-72647b7f8f8d" providerId="ADAL" clId="{EFF4080B-7253-40CA-8EA4-1ABB7714DC70}" dt="2025-03-24T10:26:18.490" v="2477" actId="20577"/>
        <pc:sldMkLst>
          <pc:docMk/>
          <pc:sldMk cId="3299441452" sldId="2147376037"/>
        </pc:sldMkLst>
        <pc:spChg chg="mod">
          <ac:chgData name="中薗文博" userId="483bb7ed-368a-4e5c-95d3-72647b7f8f8d" providerId="ADAL" clId="{EFF4080B-7253-40CA-8EA4-1ABB7714DC70}" dt="2025-03-24T10:26:18.490" v="2477" actId="20577"/>
          <ac:spMkLst>
            <pc:docMk/>
            <pc:sldMk cId="3299441452" sldId="2147376037"/>
            <ac:spMk id="23" creationId="{6A08AC8D-BD85-9493-C3A3-5E8675F0F193}"/>
          </ac:spMkLst>
        </pc:spChg>
      </pc:sldChg>
      <pc:sldChg chg="modSp mod">
        <pc:chgData name="中薗文博" userId="483bb7ed-368a-4e5c-95d3-72647b7f8f8d" providerId="ADAL" clId="{EFF4080B-7253-40CA-8EA4-1ABB7714DC70}" dt="2025-03-24T10:24:25.960" v="2338" actId="20577"/>
        <pc:sldMkLst>
          <pc:docMk/>
          <pc:sldMk cId="100175662" sldId="2147376038"/>
        </pc:sldMkLst>
        <pc:spChg chg="mod">
          <ac:chgData name="中薗文博" userId="483bb7ed-368a-4e5c-95d3-72647b7f8f8d" providerId="ADAL" clId="{EFF4080B-7253-40CA-8EA4-1ABB7714DC70}" dt="2025-03-24T10:24:25.960" v="2338" actId="20577"/>
          <ac:spMkLst>
            <pc:docMk/>
            <pc:sldMk cId="100175662" sldId="2147376038"/>
            <ac:spMk id="12" creationId="{D2200210-7521-F107-D1E8-7A6D2B465CF4}"/>
          </ac:spMkLst>
        </pc:spChg>
        <pc:graphicFrameChg chg="mod">
          <ac:chgData name="中薗文博" userId="483bb7ed-368a-4e5c-95d3-72647b7f8f8d" providerId="ADAL" clId="{EFF4080B-7253-40CA-8EA4-1ABB7714DC70}" dt="2025-03-24T10:20:55.797" v="2048" actId="465"/>
          <ac:graphicFrameMkLst>
            <pc:docMk/>
            <pc:sldMk cId="100175662" sldId="2147376038"/>
            <ac:graphicFrameMk id="11" creationId="{17BBD8C2-CFF1-6B93-2CA2-6BA4818788B1}"/>
          </ac:graphicFrameMkLst>
        </pc:graphicFrameChg>
        <pc:graphicFrameChg chg="mod modGraphic">
          <ac:chgData name="中薗文博" userId="483bb7ed-368a-4e5c-95d3-72647b7f8f8d" providerId="ADAL" clId="{EFF4080B-7253-40CA-8EA4-1ABB7714DC70}" dt="2025-03-24T10:24:06.468" v="2324" actId="13926"/>
          <ac:graphicFrameMkLst>
            <pc:docMk/>
            <pc:sldMk cId="100175662" sldId="2147376038"/>
            <ac:graphicFrameMk id="13" creationId="{D6A00D97-235D-67E8-5E07-E9D264F8E5C9}"/>
          </ac:graphicFrameMkLst>
        </pc:graphicFrameChg>
      </pc:sldChg>
      <pc:sldChg chg="modSp mod">
        <pc:chgData name="中薗文博" userId="483bb7ed-368a-4e5c-95d3-72647b7f8f8d" providerId="ADAL" clId="{EFF4080B-7253-40CA-8EA4-1ABB7714DC70}" dt="2025-03-24T10:12:47.212" v="1705" actId="20577"/>
        <pc:sldMkLst>
          <pc:docMk/>
          <pc:sldMk cId="2670572969" sldId="2147376039"/>
        </pc:sldMkLst>
        <pc:spChg chg="mod">
          <ac:chgData name="中薗文博" userId="483bb7ed-368a-4e5c-95d3-72647b7f8f8d" providerId="ADAL" clId="{EFF4080B-7253-40CA-8EA4-1ABB7714DC70}" dt="2025-03-24T10:10:00.652" v="1581" actId="20577"/>
          <ac:spMkLst>
            <pc:docMk/>
            <pc:sldMk cId="2670572969" sldId="2147376039"/>
            <ac:spMk id="10" creationId="{57B10BB9-BEEB-A31F-A3E5-56CC00A03068}"/>
          </ac:spMkLst>
        </pc:spChg>
        <pc:graphicFrameChg chg="modGraphic">
          <ac:chgData name="中薗文博" userId="483bb7ed-368a-4e5c-95d3-72647b7f8f8d" providerId="ADAL" clId="{EFF4080B-7253-40CA-8EA4-1ABB7714DC70}" dt="2025-03-24T10:12:28.613" v="1696" actId="207"/>
          <ac:graphicFrameMkLst>
            <pc:docMk/>
            <pc:sldMk cId="2670572969" sldId="2147376039"/>
            <ac:graphicFrameMk id="3" creationId="{8C9C4B8C-D0B6-E2D5-9D4C-67231364F490}"/>
          </ac:graphicFrameMkLst>
        </pc:graphicFrameChg>
        <pc:graphicFrameChg chg="modGraphic">
          <ac:chgData name="中薗文博" userId="483bb7ed-368a-4e5c-95d3-72647b7f8f8d" providerId="ADAL" clId="{EFF4080B-7253-40CA-8EA4-1ABB7714DC70}" dt="2025-03-24T10:12:47.212" v="1705" actId="20577"/>
          <ac:graphicFrameMkLst>
            <pc:docMk/>
            <pc:sldMk cId="2670572969" sldId="2147376039"/>
            <ac:graphicFrameMk id="6" creationId="{19846AFF-9F35-51D1-98EF-FBBA60F0A47D}"/>
          </ac:graphicFrameMkLst>
        </pc:graphicFrameChg>
      </pc:sldChg>
      <pc:sldChg chg="modSp mod">
        <pc:chgData name="中薗文博" userId="483bb7ed-368a-4e5c-95d3-72647b7f8f8d" providerId="ADAL" clId="{EFF4080B-7253-40CA-8EA4-1ABB7714DC70}" dt="2025-03-24T10:15:05.602" v="1767" actId="20577"/>
        <pc:sldMkLst>
          <pc:docMk/>
          <pc:sldMk cId="8464958" sldId="2147376040"/>
        </pc:sldMkLst>
        <pc:spChg chg="mod">
          <ac:chgData name="中薗文博" userId="483bb7ed-368a-4e5c-95d3-72647b7f8f8d" providerId="ADAL" clId="{EFF4080B-7253-40CA-8EA4-1ABB7714DC70}" dt="2025-03-24T10:15:05.602" v="1767" actId="20577"/>
          <ac:spMkLst>
            <pc:docMk/>
            <pc:sldMk cId="8464958" sldId="2147376040"/>
            <ac:spMk id="10" creationId="{4E6B04E1-BFEB-4309-307B-5783A2CEFC2C}"/>
          </ac:spMkLst>
        </pc:spChg>
        <pc:graphicFrameChg chg="modGraphic">
          <ac:chgData name="中薗文博" userId="483bb7ed-368a-4e5c-95d3-72647b7f8f8d" providerId="ADAL" clId="{EFF4080B-7253-40CA-8EA4-1ABB7714DC70}" dt="2025-03-24T10:13:14.720" v="1707" actId="207"/>
          <ac:graphicFrameMkLst>
            <pc:docMk/>
            <pc:sldMk cId="8464958" sldId="2147376040"/>
            <ac:graphicFrameMk id="6" creationId="{6933A2D4-88BC-6E99-991B-33CCAA4C7785}"/>
          </ac:graphicFrameMkLst>
        </pc:graphicFrameChg>
        <pc:graphicFrameChg chg="mod modGraphic">
          <ac:chgData name="中薗文博" userId="483bb7ed-368a-4e5c-95d3-72647b7f8f8d" providerId="ADAL" clId="{EFF4080B-7253-40CA-8EA4-1ABB7714DC70}" dt="2025-03-24T10:14:40.192" v="1765" actId="20577"/>
          <ac:graphicFrameMkLst>
            <pc:docMk/>
            <pc:sldMk cId="8464958" sldId="2147376040"/>
            <ac:graphicFrameMk id="8" creationId="{07B3BB2F-CADF-8325-DCE7-00B2991E216C}"/>
          </ac:graphicFrameMkLst>
        </pc:graphicFrameChg>
      </pc:sldChg>
      <pc:sldChg chg="modSp mod">
        <pc:chgData name="中薗文博" userId="483bb7ed-368a-4e5c-95d3-72647b7f8f8d" providerId="ADAL" clId="{EFF4080B-7253-40CA-8EA4-1ABB7714DC70}" dt="2025-03-24T10:18:53.849" v="2044" actId="207"/>
        <pc:sldMkLst>
          <pc:docMk/>
          <pc:sldMk cId="790296773" sldId="2147376041"/>
        </pc:sldMkLst>
        <pc:spChg chg="mod">
          <ac:chgData name="中薗文博" userId="483bb7ed-368a-4e5c-95d3-72647b7f8f8d" providerId="ADAL" clId="{EFF4080B-7253-40CA-8EA4-1ABB7714DC70}" dt="2025-03-24T10:18:04.241" v="2023" actId="403"/>
          <ac:spMkLst>
            <pc:docMk/>
            <pc:sldMk cId="790296773" sldId="2147376041"/>
            <ac:spMk id="2" creationId="{4A989F9F-BF8D-4637-28E3-CCB64B2BB2FD}"/>
          </ac:spMkLst>
        </pc:spChg>
        <pc:spChg chg="mod">
          <ac:chgData name="中薗文博" userId="483bb7ed-368a-4e5c-95d3-72647b7f8f8d" providerId="ADAL" clId="{EFF4080B-7253-40CA-8EA4-1ABB7714DC70}" dt="2025-03-24T10:18:22.909" v="2042" actId="465"/>
          <ac:spMkLst>
            <pc:docMk/>
            <pc:sldMk cId="790296773" sldId="2147376041"/>
            <ac:spMk id="3" creationId="{E5677081-E08F-7890-5081-F87301827756}"/>
          </ac:spMkLst>
        </pc:spChg>
        <pc:spChg chg="mod">
          <ac:chgData name="中薗文博" userId="483bb7ed-368a-4e5c-95d3-72647b7f8f8d" providerId="ADAL" clId="{EFF4080B-7253-40CA-8EA4-1ABB7714DC70}" dt="2025-03-24T10:15:09.390" v="1769" actId="20577"/>
          <ac:spMkLst>
            <pc:docMk/>
            <pc:sldMk cId="790296773" sldId="2147376041"/>
            <ac:spMk id="10" creationId="{4CDE7C81-1F72-DECE-C89F-A09AE150BC91}"/>
          </ac:spMkLst>
        </pc:spChg>
        <pc:spChg chg="mod">
          <ac:chgData name="中薗文博" userId="483bb7ed-368a-4e5c-95d3-72647b7f8f8d" providerId="ADAL" clId="{EFF4080B-7253-40CA-8EA4-1ABB7714DC70}" dt="2025-03-24T10:18:51.015" v="2043" actId="207"/>
          <ac:spMkLst>
            <pc:docMk/>
            <pc:sldMk cId="790296773" sldId="2147376041"/>
            <ac:spMk id="13" creationId="{E836670B-A7BC-FD8E-ED23-F119B5F5D6F5}"/>
          </ac:spMkLst>
        </pc:spChg>
        <pc:spChg chg="mod">
          <ac:chgData name="中薗文博" userId="483bb7ed-368a-4e5c-95d3-72647b7f8f8d" providerId="ADAL" clId="{EFF4080B-7253-40CA-8EA4-1ABB7714DC70}" dt="2025-03-24T10:18:53.849" v="2044" actId="207"/>
          <ac:spMkLst>
            <pc:docMk/>
            <pc:sldMk cId="790296773" sldId="2147376041"/>
            <ac:spMk id="14" creationId="{425AAEF2-3D9D-23AE-5BA3-5F386D4134E6}"/>
          </ac:spMkLst>
        </pc:spChg>
      </pc:sldChg>
      <pc:sldChg chg="modSp mod">
        <pc:chgData name="中薗文博" userId="483bb7ed-368a-4e5c-95d3-72647b7f8f8d" providerId="ADAL" clId="{EFF4080B-7253-40CA-8EA4-1ABB7714DC70}" dt="2025-03-24T10:27:06.887" v="2479" actId="20577"/>
        <pc:sldMkLst>
          <pc:docMk/>
          <pc:sldMk cId="161046110" sldId="2147376042"/>
        </pc:sldMkLst>
        <pc:graphicFrameChg chg="modGraphic">
          <ac:chgData name="中薗文博" userId="483bb7ed-368a-4e5c-95d3-72647b7f8f8d" providerId="ADAL" clId="{EFF4080B-7253-40CA-8EA4-1ABB7714DC70}" dt="2025-03-24T10:27:06.887" v="2479" actId="20577"/>
          <ac:graphicFrameMkLst>
            <pc:docMk/>
            <pc:sldMk cId="161046110" sldId="2147376042"/>
            <ac:graphicFrameMk id="12" creationId="{737D02B8-9BBE-1356-7EE1-B1F242C99DAA}"/>
          </ac:graphicFrameMkLst>
        </pc:graphicFrameChg>
      </pc:sldChg>
    </pc:docChg>
  </pc:docChgLst>
  <pc:docChgLst>
    <pc:chgData name="清翔太郎" userId="c699a3f4-7097-4aed-9c73-2a143519adc0" providerId="ADAL" clId="{5E6E9AA1-B18B-490A-9DE5-BBF4300A3A85}"/>
    <pc:docChg chg="undo custSel addSld delSld modSld sldOrd">
      <pc:chgData name="清翔太郎" userId="c699a3f4-7097-4aed-9c73-2a143519adc0" providerId="ADAL" clId="{5E6E9AA1-B18B-490A-9DE5-BBF4300A3A85}" dt="2025-03-24T11:55:20.249" v="16015" actId="20577"/>
      <pc:docMkLst>
        <pc:docMk/>
      </pc:docMkLst>
      <pc:sldChg chg="modSp mod">
        <pc:chgData name="清翔太郎" userId="c699a3f4-7097-4aed-9c73-2a143519adc0" providerId="ADAL" clId="{5E6E9AA1-B18B-490A-9DE5-BBF4300A3A85}" dt="2025-03-23T07:40:50.800" v="4953" actId="2711"/>
        <pc:sldMkLst>
          <pc:docMk/>
          <pc:sldMk cId="2405740042" sldId="2095"/>
        </pc:sldMkLst>
        <pc:spChg chg="mod">
          <ac:chgData name="清翔太郎" userId="c699a3f4-7097-4aed-9c73-2a143519adc0" providerId="ADAL" clId="{5E6E9AA1-B18B-490A-9DE5-BBF4300A3A85}" dt="2025-03-23T07:40:50.800" v="4953" actId="2711"/>
          <ac:spMkLst>
            <pc:docMk/>
            <pc:sldMk cId="2405740042" sldId="2095"/>
            <ac:spMk id="3" creationId="{4F3DB564-DEEB-7246-CA05-CF8E849488CC}"/>
          </ac:spMkLst>
        </pc:spChg>
        <pc:spChg chg="mod">
          <ac:chgData name="清翔太郎" userId="c699a3f4-7097-4aed-9c73-2a143519adc0" providerId="ADAL" clId="{5E6E9AA1-B18B-490A-9DE5-BBF4300A3A85}" dt="2025-03-23T07:40:50.800" v="4953" actId="2711"/>
          <ac:spMkLst>
            <pc:docMk/>
            <pc:sldMk cId="2405740042" sldId="2095"/>
            <ac:spMk id="5" creationId="{00000000-0000-0000-0000-000000000000}"/>
          </ac:spMkLst>
        </pc:spChg>
        <pc:spChg chg="mod">
          <ac:chgData name="清翔太郎" userId="c699a3f4-7097-4aed-9c73-2a143519adc0" providerId="ADAL" clId="{5E6E9AA1-B18B-490A-9DE5-BBF4300A3A85}" dt="2025-03-23T07:40:50.800" v="4953" actId="2711"/>
          <ac:spMkLst>
            <pc:docMk/>
            <pc:sldMk cId="2405740042" sldId="2095"/>
            <ac:spMk id="7" creationId="{00000000-0000-0000-0000-000000000000}"/>
          </ac:spMkLst>
        </pc:spChg>
        <pc:spChg chg="mod">
          <ac:chgData name="清翔太郎" userId="c699a3f4-7097-4aed-9c73-2a143519adc0" providerId="ADAL" clId="{5E6E9AA1-B18B-490A-9DE5-BBF4300A3A85}" dt="2025-03-23T07:40:50.800" v="4953" actId="2711"/>
          <ac:spMkLst>
            <pc:docMk/>
            <pc:sldMk cId="2405740042" sldId="2095"/>
            <ac:spMk id="8" creationId="{00000000-0000-0000-0000-000000000000}"/>
          </ac:spMkLst>
        </pc:spChg>
        <pc:spChg chg="mod">
          <ac:chgData name="清翔太郎" userId="c699a3f4-7097-4aed-9c73-2a143519adc0" providerId="ADAL" clId="{5E6E9AA1-B18B-490A-9DE5-BBF4300A3A85}" dt="2025-03-23T07:40:50.800" v="4953" actId="2711"/>
          <ac:spMkLst>
            <pc:docMk/>
            <pc:sldMk cId="2405740042" sldId="2095"/>
            <ac:spMk id="9" creationId="{00000000-0000-0000-0000-000000000000}"/>
          </ac:spMkLst>
        </pc:spChg>
        <pc:spChg chg="mod">
          <ac:chgData name="清翔太郎" userId="c699a3f4-7097-4aed-9c73-2a143519adc0" providerId="ADAL" clId="{5E6E9AA1-B18B-490A-9DE5-BBF4300A3A85}" dt="2025-03-23T07:40:50.800" v="4953" actId="2711"/>
          <ac:spMkLst>
            <pc:docMk/>
            <pc:sldMk cId="2405740042" sldId="2095"/>
            <ac:spMk id="10" creationId="{00000000-0000-0000-0000-000000000000}"/>
          </ac:spMkLst>
        </pc:spChg>
        <pc:spChg chg="mod">
          <ac:chgData name="清翔太郎" userId="c699a3f4-7097-4aed-9c73-2a143519adc0" providerId="ADAL" clId="{5E6E9AA1-B18B-490A-9DE5-BBF4300A3A85}" dt="2025-03-23T07:40:50.800" v="4953" actId="2711"/>
          <ac:spMkLst>
            <pc:docMk/>
            <pc:sldMk cId="2405740042" sldId="2095"/>
            <ac:spMk id="11" creationId="{217FB68D-8E72-1450-6C04-39A9CA0F1A2A}"/>
          </ac:spMkLst>
        </pc:spChg>
      </pc:sldChg>
      <pc:sldChg chg="addSp delSp modSp mod">
        <pc:chgData name="清翔太郎" userId="c699a3f4-7097-4aed-9c73-2a143519adc0" providerId="ADAL" clId="{5E6E9AA1-B18B-490A-9DE5-BBF4300A3A85}" dt="2025-03-24T05:26:34.293" v="6517" actId="478"/>
        <pc:sldMkLst>
          <pc:docMk/>
          <pc:sldMk cId="646190740" sldId="2147376014"/>
        </pc:sldMkLst>
        <pc:spChg chg="mod">
          <ac:chgData name="清翔太郎" userId="c699a3f4-7097-4aed-9c73-2a143519adc0" providerId="ADAL" clId="{5E6E9AA1-B18B-490A-9DE5-BBF4300A3A85}" dt="2025-03-23T07:36:59.701" v="4888" actId="2711"/>
          <ac:spMkLst>
            <pc:docMk/>
            <pc:sldMk cId="646190740" sldId="2147376014"/>
            <ac:spMk id="2" creationId="{6B658242-5041-9D8A-7FCF-E233E58794A7}"/>
          </ac:spMkLst>
        </pc:spChg>
        <pc:spChg chg="add del mod">
          <ac:chgData name="清翔太郎" userId="c699a3f4-7097-4aed-9c73-2a143519adc0" providerId="ADAL" clId="{5E6E9AA1-B18B-490A-9DE5-BBF4300A3A85}" dt="2025-03-24T05:26:34.293" v="6517" actId="478"/>
          <ac:spMkLst>
            <pc:docMk/>
            <pc:sldMk cId="646190740" sldId="2147376014"/>
            <ac:spMk id="3" creationId="{B3BAD498-EBF0-58E6-EF80-181A40D8C78E}"/>
          </ac:spMkLst>
        </pc:spChg>
        <pc:spChg chg="mod">
          <ac:chgData name="清翔太郎" userId="c699a3f4-7097-4aed-9c73-2a143519adc0" providerId="ADAL" clId="{5E6E9AA1-B18B-490A-9DE5-BBF4300A3A85}" dt="2025-03-23T07:36:59.701" v="4888" actId="2711"/>
          <ac:spMkLst>
            <pc:docMk/>
            <pc:sldMk cId="646190740" sldId="2147376014"/>
            <ac:spMk id="4" creationId="{5FD8C5EE-9F99-59A1-61CD-B4A2CFCB4152}"/>
          </ac:spMkLst>
        </pc:spChg>
        <pc:spChg chg="mod">
          <ac:chgData name="清翔太郎" userId="c699a3f4-7097-4aed-9c73-2a143519adc0" providerId="ADAL" clId="{5E6E9AA1-B18B-490A-9DE5-BBF4300A3A85}" dt="2025-03-23T07:36:59.701" v="4888" actId="2711"/>
          <ac:spMkLst>
            <pc:docMk/>
            <pc:sldMk cId="646190740" sldId="2147376014"/>
            <ac:spMk id="5" creationId="{3174AD4B-1B3B-8E88-E0A0-BB1054205AE2}"/>
          </ac:spMkLst>
        </pc:spChg>
        <pc:spChg chg="mod">
          <ac:chgData name="清翔太郎" userId="c699a3f4-7097-4aed-9c73-2a143519adc0" providerId="ADAL" clId="{5E6E9AA1-B18B-490A-9DE5-BBF4300A3A85}" dt="2025-03-23T07:36:59.701" v="4888" actId="2711"/>
          <ac:spMkLst>
            <pc:docMk/>
            <pc:sldMk cId="646190740" sldId="2147376014"/>
            <ac:spMk id="6" creationId="{9EDEB343-25F0-1EA1-97E8-1DFEE4133A85}"/>
          </ac:spMkLst>
        </pc:spChg>
        <pc:spChg chg="mod">
          <ac:chgData name="清翔太郎" userId="c699a3f4-7097-4aed-9c73-2a143519adc0" providerId="ADAL" clId="{5E6E9AA1-B18B-490A-9DE5-BBF4300A3A85}" dt="2025-03-23T07:36:59.701" v="4888" actId="2711"/>
          <ac:spMkLst>
            <pc:docMk/>
            <pc:sldMk cId="646190740" sldId="2147376014"/>
            <ac:spMk id="7" creationId="{094B17FF-29FC-2C88-6D32-00B62C68FBFB}"/>
          </ac:spMkLst>
        </pc:spChg>
        <pc:spChg chg="mod">
          <ac:chgData name="清翔太郎" userId="c699a3f4-7097-4aed-9c73-2a143519adc0" providerId="ADAL" clId="{5E6E9AA1-B18B-490A-9DE5-BBF4300A3A85}" dt="2025-03-23T07:36:59.701" v="4888" actId="2711"/>
          <ac:spMkLst>
            <pc:docMk/>
            <pc:sldMk cId="646190740" sldId="2147376014"/>
            <ac:spMk id="8" creationId="{39A948A6-F3C5-1BA3-A6B3-2DBC4DCB85B4}"/>
          </ac:spMkLst>
        </pc:spChg>
        <pc:spChg chg="mod">
          <ac:chgData name="清翔太郎" userId="c699a3f4-7097-4aed-9c73-2a143519adc0" providerId="ADAL" clId="{5E6E9AA1-B18B-490A-9DE5-BBF4300A3A85}" dt="2025-03-23T07:36:59.701" v="4888" actId="2711"/>
          <ac:spMkLst>
            <pc:docMk/>
            <pc:sldMk cId="646190740" sldId="2147376014"/>
            <ac:spMk id="10" creationId="{A783BF60-6246-6BFA-DF0F-ABC4AC7ADC58}"/>
          </ac:spMkLst>
        </pc:spChg>
        <pc:spChg chg="mod">
          <ac:chgData name="清翔太郎" userId="c699a3f4-7097-4aed-9c73-2a143519adc0" providerId="ADAL" clId="{5E6E9AA1-B18B-490A-9DE5-BBF4300A3A85}" dt="2025-03-23T07:36:59.701" v="4888" actId="2711"/>
          <ac:spMkLst>
            <pc:docMk/>
            <pc:sldMk cId="646190740" sldId="2147376014"/>
            <ac:spMk id="17" creationId="{C1685341-26F3-E129-5CA3-259823D7671C}"/>
          </ac:spMkLst>
        </pc:spChg>
        <pc:spChg chg="mod">
          <ac:chgData name="清翔太郎" userId="c699a3f4-7097-4aed-9c73-2a143519adc0" providerId="ADAL" clId="{5E6E9AA1-B18B-490A-9DE5-BBF4300A3A85}" dt="2025-03-23T07:36:59.701" v="4888" actId="2711"/>
          <ac:spMkLst>
            <pc:docMk/>
            <pc:sldMk cId="646190740" sldId="2147376014"/>
            <ac:spMk id="19" creationId="{1D4B3CD8-E82B-B6C8-E68D-1F4F573F2797}"/>
          </ac:spMkLst>
        </pc:spChg>
        <pc:spChg chg="mod">
          <ac:chgData name="清翔太郎" userId="c699a3f4-7097-4aed-9c73-2a143519adc0" providerId="ADAL" clId="{5E6E9AA1-B18B-490A-9DE5-BBF4300A3A85}" dt="2025-03-23T07:36:59.701" v="4888" actId="2711"/>
          <ac:spMkLst>
            <pc:docMk/>
            <pc:sldMk cId="646190740" sldId="2147376014"/>
            <ac:spMk id="20" creationId="{E771AA77-EDBB-8638-51CB-C3D48D971421}"/>
          </ac:spMkLst>
        </pc:spChg>
      </pc:sldChg>
      <pc:sldChg chg="del">
        <pc:chgData name="清翔太郎" userId="c699a3f4-7097-4aed-9c73-2a143519adc0" providerId="ADAL" clId="{5E6E9AA1-B18B-490A-9DE5-BBF4300A3A85}" dt="2025-03-23T07:12:00.039" v="3611" actId="2696"/>
        <pc:sldMkLst>
          <pc:docMk/>
          <pc:sldMk cId="1284722731" sldId="2147376017"/>
        </pc:sldMkLst>
      </pc:sldChg>
      <pc:sldChg chg="del ord">
        <pc:chgData name="清翔太郎" userId="c699a3f4-7097-4aed-9c73-2a143519adc0" providerId="ADAL" clId="{5E6E9AA1-B18B-490A-9DE5-BBF4300A3A85}" dt="2025-03-23T07:11:57.817" v="3610" actId="2696"/>
        <pc:sldMkLst>
          <pc:docMk/>
          <pc:sldMk cId="2310890825" sldId="2147376018"/>
        </pc:sldMkLst>
      </pc:sldChg>
      <pc:sldChg chg="del">
        <pc:chgData name="清翔太郎" userId="c699a3f4-7097-4aed-9c73-2a143519adc0" providerId="ADAL" clId="{5E6E9AA1-B18B-490A-9DE5-BBF4300A3A85}" dt="2025-03-23T07:12:08.778" v="3612" actId="2696"/>
        <pc:sldMkLst>
          <pc:docMk/>
          <pc:sldMk cId="3449270142" sldId="2147376020"/>
        </pc:sldMkLst>
      </pc:sldChg>
      <pc:sldChg chg="addSp delSp modSp mod ord">
        <pc:chgData name="清翔太郎" userId="c699a3f4-7097-4aed-9c73-2a143519adc0" providerId="ADAL" clId="{5E6E9AA1-B18B-490A-9DE5-BBF4300A3A85}" dt="2025-03-24T10:28:57.300" v="14820" actId="20577"/>
        <pc:sldMkLst>
          <pc:docMk/>
          <pc:sldMk cId="658442114" sldId="2147376021"/>
        </pc:sldMkLst>
        <pc:spChg chg="add del mod">
          <ac:chgData name="清翔太郎" userId="c699a3f4-7097-4aed-9c73-2a143519adc0" providerId="ADAL" clId="{5E6E9AA1-B18B-490A-9DE5-BBF4300A3A85}" dt="2025-03-24T08:34:26.520" v="12249" actId="478"/>
          <ac:spMkLst>
            <pc:docMk/>
            <pc:sldMk cId="658442114" sldId="2147376021"/>
            <ac:spMk id="2" creationId="{5A4E9FD4-7DEA-9B45-F57D-DCBBB2E8A043}"/>
          </ac:spMkLst>
        </pc:spChg>
        <pc:spChg chg="mod">
          <ac:chgData name="清翔太郎" userId="c699a3f4-7097-4aed-9c73-2a143519adc0" providerId="ADAL" clId="{5E6E9AA1-B18B-490A-9DE5-BBF4300A3A85}" dt="2025-03-24T09:26:35.195" v="14488" actId="20577"/>
          <ac:spMkLst>
            <pc:docMk/>
            <pc:sldMk cId="658442114" sldId="2147376021"/>
            <ac:spMk id="4" creationId="{7A43672C-DE5F-A180-486E-FAD82C47DB92}"/>
          </ac:spMkLst>
        </pc:spChg>
        <pc:spChg chg="mod">
          <ac:chgData name="清翔太郎" userId="c699a3f4-7097-4aed-9c73-2a143519adc0" providerId="ADAL" clId="{5E6E9AA1-B18B-490A-9DE5-BBF4300A3A85}" dt="2025-03-23T07:38:10.220" v="4898" actId="2711"/>
          <ac:spMkLst>
            <pc:docMk/>
            <pc:sldMk cId="658442114" sldId="2147376021"/>
            <ac:spMk id="5" creationId="{C54B8241-EAD6-F3AE-A4A4-DC01532775F9}"/>
          </ac:spMkLst>
        </pc:spChg>
        <pc:spChg chg="mod">
          <ac:chgData name="清翔太郎" userId="c699a3f4-7097-4aed-9c73-2a143519adc0" providerId="ADAL" clId="{5E6E9AA1-B18B-490A-9DE5-BBF4300A3A85}" dt="2025-03-23T07:38:10.220" v="4898" actId="2711"/>
          <ac:spMkLst>
            <pc:docMk/>
            <pc:sldMk cId="658442114" sldId="2147376021"/>
            <ac:spMk id="6" creationId="{F35341D6-6278-BDDB-7B8F-23E1C4848E3B}"/>
          </ac:spMkLst>
        </pc:spChg>
        <pc:spChg chg="add del mod ord">
          <ac:chgData name="清翔太郎" userId="c699a3f4-7097-4aed-9c73-2a143519adc0" providerId="ADAL" clId="{5E6E9AA1-B18B-490A-9DE5-BBF4300A3A85}" dt="2025-03-24T08:38:54.653" v="12528" actId="478"/>
          <ac:spMkLst>
            <pc:docMk/>
            <pc:sldMk cId="658442114" sldId="2147376021"/>
            <ac:spMk id="8" creationId="{D0E18690-44FD-6E0D-8175-0F439AE7A664}"/>
          </ac:spMkLst>
        </pc:spChg>
        <pc:spChg chg="add del mod">
          <ac:chgData name="清翔太郎" userId="c699a3f4-7097-4aed-9c73-2a143519adc0" providerId="ADAL" clId="{5E6E9AA1-B18B-490A-9DE5-BBF4300A3A85}" dt="2025-03-24T08:39:18.955" v="12553" actId="478"/>
          <ac:spMkLst>
            <pc:docMk/>
            <pc:sldMk cId="658442114" sldId="2147376021"/>
            <ac:spMk id="9" creationId="{B89DAFA9-8FE8-7F1D-BB5D-D7EB548DE83A}"/>
          </ac:spMkLst>
        </pc:spChg>
        <pc:spChg chg="mod">
          <ac:chgData name="清翔太郎" userId="c699a3f4-7097-4aed-9c73-2a143519adc0" providerId="ADAL" clId="{5E6E9AA1-B18B-490A-9DE5-BBF4300A3A85}" dt="2025-03-24T08:35:52.197" v="12380" actId="1076"/>
          <ac:spMkLst>
            <pc:docMk/>
            <pc:sldMk cId="658442114" sldId="2147376021"/>
            <ac:spMk id="17" creationId="{206960B6-07F7-35FF-8D4E-09F61241A96A}"/>
          </ac:spMkLst>
        </pc:spChg>
        <pc:spChg chg="mod">
          <ac:chgData name="清翔太郎" userId="c699a3f4-7097-4aed-9c73-2a143519adc0" providerId="ADAL" clId="{5E6E9AA1-B18B-490A-9DE5-BBF4300A3A85}" dt="2025-03-24T08:35:56.643" v="12381" actId="14100"/>
          <ac:spMkLst>
            <pc:docMk/>
            <pc:sldMk cId="658442114" sldId="2147376021"/>
            <ac:spMk id="18" creationId="{F6F4660D-9508-DF3B-1D6D-0374DC4B2F56}"/>
          </ac:spMkLst>
        </pc:spChg>
        <pc:spChg chg="mod">
          <ac:chgData name="清翔太郎" userId="c699a3f4-7097-4aed-9c73-2a143519adc0" providerId="ADAL" clId="{5E6E9AA1-B18B-490A-9DE5-BBF4300A3A85}" dt="2025-03-24T08:35:52.197" v="12380" actId="1076"/>
          <ac:spMkLst>
            <pc:docMk/>
            <pc:sldMk cId="658442114" sldId="2147376021"/>
            <ac:spMk id="46" creationId="{F127C08E-7FBE-4295-052E-406B685C04C8}"/>
          </ac:spMkLst>
        </pc:spChg>
        <pc:graphicFrameChg chg="add mod modGraphic">
          <ac:chgData name="清翔太郎" userId="c699a3f4-7097-4aed-9c73-2a143519adc0" providerId="ADAL" clId="{5E6E9AA1-B18B-490A-9DE5-BBF4300A3A85}" dt="2025-03-24T10:28:57.300" v="14820" actId="20577"/>
          <ac:graphicFrameMkLst>
            <pc:docMk/>
            <pc:sldMk cId="658442114" sldId="2147376021"/>
            <ac:graphicFrameMk id="3" creationId="{BF3B2F50-1923-F657-7041-D41224AF2310}"/>
          </ac:graphicFrameMkLst>
        </pc:graphicFrameChg>
        <pc:graphicFrameChg chg="mod modGraphic">
          <ac:chgData name="清翔太郎" userId="c699a3f4-7097-4aed-9c73-2a143519adc0" providerId="ADAL" clId="{5E6E9AA1-B18B-490A-9DE5-BBF4300A3A85}" dt="2025-03-24T08:35:52.197" v="12380" actId="1076"/>
          <ac:graphicFrameMkLst>
            <pc:docMk/>
            <pc:sldMk cId="658442114" sldId="2147376021"/>
            <ac:graphicFrameMk id="7" creationId="{CBAC2F21-5310-7EFB-538E-82793BA25129}"/>
          </ac:graphicFrameMkLst>
        </pc:graphicFrameChg>
        <pc:graphicFrameChg chg="mod modGraphic">
          <ac:chgData name="清翔太郎" userId="c699a3f4-7097-4aed-9c73-2a143519adc0" providerId="ADAL" clId="{5E6E9AA1-B18B-490A-9DE5-BBF4300A3A85}" dt="2025-03-24T08:35:52.197" v="12380" actId="1076"/>
          <ac:graphicFrameMkLst>
            <pc:docMk/>
            <pc:sldMk cId="658442114" sldId="2147376021"/>
            <ac:graphicFrameMk id="25" creationId="{ADDF1998-31F9-C6D3-4019-604CA5F3E554}"/>
          </ac:graphicFrameMkLst>
        </pc:graphicFrameChg>
        <pc:graphicFrameChg chg="mod modGraphic">
          <ac:chgData name="清翔太郎" userId="c699a3f4-7097-4aed-9c73-2a143519adc0" providerId="ADAL" clId="{5E6E9AA1-B18B-490A-9DE5-BBF4300A3A85}" dt="2025-03-24T08:35:52.197" v="12380" actId="1076"/>
          <ac:graphicFrameMkLst>
            <pc:docMk/>
            <pc:sldMk cId="658442114" sldId="2147376021"/>
            <ac:graphicFrameMk id="26" creationId="{DABB07C1-16E6-D769-D4CD-F0F2AE8A1037}"/>
          </ac:graphicFrameMkLst>
        </pc:graphicFrameChg>
        <pc:graphicFrameChg chg="mod modGraphic">
          <ac:chgData name="清翔太郎" userId="c699a3f4-7097-4aed-9c73-2a143519adc0" providerId="ADAL" clId="{5E6E9AA1-B18B-490A-9DE5-BBF4300A3A85}" dt="2025-03-24T08:35:52.197" v="12380" actId="1076"/>
          <ac:graphicFrameMkLst>
            <pc:docMk/>
            <pc:sldMk cId="658442114" sldId="2147376021"/>
            <ac:graphicFrameMk id="27" creationId="{F55DA337-236F-616D-1BB2-0B6F8158A774}"/>
          </ac:graphicFrameMkLst>
        </pc:graphicFrameChg>
        <pc:graphicFrameChg chg="mod modGraphic">
          <ac:chgData name="清翔太郎" userId="c699a3f4-7097-4aed-9c73-2a143519adc0" providerId="ADAL" clId="{5E6E9AA1-B18B-490A-9DE5-BBF4300A3A85}" dt="2025-03-24T08:38:22.668" v="12501" actId="403"/>
          <ac:graphicFrameMkLst>
            <pc:docMk/>
            <pc:sldMk cId="658442114" sldId="2147376021"/>
            <ac:graphicFrameMk id="29" creationId="{BE745399-1F5E-C715-0A74-8DA078B07961}"/>
          </ac:graphicFrameMkLst>
        </pc:graphicFrameChg>
        <pc:graphicFrameChg chg="mod modGraphic">
          <ac:chgData name="清翔太郎" userId="c699a3f4-7097-4aed-9c73-2a143519adc0" providerId="ADAL" clId="{5E6E9AA1-B18B-490A-9DE5-BBF4300A3A85}" dt="2025-03-24T08:38:18.925" v="12499" actId="403"/>
          <ac:graphicFrameMkLst>
            <pc:docMk/>
            <pc:sldMk cId="658442114" sldId="2147376021"/>
            <ac:graphicFrameMk id="30" creationId="{2FA16DAE-61C5-727D-E704-3AF8C43D85D6}"/>
          </ac:graphicFrameMkLst>
        </pc:graphicFrameChg>
        <pc:picChg chg="mod">
          <ac:chgData name="清翔太郎" userId="c699a3f4-7097-4aed-9c73-2a143519adc0" providerId="ADAL" clId="{5E6E9AA1-B18B-490A-9DE5-BBF4300A3A85}" dt="2025-03-24T08:35:52.197" v="12380" actId="1076"/>
          <ac:picMkLst>
            <pc:docMk/>
            <pc:sldMk cId="658442114" sldId="2147376021"/>
            <ac:picMk id="14" creationId="{8A79272C-0317-3B9C-C44F-559C37DF9401}"/>
          </ac:picMkLst>
        </pc:picChg>
        <pc:picChg chg="mod">
          <ac:chgData name="清翔太郎" userId="c699a3f4-7097-4aed-9c73-2a143519adc0" providerId="ADAL" clId="{5E6E9AA1-B18B-490A-9DE5-BBF4300A3A85}" dt="2025-03-24T08:35:52.197" v="12380" actId="1076"/>
          <ac:picMkLst>
            <pc:docMk/>
            <pc:sldMk cId="658442114" sldId="2147376021"/>
            <ac:picMk id="22" creationId="{EBFF4EEF-27D7-0A44-CA56-FBE52C878751}"/>
          </ac:picMkLst>
        </pc:picChg>
        <pc:cxnChg chg="mod">
          <ac:chgData name="清翔太郎" userId="c699a3f4-7097-4aed-9c73-2a143519adc0" providerId="ADAL" clId="{5E6E9AA1-B18B-490A-9DE5-BBF4300A3A85}" dt="2025-03-24T08:34:37.410" v="12275" actId="1037"/>
          <ac:cxnSpMkLst>
            <pc:docMk/>
            <pc:sldMk cId="658442114" sldId="2147376021"/>
            <ac:cxnSpMk id="12" creationId="{F900F7AE-7884-05D0-3BFE-32A7CCA618F6}"/>
          </ac:cxnSpMkLst>
        </pc:cxnChg>
        <pc:cxnChg chg="mod">
          <ac:chgData name="清翔太郎" userId="c699a3f4-7097-4aed-9c73-2a143519adc0" providerId="ADAL" clId="{5E6E9AA1-B18B-490A-9DE5-BBF4300A3A85}" dt="2025-03-24T08:34:37.410" v="12275" actId="1037"/>
          <ac:cxnSpMkLst>
            <pc:docMk/>
            <pc:sldMk cId="658442114" sldId="2147376021"/>
            <ac:cxnSpMk id="36" creationId="{6FC51858-E322-947A-A806-6572D7CC3337}"/>
          </ac:cxnSpMkLst>
        </pc:cxnChg>
        <pc:cxnChg chg="mod">
          <ac:chgData name="清翔太郎" userId="c699a3f4-7097-4aed-9c73-2a143519adc0" providerId="ADAL" clId="{5E6E9AA1-B18B-490A-9DE5-BBF4300A3A85}" dt="2025-03-24T08:34:37.410" v="12275" actId="1037"/>
          <ac:cxnSpMkLst>
            <pc:docMk/>
            <pc:sldMk cId="658442114" sldId="2147376021"/>
            <ac:cxnSpMk id="39" creationId="{61D3EC26-6012-ABF2-A04B-085826558F88}"/>
          </ac:cxnSpMkLst>
        </pc:cxnChg>
        <pc:cxnChg chg="mod">
          <ac:chgData name="清翔太郎" userId="c699a3f4-7097-4aed-9c73-2a143519adc0" providerId="ADAL" clId="{5E6E9AA1-B18B-490A-9DE5-BBF4300A3A85}" dt="2025-03-24T08:34:37.410" v="12275" actId="1037"/>
          <ac:cxnSpMkLst>
            <pc:docMk/>
            <pc:sldMk cId="658442114" sldId="2147376021"/>
            <ac:cxnSpMk id="43" creationId="{25AAA57E-E7DF-59DF-30BC-B3A93D0992DB}"/>
          </ac:cxnSpMkLst>
        </pc:cxnChg>
      </pc:sldChg>
      <pc:sldChg chg="addSp delSp modSp mod">
        <pc:chgData name="清翔太郎" userId="c699a3f4-7097-4aed-9c73-2a143519adc0" providerId="ADAL" clId="{5E6E9AA1-B18B-490A-9DE5-BBF4300A3A85}" dt="2025-03-24T11:55:20.249" v="16015" actId="20577"/>
        <pc:sldMkLst>
          <pc:docMk/>
          <pc:sldMk cId="2182595295" sldId="2147376023"/>
        </pc:sldMkLst>
        <pc:spChg chg="mod">
          <ac:chgData name="清翔太郎" userId="c699a3f4-7097-4aed-9c73-2a143519adc0" providerId="ADAL" clId="{5E6E9AA1-B18B-490A-9DE5-BBF4300A3A85}" dt="2025-03-24T11:47:45.282" v="15984" actId="2711"/>
          <ac:spMkLst>
            <pc:docMk/>
            <pc:sldMk cId="2182595295" sldId="2147376023"/>
            <ac:spMk id="3" creationId="{96B7FB02-7BBD-D596-B2E9-B931B7233BC3}"/>
          </ac:spMkLst>
        </pc:spChg>
        <pc:spChg chg="mod">
          <ac:chgData name="清翔太郎" userId="c699a3f4-7097-4aed-9c73-2a143519adc0" providerId="ADAL" clId="{5E6E9AA1-B18B-490A-9DE5-BBF4300A3A85}" dt="2025-03-24T11:47:45.282" v="15984" actId="2711"/>
          <ac:spMkLst>
            <pc:docMk/>
            <pc:sldMk cId="2182595295" sldId="2147376023"/>
            <ac:spMk id="4" creationId="{D39BA494-6E36-BF47-54AE-DFD6CB34DF7F}"/>
          </ac:spMkLst>
        </pc:spChg>
        <pc:spChg chg="add del mod">
          <ac:chgData name="清翔太郎" userId="c699a3f4-7097-4aed-9c73-2a143519adc0" providerId="ADAL" clId="{5E6E9AA1-B18B-490A-9DE5-BBF4300A3A85}" dt="2025-03-24T08:41:58.616" v="12579" actId="478"/>
          <ac:spMkLst>
            <pc:docMk/>
            <pc:sldMk cId="2182595295" sldId="2147376023"/>
            <ac:spMk id="5" creationId="{C6CB2F21-1315-8FFC-B624-67FE42A6857D}"/>
          </ac:spMkLst>
        </pc:spChg>
        <pc:spChg chg="add del mod">
          <ac:chgData name="清翔太郎" userId="c699a3f4-7097-4aed-9c73-2a143519adc0" providerId="ADAL" clId="{5E6E9AA1-B18B-490A-9DE5-BBF4300A3A85}" dt="2025-03-24T08:41:57.670" v="12578" actId="478"/>
          <ac:spMkLst>
            <pc:docMk/>
            <pc:sldMk cId="2182595295" sldId="2147376023"/>
            <ac:spMk id="6" creationId="{3716D699-6469-CBC5-3A12-07BD04A8A9C9}"/>
          </ac:spMkLst>
        </pc:spChg>
        <pc:spChg chg="add del mod">
          <ac:chgData name="清翔太郎" userId="c699a3f4-7097-4aed-9c73-2a143519adc0" providerId="ADAL" clId="{5E6E9AA1-B18B-490A-9DE5-BBF4300A3A85}" dt="2025-03-24T08:41:56.845" v="12577" actId="478"/>
          <ac:spMkLst>
            <pc:docMk/>
            <pc:sldMk cId="2182595295" sldId="2147376023"/>
            <ac:spMk id="7" creationId="{9DA622D5-AB5C-878C-845B-E8426DFBDA79}"/>
          </ac:spMkLst>
        </pc:spChg>
        <pc:spChg chg="mod">
          <ac:chgData name="清翔太郎" userId="c699a3f4-7097-4aed-9c73-2a143519adc0" providerId="ADAL" clId="{5E6E9AA1-B18B-490A-9DE5-BBF4300A3A85}" dt="2025-03-24T11:47:45.282" v="15984" actId="2711"/>
          <ac:spMkLst>
            <pc:docMk/>
            <pc:sldMk cId="2182595295" sldId="2147376023"/>
            <ac:spMk id="10" creationId="{5007A567-8108-C55A-00C1-02BCD67BF1BE}"/>
          </ac:spMkLst>
        </pc:spChg>
        <pc:graphicFrameChg chg="add mod modGraphic">
          <ac:chgData name="清翔太郎" userId="c699a3f4-7097-4aed-9c73-2a143519adc0" providerId="ADAL" clId="{5E6E9AA1-B18B-490A-9DE5-BBF4300A3A85}" dt="2025-03-24T11:55:20.249" v="16015" actId="20577"/>
          <ac:graphicFrameMkLst>
            <pc:docMk/>
            <pc:sldMk cId="2182595295" sldId="2147376023"/>
            <ac:graphicFrameMk id="2" creationId="{A2A81A0E-DCAC-B08C-4C2C-3D7390735138}"/>
          </ac:graphicFrameMkLst>
        </pc:graphicFrameChg>
      </pc:sldChg>
      <pc:sldChg chg="addSp delSp modSp mod">
        <pc:chgData name="清翔太郎" userId="c699a3f4-7097-4aed-9c73-2a143519adc0" providerId="ADAL" clId="{5E6E9AA1-B18B-490A-9DE5-BBF4300A3A85}" dt="2025-03-24T11:47:32.613" v="15982" actId="2711"/>
        <pc:sldMkLst>
          <pc:docMk/>
          <pc:sldMk cId="1305436830" sldId="2147376024"/>
        </pc:sldMkLst>
        <pc:spChg chg="add del mod">
          <ac:chgData name="清翔太郎" userId="c699a3f4-7097-4aed-9c73-2a143519adc0" providerId="ADAL" clId="{5E6E9AA1-B18B-490A-9DE5-BBF4300A3A85}" dt="2025-03-24T11:12:18.159" v="15120" actId="478"/>
          <ac:spMkLst>
            <pc:docMk/>
            <pc:sldMk cId="1305436830" sldId="2147376024"/>
            <ac:spMk id="2" creationId="{614E06E0-B1D8-7256-9AB8-82670735FCE0}"/>
          </ac:spMkLst>
        </pc:spChg>
        <pc:spChg chg="mod">
          <ac:chgData name="清翔太郎" userId="c699a3f4-7097-4aed-9c73-2a143519adc0" providerId="ADAL" clId="{5E6E9AA1-B18B-490A-9DE5-BBF4300A3A85}" dt="2025-03-24T11:47:32.613" v="15982" actId="2711"/>
          <ac:spMkLst>
            <pc:docMk/>
            <pc:sldMk cId="1305436830" sldId="2147376024"/>
            <ac:spMk id="3" creationId="{DCB6D550-2A2C-AFBB-F669-1E835FA1972A}"/>
          </ac:spMkLst>
        </pc:spChg>
        <pc:spChg chg="mod">
          <ac:chgData name="清翔太郎" userId="c699a3f4-7097-4aed-9c73-2a143519adc0" providerId="ADAL" clId="{5E6E9AA1-B18B-490A-9DE5-BBF4300A3A85}" dt="2025-03-24T11:47:32.613" v="15982" actId="2711"/>
          <ac:spMkLst>
            <pc:docMk/>
            <pc:sldMk cId="1305436830" sldId="2147376024"/>
            <ac:spMk id="4" creationId="{E5B908FF-F3DC-73C6-A042-678C37131E6E}"/>
          </ac:spMkLst>
        </pc:spChg>
        <pc:spChg chg="add del mod">
          <ac:chgData name="清翔太郎" userId="c699a3f4-7097-4aed-9c73-2a143519adc0" providerId="ADAL" clId="{5E6E9AA1-B18B-490A-9DE5-BBF4300A3A85}" dt="2025-03-24T11:08:09.187" v="15119" actId="478"/>
          <ac:spMkLst>
            <pc:docMk/>
            <pc:sldMk cId="1305436830" sldId="2147376024"/>
            <ac:spMk id="6" creationId="{A58CBAE1-A5CB-1C16-F1CB-1E9799457641}"/>
          </ac:spMkLst>
        </pc:spChg>
        <pc:spChg chg="mod">
          <ac:chgData name="清翔太郎" userId="c699a3f4-7097-4aed-9c73-2a143519adc0" providerId="ADAL" clId="{5E6E9AA1-B18B-490A-9DE5-BBF4300A3A85}" dt="2025-03-24T11:47:32.613" v="15982" actId="2711"/>
          <ac:spMkLst>
            <pc:docMk/>
            <pc:sldMk cId="1305436830" sldId="2147376024"/>
            <ac:spMk id="7" creationId="{93AEDCD0-62F2-50A0-3446-C00AEF5E2173}"/>
          </ac:spMkLst>
        </pc:spChg>
        <pc:spChg chg="add del mod">
          <ac:chgData name="清翔太郎" userId="c699a3f4-7097-4aed-9c73-2a143519adc0" providerId="ADAL" clId="{5E6E9AA1-B18B-490A-9DE5-BBF4300A3A85}" dt="2025-03-24T11:12:22.306" v="15121" actId="478"/>
          <ac:spMkLst>
            <pc:docMk/>
            <pc:sldMk cId="1305436830" sldId="2147376024"/>
            <ac:spMk id="8" creationId="{2872DCBD-EB74-FC17-17E8-3A940D362CD5}"/>
          </ac:spMkLst>
        </pc:spChg>
        <pc:spChg chg="mod">
          <ac:chgData name="清翔太郎" userId="c699a3f4-7097-4aed-9c73-2a143519adc0" providerId="ADAL" clId="{5E6E9AA1-B18B-490A-9DE5-BBF4300A3A85}" dt="2025-03-24T11:47:32.613" v="15982" actId="2711"/>
          <ac:spMkLst>
            <pc:docMk/>
            <pc:sldMk cId="1305436830" sldId="2147376024"/>
            <ac:spMk id="10" creationId="{7DFC89C3-99C4-2D29-5D10-1F7BC743B715}"/>
          </ac:spMkLst>
        </pc:spChg>
        <pc:graphicFrameChg chg="mod modGraphic">
          <ac:chgData name="清翔太郎" userId="c699a3f4-7097-4aed-9c73-2a143519adc0" providerId="ADAL" clId="{5E6E9AA1-B18B-490A-9DE5-BBF4300A3A85}" dt="2025-03-24T11:14:35.147" v="15369" actId="1076"/>
          <ac:graphicFrameMkLst>
            <pc:docMk/>
            <pc:sldMk cId="1305436830" sldId="2147376024"/>
            <ac:graphicFrameMk id="5" creationId="{81F2AA5C-0DA1-1B16-55E1-FA9CBA60BFD4}"/>
          </ac:graphicFrameMkLst>
        </pc:graphicFrameChg>
      </pc:sldChg>
      <pc:sldChg chg="del">
        <pc:chgData name="清翔太郎" userId="c699a3f4-7097-4aed-9c73-2a143519adc0" providerId="ADAL" clId="{5E6E9AA1-B18B-490A-9DE5-BBF4300A3A85}" dt="2025-03-23T07:12:08.778" v="3612" actId="2696"/>
        <pc:sldMkLst>
          <pc:docMk/>
          <pc:sldMk cId="1385616260" sldId="2147376025"/>
        </pc:sldMkLst>
      </pc:sldChg>
      <pc:sldChg chg="addSp delSp modSp mod">
        <pc:chgData name="清翔太郎" userId="c699a3f4-7097-4aed-9c73-2a143519adc0" providerId="ADAL" clId="{5E6E9AA1-B18B-490A-9DE5-BBF4300A3A85}" dt="2025-03-24T11:44:41.382" v="15947" actId="313"/>
        <pc:sldMkLst>
          <pc:docMk/>
          <pc:sldMk cId="1546094605" sldId="2147376026"/>
        </pc:sldMkLst>
        <pc:spChg chg="add mod">
          <ac:chgData name="清翔太郎" userId="c699a3f4-7097-4aed-9c73-2a143519adc0" providerId="ADAL" clId="{5E6E9AA1-B18B-490A-9DE5-BBF4300A3A85}" dt="2025-03-24T11:44:41.382" v="15947" actId="313"/>
          <ac:spMkLst>
            <pc:docMk/>
            <pc:sldMk cId="1546094605" sldId="2147376026"/>
            <ac:spMk id="2" creationId="{711A252E-EB0E-39FB-E0A8-925CCE2C2A6A}"/>
          </ac:spMkLst>
        </pc:spChg>
        <pc:spChg chg="add mod">
          <ac:chgData name="清翔太郎" userId="c699a3f4-7097-4aed-9c73-2a143519adc0" providerId="ADAL" clId="{5E6E9AA1-B18B-490A-9DE5-BBF4300A3A85}" dt="2025-03-24T01:30:51.215" v="5706"/>
          <ac:spMkLst>
            <pc:docMk/>
            <pc:sldMk cId="1546094605" sldId="2147376026"/>
            <ac:spMk id="3" creationId="{BFC3381A-2D49-8361-DDA0-2F1377AA7F33}"/>
          </ac:spMkLst>
        </pc:spChg>
        <pc:spChg chg="add del mod">
          <ac:chgData name="清翔太郎" userId="c699a3f4-7097-4aed-9c73-2a143519adc0" providerId="ADAL" clId="{5E6E9AA1-B18B-490A-9DE5-BBF4300A3A85}" dt="2025-03-24T08:53:13.907" v="12847" actId="478"/>
          <ac:spMkLst>
            <pc:docMk/>
            <pc:sldMk cId="1546094605" sldId="2147376026"/>
            <ac:spMk id="4" creationId="{48445F76-A5DD-598D-8748-F5FD8ADEEE28}"/>
          </ac:spMkLst>
        </pc:spChg>
        <pc:spChg chg="add del mod">
          <ac:chgData name="清翔太郎" userId="c699a3f4-7097-4aed-9c73-2a143519adc0" providerId="ADAL" clId="{5E6E9AA1-B18B-490A-9DE5-BBF4300A3A85}" dt="2025-03-24T09:45:38.305" v="14673" actId="478"/>
          <ac:spMkLst>
            <pc:docMk/>
            <pc:sldMk cId="1546094605" sldId="2147376026"/>
            <ac:spMk id="5" creationId="{BD731830-4B76-C11D-B459-AC24F8EDE805}"/>
          </ac:spMkLst>
        </pc:spChg>
        <pc:spChg chg="mod">
          <ac:chgData name="清翔太郎" userId="c699a3f4-7097-4aed-9c73-2a143519adc0" providerId="ADAL" clId="{5E6E9AA1-B18B-490A-9DE5-BBF4300A3A85}" dt="2025-03-24T09:01:42.392" v="13268" actId="20577"/>
          <ac:spMkLst>
            <pc:docMk/>
            <pc:sldMk cId="1546094605" sldId="2147376026"/>
            <ac:spMk id="6" creationId="{FE2570FF-DA45-E44F-A9AE-ECE65E08708B}"/>
          </ac:spMkLst>
        </pc:spChg>
        <pc:spChg chg="add mod">
          <ac:chgData name="清翔太郎" userId="c699a3f4-7097-4aed-9c73-2a143519adc0" providerId="ADAL" clId="{5E6E9AA1-B18B-490A-9DE5-BBF4300A3A85}" dt="2025-03-24T08:53:10.271" v="12846" actId="1038"/>
          <ac:spMkLst>
            <pc:docMk/>
            <pc:sldMk cId="1546094605" sldId="2147376026"/>
            <ac:spMk id="8" creationId="{CE20F714-5AC0-354B-0826-23F051B0D17A}"/>
          </ac:spMkLst>
        </pc:spChg>
        <pc:spChg chg="add mod">
          <ac:chgData name="清翔太郎" userId="c699a3f4-7097-4aed-9c73-2a143519adc0" providerId="ADAL" clId="{5E6E9AA1-B18B-490A-9DE5-BBF4300A3A85}" dt="2025-03-23T07:38:21.123" v="4899" actId="2711"/>
          <ac:spMkLst>
            <pc:docMk/>
            <pc:sldMk cId="1546094605" sldId="2147376026"/>
            <ac:spMk id="9" creationId="{AD1D3C5F-DF61-F90A-3F22-DD59CE3DC845}"/>
          </ac:spMkLst>
        </pc:spChg>
        <pc:spChg chg="add mod">
          <ac:chgData name="清翔太郎" userId="c699a3f4-7097-4aed-9c73-2a143519adc0" providerId="ADAL" clId="{5E6E9AA1-B18B-490A-9DE5-BBF4300A3A85}" dt="2025-03-24T08:55:58.445" v="12968" actId="1035"/>
          <ac:spMkLst>
            <pc:docMk/>
            <pc:sldMk cId="1546094605" sldId="2147376026"/>
            <ac:spMk id="10" creationId="{47E4EDD3-69F1-DA48-2851-B8724C95C58D}"/>
          </ac:spMkLst>
        </pc:spChg>
        <pc:spChg chg="mod">
          <ac:chgData name="清翔太郎" userId="c699a3f4-7097-4aed-9c73-2a143519adc0" providerId="ADAL" clId="{5E6E9AA1-B18B-490A-9DE5-BBF4300A3A85}" dt="2025-03-24T08:53:10.271" v="12846" actId="1038"/>
          <ac:spMkLst>
            <pc:docMk/>
            <pc:sldMk cId="1546094605" sldId="2147376026"/>
            <ac:spMk id="11" creationId="{089E5850-E32F-BD49-8CDA-C1F8F3B04280}"/>
          </ac:spMkLst>
        </pc:spChg>
        <pc:spChg chg="add mod">
          <ac:chgData name="清翔太郎" userId="c699a3f4-7097-4aed-9c73-2a143519adc0" providerId="ADAL" clId="{5E6E9AA1-B18B-490A-9DE5-BBF4300A3A85}" dt="2025-03-24T08:53:10.271" v="12846" actId="1038"/>
          <ac:spMkLst>
            <pc:docMk/>
            <pc:sldMk cId="1546094605" sldId="2147376026"/>
            <ac:spMk id="12" creationId="{E34DE269-850D-C655-CA5F-0A87DB3B6441}"/>
          </ac:spMkLst>
        </pc:spChg>
        <pc:spChg chg="add mod">
          <ac:chgData name="清翔太郎" userId="c699a3f4-7097-4aed-9c73-2a143519adc0" providerId="ADAL" clId="{5E6E9AA1-B18B-490A-9DE5-BBF4300A3A85}" dt="2025-03-24T11:06:48.299" v="15090" actId="1076"/>
          <ac:spMkLst>
            <pc:docMk/>
            <pc:sldMk cId="1546094605" sldId="2147376026"/>
            <ac:spMk id="13" creationId="{B4A0DA28-1308-7046-3B1B-1527A1C41228}"/>
          </ac:spMkLst>
        </pc:spChg>
        <pc:spChg chg="add mod">
          <ac:chgData name="清翔太郎" userId="c699a3f4-7097-4aed-9c73-2a143519adc0" providerId="ADAL" clId="{5E6E9AA1-B18B-490A-9DE5-BBF4300A3A85}" dt="2025-03-24T09:10:11.061" v="13628" actId="14100"/>
          <ac:spMkLst>
            <pc:docMk/>
            <pc:sldMk cId="1546094605" sldId="2147376026"/>
            <ac:spMk id="15" creationId="{D36EDB2F-9F8A-2AFC-1138-EC3A24C48BE8}"/>
          </ac:spMkLst>
        </pc:spChg>
        <pc:spChg chg="mod">
          <ac:chgData name="清翔太郎" userId="c699a3f4-7097-4aed-9c73-2a143519adc0" providerId="ADAL" clId="{5E6E9AA1-B18B-490A-9DE5-BBF4300A3A85}" dt="2025-03-24T11:44:39.153" v="15946" actId="313"/>
          <ac:spMkLst>
            <pc:docMk/>
            <pc:sldMk cId="1546094605" sldId="2147376026"/>
            <ac:spMk id="17" creationId="{097845E0-AD0B-43F3-9764-C0C333684FF1}"/>
          </ac:spMkLst>
        </pc:spChg>
        <pc:spChg chg="add mod">
          <ac:chgData name="清翔太郎" userId="c699a3f4-7097-4aed-9c73-2a143519adc0" providerId="ADAL" clId="{5E6E9AA1-B18B-490A-9DE5-BBF4300A3A85}" dt="2025-03-24T11:07:02.739" v="15107" actId="14100"/>
          <ac:spMkLst>
            <pc:docMk/>
            <pc:sldMk cId="1546094605" sldId="2147376026"/>
            <ac:spMk id="18" creationId="{6B1B86CC-BEFB-DEFA-7519-CBC45C975F26}"/>
          </ac:spMkLst>
        </pc:spChg>
        <pc:spChg chg="mod">
          <ac:chgData name="清翔太郎" userId="c699a3f4-7097-4aed-9c73-2a143519adc0" providerId="ADAL" clId="{5E6E9AA1-B18B-490A-9DE5-BBF4300A3A85}" dt="2025-03-24T01:29:49.029" v="5664" actId="14100"/>
          <ac:spMkLst>
            <pc:docMk/>
            <pc:sldMk cId="1546094605" sldId="2147376026"/>
            <ac:spMk id="19" creationId="{D6FCD47E-19F2-5F2D-D11F-96180EBEC41B}"/>
          </ac:spMkLst>
        </pc:spChg>
        <pc:spChg chg="add del mod">
          <ac:chgData name="清翔太郎" userId="c699a3f4-7097-4aed-9c73-2a143519adc0" providerId="ADAL" clId="{5E6E9AA1-B18B-490A-9DE5-BBF4300A3A85}" dt="2025-03-24T08:51:24.641" v="12747" actId="478"/>
          <ac:spMkLst>
            <pc:docMk/>
            <pc:sldMk cId="1546094605" sldId="2147376026"/>
            <ac:spMk id="22" creationId="{D796372F-F9B6-B11C-7DBE-68E3C498ACFF}"/>
          </ac:spMkLst>
        </pc:spChg>
        <pc:spChg chg="del">
          <ac:chgData name="清翔太郎" userId="c699a3f4-7097-4aed-9c73-2a143519adc0" providerId="ADAL" clId="{5E6E9AA1-B18B-490A-9DE5-BBF4300A3A85}" dt="2025-03-24T08:51:10.345" v="12718" actId="478"/>
          <ac:spMkLst>
            <pc:docMk/>
            <pc:sldMk cId="1546094605" sldId="2147376026"/>
            <ac:spMk id="32" creationId="{EB372DC2-2905-4A9F-4A9D-C8C42138A4AB}"/>
          </ac:spMkLst>
        </pc:spChg>
        <pc:spChg chg="mod">
          <ac:chgData name="清翔太郎" userId="c699a3f4-7097-4aed-9c73-2a143519adc0" providerId="ADAL" clId="{5E6E9AA1-B18B-490A-9DE5-BBF4300A3A85}" dt="2025-03-24T08:51:42.887" v="12772" actId="20577"/>
          <ac:spMkLst>
            <pc:docMk/>
            <pc:sldMk cId="1546094605" sldId="2147376026"/>
            <ac:spMk id="34" creationId="{A86BD630-CA4C-0B2A-386F-A4474D0EB4C4}"/>
          </ac:spMkLst>
        </pc:spChg>
        <pc:spChg chg="mod">
          <ac:chgData name="清翔太郎" userId="c699a3f4-7097-4aed-9c73-2a143519adc0" providerId="ADAL" clId="{5E6E9AA1-B18B-490A-9DE5-BBF4300A3A85}" dt="2025-03-23T07:38:21.123" v="4899" actId="2711"/>
          <ac:spMkLst>
            <pc:docMk/>
            <pc:sldMk cId="1546094605" sldId="2147376026"/>
            <ac:spMk id="35" creationId="{F4816731-6734-F426-2074-A0BA9A9E69E5}"/>
          </ac:spMkLst>
        </pc:spChg>
        <pc:spChg chg="add mod">
          <ac:chgData name="清翔太郎" userId="c699a3f4-7097-4aed-9c73-2a143519adc0" providerId="ADAL" clId="{5E6E9AA1-B18B-490A-9DE5-BBF4300A3A85}" dt="2025-03-23T07:38:21.123" v="4899" actId="2711"/>
          <ac:spMkLst>
            <pc:docMk/>
            <pc:sldMk cId="1546094605" sldId="2147376026"/>
            <ac:spMk id="36" creationId="{B06C9B07-CD5F-EE1E-BBC4-52A68CC827E7}"/>
          </ac:spMkLst>
        </pc:spChg>
        <pc:spChg chg="add mod">
          <ac:chgData name="清翔太郎" userId="c699a3f4-7097-4aed-9c73-2a143519adc0" providerId="ADAL" clId="{5E6E9AA1-B18B-490A-9DE5-BBF4300A3A85}" dt="2025-03-23T07:22:32.086" v="3918"/>
          <ac:spMkLst>
            <pc:docMk/>
            <pc:sldMk cId="1546094605" sldId="2147376026"/>
            <ac:spMk id="37" creationId="{FBEFA53D-2CA8-BAC2-1599-DD7DC06EF7B6}"/>
          </ac:spMkLst>
        </pc:spChg>
        <pc:spChg chg="mod">
          <ac:chgData name="清翔太郎" userId="c699a3f4-7097-4aed-9c73-2a143519adc0" providerId="ADAL" clId="{5E6E9AA1-B18B-490A-9DE5-BBF4300A3A85}" dt="2025-03-23T07:38:21.123" v="4899" actId="2711"/>
          <ac:spMkLst>
            <pc:docMk/>
            <pc:sldMk cId="1546094605" sldId="2147376026"/>
            <ac:spMk id="39" creationId="{2CC4AFB3-0F66-C0A6-0CF9-FDE317ABC194}"/>
          </ac:spMkLst>
        </pc:spChg>
        <pc:spChg chg="mod">
          <ac:chgData name="清翔太郎" userId="c699a3f4-7097-4aed-9c73-2a143519adc0" providerId="ADAL" clId="{5E6E9AA1-B18B-490A-9DE5-BBF4300A3A85}" dt="2025-03-23T07:38:21.123" v="4899" actId="2711"/>
          <ac:spMkLst>
            <pc:docMk/>
            <pc:sldMk cId="1546094605" sldId="2147376026"/>
            <ac:spMk id="40" creationId="{2984F2BB-4B81-04C1-E019-E08F6B151419}"/>
          </ac:spMkLst>
        </pc:spChg>
        <pc:spChg chg="del">
          <ac:chgData name="清翔太郎" userId="c699a3f4-7097-4aed-9c73-2a143519adc0" providerId="ADAL" clId="{5E6E9AA1-B18B-490A-9DE5-BBF4300A3A85}" dt="2025-03-24T08:51:48.004" v="12774" actId="478"/>
          <ac:spMkLst>
            <pc:docMk/>
            <pc:sldMk cId="1546094605" sldId="2147376026"/>
            <ac:spMk id="41" creationId="{2761830E-2BAE-667C-A9BE-7907EE3389AD}"/>
          </ac:spMkLst>
        </pc:spChg>
        <pc:spChg chg="add del mod">
          <ac:chgData name="清翔太郎" userId="c699a3f4-7097-4aed-9c73-2a143519adc0" providerId="ADAL" clId="{5E6E9AA1-B18B-490A-9DE5-BBF4300A3A85}" dt="2025-03-24T08:51:49.409" v="12775" actId="478"/>
          <ac:spMkLst>
            <pc:docMk/>
            <pc:sldMk cId="1546094605" sldId="2147376026"/>
            <ac:spMk id="42" creationId="{7BC7BF6C-D65C-6B96-23E0-947141EEE132}"/>
          </ac:spMkLst>
        </pc:spChg>
        <pc:spChg chg="del mod">
          <ac:chgData name="清翔太郎" userId="c699a3f4-7097-4aed-9c73-2a143519adc0" providerId="ADAL" clId="{5E6E9AA1-B18B-490A-9DE5-BBF4300A3A85}" dt="2025-03-24T08:52:16.759" v="12807" actId="478"/>
          <ac:spMkLst>
            <pc:docMk/>
            <pc:sldMk cId="1546094605" sldId="2147376026"/>
            <ac:spMk id="43" creationId="{2B998A32-D8E8-98C7-4E93-694103EE3F13}"/>
          </ac:spMkLst>
        </pc:spChg>
        <pc:spChg chg="add del mod">
          <ac:chgData name="清翔太郎" userId="c699a3f4-7097-4aed-9c73-2a143519adc0" providerId="ADAL" clId="{5E6E9AA1-B18B-490A-9DE5-BBF4300A3A85}" dt="2025-03-24T08:52:15.480" v="12806" actId="478"/>
          <ac:spMkLst>
            <pc:docMk/>
            <pc:sldMk cId="1546094605" sldId="2147376026"/>
            <ac:spMk id="44" creationId="{E520EA72-2724-E23D-2A7A-F1ED2A614D16}"/>
          </ac:spMkLst>
        </pc:spChg>
        <pc:spChg chg="mod">
          <ac:chgData name="清翔太郎" userId="c699a3f4-7097-4aed-9c73-2a143519adc0" providerId="ADAL" clId="{5E6E9AA1-B18B-490A-9DE5-BBF4300A3A85}" dt="2025-03-24T08:55:58.445" v="12968" actId="1035"/>
          <ac:spMkLst>
            <pc:docMk/>
            <pc:sldMk cId="1546094605" sldId="2147376026"/>
            <ac:spMk id="45" creationId="{73019F18-EF19-90AE-CC70-9E988CA2623E}"/>
          </ac:spMkLst>
        </pc:spChg>
        <pc:spChg chg="mod">
          <ac:chgData name="清翔太郎" userId="c699a3f4-7097-4aed-9c73-2a143519adc0" providerId="ADAL" clId="{5E6E9AA1-B18B-490A-9DE5-BBF4300A3A85}" dt="2025-03-24T08:55:58.445" v="12968" actId="1035"/>
          <ac:spMkLst>
            <pc:docMk/>
            <pc:sldMk cId="1546094605" sldId="2147376026"/>
            <ac:spMk id="47" creationId="{CDC5AC81-3F63-9CFF-3322-B11C1989A65B}"/>
          </ac:spMkLst>
        </pc:spChg>
        <pc:spChg chg="mod">
          <ac:chgData name="清翔太郎" userId="c699a3f4-7097-4aed-9c73-2a143519adc0" providerId="ADAL" clId="{5E6E9AA1-B18B-490A-9DE5-BBF4300A3A85}" dt="2025-03-24T09:12:08.613" v="13757"/>
          <ac:spMkLst>
            <pc:docMk/>
            <pc:sldMk cId="1546094605" sldId="2147376026"/>
            <ac:spMk id="49" creationId="{5BADDD90-E37E-86AB-2CBC-5698BE2AAFB5}"/>
          </ac:spMkLst>
        </pc:spChg>
        <pc:spChg chg="add mod">
          <ac:chgData name="清翔太郎" userId="c699a3f4-7097-4aed-9c73-2a143519adc0" providerId="ADAL" clId="{5E6E9AA1-B18B-490A-9DE5-BBF4300A3A85}" dt="2025-03-24T01:48:39.467" v="6371" actId="20577"/>
          <ac:spMkLst>
            <pc:docMk/>
            <pc:sldMk cId="1546094605" sldId="2147376026"/>
            <ac:spMk id="50" creationId="{FC260F2C-F8F7-C5CF-3616-814C14252A4F}"/>
          </ac:spMkLst>
        </pc:spChg>
        <pc:spChg chg="add mod">
          <ac:chgData name="清翔太郎" userId="c699a3f4-7097-4aed-9c73-2a143519adc0" providerId="ADAL" clId="{5E6E9AA1-B18B-490A-9DE5-BBF4300A3A85}" dt="2025-03-23T07:38:21.123" v="4899" actId="2711"/>
          <ac:spMkLst>
            <pc:docMk/>
            <pc:sldMk cId="1546094605" sldId="2147376026"/>
            <ac:spMk id="51" creationId="{3E66B764-C5FD-6768-CBC2-F19A51B0077E}"/>
          </ac:spMkLst>
        </pc:spChg>
        <pc:spChg chg="add mod">
          <ac:chgData name="清翔太郎" userId="c699a3f4-7097-4aed-9c73-2a143519adc0" providerId="ADAL" clId="{5E6E9AA1-B18B-490A-9DE5-BBF4300A3A85}" dt="2025-03-23T07:22:32.086" v="3918"/>
          <ac:spMkLst>
            <pc:docMk/>
            <pc:sldMk cId="1546094605" sldId="2147376026"/>
            <ac:spMk id="52" creationId="{CB79F611-496E-46F6-C1F9-DAD15867656C}"/>
          </ac:spMkLst>
        </pc:spChg>
        <pc:spChg chg="mod">
          <ac:chgData name="清翔太郎" userId="c699a3f4-7097-4aed-9c73-2a143519adc0" providerId="ADAL" clId="{5E6E9AA1-B18B-490A-9DE5-BBF4300A3A85}" dt="2025-03-24T09:11:57.142" v="13745" actId="14100"/>
          <ac:spMkLst>
            <pc:docMk/>
            <pc:sldMk cId="1546094605" sldId="2147376026"/>
            <ac:spMk id="55" creationId="{C2B78780-C890-7CC1-F855-F1E334366BCE}"/>
          </ac:spMkLst>
        </pc:spChg>
        <pc:spChg chg="mod">
          <ac:chgData name="清翔太郎" userId="c699a3f4-7097-4aed-9c73-2a143519adc0" providerId="ADAL" clId="{5E6E9AA1-B18B-490A-9DE5-BBF4300A3A85}" dt="2025-03-24T08:55:58.445" v="12968" actId="1035"/>
          <ac:spMkLst>
            <pc:docMk/>
            <pc:sldMk cId="1546094605" sldId="2147376026"/>
            <ac:spMk id="56" creationId="{CFAB7055-A92B-D39E-5526-F1E076F47974}"/>
          </ac:spMkLst>
        </pc:spChg>
        <pc:spChg chg="add mod">
          <ac:chgData name="清翔太郎" userId="c699a3f4-7097-4aed-9c73-2a143519adc0" providerId="ADAL" clId="{5E6E9AA1-B18B-490A-9DE5-BBF4300A3A85}" dt="2025-03-23T07:23:29" v="3963" actId="14100"/>
          <ac:spMkLst>
            <pc:docMk/>
            <pc:sldMk cId="1546094605" sldId="2147376026"/>
            <ac:spMk id="57" creationId="{D214CCF7-1940-39DB-5835-BB8D5319765C}"/>
          </ac:spMkLst>
        </pc:spChg>
        <pc:graphicFrameChg chg="mod modGraphic">
          <ac:chgData name="清翔太郎" userId="c699a3f4-7097-4aed-9c73-2a143519adc0" providerId="ADAL" clId="{5E6E9AA1-B18B-490A-9DE5-BBF4300A3A85}" dt="2025-03-24T01:48:59.899" v="6402"/>
          <ac:graphicFrameMkLst>
            <pc:docMk/>
            <pc:sldMk cId="1546094605" sldId="2147376026"/>
            <ac:graphicFrameMk id="7" creationId="{3E1E9AEF-5BF2-E2C6-8439-F70A9359A578}"/>
          </ac:graphicFrameMkLst>
        </pc:graphicFrameChg>
      </pc:sldChg>
      <pc:sldChg chg="del">
        <pc:chgData name="清翔太郎" userId="c699a3f4-7097-4aed-9c73-2a143519adc0" providerId="ADAL" clId="{5E6E9AA1-B18B-490A-9DE5-BBF4300A3A85}" dt="2025-03-23T07:12:08.778" v="3612" actId="2696"/>
        <pc:sldMkLst>
          <pc:docMk/>
          <pc:sldMk cId="4213243192" sldId="2147376027"/>
        </pc:sldMkLst>
      </pc:sldChg>
      <pc:sldChg chg="del">
        <pc:chgData name="清翔太郎" userId="c699a3f4-7097-4aed-9c73-2a143519adc0" providerId="ADAL" clId="{5E6E9AA1-B18B-490A-9DE5-BBF4300A3A85}" dt="2025-03-23T07:15:11.462" v="3765" actId="2696"/>
        <pc:sldMkLst>
          <pc:docMk/>
          <pc:sldMk cId="672658341" sldId="2147376028"/>
        </pc:sldMkLst>
      </pc:sldChg>
      <pc:sldChg chg="addSp delSp modSp del mod ord modShow">
        <pc:chgData name="清翔太郎" userId="c699a3f4-7097-4aed-9c73-2a143519adc0" providerId="ADAL" clId="{5E6E9AA1-B18B-490A-9DE5-BBF4300A3A85}" dt="2025-03-24T11:43:27.087" v="15932" actId="2696"/>
        <pc:sldMkLst>
          <pc:docMk/>
          <pc:sldMk cId="3697445948" sldId="2147376029"/>
        </pc:sldMkLst>
        <pc:spChg chg="add del mod">
          <ac:chgData name="清翔太郎" userId="c699a3f4-7097-4aed-9c73-2a143519adc0" providerId="ADAL" clId="{5E6E9AA1-B18B-490A-9DE5-BBF4300A3A85}" dt="2025-03-24T06:58:34.418" v="8328" actId="478"/>
          <ac:spMkLst>
            <pc:docMk/>
            <pc:sldMk cId="3697445948" sldId="2147376029"/>
            <ac:spMk id="2" creationId="{B82935C3-BA70-E080-6582-FB570B76D699}"/>
          </ac:spMkLst>
        </pc:spChg>
        <pc:spChg chg="mod">
          <ac:chgData name="清翔太郎" userId="c699a3f4-7097-4aed-9c73-2a143519adc0" providerId="ADAL" clId="{5E6E9AA1-B18B-490A-9DE5-BBF4300A3A85}" dt="2025-03-24T06:59:35.108" v="8399"/>
          <ac:spMkLst>
            <pc:docMk/>
            <pc:sldMk cId="3697445948" sldId="2147376029"/>
            <ac:spMk id="4" creationId="{9C7F8C86-06C7-1C16-18F3-C81B75BBAC24}"/>
          </ac:spMkLst>
        </pc:spChg>
        <pc:spChg chg="mod">
          <ac:chgData name="清翔太郎" userId="c699a3f4-7097-4aed-9c73-2a143519adc0" providerId="ADAL" clId="{5E6E9AA1-B18B-490A-9DE5-BBF4300A3A85}" dt="2025-03-24T07:00:57.215" v="8525" actId="20577"/>
          <ac:spMkLst>
            <pc:docMk/>
            <pc:sldMk cId="3697445948" sldId="2147376029"/>
            <ac:spMk id="5" creationId="{B4685D31-3B88-84B1-5847-CC35B9E5C95E}"/>
          </ac:spMkLst>
        </pc:spChg>
        <pc:spChg chg="mod">
          <ac:chgData name="清翔太郎" userId="c699a3f4-7097-4aed-9c73-2a143519adc0" providerId="ADAL" clId="{5E6E9AA1-B18B-490A-9DE5-BBF4300A3A85}" dt="2025-03-24T08:59:19.684" v="13217" actId="20577"/>
          <ac:spMkLst>
            <pc:docMk/>
            <pc:sldMk cId="3697445948" sldId="2147376029"/>
            <ac:spMk id="10" creationId="{C56D647D-C0C7-A4B1-978A-303AA1F282FA}"/>
          </ac:spMkLst>
        </pc:spChg>
        <pc:spChg chg="mod">
          <ac:chgData name="清翔太郎" userId="c699a3f4-7097-4aed-9c73-2a143519adc0" providerId="ADAL" clId="{5E6E9AA1-B18B-490A-9DE5-BBF4300A3A85}" dt="2025-03-24T06:27:17.928" v="7364" actId="20577"/>
          <ac:spMkLst>
            <pc:docMk/>
            <pc:sldMk cId="3697445948" sldId="2147376029"/>
            <ac:spMk id="29" creationId="{F2DA02CB-06AE-F725-35E9-344FC6C59553}"/>
          </ac:spMkLst>
        </pc:spChg>
        <pc:spChg chg="mod">
          <ac:chgData name="清翔太郎" userId="c699a3f4-7097-4aed-9c73-2a143519adc0" providerId="ADAL" clId="{5E6E9AA1-B18B-490A-9DE5-BBF4300A3A85}" dt="2025-03-24T06:27:15.555" v="7362" actId="20577"/>
          <ac:spMkLst>
            <pc:docMk/>
            <pc:sldMk cId="3697445948" sldId="2147376029"/>
            <ac:spMk id="35" creationId="{03A084FE-5100-119F-5016-569E7C1733AA}"/>
          </ac:spMkLst>
        </pc:spChg>
        <pc:spChg chg="add mod">
          <ac:chgData name="清翔太郎" userId="c699a3f4-7097-4aed-9c73-2a143519adc0" providerId="ADAL" clId="{5E6E9AA1-B18B-490A-9DE5-BBF4300A3A85}" dt="2025-03-24T07:05:45.903" v="8804" actId="1076"/>
          <ac:spMkLst>
            <pc:docMk/>
            <pc:sldMk cId="3697445948" sldId="2147376029"/>
            <ac:spMk id="40" creationId="{29CB7EF7-F8CD-9B3E-2175-89B3B8EB47E7}"/>
          </ac:spMkLst>
        </pc:spChg>
        <pc:spChg chg="add mod">
          <ac:chgData name="清翔太郎" userId="c699a3f4-7097-4aed-9c73-2a143519adc0" providerId="ADAL" clId="{5E6E9AA1-B18B-490A-9DE5-BBF4300A3A85}" dt="2025-03-24T07:05:39.167" v="8803" actId="1076"/>
          <ac:spMkLst>
            <pc:docMk/>
            <pc:sldMk cId="3697445948" sldId="2147376029"/>
            <ac:spMk id="43" creationId="{B83FF165-05C4-14FC-3305-4FCB542E6935}"/>
          </ac:spMkLst>
        </pc:spChg>
        <pc:spChg chg="add mod">
          <ac:chgData name="清翔太郎" userId="c699a3f4-7097-4aed-9c73-2a143519adc0" providerId="ADAL" clId="{5E6E9AA1-B18B-490A-9DE5-BBF4300A3A85}" dt="2025-03-24T01:27:14.247" v="5550" actId="1076"/>
          <ac:spMkLst>
            <pc:docMk/>
            <pc:sldMk cId="3697445948" sldId="2147376029"/>
            <ac:spMk id="44" creationId="{E1C9D442-AE7B-BF78-9BA1-1B01A8392CCA}"/>
          </ac:spMkLst>
        </pc:spChg>
        <pc:spChg chg="add mod">
          <ac:chgData name="清翔太郎" userId="c699a3f4-7097-4aed-9c73-2a143519adc0" providerId="ADAL" clId="{5E6E9AA1-B18B-490A-9DE5-BBF4300A3A85}" dt="2025-03-24T01:27:14.247" v="5550" actId="1076"/>
          <ac:spMkLst>
            <pc:docMk/>
            <pc:sldMk cId="3697445948" sldId="2147376029"/>
            <ac:spMk id="46" creationId="{96FC0714-D1C9-8AAA-8FB3-A8C898747396}"/>
          </ac:spMkLst>
        </pc:spChg>
        <pc:grpChg chg="add mod">
          <ac:chgData name="清翔太郎" userId="c699a3f4-7097-4aed-9c73-2a143519adc0" providerId="ADAL" clId="{5E6E9AA1-B18B-490A-9DE5-BBF4300A3A85}" dt="2025-03-24T07:05:39.167" v="8803" actId="1076"/>
          <ac:grpSpMkLst>
            <pc:docMk/>
            <pc:sldMk cId="3697445948" sldId="2147376029"/>
            <ac:grpSpMk id="3" creationId="{2F249568-1AE6-1F14-97E1-84E4A1FFD28D}"/>
          </ac:grpSpMkLst>
        </pc:grpChg>
        <pc:grpChg chg="add mod">
          <ac:chgData name="清翔太郎" userId="c699a3f4-7097-4aed-9c73-2a143519adc0" providerId="ADAL" clId="{5E6E9AA1-B18B-490A-9DE5-BBF4300A3A85}" dt="2025-03-24T07:05:45.903" v="8804" actId="1076"/>
          <ac:grpSpMkLst>
            <pc:docMk/>
            <pc:sldMk cId="3697445948" sldId="2147376029"/>
            <ac:grpSpMk id="27" creationId="{8E72D67E-6B55-2BA1-1187-2F5461F151EF}"/>
          </ac:grpSpMkLst>
        </pc:grpChg>
        <pc:grpChg chg="add del mod">
          <ac:chgData name="清翔太郎" userId="c699a3f4-7097-4aed-9c73-2a143519adc0" providerId="ADAL" clId="{5E6E9AA1-B18B-490A-9DE5-BBF4300A3A85}" dt="2025-03-24T01:27:14.247" v="5550" actId="1076"/>
          <ac:grpSpMkLst>
            <pc:docMk/>
            <pc:sldMk cId="3697445948" sldId="2147376029"/>
            <ac:grpSpMk id="33" creationId="{CA32ADC1-76EF-EEBC-F658-150C582D0959}"/>
          </ac:grpSpMkLst>
        </pc:grpChg>
      </pc:sldChg>
      <pc:sldChg chg="addSp delSp modSp add mod">
        <pc:chgData name="清翔太郎" userId="c699a3f4-7097-4aed-9c73-2a143519adc0" providerId="ADAL" clId="{5E6E9AA1-B18B-490A-9DE5-BBF4300A3A85}" dt="2025-03-24T10:00:16.198" v="14763" actId="1076"/>
        <pc:sldMkLst>
          <pc:docMk/>
          <pc:sldMk cId="945547376" sldId="2147376030"/>
        </pc:sldMkLst>
        <pc:spChg chg="add del mod">
          <ac:chgData name="清翔太郎" userId="c699a3f4-7097-4aed-9c73-2a143519adc0" providerId="ADAL" clId="{5E6E9AA1-B18B-490A-9DE5-BBF4300A3A85}" dt="2025-03-24T07:02:02.743" v="8535" actId="478"/>
          <ac:spMkLst>
            <pc:docMk/>
            <pc:sldMk cId="945547376" sldId="2147376030"/>
            <ac:spMk id="2" creationId="{A5215782-79A4-FA25-047C-BAAAF5A6F112}"/>
          </ac:spMkLst>
        </pc:spChg>
        <pc:spChg chg="add mod">
          <ac:chgData name="清翔太郎" userId="c699a3f4-7097-4aed-9c73-2a143519adc0" providerId="ADAL" clId="{5E6E9AA1-B18B-490A-9DE5-BBF4300A3A85}" dt="2025-03-24T10:00:08.445" v="14761" actId="1036"/>
          <ac:spMkLst>
            <pc:docMk/>
            <pc:sldMk cId="945547376" sldId="2147376030"/>
            <ac:spMk id="3" creationId="{0A2463D8-DDF0-3A26-3397-FCBBD10D941D}"/>
          </ac:spMkLst>
        </pc:spChg>
        <pc:spChg chg="add mod">
          <ac:chgData name="清翔太郎" userId="c699a3f4-7097-4aed-9c73-2a143519adc0" providerId="ADAL" clId="{5E6E9AA1-B18B-490A-9DE5-BBF4300A3A85}" dt="2025-03-24T10:00:08.445" v="14761" actId="1036"/>
          <ac:spMkLst>
            <pc:docMk/>
            <pc:sldMk cId="945547376" sldId="2147376030"/>
            <ac:spMk id="4" creationId="{95216BF4-05AF-007D-ECED-0177AFF33B12}"/>
          </ac:spMkLst>
        </pc:spChg>
        <pc:spChg chg="add mod">
          <ac:chgData name="清翔太郎" userId="c699a3f4-7097-4aed-9c73-2a143519adc0" providerId="ADAL" clId="{5E6E9AA1-B18B-490A-9DE5-BBF4300A3A85}" dt="2025-03-24T10:00:08.445" v="14761" actId="1036"/>
          <ac:spMkLst>
            <pc:docMk/>
            <pc:sldMk cId="945547376" sldId="2147376030"/>
            <ac:spMk id="5" creationId="{5C1A535A-0926-FFAD-137E-85500C367F02}"/>
          </ac:spMkLst>
        </pc:spChg>
        <pc:spChg chg="add mod">
          <ac:chgData name="清翔太郎" userId="c699a3f4-7097-4aed-9c73-2a143519adc0" providerId="ADAL" clId="{5E6E9AA1-B18B-490A-9DE5-BBF4300A3A85}" dt="2025-03-24T10:00:08.445" v="14761" actId="1036"/>
          <ac:spMkLst>
            <pc:docMk/>
            <pc:sldMk cId="945547376" sldId="2147376030"/>
            <ac:spMk id="6" creationId="{F8B4D226-4D9C-FB5B-8C53-D8481442516D}"/>
          </ac:spMkLst>
        </pc:spChg>
        <pc:spChg chg="mod">
          <ac:chgData name="清翔太郎" userId="c699a3f4-7097-4aed-9c73-2a143519adc0" providerId="ADAL" clId="{5E6E9AA1-B18B-490A-9DE5-BBF4300A3A85}" dt="2025-03-23T07:36:50.923" v="4887" actId="2711"/>
          <ac:spMkLst>
            <pc:docMk/>
            <pc:sldMk cId="945547376" sldId="2147376030"/>
            <ac:spMk id="7" creationId="{DFD31E10-C48F-EA12-C87D-95299E7C3859}"/>
          </ac:spMkLst>
        </pc:spChg>
        <pc:spChg chg="add mod">
          <ac:chgData name="清翔太郎" userId="c699a3f4-7097-4aed-9c73-2a143519adc0" providerId="ADAL" clId="{5E6E9AA1-B18B-490A-9DE5-BBF4300A3A85}" dt="2025-03-24T10:00:16.198" v="14763" actId="1076"/>
          <ac:spMkLst>
            <pc:docMk/>
            <pc:sldMk cId="945547376" sldId="2147376030"/>
            <ac:spMk id="8" creationId="{48CD1F25-E942-8091-CE4B-83D90341AB85}"/>
          </ac:spMkLst>
        </pc:spChg>
        <pc:spChg chg="add mod ord">
          <ac:chgData name="清翔太郎" userId="c699a3f4-7097-4aed-9c73-2a143519adc0" providerId="ADAL" clId="{5E6E9AA1-B18B-490A-9DE5-BBF4300A3A85}" dt="2025-03-24T10:00:08.445" v="14761" actId="1036"/>
          <ac:spMkLst>
            <pc:docMk/>
            <pc:sldMk cId="945547376" sldId="2147376030"/>
            <ac:spMk id="9" creationId="{F0610843-22B2-1061-585F-B7CEE578A4EB}"/>
          </ac:spMkLst>
        </pc:spChg>
        <pc:spChg chg="mod">
          <ac:chgData name="清翔太郎" userId="c699a3f4-7097-4aed-9c73-2a143519adc0" providerId="ADAL" clId="{5E6E9AA1-B18B-490A-9DE5-BBF4300A3A85}" dt="2025-03-24T08:59:33.297" v="13221" actId="20577"/>
          <ac:spMkLst>
            <pc:docMk/>
            <pc:sldMk cId="945547376" sldId="2147376030"/>
            <ac:spMk id="10" creationId="{AB13F937-48EC-258A-F3BE-5A6389EA9E6D}"/>
          </ac:spMkLst>
        </pc:spChg>
        <pc:spChg chg="add mod">
          <ac:chgData name="清翔太郎" userId="c699a3f4-7097-4aed-9c73-2a143519adc0" providerId="ADAL" clId="{5E6E9AA1-B18B-490A-9DE5-BBF4300A3A85}" dt="2025-03-24T10:00:08.445" v="14761" actId="1036"/>
          <ac:spMkLst>
            <pc:docMk/>
            <pc:sldMk cId="945547376" sldId="2147376030"/>
            <ac:spMk id="13" creationId="{77F369D4-8FF9-1605-647C-D3C4B5C6FB32}"/>
          </ac:spMkLst>
        </pc:spChg>
        <pc:spChg chg="add mod">
          <ac:chgData name="清翔太郎" userId="c699a3f4-7097-4aed-9c73-2a143519adc0" providerId="ADAL" clId="{5E6E9AA1-B18B-490A-9DE5-BBF4300A3A85}" dt="2025-03-24T10:00:08.445" v="14761" actId="1036"/>
          <ac:spMkLst>
            <pc:docMk/>
            <pc:sldMk cId="945547376" sldId="2147376030"/>
            <ac:spMk id="14" creationId="{BE3EE2CC-9A5B-BF59-8448-82A578494F06}"/>
          </ac:spMkLst>
        </pc:spChg>
        <pc:spChg chg="add mod">
          <ac:chgData name="清翔太郎" userId="c699a3f4-7097-4aed-9c73-2a143519adc0" providerId="ADAL" clId="{5E6E9AA1-B18B-490A-9DE5-BBF4300A3A85}" dt="2025-03-24T10:00:08.445" v="14761" actId="1036"/>
          <ac:spMkLst>
            <pc:docMk/>
            <pc:sldMk cId="945547376" sldId="2147376030"/>
            <ac:spMk id="15" creationId="{97EAD04C-79DD-B595-9AB3-363114D9CBC8}"/>
          </ac:spMkLst>
        </pc:spChg>
        <pc:spChg chg="add del mod">
          <ac:chgData name="清翔太郎" userId="c699a3f4-7097-4aed-9c73-2a143519adc0" providerId="ADAL" clId="{5E6E9AA1-B18B-490A-9DE5-BBF4300A3A85}" dt="2025-03-24T10:00:02.646" v="14735" actId="21"/>
          <ac:spMkLst>
            <pc:docMk/>
            <pc:sldMk cId="945547376" sldId="2147376030"/>
            <ac:spMk id="16" creationId="{48CD1F25-E942-8091-CE4B-83D90341AB85}"/>
          </ac:spMkLst>
        </pc:spChg>
        <pc:spChg chg="mod">
          <ac:chgData name="清翔太郎" userId="c699a3f4-7097-4aed-9c73-2a143519adc0" providerId="ADAL" clId="{5E6E9AA1-B18B-490A-9DE5-BBF4300A3A85}" dt="2025-03-23T07:36:50.923" v="4887" actId="2711"/>
          <ac:spMkLst>
            <pc:docMk/>
            <pc:sldMk cId="945547376" sldId="2147376030"/>
            <ac:spMk id="17" creationId="{776B241C-6426-4AC0-6565-5C51E52404CD}"/>
          </ac:spMkLst>
        </pc:spChg>
        <pc:spChg chg="mod topLvl">
          <ac:chgData name="清翔太郎" userId="c699a3f4-7097-4aed-9c73-2a143519adc0" providerId="ADAL" clId="{5E6E9AA1-B18B-490A-9DE5-BBF4300A3A85}" dt="2025-03-24T07:01:57.485" v="8534" actId="20577"/>
          <ac:spMkLst>
            <pc:docMk/>
            <pc:sldMk cId="945547376" sldId="2147376030"/>
            <ac:spMk id="28" creationId="{1A2CCABA-4907-9B08-AAE1-1054DAF536D4}"/>
          </ac:spMkLst>
        </pc:spChg>
        <pc:spChg chg="del mod topLvl">
          <ac:chgData name="清翔太郎" userId="c699a3f4-7097-4aed-9c73-2a143519adc0" providerId="ADAL" clId="{5E6E9AA1-B18B-490A-9DE5-BBF4300A3A85}" dt="2025-03-24T07:01:24.308" v="8531" actId="478"/>
          <ac:spMkLst>
            <pc:docMk/>
            <pc:sldMk cId="945547376" sldId="2147376030"/>
            <ac:spMk id="29" creationId="{293D1B85-4DED-6D44-42F9-439D7111728A}"/>
          </ac:spMkLst>
        </pc:spChg>
        <pc:grpChg chg="del">
          <ac:chgData name="清翔太郎" userId="c699a3f4-7097-4aed-9c73-2a143519adc0" providerId="ADAL" clId="{5E6E9AA1-B18B-490A-9DE5-BBF4300A3A85}" dt="2025-03-24T07:01:24.308" v="8531" actId="478"/>
          <ac:grpSpMkLst>
            <pc:docMk/>
            <pc:sldMk cId="945547376" sldId="2147376030"/>
            <ac:grpSpMk id="27" creationId="{84545D74-3B0E-E119-865A-86F7FFB94ECF}"/>
          </ac:grpSpMkLst>
        </pc:grpChg>
        <pc:picChg chg="add mod">
          <ac:chgData name="清翔太郎" userId="c699a3f4-7097-4aed-9c73-2a143519adc0" providerId="ADAL" clId="{5E6E9AA1-B18B-490A-9DE5-BBF4300A3A85}" dt="2025-03-24T10:00:08.445" v="14761" actId="1036"/>
          <ac:picMkLst>
            <pc:docMk/>
            <pc:sldMk cId="945547376" sldId="2147376030"/>
            <ac:picMk id="19" creationId="{35771B00-A153-FF41-1286-71427AB9054B}"/>
          </ac:picMkLst>
        </pc:picChg>
      </pc:sldChg>
      <pc:sldChg chg="addSp delSp modSp add mod ord">
        <pc:chgData name="清翔太郎" userId="c699a3f4-7097-4aed-9c73-2a143519adc0" providerId="ADAL" clId="{5E6E9AA1-B18B-490A-9DE5-BBF4300A3A85}" dt="2025-03-24T09:55:20.831" v="14732" actId="1076"/>
        <pc:sldMkLst>
          <pc:docMk/>
          <pc:sldMk cId="3821940618" sldId="2147376031"/>
        </pc:sldMkLst>
        <pc:spChg chg="add mod">
          <ac:chgData name="清翔太郎" userId="c699a3f4-7097-4aed-9c73-2a143519adc0" providerId="ADAL" clId="{5E6E9AA1-B18B-490A-9DE5-BBF4300A3A85}" dt="2025-03-23T06:27:09.227" v="2429"/>
          <ac:spMkLst>
            <pc:docMk/>
            <pc:sldMk cId="3821940618" sldId="2147376031"/>
            <ac:spMk id="2" creationId="{786550E1-50F9-9258-9634-5962BBAA0322}"/>
          </ac:spMkLst>
        </pc:spChg>
        <pc:spChg chg="mod">
          <ac:chgData name="清翔太郎" userId="c699a3f4-7097-4aed-9c73-2a143519adc0" providerId="ADAL" clId="{5E6E9AA1-B18B-490A-9DE5-BBF4300A3A85}" dt="2025-03-23T07:37:09.587" v="4889" actId="2711"/>
          <ac:spMkLst>
            <pc:docMk/>
            <pc:sldMk cId="3821940618" sldId="2147376031"/>
            <ac:spMk id="7" creationId="{27D27EA0-EDA4-BF2D-AEAB-8E0E820C5EB2}"/>
          </ac:spMkLst>
        </pc:spChg>
        <pc:spChg chg="mod">
          <ac:chgData name="清翔太郎" userId="c699a3f4-7097-4aed-9c73-2a143519adc0" providerId="ADAL" clId="{5E6E9AA1-B18B-490A-9DE5-BBF4300A3A85}" dt="2025-03-24T08:59:25.975" v="13219" actId="20577"/>
          <ac:spMkLst>
            <pc:docMk/>
            <pc:sldMk cId="3821940618" sldId="2147376031"/>
            <ac:spMk id="10" creationId="{7AC219E6-D225-DDB8-026A-5849BA6D2F47}"/>
          </ac:spMkLst>
        </pc:spChg>
        <pc:spChg chg="mod">
          <ac:chgData name="清翔太郎" userId="c699a3f4-7097-4aed-9c73-2a143519adc0" providerId="ADAL" clId="{5E6E9AA1-B18B-490A-9DE5-BBF4300A3A85}" dt="2025-03-23T07:37:09.587" v="4889" actId="2711"/>
          <ac:spMkLst>
            <pc:docMk/>
            <pc:sldMk cId="3821940618" sldId="2147376031"/>
            <ac:spMk id="16" creationId="{7C6AFDB4-77A3-BF2A-C439-BA98D87FE3D7}"/>
          </ac:spMkLst>
        </pc:spChg>
        <pc:spChg chg="mod">
          <ac:chgData name="清翔太郎" userId="c699a3f4-7097-4aed-9c73-2a143519adc0" providerId="ADAL" clId="{5E6E9AA1-B18B-490A-9DE5-BBF4300A3A85}" dt="2025-03-23T07:37:09.587" v="4889" actId="2711"/>
          <ac:spMkLst>
            <pc:docMk/>
            <pc:sldMk cId="3821940618" sldId="2147376031"/>
            <ac:spMk id="17" creationId="{E2E9708A-7813-C47C-43B3-A43C432F11B7}"/>
          </ac:spMkLst>
        </pc:spChg>
        <pc:spChg chg="add mod">
          <ac:chgData name="清翔太郎" userId="c699a3f4-7097-4aed-9c73-2a143519adc0" providerId="ADAL" clId="{5E6E9AA1-B18B-490A-9DE5-BBF4300A3A85}" dt="2025-03-23T07:37:18.769" v="4891" actId="14100"/>
          <ac:spMkLst>
            <pc:docMk/>
            <pc:sldMk cId="3821940618" sldId="2147376031"/>
            <ac:spMk id="22" creationId="{7C3FB62D-E5B6-58C4-5F07-615EBB50A049}"/>
          </ac:spMkLst>
        </pc:spChg>
        <pc:spChg chg="add mod">
          <ac:chgData name="清翔太郎" userId="c699a3f4-7097-4aed-9c73-2a143519adc0" providerId="ADAL" clId="{5E6E9AA1-B18B-490A-9DE5-BBF4300A3A85}" dt="2025-03-23T07:37:09.587" v="4889" actId="2711"/>
          <ac:spMkLst>
            <pc:docMk/>
            <pc:sldMk cId="3821940618" sldId="2147376031"/>
            <ac:spMk id="23" creationId="{BF55ED22-E6BB-B7E4-506E-81979EBD9E78}"/>
          </ac:spMkLst>
        </pc:spChg>
        <pc:spChg chg="add mod">
          <ac:chgData name="清翔太郎" userId="c699a3f4-7097-4aed-9c73-2a143519adc0" providerId="ADAL" clId="{5E6E9AA1-B18B-490A-9DE5-BBF4300A3A85}" dt="2025-03-23T07:37:09.587" v="4889" actId="2711"/>
          <ac:spMkLst>
            <pc:docMk/>
            <pc:sldMk cId="3821940618" sldId="2147376031"/>
            <ac:spMk id="24" creationId="{A1F90D42-B7E5-82A0-3694-D2262621F47D}"/>
          </ac:spMkLst>
        </pc:spChg>
        <pc:spChg chg="mod topLvl">
          <ac:chgData name="清翔太郎" userId="c699a3f4-7097-4aed-9c73-2a143519adc0" providerId="ADAL" clId="{5E6E9AA1-B18B-490A-9DE5-BBF4300A3A85}" dt="2025-03-24T07:01:41.941" v="8532" actId="11530"/>
          <ac:spMkLst>
            <pc:docMk/>
            <pc:sldMk cId="3821940618" sldId="2147376031"/>
            <ac:spMk id="26" creationId="{A7E0508F-B97F-DDA4-E7B6-961EC8E24FD7}"/>
          </ac:spMkLst>
        </pc:spChg>
        <pc:spChg chg="mod topLvl">
          <ac:chgData name="清翔太郎" userId="c699a3f4-7097-4aed-9c73-2a143519adc0" providerId="ADAL" clId="{5E6E9AA1-B18B-490A-9DE5-BBF4300A3A85}" dt="2025-03-24T07:01:41.941" v="8532" actId="11530"/>
          <ac:spMkLst>
            <pc:docMk/>
            <pc:sldMk cId="3821940618" sldId="2147376031"/>
            <ac:spMk id="28" creationId="{68FB5518-8D9D-1E0A-2387-1F54B3203A2D}"/>
          </ac:spMkLst>
        </pc:spChg>
        <pc:spChg chg="del mod topLvl">
          <ac:chgData name="清翔太郎" userId="c699a3f4-7097-4aed-9c73-2a143519adc0" providerId="ADAL" clId="{5E6E9AA1-B18B-490A-9DE5-BBF4300A3A85}" dt="2025-03-24T07:01:18.788" v="8529" actId="478"/>
          <ac:spMkLst>
            <pc:docMk/>
            <pc:sldMk cId="3821940618" sldId="2147376031"/>
            <ac:spMk id="29" creationId="{F42D61A7-42C1-5CE0-E112-B0C29608A06A}"/>
          </ac:spMkLst>
        </pc:spChg>
        <pc:spChg chg="del mod topLvl">
          <ac:chgData name="清翔太郎" userId="c699a3f4-7097-4aed-9c73-2a143519adc0" providerId="ADAL" clId="{5E6E9AA1-B18B-490A-9DE5-BBF4300A3A85}" dt="2025-03-24T07:01:21.126" v="8530" actId="478"/>
          <ac:spMkLst>
            <pc:docMk/>
            <pc:sldMk cId="3821940618" sldId="2147376031"/>
            <ac:spMk id="30" creationId="{D6168A8F-8135-EE20-14FE-DB3B985D0B7A}"/>
          </ac:spMkLst>
        </pc:spChg>
        <pc:spChg chg="add del mod">
          <ac:chgData name="清翔太郎" userId="c699a3f4-7097-4aed-9c73-2a143519adc0" providerId="ADAL" clId="{5E6E9AA1-B18B-490A-9DE5-BBF4300A3A85}" dt="2025-03-24T09:55:20.831" v="14732" actId="1076"/>
          <ac:spMkLst>
            <pc:docMk/>
            <pc:sldMk cId="3821940618" sldId="2147376031"/>
            <ac:spMk id="31" creationId="{4207AC05-1F18-40BB-CA9E-2252677A0E69}"/>
          </ac:spMkLst>
        </pc:spChg>
        <pc:spChg chg="add mod">
          <ac:chgData name="清翔太郎" userId="c699a3f4-7097-4aed-9c73-2a143519adc0" providerId="ADAL" clId="{5E6E9AA1-B18B-490A-9DE5-BBF4300A3A85}" dt="2025-03-24T09:55:14.762" v="14731" actId="1076"/>
          <ac:spMkLst>
            <pc:docMk/>
            <pc:sldMk cId="3821940618" sldId="2147376031"/>
            <ac:spMk id="32" creationId="{C93DEA03-8655-86FE-811C-391DE21A911E}"/>
          </ac:spMkLst>
        </pc:spChg>
        <pc:spChg chg="add mod">
          <ac:chgData name="清翔太郎" userId="c699a3f4-7097-4aed-9c73-2a143519adc0" providerId="ADAL" clId="{5E6E9AA1-B18B-490A-9DE5-BBF4300A3A85}" dt="2025-03-23T07:37:32.274" v="4894" actId="14100"/>
          <ac:spMkLst>
            <pc:docMk/>
            <pc:sldMk cId="3821940618" sldId="2147376031"/>
            <ac:spMk id="33" creationId="{76C2CC72-CE2E-253D-4474-E98F4256550C}"/>
          </ac:spMkLst>
        </pc:spChg>
        <pc:spChg chg="add mod">
          <ac:chgData name="清翔太郎" userId="c699a3f4-7097-4aed-9c73-2a143519adc0" providerId="ADAL" clId="{5E6E9AA1-B18B-490A-9DE5-BBF4300A3A85}" dt="2025-03-23T07:37:09.587" v="4889" actId="2711"/>
          <ac:spMkLst>
            <pc:docMk/>
            <pc:sldMk cId="3821940618" sldId="2147376031"/>
            <ac:spMk id="37" creationId="{9DBB8257-D43C-9FEA-3BE5-BD437F5E26FD}"/>
          </ac:spMkLst>
        </pc:spChg>
        <pc:spChg chg="add mod">
          <ac:chgData name="清翔太郎" userId="c699a3f4-7097-4aed-9c73-2a143519adc0" providerId="ADAL" clId="{5E6E9AA1-B18B-490A-9DE5-BBF4300A3A85}" dt="2025-03-23T06:55:59.594" v="3153"/>
          <ac:spMkLst>
            <pc:docMk/>
            <pc:sldMk cId="3821940618" sldId="2147376031"/>
            <ac:spMk id="38" creationId="{E7DC9778-9CBD-1A62-6539-8413DD91CCA7}"/>
          </ac:spMkLst>
        </pc:spChg>
        <pc:spChg chg="add mod">
          <ac:chgData name="清翔太郎" userId="c699a3f4-7097-4aed-9c73-2a143519adc0" providerId="ADAL" clId="{5E6E9AA1-B18B-490A-9DE5-BBF4300A3A85}" dt="2025-03-23T07:37:09.587" v="4889" actId="2711"/>
          <ac:spMkLst>
            <pc:docMk/>
            <pc:sldMk cId="3821940618" sldId="2147376031"/>
            <ac:spMk id="39" creationId="{563616EE-0E2A-85EF-B1C3-0B1F29CC971C}"/>
          </ac:spMkLst>
        </pc:spChg>
        <pc:spChg chg="add mod">
          <ac:chgData name="清翔太郎" userId="c699a3f4-7097-4aed-9c73-2a143519adc0" providerId="ADAL" clId="{5E6E9AA1-B18B-490A-9DE5-BBF4300A3A85}" dt="2025-03-23T06:58:37.457" v="3263" actId="1076"/>
          <ac:spMkLst>
            <pc:docMk/>
            <pc:sldMk cId="3821940618" sldId="2147376031"/>
            <ac:spMk id="42" creationId="{2367615D-BAE5-5489-20DE-B69F2E14CD42}"/>
          </ac:spMkLst>
        </pc:spChg>
        <pc:spChg chg="mod">
          <ac:chgData name="清翔太郎" userId="c699a3f4-7097-4aed-9c73-2a143519adc0" providerId="ADAL" clId="{5E6E9AA1-B18B-490A-9DE5-BBF4300A3A85}" dt="2025-03-23T07:37:41.190" v="4896" actId="404"/>
          <ac:spMkLst>
            <pc:docMk/>
            <pc:sldMk cId="3821940618" sldId="2147376031"/>
            <ac:spMk id="45" creationId="{05E38BDA-C3B6-AED1-4930-082E04C7FCD6}"/>
          </ac:spMkLst>
        </pc:spChg>
        <pc:grpChg chg="add del mod">
          <ac:chgData name="清翔太郎" userId="c699a3f4-7097-4aed-9c73-2a143519adc0" providerId="ADAL" clId="{5E6E9AA1-B18B-490A-9DE5-BBF4300A3A85}" dt="2025-03-24T07:01:21.126" v="8530" actId="478"/>
          <ac:grpSpMkLst>
            <pc:docMk/>
            <pc:sldMk cId="3821940618" sldId="2147376031"/>
            <ac:grpSpMk id="25" creationId="{774784AC-4C4C-0A80-3031-15B518D494B2}"/>
          </ac:grpSpMkLst>
        </pc:grpChg>
        <pc:grpChg chg="del">
          <ac:chgData name="清翔太郎" userId="c699a3f4-7097-4aed-9c73-2a143519adc0" providerId="ADAL" clId="{5E6E9AA1-B18B-490A-9DE5-BBF4300A3A85}" dt="2025-03-24T07:01:18.788" v="8529" actId="478"/>
          <ac:grpSpMkLst>
            <pc:docMk/>
            <pc:sldMk cId="3821940618" sldId="2147376031"/>
            <ac:grpSpMk id="27" creationId="{3DBB90BF-0C97-1194-1BDA-07326183CE3C}"/>
          </ac:grpSpMkLst>
        </pc:grpChg>
        <pc:grpChg chg="add mod">
          <ac:chgData name="清翔太郎" userId="c699a3f4-7097-4aed-9c73-2a143519adc0" providerId="ADAL" clId="{5E6E9AA1-B18B-490A-9DE5-BBF4300A3A85}" dt="2025-03-23T06:58:30.273" v="3261" actId="1076"/>
          <ac:grpSpMkLst>
            <pc:docMk/>
            <pc:sldMk cId="3821940618" sldId="2147376031"/>
            <ac:grpSpMk id="43" creationId="{F3096B39-1444-0C7B-32AC-70EA6551170D}"/>
          </ac:grpSpMkLst>
        </pc:grpChg>
        <pc:picChg chg="add mod">
          <ac:chgData name="清翔太郎" userId="c699a3f4-7097-4aed-9c73-2a143519adc0" providerId="ADAL" clId="{5E6E9AA1-B18B-490A-9DE5-BBF4300A3A85}" dt="2025-03-23T06:58:35.370" v="3262" actId="1076"/>
          <ac:picMkLst>
            <pc:docMk/>
            <pc:sldMk cId="3821940618" sldId="2147376031"/>
            <ac:picMk id="40" creationId="{1D685799-08E5-0865-7848-5532EAC2D741}"/>
          </ac:picMkLst>
        </pc:picChg>
        <pc:picChg chg="mod">
          <ac:chgData name="清翔太郎" userId="c699a3f4-7097-4aed-9c73-2a143519adc0" providerId="ADAL" clId="{5E6E9AA1-B18B-490A-9DE5-BBF4300A3A85}" dt="2025-03-23T06:58:30.273" v="3261" actId="1076"/>
          <ac:picMkLst>
            <pc:docMk/>
            <pc:sldMk cId="3821940618" sldId="2147376031"/>
            <ac:picMk id="44" creationId="{27CB30C8-917C-19C3-2193-0E1F430F4378}"/>
          </ac:picMkLst>
        </pc:picChg>
      </pc:sldChg>
      <pc:sldChg chg="addSp delSp modSp add mod">
        <pc:chgData name="清翔太郎" userId="c699a3f4-7097-4aed-9c73-2a143519adc0" providerId="ADAL" clId="{5E6E9AA1-B18B-490A-9DE5-BBF4300A3A85}" dt="2025-03-24T11:44:27.449" v="15940" actId="313"/>
        <pc:sldMkLst>
          <pc:docMk/>
          <pc:sldMk cId="3269860137" sldId="2147376032"/>
        </pc:sldMkLst>
        <pc:spChg chg="mod">
          <ac:chgData name="清翔太郎" userId="c699a3f4-7097-4aed-9c73-2a143519adc0" providerId="ADAL" clId="{5E6E9AA1-B18B-490A-9DE5-BBF4300A3A85}" dt="2025-03-23T07:03:08.189" v="3346" actId="3064"/>
          <ac:spMkLst>
            <pc:docMk/>
            <pc:sldMk cId="3269860137" sldId="2147376032"/>
            <ac:spMk id="4" creationId="{E1FABA12-2FF0-8E33-F7C0-BF071421C3C6}"/>
          </ac:spMkLst>
        </pc:spChg>
        <pc:spChg chg="mod">
          <ac:chgData name="清翔太郎" userId="c699a3f4-7097-4aed-9c73-2a143519adc0" providerId="ADAL" clId="{5E6E9AA1-B18B-490A-9DE5-BBF4300A3A85}" dt="2025-03-23T07:38:00.473" v="4897" actId="2711"/>
          <ac:spMkLst>
            <pc:docMk/>
            <pc:sldMk cId="3269860137" sldId="2147376032"/>
            <ac:spMk id="5" creationId="{8998B873-F4F2-F42A-3BB9-ADDFE5F5CF94}"/>
          </ac:spMkLst>
        </pc:spChg>
        <pc:spChg chg="mod">
          <ac:chgData name="清翔太郎" userId="c699a3f4-7097-4aed-9c73-2a143519adc0" providerId="ADAL" clId="{5E6E9AA1-B18B-490A-9DE5-BBF4300A3A85}" dt="2025-03-24T11:44:25.833" v="15939" actId="313"/>
          <ac:spMkLst>
            <pc:docMk/>
            <pc:sldMk cId="3269860137" sldId="2147376032"/>
            <ac:spMk id="8" creationId="{B47B0B6D-1B33-BEE4-9CCC-FC57FD368ED7}"/>
          </ac:spMkLst>
        </pc:spChg>
        <pc:spChg chg="mod">
          <ac:chgData name="清翔太郎" userId="c699a3f4-7097-4aed-9c73-2a143519adc0" providerId="ADAL" clId="{5E6E9AA1-B18B-490A-9DE5-BBF4300A3A85}" dt="2025-03-23T07:38:00.473" v="4897" actId="2711"/>
          <ac:spMkLst>
            <pc:docMk/>
            <pc:sldMk cId="3269860137" sldId="2147376032"/>
            <ac:spMk id="9" creationId="{C7B6444A-150F-F216-29D5-81A1DF546E6B}"/>
          </ac:spMkLst>
        </pc:spChg>
        <pc:spChg chg="mod">
          <ac:chgData name="清翔太郎" userId="c699a3f4-7097-4aed-9c73-2a143519adc0" providerId="ADAL" clId="{5E6E9AA1-B18B-490A-9DE5-BBF4300A3A85}" dt="2025-03-24T09:00:11.436" v="13225" actId="20577"/>
          <ac:spMkLst>
            <pc:docMk/>
            <pc:sldMk cId="3269860137" sldId="2147376032"/>
            <ac:spMk id="10" creationId="{42AA775A-6579-5E0B-C066-CF8C40EBCFAB}"/>
          </ac:spMkLst>
        </pc:spChg>
        <pc:spChg chg="mod">
          <ac:chgData name="清翔太郎" userId="c699a3f4-7097-4aed-9c73-2a143519adc0" providerId="ADAL" clId="{5E6E9AA1-B18B-490A-9DE5-BBF4300A3A85}" dt="2025-03-24T07:20:20.104" v="9278" actId="20577"/>
          <ac:spMkLst>
            <pc:docMk/>
            <pc:sldMk cId="3269860137" sldId="2147376032"/>
            <ac:spMk id="12" creationId="{92DDCABF-B499-9046-0EA4-9144EFDF180E}"/>
          </ac:spMkLst>
        </pc:spChg>
        <pc:spChg chg="mod">
          <ac:chgData name="清翔太郎" userId="c699a3f4-7097-4aed-9c73-2a143519adc0" providerId="ADAL" clId="{5E6E9AA1-B18B-490A-9DE5-BBF4300A3A85}" dt="2025-03-23T07:03:19.264" v="3350" actId="3064"/>
          <ac:spMkLst>
            <pc:docMk/>
            <pc:sldMk cId="3269860137" sldId="2147376032"/>
            <ac:spMk id="15" creationId="{906AE684-1733-FFCA-21FF-1025B5E82133}"/>
          </ac:spMkLst>
        </pc:spChg>
        <pc:spChg chg="add del mod">
          <ac:chgData name="清翔太郎" userId="c699a3f4-7097-4aed-9c73-2a143519adc0" providerId="ADAL" clId="{5E6E9AA1-B18B-490A-9DE5-BBF4300A3A85}" dt="2025-03-24T07:20:24.274" v="9279" actId="478"/>
          <ac:spMkLst>
            <pc:docMk/>
            <pc:sldMk cId="3269860137" sldId="2147376032"/>
            <ac:spMk id="16" creationId="{B20461BC-6B51-B3FB-F396-5331D174285E}"/>
          </ac:spMkLst>
        </pc:spChg>
        <pc:spChg chg="mod">
          <ac:chgData name="清翔太郎" userId="c699a3f4-7097-4aed-9c73-2a143519adc0" providerId="ADAL" clId="{5E6E9AA1-B18B-490A-9DE5-BBF4300A3A85}" dt="2025-03-23T07:03:54.045" v="3359" actId="20577"/>
          <ac:spMkLst>
            <pc:docMk/>
            <pc:sldMk cId="3269860137" sldId="2147376032"/>
            <ac:spMk id="18" creationId="{DDDCB9EE-7170-2CC4-CBC2-F371BA594BE1}"/>
          </ac:spMkLst>
        </pc:spChg>
        <pc:spChg chg="mod">
          <ac:chgData name="清翔太郎" userId="c699a3f4-7097-4aed-9c73-2a143519adc0" providerId="ADAL" clId="{5E6E9AA1-B18B-490A-9DE5-BBF4300A3A85}" dt="2025-03-23T07:38:00.473" v="4897" actId="2711"/>
          <ac:spMkLst>
            <pc:docMk/>
            <pc:sldMk cId="3269860137" sldId="2147376032"/>
            <ac:spMk id="20" creationId="{B69CC198-5C2A-F858-CEA3-665853554B8E}"/>
          </ac:spMkLst>
        </pc:spChg>
        <pc:spChg chg="mod">
          <ac:chgData name="清翔太郎" userId="c699a3f4-7097-4aed-9c73-2a143519adc0" providerId="ADAL" clId="{5E6E9AA1-B18B-490A-9DE5-BBF4300A3A85}" dt="2025-03-23T07:38:00.473" v="4897" actId="2711"/>
          <ac:spMkLst>
            <pc:docMk/>
            <pc:sldMk cId="3269860137" sldId="2147376032"/>
            <ac:spMk id="21" creationId="{E9586051-F3D2-3C3C-34E8-5542BB327B28}"/>
          </ac:spMkLst>
        </pc:spChg>
        <pc:spChg chg="add del mod">
          <ac:chgData name="清翔太郎" userId="c699a3f4-7097-4aed-9c73-2a143519adc0" providerId="ADAL" clId="{5E6E9AA1-B18B-490A-9DE5-BBF4300A3A85}" dt="2025-03-24T07:21:38.343" v="9285" actId="478"/>
          <ac:spMkLst>
            <pc:docMk/>
            <pc:sldMk cId="3269860137" sldId="2147376032"/>
            <ac:spMk id="22" creationId="{709A57E6-591F-DE7F-CDB5-7518B11A02F5}"/>
          </ac:spMkLst>
        </pc:spChg>
        <pc:spChg chg="mod">
          <ac:chgData name="清翔太郎" userId="c699a3f4-7097-4aed-9c73-2a143519adc0" providerId="ADAL" clId="{5E6E9AA1-B18B-490A-9DE5-BBF4300A3A85}" dt="2025-03-24T08:40:14.197" v="12574" actId="1076"/>
          <ac:spMkLst>
            <pc:docMk/>
            <pc:sldMk cId="3269860137" sldId="2147376032"/>
            <ac:spMk id="34" creationId="{85CEA174-6520-66AA-21B8-6719208C7358}"/>
          </ac:spMkLst>
        </pc:spChg>
        <pc:spChg chg="add mod">
          <ac:chgData name="清翔太郎" userId="c699a3f4-7097-4aed-9c73-2a143519adc0" providerId="ADAL" clId="{5E6E9AA1-B18B-490A-9DE5-BBF4300A3A85}" dt="2025-03-24T08:40:14.197" v="12574" actId="1076"/>
          <ac:spMkLst>
            <pc:docMk/>
            <pc:sldMk cId="3269860137" sldId="2147376032"/>
            <ac:spMk id="35" creationId="{7A240E64-E28D-C66D-243F-C1F7A5C309B0}"/>
          </ac:spMkLst>
        </pc:spChg>
        <pc:spChg chg="del mod">
          <ac:chgData name="清翔太郎" userId="c699a3f4-7097-4aed-9c73-2a143519adc0" providerId="ADAL" clId="{5E6E9AA1-B18B-490A-9DE5-BBF4300A3A85}" dt="2025-03-24T07:20:26.977" v="9280" actId="478"/>
          <ac:spMkLst>
            <pc:docMk/>
            <pc:sldMk cId="3269860137" sldId="2147376032"/>
            <ac:spMk id="36" creationId="{2A5093FD-9AB7-CAB4-A932-7FF1EB044FEA}"/>
          </ac:spMkLst>
        </pc:spChg>
        <pc:spChg chg="mod">
          <ac:chgData name="清翔太郎" userId="c699a3f4-7097-4aed-9c73-2a143519adc0" providerId="ADAL" clId="{5E6E9AA1-B18B-490A-9DE5-BBF4300A3A85}" dt="2025-03-24T08:40:14.197" v="12574" actId="1076"/>
          <ac:spMkLst>
            <pc:docMk/>
            <pc:sldMk cId="3269860137" sldId="2147376032"/>
            <ac:spMk id="41" creationId="{9BEA9627-172B-B972-1A1B-6CB4DE77638D}"/>
          </ac:spMkLst>
        </pc:spChg>
        <pc:spChg chg="add mod">
          <ac:chgData name="清翔太郎" userId="c699a3f4-7097-4aed-9c73-2a143519adc0" providerId="ADAL" clId="{5E6E9AA1-B18B-490A-9DE5-BBF4300A3A85}" dt="2025-03-24T08:40:14.197" v="12574" actId="1076"/>
          <ac:spMkLst>
            <pc:docMk/>
            <pc:sldMk cId="3269860137" sldId="2147376032"/>
            <ac:spMk id="46" creationId="{0AC9E8AE-049B-1112-AAA0-3B1E50B2B004}"/>
          </ac:spMkLst>
        </pc:spChg>
        <pc:spChg chg="mod">
          <ac:chgData name="清翔太郎" userId="c699a3f4-7097-4aed-9c73-2a143519adc0" providerId="ADAL" clId="{5E6E9AA1-B18B-490A-9DE5-BBF4300A3A85}" dt="2025-03-24T08:40:14.197" v="12574" actId="1076"/>
          <ac:spMkLst>
            <pc:docMk/>
            <pc:sldMk cId="3269860137" sldId="2147376032"/>
            <ac:spMk id="48" creationId="{B66C8DE5-4393-C041-631F-6DC0B605FEF9}"/>
          </ac:spMkLst>
        </pc:spChg>
        <pc:spChg chg="add mod">
          <ac:chgData name="清翔太郎" userId="c699a3f4-7097-4aed-9c73-2a143519adc0" providerId="ADAL" clId="{5E6E9AA1-B18B-490A-9DE5-BBF4300A3A85}" dt="2025-03-24T11:44:27.449" v="15940" actId="313"/>
          <ac:spMkLst>
            <pc:docMk/>
            <pc:sldMk cId="3269860137" sldId="2147376032"/>
            <ac:spMk id="52" creationId="{7E5EE1A2-CF27-77B5-37CD-9CED76B94D00}"/>
          </ac:spMkLst>
        </pc:spChg>
        <pc:spChg chg="mod">
          <ac:chgData name="清翔太郎" userId="c699a3f4-7097-4aed-9c73-2a143519adc0" providerId="ADAL" clId="{5E6E9AA1-B18B-490A-9DE5-BBF4300A3A85}" dt="2025-03-23T07:38:00.473" v="4897" actId="2711"/>
          <ac:spMkLst>
            <pc:docMk/>
            <pc:sldMk cId="3269860137" sldId="2147376032"/>
            <ac:spMk id="54" creationId="{E0136F34-7694-6238-1426-48EF94B150B8}"/>
          </ac:spMkLst>
        </pc:spChg>
        <pc:spChg chg="mod">
          <ac:chgData name="清翔太郎" userId="c699a3f4-7097-4aed-9c73-2a143519adc0" providerId="ADAL" clId="{5E6E9AA1-B18B-490A-9DE5-BBF4300A3A85}" dt="2025-03-23T07:03:45.594" v="3353" actId="20577"/>
          <ac:spMkLst>
            <pc:docMk/>
            <pc:sldMk cId="3269860137" sldId="2147376032"/>
            <ac:spMk id="55" creationId="{B149103E-4323-76FB-1DF4-BEE54A01E776}"/>
          </ac:spMkLst>
        </pc:spChg>
        <pc:spChg chg="mod">
          <ac:chgData name="清翔太郎" userId="c699a3f4-7097-4aed-9c73-2a143519adc0" providerId="ADAL" clId="{5E6E9AA1-B18B-490A-9DE5-BBF4300A3A85}" dt="2025-03-24T09:02:23.728" v="13289" actId="20577"/>
          <ac:spMkLst>
            <pc:docMk/>
            <pc:sldMk cId="3269860137" sldId="2147376032"/>
            <ac:spMk id="56" creationId="{82433466-9F2E-8E50-D6D1-5D19B8321374}"/>
          </ac:spMkLst>
        </pc:spChg>
        <pc:spChg chg="add mod">
          <ac:chgData name="清翔太郎" userId="c699a3f4-7097-4aed-9c73-2a143519adc0" providerId="ADAL" clId="{5E6E9AA1-B18B-490A-9DE5-BBF4300A3A85}" dt="2025-03-24T08:40:14.197" v="12574" actId="1076"/>
          <ac:spMkLst>
            <pc:docMk/>
            <pc:sldMk cId="3269860137" sldId="2147376032"/>
            <ac:spMk id="57" creationId="{3D44861A-8F34-BEBC-4302-7648D1A5B35E}"/>
          </ac:spMkLst>
        </pc:spChg>
        <pc:spChg chg="add mod">
          <ac:chgData name="清翔太郎" userId="c699a3f4-7097-4aed-9c73-2a143519adc0" providerId="ADAL" clId="{5E6E9AA1-B18B-490A-9DE5-BBF4300A3A85}" dt="2025-03-24T08:40:14.197" v="12574" actId="1076"/>
          <ac:spMkLst>
            <pc:docMk/>
            <pc:sldMk cId="3269860137" sldId="2147376032"/>
            <ac:spMk id="58" creationId="{EA04B84F-3C8D-8D86-409C-F85EF50F60D9}"/>
          </ac:spMkLst>
        </pc:spChg>
        <pc:spChg chg="add mod">
          <ac:chgData name="清翔太郎" userId="c699a3f4-7097-4aed-9c73-2a143519adc0" providerId="ADAL" clId="{5E6E9AA1-B18B-490A-9DE5-BBF4300A3A85}" dt="2025-03-24T08:40:14.197" v="12574" actId="1076"/>
          <ac:spMkLst>
            <pc:docMk/>
            <pc:sldMk cId="3269860137" sldId="2147376032"/>
            <ac:spMk id="59" creationId="{F9D96388-1DC7-7090-81B2-B9B0AB75E36C}"/>
          </ac:spMkLst>
        </pc:spChg>
        <pc:spChg chg="add del mod">
          <ac:chgData name="清翔太郎" userId="c699a3f4-7097-4aed-9c73-2a143519adc0" providerId="ADAL" clId="{5E6E9AA1-B18B-490A-9DE5-BBF4300A3A85}" dt="2025-03-24T07:20:29.608" v="9281" actId="478"/>
          <ac:spMkLst>
            <pc:docMk/>
            <pc:sldMk cId="3269860137" sldId="2147376032"/>
            <ac:spMk id="60" creationId="{C4C1AC01-C0A3-8AD4-8ECD-20553A461F8E}"/>
          </ac:spMkLst>
        </pc:spChg>
        <pc:spChg chg="add mod">
          <ac:chgData name="清翔太郎" userId="c699a3f4-7097-4aed-9c73-2a143519adc0" providerId="ADAL" clId="{5E6E9AA1-B18B-490A-9DE5-BBF4300A3A85}" dt="2025-03-24T07:20:45.677" v="9284" actId="1076"/>
          <ac:spMkLst>
            <pc:docMk/>
            <pc:sldMk cId="3269860137" sldId="2147376032"/>
            <ac:spMk id="61" creationId="{422AB689-3D4F-3008-9D79-FDB7AC7BD40F}"/>
          </ac:spMkLst>
        </pc:spChg>
        <pc:spChg chg="add mod">
          <ac:chgData name="清翔太郎" userId="c699a3f4-7097-4aed-9c73-2a143519adc0" providerId="ADAL" clId="{5E6E9AA1-B18B-490A-9DE5-BBF4300A3A85}" dt="2025-03-24T07:20:45.677" v="9284" actId="1076"/>
          <ac:spMkLst>
            <pc:docMk/>
            <pc:sldMk cId="3269860137" sldId="2147376032"/>
            <ac:spMk id="62" creationId="{FA4A3EC8-E730-F184-4680-F35DE86ABA62}"/>
          </ac:spMkLst>
        </pc:spChg>
        <pc:grpChg chg="mod">
          <ac:chgData name="清翔太郎" userId="c699a3f4-7097-4aed-9c73-2a143519adc0" providerId="ADAL" clId="{5E6E9AA1-B18B-490A-9DE5-BBF4300A3A85}" dt="2025-03-23T07:01:25.057" v="3330" actId="1076"/>
          <ac:grpSpMkLst>
            <pc:docMk/>
            <pc:sldMk cId="3269860137" sldId="2147376032"/>
            <ac:grpSpMk id="3" creationId="{9F065088-D6E3-DC95-3055-C1C62AF6267D}"/>
          </ac:grpSpMkLst>
        </pc:grpChg>
        <pc:grpChg chg="mod">
          <ac:chgData name="清翔太郎" userId="c699a3f4-7097-4aed-9c73-2a143519adc0" providerId="ADAL" clId="{5E6E9AA1-B18B-490A-9DE5-BBF4300A3A85}" dt="2025-03-23T07:01:38.669" v="3331" actId="1076"/>
          <ac:grpSpMkLst>
            <pc:docMk/>
            <pc:sldMk cId="3269860137" sldId="2147376032"/>
            <ac:grpSpMk id="6" creationId="{6118E463-4793-0FD2-10FE-BBA99796BB07}"/>
          </ac:grpSpMkLst>
        </pc:grpChg>
        <pc:grpChg chg="del mod">
          <ac:chgData name="清翔太郎" userId="c699a3f4-7097-4aed-9c73-2a143519adc0" providerId="ADAL" clId="{5E6E9AA1-B18B-490A-9DE5-BBF4300A3A85}" dt="2025-03-24T07:20:26.977" v="9280" actId="478"/>
          <ac:grpSpMkLst>
            <pc:docMk/>
            <pc:sldMk cId="3269860137" sldId="2147376032"/>
            <ac:grpSpMk id="11" creationId="{9EF712E1-34D3-7D3A-9427-A96B0884AF46}"/>
          </ac:grpSpMkLst>
        </pc:grpChg>
        <pc:grpChg chg="mod">
          <ac:chgData name="清翔太郎" userId="c699a3f4-7097-4aed-9c73-2a143519adc0" providerId="ADAL" clId="{5E6E9AA1-B18B-490A-9DE5-BBF4300A3A85}" dt="2025-03-24T07:20:45.677" v="9284" actId="1076"/>
          <ac:grpSpMkLst>
            <pc:docMk/>
            <pc:sldMk cId="3269860137" sldId="2147376032"/>
            <ac:grpSpMk id="14" creationId="{058B160B-A338-9D60-378A-69B118CE6F06}"/>
          </ac:grpSpMkLst>
        </pc:grpChg>
        <pc:grpChg chg="mod">
          <ac:chgData name="清翔太郎" userId="c699a3f4-7097-4aed-9c73-2a143519adc0" providerId="ADAL" clId="{5E6E9AA1-B18B-490A-9DE5-BBF4300A3A85}" dt="2025-03-24T07:20:45.677" v="9284" actId="1076"/>
          <ac:grpSpMkLst>
            <pc:docMk/>
            <pc:sldMk cId="3269860137" sldId="2147376032"/>
            <ac:grpSpMk id="19" creationId="{EF570B7E-98C0-F231-8B68-A4525413909D}"/>
          </ac:grpSpMkLst>
        </pc:grpChg>
        <pc:grpChg chg="mod">
          <ac:chgData name="清翔太郎" userId="c699a3f4-7097-4aed-9c73-2a143519adc0" providerId="ADAL" clId="{5E6E9AA1-B18B-490A-9DE5-BBF4300A3A85}" dt="2025-03-23T07:01:38.669" v="3331" actId="1076"/>
          <ac:grpSpMkLst>
            <pc:docMk/>
            <pc:sldMk cId="3269860137" sldId="2147376032"/>
            <ac:grpSpMk id="53" creationId="{019F9E58-0E07-B420-8248-A65CB6599E1A}"/>
          </ac:grpSpMkLst>
        </pc:grpChg>
        <pc:cxnChg chg="mod">
          <ac:chgData name="清翔太郎" userId="c699a3f4-7097-4aed-9c73-2a143519adc0" providerId="ADAL" clId="{5E6E9AA1-B18B-490A-9DE5-BBF4300A3A85}" dt="2025-03-24T07:20:45.677" v="9284" actId="1076"/>
          <ac:cxnSpMkLst>
            <pc:docMk/>
            <pc:sldMk cId="3269860137" sldId="2147376032"/>
            <ac:cxnSpMk id="47" creationId="{6B498F04-91E5-6888-9A6D-9C4F89B1E8C5}"/>
          </ac:cxnSpMkLst>
        </pc:cxnChg>
      </pc:sldChg>
      <pc:sldChg chg="addSp delSp modSp add del mod">
        <pc:chgData name="清翔太郎" userId="c699a3f4-7097-4aed-9c73-2a143519adc0" providerId="ADAL" clId="{5E6E9AA1-B18B-490A-9DE5-BBF4300A3A85}" dt="2025-03-24T00:34:45.882" v="5099" actId="2696"/>
        <pc:sldMkLst>
          <pc:docMk/>
          <pc:sldMk cId="1012976670" sldId="2147376033"/>
        </pc:sldMkLst>
      </pc:sldChg>
      <pc:sldChg chg="addSp delSp modSp add mod">
        <pc:chgData name="清翔太郎" userId="c699a3f4-7097-4aed-9c73-2a143519adc0" providerId="ADAL" clId="{5E6E9AA1-B18B-490A-9DE5-BBF4300A3A85}" dt="2025-03-24T11:46:32.481" v="15976" actId="20577"/>
        <pc:sldMkLst>
          <pc:docMk/>
          <pc:sldMk cId="1439915500" sldId="2147376034"/>
        </pc:sldMkLst>
        <pc:spChg chg="add del">
          <ac:chgData name="清翔太郎" userId="c699a3f4-7097-4aed-9c73-2a143519adc0" providerId="ADAL" clId="{5E6E9AA1-B18B-490A-9DE5-BBF4300A3A85}" dt="2025-03-24T01:08:38.277" v="5317" actId="21"/>
          <ac:spMkLst>
            <pc:docMk/>
            <pc:sldMk cId="1439915500" sldId="2147376034"/>
            <ac:spMk id="2" creationId="{C6CB2F21-1315-8FFC-B624-67FE42A6857D}"/>
          </ac:spMkLst>
        </pc:spChg>
        <pc:spChg chg="add del mod">
          <ac:chgData name="清翔太郎" userId="c699a3f4-7097-4aed-9c73-2a143519adc0" providerId="ADAL" clId="{5E6E9AA1-B18B-490A-9DE5-BBF4300A3A85}" dt="2025-03-24T07:22:37.566" v="9326" actId="478"/>
          <ac:spMkLst>
            <pc:docMk/>
            <pc:sldMk cId="1439915500" sldId="2147376034"/>
            <ac:spMk id="4" creationId="{75277A80-A4E1-6D7A-6C5B-D39F32356EAC}"/>
          </ac:spMkLst>
        </pc:spChg>
        <pc:spChg chg="add del mod">
          <ac:chgData name="清翔太郎" userId="c699a3f4-7097-4aed-9c73-2a143519adc0" providerId="ADAL" clId="{5E6E9AA1-B18B-490A-9DE5-BBF4300A3A85}" dt="2025-03-24T09:32:05.503" v="14649" actId="21"/>
          <ac:spMkLst>
            <pc:docMk/>
            <pc:sldMk cId="1439915500" sldId="2147376034"/>
            <ac:spMk id="5" creationId="{2872DCBD-EB74-FC17-17E8-3A940D362CD5}"/>
          </ac:spMkLst>
        </pc:spChg>
        <pc:spChg chg="mod">
          <ac:chgData name="清翔太郎" userId="c699a3f4-7097-4aed-9c73-2a143519adc0" providerId="ADAL" clId="{5E6E9AA1-B18B-490A-9DE5-BBF4300A3A85}" dt="2025-03-24T09:01:47.012" v="13271" actId="20577"/>
          <ac:spMkLst>
            <pc:docMk/>
            <pc:sldMk cId="1439915500" sldId="2147376034"/>
            <ac:spMk id="6" creationId="{A048611C-E29E-34D1-F025-AED0B5B88AB6}"/>
          </ac:spMkLst>
        </pc:spChg>
        <pc:spChg chg="add del mod">
          <ac:chgData name="清翔太郎" userId="c699a3f4-7097-4aed-9c73-2a143519adc0" providerId="ADAL" clId="{5E6E9AA1-B18B-490A-9DE5-BBF4300A3A85}" dt="2025-03-24T11:07:10.180" v="15108" actId="478"/>
          <ac:spMkLst>
            <pc:docMk/>
            <pc:sldMk cId="1439915500" sldId="2147376034"/>
            <ac:spMk id="7" creationId="{E2E2571E-FBE0-902E-B71C-21D50FB619EA}"/>
          </ac:spMkLst>
        </pc:spChg>
        <pc:spChg chg="add del mod">
          <ac:chgData name="清翔太郎" userId="c699a3f4-7097-4aed-9c73-2a143519adc0" providerId="ADAL" clId="{5E6E9AA1-B18B-490A-9DE5-BBF4300A3A85}" dt="2025-03-24T09:32:00.691" v="14648" actId="478"/>
          <ac:spMkLst>
            <pc:docMk/>
            <pc:sldMk cId="1439915500" sldId="2147376034"/>
            <ac:spMk id="8" creationId="{48A912CC-4DF3-E9D7-824C-9E90573ED921}"/>
          </ac:spMkLst>
        </pc:spChg>
        <pc:spChg chg="mod">
          <ac:chgData name="清翔太郎" userId="c699a3f4-7097-4aed-9c73-2a143519adc0" providerId="ADAL" clId="{5E6E9AA1-B18B-490A-9DE5-BBF4300A3A85}" dt="2025-03-23T07:38:28.648" v="4900" actId="2711"/>
          <ac:spMkLst>
            <pc:docMk/>
            <pc:sldMk cId="1439915500" sldId="2147376034"/>
            <ac:spMk id="28" creationId="{048FAF51-2ADA-2208-CDBF-17EBA4E2510D}"/>
          </ac:spMkLst>
        </pc:spChg>
        <pc:spChg chg="mod">
          <ac:chgData name="清翔太郎" userId="c699a3f4-7097-4aed-9c73-2a143519adc0" providerId="ADAL" clId="{5E6E9AA1-B18B-490A-9DE5-BBF4300A3A85}" dt="2025-03-23T07:38:28.648" v="4900" actId="2711"/>
          <ac:spMkLst>
            <pc:docMk/>
            <pc:sldMk cId="1439915500" sldId="2147376034"/>
            <ac:spMk id="33" creationId="{D4014A31-CF62-E558-87DA-E98C6959209A}"/>
          </ac:spMkLst>
        </pc:spChg>
        <pc:graphicFrameChg chg="add mod modGraphic">
          <ac:chgData name="清翔太郎" userId="c699a3f4-7097-4aed-9c73-2a143519adc0" providerId="ADAL" clId="{5E6E9AA1-B18B-490A-9DE5-BBF4300A3A85}" dt="2025-03-24T11:46:32.481" v="15976" actId="20577"/>
          <ac:graphicFrameMkLst>
            <pc:docMk/>
            <pc:sldMk cId="1439915500" sldId="2147376034"/>
            <ac:graphicFrameMk id="3" creationId="{2184E9CD-947C-4762-A1E2-D37C7DC6591C}"/>
          </ac:graphicFrameMkLst>
        </pc:graphicFrameChg>
      </pc:sldChg>
      <pc:sldChg chg="addSp delSp modSp add mod">
        <pc:chgData name="清翔太郎" userId="c699a3f4-7097-4aed-9c73-2a143519adc0" providerId="ADAL" clId="{5E6E9AA1-B18B-490A-9DE5-BBF4300A3A85}" dt="2025-03-24T09:01:03.099" v="13255"/>
        <pc:sldMkLst>
          <pc:docMk/>
          <pc:sldMk cId="3462354509" sldId="2147376035"/>
        </pc:sldMkLst>
        <pc:spChg chg="del">
          <ac:chgData name="清翔太郎" userId="c699a3f4-7097-4aed-9c73-2a143519adc0" providerId="ADAL" clId="{5E6E9AA1-B18B-490A-9DE5-BBF4300A3A85}" dt="2025-03-24T05:26:45.448" v="6518" actId="478"/>
          <ac:spMkLst>
            <pc:docMk/>
            <pc:sldMk cId="3462354509" sldId="2147376035"/>
            <ac:spMk id="2" creationId="{B969FEC6-BFB3-8AAB-633D-134B4340C94B}"/>
          </ac:spMkLst>
        </pc:spChg>
        <pc:spChg chg="del">
          <ac:chgData name="清翔太郎" userId="c699a3f4-7097-4aed-9c73-2a143519adc0" providerId="ADAL" clId="{5E6E9AA1-B18B-490A-9DE5-BBF4300A3A85}" dt="2025-03-24T06:04:46.970" v="6860" actId="478"/>
          <ac:spMkLst>
            <pc:docMk/>
            <pc:sldMk cId="3462354509" sldId="2147376035"/>
            <ac:spMk id="3" creationId="{38EC4210-C673-D62B-DC94-9D2DE995CB50}"/>
          </ac:spMkLst>
        </pc:spChg>
        <pc:spChg chg="del">
          <ac:chgData name="清翔太郎" userId="c699a3f4-7097-4aed-9c73-2a143519adc0" providerId="ADAL" clId="{5E6E9AA1-B18B-490A-9DE5-BBF4300A3A85}" dt="2025-03-24T05:26:45.448" v="6518" actId="478"/>
          <ac:spMkLst>
            <pc:docMk/>
            <pc:sldMk cId="3462354509" sldId="2147376035"/>
            <ac:spMk id="4" creationId="{D772715A-26BE-0DBC-4141-BEEEE8DE3811}"/>
          </ac:spMkLst>
        </pc:spChg>
        <pc:spChg chg="del">
          <ac:chgData name="清翔太郎" userId="c699a3f4-7097-4aed-9c73-2a143519adc0" providerId="ADAL" clId="{5E6E9AA1-B18B-490A-9DE5-BBF4300A3A85}" dt="2025-03-24T05:26:45.448" v="6518" actId="478"/>
          <ac:spMkLst>
            <pc:docMk/>
            <pc:sldMk cId="3462354509" sldId="2147376035"/>
            <ac:spMk id="5" creationId="{7B5926BD-AACD-A72A-264B-FB099667A3AB}"/>
          </ac:spMkLst>
        </pc:spChg>
        <pc:spChg chg="del">
          <ac:chgData name="清翔太郎" userId="c699a3f4-7097-4aed-9c73-2a143519adc0" providerId="ADAL" clId="{5E6E9AA1-B18B-490A-9DE5-BBF4300A3A85}" dt="2025-03-24T05:26:45.448" v="6518" actId="478"/>
          <ac:spMkLst>
            <pc:docMk/>
            <pc:sldMk cId="3462354509" sldId="2147376035"/>
            <ac:spMk id="6" creationId="{7DD27538-4665-6DBB-6BFA-2EBA983EFFD2}"/>
          </ac:spMkLst>
        </pc:spChg>
        <pc:spChg chg="del">
          <ac:chgData name="清翔太郎" userId="c699a3f4-7097-4aed-9c73-2a143519adc0" providerId="ADAL" clId="{5E6E9AA1-B18B-490A-9DE5-BBF4300A3A85}" dt="2025-03-24T05:26:45.448" v="6518" actId="478"/>
          <ac:spMkLst>
            <pc:docMk/>
            <pc:sldMk cId="3462354509" sldId="2147376035"/>
            <ac:spMk id="8" creationId="{A5DF23E5-89CB-4BA7-5C3E-8236C2B52951}"/>
          </ac:spMkLst>
        </pc:spChg>
        <pc:spChg chg="mod">
          <ac:chgData name="清翔太郎" userId="c699a3f4-7097-4aed-9c73-2a143519adc0" providerId="ADAL" clId="{5E6E9AA1-B18B-490A-9DE5-BBF4300A3A85}" dt="2025-03-24T06:11:20.355" v="7030"/>
          <ac:spMkLst>
            <pc:docMk/>
            <pc:sldMk cId="3462354509" sldId="2147376035"/>
            <ac:spMk id="10" creationId="{392EB9D0-7C29-538C-6936-BF9439E5FF0E}"/>
          </ac:spMkLst>
        </pc:spChg>
        <pc:spChg chg="add mod">
          <ac:chgData name="清翔太郎" userId="c699a3f4-7097-4aed-9c73-2a143519adc0" providerId="ADAL" clId="{5E6E9AA1-B18B-490A-9DE5-BBF4300A3A85}" dt="2025-03-24T06:22:31.597" v="7225"/>
          <ac:spMkLst>
            <pc:docMk/>
            <pc:sldMk cId="3462354509" sldId="2147376035"/>
            <ac:spMk id="11" creationId="{5C44E58E-78DC-6E4F-F0A5-A1834853F33A}"/>
          </ac:spMkLst>
        </pc:spChg>
        <pc:spChg chg="add mod">
          <ac:chgData name="清翔太郎" userId="c699a3f4-7097-4aed-9c73-2a143519adc0" providerId="ADAL" clId="{5E6E9AA1-B18B-490A-9DE5-BBF4300A3A85}" dt="2025-03-24T08:59:01.266" v="13215" actId="1076"/>
          <ac:spMkLst>
            <pc:docMk/>
            <pc:sldMk cId="3462354509" sldId="2147376035"/>
            <ac:spMk id="13" creationId="{5F4C5AB7-9911-77EA-289E-BEAE67CB0DEE}"/>
          </ac:spMkLst>
        </pc:spChg>
        <pc:spChg chg="add del mod">
          <ac:chgData name="清翔太郎" userId="c699a3f4-7097-4aed-9c73-2a143519adc0" providerId="ADAL" clId="{5E6E9AA1-B18B-490A-9DE5-BBF4300A3A85}" dt="2025-03-24T08:58:19.403" v="13118" actId="478"/>
          <ac:spMkLst>
            <pc:docMk/>
            <pc:sldMk cId="3462354509" sldId="2147376035"/>
            <ac:spMk id="14" creationId="{4B30D741-49EC-01CD-0290-4FAC4DBD5FD9}"/>
          </ac:spMkLst>
        </pc:spChg>
        <pc:spChg chg="del">
          <ac:chgData name="清翔太郎" userId="c699a3f4-7097-4aed-9c73-2a143519adc0" providerId="ADAL" clId="{5E6E9AA1-B18B-490A-9DE5-BBF4300A3A85}" dt="2025-03-24T05:26:45.448" v="6518" actId="478"/>
          <ac:spMkLst>
            <pc:docMk/>
            <pc:sldMk cId="3462354509" sldId="2147376035"/>
            <ac:spMk id="19" creationId="{59308029-B6A1-ABA9-DD88-0C678A0B11A6}"/>
          </ac:spMkLst>
        </pc:spChg>
        <pc:spChg chg="del">
          <ac:chgData name="清翔太郎" userId="c699a3f4-7097-4aed-9c73-2a143519adc0" providerId="ADAL" clId="{5E6E9AA1-B18B-490A-9DE5-BBF4300A3A85}" dt="2025-03-24T05:26:45.448" v="6518" actId="478"/>
          <ac:spMkLst>
            <pc:docMk/>
            <pc:sldMk cId="3462354509" sldId="2147376035"/>
            <ac:spMk id="20" creationId="{65DE8BC5-86A8-2F6D-4043-CB8B79AC4F15}"/>
          </ac:spMkLst>
        </pc:spChg>
        <pc:graphicFrameChg chg="add mod modGraphic">
          <ac:chgData name="清翔太郎" userId="c699a3f4-7097-4aed-9c73-2a143519adc0" providerId="ADAL" clId="{5E6E9AA1-B18B-490A-9DE5-BBF4300A3A85}" dt="2025-03-24T09:00:55.010" v="13254"/>
          <ac:graphicFrameMkLst>
            <pc:docMk/>
            <pc:sldMk cId="3462354509" sldId="2147376035"/>
            <ac:graphicFrameMk id="9" creationId="{5DEC382D-EC91-BD18-0C14-C08ED6B471D2}"/>
          </ac:graphicFrameMkLst>
        </pc:graphicFrameChg>
        <pc:graphicFrameChg chg="add mod modGraphic">
          <ac:chgData name="清翔太郎" userId="c699a3f4-7097-4aed-9c73-2a143519adc0" providerId="ADAL" clId="{5E6E9AA1-B18B-490A-9DE5-BBF4300A3A85}" dt="2025-03-24T09:01:03.099" v="13255"/>
          <ac:graphicFrameMkLst>
            <pc:docMk/>
            <pc:sldMk cId="3462354509" sldId="2147376035"/>
            <ac:graphicFrameMk id="12" creationId="{74EC5CBF-8ED5-1B70-BC8B-36983AEC31FF}"/>
          </ac:graphicFrameMkLst>
        </pc:graphicFrameChg>
      </pc:sldChg>
      <pc:sldChg chg="addSp delSp modSp add mod">
        <pc:chgData name="清翔太郎" userId="c699a3f4-7097-4aed-9c73-2a143519adc0" providerId="ADAL" clId="{5E6E9AA1-B18B-490A-9DE5-BBF4300A3A85}" dt="2025-03-24T11:44:17.546" v="15938" actId="313"/>
        <pc:sldMkLst>
          <pc:docMk/>
          <pc:sldMk cId="1477420637" sldId="2147376036"/>
        </pc:sldMkLst>
        <pc:spChg chg="del">
          <ac:chgData name="清翔太郎" userId="c699a3f4-7097-4aed-9c73-2a143519adc0" providerId="ADAL" clId="{5E6E9AA1-B18B-490A-9DE5-BBF4300A3A85}" dt="2025-03-24T06:27:41.764" v="7405" actId="478"/>
          <ac:spMkLst>
            <pc:docMk/>
            <pc:sldMk cId="1477420637" sldId="2147376036"/>
            <ac:spMk id="2" creationId="{C9E60301-8F22-D585-91D9-BD6CCEFE9240}"/>
          </ac:spMkLst>
        </pc:spChg>
        <pc:spChg chg="del">
          <ac:chgData name="清翔太郎" userId="c699a3f4-7097-4aed-9c73-2a143519adc0" providerId="ADAL" clId="{5E6E9AA1-B18B-490A-9DE5-BBF4300A3A85}" dt="2025-03-24T06:14:09.646" v="7093" actId="478"/>
          <ac:spMkLst>
            <pc:docMk/>
            <pc:sldMk cId="1477420637" sldId="2147376036"/>
            <ac:spMk id="3" creationId="{84693E72-2BA9-A8CC-B5A9-47A7764DDED2}"/>
          </ac:spMkLst>
        </pc:spChg>
        <pc:spChg chg="del">
          <ac:chgData name="清翔太郎" userId="c699a3f4-7097-4aed-9c73-2a143519adc0" providerId="ADAL" clId="{5E6E9AA1-B18B-490A-9DE5-BBF4300A3A85}" dt="2025-03-24T06:14:09.646" v="7093" actId="478"/>
          <ac:spMkLst>
            <pc:docMk/>
            <pc:sldMk cId="1477420637" sldId="2147376036"/>
            <ac:spMk id="4" creationId="{BF6DEC6C-D008-8BAC-677E-B4B0C4B35FD8}"/>
          </ac:spMkLst>
        </pc:spChg>
        <pc:spChg chg="del">
          <ac:chgData name="清翔太郎" userId="c699a3f4-7097-4aed-9c73-2a143519adc0" providerId="ADAL" clId="{5E6E9AA1-B18B-490A-9DE5-BBF4300A3A85}" dt="2025-03-24T06:14:09.646" v="7093" actId="478"/>
          <ac:spMkLst>
            <pc:docMk/>
            <pc:sldMk cId="1477420637" sldId="2147376036"/>
            <ac:spMk id="5" creationId="{F870D5DE-F411-B344-B359-B72F537F5ACA}"/>
          </ac:spMkLst>
        </pc:spChg>
        <pc:spChg chg="del">
          <ac:chgData name="清翔太郎" userId="c699a3f4-7097-4aed-9c73-2a143519adc0" providerId="ADAL" clId="{5E6E9AA1-B18B-490A-9DE5-BBF4300A3A85}" dt="2025-03-24T06:14:09.646" v="7093" actId="478"/>
          <ac:spMkLst>
            <pc:docMk/>
            <pc:sldMk cId="1477420637" sldId="2147376036"/>
            <ac:spMk id="6" creationId="{9DD0C7D0-444D-485D-413D-A8166C35D888}"/>
          </ac:spMkLst>
        </pc:spChg>
        <pc:spChg chg="add del mod">
          <ac:chgData name="清翔太郎" userId="c699a3f4-7097-4aed-9c73-2a143519adc0" providerId="ADAL" clId="{5E6E9AA1-B18B-490A-9DE5-BBF4300A3A85}" dt="2025-03-24T06:32:41.033" v="7506" actId="478"/>
          <ac:spMkLst>
            <pc:docMk/>
            <pc:sldMk cId="1477420637" sldId="2147376036"/>
            <ac:spMk id="8" creationId="{3722E24D-A832-F346-9BCD-723787140762}"/>
          </ac:spMkLst>
        </pc:spChg>
        <pc:spChg chg="del">
          <ac:chgData name="清翔太郎" userId="c699a3f4-7097-4aed-9c73-2a143519adc0" providerId="ADAL" clId="{5E6E9AA1-B18B-490A-9DE5-BBF4300A3A85}" dt="2025-03-24T06:14:09.646" v="7093" actId="478"/>
          <ac:spMkLst>
            <pc:docMk/>
            <pc:sldMk cId="1477420637" sldId="2147376036"/>
            <ac:spMk id="9" creationId="{0A3915C6-9069-4B23-83F6-C67CE2BAB76E}"/>
          </ac:spMkLst>
        </pc:spChg>
        <pc:spChg chg="mod">
          <ac:chgData name="清翔太郎" userId="c699a3f4-7097-4aed-9c73-2a143519adc0" providerId="ADAL" clId="{5E6E9AA1-B18B-490A-9DE5-BBF4300A3A85}" dt="2025-03-24T08:59:38.430" v="13223" actId="20577"/>
          <ac:spMkLst>
            <pc:docMk/>
            <pc:sldMk cId="1477420637" sldId="2147376036"/>
            <ac:spMk id="10" creationId="{6E8ABAEB-AF10-AAA1-D26F-01E063D6D943}"/>
          </ac:spMkLst>
        </pc:spChg>
        <pc:spChg chg="add del mod">
          <ac:chgData name="清翔太郎" userId="c699a3f4-7097-4aed-9c73-2a143519adc0" providerId="ADAL" clId="{5E6E9AA1-B18B-490A-9DE5-BBF4300A3A85}" dt="2025-03-24T06:32:36.308" v="7505"/>
          <ac:spMkLst>
            <pc:docMk/>
            <pc:sldMk cId="1477420637" sldId="2147376036"/>
            <ac:spMk id="11" creationId="{06B9F7AB-9532-BF01-F8E3-ED5DFE231D6A}"/>
          </ac:spMkLst>
        </pc:spChg>
        <pc:spChg chg="add mod">
          <ac:chgData name="清翔太郎" userId="c699a3f4-7097-4aed-9c73-2a143519adc0" providerId="ADAL" clId="{5E6E9AA1-B18B-490A-9DE5-BBF4300A3A85}" dt="2025-03-24T08:54:16.374" v="12884" actId="207"/>
          <ac:spMkLst>
            <pc:docMk/>
            <pc:sldMk cId="1477420637" sldId="2147376036"/>
            <ac:spMk id="12" creationId="{DD9524DC-C915-6308-340D-998DBCD81812}"/>
          </ac:spMkLst>
        </pc:spChg>
        <pc:spChg chg="del">
          <ac:chgData name="清翔太郎" userId="c699a3f4-7097-4aed-9c73-2a143519adc0" providerId="ADAL" clId="{5E6E9AA1-B18B-490A-9DE5-BBF4300A3A85}" dt="2025-03-24T06:14:09.646" v="7093" actId="478"/>
          <ac:spMkLst>
            <pc:docMk/>
            <pc:sldMk cId="1477420637" sldId="2147376036"/>
            <ac:spMk id="13" creationId="{5D676E7A-D342-67E8-8DBE-77C8BF082D0A}"/>
          </ac:spMkLst>
        </pc:spChg>
        <pc:spChg chg="del">
          <ac:chgData name="清翔太郎" userId="c699a3f4-7097-4aed-9c73-2a143519adc0" providerId="ADAL" clId="{5E6E9AA1-B18B-490A-9DE5-BBF4300A3A85}" dt="2025-03-24T06:14:09.646" v="7093" actId="478"/>
          <ac:spMkLst>
            <pc:docMk/>
            <pc:sldMk cId="1477420637" sldId="2147376036"/>
            <ac:spMk id="14" creationId="{780698AE-4D6F-15AC-C9DB-A963E8D2A19F}"/>
          </ac:spMkLst>
        </pc:spChg>
        <pc:spChg chg="del">
          <ac:chgData name="清翔太郎" userId="c699a3f4-7097-4aed-9c73-2a143519adc0" providerId="ADAL" clId="{5E6E9AA1-B18B-490A-9DE5-BBF4300A3A85}" dt="2025-03-24T06:14:09.646" v="7093" actId="478"/>
          <ac:spMkLst>
            <pc:docMk/>
            <pc:sldMk cId="1477420637" sldId="2147376036"/>
            <ac:spMk id="15" creationId="{298220D8-20AA-2E08-6D3A-FE930A797907}"/>
          </ac:spMkLst>
        </pc:spChg>
        <pc:spChg chg="del">
          <ac:chgData name="清翔太郎" userId="c699a3f4-7097-4aed-9c73-2a143519adc0" providerId="ADAL" clId="{5E6E9AA1-B18B-490A-9DE5-BBF4300A3A85}" dt="2025-03-24T06:14:09.646" v="7093" actId="478"/>
          <ac:spMkLst>
            <pc:docMk/>
            <pc:sldMk cId="1477420637" sldId="2147376036"/>
            <ac:spMk id="16" creationId="{159A21C2-A69C-FD89-65F0-1940CC07AA18}"/>
          </ac:spMkLst>
        </pc:spChg>
        <pc:spChg chg="add del mod">
          <ac:chgData name="清翔太郎" userId="c699a3f4-7097-4aed-9c73-2a143519adc0" providerId="ADAL" clId="{5E6E9AA1-B18B-490A-9DE5-BBF4300A3A85}" dt="2025-03-24T06:53:06.214" v="7985" actId="478"/>
          <ac:spMkLst>
            <pc:docMk/>
            <pc:sldMk cId="1477420637" sldId="2147376036"/>
            <ac:spMk id="20" creationId="{B21F12E8-6E05-118F-5427-1741865A1BBA}"/>
          </ac:spMkLst>
        </pc:spChg>
        <pc:spChg chg="add del mod">
          <ac:chgData name="清翔太郎" userId="c699a3f4-7097-4aed-9c73-2a143519adc0" providerId="ADAL" clId="{5E6E9AA1-B18B-490A-9DE5-BBF4300A3A85}" dt="2025-03-24T06:51:22.633" v="7835" actId="478"/>
          <ac:spMkLst>
            <pc:docMk/>
            <pc:sldMk cId="1477420637" sldId="2147376036"/>
            <ac:spMk id="21" creationId="{D5BE1CE8-C304-4B58-5EBA-12061E2645C0}"/>
          </ac:spMkLst>
        </pc:spChg>
        <pc:spChg chg="add mod">
          <ac:chgData name="清翔太郎" userId="c699a3f4-7097-4aed-9c73-2a143519adc0" providerId="ADAL" clId="{5E6E9AA1-B18B-490A-9DE5-BBF4300A3A85}" dt="2025-03-24T10:02:11.896" v="14801" actId="1076"/>
          <ac:spMkLst>
            <pc:docMk/>
            <pc:sldMk cId="1477420637" sldId="2147376036"/>
            <ac:spMk id="22" creationId="{682A403A-FF51-E587-568B-B948F896A020}"/>
          </ac:spMkLst>
        </pc:spChg>
        <pc:graphicFrameChg chg="add mod modGraphic">
          <ac:chgData name="清翔太郎" userId="c699a3f4-7097-4aed-9c73-2a143519adc0" providerId="ADAL" clId="{5E6E9AA1-B18B-490A-9DE5-BBF4300A3A85}" dt="2025-03-24T11:44:17.546" v="15938" actId="313"/>
          <ac:graphicFrameMkLst>
            <pc:docMk/>
            <pc:sldMk cId="1477420637" sldId="2147376036"/>
            <ac:graphicFrameMk id="18" creationId="{41D498BA-6F2F-496D-1AAD-4A99C111CCA1}"/>
          </ac:graphicFrameMkLst>
        </pc:graphicFrameChg>
        <pc:picChg chg="del">
          <ac:chgData name="清翔太郎" userId="c699a3f4-7097-4aed-9c73-2a143519adc0" providerId="ADAL" clId="{5E6E9AA1-B18B-490A-9DE5-BBF4300A3A85}" dt="2025-03-24T06:14:09.646" v="7093" actId="478"/>
          <ac:picMkLst>
            <pc:docMk/>
            <pc:sldMk cId="1477420637" sldId="2147376036"/>
            <ac:picMk id="19" creationId="{3F83C68B-56D2-1CC1-FFA6-B2E77235EAE3}"/>
          </ac:picMkLst>
        </pc:picChg>
      </pc:sldChg>
      <pc:sldChg chg="addSp delSp modSp add del mod">
        <pc:chgData name="清翔太郎" userId="c699a3f4-7097-4aed-9c73-2a143519adc0" providerId="ADAL" clId="{5E6E9AA1-B18B-490A-9DE5-BBF4300A3A85}" dt="2025-03-24T10:59:26.355" v="15025" actId="2696"/>
        <pc:sldMkLst>
          <pc:docMk/>
          <pc:sldMk cId="3299441452" sldId="2147376037"/>
        </pc:sldMkLst>
        <pc:spChg chg="mod">
          <ac:chgData name="清翔太郎" userId="c699a3f4-7097-4aed-9c73-2a143519adc0" providerId="ADAL" clId="{5E6E9AA1-B18B-490A-9DE5-BBF4300A3A85}" dt="2025-03-24T09:01:36.071" v="13262" actId="20577"/>
          <ac:spMkLst>
            <pc:docMk/>
            <pc:sldMk cId="3299441452" sldId="2147376037"/>
            <ac:spMk id="10" creationId="{8A1760F7-AF2A-C61B-0FA7-5324F30C0F3D}"/>
          </ac:spMkLst>
        </pc:spChg>
        <pc:spChg chg="del">
          <ac:chgData name="清翔太郎" userId="c699a3f4-7097-4aed-9c73-2a143519adc0" providerId="ADAL" clId="{5E6E9AA1-B18B-490A-9DE5-BBF4300A3A85}" dt="2025-03-24T07:08:21.338" v="8827" actId="478"/>
          <ac:spMkLst>
            <pc:docMk/>
            <pc:sldMk cId="3299441452" sldId="2147376037"/>
            <ac:spMk id="16" creationId="{C1309D69-2F3C-77E1-1119-A8A1A5F01598}"/>
          </ac:spMkLst>
        </pc:spChg>
        <pc:spChg chg="add mod">
          <ac:chgData name="清翔太郎" userId="c699a3f4-7097-4aed-9c73-2a143519adc0" providerId="ADAL" clId="{5E6E9AA1-B18B-490A-9DE5-BBF4300A3A85}" dt="2025-03-24T07:13:51.069" v="9091"/>
          <ac:spMkLst>
            <pc:docMk/>
            <pc:sldMk cId="3299441452" sldId="2147376037"/>
            <ac:spMk id="23" creationId="{6A08AC8D-BD85-9493-C3A3-5E8675F0F193}"/>
          </ac:spMkLst>
        </pc:spChg>
        <pc:spChg chg="del">
          <ac:chgData name="清翔太郎" userId="c699a3f4-7097-4aed-9c73-2a143519adc0" providerId="ADAL" clId="{5E6E9AA1-B18B-490A-9DE5-BBF4300A3A85}" dt="2025-03-24T07:08:21.338" v="8827" actId="478"/>
          <ac:spMkLst>
            <pc:docMk/>
            <pc:sldMk cId="3299441452" sldId="2147376037"/>
            <ac:spMk id="36" creationId="{E10B6B48-B503-F0A8-EA63-3D27B3F4B4E4}"/>
          </ac:spMkLst>
        </pc:spChg>
        <pc:spChg chg="del">
          <ac:chgData name="清翔太郎" userId="c699a3f4-7097-4aed-9c73-2a143519adc0" providerId="ADAL" clId="{5E6E9AA1-B18B-490A-9DE5-BBF4300A3A85}" dt="2025-03-24T07:08:21.338" v="8827" actId="478"/>
          <ac:spMkLst>
            <pc:docMk/>
            <pc:sldMk cId="3299441452" sldId="2147376037"/>
            <ac:spMk id="41" creationId="{11ED097E-CE13-437B-28C7-D1147CBD3F1B}"/>
          </ac:spMkLst>
        </pc:spChg>
        <pc:spChg chg="del">
          <ac:chgData name="清翔太郎" userId="c699a3f4-7097-4aed-9c73-2a143519adc0" providerId="ADAL" clId="{5E6E9AA1-B18B-490A-9DE5-BBF4300A3A85}" dt="2025-03-24T07:08:21.338" v="8827" actId="478"/>
          <ac:spMkLst>
            <pc:docMk/>
            <pc:sldMk cId="3299441452" sldId="2147376037"/>
            <ac:spMk id="46" creationId="{96288022-5ED0-FD8A-F9B2-2ACED1445B39}"/>
          </ac:spMkLst>
        </pc:spChg>
        <pc:spChg chg="del">
          <ac:chgData name="清翔太郎" userId="c699a3f4-7097-4aed-9c73-2a143519adc0" providerId="ADAL" clId="{5E6E9AA1-B18B-490A-9DE5-BBF4300A3A85}" dt="2025-03-24T07:08:21.338" v="8827" actId="478"/>
          <ac:spMkLst>
            <pc:docMk/>
            <pc:sldMk cId="3299441452" sldId="2147376037"/>
            <ac:spMk id="56" creationId="{A81F0DFA-047C-1EAA-3E77-D1E0D12B9900}"/>
          </ac:spMkLst>
        </pc:spChg>
        <pc:spChg chg="del">
          <ac:chgData name="清翔太郎" userId="c699a3f4-7097-4aed-9c73-2a143519adc0" providerId="ADAL" clId="{5E6E9AA1-B18B-490A-9DE5-BBF4300A3A85}" dt="2025-03-24T07:08:21.338" v="8827" actId="478"/>
          <ac:spMkLst>
            <pc:docMk/>
            <pc:sldMk cId="3299441452" sldId="2147376037"/>
            <ac:spMk id="57" creationId="{C50E668C-0367-4BD6-56C0-F36D93F8EAFE}"/>
          </ac:spMkLst>
        </pc:spChg>
        <pc:spChg chg="del">
          <ac:chgData name="清翔太郎" userId="c699a3f4-7097-4aed-9c73-2a143519adc0" providerId="ADAL" clId="{5E6E9AA1-B18B-490A-9DE5-BBF4300A3A85}" dt="2025-03-24T07:08:21.338" v="8827" actId="478"/>
          <ac:spMkLst>
            <pc:docMk/>
            <pc:sldMk cId="3299441452" sldId="2147376037"/>
            <ac:spMk id="58" creationId="{56026A49-2B2C-70BD-AE70-35B165A23F95}"/>
          </ac:spMkLst>
        </pc:spChg>
        <pc:spChg chg="del">
          <ac:chgData name="清翔太郎" userId="c699a3f4-7097-4aed-9c73-2a143519adc0" providerId="ADAL" clId="{5E6E9AA1-B18B-490A-9DE5-BBF4300A3A85}" dt="2025-03-24T07:08:21.338" v="8827" actId="478"/>
          <ac:spMkLst>
            <pc:docMk/>
            <pc:sldMk cId="3299441452" sldId="2147376037"/>
            <ac:spMk id="59" creationId="{BDE6E144-2821-9FD2-D7D5-1839412B5949}"/>
          </ac:spMkLst>
        </pc:spChg>
        <pc:spChg chg="del">
          <ac:chgData name="清翔太郎" userId="c699a3f4-7097-4aed-9c73-2a143519adc0" providerId="ADAL" clId="{5E6E9AA1-B18B-490A-9DE5-BBF4300A3A85}" dt="2025-03-24T07:08:21.338" v="8827" actId="478"/>
          <ac:spMkLst>
            <pc:docMk/>
            <pc:sldMk cId="3299441452" sldId="2147376037"/>
            <ac:spMk id="60" creationId="{B57051E9-2856-B95D-3EA5-3F4BDE058518}"/>
          </ac:spMkLst>
        </pc:spChg>
        <pc:spChg chg="del">
          <ac:chgData name="清翔太郎" userId="c699a3f4-7097-4aed-9c73-2a143519adc0" providerId="ADAL" clId="{5E6E9AA1-B18B-490A-9DE5-BBF4300A3A85}" dt="2025-03-24T07:08:21.338" v="8827" actId="478"/>
          <ac:spMkLst>
            <pc:docMk/>
            <pc:sldMk cId="3299441452" sldId="2147376037"/>
            <ac:spMk id="62" creationId="{2ED7BEFE-D8E8-7EC6-AD74-99E0B673246B}"/>
          </ac:spMkLst>
        </pc:spChg>
        <pc:graphicFrameChg chg="add mod modGraphic">
          <ac:chgData name="清翔太郎" userId="c699a3f4-7097-4aed-9c73-2a143519adc0" providerId="ADAL" clId="{5E6E9AA1-B18B-490A-9DE5-BBF4300A3A85}" dt="2025-03-24T10:26:30.284" v="14818" actId="20577"/>
          <ac:graphicFrameMkLst>
            <pc:docMk/>
            <pc:sldMk cId="3299441452" sldId="2147376037"/>
            <ac:graphicFrameMk id="2" creationId="{3B414317-D552-6C03-DDC0-4620C9B44489}"/>
          </ac:graphicFrameMkLst>
        </pc:graphicFrameChg>
      </pc:sldChg>
      <pc:sldChg chg="addSp delSp modSp add mod">
        <pc:chgData name="清翔太郎" userId="c699a3f4-7097-4aed-9c73-2a143519adc0" providerId="ADAL" clId="{5E6E9AA1-B18B-490A-9DE5-BBF4300A3A85}" dt="2025-03-24T11:04:56.775" v="15080" actId="2711"/>
        <pc:sldMkLst>
          <pc:docMk/>
          <pc:sldMk cId="100175662" sldId="2147376038"/>
        </pc:sldMkLst>
        <pc:spChg chg="add mod">
          <ac:chgData name="清翔太郎" userId="c699a3f4-7097-4aed-9c73-2a143519adc0" providerId="ADAL" clId="{5E6E9AA1-B18B-490A-9DE5-BBF4300A3A85}" dt="2025-03-24T07:29:05.282" v="9417" actId="1076"/>
          <ac:spMkLst>
            <pc:docMk/>
            <pc:sldMk cId="100175662" sldId="2147376038"/>
            <ac:spMk id="2" creationId="{A170DD93-098D-F315-660C-80E9D32EF448}"/>
          </ac:spMkLst>
        </pc:spChg>
        <pc:spChg chg="mod">
          <ac:chgData name="清翔太郎" userId="c699a3f4-7097-4aed-9c73-2a143519adc0" providerId="ADAL" clId="{5E6E9AA1-B18B-490A-9DE5-BBF4300A3A85}" dt="2025-03-24T09:01:32.571" v="13259" actId="20577"/>
          <ac:spMkLst>
            <pc:docMk/>
            <pc:sldMk cId="100175662" sldId="2147376038"/>
            <ac:spMk id="10" creationId="{2762FAF3-45D7-6B49-8FCD-60E0B113347A}"/>
          </ac:spMkLst>
        </pc:spChg>
        <pc:spChg chg="add mod">
          <ac:chgData name="清翔太郎" userId="c699a3f4-7097-4aed-9c73-2a143519adc0" providerId="ADAL" clId="{5E6E9AA1-B18B-490A-9DE5-BBF4300A3A85}" dt="2025-03-24T10:20:48.622" v="14816" actId="20577"/>
          <ac:spMkLst>
            <pc:docMk/>
            <pc:sldMk cId="100175662" sldId="2147376038"/>
            <ac:spMk id="12" creationId="{D2200210-7521-F107-D1E8-7A6D2B465CF4}"/>
          </ac:spMkLst>
        </pc:spChg>
        <pc:spChg chg="add del">
          <ac:chgData name="清翔太郎" userId="c699a3f4-7097-4aed-9c73-2a143519adc0" providerId="ADAL" clId="{5E6E9AA1-B18B-490A-9DE5-BBF4300A3A85}" dt="2025-03-24T07:31:09.135" v="9429" actId="478"/>
          <ac:spMkLst>
            <pc:docMk/>
            <pc:sldMk cId="100175662" sldId="2147376038"/>
            <ac:spMk id="22" creationId="{E47B96E7-5081-0F9E-3B0E-9E32846C0293}"/>
          </ac:spMkLst>
        </pc:spChg>
        <pc:spChg chg="add mod">
          <ac:chgData name="清翔太郎" userId="c699a3f4-7097-4aed-9c73-2a143519adc0" providerId="ADAL" clId="{5E6E9AA1-B18B-490A-9DE5-BBF4300A3A85}" dt="2025-03-24T11:04:56.775" v="15080" actId="2711"/>
          <ac:spMkLst>
            <pc:docMk/>
            <pc:sldMk cId="100175662" sldId="2147376038"/>
            <ac:spMk id="23" creationId="{5ADB6E0B-0F99-3172-81AA-F24247C4361F}"/>
          </ac:spMkLst>
        </pc:spChg>
        <pc:spChg chg="del">
          <ac:chgData name="清翔太郎" userId="c699a3f4-7097-4aed-9c73-2a143519adc0" providerId="ADAL" clId="{5E6E9AA1-B18B-490A-9DE5-BBF4300A3A85}" dt="2025-03-24T07:23:43.600" v="9359" actId="478"/>
          <ac:spMkLst>
            <pc:docMk/>
            <pc:sldMk cId="100175662" sldId="2147376038"/>
            <ac:spMk id="34" creationId="{4102B185-8CE5-DA4F-2530-560C132F7FBA}"/>
          </ac:spMkLst>
        </pc:spChg>
        <pc:spChg chg="del">
          <ac:chgData name="清翔太郎" userId="c699a3f4-7097-4aed-9c73-2a143519adc0" providerId="ADAL" clId="{5E6E9AA1-B18B-490A-9DE5-BBF4300A3A85}" dt="2025-03-24T07:23:43.600" v="9359" actId="478"/>
          <ac:spMkLst>
            <pc:docMk/>
            <pc:sldMk cId="100175662" sldId="2147376038"/>
            <ac:spMk id="41" creationId="{D54BDB31-C536-DA8A-85D2-04314A851B7D}"/>
          </ac:spMkLst>
        </pc:spChg>
        <pc:spChg chg="del">
          <ac:chgData name="清翔太郎" userId="c699a3f4-7097-4aed-9c73-2a143519adc0" providerId="ADAL" clId="{5E6E9AA1-B18B-490A-9DE5-BBF4300A3A85}" dt="2025-03-24T07:23:43.600" v="9359" actId="478"/>
          <ac:spMkLst>
            <pc:docMk/>
            <pc:sldMk cId="100175662" sldId="2147376038"/>
            <ac:spMk id="48" creationId="{A21611C4-22B6-D022-BBA2-0A6077ECD61D}"/>
          </ac:spMkLst>
        </pc:spChg>
        <pc:spChg chg="del">
          <ac:chgData name="清翔太郎" userId="c699a3f4-7097-4aed-9c73-2a143519adc0" providerId="ADAL" clId="{5E6E9AA1-B18B-490A-9DE5-BBF4300A3A85}" dt="2025-03-24T07:23:43.600" v="9359" actId="478"/>
          <ac:spMkLst>
            <pc:docMk/>
            <pc:sldMk cId="100175662" sldId="2147376038"/>
            <ac:spMk id="52" creationId="{8A59328F-38C0-9B7D-1979-A4F5FBCA741E}"/>
          </ac:spMkLst>
        </pc:spChg>
        <pc:spChg chg="del">
          <ac:chgData name="清翔太郎" userId="c699a3f4-7097-4aed-9c73-2a143519adc0" providerId="ADAL" clId="{5E6E9AA1-B18B-490A-9DE5-BBF4300A3A85}" dt="2025-03-24T07:23:43.600" v="9359" actId="478"/>
          <ac:spMkLst>
            <pc:docMk/>
            <pc:sldMk cId="100175662" sldId="2147376038"/>
            <ac:spMk id="56" creationId="{9E1E2E07-ED04-EE90-A937-1BFD5F4A00BF}"/>
          </ac:spMkLst>
        </pc:spChg>
        <pc:spChg chg="del">
          <ac:chgData name="清翔太郎" userId="c699a3f4-7097-4aed-9c73-2a143519adc0" providerId="ADAL" clId="{5E6E9AA1-B18B-490A-9DE5-BBF4300A3A85}" dt="2025-03-24T07:23:43.600" v="9359" actId="478"/>
          <ac:spMkLst>
            <pc:docMk/>
            <pc:sldMk cId="100175662" sldId="2147376038"/>
            <ac:spMk id="57" creationId="{CDB980E6-0386-1C71-6DDB-BC5DF475A0E6}"/>
          </ac:spMkLst>
        </pc:spChg>
        <pc:spChg chg="del">
          <ac:chgData name="清翔太郎" userId="c699a3f4-7097-4aed-9c73-2a143519adc0" providerId="ADAL" clId="{5E6E9AA1-B18B-490A-9DE5-BBF4300A3A85}" dt="2025-03-24T07:23:43.600" v="9359" actId="478"/>
          <ac:spMkLst>
            <pc:docMk/>
            <pc:sldMk cId="100175662" sldId="2147376038"/>
            <ac:spMk id="58" creationId="{16F212D6-A07B-2CEC-3B1B-19B354E1FFB9}"/>
          </ac:spMkLst>
        </pc:spChg>
        <pc:spChg chg="del">
          <ac:chgData name="清翔太郎" userId="c699a3f4-7097-4aed-9c73-2a143519adc0" providerId="ADAL" clId="{5E6E9AA1-B18B-490A-9DE5-BBF4300A3A85}" dt="2025-03-24T07:23:43.600" v="9359" actId="478"/>
          <ac:spMkLst>
            <pc:docMk/>
            <pc:sldMk cId="100175662" sldId="2147376038"/>
            <ac:spMk id="59" creationId="{8DD89A01-6477-D9C6-F04F-9C313AD65D07}"/>
          </ac:spMkLst>
        </pc:spChg>
        <pc:spChg chg="del">
          <ac:chgData name="清翔太郎" userId="c699a3f4-7097-4aed-9c73-2a143519adc0" providerId="ADAL" clId="{5E6E9AA1-B18B-490A-9DE5-BBF4300A3A85}" dt="2025-03-24T07:23:43.600" v="9359" actId="478"/>
          <ac:spMkLst>
            <pc:docMk/>
            <pc:sldMk cId="100175662" sldId="2147376038"/>
            <ac:spMk id="61" creationId="{BE198795-4897-C999-F437-C1BF9C5C56C4}"/>
          </ac:spMkLst>
        </pc:spChg>
        <pc:spChg chg="del">
          <ac:chgData name="清翔太郎" userId="c699a3f4-7097-4aed-9c73-2a143519adc0" providerId="ADAL" clId="{5E6E9AA1-B18B-490A-9DE5-BBF4300A3A85}" dt="2025-03-24T07:23:43.600" v="9359" actId="478"/>
          <ac:spMkLst>
            <pc:docMk/>
            <pc:sldMk cId="100175662" sldId="2147376038"/>
            <ac:spMk id="62" creationId="{8A38C115-2EA2-6651-D134-EC4E08441FC5}"/>
          </ac:spMkLst>
        </pc:spChg>
        <pc:graphicFrameChg chg="add mod modGraphic">
          <ac:chgData name="清翔太郎" userId="c699a3f4-7097-4aed-9c73-2a143519adc0" providerId="ADAL" clId="{5E6E9AA1-B18B-490A-9DE5-BBF4300A3A85}" dt="2025-03-24T07:29:11.642" v="9418" actId="1076"/>
          <ac:graphicFrameMkLst>
            <pc:docMk/>
            <pc:sldMk cId="100175662" sldId="2147376038"/>
            <ac:graphicFrameMk id="11" creationId="{17BBD8C2-CFF1-6B93-2CA2-6BA4818788B1}"/>
          </ac:graphicFrameMkLst>
        </pc:graphicFrameChg>
        <pc:graphicFrameChg chg="add mod modGraphic">
          <ac:chgData name="清翔太郎" userId="c699a3f4-7097-4aed-9c73-2a143519adc0" providerId="ADAL" clId="{5E6E9AA1-B18B-490A-9DE5-BBF4300A3A85}" dt="2025-03-24T11:04:23.117" v="15074" actId="20577"/>
          <ac:graphicFrameMkLst>
            <pc:docMk/>
            <pc:sldMk cId="100175662" sldId="2147376038"/>
            <ac:graphicFrameMk id="13" creationId="{D6A00D97-235D-67E8-5E07-E9D264F8E5C9}"/>
          </ac:graphicFrameMkLst>
        </pc:graphicFrameChg>
      </pc:sldChg>
      <pc:sldChg chg="addSp delSp modSp add mod ord">
        <pc:chgData name="清翔太郎" userId="c699a3f4-7097-4aed-9c73-2a143519adc0" providerId="ADAL" clId="{5E6E9AA1-B18B-490A-9DE5-BBF4300A3A85}" dt="2025-03-24T11:45:31.123" v="15949" actId="2711"/>
        <pc:sldMkLst>
          <pc:docMk/>
          <pc:sldMk cId="2670572969" sldId="2147376039"/>
        </pc:sldMkLst>
        <pc:spChg chg="mod">
          <ac:chgData name="清翔太郎" userId="c699a3f4-7097-4aed-9c73-2a143519adc0" providerId="ADAL" clId="{5E6E9AA1-B18B-490A-9DE5-BBF4300A3A85}" dt="2025-03-24T11:45:31.123" v="15949" actId="2711"/>
          <ac:spMkLst>
            <pc:docMk/>
            <pc:sldMk cId="2670572969" sldId="2147376039"/>
            <ac:spMk id="2" creationId="{815E4601-B086-1102-A0B2-C254FD42CC36}"/>
          </ac:spMkLst>
        </pc:spChg>
        <pc:spChg chg="add mod">
          <ac:chgData name="清翔太郎" userId="c699a3f4-7097-4aed-9c73-2a143519adc0" providerId="ADAL" clId="{5E6E9AA1-B18B-490A-9DE5-BBF4300A3A85}" dt="2025-03-24T11:45:31.123" v="15949" actId="2711"/>
          <ac:spMkLst>
            <pc:docMk/>
            <pc:sldMk cId="2670572969" sldId="2147376039"/>
            <ac:spMk id="4" creationId="{DCE76BA1-5F6D-1B51-E801-1F53EB05D4CA}"/>
          </ac:spMkLst>
        </pc:spChg>
        <pc:spChg chg="mod">
          <ac:chgData name="清翔太郎" userId="c699a3f4-7097-4aed-9c73-2a143519adc0" providerId="ADAL" clId="{5E6E9AA1-B18B-490A-9DE5-BBF4300A3A85}" dt="2025-03-24T11:45:31.123" v="15949" actId="2711"/>
          <ac:spMkLst>
            <pc:docMk/>
            <pc:sldMk cId="2670572969" sldId="2147376039"/>
            <ac:spMk id="7" creationId="{FEDD0C8F-8D3D-1905-678E-8E24BAEBC066}"/>
          </ac:spMkLst>
        </pc:spChg>
        <pc:spChg chg="add mod">
          <ac:chgData name="清翔太郎" userId="c699a3f4-7097-4aed-9c73-2a143519adc0" providerId="ADAL" clId="{5E6E9AA1-B18B-490A-9DE5-BBF4300A3A85}" dt="2025-03-24T11:45:31.123" v="15949" actId="2711"/>
          <ac:spMkLst>
            <pc:docMk/>
            <pc:sldMk cId="2670572969" sldId="2147376039"/>
            <ac:spMk id="8" creationId="{54CE52E3-D649-AD30-C8E5-0056989CF17B}"/>
          </ac:spMkLst>
        </pc:spChg>
        <pc:spChg chg="add mod">
          <ac:chgData name="清翔太郎" userId="c699a3f4-7097-4aed-9c73-2a143519adc0" providerId="ADAL" clId="{5E6E9AA1-B18B-490A-9DE5-BBF4300A3A85}" dt="2025-03-24T11:45:31.123" v="15949" actId="2711"/>
          <ac:spMkLst>
            <pc:docMk/>
            <pc:sldMk cId="2670572969" sldId="2147376039"/>
            <ac:spMk id="9" creationId="{22807D49-1BE3-D074-F2A7-E0CC51C780B2}"/>
          </ac:spMkLst>
        </pc:spChg>
        <pc:spChg chg="mod">
          <ac:chgData name="清翔太郎" userId="c699a3f4-7097-4aed-9c73-2a143519adc0" providerId="ADAL" clId="{5E6E9AA1-B18B-490A-9DE5-BBF4300A3A85}" dt="2025-03-24T11:45:31.123" v="15949" actId="2711"/>
          <ac:spMkLst>
            <pc:docMk/>
            <pc:sldMk cId="2670572969" sldId="2147376039"/>
            <ac:spMk id="10" creationId="{57B10BB9-BEEB-A31F-A3E5-56CC00A03068}"/>
          </ac:spMkLst>
        </pc:spChg>
        <pc:spChg chg="del">
          <ac:chgData name="清翔太郎" userId="c699a3f4-7097-4aed-9c73-2a143519adc0" providerId="ADAL" clId="{5E6E9AA1-B18B-490A-9DE5-BBF4300A3A85}" dt="2025-03-24T07:31:34.133" v="9459" actId="478"/>
          <ac:spMkLst>
            <pc:docMk/>
            <pc:sldMk cId="2670572969" sldId="2147376039"/>
            <ac:spMk id="12" creationId="{E6D4245B-1588-08A4-9A2D-B54CE19971F2}"/>
          </ac:spMkLst>
        </pc:spChg>
        <pc:spChg chg="add mod">
          <ac:chgData name="清翔太郎" userId="c699a3f4-7097-4aed-9c73-2a143519adc0" providerId="ADAL" clId="{5E6E9AA1-B18B-490A-9DE5-BBF4300A3A85}" dt="2025-03-24T11:45:31.123" v="15949" actId="2711"/>
          <ac:spMkLst>
            <pc:docMk/>
            <pc:sldMk cId="2670572969" sldId="2147376039"/>
            <ac:spMk id="14" creationId="{24893471-E58D-4BE3-A439-238A99E29BED}"/>
          </ac:spMkLst>
        </pc:spChg>
        <pc:spChg chg="mod">
          <ac:chgData name="清翔太郎" userId="c699a3f4-7097-4aed-9c73-2a143519adc0" providerId="ADAL" clId="{5E6E9AA1-B18B-490A-9DE5-BBF4300A3A85}" dt="2025-03-24T11:45:31.123" v="15949" actId="2711"/>
          <ac:spMkLst>
            <pc:docMk/>
            <pc:sldMk cId="2670572969" sldId="2147376039"/>
            <ac:spMk id="17" creationId="{9552F436-4D8D-75C2-19D9-FC4AD797EADD}"/>
          </ac:spMkLst>
        </pc:spChg>
        <pc:graphicFrameChg chg="add mod modGraphic">
          <ac:chgData name="清翔太郎" userId="c699a3f4-7097-4aed-9c73-2a143519adc0" providerId="ADAL" clId="{5E6E9AA1-B18B-490A-9DE5-BBF4300A3A85}" dt="2025-03-24T11:44:30.786" v="15941" actId="313"/>
          <ac:graphicFrameMkLst>
            <pc:docMk/>
            <pc:sldMk cId="2670572969" sldId="2147376039"/>
            <ac:graphicFrameMk id="3" creationId="{8C9C4B8C-D0B6-E2D5-9D4C-67231364F490}"/>
          </ac:graphicFrameMkLst>
        </pc:graphicFrameChg>
        <pc:graphicFrameChg chg="add del mod modGraphic">
          <ac:chgData name="清翔太郎" userId="c699a3f4-7097-4aed-9c73-2a143519adc0" providerId="ADAL" clId="{5E6E9AA1-B18B-490A-9DE5-BBF4300A3A85}" dt="2025-03-24T07:53:15.949" v="10085" actId="478"/>
          <ac:graphicFrameMkLst>
            <pc:docMk/>
            <pc:sldMk cId="2670572969" sldId="2147376039"/>
            <ac:graphicFrameMk id="5" creationId="{8270904F-3200-73A4-D09D-25574CBE4E7C}"/>
          </ac:graphicFrameMkLst>
        </pc:graphicFrameChg>
        <pc:graphicFrameChg chg="add mod modGraphic">
          <ac:chgData name="清翔太郎" userId="c699a3f4-7097-4aed-9c73-2a143519adc0" providerId="ADAL" clId="{5E6E9AA1-B18B-490A-9DE5-BBF4300A3A85}" dt="2025-03-24T11:44:32.574" v="15942" actId="313"/>
          <ac:graphicFrameMkLst>
            <pc:docMk/>
            <pc:sldMk cId="2670572969" sldId="2147376039"/>
            <ac:graphicFrameMk id="6" creationId="{19846AFF-9F35-51D1-98EF-FBBA60F0A47D}"/>
          </ac:graphicFrameMkLst>
        </pc:graphicFrameChg>
        <pc:graphicFrameChg chg="del">
          <ac:chgData name="清翔太郎" userId="c699a3f4-7097-4aed-9c73-2a143519adc0" providerId="ADAL" clId="{5E6E9AA1-B18B-490A-9DE5-BBF4300A3A85}" dt="2025-03-24T07:31:34.133" v="9459" actId="478"/>
          <ac:graphicFrameMkLst>
            <pc:docMk/>
            <pc:sldMk cId="2670572969" sldId="2147376039"/>
            <ac:graphicFrameMk id="11" creationId="{12181DA0-D6EB-50DE-A74F-3BA509F6A9EE}"/>
          </ac:graphicFrameMkLst>
        </pc:graphicFrameChg>
        <pc:graphicFrameChg chg="del">
          <ac:chgData name="清翔太郎" userId="c699a3f4-7097-4aed-9c73-2a143519adc0" providerId="ADAL" clId="{5E6E9AA1-B18B-490A-9DE5-BBF4300A3A85}" dt="2025-03-24T07:31:34.133" v="9459" actId="478"/>
          <ac:graphicFrameMkLst>
            <pc:docMk/>
            <pc:sldMk cId="2670572969" sldId="2147376039"/>
            <ac:graphicFrameMk id="13" creationId="{354FD629-0909-3D0B-FE9E-833F37CD246D}"/>
          </ac:graphicFrameMkLst>
        </pc:graphicFrameChg>
      </pc:sldChg>
      <pc:sldChg chg="addSp delSp modSp add mod">
        <pc:chgData name="清翔太郎" userId="c699a3f4-7097-4aed-9c73-2a143519adc0" providerId="ADAL" clId="{5E6E9AA1-B18B-490A-9DE5-BBF4300A3A85}" dt="2025-03-24T11:45:40.539" v="15950" actId="2711"/>
        <pc:sldMkLst>
          <pc:docMk/>
          <pc:sldMk cId="8464958" sldId="2147376040"/>
        </pc:sldMkLst>
        <pc:spChg chg="del">
          <ac:chgData name="清翔太郎" userId="c699a3f4-7097-4aed-9c73-2a143519adc0" providerId="ADAL" clId="{5E6E9AA1-B18B-490A-9DE5-BBF4300A3A85}" dt="2025-03-24T08:00:09.918" v="10373" actId="478"/>
          <ac:spMkLst>
            <pc:docMk/>
            <pc:sldMk cId="8464958" sldId="2147376040"/>
            <ac:spMk id="2" creationId="{F6307611-AE93-C58A-BD14-60B0360AB334}"/>
          </ac:spMkLst>
        </pc:spChg>
        <pc:spChg chg="mod">
          <ac:chgData name="清翔太郎" userId="c699a3f4-7097-4aed-9c73-2a143519adc0" providerId="ADAL" clId="{5E6E9AA1-B18B-490A-9DE5-BBF4300A3A85}" dt="2025-03-24T11:45:40.539" v="15950" actId="2711"/>
          <ac:spMkLst>
            <pc:docMk/>
            <pc:sldMk cId="8464958" sldId="2147376040"/>
            <ac:spMk id="4" creationId="{C74B6290-ACCA-3265-03D4-7EC50220FFFD}"/>
          </ac:spMkLst>
        </pc:spChg>
        <pc:spChg chg="add mod">
          <ac:chgData name="清翔太郎" userId="c699a3f4-7097-4aed-9c73-2a143519adc0" providerId="ADAL" clId="{5E6E9AA1-B18B-490A-9DE5-BBF4300A3A85}" dt="2025-03-24T11:45:40.539" v="15950" actId="2711"/>
          <ac:spMkLst>
            <pc:docMk/>
            <pc:sldMk cId="8464958" sldId="2147376040"/>
            <ac:spMk id="5" creationId="{8DCF2B7D-E596-BBE3-58EE-C9F35D2E7A1A}"/>
          </ac:spMkLst>
        </pc:spChg>
        <pc:spChg chg="mod">
          <ac:chgData name="清翔太郎" userId="c699a3f4-7097-4aed-9c73-2a143519adc0" providerId="ADAL" clId="{5E6E9AA1-B18B-490A-9DE5-BBF4300A3A85}" dt="2025-03-24T11:45:40.539" v="15950" actId="2711"/>
          <ac:spMkLst>
            <pc:docMk/>
            <pc:sldMk cId="8464958" sldId="2147376040"/>
            <ac:spMk id="7" creationId="{6DDDBFC2-3AC3-2CE0-8E52-A80FA132E339}"/>
          </ac:spMkLst>
        </pc:spChg>
        <pc:spChg chg="add mod">
          <ac:chgData name="清翔太郎" userId="c699a3f4-7097-4aed-9c73-2a143519adc0" providerId="ADAL" clId="{5E6E9AA1-B18B-490A-9DE5-BBF4300A3A85}" dt="2025-03-24T11:45:40.539" v="15950" actId="2711"/>
          <ac:spMkLst>
            <pc:docMk/>
            <pc:sldMk cId="8464958" sldId="2147376040"/>
            <ac:spMk id="9" creationId="{B778B93E-7AFE-E5E9-9EDC-9909326AA914}"/>
          </ac:spMkLst>
        </pc:spChg>
        <pc:spChg chg="mod">
          <ac:chgData name="清翔太郎" userId="c699a3f4-7097-4aed-9c73-2a143519adc0" providerId="ADAL" clId="{5E6E9AA1-B18B-490A-9DE5-BBF4300A3A85}" dt="2025-03-24T11:45:40.539" v="15950" actId="2711"/>
          <ac:spMkLst>
            <pc:docMk/>
            <pc:sldMk cId="8464958" sldId="2147376040"/>
            <ac:spMk id="10" creationId="{4E6B04E1-BFEB-4309-307B-5783A2CEFC2C}"/>
          </ac:spMkLst>
        </pc:spChg>
        <pc:spChg chg="add mod">
          <ac:chgData name="清翔太郎" userId="c699a3f4-7097-4aed-9c73-2a143519adc0" providerId="ADAL" clId="{5E6E9AA1-B18B-490A-9DE5-BBF4300A3A85}" dt="2025-03-24T11:45:40.539" v="15950" actId="2711"/>
          <ac:spMkLst>
            <pc:docMk/>
            <pc:sldMk cId="8464958" sldId="2147376040"/>
            <ac:spMk id="11" creationId="{292E5340-9091-D00A-081F-7D525585DF54}"/>
          </ac:spMkLst>
        </pc:spChg>
        <pc:spChg chg="add mod">
          <ac:chgData name="清翔太郎" userId="c699a3f4-7097-4aed-9c73-2a143519adc0" providerId="ADAL" clId="{5E6E9AA1-B18B-490A-9DE5-BBF4300A3A85}" dt="2025-03-24T11:45:40.539" v="15950" actId="2711"/>
          <ac:spMkLst>
            <pc:docMk/>
            <pc:sldMk cId="8464958" sldId="2147376040"/>
            <ac:spMk id="12" creationId="{A66E05A0-D10F-B166-4013-E8509EE6E0EA}"/>
          </ac:spMkLst>
        </pc:spChg>
        <pc:spChg chg="mod">
          <ac:chgData name="清翔太郎" userId="c699a3f4-7097-4aed-9c73-2a143519adc0" providerId="ADAL" clId="{5E6E9AA1-B18B-490A-9DE5-BBF4300A3A85}" dt="2025-03-24T11:45:40.539" v="15950" actId="2711"/>
          <ac:spMkLst>
            <pc:docMk/>
            <pc:sldMk cId="8464958" sldId="2147376040"/>
            <ac:spMk id="17" creationId="{24C9CC3F-C0A6-C4AF-06BF-354C300EFCE1}"/>
          </ac:spMkLst>
        </pc:spChg>
        <pc:graphicFrameChg chg="del">
          <ac:chgData name="清翔太郎" userId="c699a3f4-7097-4aed-9c73-2a143519adc0" providerId="ADAL" clId="{5E6E9AA1-B18B-490A-9DE5-BBF4300A3A85}" dt="2025-03-24T08:00:09.918" v="10373" actId="478"/>
          <ac:graphicFrameMkLst>
            <pc:docMk/>
            <pc:sldMk cId="8464958" sldId="2147376040"/>
            <ac:graphicFrameMk id="3" creationId="{5189A88F-EC04-FA87-AE7A-62B6227417F2}"/>
          </ac:graphicFrameMkLst>
        </pc:graphicFrameChg>
        <pc:graphicFrameChg chg="mod modGraphic">
          <ac:chgData name="清翔太郎" userId="c699a3f4-7097-4aed-9c73-2a143519adc0" providerId="ADAL" clId="{5E6E9AA1-B18B-490A-9DE5-BBF4300A3A85}" dt="2025-03-24T08:27:22.678" v="11446" actId="207"/>
          <ac:graphicFrameMkLst>
            <pc:docMk/>
            <pc:sldMk cId="8464958" sldId="2147376040"/>
            <ac:graphicFrameMk id="6" creationId="{6933A2D4-88BC-6E99-991B-33CCAA4C7785}"/>
          </ac:graphicFrameMkLst>
        </pc:graphicFrameChg>
        <pc:graphicFrameChg chg="add mod modGraphic">
          <ac:chgData name="清翔太郎" userId="c699a3f4-7097-4aed-9c73-2a143519adc0" providerId="ADAL" clId="{5E6E9AA1-B18B-490A-9DE5-BBF4300A3A85}" dt="2025-03-24T08:17:03.060" v="10944"/>
          <ac:graphicFrameMkLst>
            <pc:docMk/>
            <pc:sldMk cId="8464958" sldId="2147376040"/>
            <ac:graphicFrameMk id="8" creationId="{07B3BB2F-CADF-8325-DCE7-00B2991E216C}"/>
          </ac:graphicFrameMkLst>
        </pc:graphicFrameChg>
      </pc:sldChg>
      <pc:sldChg chg="addSp delSp modSp add mod ord">
        <pc:chgData name="清翔太郎" userId="c699a3f4-7097-4aed-9c73-2a143519adc0" providerId="ADAL" clId="{5E6E9AA1-B18B-490A-9DE5-BBF4300A3A85}" dt="2025-03-24T11:44:37.612" v="15945" actId="313"/>
        <pc:sldMkLst>
          <pc:docMk/>
          <pc:sldMk cId="790296773" sldId="2147376041"/>
        </pc:sldMkLst>
        <pc:spChg chg="add mod">
          <ac:chgData name="清翔太郎" userId="c699a3f4-7097-4aed-9c73-2a143519adc0" providerId="ADAL" clId="{5E6E9AA1-B18B-490A-9DE5-BBF4300A3A85}" dt="2025-03-24T08:25:43.590" v="11413" actId="207"/>
          <ac:spMkLst>
            <pc:docMk/>
            <pc:sldMk cId="790296773" sldId="2147376041"/>
            <ac:spMk id="2" creationId="{4A989F9F-BF8D-4637-28E3-CCB64B2BB2FD}"/>
          </ac:spMkLst>
        </pc:spChg>
        <pc:spChg chg="add mod">
          <ac:chgData name="清翔太郎" userId="c699a3f4-7097-4aed-9c73-2a143519adc0" providerId="ADAL" clId="{5E6E9AA1-B18B-490A-9DE5-BBF4300A3A85}" dt="2025-03-24T11:44:37.612" v="15945" actId="313"/>
          <ac:spMkLst>
            <pc:docMk/>
            <pc:sldMk cId="790296773" sldId="2147376041"/>
            <ac:spMk id="3" creationId="{E5677081-E08F-7890-5081-F87301827756}"/>
          </ac:spMkLst>
        </pc:spChg>
        <pc:spChg chg="del">
          <ac:chgData name="清翔太郎" userId="c699a3f4-7097-4aed-9c73-2a143519adc0" providerId="ADAL" clId="{5E6E9AA1-B18B-490A-9DE5-BBF4300A3A85}" dt="2025-03-24T08:15:50.661" v="10907" actId="478"/>
          <ac:spMkLst>
            <pc:docMk/>
            <pc:sldMk cId="790296773" sldId="2147376041"/>
            <ac:spMk id="4" creationId="{64C026FA-5DAD-6B9A-1C79-412B7C0EE8B1}"/>
          </ac:spMkLst>
        </pc:spChg>
        <pc:spChg chg="del">
          <ac:chgData name="清翔太郎" userId="c699a3f4-7097-4aed-9c73-2a143519adc0" providerId="ADAL" clId="{5E6E9AA1-B18B-490A-9DE5-BBF4300A3A85}" dt="2025-03-24T08:15:50.661" v="10907" actId="478"/>
          <ac:spMkLst>
            <pc:docMk/>
            <pc:sldMk cId="790296773" sldId="2147376041"/>
            <ac:spMk id="5" creationId="{41C17667-BD53-C98A-AA9F-E35516D81A0C}"/>
          </ac:spMkLst>
        </pc:spChg>
        <pc:spChg chg="del">
          <ac:chgData name="清翔太郎" userId="c699a3f4-7097-4aed-9c73-2a143519adc0" providerId="ADAL" clId="{5E6E9AA1-B18B-490A-9DE5-BBF4300A3A85}" dt="2025-03-24T08:15:50.661" v="10907" actId="478"/>
          <ac:spMkLst>
            <pc:docMk/>
            <pc:sldMk cId="790296773" sldId="2147376041"/>
            <ac:spMk id="9" creationId="{6D9BB610-3AB9-DF2C-7D98-8936015B790F}"/>
          </ac:spMkLst>
        </pc:spChg>
        <pc:spChg chg="mod">
          <ac:chgData name="清翔太郎" userId="c699a3f4-7097-4aed-9c73-2a143519adc0" providerId="ADAL" clId="{5E6E9AA1-B18B-490A-9DE5-BBF4300A3A85}" dt="2025-03-24T09:00:30.939" v="13239" actId="20577"/>
          <ac:spMkLst>
            <pc:docMk/>
            <pc:sldMk cId="790296773" sldId="2147376041"/>
            <ac:spMk id="10" creationId="{4CDE7C81-1F72-DECE-C89F-A09AE150BC91}"/>
          </ac:spMkLst>
        </pc:spChg>
        <pc:spChg chg="del">
          <ac:chgData name="清翔太郎" userId="c699a3f4-7097-4aed-9c73-2a143519adc0" providerId="ADAL" clId="{5E6E9AA1-B18B-490A-9DE5-BBF4300A3A85}" dt="2025-03-24T08:15:50.661" v="10907" actId="478"/>
          <ac:spMkLst>
            <pc:docMk/>
            <pc:sldMk cId="790296773" sldId="2147376041"/>
            <ac:spMk id="11" creationId="{93EEC9A7-1C09-AA0D-FC61-DADAF26141CF}"/>
          </ac:spMkLst>
        </pc:spChg>
        <pc:spChg chg="del">
          <ac:chgData name="清翔太郎" userId="c699a3f4-7097-4aed-9c73-2a143519adc0" providerId="ADAL" clId="{5E6E9AA1-B18B-490A-9DE5-BBF4300A3A85}" dt="2025-03-24T08:15:50.661" v="10907" actId="478"/>
          <ac:spMkLst>
            <pc:docMk/>
            <pc:sldMk cId="790296773" sldId="2147376041"/>
            <ac:spMk id="12" creationId="{630DB82C-6CBB-8383-D0F9-9554EC880448}"/>
          </ac:spMkLst>
        </pc:spChg>
        <pc:spChg chg="add mod">
          <ac:chgData name="清翔太郎" userId="c699a3f4-7097-4aed-9c73-2a143519adc0" providerId="ADAL" clId="{5E6E9AA1-B18B-490A-9DE5-BBF4300A3A85}" dt="2025-03-24T08:34:13.162" v="12248" actId="207"/>
          <ac:spMkLst>
            <pc:docMk/>
            <pc:sldMk cId="790296773" sldId="2147376041"/>
            <ac:spMk id="13" creationId="{E836670B-A7BC-FD8E-ED23-F119B5F5D6F5}"/>
          </ac:spMkLst>
        </pc:spChg>
        <pc:spChg chg="add mod">
          <ac:chgData name="清翔太郎" userId="c699a3f4-7097-4aed-9c73-2a143519adc0" providerId="ADAL" clId="{5E6E9AA1-B18B-490A-9DE5-BBF4300A3A85}" dt="2025-03-24T09:39:58.008" v="14666"/>
          <ac:spMkLst>
            <pc:docMk/>
            <pc:sldMk cId="790296773" sldId="2147376041"/>
            <ac:spMk id="14" creationId="{425AAEF2-3D9D-23AE-5BA3-5F386D4134E6}"/>
          </ac:spMkLst>
        </pc:spChg>
        <pc:graphicFrameChg chg="del">
          <ac:chgData name="清翔太郎" userId="c699a3f4-7097-4aed-9c73-2a143519adc0" providerId="ADAL" clId="{5E6E9AA1-B18B-490A-9DE5-BBF4300A3A85}" dt="2025-03-24T08:15:50.661" v="10907" actId="478"/>
          <ac:graphicFrameMkLst>
            <pc:docMk/>
            <pc:sldMk cId="790296773" sldId="2147376041"/>
            <ac:graphicFrameMk id="6" creationId="{1CBAB0C3-5704-1357-3FE7-99408F56FF1B}"/>
          </ac:graphicFrameMkLst>
        </pc:graphicFrameChg>
        <pc:graphicFrameChg chg="del">
          <ac:chgData name="清翔太郎" userId="c699a3f4-7097-4aed-9c73-2a143519adc0" providerId="ADAL" clId="{5E6E9AA1-B18B-490A-9DE5-BBF4300A3A85}" dt="2025-03-24T08:15:50.661" v="10907" actId="478"/>
          <ac:graphicFrameMkLst>
            <pc:docMk/>
            <pc:sldMk cId="790296773" sldId="2147376041"/>
            <ac:graphicFrameMk id="8" creationId="{C72F5129-9709-56F2-07A2-CC71F90D5FEC}"/>
          </ac:graphicFrameMkLst>
        </pc:graphicFrameChg>
      </pc:sldChg>
      <pc:sldChg chg="addSp delSp modSp add mod">
        <pc:chgData name="清翔太郎" userId="c699a3f4-7097-4aed-9c73-2a143519adc0" providerId="ADAL" clId="{5E6E9AA1-B18B-490A-9DE5-BBF4300A3A85}" dt="2025-03-24T10:44:04.986" v="14844" actId="1076"/>
        <pc:sldMkLst>
          <pc:docMk/>
          <pc:sldMk cId="161046110" sldId="2147376042"/>
        </pc:sldMkLst>
        <pc:spChg chg="add mod">
          <ac:chgData name="清翔太郎" userId="c699a3f4-7097-4aed-9c73-2a143519adc0" providerId="ADAL" clId="{5E6E9AA1-B18B-490A-9DE5-BBF4300A3A85}" dt="2025-03-24T09:13:05.256" v="13843"/>
          <ac:spMkLst>
            <pc:docMk/>
            <pc:sldMk cId="161046110" sldId="2147376042"/>
            <ac:spMk id="3" creationId="{D05B4FBE-27C4-42F8-8EF9-14BDBD408CD6}"/>
          </ac:spMkLst>
        </pc:spChg>
        <pc:spChg chg="add del mod">
          <ac:chgData name="清翔太郎" userId="c699a3f4-7097-4aed-9c73-2a143519adc0" providerId="ADAL" clId="{5E6E9AA1-B18B-490A-9DE5-BBF4300A3A85}" dt="2025-03-24T09:16:38.644" v="13932" actId="478"/>
          <ac:spMkLst>
            <pc:docMk/>
            <pc:sldMk cId="161046110" sldId="2147376042"/>
            <ac:spMk id="4" creationId="{B21227C6-3C7B-5468-DCCD-4B49C0A785ED}"/>
          </ac:spMkLst>
        </pc:spChg>
        <pc:spChg chg="add del mod">
          <ac:chgData name="清翔太郎" userId="c699a3f4-7097-4aed-9c73-2a143519adc0" providerId="ADAL" clId="{5E6E9AA1-B18B-490A-9DE5-BBF4300A3A85}" dt="2025-03-24T09:16:38.644" v="13932" actId="478"/>
          <ac:spMkLst>
            <pc:docMk/>
            <pc:sldMk cId="161046110" sldId="2147376042"/>
            <ac:spMk id="5" creationId="{578228A5-18AF-8937-C365-D168BBDC9F04}"/>
          </ac:spMkLst>
        </pc:spChg>
        <pc:spChg chg="add del mod">
          <ac:chgData name="清翔太郎" userId="c699a3f4-7097-4aed-9c73-2a143519adc0" providerId="ADAL" clId="{5E6E9AA1-B18B-490A-9DE5-BBF4300A3A85}" dt="2025-03-24T09:16:38.644" v="13932" actId="478"/>
          <ac:spMkLst>
            <pc:docMk/>
            <pc:sldMk cId="161046110" sldId="2147376042"/>
            <ac:spMk id="6" creationId="{797AE689-32D0-A24A-EBAC-FD1CF5BF1BDB}"/>
          </ac:spMkLst>
        </pc:spChg>
        <pc:spChg chg="add del mod">
          <ac:chgData name="清翔太郎" userId="c699a3f4-7097-4aed-9c73-2a143519adc0" providerId="ADAL" clId="{5E6E9AA1-B18B-490A-9DE5-BBF4300A3A85}" dt="2025-03-24T09:16:38.644" v="13932" actId="478"/>
          <ac:spMkLst>
            <pc:docMk/>
            <pc:sldMk cId="161046110" sldId="2147376042"/>
            <ac:spMk id="8" creationId="{ACB9C9D4-B980-9396-BA6E-7D634DF19B35}"/>
          </ac:spMkLst>
        </pc:spChg>
        <pc:spChg chg="add del mod">
          <ac:chgData name="清翔太郎" userId="c699a3f4-7097-4aed-9c73-2a143519adc0" providerId="ADAL" clId="{5E6E9AA1-B18B-490A-9DE5-BBF4300A3A85}" dt="2025-03-24T09:16:38.644" v="13932" actId="478"/>
          <ac:spMkLst>
            <pc:docMk/>
            <pc:sldMk cId="161046110" sldId="2147376042"/>
            <ac:spMk id="9" creationId="{78DD9F97-3C8C-CFD8-42AD-F4C8EA4693C0}"/>
          </ac:spMkLst>
        </pc:spChg>
        <pc:spChg chg="mod">
          <ac:chgData name="清翔太郎" userId="c699a3f4-7097-4aed-9c73-2a143519adc0" providerId="ADAL" clId="{5E6E9AA1-B18B-490A-9DE5-BBF4300A3A85}" dt="2025-03-24T09:26:29.657" v="14486" actId="20577"/>
          <ac:spMkLst>
            <pc:docMk/>
            <pc:sldMk cId="161046110" sldId="2147376042"/>
            <ac:spMk id="10" creationId="{74B80500-1217-EE76-DD5A-D04766611012}"/>
          </ac:spMkLst>
        </pc:spChg>
        <pc:spChg chg="add del mod">
          <ac:chgData name="清翔太郎" userId="c699a3f4-7097-4aed-9c73-2a143519adc0" providerId="ADAL" clId="{5E6E9AA1-B18B-490A-9DE5-BBF4300A3A85}" dt="2025-03-24T09:16:38.644" v="13932" actId="478"/>
          <ac:spMkLst>
            <pc:docMk/>
            <pc:sldMk cId="161046110" sldId="2147376042"/>
            <ac:spMk id="11" creationId="{51591814-9438-9EC0-7809-79C145B85277}"/>
          </ac:spMkLst>
        </pc:spChg>
        <pc:spChg chg="add mod">
          <ac:chgData name="清翔太郎" userId="c699a3f4-7097-4aed-9c73-2a143519adc0" providerId="ADAL" clId="{5E6E9AA1-B18B-490A-9DE5-BBF4300A3A85}" dt="2025-03-24T10:44:04.986" v="14844" actId="1076"/>
          <ac:spMkLst>
            <pc:docMk/>
            <pc:sldMk cId="161046110" sldId="2147376042"/>
            <ac:spMk id="13" creationId="{13A33C59-1958-24F8-3AB3-ADA59E08BF13}"/>
          </ac:spMkLst>
        </pc:spChg>
        <pc:spChg chg="add mod">
          <ac:chgData name="清翔太郎" userId="c699a3f4-7097-4aed-9c73-2a143519adc0" providerId="ADAL" clId="{5E6E9AA1-B18B-490A-9DE5-BBF4300A3A85}" dt="2025-03-24T10:44:04.986" v="14844" actId="1076"/>
          <ac:spMkLst>
            <pc:docMk/>
            <pc:sldMk cId="161046110" sldId="2147376042"/>
            <ac:spMk id="14" creationId="{F7D27E61-5F64-55B3-FB4E-6ED3B91D852E}"/>
          </ac:spMkLst>
        </pc:spChg>
        <pc:spChg chg="add mod">
          <ac:chgData name="清翔太郎" userId="c699a3f4-7097-4aed-9c73-2a143519adc0" providerId="ADAL" clId="{5E6E9AA1-B18B-490A-9DE5-BBF4300A3A85}" dt="2025-03-24T10:44:04.986" v="14844" actId="1076"/>
          <ac:spMkLst>
            <pc:docMk/>
            <pc:sldMk cId="161046110" sldId="2147376042"/>
            <ac:spMk id="15" creationId="{E2C9C996-F46F-8183-DD00-5071B6C8124E}"/>
          </ac:spMkLst>
        </pc:spChg>
        <pc:spChg chg="add mod">
          <ac:chgData name="清翔太郎" userId="c699a3f4-7097-4aed-9c73-2a143519adc0" providerId="ADAL" clId="{5E6E9AA1-B18B-490A-9DE5-BBF4300A3A85}" dt="2025-03-24T10:44:04.986" v="14844" actId="1076"/>
          <ac:spMkLst>
            <pc:docMk/>
            <pc:sldMk cId="161046110" sldId="2147376042"/>
            <ac:spMk id="16" creationId="{94DE4992-038C-A1F4-6596-84310BE5569F}"/>
          </ac:spMkLst>
        </pc:spChg>
        <pc:spChg chg="add mod">
          <ac:chgData name="清翔太郎" userId="c699a3f4-7097-4aed-9c73-2a143519adc0" providerId="ADAL" clId="{5E6E9AA1-B18B-490A-9DE5-BBF4300A3A85}" dt="2025-03-24T10:44:04.986" v="14844" actId="1076"/>
          <ac:spMkLst>
            <pc:docMk/>
            <pc:sldMk cId="161046110" sldId="2147376042"/>
            <ac:spMk id="22" creationId="{885741D0-B7B4-D330-325C-90E37B039105}"/>
          </ac:spMkLst>
        </pc:spChg>
        <pc:spChg chg="mod">
          <ac:chgData name="清翔太郎" userId="c699a3f4-7097-4aed-9c73-2a143519adc0" providerId="ADAL" clId="{5E6E9AA1-B18B-490A-9DE5-BBF4300A3A85}" dt="2025-03-24T09:08:50.138" v="13605"/>
          <ac:spMkLst>
            <pc:docMk/>
            <pc:sldMk cId="161046110" sldId="2147376042"/>
            <ac:spMk id="23" creationId="{C7C07A92-AD78-8F64-342B-D82082121855}"/>
          </ac:spMkLst>
        </pc:spChg>
        <pc:spChg chg="add mod">
          <ac:chgData name="清翔太郎" userId="c699a3f4-7097-4aed-9c73-2a143519adc0" providerId="ADAL" clId="{5E6E9AA1-B18B-490A-9DE5-BBF4300A3A85}" dt="2025-03-24T10:44:04.986" v="14844" actId="1076"/>
          <ac:spMkLst>
            <pc:docMk/>
            <pc:sldMk cId="161046110" sldId="2147376042"/>
            <ac:spMk id="30" creationId="{6198E0CB-AC7D-41F7-A7D3-CED8EE51B3ED}"/>
          </ac:spMkLst>
        </pc:spChg>
        <pc:spChg chg="add mod">
          <ac:chgData name="清翔太郎" userId="c699a3f4-7097-4aed-9c73-2a143519adc0" providerId="ADAL" clId="{5E6E9AA1-B18B-490A-9DE5-BBF4300A3A85}" dt="2025-03-24T10:44:04.986" v="14844" actId="1076"/>
          <ac:spMkLst>
            <pc:docMk/>
            <pc:sldMk cId="161046110" sldId="2147376042"/>
            <ac:spMk id="38" creationId="{0CA83B81-C674-1F09-E901-DA2A22C8D927}"/>
          </ac:spMkLst>
        </pc:spChg>
        <pc:spChg chg="add mod">
          <ac:chgData name="清翔太郎" userId="c699a3f4-7097-4aed-9c73-2a143519adc0" providerId="ADAL" clId="{5E6E9AA1-B18B-490A-9DE5-BBF4300A3A85}" dt="2025-03-24T10:44:04.986" v="14844" actId="1076"/>
          <ac:spMkLst>
            <pc:docMk/>
            <pc:sldMk cId="161046110" sldId="2147376042"/>
            <ac:spMk id="40" creationId="{D8AB985D-3816-4701-DF0D-5AB6B9A2903F}"/>
          </ac:spMkLst>
        </pc:spChg>
        <pc:spChg chg="add mod">
          <ac:chgData name="清翔太郎" userId="c699a3f4-7097-4aed-9c73-2a143519adc0" providerId="ADAL" clId="{5E6E9AA1-B18B-490A-9DE5-BBF4300A3A85}" dt="2025-03-24T10:44:04.986" v="14844" actId="1076"/>
          <ac:spMkLst>
            <pc:docMk/>
            <pc:sldMk cId="161046110" sldId="2147376042"/>
            <ac:spMk id="44" creationId="{F4B8021A-ED1D-2C89-0A6F-7E1AAEAEBA98}"/>
          </ac:spMkLst>
        </pc:spChg>
        <pc:spChg chg="add mod">
          <ac:chgData name="清翔太郎" userId="c699a3f4-7097-4aed-9c73-2a143519adc0" providerId="ADAL" clId="{5E6E9AA1-B18B-490A-9DE5-BBF4300A3A85}" dt="2025-03-24T10:44:04.986" v="14844" actId="1076"/>
          <ac:spMkLst>
            <pc:docMk/>
            <pc:sldMk cId="161046110" sldId="2147376042"/>
            <ac:spMk id="45" creationId="{7A0D77FD-8DEF-14B9-B850-8B57A4ADD259}"/>
          </ac:spMkLst>
        </pc:spChg>
        <pc:graphicFrameChg chg="del">
          <ac:chgData name="清翔太郎" userId="c699a3f4-7097-4aed-9c73-2a143519adc0" providerId="ADAL" clId="{5E6E9AA1-B18B-490A-9DE5-BBF4300A3A85}" dt="2025-03-24T09:04:54.616" v="13329" actId="478"/>
          <ac:graphicFrameMkLst>
            <pc:docMk/>
            <pc:sldMk cId="161046110" sldId="2147376042"/>
            <ac:graphicFrameMk id="2" creationId="{2208705B-73E5-379D-55BF-83FDA42894EC}"/>
          </ac:graphicFrameMkLst>
        </pc:graphicFrameChg>
        <pc:graphicFrameChg chg="add mod modGraphic">
          <ac:chgData name="清翔太郎" userId="c699a3f4-7097-4aed-9c73-2a143519adc0" providerId="ADAL" clId="{5E6E9AA1-B18B-490A-9DE5-BBF4300A3A85}" dt="2025-03-24T09:26:15.795" v="14483"/>
          <ac:graphicFrameMkLst>
            <pc:docMk/>
            <pc:sldMk cId="161046110" sldId="2147376042"/>
            <ac:graphicFrameMk id="12" creationId="{737D02B8-9BBE-1356-7EE1-B1F242C99DAA}"/>
          </ac:graphicFrameMkLst>
        </pc:graphicFrameChg>
        <pc:cxnChg chg="add mod">
          <ac:chgData name="清翔太郎" userId="c699a3f4-7097-4aed-9c73-2a143519adc0" providerId="ADAL" clId="{5E6E9AA1-B18B-490A-9DE5-BBF4300A3A85}" dt="2025-03-24T09:22:16.484" v="14241" actId="1076"/>
          <ac:cxnSpMkLst>
            <pc:docMk/>
            <pc:sldMk cId="161046110" sldId="2147376042"/>
            <ac:cxnSpMk id="19" creationId="{C13C18A5-C5AB-B57C-8B1A-E241A24F2EDA}"/>
          </ac:cxnSpMkLst>
        </pc:cxnChg>
        <pc:cxnChg chg="add mod">
          <ac:chgData name="清翔太郎" userId="c699a3f4-7097-4aed-9c73-2a143519adc0" providerId="ADAL" clId="{5E6E9AA1-B18B-490A-9DE5-BBF4300A3A85}" dt="2025-03-24T09:20:51.631" v="14176" actId="1076"/>
          <ac:cxnSpMkLst>
            <pc:docMk/>
            <pc:sldMk cId="161046110" sldId="2147376042"/>
            <ac:cxnSpMk id="24" creationId="{E610DD11-4A5D-4E66-AE7A-55A5612C078D}"/>
          </ac:cxnSpMkLst>
        </pc:cxnChg>
        <pc:cxnChg chg="add mod">
          <ac:chgData name="清翔太郎" userId="c699a3f4-7097-4aed-9c73-2a143519adc0" providerId="ADAL" clId="{5E6E9AA1-B18B-490A-9DE5-BBF4300A3A85}" dt="2025-03-24T09:21:10.344" v="14201" actId="14100"/>
          <ac:cxnSpMkLst>
            <pc:docMk/>
            <pc:sldMk cId="161046110" sldId="2147376042"/>
            <ac:cxnSpMk id="27" creationId="{D30DB7AB-EC9A-9362-3C9E-8D0E6C34767F}"/>
          </ac:cxnSpMkLst>
        </pc:cxnChg>
        <pc:cxnChg chg="add del mod">
          <ac:chgData name="清翔太郎" userId="c699a3f4-7097-4aed-9c73-2a143519adc0" providerId="ADAL" clId="{5E6E9AA1-B18B-490A-9DE5-BBF4300A3A85}" dt="2025-03-24T09:21:23.873" v="14205" actId="478"/>
          <ac:cxnSpMkLst>
            <pc:docMk/>
            <pc:sldMk cId="161046110" sldId="2147376042"/>
            <ac:cxnSpMk id="32" creationId="{DC4314A4-7E9C-CE97-9A9F-8A054C601B96}"/>
          </ac:cxnSpMkLst>
        </pc:cxnChg>
        <pc:cxnChg chg="add mod">
          <ac:chgData name="清翔太郎" userId="c699a3f4-7097-4aed-9c73-2a143519adc0" providerId="ADAL" clId="{5E6E9AA1-B18B-490A-9DE5-BBF4300A3A85}" dt="2025-03-24T09:26:21.444" v="14484" actId="1076"/>
          <ac:cxnSpMkLst>
            <pc:docMk/>
            <pc:sldMk cId="161046110" sldId="2147376042"/>
            <ac:cxnSpMk id="35" creationId="{1543B65C-68E2-CD1C-3CBE-473DB86737F4}"/>
          </ac:cxnSpMkLst>
        </pc:cxnChg>
        <pc:cxnChg chg="add mod">
          <ac:chgData name="清翔太郎" userId="c699a3f4-7097-4aed-9c73-2a143519adc0" providerId="ADAL" clId="{5E6E9AA1-B18B-490A-9DE5-BBF4300A3A85}" dt="2025-03-24T09:22:30.430" v="14244" actId="14100"/>
          <ac:cxnSpMkLst>
            <pc:docMk/>
            <pc:sldMk cId="161046110" sldId="2147376042"/>
            <ac:cxnSpMk id="39" creationId="{2F3E3755-DF4A-052E-9E01-913D4C4D53E7}"/>
          </ac:cxnSpMkLst>
        </pc:cxnChg>
        <pc:cxnChg chg="add mod">
          <ac:chgData name="清翔太郎" userId="c699a3f4-7097-4aed-9c73-2a143519adc0" providerId="ADAL" clId="{5E6E9AA1-B18B-490A-9DE5-BBF4300A3A85}" dt="2025-03-24T09:22:49.417" v="14247" actId="1076"/>
          <ac:cxnSpMkLst>
            <pc:docMk/>
            <pc:sldMk cId="161046110" sldId="2147376042"/>
            <ac:cxnSpMk id="43" creationId="{CFF5E553-4701-4D46-8540-5783DCE8947E}"/>
          </ac:cxnSpMkLst>
        </pc:cxnChg>
      </pc:sldChg>
      <pc:sldChg chg="addSp delSp modSp add mod">
        <pc:chgData name="清翔太郎" userId="c699a3f4-7097-4aed-9c73-2a143519adc0" providerId="ADAL" clId="{5E6E9AA1-B18B-490A-9DE5-BBF4300A3A85}" dt="2025-03-24T11:45:56.550" v="15951" actId="2711"/>
        <pc:sldMkLst>
          <pc:docMk/>
          <pc:sldMk cId="2852715402" sldId="2147376043"/>
        </pc:sldMkLst>
        <pc:spChg chg="add del mod">
          <ac:chgData name="清翔太郎" userId="c699a3f4-7097-4aed-9c73-2a143519adc0" providerId="ADAL" clId="{5E6E9AA1-B18B-490A-9DE5-BBF4300A3A85}" dt="2025-03-24T11:45:56.550" v="15951" actId="2711"/>
          <ac:spMkLst>
            <pc:docMk/>
            <pc:sldMk cId="2852715402" sldId="2147376043"/>
            <ac:spMk id="4" creationId="{6E422118-E450-1E50-2778-B7F05911AD9E}"/>
          </ac:spMkLst>
        </pc:spChg>
        <pc:spChg chg="add del mod">
          <ac:chgData name="清翔太郎" userId="c699a3f4-7097-4aed-9c73-2a143519adc0" providerId="ADAL" clId="{5E6E9AA1-B18B-490A-9DE5-BBF4300A3A85}" dt="2025-03-24T10:46:25.176" v="14857" actId="478"/>
          <ac:spMkLst>
            <pc:docMk/>
            <pc:sldMk cId="2852715402" sldId="2147376043"/>
            <ac:spMk id="5" creationId="{0808FA09-6D3F-896F-9871-2266514549FA}"/>
          </ac:spMkLst>
        </pc:spChg>
        <pc:spChg chg="mod">
          <ac:chgData name="清翔太郎" userId="c699a3f4-7097-4aed-9c73-2a143519adc0" providerId="ADAL" clId="{5E6E9AA1-B18B-490A-9DE5-BBF4300A3A85}" dt="2025-03-24T11:45:56.550" v="15951" actId="2711"/>
          <ac:spMkLst>
            <pc:docMk/>
            <pc:sldMk cId="2852715402" sldId="2147376043"/>
            <ac:spMk id="7" creationId="{E8A74162-12F4-54F8-26A7-39B9A829140F}"/>
          </ac:spMkLst>
        </pc:spChg>
        <pc:spChg chg="add mod">
          <ac:chgData name="清翔太郎" userId="c699a3f4-7097-4aed-9c73-2a143519adc0" providerId="ADAL" clId="{5E6E9AA1-B18B-490A-9DE5-BBF4300A3A85}" dt="2025-03-24T11:45:56.550" v="15951" actId="2711"/>
          <ac:spMkLst>
            <pc:docMk/>
            <pc:sldMk cId="2852715402" sldId="2147376043"/>
            <ac:spMk id="9" creationId="{0808FA09-6D3F-896F-9871-2266514549FA}"/>
          </ac:spMkLst>
        </pc:spChg>
        <pc:spChg chg="mod">
          <ac:chgData name="清翔太郎" userId="c699a3f4-7097-4aed-9c73-2a143519adc0" providerId="ADAL" clId="{5E6E9AA1-B18B-490A-9DE5-BBF4300A3A85}" dt="2025-03-24T11:45:56.550" v="15951" actId="2711"/>
          <ac:spMkLst>
            <pc:docMk/>
            <pc:sldMk cId="2852715402" sldId="2147376043"/>
            <ac:spMk id="10" creationId="{0B323AF4-CFBF-EF09-8A33-198034653B5A}"/>
          </ac:spMkLst>
        </pc:spChg>
        <pc:spChg chg="add mod">
          <ac:chgData name="清翔太郎" userId="c699a3f4-7097-4aed-9c73-2a143519adc0" providerId="ADAL" clId="{5E6E9AA1-B18B-490A-9DE5-BBF4300A3A85}" dt="2025-03-24T11:45:56.550" v="15951" actId="2711"/>
          <ac:spMkLst>
            <pc:docMk/>
            <pc:sldMk cId="2852715402" sldId="2147376043"/>
            <ac:spMk id="11" creationId="{59157E6B-31E3-4292-BD0E-1C69385BBC86}"/>
          </ac:spMkLst>
        </pc:spChg>
        <pc:spChg chg="mod">
          <ac:chgData name="清翔太郎" userId="c699a3f4-7097-4aed-9c73-2a143519adc0" providerId="ADAL" clId="{5E6E9AA1-B18B-490A-9DE5-BBF4300A3A85}" dt="2025-03-24T11:45:56.550" v="15951" actId="2711"/>
          <ac:spMkLst>
            <pc:docMk/>
            <pc:sldMk cId="2852715402" sldId="2147376043"/>
            <ac:spMk id="17" creationId="{3F21B458-5F5D-F348-E761-A468E675007D}"/>
          </ac:spMkLst>
        </pc:spChg>
        <pc:spChg chg="mod">
          <ac:chgData name="清翔太郎" userId="c699a3f4-7097-4aed-9c73-2a143519adc0" providerId="ADAL" clId="{5E6E9AA1-B18B-490A-9DE5-BBF4300A3A85}" dt="2025-03-24T11:45:56.550" v="15951" actId="2711"/>
          <ac:spMkLst>
            <pc:docMk/>
            <pc:sldMk cId="2852715402" sldId="2147376043"/>
            <ac:spMk id="23" creationId="{BA60BD89-8F7A-D66F-A58D-888EBCB0F515}"/>
          </ac:spMkLst>
        </pc:spChg>
        <pc:graphicFrameChg chg="del">
          <ac:chgData name="清翔太郎" userId="c699a3f4-7097-4aed-9c73-2a143519adc0" providerId="ADAL" clId="{5E6E9AA1-B18B-490A-9DE5-BBF4300A3A85}" dt="2025-03-24T10:45:12.332" v="14846" actId="478"/>
          <ac:graphicFrameMkLst>
            <pc:docMk/>
            <pc:sldMk cId="2852715402" sldId="2147376043"/>
            <ac:graphicFrameMk id="2" creationId="{C147F321-80D9-8D98-AD27-9504C058BB51}"/>
          </ac:graphicFrameMkLst>
        </pc:graphicFrameChg>
        <pc:graphicFrameChg chg="add del mod modGraphic">
          <ac:chgData name="清翔太郎" userId="c699a3f4-7097-4aed-9c73-2a143519adc0" providerId="ADAL" clId="{5E6E9AA1-B18B-490A-9DE5-BBF4300A3A85}" dt="2025-03-24T11:06:28.148" v="15089" actId="403"/>
          <ac:graphicFrameMkLst>
            <pc:docMk/>
            <pc:sldMk cId="2852715402" sldId="2147376043"/>
            <ac:graphicFrameMk id="3" creationId="{B244CFD4-02FA-87A4-25F6-F7D6AB25E3CB}"/>
          </ac:graphicFrameMkLst>
        </pc:graphicFrameChg>
        <pc:picChg chg="add mod">
          <ac:chgData name="清翔太郎" userId="c699a3f4-7097-4aed-9c73-2a143519adc0" providerId="ADAL" clId="{5E6E9AA1-B18B-490A-9DE5-BBF4300A3A85}" dt="2025-03-24T10:50:47.637" v="14910" actId="1076"/>
          <ac:picMkLst>
            <pc:docMk/>
            <pc:sldMk cId="2852715402" sldId="2147376043"/>
            <ac:picMk id="6" creationId="{F25F2129-EE01-A5B9-7005-FA9F7258B398}"/>
          </ac:picMkLst>
        </pc:picChg>
        <pc:picChg chg="add mod">
          <ac:chgData name="清翔太郎" userId="c699a3f4-7097-4aed-9c73-2a143519adc0" providerId="ADAL" clId="{5E6E9AA1-B18B-490A-9DE5-BBF4300A3A85}" dt="2025-03-24T10:52:41.035" v="14932" actId="1076"/>
          <ac:picMkLst>
            <pc:docMk/>
            <pc:sldMk cId="2852715402" sldId="2147376043"/>
            <ac:picMk id="8" creationId="{07314979-AB99-E2EC-124E-BCC224C4336A}"/>
          </ac:picMkLst>
        </pc:picChg>
      </pc:sldChg>
      <pc:sldChg chg="addSp delSp modSp add mod">
        <pc:chgData name="清翔太郎" userId="c699a3f4-7097-4aed-9c73-2a143519adc0" providerId="ADAL" clId="{5E6E9AA1-B18B-490A-9DE5-BBF4300A3A85}" dt="2025-03-24T11:46:51.639" v="15979" actId="20577"/>
        <pc:sldMkLst>
          <pc:docMk/>
          <pc:sldMk cId="3274847819" sldId="2147376044"/>
        </pc:sldMkLst>
        <pc:spChg chg="mod">
          <ac:chgData name="清翔太郎" userId="c699a3f4-7097-4aed-9c73-2a143519adc0" providerId="ADAL" clId="{5E6E9AA1-B18B-490A-9DE5-BBF4300A3A85}" dt="2025-03-24T11:43:03.361" v="15927" actId="20577"/>
          <ac:spMkLst>
            <pc:docMk/>
            <pc:sldMk cId="3274847819" sldId="2147376044"/>
            <ac:spMk id="10" creationId="{5B2557C7-113E-AC52-3675-2C3A3D7DE368}"/>
          </ac:spMkLst>
        </pc:spChg>
        <pc:graphicFrameChg chg="del">
          <ac:chgData name="清翔太郎" userId="c699a3f4-7097-4aed-9c73-2a143519adc0" providerId="ADAL" clId="{5E6E9AA1-B18B-490A-9DE5-BBF4300A3A85}" dt="2025-03-24T11:17:56.667" v="15395" actId="478"/>
          <ac:graphicFrameMkLst>
            <pc:docMk/>
            <pc:sldMk cId="3274847819" sldId="2147376044"/>
            <ac:graphicFrameMk id="2" creationId="{26C1CE92-795F-3FD2-B6DE-5771056A2788}"/>
          </ac:graphicFrameMkLst>
        </pc:graphicFrameChg>
        <pc:graphicFrameChg chg="add del mod modGraphic">
          <ac:chgData name="清翔太郎" userId="c699a3f4-7097-4aed-9c73-2a143519adc0" providerId="ADAL" clId="{5E6E9AA1-B18B-490A-9DE5-BBF4300A3A85}" dt="2025-03-24T11:23:08.016" v="15437" actId="478"/>
          <ac:graphicFrameMkLst>
            <pc:docMk/>
            <pc:sldMk cId="3274847819" sldId="2147376044"/>
            <ac:graphicFrameMk id="5" creationId="{4BE486EC-55AE-3EB8-3683-EF27C4B673CD}"/>
          </ac:graphicFrameMkLst>
        </pc:graphicFrameChg>
        <pc:graphicFrameChg chg="add del mod">
          <ac:chgData name="清翔太郎" userId="c699a3f4-7097-4aed-9c73-2a143519adc0" providerId="ADAL" clId="{5E6E9AA1-B18B-490A-9DE5-BBF4300A3A85}" dt="2025-03-24T11:18:54.331" v="15413" actId="478"/>
          <ac:graphicFrameMkLst>
            <pc:docMk/>
            <pc:sldMk cId="3274847819" sldId="2147376044"/>
            <ac:graphicFrameMk id="6" creationId="{1ACEE52A-C745-39F4-9C93-F9EC5CE01AC4}"/>
          </ac:graphicFrameMkLst>
        </pc:graphicFrameChg>
        <pc:graphicFrameChg chg="add del mod">
          <ac:chgData name="清翔太郎" userId="c699a3f4-7097-4aed-9c73-2a143519adc0" providerId="ADAL" clId="{5E6E9AA1-B18B-490A-9DE5-BBF4300A3A85}" dt="2025-03-24T11:19:08.441" v="15414" actId="478"/>
          <ac:graphicFrameMkLst>
            <pc:docMk/>
            <pc:sldMk cId="3274847819" sldId="2147376044"/>
            <ac:graphicFrameMk id="7" creationId="{51C160B7-87C4-5510-27D5-C2F2FDC09A71}"/>
          </ac:graphicFrameMkLst>
        </pc:graphicFrameChg>
        <pc:graphicFrameChg chg="add del mod modGraphic">
          <ac:chgData name="清翔太郎" userId="c699a3f4-7097-4aed-9c73-2a143519adc0" providerId="ADAL" clId="{5E6E9AA1-B18B-490A-9DE5-BBF4300A3A85}" dt="2025-03-24T11:22:48.584" v="15420" actId="478"/>
          <ac:graphicFrameMkLst>
            <pc:docMk/>
            <pc:sldMk cId="3274847819" sldId="2147376044"/>
            <ac:graphicFrameMk id="8" creationId="{11D9710A-3809-3166-716F-79F54763FE29}"/>
          </ac:graphicFrameMkLst>
        </pc:graphicFrameChg>
        <pc:graphicFrameChg chg="add del mod modGraphic">
          <ac:chgData name="清翔太郎" userId="c699a3f4-7097-4aed-9c73-2a143519adc0" providerId="ADAL" clId="{5E6E9AA1-B18B-490A-9DE5-BBF4300A3A85}" dt="2025-03-24T11:46:51.639" v="15979" actId="20577"/>
          <ac:graphicFrameMkLst>
            <pc:docMk/>
            <pc:sldMk cId="3274847819" sldId="2147376044"/>
            <ac:graphicFrameMk id="9" creationId="{F6AD6D46-AC41-61F2-5C46-822AB16BDB81}"/>
          </ac:graphicFrameMkLst>
        </pc:graphicFrameChg>
      </pc:sldChg>
      <pc:sldChg chg="addSp delSp modSp add mod">
        <pc:chgData name="清翔太郎" userId="c699a3f4-7097-4aed-9c73-2a143519adc0" providerId="ADAL" clId="{5E6E9AA1-B18B-490A-9DE5-BBF4300A3A85}" dt="2025-03-24T11:47:38.872" v="15983" actId="2711"/>
        <pc:sldMkLst>
          <pc:docMk/>
          <pc:sldMk cId="3117180496" sldId="2147376045"/>
        </pc:sldMkLst>
        <pc:spChg chg="mod">
          <ac:chgData name="清翔太郎" userId="c699a3f4-7097-4aed-9c73-2a143519adc0" providerId="ADAL" clId="{5E6E9AA1-B18B-490A-9DE5-BBF4300A3A85}" dt="2025-03-24T11:47:38.872" v="15983" actId="2711"/>
          <ac:spMkLst>
            <pc:docMk/>
            <pc:sldMk cId="3117180496" sldId="2147376045"/>
            <ac:spMk id="3" creationId="{70AB8A45-5668-00EC-112C-C8394DDB961E}"/>
          </ac:spMkLst>
        </pc:spChg>
        <pc:spChg chg="mod">
          <ac:chgData name="清翔太郎" userId="c699a3f4-7097-4aed-9c73-2a143519adc0" providerId="ADAL" clId="{5E6E9AA1-B18B-490A-9DE5-BBF4300A3A85}" dt="2025-03-24T11:47:38.872" v="15983" actId="2711"/>
          <ac:spMkLst>
            <pc:docMk/>
            <pc:sldMk cId="3117180496" sldId="2147376045"/>
            <ac:spMk id="4" creationId="{2D2AC7E5-2A9C-FE3E-EEAB-7CF163589874}"/>
          </ac:spMkLst>
        </pc:spChg>
        <pc:spChg chg="mod">
          <ac:chgData name="清翔太郎" userId="c699a3f4-7097-4aed-9c73-2a143519adc0" providerId="ADAL" clId="{5E6E9AA1-B18B-490A-9DE5-BBF4300A3A85}" dt="2025-03-24T11:47:38.872" v="15983" actId="2711"/>
          <ac:spMkLst>
            <pc:docMk/>
            <pc:sldMk cId="3117180496" sldId="2147376045"/>
            <ac:spMk id="10" creationId="{392996B1-05F2-D4F2-B838-37927BE27D1E}"/>
          </ac:spMkLst>
        </pc:spChg>
        <pc:graphicFrameChg chg="add mod modGraphic">
          <ac:chgData name="清翔太郎" userId="c699a3f4-7097-4aed-9c73-2a143519adc0" providerId="ADAL" clId="{5E6E9AA1-B18B-490A-9DE5-BBF4300A3A85}" dt="2025-03-24T11:47:05.050" v="15980" actId="2711"/>
          <ac:graphicFrameMkLst>
            <pc:docMk/>
            <pc:sldMk cId="3117180496" sldId="2147376045"/>
            <ac:graphicFrameMk id="2" creationId="{CBEA3645-69BD-1738-A4EB-9EBDB2DE8A30}"/>
          </ac:graphicFrameMkLst>
        </pc:graphicFrameChg>
        <pc:graphicFrameChg chg="add mod modGraphic">
          <ac:chgData name="清翔太郎" userId="c699a3f4-7097-4aed-9c73-2a143519adc0" providerId="ADAL" clId="{5E6E9AA1-B18B-490A-9DE5-BBF4300A3A85}" dt="2025-03-24T11:47:11.621" v="15981" actId="2711"/>
          <ac:graphicFrameMkLst>
            <pc:docMk/>
            <pc:sldMk cId="3117180496" sldId="2147376045"/>
            <ac:graphicFrameMk id="5" creationId="{F2F05EEB-14A0-43E8-EC06-52C5A96FEA61}"/>
          </ac:graphicFrameMkLst>
        </pc:graphicFrameChg>
        <pc:graphicFrameChg chg="del">
          <ac:chgData name="清翔太郎" userId="c699a3f4-7097-4aed-9c73-2a143519adc0" providerId="ADAL" clId="{5E6E9AA1-B18B-490A-9DE5-BBF4300A3A85}" dt="2025-03-24T11:27:56.539" v="15496" actId="478"/>
          <ac:graphicFrameMkLst>
            <pc:docMk/>
            <pc:sldMk cId="3117180496" sldId="2147376045"/>
            <ac:graphicFrameMk id="9" creationId="{C419D76B-49D7-9D7A-5798-A269D459819D}"/>
          </ac:graphicFrameMkLst>
        </pc:graphicFrameChg>
      </pc:sldChg>
      <pc:sldChg chg="add del">
        <pc:chgData name="清翔太郎" userId="c699a3f4-7097-4aed-9c73-2a143519adc0" providerId="ADAL" clId="{5E6E9AA1-B18B-490A-9DE5-BBF4300A3A85}" dt="2025-03-24T11:17:41.737" v="15372" actId="47"/>
        <pc:sldMkLst>
          <pc:docMk/>
          <pc:sldMk cId="3956933188" sldId="2147376045"/>
        </pc:sldMkLst>
      </pc:sldChg>
    </pc:docChg>
  </pc:docChgLst>
  <pc:docChgLst>
    <pc:chgData name="清翔太郎" userId="c699a3f4-7097-4aed-9c73-2a143519adc0" providerId="ADAL" clId="{337098EC-EABB-4C06-BA81-5025BB6F0C9E}"/>
    <pc:docChg chg="undo custSel modSld">
      <pc:chgData name="清翔太郎" userId="c699a3f4-7097-4aed-9c73-2a143519adc0" providerId="ADAL" clId="{337098EC-EABB-4C06-BA81-5025BB6F0C9E}" dt="2025-03-25T11:42:32.734" v="726"/>
      <pc:docMkLst>
        <pc:docMk/>
      </pc:docMkLst>
      <pc:sldChg chg="modSp mod">
        <pc:chgData name="清翔太郎" userId="c699a3f4-7097-4aed-9c73-2a143519adc0" providerId="ADAL" clId="{337098EC-EABB-4C06-BA81-5025BB6F0C9E}" dt="2025-03-25T11:20:14.345" v="636" actId="1076"/>
        <pc:sldMkLst>
          <pc:docMk/>
          <pc:sldMk cId="646190740" sldId="2147376014"/>
        </pc:sldMkLst>
        <pc:spChg chg="mod">
          <ac:chgData name="清翔太郎" userId="c699a3f4-7097-4aed-9c73-2a143519adc0" providerId="ADAL" clId="{337098EC-EABB-4C06-BA81-5025BB6F0C9E}" dt="2025-03-25T11:20:14.345" v="636" actId="1076"/>
          <ac:spMkLst>
            <pc:docMk/>
            <pc:sldMk cId="646190740" sldId="2147376014"/>
            <ac:spMk id="8" creationId="{39A948A6-F3C5-1BA3-A6B3-2DBC4DCB85B4}"/>
          </ac:spMkLst>
        </pc:spChg>
        <pc:spChg chg="mod">
          <ac:chgData name="清翔太郎" userId="c699a3f4-7097-4aed-9c73-2a143519adc0" providerId="ADAL" clId="{337098EC-EABB-4C06-BA81-5025BB6F0C9E}" dt="2025-03-25T07:26:35.108" v="131" actId="20577"/>
          <ac:spMkLst>
            <pc:docMk/>
            <pc:sldMk cId="646190740" sldId="2147376014"/>
            <ac:spMk id="19" creationId="{1D4B3CD8-E82B-B6C8-E68D-1F4F573F2797}"/>
          </ac:spMkLst>
        </pc:spChg>
      </pc:sldChg>
      <pc:sldChg chg="modSp mod">
        <pc:chgData name="清翔太郎" userId="c699a3f4-7097-4aed-9c73-2a143519adc0" providerId="ADAL" clId="{337098EC-EABB-4C06-BA81-5025BB6F0C9E}" dt="2025-03-25T11:39:49.241" v="657" actId="20577"/>
        <pc:sldMkLst>
          <pc:docMk/>
          <pc:sldMk cId="2182595295" sldId="2147376023"/>
        </pc:sldMkLst>
        <pc:spChg chg="mod">
          <ac:chgData name="清翔太郎" userId="c699a3f4-7097-4aed-9c73-2a143519adc0" providerId="ADAL" clId="{337098EC-EABB-4C06-BA81-5025BB6F0C9E}" dt="2025-03-25T11:17:56.169" v="628" actId="20577"/>
          <ac:spMkLst>
            <pc:docMk/>
            <pc:sldMk cId="2182595295" sldId="2147376023"/>
            <ac:spMk id="10" creationId="{5007A567-8108-C55A-00C1-02BCD67BF1BE}"/>
          </ac:spMkLst>
        </pc:spChg>
        <pc:graphicFrameChg chg="modGraphic">
          <ac:chgData name="清翔太郎" userId="c699a3f4-7097-4aed-9c73-2a143519adc0" providerId="ADAL" clId="{337098EC-EABB-4C06-BA81-5025BB6F0C9E}" dt="2025-03-25T11:39:49.241" v="657" actId="20577"/>
          <ac:graphicFrameMkLst>
            <pc:docMk/>
            <pc:sldMk cId="2182595295" sldId="2147376023"/>
            <ac:graphicFrameMk id="2" creationId="{A2A81A0E-DCAC-B08C-4C2C-3D7390735138}"/>
          </ac:graphicFrameMkLst>
        </pc:graphicFrameChg>
      </pc:sldChg>
      <pc:sldChg chg="modSp mod">
        <pc:chgData name="清翔太郎" userId="c699a3f4-7097-4aed-9c73-2a143519adc0" providerId="ADAL" clId="{337098EC-EABB-4C06-BA81-5025BB6F0C9E}" dt="2025-03-25T11:24:35.153" v="654" actId="20577"/>
        <pc:sldMkLst>
          <pc:docMk/>
          <pc:sldMk cId="1305436830" sldId="2147376024"/>
        </pc:sldMkLst>
        <pc:spChg chg="mod">
          <ac:chgData name="清翔太郎" userId="c699a3f4-7097-4aed-9c73-2a143519adc0" providerId="ADAL" clId="{337098EC-EABB-4C06-BA81-5025BB6F0C9E}" dt="2025-03-25T11:18:09.600" v="635" actId="20577"/>
          <ac:spMkLst>
            <pc:docMk/>
            <pc:sldMk cId="1305436830" sldId="2147376024"/>
            <ac:spMk id="10" creationId="{7DFC89C3-99C4-2D29-5D10-1F7BC743B715}"/>
          </ac:spMkLst>
        </pc:spChg>
        <pc:graphicFrameChg chg="modGraphic">
          <ac:chgData name="清翔太郎" userId="c699a3f4-7097-4aed-9c73-2a143519adc0" providerId="ADAL" clId="{337098EC-EABB-4C06-BA81-5025BB6F0C9E}" dt="2025-03-25T11:24:35.153" v="654" actId="20577"/>
          <ac:graphicFrameMkLst>
            <pc:docMk/>
            <pc:sldMk cId="1305436830" sldId="2147376024"/>
            <ac:graphicFrameMk id="5" creationId="{81F2AA5C-0DA1-1B16-55E1-FA9CBA60BFD4}"/>
          </ac:graphicFrameMkLst>
        </pc:graphicFrameChg>
      </pc:sldChg>
      <pc:sldChg chg="delSp modSp mod">
        <pc:chgData name="清翔太郎" userId="c699a3f4-7097-4aed-9c73-2a143519adc0" providerId="ADAL" clId="{337098EC-EABB-4C06-BA81-5025BB6F0C9E}" dt="2025-03-25T11:37:14.775" v="655" actId="478"/>
        <pc:sldMkLst>
          <pc:docMk/>
          <pc:sldMk cId="1546094605" sldId="2147376026"/>
        </pc:sldMkLst>
        <pc:spChg chg="mod">
          <ac:chgData name="清翔太郎" userId="c699a3f4-7097-4aed-9c73-2a143519adc0" providerId="ADAL" clId="{337098EC-EABB-4C06-BA81-5025BB6F0C9E}" dt="2025-03-25T06:34:02.248" v="112" actId="14100"/>
          <ac:spMkLst>
            <pc:docMk/>
            <pc:sldMk cId="1546094605" sldId="2147376026"/>
            <ac:spMk id="37" creationId="{FBEFA53D-2CA8-BAC2-1599-DD7DC06EF7B6}"/>
          </ac:spMkLst>
        </pc:spChg>
        <pc:spChg chg="mod">
          <ac:chgData name="清翔太郎" userId="c699a3f4-7097-4aed-9c73-2a143519adc0" providerId="ADAL" clId="{337098EC-EABB-4C06-BA81-5025BB6F0C9E}" dt="2025-03-25T11:21:02.628" v="637" actId="14100"/>
          <ac:spMkLst>
            <pc:docMk/>
            <pc:sldMk cId="1546094605" sldId="2147376026"/>
            <ac:spMk id="46" creationId="{2AD614AA-2A7B-AD42-441C-4CC3FE1D3602}"/>
          </ac:spMkLst>
        </pc:spChg>
        <pc:spChg chg="del mod">
          <ac:chgData name="清翔太郎" userId="c699a3f4-7097-4aed-9c73-2a143519adc0" providerId="ADAL" clId="{337098EC-EABB-4C06-BA81-5025BB6F0C9E}" dt="2025-03-25T11:37:14.775" v="655" actId="478"/>
          <ac:spMkLst>
            <pc:docMk/>
            <pc:sldMk cId="1546094605" sldId="2147376026"/>
            <ac:spMk id="55" creationId="{C2B78780-C890-7CC1-F855-F1E334366BCE}"/>
          </ac:spMkLst>
        </pc:spChg>
      </pc:sldChg>
      <pc:sldChg chg="modSp mod">
        <pc:chgData name="清翔太郎" userId="c699a3f4-7097-4aed-9c73-2a143519adc0" providerId="ADAL" clId="{337098EC-EABB-4C06-BA81-5025BB6F0C9E}" dt="2025-03-25T07:58:32.254" v="168" actId="1076"/>
        <pc:sldMkLst>
          <pc:docMk/>
          <pc:sldMk cId="3821940618" sldId="2147376031"/>
        </pc:sldMkLst>
        <pc:spChg chg="mod">
          <ac:chgData name="清翔太郎" userId="c699a3f4-7097-4aed-9c73-2a143519adc0" providerId="ADAL" clId="{337098EC-EABB-4C06-BA81-5025BB6F0C9E}" dt="2025-03-25T07:58:32.254" v="168" actId="1076"/>
          <ac:spMkLst>
            <pc:docMk/>
            <pc:sldMk cId="3821940618" sldId="2147376031"/>
            <ac:spMk id="37" creationId="{9DBB8257-D43C-9FEA-3BE5-BD437F5E26FD}"/>
          </ac:spMkLst>
        </pc:spChg>
      </pc:sldChg>
      <pc:sldChg chg="modSp mod">
        <pc:chgData name="清翔太郎" userId="c699a3f4-7097-4aed-9c73-2a143519adc0" providerId="ADAL" clId="{337098EC-EABB-4C06-BA81-5025BB6F0C9E}" dt="2025-03-25T10:36:23.455" v="328"/>
        <pc:sldMkLst>
          <pc:docMk/>
          <pc:sldMk cId="3269860137" sldId="2147376032"/>
        </pc:sldMkLst>
        <pc:spChg chg="mod">
          <ac:chgData name="清翔太郎" userId="c699a3f4-7097-4aed-9c73-2a143519adc0" providerId="ADAL" clId="{337098EC-EABB-4C06-BA81-5025BB6F0C9E}" dt="2025-03-25T10:27:54.421" v="223" actId="20577"/>
          <ac:spMkLst>
            <pc:docMk/>
            <pc:sldMk cId="3269860137" sldId="2147376032"/>
            <ac:spMk id="18" creationId="{DDDCB9EE-7170-2CC4-CBC2-F371BA594BE1}"/>
          </ac:spMkLst>
        </pc:spChg>
        <pc:spChg chg="mod">
          <ac:chgData name="清翔太郎" userId="c699a3f4-7097-4aed-9c73-2a143519adc0" providerId="ADAL" clId="{337098EC-EABB-4C06-BA81-5025BB6F0C9E}" dt="2025-03-25T10:27:57.810" v="225" actId="20577"/>
          <ac:spMkLst>
            <pc:docMk/>
            <pc:sldMk cId="3269860137" sldId="2147376032"/>
            <ac:spMk id="21" creationId="{E9586051-F3D2-3C3C-34E8-5542BB327B28}"/>
          </ac:spMkLst>
        </pc:spChg>
        <pc:spChg chg="mod">
          <ac:chgData name="清翔太郎" userId="c699a3f4-7097-4aed-9c73-2a143519adc0" providerId="ADAL" clId="{337098EC-EABB-4C06-BA81-5025BB6F0C9E}" dt="2025-03-25T05:55:35.663" v="25"/>
          <ac:spMkLst>
            <pc:docMk/>
            <pc:sldMk cId="3269860137" sldId="2147376032"/>
            <ac:spMk id="34" creationId="{85CEA174-6520-66AA-21B8-6719208C7358}"/>
          </ac:spMkLst>
        </pc:spChg>
        <pc:spChg chg="mod">
          <ac:chgData name="清翔太郎" userId="c699a3f4-7097-4aed-9c73-2a143519adc0" providerId="ADAL" clId="{337098EC-EABB-4C06-BA81-5025BB6F0C9E}" dt="2025-03-25T05:55:39.027" v="36"/>
          <ac:spMkLst>
            <pc:docMk/>
            <pc:sldMk cId="3269860137" sldId="2147376032"/>
            <ac:spMk id="35" creationId="{7A240E64-E28D-C66D-243F-C1F7A5C309B0}"/>
          </ac:spMkLst>
        </pc:spChg>
        <pc:spChg chg="mod">
          <ac:chgData name="清翔太郎" userId="c699a3f4-7097-4aed-9c73-2a143519adc0" providerId="ADAL" clId="{337098EC-EABB-4C06-BA81-5025BB6F0C9E}" dt="2025-03-25T05:55:48.408" v="64"/>
          <ac:spMkLst>
            <pc:docMk/>
            <pc:sldMk cId="3269860137" sldId="2147376032"/>
            <ac:spMk id="41" creationId="{9BEA9627-172B-B972-1A1B-6CB4DE77638D}"/>
          </ac:spMkLst>
        </pc:spChg>
        <pc:spChg chg="mod">
          <ac:chgData name="清翔太郎" userId="c699a3f4-7097-4aed-9c73-2a143519adc0" providerId="ADAL" clId="{337098EC-EABB-4C06-BA81-5025BB6F0C9E}" dt="2025-03-25T10:36:23.455" v="328"/>
          <ac:spMkLst>
            <pc:docMk/>
            <pc:sldMk cId="3269860137" sldId="2147376032"/>
            <ac:spMk id="46" creationId="{0AC9E8AE-049B-1112-AAA0-3B1E50B2B004}"/>
          </ac:spMkLst>
        </pc:spChg>
        <pc:spChg chg="mod">
          <ac:chgData name="清翔太郎" userId="c699a3f4-7097-4aed-9c73-2a143519adc0" providerId="ADAL" clId="{337098EC-EABB-4C06-BA81-5025BB6F0C9E}" dt="2025-03-25T10:34:31.237" v="314" actId="1076"/>
          <ac:spMkLst>
            <pc:docMk/>
            <pc:sldMk cId="3269860137" sldId="2147376032"/>
            <ac:spMk id="48" creationId="{B66C8DE5-4393-C041-631F-6DC0B605FEF9}"/>
          </ac:spMkLst>
        </pc:spChg>
        <pc:spChg chg="mod">
          <ac:chgData name="清翔太郎" userId="c699a3f4-7097-4aed-9c73-2a143519adc0" providerId="ADAL" clId="{337098EC-EABB-4C06-BA81-5025BB6F0C9E}" dt="2025-03-25T05:55:42.478" v="47"/>
          <ac:spMkLst>
            <pc:docMk/>
            <pc:sldMk cId="3269860137" sldId="2147376032"/>
            <ac:spMk id="52" creationId="{7E5EE1A2-CF27-77B5-37CD-9CED76B94D00}"/>
          </ac:spMkLst>
        </pc:spChg>
        <pc:cxnChg chg="mod">
          <ac:chgData name="清翔太郎" userId="c699a3f4-7097-4aed-9c73-2a143519adc0" providerId="ADAL" clId="{337098EC-EABB-4C06-BA81-5025BB6F0C9E}" dt="2025-03-25T10:33:29.684" v="228" actId="14100"/>
          <ac:cxnSpMkLst>
            <pc:docMk/>
            <pc:sldMk cId="3269860137" sldId="2147376032"/>
            <ac:cxnSpMk id="47" creationId="{6B498F04-91E5-6888-9A6D-9C4F89B1E8C5}"/>
          </ac:cxnSpMkLst>
        </pc:cxnChg>
      </pc:sldChg>
      <pc:sldChg chg="modSp mod">
        <pc:chgData name="清翔太郎" userId="c699a3f4-7097-4aed-9c73-2a143519adc0" providerId="ADAL" clId="{337098EC-EABB-4C06-BA81-5025BB6F0C9E}" dt="2025-03-25T11:21:24.885" v="650"/>
        <pc:sldMkLst>
          <pc:docMk/>
          <pc:sldMk cId="1439915500" sldId="2147376034"/>
        </pc:sldMkLst>
        <pc:spChg chg="mod">
          <ac:chgData name="清翔太郎" userId="c699a3f4-7097-4aed-9c73-2a143519adc0" providerId="ADAL" clId="{337098EC-EABB-4C06-BA81-5025BB6F0C9E}" dt="2025-03-25T11:17:53.031" v="626" actId="20577"/>
          <ac:spMkLst>
            <pc:docMk/>
            <pc:sldMk cId="1439915500" sldId="2147376034"/>
            <ac:spMk id="6" creationId="{A048611C-E29E-34D1-F025-AED0B5B88AB6}"/>
          </ac:spMkLst>
        </pc:spChg>
        <pc:graphicFrameChg chg="mod modGraphic">
          <ac:chgData name="清翔太郎" userId="c699a3f4-7097-4aed-9c73-2a143519adc0" providerId="ADAL" clId="{337098EC-EABB-4C06-BA81-5025BB6F0C9E}" dt="2025-03-25T11:21:24.885" v="650"/>
          <ac:graphicFrameMkLst>
            <pc:docMk/>
            <pc:sldMk cId="1439915500" sldId="2147376034"/>
            <ac:graphicFrameMk id="3" creationId="{2184E9CD-947C-4762-A1E2-D37C7DC6591C}"/>
          </ac:graphicFrameMkLst>
        </pc:graphicFrameChg>
      </pc:sldChg>
      <pc:sldChg chg="modSp mod">
        <pc:chgData name="清翔太郎" userId="c699a3f4-7097-4aed-9c73-2a143519adc0" providerId="ADAL" clId="{337098EC-EABB-4C06-BA81-5025BB6F0C9E}" dt="2025-03-25T07:46:32.126" v="166" actId="20577"/>
        <pc:sldMkLst>
          <pc:docMk/>
          <pc:sldMk cId="3462354509" sldId="2147376035"/>
        </pc:sldMkLst>
        <pc:spChg chg="mod">
          <ac:chgData name="清翔太郎" userId="c699a3f4-7097-4aed-9c73-2a143519adc0" providerId="ADAL" clId="{337098EC-EABB-4C06-BA81-5025BB6F0C9E}" dt="2025-03-25T05:55:19.342" v="14"/>
          <ac:spMkLst>
            <pc:docMk/>
            <pc:sldMk cId="3462354509" sldId="2147376035"/>
            <ac:spMk id="13" creationId="{5F4C5AB7-9911-77EA-289E-BEAE67CB0DEE}"/>
          </ac:spMkLst>
        </pc:spChg>
        <pc:graphicFrameChg chg="mod modGraphic">
          <ac:chgData name="清翔太郎" userId="c699a3f4-7097-4aed-9c73-2a143519adc0" providerId="ADAL" clId="{337098EC-EABB-4C06-BA81-5025BB6F0C9E}" dt="2025-03-25T07:46:32.126" v="166" actId="20577"/>
          <ac:graphicFrameMkLst>
            <pc:docMk/>
            <pc:sldMk cId="3462354509" sldId="2147376035"/>
            <ac:graphicFrameMk id="9" creationId="{5DEC382D-EC91-BD18-0C14-C08ED6B471D2}"/>
          </ac:graphicFrameMkLst>
        </pc:graphicFrameChg>
      </pc:sldChg>
      <pc:sldChg chg="modSp mod">
        <pc:chgData name="清翔太郎" userId="c699a3f4-7097-4aed-9c73-2a143519adc0" providerId="ADAL" clId="{337098EC-EABB-4C06-BA81-5025BB6F0C9E}" dt="2025-03-25T11:16:40.691" v="624" actId="1035"/>
        <pc:sldMkLst>
          <pc:docMk/>
          <pc:sldMk cId="2670572969" sldId="2147376039"/>
        </pc:sldMkLst>
        <pc:spChg chg="mod">
          <ac:chgData name="清翔太郎" userId="c699a3f4-7097-4aed-9c73-2a143519adc0" providerId="ADAL" clId="{337098EC-EABB-4C06-BA81-5025BB6F0C9E}" dt="2025-03-25T08:40:08.539" v="214" actId="1035"/>
          <ac:spMkLst>
            <pc:docMk/>
            <pc:sldMk cId="2670572969" sldId="2147376039"/>
            <ac:spMk id="8" creationId="{54CE52E3-D649-AD30-C8E5-0056989CF17B}"/>
          </ac:spMkLst>
        </pc:spChg>
        <pc:spChg chg="mod">
          <ac:chgData name="清翔太郎" userId="c699a3f4-7097-4aed-9c73-2a143519adc0" providerId="ADAL" clId="{337098EC-EABB-4C06-BA81-5025BB6F0C9E}" dt="2025-03-25T11:16:40.691" v="624" actId="1035"/>
          <ac:spMkLst>
            <pc:docMk/>
            <pc:sldMk cId="2670572969" sldId="2147376039"/>
            <ac:spMk id="9" creationId="{22807D49-1BE3-D074-F2A7-E0CC51C780B2}"/>
          </ac:spMkLst>
        </pc:spChg>
        <pc:graphicFrameChg chg="modGraphic">
          <ac:chgData name="清翔太郎" userId="c699a3f4-7097-4aed-9c73-2a143519adc0" providerId="ADAL" clId="{337098EC-EABB-4C06-BA81-5025BB6F0C9E}" dt="2025-03-25T08:09:38.469" v="207" actId="20577"/>
          <ac:graphicFrameMkLst>
            <pc:docMk/>
            <pc:sldMk cId="2670572969" sldId="2147376039"/>
            <ac:graphicFrameMk id="3" creationId="{8C9C4B8C-D0B6-E2D5-9D4C-67231364F490}"/>
          </ac:graphicFrameMkLst>
        </pc:graphicFrameChg>
        <pc:graphicFrameChg chg="modGraphic">
          <ac:chgData name="清翔太郎" userId="c699a3f4-7097-4aed-9c73-2a143519adc0" providerId="ADAL" clId="{337098EC-EABB-4C06-BA81-5025BB6F0C9E}" dt="2025-03-25T08:01:43.407" v="198" actId="20577"/>
          <ac:graphicFrameMkLst>
            <pc:docMk/>
            <pc:sldMk cId="2670572969" sldId="2147376039"/>
            <ac:graphicFrameMk id="6" creationId="{19846AFF-9F35-51D1-98EF-FBBA60F0A47D}"/>
          </ac:graphicFrameMkLst>
        </pc:graphicFrameChg>
      </pc:sldChg>
      <pc:sldChg chg="modSp mod">
        <pc:chgData name="清翔太郎" userId="c699a3f4-7097-4aed-9c73-2a143519adc0" providerId="ADAL" clId="{337098EC-EABB-4C06-BA81-5025BB6F0C9E}" dt="2025-03-25T11:16:22.392" v="623" actId="1035"/>
        <pc:sldMkLst>
          <pc:docMk/>
          <pc:sldMk cId="8464958" sldId="2147376040"/>
        </pc:sldMkLst>
        <pc:spChg chg="mod">
          <ac:chgData name="清翔太郎" userId="c699a3f4-7097-4aed-9c73-2a143519adc0" providerId="ADAL" clId="{337098EC-EABB-4C06-BA81-5025BB6F0C9E}" dt="2025-03-25T11:16:22.392" v="623" actId="1035"/>
          <ac:spMkLst>
            <pc:docMk/>
            <pc:sldMk cId="8464958" sldId="2147376040"/>
            <ac:spMk id="11" creationId="{292E5340-9091-D00A-081F-7D525585DF54}"/>
          </ac:spMkLst>
        </pc:spChg>
        <pc:graphicFrameChg chg="modGraphic">
          <ac:chgData name="清翔太郎" userId="c699a3f4-7097-4aed-9c73-2a143519adc0" providerId="ADAL" clId="{337098EC-EABB-4C06-BA81-5025BB6F0C9E}" dt="2025-03-25T08:11:05.157" v="213" actId="20577"/>
          <ac:graphicFrameMkLst>
            <pc:docMk/>
            <pc:sldMk cId="8464958" sldId="2147376040"/>
            <ac:graphicFrameMk id="6" creationId="{6933A2D4-88BC-6E99-991B-33CCAA4C7785}"/>
          </ac:graphicFrameMkLst>
        </pc:graphicFrameChg>
        <pc:graphicFrameChg chg="mod modGraphic">
          <ac:chgData name="清翔太郎" userId="c699a3f4-7097-4aed-9c73-2a143519adc0" providerId="ADAL" clId="{337098EC-EABB-4C06-BA81-5025BB6F0C9E}" dt="2025-03-25T11:13:28.656" v="622" actId="20577"/>
          <ac:graphicFrameMkLst>
            <pc:docMk/>
            <pc:sldMk cId="8464958" sldId="2147376040"/>
            <ac:graphicFrameMk id="8" creationId="{07B3BB2F-CADF-8325-DCE7-00B2991E216C}"/>
          </ac:graphicFrameMkLst>
        </pc:graphicFrameChg>
      </pc:sldChg>
      <pc:sldChg chg="modSp mod">
        <pc:chgData name="清翔太郎" userId="c699a3f4-7097-4aed-9c73-2a143519adc0" providerId="ADAL" clId="{337098EC-EABB-4C06-BA81-5025BB6F0C9E}" dt="2025-03-25T11:42:32.734" v="726"/>
        <pc:sldMkLst>
          <pc:docMk/>
          <pc:sldMk cId="790296773" sldId="2147376041"/>
        </pc:sldMkLst>
        <pc:spChg chg="mod">
          <ac:chgData name="清翔太郎" userId="c699a3f4-7097-4aed-9c73-2a143519adc0" providerId="ADAL" clId="{337098EC-EABB-4C06-BA81-5025BB6F0C9E}" dt="2025-03-25T10:49:42.421" v="354" actId="404"/>
          <ac:spMkLst>
            <pc:docMk/>
            <pc:sldMk cId="790296773" sldId="2147376041"/>
            <ac:spMk id="2" creationId="{4A989F9F-BF8D-4637-28E3-CCB64B2BB2FD}"/>
          </ac:spMkLst>
        </pc:spChg>
        <pc:spChg chg="mod">
          <ac:chgData name="清翔太郎" userId="c699a3f4-7097-4aed-9c73-2a143519adc0" providerId="ADAL" clId="{337098EC-EABB-4C06-BA81-5025BB6F0C9E}" dt="2025-03-25T11:42:32.734" v="726"/>
          <ac:spMkLst>
            <pc:docMk/>
            <pc:sldMk cId="790296773" sldId="2147376041"/>
            <ac:spMk id="3" creationId="{E5677081-E08F-7890-5081-F87301827756}"/>
          </ac:spMkLst>
        </pc:spChg>
        <pc:spChg chg="mod">
          <ac:chgData name="清翔太郎" userId="c699a3f4-7097-4aed-9c73-2a143519adc0" providerId="ADAL" clId="{337098EC-EABB-4C06-BA81-5025BB6F0C9E}" dt="2025-03-25T10:49:42.421" v="354" actId="404"/>
          <ac:spMkLst>
            <pc:docMk/>
            <pc:sldMk cId="790296773" sldId="2147376041"/>
            <ac:spMk id="13" creationId="{E836670B-A7BC-FD8E-ED23-F119B5F5D6F5}"/>
          </ac:spMkLst>
        </pc:spChg>
        <pc:spChg chg="mod">
          <ac:chgData name="清翔太郎" userId="c699a3f4-7097-4aed-9c73-2a143519adc0" providerId="ADAL" clId="{337098EC-EABB-4C06-BA81-5025BB6F0C9E}" dt="2025-03-25T11:42:05.026" v="705"/>
          <ac:spMkLst>
            <pc:docMk/>
            <pc:sldMk cId="790296773" sldId="2147376041"/>
            <ac:spMk id="14" creationId="{425AAEF2-3D9D-23AE-5BA3-5F386D4134E6}"/>
          </ac:spMkLst>
        </pc:spChg>
      </pc:sldChg>
      <pc:sldChg chg="modSp mod">
        <pc:chgData name="清翔太郎" userId="c699a3f4-7097-4aed-9c73-2a143519adc0" providerId="ADAL" clId="{337098EC-EABB-4C06-BA81-5025BB6F0C9E}" dt="2025-03-25T11:41:19.195" v="683"/>
        <pc:sldMkLst>
          <pc:docMk/>
          <pc:sldMk cId="2852715402" sldId="2147376043"/>
        </pc:sldMkLst>
        <pc:spChg chg="mod">
          <ac:chgData name="清翔太郎" userId="c699a3f4-7097-4aed-9c73-2a143519adc0" providerId="ADAL" clId="{337098EC-EABB-4C06-BA81-5025BB6F0C9E}" dt="2025-03-25T11:41:19.195" v="683"/>
          <ac:spMkLst>
            <pc:docMk/>
            <pc:sldMk cId="2852715402" sldId="2147376043"/>
            <ac:spMk id="11" creationId="{59157E6B-31E3-4292-BD0E-1C69385BBC86}"/>
          </ac:spMkLst>
        </pc:spChg>
        <pc:graphicFrameChg chg="mod modGraphic">
          <ac:chgData name="清翔太郎" userId="c699a3f4-7097-4aed-9c73-2a143519adc0" providerId="ADAL" clId="{337098EC-EABB-4C06-BA81-5025BB6F0C9E}" dt="2025-03-25T03:45:17.764" v="1" actId="14100"/>
          <ac:graphicFrameMkLst>
            <pc:docMk/>
            <pc:sldMk cId="2852715402" sldId="2147376043"/>
            <ac:graphicFrameMk id="3" creationId="{B244CFD4-02FA-87A4-25F6-F7D6AB25E3CB}"/>
          </ac:graphicFrameMkLst>
        </pc:graphicFrameChg>
      </pc:sldChg>
      <pc:sldChg chg="modSp mod">
        <pc:chgData name="清翔太郎" userId="c699a3f4-7097-4aed-9c73-2a143519adc0" providerId="ADAL" clId="{337098EC-EABB-4C06-BA81-5025BB6F0C9E}" dt="2025-03-25T11:18:00.653" v="630" actId="20577"/>
        <pc:sldMkLst>
          <pc:docMk/>
          <pc:sldMk cId="3274847819" sldId="2147376044"/>
        </pc:sldMkLst>
        <pc:spChg chg="mod">
          <ac:chgData name="清翔太郎" userId="c699a3f4-7097-4aed-9c73-2a143519adc0" providerId="ADAL" clId="{337098EC-EABB-4C06-BA81-5025BB6F0C9E}" dt="2025-03-25T11:18:00.653" v="630" actId="20577"/>
          <ac:spMkLst>
            <pc:docMk/>
            <pc:sldMk cId="3274847819" sldId="2147376044"/>
            <ac:spMk id="10" creationId="{5B2557C7-113E-AC52-3675-2C3A3D7DE368}"/>
          </ac:spMkLst>
        </pc:spChg>
      </pc:sldChg>
      <pc:sldChg chg="modSp mod">
        <pc:chgData name="清翔太郎" userId="c699a3f4-7097-4aed-9c73-2a143519adc0" providerId="ADAL" clId="{337098EC-EABB-4C06-BA81-5025BB6F0C9E}" dt="2025-03-25T11:18:04.167" v="632" actId="20577"/>
        <pc:sldMkLst>
          <pc:docMk/>
          <pc:sldMk cId="3117180496" sldId="2147376045"/>
        </pc:sldMkLst>
        <pc:spChg chg="mod">
          <ac:chgData name="清翔太郎" userId="c699a3f4-7097-4aed-9c73-2a143519adc0" providerId="ADAL" clId="{337098EC-EABB-4C06-BA81-5025BB6F0C9E}" dt="2025-03-25T11:18:04.167" v="632" actId="20577"/>
          <ac:spMkLst>
            <pc:docMk/>
            <pc:sldMk cId="3117180496" sldId="2147376045"/>
            <ac:spMk id="10" creationId="{392996B1-05F2-D4F2-B838-37927BE27D1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2025/6/16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2025/6/16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B3DC-1B1A-0EBB-DF85-43CACB2182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AE696E-917B-E8D6-9256-1B194DD6E2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7F4D86-5E82-A633-EFE1-5EE22DEA8A8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3DC2F3-8762-2000-282E-42D19C46D20C}"/>
              </a:ext>
            </a:extLst>
          </p:cNvPr>
          <p:cNvSpPr>
            <a:spLocks noGrp="1"/>
          </p:cNvSpPr>
          <p:nvPr>
            <p:ph type="sldNum" sz="quarter" idx="5"/>
          </p:nvPr>
        </p:nvSpPr>
        <p:spPr/>
        <p:txBody>
          <a:bodyPr/>
          <a:lstStyle/>
          <a:p>
            <a:fld id="{BC57080C-E8FE-C146-B769-6100616B65A7}" type="slidenum">
              <a:rPr kumimoji="1" lang="ja-JP" altLang="en-US" smtClean="0"/>
              <a:t>1</a:t>
            </a:fld>
            <a:endParaRPr kumimoji="1" lang="ja-JP" altLang="en-US"/>
          </a:p>
        </p:txBody>
      </p:sp>
    </p:spTree>
    <p:extLst>
      <p:ext uri="{BB962C8B-B14F-4D97-AF65-F5344CB8AC3E}">
        <p14:creationId xmlns:p14="http://schemas.microsoft.com/office/powerpoint/2010/main" val="2344340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D259-F505-BA66-CC25-1D0F0811FE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C05EC2-623C-9A5E-5103-BD7CB44D56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9F752FA-95F1-6F23-8B4F-23188A0F8DB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3A261B1-5329-AAEE-6DD4-9B107C0C2C35}"/>
              </a:ext>
            </a:extLst>
          </p:cNvPr>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1369161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90FD-2A26-8F09-1E9E-3E998CA6DB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CECCAC-6A31-DCB0-EE10-939369B4F3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28A280-A1FF-BAC5-A592-1104639B85E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4CE1847-C501-5A7D-DF88-832DEA6F590F}"/>
              </a:ext>
            </a:extLst>
          </p:cNvPr>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3075178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9F012-80FC-567B-280A-58B3E57944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5D2B9A-15AB-37EA-AFE3-914757921E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1D6DAB-B6CD-CA61-1611-A7F18CF1C97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FB99F50-2501-976C-9ED6-6131E35AF9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301474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58C0-6FCF-46C2-0621-5880EBAAE5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0F2D66-DA24-64AD-34A7-0A898CC27A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571F57-EA28-2405-D332-5F56A4EFF32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9E84FD-C195-51C1-52B1-A0854CE62E07}"/>
              </a:ext>
            </a:extLst>
          </p:cNvPr>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177148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3359501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2025/1/17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lvl1pPr>
              <a:defRPr>
                <a:latin typeface="BIZ UDPゴシック" panose="020B0400000000000000" pitchFamily="50" charset="-128"/>
                <a:ea typeface="BIZ UDPゴシック" panose="020B0400000000000000" pitchFamily="50" charset="-128"/>
              </a:defRPr>
            </a:lvl1p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2025/1/17</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164074" y="2180503"/>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A</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3288321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37963" y="2162031"/>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B</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1630904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84145" y="2180503"/>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C</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58164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01018" y="2171267"/>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D</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396970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37962" y="2162031"/>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E</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120214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84146" y="2162030"/>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F</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4294077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65673" y="2189739"/>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G</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4168192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57494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12231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44168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411164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64228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731150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561854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2025/1/17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2025/1/17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912908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2025/1/17</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9946423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5"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2025/1/17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95" r:id="rId1"/>
    <p:sldLayoutId id="2147483772" r:id="rId2"/>
    <p:sldLayoutId id="2147483776" r:id="rId3"/>
    <p:sldLayoutId id="2147483796" r:id="rId4"/>
    <p:sldLayoutId id="2147483797" r:id="rId5"/>
    <p:sldLayoutId id="2147483813" r:id="rId6"/>
    <p:sldLayoutId id="2147483814" r:id="rId7"/>
    <p:sldLayoutId id="2147483815" r:id="rId8"/>
    <p:sldLayoutId id="2147483816" r:id="rId9"/>
    <p:sldLayoutId id="2147483817" r:id="rId10"/>
    <p:sldLayoutId id="2147483818" r:id="rId11"/>
    <p:sldLayoutId id="2147483806" r:id="rId12"/>
    <p:sldLayoutId id="2147483807" r:id="rId13"/>
    <p:sldLayoutId id="2147483808" r:id="rId14"/>
    <p:sldLayoutId id="2147483809" r:id="rId15"/>
    <p:sldLayoutId id="2147483810" r:id="rId16"/>
    <p:sldLayoutId id="2147483811" r:id="rId17"/>
    <p:sldLayoutId id="2147483812" r:id="rId18"/>
    <p:sldLayoutId id="2147483804" r:id="rId19"/>
    <p:sldLayoutId id="214748380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819" r:id="rId32"/>
    <p:sldLayoutId id="2147483820" r:id="rId33"/>
  </p:sldLayoutIdLst>
  <p:hf sldNum="0" hdr="0"/>
  <p:txStyles>
    <p:titleStyle>
      <a:lvl1pPr algn="l" defTabSz="914400" rtl="0" eaLnBrk="1" latinLnBrk="0" hangingPunct="1">
        <a:lnSpc>
          <a:spcPct val="100000"/>
        </a:lnSpc>
        <a:spcBef>
          <a:spcPct val="0"/>
        </a:spcBef>
        <a:buNone/>
        <a:defRPr kumimoji="1" sz="2800" b="0" kern="1200">
          <a:solidFill>
            <a:srgbClr val="9A3B5D"/>
          </a:solidFill>
          <a:latin typeface="BIZ UDPゴシック" panose="020B0400000000000000" pitchFamily="50" charset="-128"/>
          <a:ea typeface="BIZ UDP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svg"/><Relationship Id="rId10" Type="http://schemas.openxmlformats.org/officeDocument/2006/relationships/image" Target="../media/image35.png"/><Relationship Id="rId4" Type="http://schemas.openxmlformats.org/officeDocument/2006/relationships/image" Target="../media/image29.jpeg"/><Relationship Id="rId9" Type="http://schemas.openxmlformats.org/officeDocument/2006/relationships/image" Target="../media/image34.svg"/><Relationship Id="rId14" Type="http://schemas.openxmlformats.org/officeDocument/2006/relationships/image" Target="../media/image3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448403" y="3309590"/>
            <a:ext cx="9343595" cy="914410"/>
          </a:xfrm>
        </p:spPr>
        <p:txBody>
          <a:bodyPr/>
          <a:lstStyle/>
          <a:p>
            <a:r>
              <a:rPr lang="ja-JP" altLang="en-US" sz="2400" dirty="0">
                <a:latin typeface="BIZ UDPゴシック" panose="020B0400000000000000" pitchFamily="50" charset="-128"/>
                <a:ea typeface="BIZ UDPゴシック" panose="020B0400000000000000" pitchFamily="50" charset="-128"/>
              </a:rPr>
              <a:t>タスク管理ツール運用・保守業務</a:t>
            </a:r>
          </a:p>
        </p:txBody>
      </p:sp>
      <p:sp>
        <p:nvSpPr>
          <p:cNvPr id="4" name="サブタイトル 3"/>
          <p:cNvSpPr>
            <a:spLocks noGrp="1"/>
          </p:cNvSpPr>
          <p:nvPr>
            <p:ph type="subTitle" idx="1"/>
          </p:nvPr>
        </p:nvSpPr>
        <p:spPr>
          <a:xfrm>
            <a:off x="375584" y="2850131"/>
            <a:ext cx="8840416" cy="480000"/>
          </a:xfrm>
        </p:spPr>
        <p:txBody>
          <a:bodyPr/>
          <a:lstStyle/>
          <a:p>
            <a:r>
              <a:rPr kumimoji="1" lang="en-US" altLang="ja-JP">
                <a:latin typeface="+mn-ea"/>
                <a:ea typeface="+mn-ea"/>
              </a:rPr>
              <a:t>【</a:t>
            </a:r>
            <a:r>
              <a:rPr kumimoji="1" lang="ja-JP" altLang="en-US">
                <a:latin typeface="+mn-ea"/>
                <a:ea typeface="+mn-ea"/>
              </a:rPr>
              <a:t>提案書</a:t>
            </a:r>
            <a:r>
              <a:rPr kumimoji="1" lang="en-US" altLang="ja-JP">
                <a:latin typeface="+mn-ea"/>
                <a:ea typeface="+mn-ea"/>
              </a:rPr>
              <a:t>】</a:t>
            </a:r>
          </a:p>
        </p:txBody>
      </p:sp>
      <p:sp>
        <p:nvSpPr>
          <p:cNvPr id="5" name="テキスト プレースホルダー 4"/>
          <p:cNvSpPr>
            <a:spLocks noGrp="1"/>
          </p:cNvSpPr>
          <p:nvPr>
            <p:ph type="body" sz="quarter" idx="13"/>
          </p:nvPr>
        </p:nvSpPr>
        <p:spPr>
          <a:xfrm>
            <a:off x="9407999" y="3552000"/>
            <a:ext cx="2688000" cy="384000"/>
          </a:xfrm>
        </p:spPr>
        <p:txBody>
          <a:bodyPr/>
          <a:lstStyle/>
          <a:p>
            <a:r>
              <a:rPr kumimoji="1" lang="ja-JP" altLang="en-US" dirty="0"/>
              <a:t>テックソリューション本部</a:t>
            </a:r>
            <a:endParaRPr kumimoji="1" lang="en-US" altLang="ja-JP" dirty="0"/>
          </a:p>
          <a:p>
            <a:r>
              <a:rPr lang="ja-JP" altLang="en-US" dirty="0"/>
              <a:t>テックソリューション</a:t>
            </a:r>
            <a:r>
              <a:rPr kumimoji="1" lang="ja-JP" altLang="en-US" dirty="0"/>
              <a:t>２部</a:t>
            </a:r>
          </a:p>
        </p:txBody>
      </p:sp>
      <p:sp>
        <p:nvSpPr>
          <p:cNvPr id="7" name="テキスト プレースホルダー 6"/>
          <p:cNvSpPr>
            <a:spLocks noGrp="1"/>
          </p:cNvSpPr>
          <p:nvPr>
            <p:ph type="body" sz="quarter" idx="14"/>
          </p:nvPr>
        </p:nvSpPr>
        <p:spPr>
          <a:xfrm>
            <a:off x="375584" y="384000"/>
            <a:ext cx="7068384" cy="557832"/>
          </a:xfrm>
        </p:spPr>
        <p:txBody>
          <a:bodyPr>
            <a:normAutofit/>
          </a:bodyPr>
          <a:lstStyle/>
          <a:p>
            <a:r>
              <a:rPr kumimoji="1" lang="ja-JP" altLang="en-US" sz="1800" dirty="0"/>
              <a:t>出光興産株式会社 御中</a:t>
            </a:r>
          </a:p>
        </p:txBody>
      </p:sp>
      <p:sp>
        <p:nvSpPr>
          <p:cNvPr id="2" name="フッター プレースホルダー 1">
            <a:extLst>
              <a:ext uri="{FF2B5EF4-FFF2-40B4-BE49-F238E27FC236}">
                <a16:creationId xmlns:a16="http://schemas.microsoft.com/office/drawing/2014/main" id="{647134F2-F721-9923-F54E-94C32060876A}"/>
              </a:ext>
            </a:extLst>
          </p:cNvPr>
          <p:cNvSpPr>
            <a:spLocks noGrp="1"/>
          </p:cNvSpPr>
          <p:nvPr>
            <p:ph type="ftr" sz="quarter" idx="11"/>
          </p:nvPr>
        </p:nvSpPr>
        <p:spPr/>
        <p:txBody>
          <a:bodyPr/>
          <a:lstStyle/>
          <a:p>
            <a:r>
              <a:rPr lang="en-US"/>
              <a:t>Copyright © 2025 SystemEXE,Inc. All Rights Reserved.</a:t>
            </a:r>
          </a:p>
        </p:txBody>
      </p:sp>
      <p:sp>
        <p:nvSpPr>
          <p:cNvPr id="8" name="日付プレースホルダー 7">
            <a:extLst>
              <a:ext uri="{FF2B5EF4-FFF2-40B4-BE49-F238E27FC236}">
                <a16:creationId xmlns:a16="http://schemas.microsoft.com/office/drawing/2014/main" id="{2B2DEC2C-6320-E251-7737-D52416D38EFD}"/>
              </a:ext>
            </a:extLst>
          </p:cNvPr>
          <p:cNvSpPr>
            <a:spLocks noGrp="1"/>
          </p:cNvSpPr>
          <p:nvPr>
            <p:ph type="dt" sz="half" idx="10"/>
          </p:nvPr>
        </p:nvSpPr>
        <p:spPr/>
        <p:txBody>
          <a:bodyPr/>
          <a:lstStyle/>
          <a:p>
            <a:r>
              <a:rPr lang="en-US" altLang="ja-JP" dirty="0"/>
              <a:t>2025/6/16</a:t>
            </a:r>
            <a:endParaRPr lang="en-US" dirty="0"/>
          </a:p>
        </p:txBody>
      </p:sp>
    </p:spTree>
    <p:extLst>
      <p:ext uri="{BB962C8B-B14F-4D97-AF65-F5344CB8AC3E}">
        <p14:creationId xmlns:p14="http://schemas.microsoft.com/office/powerpoint/2010/main" val="2285282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2AACF-0304-867C-C551-B2F029E4FDC0}"/>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2DD4C3DC-A8A4-C693-39C2-42646ECE499A}"/>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Meiryo UI" panose="020B0604030504040204" pitchFamily="50" charset="-128"/>
                <a:ea typeface="Meiryo UI" panose="020B0604030504040204" pitchFamily="50" charset="-128"/>
              </a:rPr>
              <a:pPr algn="r"/>
              <a:t>1</a:t>
            </a:fld>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17" name="フッター プレースホルダー 16">
            <a:extLst>
              <a:ext uri="{FF2B5EF4-FFF2-40B4-BE49-F238E27FC236}">
                <a16:creationId xmlns:a16="http://schemas.microsoft.com/office/drawing/2014/main" id="{4B2429EB-DAD4-F0D8-728E-A72C8DEAF1EA}"/>
              </a:ext>
            </a:extLst>
          </p:cNvPr>
          <p:cNvSpPr>
            <a:spLocks noGrp="1"/>
          </p:cNvSpPr>
          <p:nvPr>
            <p:ph type="ftr" sz="quarter" idx="11"/>
          </p:nvPr>
        </p:nvSpPr>
        <p:spPr/>
        <p:txBody>
          <a:bodyPr/>
          <a:lstStyle/>
          <a:p>
            <a:r>
              <a:rPr lang="en-US">
                <a:latin typeface="Meiryo UI" panose="020B0604030504040204" pitchFamily="50" charset="-128"/>
                <a:ea typeface="Meiryo UI" panose="020B0604030504040204" pitchFamily="50" charset="-128"/>
              </a:rPr>
              <a:t>Copyright © 2025 SystemEXE,Inc. All Rights Reserved.</a:t>
            </a:r>
          </a:p>
        </p:txBody>
      </p:sp>
      <p:sp>
        <p:nvSpPr>
          <p:cNvPr id="162" name="正方形/長方形 161">
            <a:extLst>
              <a:ext uri="{FF2B5EF4-FFF2-40B4-BE49-F238E27FC236}">
                <a16:creationId xmlns:a16="http://schemas.microsoft.com/office/drawing/2014/main" id="{18A15C42-3F26-4FCC-A39A-CF66B204D940}"/>
              </a:ext>
            </a:extLst>
          </p:cNvPr>
          <p:cNvSpPr/>
          <p:nvPr/>
        </p:nvSpPr>
        <p:spPr>
          <a:xfrm>
            <a:off x="7042765" y="1016085"/>
            <a:ext cx="4574435" cy="5010444"/>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en-US" altLang="ja-JP" sz="1200" dirty="0">
                <a:solidFill>
                  <a:schemeClr val="tx1"/>
                </a:solidFill>
                <a:latin typeface="Meiryo UI" panose="020B0604030504040204" pitchFamily="50" charset="-128"/>
                <a:ea typeface="Meiryo UI" panose="020B0604030504040204" pitchFamily="50" charset="-128"/>
              </a:rPr>
              <a:t>Microsoft 365</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3" name="正方形/長方形 162">
            <a:extLst>
              <a:ext uri="{FF2B5EF4-FFF2-40B4-BE49-F238E27FC236}">
                <a16:creationId xmlns:a16="http://schemas.microsoft.com/office/drawing/2014/main" id="{3DF7CFB4-E15F-7344-B5CA-E7BACF1AA4C0}"/>
              </a:ext>
            </a:extLst>
          </p:cNvPr>
          <p:cNvSpPr/>
          <p:nvPr/>
        </p:nvSpPr>
        <p:spPr>
          <a:xfrm>
            <a:off x="3562571" y="1016085"/>
            <a:ext cx="3240000" cy="3052987"/>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ローカル環境（物理</a:t>
            </a:r>
            <a:r>
              <a:rPr kumimoji="1" lang="en-US" altLang="ja-JP" sz="1200" dirty="0">
                <a:solidFill>
                  <a:schemeClr val="tx1"/>
                </a:solidFill>
                <a:latin typeface="Meiryo UI" panose="020B0604030504040204" pitchFamily="50" charset="-128"/>
                <a:ea typeface="Meiryo UI" panose="020B0604030504040204" pitchFamily="50" charset="-128"/>
              </a:rPr>
              <a:t>PC</a:t>
            </a:r>
            <a:r>
              <a:rPr kumimoji="1" lang="ja-JP" altLang="en-US" sz="1200" dirty="0">
                <a:solidFill>
                  <a:schemeClr val="tx1"/>
                </a:solidFill>
                <a:latin typeface="Meiryo UI" panose="020B0604030504040204" pitchFamily="50" charset="-128"/>
                <a:ea typeface="Meiryo UI" panose="020B0604030504040204" pitchFamily="50" charset="-128"/>
              </a:rPr>
              <a:t>）</a:t>
            </a:r>
          </a:p>
        </p:txBody>
      </p:sp>
      <p:sp>
        <p:nvSpPr>
          <p:cNvPr id="165" name="正方形/長方形 164">
            <a:extLst>
              <a:ext uri="{FF2B5EF4-FFF2-40B4-BE49-F238E27FC236}">
                <a16:creationId xmlns:a16="http://schemas.microsoft.com/office/drawing/2014/main" id="{DB8FA28C-61ED-BFB4-E5FF-0382966CDF9D}"/>
              </a:ext>
            </a:extLst>
          </p:cNvPr>
          <p:cNvSpPr/>
          <p:nvPr/>
        </p:nvSpPr>
        <p:spPr>
          <a:xfrm>
            <a:off x="9385610" y="1632825"/>
            <a:ext cx="2106316" cy="1149313"/>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pic>
        <p:nvPicPr>
          <p:cNvPr id="166" name="Picture 2" descr="Microsoft Apps">
            <a:extLst>
              <a:ext uri="{FF2B5EF4-FFF2-40B4-BE49-F238E27FC236}">
                <a16:creationId xmlns:a16="http://schemas.microsoft.com/office/drawing/2014/main" id="{82B410D9-ECE4-17AA-3B44-E343B4AF9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4665" y="1710432"/>
            <a:ext cx="288000" cy="288000"/>
          </a:xfrm>
          <a:prstGeom prst="rect">
            <a:avLst/>
          </a:prstGeom>
          <a:noFill/>
          <a:extLst>
            <a:ext uri="{909E8E84-426E-40DD-AFC4-6F175D3DCCD1}">
              <a14:hiddenFill xmlns:a14="http://schemas.microsoft.com/office/drawing/2010/main">
                <a:solidFill>
                  <a:srgbClr val="FFFFFF"/>
                </a:solidFill>
              </a14:hiddenFill>
            </a:ext>
          </a:extLst>
        </p:spPr>
      </p:pic>
      <p:sp>
        <p:nvSpPr>
          <p:cNvPr id="167" name="正方形/長方形 166">
            <a:extLst>
              <a:ext uri="{FF2B5EF4-FFF2-40B4-BE49-F238E27FC236}">
                <a16:creationId xmlns:a16="http://schemas.microsoft.com/office/drawing/2014/main" id="{852133F1-DC86-D7EC-D2D6-8B0B98FA5EC4}"/>
              </a:ext>
            </a:extLst>
          </p:cNvPr>
          <p:cNvSpPr/>
          <p:nvPr/>
        </p:nvSpPr>
        <p:spPr>
          <a:xfrm>
            <a:off x="9842775" y="1695697"/>
            <a:ext cx="1025006"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a:t>
            </a:r>
            <a:r>
              <a:rPr kumimoji="1" lang="ja-JP" altLang="en-US" sz="1200" dirty="0">
                <a:solidFill>
                  <a:schemeClr val="tx1"/>
                </a:solidFill>
                <a:latin typeface="Meiryo UI" panose="020B0604030504040204" pitchFamily="50" charset="-128"/>
                <a:ea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Apps</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pic>
        <p:nvPicPr>
          <p:cNvPr id="1026" name="Picture 2" descr="Microsoft 365 CopilotのAndroid - UptodownからAPKをダウンロードしよう">
            <a:extLst>
              <a:ext uri="{FF2B5EF4-FFF2-40B4-BE49-F238E27FC236}">
                <a16:creationId xmlns:a16="http://schemas.microsoft.com/office/drawing/2014/main" id="{78B70BA3-1120-6CA0-220F-581B79C32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8670" y="1105369"/>
            <a:ext cx="400219" cy="400219"/>
          </a:xfrm>
          <a:prstGeom prst="rect">
            <a:avLst/>
          </a:prstGeom>
          <a:noFill/>
          <a:extLst>
            <a:ext uri="{909E8E84-426E-40DD-AFC4-6F175D3DCCD1}">
              <a14:hiddenFill xmlns:a14="http://schemas.microsoft.com/office/drawing/2010/main">
                <a:solidFill>
                  <a:srgbClr val="FFFFFF"/>
                </a:solidFill>
              </a14:hiddenFill>
            </a:ext>
          </a:extLst>
        </p:spPr>
      </p:pic>
      <p:grpSp>
        <p:nvGrpSpPr>
          <p:cNvPr id="174" name="グループ化 173">
            <a:extLst>
              <a:ext uri="{FF2B5EF4-FFF2-40B4-BE49-F238E27FC236}">
                <a16:creationId xmlns:a16="http://schemas.microsoft.com/office/drawing/2014/main" id="{29224C41-FFB6-B3DB-E1CA-A91EF64D5541}"/>
              </a:ext>
            </a:extLst>
          </p:cNvPr>
          <p:cNvGrpSpPr/>
          <p:nvPr/>
        </p:nvGrpSpPr>
        <p:grpSpPr>
          <a:xfrm>
            <a:off x="7288886" y="1716671"/>
            <a:ext cx="1706926" cy="330072"/>
            <a:chOff x="2799267" y="2836864"/>
            <a:chExt cx="1706926" cy="330072"/>
          </a:xfrm>
        </p:grpSpPr>
        <p:pic>
          <p:nvPicPr>
            <p:cNvPr id="175" name="図 174" descr="アイコン&#10;&#10;自動的に生成された説明">
              <a:extLst>
                <a:ext uri="{FF2B5EF4-FFF2-40B4-BE49-F238E27FC236}">
                  <a16:creationId xmlns:a16="http://schemas.microsoft.com/office/drawing/2014/main" id="{4607B467-8030-D6F5-3B86-743F579958B3}"/>
                </a:ext>
              </a:extLst>
            </p:cNvPr>
            <p:cNvPicPr>
              <a:picLocks noChangeAspect="1"/>
            </p:cNvPicPr>
            <p:nvPr/>
          </p:nvPicPr>
          <p:blipFill>
            <a:blip r:embed="rId5"/>
            <a:stretch>
              <a:fillRect/>
            </a:stretch>
          </p:blipFill>
          <p:spPr>
            <a:xfrm>
              <a:off x="2799267" y="2861116"/>
              <a:ext cx="281569" cy="281569"/>
            </a:xfrm>
            <a:prstGeom prst="rect">
              <a:avLst/>
            </a:prstGeom>
          </p:spPr>
        </p:pic>
        <p:sp>
          <p:nvSpPr>
            <p:cNvPr id="176" name="正方形/長方形 175">
              <a:extLst>
                <a:ext uri="{FF2B5EF4-FFF2-40B4-BE49-F238E27FC236}">
                  <a16:creationId xmlns:a16="http://schemas.microsoft.com/office/drawing/2014/main" id="{57A1B3C7-01D7-7D3D-FD44-25EAB58733FD}"/>
                </a:ext>
              </a:extLst>
            </p:cNvPr>
            <p:cNvSpPr/>
            <p:nvPr/>
          </p:nvSpPr>
          <p:spPr>
            <a:xfrm>
              <a:off x="3117882" y="2836864"/>
              <a:ext cx="1388311"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 Automate</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178" name="正方形/長方形 177">
            <a:extLst>
              <a:ext uri="{FF2B5EF4-FFF2-40B4-BE49-F238E27FC236}">
                <a16:creationId xmlns:a16="http://schemas.microsoft.com/office/drawing/2014/main" id="{611F32F0-F18A-BD73-8DFA-27F3D53C76A0}"/>
              </a:ext>
            </a:extLst>
          </p:cNvPr>
          <p:cNvSpPr/>
          <p:nvPr/>
        </p:nvSpPr>
        <p:spPr>
          <a:xfrm>
            <a:off x="7220838" y="1629664"/>
            <a:ext cx="2023691" cy="2949746"/>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nvGrpSpPr>
          <p:cNvPr id="182" name="グループ化 181">
            <a:extLst>
              <a:ext uri="{FF2B5EF4-FFF2-40B4-BE49-F238E27FC236}">
                <a16:creationId xmlns:a16="http://schemas.microsoft.com/office/drawing/2014/main" id="{75BFC3BA-0DF6-E0B2-756C-C77D28028A1E}"/>
              </a:ext>
            </a:extLst>
          </p:cNvPr>
          <p:cNvGrpSpPr/>
          <p:nvPr/>
        </p:nvGrpSpPr>
        <p:grpSpPr>
          <a:xfrm>
            <a:off x="9567297" y="2999830"/>
            <a:ext cx="1772502" cy="488459"/>
            <a:chOff x="6662838" y="4238152"/>
            <a:chExt cx="1772502" cy="488459"/>
          </a:xfrm>
        </p:grpSpPr>
        <p:pic>
          <p:nvPicPr>
            <p:cNvPr id="184" name="Picture 2">
              <a:extLst>
                <a:ext uri="{FF2B5EF4-FFF2-40B4-BE49-F238E27FC236}">
                  <a16:creationId xmlns:a16="http://schemas.microsoft.com/office/drawing/2014/main" id="{48C807F3-28F8-52A7-232C-4D9A416758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893" y="4341568"/>
              <a:ext cx="288000" cy="288000"/>
            </a:xfrm>
            <a:prstGeom prst="rect">
              <a:avLst/>
            </a:prstGeom>
            <a:noFill/>
            <a:extLst>
              <a:ext uri="{909E8E84-426E-40DD-AFC4-6F175D3DCCD1}">
                <a14:hiddenFill xmlns:a14="http://schemas.microsoft.com/office/drawing/2010/main">
                  <a:solidFill>
                    <a:srgbClr val="FFFFFF"/>
                  </a:solidFill>
                </a14:hiddenFill>
              </a:ext>
            </a:extLst>
          </p:spPr>
        </p:pic>
        <p:grpSp>
          <p:nvGrpSpPr>
            <p:cNvPr id="185" name="グループ化 184">
              <a:extLst>
                <a:ext uri="{FF2B5EF4-FFF2-40B4-BE49-F238E27FC236}">
                  <a16:creationId xmlns:a16="http://schemas.microsoft.com/office/drawing/2014/main" id="{24AF355C-3C49-CAA8-928C-FE89A71CCBF8}"/>
                </a:ext>
              </a:extLst>
            </p:cNvPr>
            <p:cNvGrpSpPr/>
            <p:nvPr/>
          </p:nvGrpSpPr>
          <p:grpSpPr>
            <a:xfrm>
              <a:off x="6662838" y="4238152"/>
              <a:ext cx="1772502" cy="488459"/>
              <a:chOff x="6662838" y="4238152"/>
              <a:chExt cx="1772502" cy="488459"/>
            </a:xfrm>
          </p:grpSpPr>
          <p:sp>
            <p:nvSpPr>
              <p:cNvPr id="186" name="正方形/長方形 185">
                <a:extLst>
                  <a:ext uri="{FF2B5EF4-FFF2-40B4-BE49-F238E27FC236}">
                    <a16:creationId xmlns:a16="http://schemas.microsoft.com/office/drawing/2014/main" id="{707C1534-1199-829A-9122-3C130AC9E570}"/>
                  </a:ext>
                </a:extLst>
              </p:cNvPr>
              <p:cNvSpPr/>
              <p:nvPr/>
            </p:nvSpPr>
            <p:spPr>
              <a:xfrm>
                <a:off x="6662838" y="4238152"/>
                <a:ext cx="1772502" cy="488459"/>
              </a:xfrm>
              <a:prstGeom prst="rect">
                <a:avLst/>
              </a:prstGeom>
              <a:solidFill>
                <a:schemeClr val="bg1"/>
              </a:solid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187" name="正方形/長方形 186">
                <a:extLst>
                  <a:ext uri="{FF2B5EF4-FFF2-40B4-BE49-F238E27FC236}">
                    <a16:creationId xmlns:a16="http://schemas.microsoft.com/office/drawing/2014/main" id="{31C3AA12-601F-A1D5-908C-A040E99FE7CB}"/>
                  </a:ext>
                </a:extLst>
              </p:cNvPr>
              <p:cNvSpPr/>
              <p:nvPr/>
            </p:nvSpPr>
            <p:spPr>
              <a:xfrm>
                <a:off x="7079174" y="4317345"/>
                <a:ext cx="1240258" cy="314683"/>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050">
                    <a:solidFill>
                      <a:schemeClr val="tx1"/>
                    </a:solidFill>
                    <a:latin typeface="Meiryo UI" panose="020B0604030504040204" pitchFamily="50" charset="-128"/>
                    <a:ea typeface="Meiryo UI" panose="020B0604030504040204" pitchFamily="50" charset="-128"/>
                  </a:rPr>
                  <a:t>SharePoint Lists</a:t>
                </a:r>
                <a:endParaRPr kumimoji="1" lang="ja-JP" altLang="en-US" sz="1050">
                  <a:solidFill>
                    <a:schemeClr val="tx1"/>
                  </a:solidFill>
                  <a:latin typeface="Meiryo UI" panose="020B0604030504040204" pitchFamily="50" charset="-128"/>
                  <a:ea typeface="Meiryo UI" panose="020B0604030504040204" pitchFamily="50" charset="-128"/>
                </a:endParaRPr>
              </a:p>
            </p:txBody>
          </p:sp>
        </p:grpSp>
      </p:grpSp>
      <p:pic>
        <p:nvPicPr>
          <p:cNvPr id="183" name="Picture 2">
            <a:extLst>
              <a:ext uri="{FF2B5EF4-FFF2-40B4-BE49-F238E27FC236}">
                <a16:creationId xmlns:a16="http://schemas.microsoft.com/office/drawing/2014/main" id="{D0C406EF-B697-627D-28B4-4BA4647E84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9577" y="3100059"/>
            <a:ext cx="288000" cy="288000"/>
          </a:xfrm>
          <a:prstGeom prst="rect">
            <a:avLst/>
          </a:prstGeom>
          <a:noFill/>
          <a:extLst>
            <a:ext uri="{909E8E84-426E-40DD-AFC4-6F175D3DCCD1}">
              <a14:hiddenFill xmlns:a14="http://schemas.microsoft.com/office/drawing/2010/main">
                <a:solidFill>
                  <a:srgbClr val="FFFFFF"/>
                </a:solidFill>
              </a14:hiddenFill>
            </a:ext>
          </a:extLst>
        </p:spPr>
      </p:pic>
      <p:sp>
        <p:nvSpPr>
          <p:cNvPr id="1030" name="正方形/長方形 1029">
            <a:extLst>
              <a:ext uri="{FF2B5EF4-FFF2-40B4-BE49-F238E27FC236}">
                <a16:creationId xmlns:a16="http://schemas.microsoft.com/office/drawing/2014/main" id="{FD3592A1-E592-4C38-0113-E0DDAB6EAFB0}"/>
              </a:ext>
            </a:extLst>
          </p:cNvPr>
          <p:cNvSpPr/>
          <p:nvPr/>
        </p:nvSpPr>
        <p:spPr>
          <a:xfrm>
            <a:off x="9567297" y="3913050"/>
            <a:ext cx="1772502" cy="488459"/>
          </a:xfrm>
          <a:prstGeom prst="rect">
            <a:avLst/>
          </a:prstGeom>
          <a:solidFill>
            <a:schemeClr val="bg1"/>
          </a:solid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031" name="正方形/長方形 1030">
            <a:extLst>
              <a:ext uri="{FF2B5EF4-FFF2-40B4-BE49-F238E27FC236}">
                <a16:creationId xmlns:a16="http://schemas.microsoft.com/office/drawing/2014/main" id="{3F778B4E-D888-E51C-48BA-A4E7D4ACC19E}"/>
              </a:ext>
            </a:extLst>
          </p:cNvPr>
          <p:cNvSpPr/>
          <p:nvPr/>
        </p:nvSpPr>
        <p:spPr>
          <a:xfrm>
            <a:off x="9964457" y="3992243"/>
            <a:ext cx="1342293" cy="314683"/>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spAutoFit/>
          </a:bodyPr>
          <a:lstStyle/>
          <a:p>
            <a:r>
              <a:rPr kumimoji="1" lang="en-US" altLang="ja-JP" sz="1050" dirty="0">
                <a:solidFill>
                  <a:schemeClr val="tx1"/>
                </a:solidFill>
                <a:latin typeface="Meiryo UI" panose="020B0604030504040204" pitchFamily="50" charset="-128"/>
                <a:ea typeface="Meiryo UI" panose="020B0604030504040204" pitchFamily="50" charset="-128"/>
              </a:rPr>
              <a:t>config.xlsx</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91" name="Picture 2">
            <a:extLst>
              <a:ext uri="{FF2B5EF4-FFF2-40B4-BE49-F238E27FC236}">
                <a16:creationId xmlns:a16="http://schemas.microsoft.com/office/drawing/2014/main" id="{5F995639-0260-5BCC-B2B5-754CE1EABCB5}"/>
              </a:ext>
            </a:extLst>
          </p:cNvPr>
          <p:cNvPicPr>
            <a:picLocks noChangeAspect="1" noChangeArrowheads="1"/>
          </p:cNvPicPr>
          <p:nvPr/>
        </p:nvPicPr>
        <p:blipFill>
          <a:blip r:embed="rId7"/>
          <a:srcRect/>
          <a:stretch/>
        </p:blipFill>
        <p:spPr bwMode="auto">
          <a:xfrm>
            <a:off x="9539371" y="3922994"/>
            <a:ext cx="468571" cy="4685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グラフィックス 1031" descr="ノート PC 単色塗りつぶし">
            <a:extLst>
              <a:ext uri="{FF2B5EF4-FFF2-40B4-BE49-F238E27FC236}">
                <a16:creationId xmlns:a16="http://schemas.microsoft.com/office/drawing/2014/main" id="{C266E94B-428D-72F7-80CC-9C1F3A4229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32" y="1105369"/>
            <a:ext cx="397149" cy="397149"/>
          </a:xfrm>
          <a:prstGeom prst="rect">
            <a:avLst/>
          </a:prstGeom>
        </p:spPr>
      </p:pic>
      <p:grpSp>
        <p:nvGrpSpPr>
          <p:cNvPr id="1033" name="グループ化 1032">
            <a:extLst>
              <a:ext uri="{FF2B5EF4-FFF2-40B4-BE49-F238E27FC236}">
                <a16:creationId xmlns:a16="http://schemas.microsoft.com/office/drawing/2014/main" id="{4B453A01-B3C7-0FE6-114C-1D9753E12CF7}"/>
              </a:ext>
            </a:extLst>
          </p:cNvPr>
          <p:cNvGrpSpPr/>
          <p:nvPr/>
        </p:nvGrpSpPr>
        <p:grpSpPr>
          <a:xfrm>
            <a:off x="3838365" y="1712447"/>
            <a:ext cx="2367363" cy="330072"/>
            <a:chOff x="2799267" y="2836864"/>
            <a:chExt cx="2367363" cy="330072"/>
          </a:xfrm>
        </p:grpSpPr>
        <p:pic>
          <p:nvPicPr>
            <p:cNvPr id="1034" name="図 1033" descr="アイコン&#10;&#10;自動的に生成された説明">
              <a:extLst>
                <a:ext uri="{FF2B5EF4-FFF2-40B4-BE49-F238E27FC236}">
                  <a16:creationId xmlns:a16="http://schemas.microsoft.com/office/drawing/2014/main" id="{5AB7EAD0-FF90-A261-998F-BCAA424FB9F8}"/>
                </a:ext>
              </a:extLst>
            </p:cNvPr>
            <p:cNvPicPr>
              <a:picLocks noChangeAspect="1"/>
            </p:cNvPicPr>
            <p:nvPr/>
          </p:nvPicPr>
          <p:blipFill>
            <a:blip r:embed="rId5"/>
            <a:stretch>
              <a:fillRect/>
            </a:stretch>
          </p:blipFill>
          <p:spPr>
            <a:xfrm>
              <a:off x="2799267" y="2861116"/>
              <a:ext cx="281569" cy="281569"/>
            </a:xfrm>
            <a:prstGeom prst="rect">
              <a:avLst/>
            </a:prstGeom>
          </p:spPr>
        </p:pic>
        <p:sp>
          <p:nvSpPr>
            <p:cNvPr id="1035" name="正方形/長方形 1034">
              <a:extLst>
                <a:ext uri="{FF2B5EF4-FFF2-40B4-BE49-F238E27FC236}">
                  <a16:creationId xmlns:a16="http://schemas.microsoft.com/office/drawing/2014/main" id="{404B4437-3DD2-9B54-BE3E-5FF9DD705941}"/>
                </a:ext>
              </a:extLst>
            </p:cNvPr>
            <p:cNvSpPr/>
            <p:nvPr/>
          </p:nvSpPr>
          <p:spPr>
            <a:xfrm>
              <a:off x="3117882" y="2836864"/>
              <a:ext cx="2048748"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 Automate</a:t>
              </a:r>
              <a:r>
                <a:rPr kumimoji="1" lang="ja-JP" altLang="en-US" sz="1200" dirty="0">
                  <a:solidFill>
                    <a:schemeClr val="tx1"/>
                  </a:solidFill>
                  <a:latin typeface="Meiryo UI" panose="020B0604030504040204" pitchFamily="50" charset="-128"/>
                  <a:ea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Desktop</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1036" name="正方形/長方形 1035">
            <a:extLst>
              <a:ext uri="{FF2B5EF4-FFF2-40B4-BE49-F238E27FC236}">
                <a16:creationId xmlns:a16="http://schemas.microsoft.com/office/drawing/2014/main" id="{27148FFA-31EF-9DC0-A397-F5D73EBAC890}"/>
              </a:ext>
            </a:extLst>
          </p:cNvPr>
          <p:cNvSpPr/>
          <p:nvPr/>
        </p:nvSpPr>
        <p:spPr>
          <a:xfrm>
            <a:off x="3738713" y="1629663"/>
            <a:ext cx="2880000" cy="2231846"/>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nvGrpSpPr>
          <p:cNvPr id="1037" name="グループ化 1036">
            <a:extLst>
              <a:ext uri="{FF2B5EF4-FFF2-40B4-BE49-F238E27FC236}">
                <a16:creationId xmlns:a16="http://schemas.microsoft.com/office/drawing/2014/main" id="{09049A8D-ED5D-9A7D-1A01-7EBD4923DB68}"/>
              </a:ext>
            </a:extLst>
          </p:cNvPr>
          <p:cNvGrpSpPr/>
          <p:nvPr/>
        </p:nvGrpSpPr>
        <p:grpSpPr>
          <a:xfrm>
            <a:off x="9554916" y="2103376"/>
            <a:ext cx="1788150" cy="540000"/>
            <a:chOff x="7916915" y="3257739"/>
            <a:chExt cx="1152000" cy="540000"/>
          </a:xfrm>
        </p:grpSpPr>
        <p:sp>
          <p:nvSpPr>
            <p:cNvPr id="1038" name="正方形/長方形 1037">
              <a:extLst>
                <a:ext uri="{FF2B5EF4-FFF2-40B4-BE49-F238E27FC236}">
                  <a16:creationId xmlns:a16="http://schemas.microsoft.com/office/drawing/2014/main" id="{A07D2DEC-383E-F9AE-D5C6-0FFB2DA6C1CC}"/>
                </a:ext>
              </a:extLst>
            </p:cNvPr>
            <p:cNvSpPr/>
            <p:nvPr/>
          </p:nvSpPr>
          <p:spPr>
            <a:xfrm>
              <a:off x="7916915" y="3257739"/>
              <a:ext cx="1152000"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zh-TW" altLang="en-US" sz="1050">
                  <a:solidFill>
                    <a:schemeClr val="tx1"/>
                  </a:solidFill>
                  <a:latin typeface="Meiryo UI" panose="020B0604030504040204" pitchFamily="50" charset="-128"/>
                  <a:ea typeface="Meiryo UI" panose="020B0604030504040204" pitchFamily="50" charset="-128"/>
                </a:rPr>
                <a:t>進捗管理一覧</a:t>
              </a:r>
              <a:endParaRPr kumimoji="1" lang="en-US" altLang="zh-TW" sz="1050">
                <a:solidFill>
                  <a:schemeClr val="tx1"/>
                </a:solidFill>
                <a:latin typeface="Meiryo UI" panose="020B0604030504040204" pitchFamily="50" charset="-128"/>
                <a:ea typeface="Meiryo UI" panose="020B0604030504040204" pitchFamily="50" charset="-128"/>
              </a:endParaRPr>
            </a:p>
            <a:p>
              <a:pPr algn="ctr"/>
              <a:r>
                <a:rPr kumimoji="1" lang="zh-TW" altLang="en-US" sz="1050">
                  <a:solidFill>
                    <a:schemeClr val="tx1"/>
                  </a:solidFill>
                  <a:latin typeface="Meiryo UI" panose="020B0604030504040204" pitchFamily="50" charset="-128"/>
                  <a:ea typeface="Meiryo UI" panose="020B0604030504040204" pitchFamily="50" charset="-128"/>
                </a:rPr>
                <a:t>画面</a:t>
              </a:r>
            </a:p>
          </p:txBody>
        </p:sp>
        <p:sp>
          <p:nvSpPr>
            <p:cNvPr id="1039" name="正方形/長方形 1038">
              <a:extLst>
                <a:ext uri="{FF2B5EF4-FFF2-40B4-BE49-F238E27FC236}">
                  <a16:creationId xmlns:a16="http://schemas.microsoft.com/office/drawing/2014/main" id="{F0424558-6E4E-B1AE-9FCA-9FB9A4ED9448}"/>
                </a:ext>
              </a:extLst>
            </p:cNvPr>
            <p:cNvSpPr/>
            <p:nvPr/>
          </p:nvSpPr>
          <p:spPr>
            <a:xfrm>
              <a:off x="7916915" y="3437739"/>
              <a:ext cx="396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zh-TW" altLang="en-US" sz="1050">
                <a:solidFill>
                  <a:schemeClr val="tx1"/>
                </a:solidFill>
                <a:latin typeface="Meiryo UI" panose="020B0604030504040204" pitchFamily="50" charset="-128"/>
                <a:ea typeface="Meiryo UI" panose="020B0604030504040204" pitchFamily="50" charset="-128"/>
              </a:endParaRPr>
            </a:p>
          </p:txBody>
        </p:sp>
        <p:sp>
          <p:nvSpPr>
            <p:cNvPr id="1040" name="正方形/長方形 1039">
              <a:extLst>
                <a:ext uri="{FF2B5EF4-FFF2-40B4-BE49-F238E27FC236}">
                  <a16:creationId xmlns:a16="http://schemas.microsoft.com/office/drawing/2014/main" id="{43036CEB-A126-87BF-7711-394A662B6839}"/>
                </a:ext>
              </a:extLst>
            </p:cNvPr>
            <p:cNvSpPr/>
            <p:nvPr/>
          </p:nvSpPr>
          <p:spPr>
            <a:xfrm>
              <a:off x="8672915" y="3437739"/>
              <a:ext cx="396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zh-TW" altLang="en-US" sz="1050">
                <a:solidFill>
                  <a:schemeClr val="tx1"/>
                </a:solidFill>
                <a:latin typeface="Meiryo UI" panose="020B0604030504040204" pitchFamily="50" charset="-128"/>
                <a:ea typeface="Meiryo UI" panose="020B0604030504040204" pitchFamily="50" charset="-128"/>
              </a:endParaRPr>
            </a:p>
          </p:txBody>
        </p:sp>
      </p:grpSp>
      <p:grpSp>
        <p:nvGrpSpPr>
          <p:cNvPr id="22" name="グループ化 21">
            <a:extLst>
              <a:ext uri="{FF2B5EF4-FFF2-40B4-BE49-F238E27FC236}">
                <a16:creationId xmlns:a16="http://schemas.microsoft.com/office/drawing/2014/main" id="{882226BB-8A1D-6A78-0454-FABB18F21D29}"/>
              </a:ext>
            </a:extLst>
          </p:cNvPr>
          <p:cNvGrpSpPr/>
          <p:nvPr/>
        </p:nvGrpSpPr>
        <p:grpSpPr>
          <a:xfrm>
            <a:off x="4304482" y="2125304"/>
            <a:ext cx="1772007" cy="540000"/>
            <a:chOff x="4304482" y="2125304"/>
            <a:chExt cx="1772007" cy="540000"/>
          </a:xfrm>
        </p:grpSpPr>
        <p:sp>
          <p:nvSpPr>
            <p:cNvPr id="1073" name="正方形/長方形 1072">
              <a:extLst>
                <a:ext uri="{FF2B5EF4-FFF2-40B4-BE49-F238E27FC236}">
                  <a16:creationId xmlns:a16="http://schemas.microsoft.com/office/drawing/2014/main" id="{C6687082-CAD4-7970-7DD4-199678615810}"/>
                </a:ext>
              </a:extLst>
            </p:cNvPr>
            <p:cNvSpPr/>
            <p:nvPr/>
          </p:nvSpPr>
          <p:spPr>
            <a:xfrm>
              <a:off x="4304482" y="2125304"/>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汎用</a:t>
              </a:r>
              <a:r>
                <a:rPr kumimoji="1" lang="en-US" altLang="ja-JP" sz="1050" dirty="0">
                  <a:solidFill>
                    <a:schemeClr val="tx1"/>
                  </a:solidFill>
                  <a:latin typeface="Meiryo UI" panose="020B0604030504040204" pitchFamily="50" charset="-128"/>
                  <a:ea typeface="Meiryo UI" panose="020B0604030504040204" pitchFamily="50" charset="-128"/>
                </a:rPr>
                <a:t>WF</a:t>
              </a:r>
              <a:r>
                <a:rPr kumimoji="1" lang="ja-JP" altLang="en-US" sz="1050" dirty="0">
                  <a:solidFill>
                    <a:schemeClr val="tx1"/>
                  </a:solidFill>
                  <a:latin typeface="Meiryo UI" panose="020B0604030504040204" pitchFamily="50" charset="-128"/>
                  <a:ea typeface="Meiryo UI" panose="020B0604030504040204" pitchFamily="50" charset="-128"/>
                </a:rPr>
                <a:t>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デスクトップフロー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74" name="図 1073">
              <a:extLst>
                <a:ext uri="{FF2B5EF4-FFF2-40B4-BE49-F238E27FC236}">
                  <a16:creationId xmlns:a16="http://schemas.microsoft.com/office/drawing/2014/main" id="{F76B697D-9231-939E-D926-F5FC58B4981F}"/>
                </a:ext>
              </a:extLst>
            </p:cNvPr>
            <p:cNvPicPr>
              <a:picLocks noChangeAspect="1"/>
            </p:cNvPicPr>
            <p:nvPr/>
          </p:nvPicPr>
          <p:blipFill>
            <a:blip r:embed="rId10"/>
            <a:stretch>
              <a:fillRect/>
            </a:stretch>
          </p:blipFill>
          <p:spPr>
            <a:xfrm>
              <a:off x="4324335" y="2149880"/>
              <a:ext cx="238095" cy="242857"/>
            </a:xfrm>
            <a:prstGeom prst="rect">
              <a:avLst/>
            </a:prstGeom>
          </p:spPr>
        </p:pic>
        <p:grpSp>
          <p:nvGrpSpPr>
            <p:cNvPr id="1076" name="グループ化 1075">
              <a:extLst>
                <a:ext uri="{FF2B5EF4-FFF2-40B4-BE49-F238E27FC236}">
                  <a16:creationId xmlns:a16="http://schemas.microsoft.com/office/drawing/2014/main" id="{BF676CB0-FC7C-FA67-A702-096BC7F3CB29}"/>
                </a:ext>
              </a:extLst>
            </p:cNvPr>
            <p:cNvGrpSpPr/>
            <p:nvPr/>
          </p:nvGrpSpPr>
          <p:grpSpPr>
            <a:xfrm>
              <a:off x="4304482" y="2125304"/>
              <a:ext cx="270000" cy="540000"/>
              <a:chOff x="4127497" y="3159000"/>
              <a:chExt cx="270000" cy="540000"/>
            </a:xfrm>
            <a:noFill/>
          </p:grpSpPr>
          <p:sp>
            <p:nvSpPr>
              <p:cNvPr id="1077" name="正方形/長方形 1076">
                <a:extLst>
                  <a:ext uri="{FF2B5EF4-FFF2-40B4-BE49-F238E27FC236}">
                    <a16:creationId xmlns:a16="http://schemas.microsoft.com/office/drawing/2014/main" id="{0C1BDADF-0328-1CBA-5678-D2860F5A6546}"/>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78" name="正方形/長方形 1077">
                <a:extLst>
                  <a:ext uri="{FF2B5EF4-FFF2-40B4-BE49-F238E27FC236}">
                    <a16:creationId xmlns:a16="http://schemas.microsoft.com/office/drawing/2014/main" id="{B41F5E53-5A23-41FC-5142-BAEF5865B361}"/>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grpSp>
      <p:grpSp>
        <p:nvGrpSpPr>
          <p:cNvPr id="21" name="グループ化 20">
            <a:extLst>
              <a:ext uri="{FF2B5EF4-FFF2-40B4-BE49-F238E27FC236}">
                <a16:creationId xmlns:a16="http://schemas.microsoft.com/office/drawing/2014/main" id="{305EC063-7FB0-2E28-7F67-0FAC08E4CC2D}"/>
              </a:ext>
            </a:extLst>
          </p:cNvPr>
          <p:cNvGrpSpPr/>
          <p:nvPr/>
        </p:nvGrpSpPr>
        <p:grpSpPr>
          <a:xfrm>
            <a:off x="4304482" y="2966395"/>
            <a:ext cx="1772007" cy="540000"/>
            <a:chOff x="4304482" y="3283260"/>
            <a:chExt cx="1772007" cy="540000"/>
          </a:xfrm>
        </p:grpSpPr>
        <p:sp>
          <p:nvSpPr>
            <p:cNvPr id="1079" name="正方形/長方形 1078">
              <a:extLst>
                <a:ext uri="{FF2B5EF4-FFF2-40B4-BE49-F238E27FC236}">
                  <a16:creationId xmlns:a16="http://schemas.microsoft.com/office/drawing/2014/main" id="{A1464291-C572-46B1-29E7-DF4C4D868F99}"/>
                </a:ext>
              </a:extLst>
            </p:cNvPr>
            <p:cNvSpPr/>
            <p:nvPr/>
          </p:nvSpPr>
          <p:spPr>
            <a:xfrm>
              <a:off x="4304482" y="3283260"/>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販売支援システム向け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デスクトップフロー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80" name="図 1079">
              <a:extLst>
                <a:ext uri="{FF2B5EF4-FFF2-40B4-BE49-F238E27FC236}">
                  <a16:creationId xmlns:a16="http://schemas.microsoft.com/office/drawing/2014/main" id="{B0D74B14-80DC-6599-696A-F1A66D813F8A}"/>
                </a:ext>
              </a:extLst>
            </p:cNvPr>
            <p:cNvPicPr>
              <a:picLocks noChangeAspect="1"/>
            </p:cNvPicPr>
            <p:nvPr/>
          </p:nvPicPr>
          <p:blipFill>
            <a:blip r:embed="rId10"/>
            <a:stretch>
              <a:fillRect/>
            </a:stretch>
          </p:blipFill>
          <p:spPr>
            <a:xfrm>
              <a:off x="4324335" y="3307836"/>
              <a:ext cx="238095" cy="242857"/>
            </a:xfrm>
            <a:prstGeom prst="rect">
              <a:avLst/>
            </a:prstGeom>
          </p:spPr>
        </p:pic>
        <p:grpSp>
          <p:nvGrpSpPr>
            <p:cNvPr id="1082" name="グループ化 1081">
              <a:extLst>
                <a:ext uri="{FF2B5EF4-FFF2-40B4-BE49-F238E27FC236}">
                  <a16:creationId xmlns:a16="http://schemas.microsoft.com/office/drawing/2014/main" id="{3D62FC95-CDD5-8902-4A11-88D2807133A7}"/>
                </a:ext>
              </a:extLst>
            </p:cNvPr>
            <p:cNvGrpSpPr/>
            <p:nvPr/>
          </p:nvGrpSpPr>
          <p:grpSpPr>
            <a:xfrm>
              <a:off x="4304482" y="3283260"/>
              <a:ext cx="270000" cy="540000"/>
              <a:chOff x="4127497" y="3159000"/>
              <a:chExt cx="270000" cy="540000"/>
            </a:xfrm>
            <a:noFill/>
          </p:grpSpPr>
          <p:sp>
            <p:nvSpPr>
              <p:cNvPr id="1083" name="正方形/長方形 1082">
                <a:extLst>
                  <a:ext uri="{FF2B5EF4-FFF2-40B4-BE49-F238E27FC236}">
                    <a16:creationId xmlns:a16="http://schemas.microsoft.com/office/drawing/2014/main" id="{77FE5050-F130-9200-F183-8BC539252256}"/>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84" name="正方形/長方形 1083">
                <a:extLst>
                  <a:ext uri="{FF2B5EF4-FFF2-40B4-BE49-F238E27FC236}">
                    <a16:creationId xmlns:a16="http://schemas.microsoft.com/office/drawing/2014/main" id="{FB936D67-EC14-D968-647D-8D86567B11C8}"/>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grpSp>
      <p:grpSp>
        <p:nvGrpSpPr>
          <p:cNvPr id="19" name="グループ化 18">
            <a:extLst>
              <a:ext uri="{FF2B5EF4-FFF2-40B4-BE49-F238E27FC236}">
                <a16:creationId xmlns:a16="http://schemas.microsoft.com/office/drawing/2014/main" id="{47DBA0B1-CB36-FF27-C529-7494C5521B57}"/>
              </a:ext>
            </a:extLst>
          </p:cNvPr>
          <p:cNvGrpSpPr/>
          <p:nvPr/>
        </p:nvGrpSpPr>
        <p:grpSpPr>
          <a:xfrm>
            <a:off x="7340000" y="2122750"/>
            <a:ext cx="1772007" cy="540000"/>
            <a:chOff x="7312841" y="2122750"/>
            <a:chExt cx="1772007" cy="540000"/>
          </a:xfrm>
        </p:grpSpPr>
        <p:sp>
          <p:nvSpPr>
            <p:cNvPr id="1059" name="正方形/長方形 1058">
              <a:extLst>
                <a:ext uri="{FF2B5EF4-FFF2-40B4-BE49-F238E27FC236}">
                  <a16:creationId xmlns:a16="http://schemas.microsoft.com/office/drawing/2014/main" id="{0326DE6C-551E-D5EC-9FA2-66D48B818615}"/>
                </a:ext>
              </a:extLst>
            </p:cNvPr>
            <p:cNvSpPr/>
            <p:nvPr/>
          </p:nvSpPr>
          <p:spPr>
            <a:xfrm>
              <a:off x="7312841" y="2122750"/>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汎用</a:t>
              </a:r>
              <a:r>
                <a:rPr kumimoji="1" lang="en-US" altLang="ja-JP" sz="1050" dirty="0">
                  <a:solidFill>
                    <a:schemeClr val="tx1"/>
                  </a:solidFill>
                  <a:latin typeface="Meiryo UI" panose="020B0604030504040204" pitchFamily="50" charset="-128"/>
                  <a:ea typeface="Meiryo UI" panose="020B0604030504040204" pitchFamily="50" charset="-128"/>
                </a:rPr>
                <a:t>WF</a:t>
              </a:r>
              <a:r>
                <a:rPr kumimoji="1" lang="ja-JP" altLang="en-US" sz="1050" dirty="0">
                  <a:solidFill>
                    <a:schemeClr val="tx1"/>
                  </a:solidFill>
                  <a:latin typeface="Meiryo UI" panose="020B0604030504040204" pitchFamily="50" charset="-128"/>
                  <a:ea typeface="Meiryo UI" panose="020B0604030504040204" pitchFamily="50" charset="-128"/>
                </a:rPr>
                <a:t>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61" name="グラフィックス 1060" descr="目覚まし時計 単色塗りつぶし">
              <a:extLst>
                <a:ext uri="{FF2B5EF4-FFF2-40B4-BE49-F238E27FC236}">
                  <a16:creationId xmlns:a16="http://schemas.microsoft.com/office/drawing/2014/main" id="{A32F515F-3B9D-4A8B-8998-596083B8472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22722" y="2141575"/>
              <a:ext cx="238094" cy="238094"/>
            </a:xfrm>
            <a:prstGeom prst="rect">
              <a:avLst/>
            </a:prstGeom>
          </p:spPr>
        </p:pic>
        <p:grpSp>
          <p:nvGrpSpPr>
            <p:cNvPr id="1062" name="グループ化 1061">
              <a:extLst>
                <a:ext uri="{FF2B5EF4-FFF2-40B4-BE49-F238E27FC236}">
                  <a16:creationId xmlns:a16="http://schemas.microsoft.com/office/drawing/2014/main" id="{C81755D0-C284-F192-A3F6-3388DB988D6F}"/>
                </a:ext>
              </a:extLst>
            </p:cNvPr>
            <p:cNvGrpSpPr/>
            <p:nvPr/>
          </p:nvGrpSpPr>
          <p:grpSpPr>
            <a:xfrm>
              <a:off x="7312841" y="2122750"/>
              <a:ext cx="270000" cy="540000"/>
              <a:chOff x="4127497" y="3159000"/>
              <a:chExt cx="270000" cy="540000"/>
            </a:xfrm>
            <a:noFill/>
          </p:grpSpPr>
          <p:sp>
            <p:nvSpPr>
              <p:cNvPr id="1063" name="正方形/長方形 1062">
                <a:extLst>
                  <a:ext uri="{FF2B5EF4-FFF2-40B4-BE49-F238E27FC236}">
                    <a16:creationId xmlns:a16="http://schemas.microsoft.com/office/drawing/2014/main" id="{166C0453-357C-FF64-1E6D-7E7E71AE98C2}"/>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64" name="正方形/長方形 1063">
                <a:extLst>
                  <a:ext uri="{FF2B5EF4-FFF2-40B4-BE49-F238E27FC236}">
                    <a16:creationId xmlns:a16="http://schemas.microsoft.com/office/drawing/2014/main" id="{9D7F0AAB-DA87-72BC-BD80-EC97DD64F04D}"/>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pic>
          <p:nvPicPr>
            <p:cNvPr id="1092" name="図 1091" descr="アイコン&#10;&#10;自動的に生成された説明">
              <a:extLst>
                <a:ext uri="{FF2B5EF4-FFF2-40B4-BE49-F238E27FC236}">
                  <a16:creationId xmlns:a16="http://schemas.microsoft.com/office/drawing/2014/main" id="{72E162DF-326F-6D87-953F-D963C1E30D50}"/>
                </a:ext>
              </a:extLst>
            </p:cNvPr>
            <p:cNvPicPr>
              <a:picLocks noChangeAspect="1"/>
            </p:cNvPicPr>
            <p:nvPr/>
          </p:nvPicPr>
          <p:blipFill>
            <a:blip r:embed="rId5"/>
            <a:stretch>
              <a:fillRect/>
            </a:stretch>
          </p:blipFill>
          <p:spPr>
            <a:xfrm>
              <a:off x="7342840" y="2145325"/>
              <a:ext cx="210001" cy="210001"/>
            </a:xfrm>
            <a:prstGeom prst="rect">
              <a:avLst/>
            </a:prstGeom>
          </p:spPr>
        </p:pic>
      </p:grpSp>
      <p:sp>
        <p:nvSpPr>
          <p:cNvPr id="1094" name="正方形/長方形 1093">
            <a:extLst>
              <a:ext uri="{FF2B5EF4-FFF2-40B4-BE49-F238E27FC236}">
                <a16:creationId xmlns:a16="http://schemas.microsoft.com/office/drawing/2014/main" id="{A3E40709-F56C-60B0-C8DE-0B9F554794C0}"/>
              </a:ext>
            </a:extLst>
          </p:cNvPr>
          <p:cNvSpPr/>
          <p:nvPr/>
        </p:nvSpPr>
        <p:spPr>
          <a:xfrm>
            <a:off x="1522377" y="1015704"/>
            <a:ext cx="1800000" cy="1260000"/>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汎用</a:t>
            </a:r>
            <a:r>
              <a:rPr kumimoji="1" lang="en-US" altLang="ja-JP" sz="1200" dirty="0">
                <a:solidFill>
                  <a:schemeClr val="tx1"/>
                </a:solidFill>
                <a:latin typeface="Meiryo UI" panose="020B0604030504040204" pitchFamily="50" charset="-128"/>
                <a:ea typeface="Meiryo UI" panose="020B0604030504040204" pitchFamily="50" charset="-128"/>
              </a:rPr>
              <a:t>WF</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pic>
        <p:nvPicPr>
          <p:cNvPr id="1095" name="図 1094">
            <a:extLst>
              <a:ext uri="{FF2B5EF4-FFF2-40B4-BE49-F238E27FC236}">
                <a16:creationId xmlns:a16="http://schemas.microsoft.com/office/drawing/2014/main" id="{9625888C-A300-9366-272B-60CCE8BC505B}"/>
              </a:ext>
            </a:extLst>
          </p:cNvPr>
          <p:cNvPicPr>
            <a:picLocks noChangeAspect="1"/>
          </p:cNvPicPr>
          <p:nvPr/>
        </p:nvPicPr>
        <p:blipFill>
          <a:blip r:embed="rId13"/>
          <a:stretch>
            <a:fillRect/>
          </a:stretch>
        </p:blipFill>
        <p:spPr>
          <a:xfrm>
            <a:off x="2243766" y="1089020"/>
            <a:ext cx="978093" cy="266753"/>
          </a:xfrm>
          <a:prstGeom prst="rect">
            <a:avLst/>
          </a:prstGeom>
        </p:spPr>
      </p:pic>
      <p:grpSp>
        <p:nvGrpSpPr>
          <p:cNvPr id="1096" name="グループ化 1095">
            <a:extLst>
              <a:ext uri="{FF2B5EF4-FFF2-40B4-BE49-F238E27FC236}">
                <a16:creationId xmlns:a16="http://schemas.microsoft.com/office/drawing/2014/main" id="{E5924024-7F31-FA2A-463C-A702438E5C38}"/>
              </a:ext>
            </a:extLst>
          </p:cNvPr>
          <p:cNvGrpSpPr/>
          <p:nvPr/>
        </p:nvGrpSpPr>
        <p:grpSpPr>
          <a:xfrm>
            <a:off x="1702377" y="1433279"/>
            <a:ext cx="1440000" cy="540000"/>
            <a:chOff x="990043" y="2737260"/>
            <a:chExt cx="1440000" cy="540000"/>
          </a:xfrm>
        </p:grpSpPr>
        <p:sp>
          <p:nvSpPr>
            <p:cNvPr id="1097" name="正方形/長方形 1096">
              <a:extLst>
                <a:ext uri="{FF2B5EF4-FFF2-40B4-BE49-F238E27FC236}">
                  <a16:creationId xmlns:a16="http://schemas.microsoft.com/office/drawing/2014/main" id="{253F630F-5612-AD43-6A1D-C212AEF15FA8}"/>
                </a:ext>
              </a:extLst>
            </p:cNvPr>
            <p:cNvSpPr/>
            <p:nvPr/>
          </p:nvSpPr>
          <p:spPr>
            <a:xfrm>
              <a:off x="990043" y="2737260"/>
              <a:ext cx="1440000"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部門間業務書類</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添付申請管理一覧</a:t>
              </a:r>
            </a:p>
          </p:txBody>
        </p:sp>
        <p:grpSp>
          <p:nvGrpSpPr>
            <p:cNvPr id="1098" name="グループ化 1097">
              <a:extLst>
                <a:ext uri="{FF2B5EF4-FFF2-40B4-BE49-F238E27FC236}">
                  <a16:creationId xmlns:a16="http://schemas.microsoft.com/office/drawing/2014/main" id="{A277A1E6-07A9-8A54-6788-66C146295A99}"/>
                </a:ext>
              </a:extLst>
            </p:cNvPr>
            <p:cNvGrpSpPr/>
            <p:nvPr/>
          </p:nvGrpSpPr>
          <p:grpSpPr>
            <a:xfrm>
              <a:off x="2070043" y="2737260"/>
              <a:ext cx="360000" cy="540000"/>
              <a:chOff x="2335338" y="2270913"/>
              <a:chExt cx="360000" cy="720000"/>
            </a:xfrm>
            <a:noFill/>
          </p:grpSpPr>
          <p:sp>
            <p:nvSpPr>
              <p:cNvPr id="1099" name="正方形/長方形 1098">
                <a:extLst>
                  <a:ext uri="{FF2B5EF4-FFF2-40B4-BE49-F238E27FC236}">
                    <a16:creationId xmlns:a16="http://schemas.microsoft.com/office/drawing/2014/main" id="{B8940FEA-AFA6-4D7C-49A5-5C3729C727A4}"/>
                  </a:ext>
                </a:extLst>
              </p:cNvPr>
              <p:cNvSpPr/>
              <p:nvPr/>
            </p:nvSpPr>
            <p:spPr>
              <a:xfrm>
                <a:off x="2335338" y="227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100" name="正方形/長方形 1099">
                <a:extLst>
                  <a:ext uri="{FF2B5EF4-FFF2-40B4-BE49-F238E27FC236}">
                    <a16:creationId xmlns:a16="http://schemas.microsoft.com/office/drawing/2014/main" id="{1D6D0E12-42D2-74EA-6D36-F2AB065F0B26}"/>
                  </a:ext>
                </a:extLst>
              </p:cNvPr>
              <p:cNvSpPr/>
              <p:nvPr/>
            </p:nvSpPr>
            <p:spPr>
              <a:xfrm>
                <a:off x="2335338" y="263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grpSp>
      <p:sp>
        <p:nvSpPr>
          <p:cNvPr id="1101" name="正方形/長方形 1100">
            <a:extLst>
              <a:ext uri="{FF2B5EF4-FFF2-40B4-BE49-F238E27FC236}">
                <a16:creationId xmlns:a16="http://schemas.microsoft.com/office/drawing/2014/main" id="{8A512743-E5A7-2E14-5D00-0DFBC012037C}"/>
              </a:ext>
            </a:extLst>
          </p:cNvPr>
          <p:cNvSpPr/>
          <p:nvPr/>
        </p:nvSpPr>
        <p:spPr>
          <a:xfrm>
            <a:off x="1522377" y="2498183"/>
            <a:ext cx="1800000" cy="1260000"/>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販売支援システム</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kumimoji="1" lang="en-US" altLang="ja-JP" sz="1100" dirty="0">
                <a:solidFill>
                  <a:schemeClr val="tx1"/>
                </a:solidFill>
                <a:latin typeface="Meiryo UI" panose="020B0604030504040204" pitchFamily="50" charset="-128"/>
                <a:ea typeface="Meiryo UI" panose="020B0604030504040204" pitchFamily="50" charset="-128"/>
              </a:rPr>
              <a:t>Wonder Web</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grpSp>
        <p:nvGrpSpPr>
          <p:cNvPr id="1102" name="グループ化 1101">
            <a:extLst>
              <a:ext uri="{FF2B5EF4-FFF2-40B4-BE49-F238E27FC236}">
                <a16:creationId xmlns:a16="http://schemas.microsoft.com/office/drawing/2014/main" id="{FEF9764B-1C36-E2FC-049C-3A182FE11E31}"/>
              </a:ext>
            </a:extLst>
          </p:cNvPr>
          <p:cNvGrpSpPr/>
          <p:nvPr/>
        </p:nvGrpSpPr>
        <p:grpSpPr>
          <a:xfrm>
            <a:off x="1702377" y="3004233"/>
            <a:ext cx="1440000" cy="472500"/>
            <a:chOff x="990043" y="2737260"/>
            <a:chExt cx="1440000" cy="540000"/>
          </a:xfrm>
        </p:grpSpPr>
        <p:sp>
          <p:nvSpPr>
            <p:cNvPr id="1103" name="正方形/長方形 1102">
              <a:extLst>
                <a:ext uri="{FF2B5EF4-FFF2-40B4-BE49-F238E27FC236}">
                  <a16:creationId xmlns:a16="http://schemas.microsoft.com/office/drawing/2014/main" id="{ECF71C59-8422-DE8C-58BA-D5638847367B}"/>
                </a:ext>
              </a:extLst>
            </p:cNvPr>
            <p:cNvSpPr/>
            <p:nvPr/>
          </p:nvSpPr>
          <p:spPr>
            <a:xfrm>
              <a:off x="990043" y="2737260"/>
              <a:ext cx="1440000"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報告書</a:t>
              </a:r>
              <a:r>
                <a:rPr kumimoji="1" lang="en-US" altLang="ja-JP" sz="1050">
                  <a:solidFill>
                    <a:schemeClr val="tx1"/>
                  </a:solidFill>
                  <a:latin typeface="Meiryo UI" panose="020B0604030504040204" pitchFamily="50" charset="-128"/>
                  <a:ea typeface="Meiryo UI" panose="020B0604030504040204" pitchFamily="50" charset="-128"/>
                </a:rPr>
                <a:t>/</a:t>
              </a:r>
              <a:r>
                <a:rPr kumimoji="1" lang="ja-JP" altLang="en-US" sz="1050">
                  <a:solidFill>
                    <a:schemeClr val="tx1"/>
                  </a:solidFill>
                  <a:latin typeface="Meiryo UI" panose="020B0604030504040204" pitchFamily="50" charset="-128"/>
                  <a:ea typeface="Meiryo UI" panose="020B0604030504040204" pitchFamily="50" charset="-128"/>
                </a:rPr>
                <a:t>申請書</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一覧</a:t>
              </a:r>
            </a:p>
          </p:txBody>
        </p:sp>
        <p:grpSp>
          <p:nvGrpSpPr>
            <p:cNvPr id="1104" name="グループ化 1103">
              <a:extLst>
                <a:ext uri="{FF2B5EF4-FFF2-40B4-BE49-F238E27FC236}">
                  <a16:creationId xmlns:a16="http://schemas.microsoft.com/office/drawing/2014/main" id="{C467F612-F49D-1734-C937-D3E466CA22AD}"/>
                </a:ext>
              </a:extLst>
            </p:cNvPr>
            <p:cNvGrpSpPr/>
            <p:nvPr/>
          </p:nvGrpSpPr>
          <p:grpSpPr>
            <a:xfrm>
              <a:off x="2070043" y="2737260"/>
              <a:ext cx="360000" cy="540000"/>
              <a:chOff x="2335338" y="2270913"/>
              <a:chExt cx="360000" cy="720000"/>
            </a:xfrm>
            <a:noFill/>
          </p:grpSpPr>
          <p:sp>
            <p:nvSpPr>
              <p:cNvPr id="1105" name="正方形/長方形 1104">
                <a:extLst>
                  <a:ext uri="{FF2B5EF4-FFF2-40B4-BE49-F238E27FC236}">
                    <a16:creationId xmlns:a16="http://schemas.microsoft.com/office/drawing/2014/main" id="{4F525D36-0157-E4AE-5285-DC0F8AEFBFF4}"/>
                  </a:ext>
                </a:extLst>
              </p:cNvPr>
              <p:cNvSpPr/>
              <p:nvPr/>
            </p:nvSpPr>
            <p:spPr>
              <a:xfrm>
                <a:off x="2335338" y="227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106" name="正方形/長方形 1105">
                <a:extLst>
                  <a:ext uri="{FF2B5EF4-FFF2-40B4-BE49-F238E27FC236}">
                    <a16:creationId xmlns:a16="http://schemas.microsoft.com/office/drawing/2014/main" id="{CC6E8AD7-E167-56A8-D340-9AF9110015D5}"/>
                  </a:ext>
                </a:extLst>
              </p:cNvPr>
              <p:cNvSpPr/>
              <p:nvPr/>
            </p:nvSpPr>
            <p:spPr>
              <a:xfrm>
                <a:off x="2335338" y="263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grpSp>
      <p:grpSp>
        <p:nvGrpSpPr>
          <p:cNvPr id="1107" name="グループ化 1106">
            <a:extLst>
              <a:ext uri="{FF2B5EF4-FFF2-40B4-BE49-F238E27FC236}">
                <a16:creationId xmlns:a16="http://schemas.microsoft.com/office/drawing/2014/main" id="{A9493C57-7722-4460-3A51-BCBDEDFBCF16}"/>
              </a:ext>
            </a:extLst>
          </p:cNvPr>
          <p:cNvGrpSpPr/>
          <p:nvPr/>
        </p:nvGrpSpPr>
        <p:grpSpPr>
          <a:xfrm>
            <a:off x="386105" y="2331198"/>
            <a:ext cx="877163" cy="1101204"/>
            <a:chOff x="112597" y="2981872"/>
            <a:chExt cx="877163" cy="1101204"/>
          </a:xfrm>
        </p:grpSpPr>
        <p:sp>
          <p:nvSpPr>
            <p:cNvPr id="1108" name="正方形/長方形 1107">
              <a:extLst>
                <a:ext uri="{FF2B5EF4-FFF2-40B4-BE49-F238E27FC236}">
                  <a16:creationId xmlns:a16="http://schemas.microsoft.com/office/drawing/2014/main" id="{63878FAF-70DA-B51E-1383-970D7CA948CF}"/>
                </a:ext>
              </a:extLst>
            </p:cNvPr>
            <p:cNvSpPr/>
            <p:nvPr/>
          </p:nvSpPr>
          <p:spPr>
            <a:xfrm>
              <a:off x="191178" y="2981872"/>
              <a:ext cx="720000" cy="865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050">
                <a:noFill/>
                <a:latin typeface="Meiryo UI" panose="020B0604030504040204" pitchFamily="50" charset="-128"/>
                <a:ea typeface="Meiryo UI" panose="020B0604030504040204" pitchFamily="50" charset="-128"/>
              </a:endParaRPr>
            </a:p>
          </p:txBody>
        </p:sp>
        <p:grpSp>
          <p:nvGrpSpPr>
            <p:cNvPr id="1109" name="グループ化 1108">
              <a:extLst>
                <a:ext uri="{FF2B5EF4-FFF2-40B4-BE49-F238E27FC236}">
                  <a16:creationId xmlns:a16="http://schemas.microsoft.com/office/drawing/2014/main" id="{06C4BA2D-0C17-65F6-55D5-D5C4DEBE5B0A}"/>
                </a:ext>
              </a:extLst>
            </p:cNvPr>
            <p:cNvGrpSpPr/>
            <p:nvPr/>
          </p:nvGrpSpPr>
          <p:grpSpPr>
            <a:xfrm>
              <a:off x="227178" y="3050928"/>
              <a:ext cx="648000" cy="576000"/>
              <a:chOff x="1739664" y="2896797"/>
              <a:chExt cx="760250" cy="671894"/>
            </a:xfrm>
          </p:grpSpPr>
          <p:grpSp>
            <p:nvGrpSpPr>
              <p:cNvPr id="1111" name="グループ化 1110">
                <a:extLst>
                  <a:ext uri="{FF2B5EF4-FFF2-40B4-BE49-F238E27FC236}">
                    <a16:creationId xmlns:a16="http://schemas.microsoft.com/office/drawing/2014/main" id="{14ECD136-0623-CD30-CEE0-510C1023268C}"/>
                  </a:ext>
                </a:extLst>
              </p:cNvPr>
              <p:cNvGrpSpPr/>
              <p:nvPr/>
            </p:nvGrpSpPr>
            <p:grpSpPr>
              <a:xfrm>
                <a:off x="1973591" y="2896797"/>
                <a:ext cx="292396" cy="489014"/>
                <a:chOff x="7033571" y="1141960"/>
                <a:chExt cx="144000" cy="240831"/>
              </a:xfrm>
            </p:grpSpPr>
            <p:sp>
              <p:nvSpPr>
                <p:cNvPr id="1118" name="AutoShape 79">
                  <a:extLst>
                    <a:ext uri="{FF2B5EF4-FFF2-40B4-BE49-F238E27FC236}">
                      <a16:creationId xmlns:a16="http://schemas.microsoft.com/office/drawing/2014/main" id="{9B4C73E4-28DC-6280-B356-35D95EADA21B}"/>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9" name="Oval 80">
                  <a:extLst>
                    <a:ext uri="{FF2B5EF4-FFF2-40B4-BE49-F238E27FC236}">
                      <a16:creationId xmlns:a16="http://schemas.microsoft.com/office/drawing/2014/main" id="{5F9A955C-73F1-4FB7-61E5-7F9C1AB1ECC9}"/>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nvGrpSpPr>
              <p:cNvPr id="1112" name="グループ化 1111">
                <a:extLst>
                  <a:ext uri="{FF2B5EF4-FFF2-40B4-BE49-F238E27FC236}">
                    <a16:creationId xmlns:a16="http://schemas.microsoft.com/office/drawing/2014/main" id="{8807E651-F613-8898-C9AC-EC51527691B5}"/>
                  </a:ext>
                </a:extLst>
              </p:cNvPr>
              <p:cNvGrpSpPr/>
              <p:nvPr/>
            </p:nvGrpSpPr>
            <p:grpSpPr>
              <a:xfrm>
                <a:off x="1739664" y="3079677"/>
                <a:ext cx="292396" cy="489014"/>
                <a:chOff x="7033571" y="1141960"/>
                <a:chExt cx="144000" cy="240831"/>
              </a:xfrm>
            </p:grpSpPr>
            <p:sp>
              <p:nvSpPr>
                <p:cNvPr id="1116" name="AutoShape 79">
                  <a:extLst>
                    <a:ext uri="{FF2B5EF4-FFF2-40B4-BE49-F238E27FC236}">
                      <a16:creationId xmlns:a16="http://schemas.microsoft.com/office/drawing/2014/main" id="{901F9DC3-7C59-5841-6DFF-D17F5BDCF215}"/>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7" name="Oval 80">
                  <a:extLst>
                    <a:ext uri="{FF2B5EF4-FFF2-40B4-BE49-F238E27FC236}">
                      <a16:creationId xmlns:a16="http://schemas.microsoft.com/office/drawing/2014/main" id="{EE4F3C66-69AF-3DFC-D5A0-EF0301EF74F2}"/>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nvGrpSpPr>
              <p:cNvPr id="1113" name="グループ化 1112">
                <a:extLst>
                  <a:ext uri="{FF2B5EF4-FFF2-40B4-BE49-F238E27FC236}">
                    <a16:creationId xmlns:a16="http://schemas.microsoft.com/office/drawing/2014/main" id="{B97F06CA-7CF4-9F1E-108D-DDE0BEC74D75}"/>
                  </a:ext>
                </a:extLst>
              </p:cNvPr>
              <p:cNvGrpSpPr/>
              <p:nvPr/>
            </p:nvGrpSpPr>
            <p:grpSpPr>
              <a:xfrm>
                <a:off x="2207518" y="3079677"/>
                <a:ext cx="292396" cy="489014"/>
                <a:chOff x="7033571" y="1141960"/>
                <a:chExt cx="144000" cy="240831"/>
              </a:xfrm>
            </p:grpSpPr>
            <p:sp>
              <p:nvSpPr>
                <p:cNvPr id="1114" name="AutoShape 79">
                  <a:extLst>
                    <a:ext uri="{FF2B5EF4-FFF2-40B4-BE49-F238E27FC236}">
                      <a16:creationId xmlns:a16="http://schemas.microsoft.com/office/drawing/2014/main" id="{F8D9B7E0-0B91-0BB2-4845-A2A214FC151A}"/>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5" name="Oval 80">
                  <a:extLst>
                    <a:ext uri="{FF2B5EF4-FFF2-40B4-BE49-F238E27FC236}">
                      <a16:creationId xmlns:a16="http://schemas.microsoft.com/office/drawing/2014/main" id="{A81FB1F5-B7BF-A527-67DB-BC9FA14CECBD}"/>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sp>
          <p:nvSpPr>
            <p:cNvPr id="1110" name="テキスト ボックス 1109">
              <a:extLst>
                <a:ext uri="{FF2B5EF4-FFF2-40B4-BE49-F238E27FC236}">
                  <a16:creationId xmlns:a16="http://schemas.microsoft.com/office/drawing/2014/main" id="{E082CFA6-38CA-D315-4E4E-228EDF5E176E}"/>
                </a:ext>
              </a:extLst>
            </p:cNvPr>
            <p:cNvSpPr txBox="1"/>
            <p:nvPr/>
          </p:nvSpPr>
          <p:spPr>
            <a:xfrm>
              <a:off x="112597" y="3621411"/>
              <a:ext cx="877163"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支店・本店</a:t>
              </a:r>
              <a:endParaRPr kumimoji="0"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kern="0" dirty="0">
                  <a:solidFill>
                    <a:prstClr val="black"/>
                  </a:solidFill>
                  <a:latin typeface="Meiryo UI" panose="020B0604030504040204" pitchFamily="50" charset="-128"/>
                  <a:ea typeface="Meiryo UI" panose="020B0604030504040204" pitchFamily="50" charset="-128"/>
                </a:rPr>
                <a:t>社員</a:t>
              </a:r>
              <a:endParaRPr kumimoji="0"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1120" name="直線矢印コネクタ 1037">
            <a:extLst>
              <a:ext uri="{FF2B5EF4-FFF2-40B4-BE49-F238E27FC236}">
                <a16:creationId xmlns:a16="http://schemas.microsoft.com/office/drawing/2014/main" id="{EE98C271-4500-6A53-7D88-5F22F5FF8EF0}"/>
              </a:ext>
            </a:extLst>
          </p:cNvPr>
          <p:cNvCxnSpPr>
            <a:cxnSpLocks/>
            <a:stCxn id="1108" idx="3"/>
            <a:endCxn id="1097" idx="1"/>
          </p:cNvCxnSpPr>
          <p:nvPr/>
        </p:nvCxnSpPr>
        <p:spPr>
          <a:xfrm flipV="1">
            <a:off x="1184686" y="1703279"/>
            <a:ext cx="517691" cy="1060649"/>
          </a:xfrm>
          <a:prstGeom prst="bentConnector3">
            <a:avLst>
              <a:gd name="adj1" fmla="val 50000"/>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cxnSp>
        <p:nvCxnSpPr>
          <p:cNvPr id="1121" name="直線矢印コネクタ 1037">
            <a:extLst>
              <a:ext uri="{FF2B5EF4-FFF2-40B4-BE49-F238E27FC236}">
                <a16:creationId xmlns:a16="http://schemas.microsoft.com/office/drawing/2014/main" id="{F07B4321-A919-1CE8-B7C6-137059BED34E}"/>
              </a:ext>
            </a:extLst>
          </p:cNvPr>
          <p:cNvCxnSpPr>
            <a:cxnSpLocks/>
            <a:stCxn id="1108" idx="3"/>
            <a:endCxn id="1103" idx="1"/>
          </p:cNvCxnSpPr>
          <p:nvPr/>
        </p:nvCxnSpPr>
        <p:spPr>
          <a:xfrm>
            <a:off x="1184686" y="2763928"/>
            <a:ext cx="517691" cy="476555"/>
          </a:xfrm>
          <a:prstGeom prst="bentConnector3">
            <a:avLst>
              <a:gd name="adj1" fmla="val 50000"/>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sp>
        <p:nvSpPr>
          <p:cNvPr id="1122" name="TextBox 21">
            <a:extLst>
              <a:ext uri="{FF2B5EF4-FFF2-40B4-BE49-F238E27FC236}">
                <a16:creationId xmlns:a16="http://schemas.microsoft.com/office/drawing/2014/main" id="{9BA85126-1A44-F5D6-EAD1-15A9BCAE2946}"/>
              </a:ext>
            </a:extLst>
          </p:cNvPr>
          <p:cNvSpPr txBox="1"/>
          <p:nvPr/>
        </p:nvSpPr>
        <p:spPr>
          <a:xfrm>
            <a:off x="893049" y="1861155"/>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各種申請</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23" name="TextBox 21">
            <a:extLst>
              <a:ext uri="{FF2B5EF4-FFF2-40B4-BE49-F238E27FC236}">
                <a16:creationId xmlns:a16="http://schemas.microsoft.com/office/drawing/2014/main" id="{F153A6F6-C8E6-9EF1-585E-B78D5F2900A6}"/>
              </a:ext>
            </a:extLst>
          </p:cNvPr>
          <p:cNvSpPr txBox="1"/>
          <p:nvPr/>
        </p:nvSpPr>
        <p:spPr>
          <a:xfrm>
            <a:off x="867374" y="3433837"/>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各種申請</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24" name="フローチャート: 磁気ディスク 1123">
            <a:extLst>
              <a:ext uri="{FF2B5EF4-FFF2-40B4-BE49-F238E27FC236}">
                <a16:creationId xmlns:a16="http://schemas.microsoft.com/office/drawing/2014/main" id="{587B46D4-2DC7-4E5F-C8A9-7EEBB2A7E6F4}"/>
              </a:ext>
            </a:extLst>
          </p:cNvPr>
          <p:cNvSpPr/>
          <p:nvPr/>
        </p:nvSpPr>
        <p:spPr>
          <a:xfrm>
            <a:off x="2331447" y="1820631"/>
            <a:ext cx="704033" cy="402820"/>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tIns="91440" bIns="91440" rtlCol="0" anchor="ctr"/>
          <a:lstStyle/>
          <a:p>
            <a:pPr algn="ctr"/>
            <a:r>
              <a:rPr kumimoji="1" lang="ja-JP" altLang="en-US" sz="1000" dirty="0">
                <a:solidFill>
                  <a:schemeClr val="tx1"/>
                </a:solidFill>
                <a:latin typeface="Meiryo UI" panose="020B0604030504040204" pitchFamily="50" charset="-128"/>
                <a:ea typeface="Meiryo UI" panose="020B0604030504040204" pitchFamily="50" charset="-128"/>
              </a:rPr>
              <a:t>汎用</a:t>
            </a:r>
            <a:r>
              <a:rPr kumimoji="1" lang="en-US" altLang="ja-JP" sz="1000" dirty="0">
                <a:solidFill>
                  <a:schemeClr val="tx1"/>
                </a:solidFill>
                <a:latin typeface="Meiryo UI" panose="020B0604030504040204" pitchFamily="50" charset="-128"/>
                <a:ea typeface="Meiryo UI" panose="020B0604030504040204" pitchFamily="50" charset="-128"/>
              </a:rPr>
              <a:t>WF</a:t>
            </a:r>
          </a:p>
          <a:p>
            <a:pPr algn="ctr"/>
            <a:r>
              <a:rPr kumimoji="1" lang="en-US" altLang="ja-JP" sz="1000" dirty="0">
                <a:solidFill>
                  <a:schemeClr val="tx1"/>
                </a:solidFill>
                <a:latin typeface="Meiryo UI" panose="020B0604030504040204" pitchFamily="50" charset="-128"/>
                <a:ea typeface="Meiryo UI" panose="020B0604030504040204" pitchFamily="50" charset="-128"/>
              </a:rPr>
              <a:t>DB</a:t>
            </a:r>
          </a:p>
        </p:txBody>
      </p:sp>
      <p:sp>
        <p:nvSpPr>
          <p:cNvPr id="1126" name="正方形/長方形 1125">
            <a:extLst>
              <a:ext uri="{FF2B5EF4-FFF2-40B4-BE49-F238E27FC236}">
                <a16:creationId xmlns:a16="http://schemas.microsoft.com/office/drawing/2014/main" id="{D6954B9A-3949-E0A4-4002-6501D642D5AC}"/>
              </a:ext>
            </a:extLst>
          </p:cNvPr>
          <p:cNvSpPr/>
          <p:nvPr/>
        </p:nvSpPr>
        <p:spPr>
          <a:xfrm>
            <a:off x="7220837" y="4846527"/>
            <a:ext cx="2023691" cy="946127"/>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1128" name="正方形/長方形 1127">
            <a:extLst>
              <a:ext uri="{FF2B5EF4-FFF2-40B4-BE49-F238E27FC236}">
                <a16:creationId xmlns:a16="http://schemas.microsoft.com/office/drawing/2014/main" id="{6DBB05FA-DE9E-B6E3-9113-152122347B21}"/>
              </a:ext>
            </a:extLst>
          </p:cNvPr>
          <p:cNvSpPr/>
          <p:nvPr/>
        </p:nvSpPr>
        <p:spPr>
          <a:xfrm>
            <a:off x="7357080" y="5162655"/>
            <a:ext cx="1754925" cy="472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メール</a:t>
            </a:r>
            <a:r>
              <a:rPr kumimoji="1" lang="en-US" altLang="ja-JP" sz="1050" dirty="0">
                <a:solidFill>
                  <a:schemeClr val="tx1"/>
                </a:solidFill>
                <a:latin typeface="Meiryo UI" panose="020B0604030504040204" pitchFamily="50" charset="-128"/>
                <a:ea typeface="Meiryo UI" panose="020B0604030504040204" pitchFamily="50" charset="-128"/>
              </a:rPr>
              <a:t>BOX</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2" name="直線矢印コネクタ 1037">
            <a:extLst>
              <a:ext uri="{FF2B5EF4-FFF2-40B4-BE49-F238E27FC236}">
                <a16:creationId xmlns:a16="http://schemas.microsoft.com/office/drawing/2014/main" id="{B5EB332A-BAAA-7FAE-8986-C66BC88929B7}"/>
              </a:ext>
            </a:extLst>
          </p:cNvPr>
          <p:cNvCxnSpPr>
            <a:cxnSpLocks/>
            <a:stCxn id="1073" idx="1"/>
            <a:endCxn id="1124" idx="4"/>
          </p:cNvCxnSpPr>
          <p:nvPr/>
        </p:nvCxnSpPr>
        <p:spPr>
          <a:xfrm rot="10800000">
            <a:off x="3035480" y="2022042"/>
            <a:ext cx="1269002" cy="373263"/>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1037">
            <a:extLst>
              <a:ext uri="{FF2B5EF4-FFF2-40B4-BE49-F238E27FC236}">
                <a16:creationId xmlns:a16="http://schemas.microsoft.com/office/drawing/2014/main" id="{DAC45117-A445-FBD2-7A59-AE20DB981649}"/>
              </a:ext>
            </a:extLst>
          </p:cNvPr>
          <p:cNvCxnSpPr>
            <a:cxnSpLocks/>
            <a:stCxn id="1079" idx="1"/>
            <a:endCxn id="1103" idx="3"/>
          </p:cNvCxnSpPr>
          <p:nvPr/>
        </p:nvCxnSpPr>
        <p:spPr>
          <a:xfrm flipH="1">
            <a:off x="3142377" y="3236395"/>
            <a:ext cx="1162105" cy="4088"/>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グループ化 17">
            <a:extLst>
              <a:ext uri="{FF2B5EF4-FFF2-40B4-BE49-F238E27FC236}">
                <a16:creationId xmlns:a16="http://schemas.microsoft.com/office/drawing/2014/main" id="{C05461BA-B898-E8A4-975B-0388857C05D4}"/>
              </a:ext>
            </a:extLst>
          </p:cNvPr>
          <p:cNvGrpSpPr/>
          <p:nvPr/>
        </p:nvGrpSpPr>
        <p:grpSpPr>
          <a:xfrm>
            <a:off x="7340000" y="2969278"/>
            <a:ext cx="1772007" cy="540000"/>
            <a:chOff x="7312841" y="3258984"/>
            <a:chExt cx="1772007" cy="540000"/>
          </a:xfrm>
        </p:grpSpPr>
        <p:sp>
          <p:nvSpPr>
            <p:cNvPr id="1065" name="正方形/長方形 1064">
              <a:extLst>
                <a:ext uri="{FF2B5EF4-FFF2-40B4-BE49-F238E27FC236}">
                  <a16:creationId xmlns:a16="http://schemas.microsoft.com/office/drawing/2014/main" id="{C11EE61C-4D6B-1760-A63F-476DFA04A35D}"/>
                </a:ext>
              </a:extLst>
            </p:cNvPr>
            <p:cNvSpPr/>
            <p:nvPr/>
          </p:nvSpPr>
          <p:spPr>
            <a:xfrm>
              <a:off x="7312841" y="3258984"/>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汎用</a:t>
              </a:r>
              <a:r>
                <a:rPr kumimoji="1" lang="en-US" altLang="ja-JP" sz="1050" dirty="0">
                  <a:solidFill>
                    <a:schemeClr val="tx1"/>
                  </a:solidFill>
                  <a:latin typeface="Meiryo UI" panose="020B0604030504040204" pitchFamily="50" charset="-128"/>
                  <a:ea typeface="Meiryo UI" panose="020B0604030504040204" pitchFamily="50" charset="-128"/>
                </a:rPr>
                <a:t>WF</a:t>
              </a:r>
              <a:r>
                <a:rPr kumimoji="1" lang="ja-JP" altLang="en-US" sz="1050" dirty="0">
                  <a:solidFill>
                    <a:schemeClr val="tx1"/>
                  </a:solidFill>
                  <a:latin typeface="Meiryo UI" panose="020B0604030504040204" pitchFamily="50" charset="-128"/>
                  <a:ea typeface="Meiryo UI" panose="020B0604030504040204" pitchFamily="50" charset="-128"/>
                </a:rPr>
                <a:t>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grpSp>
          <p:nvGrpSpPr>
            <p:cNvPr id="1068" name="グループ化 1067">
              <a:extLst>
                <a:ext uri="{FF2B5EF4-FFF2-40B4-BE49-F238E27FC236}">
                  <a16:creationId xmlns:a16="http://schemas.microsoft.com/office/drawing/2014/main" id="{C4AA807D-2670-74FF-34F5-695344C50EE5}"/>
                </a:ext>
              </a:extLst>
            </p:cNvPr>
            <p:cNvGrpSpPr/>
            <p:nvPr/>
          </p:nvGrpSpPr>
          <p:grpSpPr>
            <a:xfrm>
              <a:off x="7312841" y="3258984"/>
              <a:ext cx="270000" cy="540000"/>
              <a:chOff x="4127497" y="3159000"/>
              <a:chExt cx="270000" cy="540000"/>
            </a:xfrm>
            <a:noFill/>
          </p:grpSpPr>
          <p:sp>
            <p:nvSpPr>
              <p:cNvPr id="1069" name="正方形/長方形 1068">
                <a:extLst>
                  <a:ext uri="{FF2B5EF4-FFF2-40B4-BE49-F238E27FC236}">
                    <a16:creationId xmlns:a16="http://schemas.microsoft.com/office/drawing/2014/main" id="{C25CF9B4-E7EE-9988-C017-1C3F952635EC}"/>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70" name="正方形/長方形 1069">
                <a:extLst>
                  <a:ext uri="{FF2B5EF4-FFF2-40B4-BE49-F238E27FC236}">
                    <a16:creationId xmlns:a16="http://schemas.microsoft.com/office/drawing/2014/main" id="{4293F0CD-0E78-65AE-BCB5-6722A137A15E}"/>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pic>
          <p:nvPicPr>
            <p:cNvPr id="1093" name="図 1092" descr="アイコン&#10;&#10;自動的に生成された説明">
              <a:extLst>
                <a:ext uri="{FF2B5EF4-FFF2-40B4-BE49-F238E27FC236}">
                  <a16:creationId xmlns:a16="http://schemas.microsoft.com/office/drawing/2014/main" id="{90F387BE-DB36-33B2-3B0A-19021A1B0EBF}"/>
                </a:ext>
              </a:extLst>
            </p:cNvPr>
            <p:cNvPicPr>
              <a:picLocks noChangeAspect="1"/>
            </p:cNvPicPr>
            <p:nvPr/>
          </p:nvPicPr>
          <p:blipFill>
            <a:blip r:embed="rId5"/>
            <a:stretch>
              <a:fillRect/>
            </a:stretch>
          </p:blipFill>
          <p:spPr>
            <a:xfrm>
              <a:off x="7342840" y="3288983"/>
              <a:ext cx="210001" cy="210001"/>
            </a:xfrm>
            <a:prstGeom prst="rect">
              <a:avLst/>
            </a:prstGeom>
          </p:spPr>
        </p:pic>
        <p:pic>
          <p:nvPicPr>
            <p:cNvPr id="1048" name="グラフィックス 1047" descr="目覚まし時計 単色塗りつぶし">
              <a:extLst>
                <a:ext uri="{FF2B5EF4-FFF2-40B4-BE49-F238E27FC236}">
                  <a16:creationId xmlns:a16="http://schemas.microsoft.com/office/drawing/2014/main" id="{E0259F2A-FF0D-FE0F-58A1-79DAC62714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91860" y="3274023"/>
              <a:ext cx="238094" cy="238094"/>
            </a:xfrm>
            <a:prstGeom prst="rect">
              <a:avLst/>
            </a:prstGeom>
          </p:spPr>
        </p:pic>
      </p:grpSp>
      <p:grpSp>
        <p:nvGrpSpPr>
          <p:cNvPr id="20" name="グループ化 19">
            <a:extLst>
              <a:ext uri="{FF2B5EF4-FFF2-40B4-BE49-F238E27FC236}">
                <a16:creationId xmlns:a16="http://schemas.microsoft.com/office/drawing/2014/main" id="{27541C82-5A64-9D3B-0519-6816DC81BD59}"/>
              </a:ext>
            </a:extLst>
          </p:cNvPr>
          <p:cNvGrpSpPr/>
          <p:nvPr/>
        </p:nvGrpSpPr>
        <p:grpSpPr>
          <a:xfrm>
            <a:off x="7339999" y="3861509"/>
            <a:ext cx="1772007" cy="540000"/>
            <a:chOff x="7312841" y="4483331"/>
            <a:chExt cx="1772007" cy="540000"/>
          </a:xfrm>
        </p:grpSpPr>
        <p:sp>
          <p:nvSpPr>
            <p:cNvPr id="1046" name="正方形/長方形 1045">
              <a:extLst>
                <a:ext uri="{FF2B5EF4-FFF2-40B4-BE49-F238E27FC236}">
                  <a16:creationId xmlns:a16="http://schemas.microsoft.com/office/drawing/2014/main" id="{CC1AF9F6-7700-208D-AB5A-E4A45DA8C6B6}"/>
                </a:ext>
              </a:extLst>
            </p:cNvPr>
            <p:cNvSpPr/>
            <p:nvPr/>
          </p:nvSpPr>
          <p:spPr>
            <a:xfrm>
              <a:off x="7312841" y="4483331"/>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メール取得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91" name="図 1090" descr="アイコン&#10;&#10;自動的に生成された説明">
              <a:extLst>
                <a:ext uri="{FF2B5EF4-FFF2-40B4-BE49-F238E27FC236}">
                  <a16:creationId xmlns:a16="http://schemas.microsoft.com/office/drawing/2014/main" id="{A61B0037-9E8D-C8BF-E1F9-0CCC982203CE}"/>
                </a:ext>
              </a:extLst>
            </p:cNvPr>
            <p:cNvPicPr>
              <a:picLocks noChangeAspect="1"/>
            </p:cNvPicPr>
            <p:nvPr/>
          </p:nvPicPr>
          <p:blipFill>
            <a:blip r:embed="rId5"/>
            <a:stretch>
              <a:fillRect/>
            </a:stretch>
          </p:blipFill>
          <p:spPr>
            <a:xfrm>
              <a:off x="7329923" y="4499589"/>
              <a:ext cx="210001" cy="210001"/>
            </a:xfrm>
            <a:prstGeom prst="rect">
              <a:avLst/>
            </a:prstGeom>
          </p:spPr>
        </p:pic>
        <p:pic>
          <p:nvPicPr>
            <p:cNvPr id="16" name="グラフィックス 15" descr="封筒 単色塗りつぶし">
              <a:extLst>
                <a:ext uri="{FF2B5EF4-FFF2-40B4-BE49-F238E27FC236}">
                  <a16:creationId xmlns:a16="http://schemas.microsoft.com/office/drawing/2014/main" id="{44D677DA-8C3B-753E-583A-616BA6C1D67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791860" y="4499764"/>
              <a:ext cx="240000" cy="240000"/>
            </a:xfrm>
            <a:prstGeom prst="rect">
              <a:avLst/>
            </a:prstGeom>
          </p:spPr>
        </p:pic>
      </p:grpSp>
      <p:cxnSp>
        <p:nvCxnSpPr>
          <p:cNvPr id="3" name="直線矢印コネクタ 1037">
            <a:extLst>
              <a:ext uri="{FF2B5EF4-FFF2-40B4-BE49-F238E27FC236}">
                <a16:creationId xmlns:a16="http://schemas.microsoft.com/office/drawing/2014/main" id="{69FA34DD-C0D3-8B4C-C828-A94F76B776B8}"/>
              </a:ext>
            </a:extLst>
          </p:cNvPr>
          <p:cNvCxnSpPr>
            <a:cxnSpLocks/>
            <a:stCxn id="1059" idx="1"/>
            <a:endCxn id="1073" idx="3"/>
          </p:cNvCxnSpPr>
          <p:nvPr/>
        </p:nvCxnSpPr>
        <p:spPr>
          <a:xfrm flipH="1">
            <a:off x="6076489" y="2392750"/>
            <a:ext cx="1263511" cy="2554"/>
          </a:xfrm>
          <a:prstGeom prst="straightConnector1">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1037">
            <a:extLst>
              <a:ext uri="{FF2B5EF4-FFF2-40B4-BE49-F238E27FC236}">
                <a16:creationId xmlns:a16="http://schemas.microsoft.com/office/drawing/2014/main" id="{3CBF4D18-1CD4-9817-084A-4D93B1689125}"/>
              </a:ext>
            </a:extLst>
          </p:cNvPr>
          <p:cNvCxnSpPr>
            <a:cxnSpLocks/>
            <a:stCxn id="1065" idx="1"/>
            <a:endCxn id="1079" idx="3"/>
          </p:cNvCxnSpPr>
          <p:nvPr/>
        </p:nvCxnSpPr>
        <p:spPr>
          <a:xfrm flipH="1" flipV="1">
            <a:off x="6076489" y="3236395"/>
            <a:ext cx="1263511" cy="2883"/>
          </a:xfrm>
          <a:prstGeom prst="straightConnector1">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3E2C91E2-985F-C3F8-D978-BAA2ED26F6AF}"/>
              </a:ext>
            </a:extLst>
          </p:cNvPr>
          <p:cNvSpPr/>
          <p:nvPr/>
        </p:nvSpPr>
        <p:spPr>
          <a:xfrm>
            <a:off x="7279791" y="4805761"/>
            <a:ext cx="1905503"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業務可視化ツールアカウント</a:t>
            </a:r>
          </a:p>
        </p:txBody>
      </p:sp>
      <p:sp>
        <p:nvSpPr>
          <p:cNvPr id="13" name="TextBox 21">
            <a:extLst>
              <a:ext uri="{FF2B5EF4-FFF2-40B4-BE49-F238E27FC236}">
                <a16:creationId xmlns:a16="http://schemas.microsoft.com/office/drawing/2014/main" id="{D5CD81C4-F83B-527B-A520-12B9146E59B2}"/>
              </a:ext>
            </a:extLst>
          </p:cNvPr>
          <p:cNvSpPr txBox="1"/>
          <p:nvPr/>
        </p:nvSpPr>
        <p:spPr>
          <a:xfrm>
            <a:off x="6421698" y="2194229"/>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定期実行</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TextBox 21">
            <a:extLst>
              <a:ext uri="{FF2B5EF4-FFF2-40B4-BE49-F238E27FC236}">
                <a16:creationId xmlns:a16="http://schemas.microsoft.com/office/drawing/2014/main" id="{BC080506-C402-07A6-67EA-D502D52776E5}"/>
              </a:ext>
            </a:extLst>
          </p:cNvPr>
          <p:cNvSpPr txBox="1"/>
          <p:nvPr/>
        </p:nvSpPr>
        <p:spPr>
          <a:xfrm>
            <a:off x="6440469" y="3033345"/>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定期実行</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TextBox 21">
            <a:extLst>
              <a:ext uri="{FF2B5EF4-FFF2-40B4-BE49-F238E27FC236}">
                <a16:creationId xmlns:a16="http://schemas.microsoft.com/office/drawing/2014/main" id="{B7677A0E-F3BE-568A-3594-6274877460FF}"/>
              </a:ext>
            </a:extLst>
          </p:cNvPr>
          <p:cNvSpPr txBox="1"/>
          <p:nvPr/>
        </p:nvSpPr>
        <p:spPr>
          <a:xfrm>
            <a:off x="3428427" y="2463376"/>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TextBox 21">
            <a:extLst>
              <a:ext uri="{FF2B5EF4-FFF2-40B4-BE49-F238E27FC236}">
                <a16:creationId xmlns:a16="http://schemas.microsoft.com/office/drawing/2014/main" id="{43F0168A-EE0B-6A4D-3207-CF3752286A3E}"/>
              </a:ext>
            </a:extLst>
          </p:cNvPr>
          <p:cNvSpPr txBox="1"/>
          <p:nvPr/>
        </p:nvSpPr>
        <p:spPr>
          <a:xfrm>
            <a:off x="3443871" y="3337362"/>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画面から</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CSV DL</a:t>
            </a:r>
          </a:p>
        </p:txBody>
      </p:sp>
      <p:cxnSp>
        <p:nvCxnSpPr>
          <p:cNvPr id="24" name="直線矢印コネクタ 1037">
            <a:extLst>
              <a:ext uri="{FF2B5EF4-FFF2-40B4-BE49-F238E27FC236}">
                <a16:creationId xmlns:a16="http://schemas.microsoft.com/office/drawing/2014/main" id="{8B7FBCAF-DFC6-1E35-EDE1-418FA5F192B1}"/>
              </a:ext>
            </a:extLst>
          </p:cNvPr>
          <p:cNvCxnSpPr>
            <a:cxnSpLocks/>
            <a:stCxn id="1046" idx="1"/>
            <a:endCxn id="1128" idx="1"/>
          </p:cNvCxnSpPr>
          <p:nvPr/>
        </p:nvCxnSpPr>
        <p:spPr>
          <a:xfrm rot="10800000" flipH="1" flipV="1">
            <a:off x="7339998" y="4131509"/>
            <a:ext cx="17081" cy="1267396"/>
          </a:xfrm>
          <a:prstGeom prst="bentConnector3">
            <a:avLst>
              <a:gd name="adj1" fmla="val -1338329"/>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1">
            <a:extLst>
              <a:ext uri="{FF2B5EF4-FFF2-40B4-BE49-F238E27FC236}">
                <a16:creationId xmlns:a16="http://schemas.microsoft.com/office/drawing/2014/main" id="{699CF4E3-2931-F9FC-4DC4-03E003B4B54E}"/>
              </a:ext>
            </a:extLst>
          </p:cNvPr>
          <p:cNvSpPr txBox="1"/>
          <p:nvPr/>
        </p:nvSpPr>
        <p:spPr>
          <a:xfrm>
            <a:off x="6522006" y="4804183"/>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 name="直線矢印コネクタ 1037">
            <a:extLst>
              <a:ext uri="{FF2B5EF4-FFF2-40B4-BE49-F238E27FC236}">
                <a16:creationId xmlns:a16="http://schemas.microsoft.com/office/drawing/2014/main" id="{2087659B-AD06-D181-51CC-ACFD61D9FF49}"/>
              </a:ext>
            </a:extLst>
          </p:cNvPr>
          <p:cNvCxnSpPr>
            <a:cxnSpLocks/>
            <a:stCxn id="1059" idx="3"/>
            <a:endCxn id="186" idx="1"/>
          </p:cNvCxnSpPr>
          <p:nvPr/>
        </p:nvCxnSpPr>
        <p:spPr>
          <a:xfrm>
            <a:off x="9112007" y="2392750"/>
            <a:ext cx="455290" cy="851310"/>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1037">
            <a:extLst>
              <a:ext uri="{FF2B5EF4-FFF2-40B4-BE49-F238E27FC236}">
                <a16:creationId xmlns:a16="http://schemas.microsoft.com/office/drawing/2014/main" id="{97097774-171E-473F-6D4E-F5965BA99C4E}"/>
              </a:ext>
            </a:extLst>
          </p:cNvPr>
          <p:cNvCxnSpPr>
            <a:cxnSpLocks/>
            <a:stCxn id="1046" idx="3"/>
            <a:endCxn id="186" idx="1"/>
          </p:cNvCxnSpPr>
          <p:nvPr/>
        </p:nvCxnSpPr>
        <p:spPr>
          <a:xfrm flipV="1">
            <a:off x="9112006" y="3244060"/>
            <a:ext cx="455291" cy="887449"/>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1037">
            <a:extLst>
              <a:ext uri="{FF2B5EF4-FFF2-40B4-BE49-F238E27FC236}">
                <a16:creationId xmlns:a16="http://schemas.microsoft.com/office/drawing/2014/main" id="{1B351AFA-E8BF-1F07-712A-63D5B51BE109}"/>
              </a:ext>
            </a:extLst>
          </p:cNvPr>
          <p:cNvCxnSpPr>
            <a:cxnSpLocks/>
            <a:stCxn id="1065" idx="3"/>
            <a:endCxn id="186" idx="1"/>
          </p:cNvCxnSpPr>
          <p:nvPr/>
        </p:nvCxnSpPr>
        <p:spPr>
          <a:xfrm>
            <a:off x="9112007" y="3239278"/>
            <a:ext cx="455290" cy="478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21">
            <a:extLst>
              <a:ext uri="{FF2B5EF4-FFF2-40B4-BE49-F238E27FC236}">
                <a16:creationId xmlns:a16="http://schemas.microsoft.com/office/drawing/2014/main" id="{B2480113-5CFF-3717-198F-F83B3EC92A96}"/>
              </a:ext>
            </a:extLst>
          </p:cNvPr>
          <p:cNvSpPr txBox="1"/>
          <p:nvPr/>
        </p:nvSpPr>
        <p:spPr>
          <a:xfrm>
            <a:off x="9256820" y="3566713"/>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データ</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登録</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1" name="直線矢印コネクタ 1037">
            <a:extLst>
              <a:ext uri="{FF2B5EF4-FFF2-40B4-BE49-F238E27FC236}">
                <a16:creationId xmlns:a16="http://schemas.microsoft.com/office/drawing/2014/main" id="{87070B3C-BFBF-408D-8051-0BA4D081D148}"/>
              </a:ext>
            </a:extLst>
          </p:cNvPr>
          <p:cNvCxnSpPr>
            <a:cxnSpLocks/>
            <a:stCxn id="1038" idx="3"/>
            <a:endCxn id="186" idx="3"/>
          </p:cNvCxnSpPr>
          <p:nvPr/>
        </p:nvCxnSpPr>
        <p:spPr>
          <a:xfrm flipH="1">
            <a:off x="11339799" y="2373376"/>
            <a:ext cx="3267" cy="870684"/>
          </a:xfrm>
          <a:prstGeom prst="bentConnector3">
            <a:avLst>
              <a:gd name="adj1" fmla="val -6997245"/>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21">
            <a:extLst>
              <a:ext uri="{FF2B5EF4-FFF2-40B4-BE49-F238E27FC236}">
                <a16:creationId xmlns:a16="http://schemas.microsoft.com/office/drawing/2014/main" id="{C1FF19A9-1763-0A74-8245-9240A34DF236}"/>
              </a:ext>
            </a:extLst>
          </p:cNvPr>
          <p:cNvSpPr txBox="1"/>
          <p:nvPr/>
        </p:nvSpPr>
        <p:spPr>
          <a:xfrm>
            <a:off x="11485659" y="3170795"/>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データ</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5" name="直線矢印コネクタ 1037">
            <a:extLst>
              <a:ext uri="{FF2B5EF4-FFF2-40B4-BE49-F238E27FC236}">
                <a16:creationId xmlns:a16="http://schemas.microsoft.com/office/drawing/2014/main" id="{BF8CA11B-A21B-AF31-94C5-E986019455FA}"/>
              </a:ext>
            </a:extLst>
          </p:cNvPr>
          <p:cNvCxnSpPr>
            <a:cxnSpLocks/>
            <a:stCxn id="1038" idx="3"/>
            <a:endCxn id="1030" idx="3"/>
          </p:cNvCxnSpPr>
          <p:nvPr/>
        </p:nvCxnSpPr>
        <p:spPr>
          <a:xfrm flipH="1">
            <a:off x="11339799" y="2373376"/>
            <a:ext cx="3267" cy="1783904"/>
          </a:xfrm>
          <a:prstGeom prst="bentConnector3">
            <a:avLst>
              <a:gd name="adj1" fmla="val -6997245"/>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8248671-16D3-1113-8FAD-3E603B830C31}"/>
              </a:ext>
            </a:extLst>
          </p:cNvPr>
          <p:cNvSpPr/>
          <p:nvPr/>
        </p:nvSpPr>
        <p:spPr>
          <a:xfrm>
            <a:off x="3428427" y="1543284"/>
            <a:ext cx="8576468" cy="31457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90000" rtlCol="0" anchor="t"/>
          <a:lstStyle/>
          <a:p>
            <a:pPr algn="l"/>
            <a:endParaRPr kumimoji="1" lang="ja-JP" altLang="en-US" sz="1200" dirty="0">
              <a:solidFill>
                <a:schemeClr val="tx1">
                  <a:lumMod val="65000"/>
                  <a:lumOff val="35000"/>
                </a:schemeClr>
              </a:solidFill>
            </a:endParaRPr>
          </a:p>
        </p:txBody>
      </p:sp>
      <p:sp>
        <p:nvSpPr>
          <p:cNvPr id="50" name="TextBox 21">
            <a:extLst>
              <a:ext uri="{FF2B5EF4-FFF2-40B4-BE49-F238E27FC236}">
                <a16:creationId xmlns:a16="http://schemas.microsoft.com/office/drawing/2014/main" id="{630A75D0-D83F-9223-82E5-76D122E0BFC7}"/>
              </a:ext>
            </a:extLst>
          </p:cNvPr>
          <p:cNvSpPr txBox="1"/>
          <p:nvPr/>
        </p:nvSpPr>
        <p:spPr>
          <a:xfrm>
            <a:off x="3428427" y="4792180"/>
            <a:ext cx="1656659" cy="317967"/>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赤枠内が保守範囲</a:t>
            </a:r>
            <a:endPar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タイトル 1">
            <a:extLst>
              <a:ext uri="{FF2B5EF4-FFF2-40B4-BE49-F238E27FC236}">
                <a16:creationId xmlns:a16="http://schemas.microsoft.com/office/drawing/2014/main" id="{40158BA0-C273-A93F-7CF8-1951B8450A78}"/>
              </a:ext>
            </a:extLst>
          </p:cNvPr>
          <p:cNvSpPr>
            <a:spLocks noGrp="1"/>
          </p:cNvSpPr>
          <p:nvPr>
            <p:ph type="title"/>
          </p:nvPr>
        </p:nvSpPr>
        <p:spPr>
          <a:xfrm>
            <a:off x="576000" y="180000"/>
            <a:ext cx="11041200" cy="504000"/>
          </a:xfrm>
        </p:spPr>
        <p:txBody>
          <a:bodyPr/>
          <a:lstStyle/>
          <a:p>
            <a:r>
              <a:rPr lang="en-US" altLang="ja-JP" sz="2300" dirty="0"/>
              <a:t>1</a:t>
            </a:r>
            <a:r>
              <a:rPr lang="ja-JP" altLang="en-US" sz="2300" dirty="0"/>
              <a:t>．対象システム</a:t>
            </a:r>
            <a:endParaRPr kumimoji="1" lang="ja-JP" altLang="en-US" sz="2300" dirty="0"/>
          </a:p>
        </p:txBody>
      </p:sp>
    </p:spTree>
    <p:extLst>
      <p:ext uri="{BB962C8B-B14F-4D97-AF65-F5344CB8AC3E}">
        <p14:creationId xmlns:p14="http://schemas.microsoft.com/office/powerpoint/2010/main" val="3462354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B109-2086-C26F-BF75-C267BD0271D1}"/>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7AC219E6-D225-DDB8-026A-5849BA6D2F47}"/>
              </a:ext>
            </a:extLst>
          </p:cNvPr>
          <p:cNvSpPr>
            <a:spLocks noGrp="1"/>
          </p:cNvSpPr>
          <p:nvPr>
            <p:ph type="title"/>
          </p:nvPr>
        </p:nvSpPr>
        <p:spPr>
          <a:xfrm>
            <a:off x="576000" y="180000"/>
            <a:ext cx="11041200" cy="504000"/>
          </a:xfrm>
        </p:spPr>
        <p:txBody>
          <a:bodyPr/>
          <a:lstStyle/>
          <a:p>
            <a:r>
              <a:rPr lang="en-US" altLang="ja-JP" sz="2300" dirty="0"/>
              <a:t>2</a:t>
            </a:r>
            <a:r>
              <a:rPr lang="ja-JP" altLang="en-US" sz="2300" dirty="0"/>
              <a:t>．運用保守業務一覧</a:t>
            </a:r>
            <a:endParaRPr kumimoji="1" lang="ja-JP" altLang="en-US" sz="2300" dirty="0"/>
          </a:p>
        </p:txBody>
      </p:sp>
      <p:sp>
        <p:nvSpPr>
          <p:cNvPr id="7" name="スライド番号プレースホルダー 1">
            <a:extLst>
              <a:ext uri="{FF2B5EF4-FFF2-40B4-BE49-F238E27FC236}">
                <a16:creationId xmlns:a16="http://schemas.microsoft.com/office/drawing/2014/main" id="{27D27EA0-EDA4-BF2D-AEAB-8E0E820C5EB2}"/>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BIZ UDPゴシック" panose="020B0400000000000000" pitchFamily="50" charset="-128"/>
                <a:ea typeface="BIZ UDPゴシック" panose="020B0400000000000000" pitchFamily="50" charset="-128"/>
              </a:rPr>
              <a:pPr algn="r"/>
              <a:t>2</a:t>
            </a:fld>
            <a:endParaRPr kumimoji="1" lang="ja-JP" altLang="en-US" sz="1100">
              <a:solidFill>
                <a:schemeClr val="bg1"/>
              </a:solidFill>
              <a:latin typeface="BIZ UDPゴシック" panose="020B0400000000000000" pitchFamily="50" charset="-128"/>
              <a:ea typeface="BIZ UDPゴシック" panose="020B0400000000000000" pitchFamily="50" charset="-128"/>
            </a:endParaRPr>
          </a:p>
        </p:txBody>
      </p:sp>
      <p:sp>
        <p:nvSpPr>
          <p:cNvPr id="17" name="フッター プレースホルダー 16">
            <a:extLst>
              <a:ext uri="{FF2B5EF4-FFF2-40B4-BE49-F238E27FC236}">
                <a16:creationId xmlns:a16="http://schemas.microsoft.com/office/drawing/2014/main" id="{E2E9708A-7813-C47C-43B3-A43C432F11B7}"/>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graphicFrame>
        <p:nvGraphicFramePr>
          <p:cNvPr id="2" name="表 7">
            <a:extLst>
              <a:ext uri="{FF2B5EF4-FFF2-40B4-BE49-F238E27FC236}">
                <a16:creationId xmlns:a16="http://schemas.microsoft.com/office/drawing/2014/main" id="{379BA0F7-C99E-166B-A1D1-B517C8773A79}"/>
              </a:ext>
            </a:extLst>
          </p:cNvPr>
          <p:cNvGraphicFramePr>
            <a:graphicFrameLocks noGrp="1"/>
          </p:cNvGraphicFramePr>
          <p:nvPr>
            <p:extLst>
              <p:ext uri="{D42A27DB-BD31-4B8C-83A1-F6EECF244321}">
                <p14:modId xmlns:p14="http://schemas.microsoft.com/office/powerpoint/2010/main" val="390866026"/>
              </p:ext>
            </p:extLst>
          </p:nvPr>
        </p:nvGraphicFramePr>
        <p:xfrm>
          <a:off x="671999" y="2173194"/>
          <a:ext cx="10888337" cy="2124000"/>
        </p:xfrm>
        <a:graphic>
          <a:graphicData uri="http://schemas.openxmlformats.org/drawingml/2006/table">
            <a:tbl>
              <a:tblPr firstRow="1" bandRow="1">
                <a:tableStyleId>{00A15C55-8517-42AA-B614-E9B94910E393}</a:tableStyleId>
              </a:tblPr>
              <a:tblGrid>
                <a:gridCol w="892967">
                  <a:extLst>
                    <a:ext uri="{9D8B030D-6E8A-4147-A177-3AD203B41FA5}">
                      <a16:colId xmlns:a16="http://schemas.microsoft.com/office/drawing/2014/main" val="224755676"/>
                    </a:ext>
                  </a:extLst>
                </a:gridCol>
                <a:gridCol w="703210">
                  <a:extLst>
                    <a:ext uri="{9D8B030D-6E8A-4147-A177-3AD203B41FA5}">
                      <a16:colId xmlns:a16="http://schemas.microsoft.com/office/drawing/2014/main" val="1891142523"/>
                    </a:ext>
                  </a:extLst>
                </a:gridCol>
                <a:gridCol w="1972051">
                  <a:extLst>
                    <a:ext uri="{9D8B030D-6E8A-4147-A177-3AD203B41FA5}">
                      <a16:colId xmlns:a16="http://schemas.microsoft.com/office/drawing/2014/main" val="3865138758"/>
                    </a:ext>
                  </a:extLst>
                </a:gridCol>
                <a:gridCol w="5584324">
                  <a:extLst>
                    <a:ext uri="{9D8B030D-6E8A-4147-A177-3AD203B41FA5}">
                      <a16:colId xmlns:a16="http://schemas.microsoft.com/office/drawing/2014/main" val="3474156342"/>
                    </a:ext>
                  </a:extLst>
                </a:gridCol>
                <a:gridCol w="1735785">
                  <a:extLst>
                    <a:ext uri="{9D8B030D-6E8A-4147-A177-3AD203B41FA5}">
                      <a16:colId xmlns:a16="http://schemas.microsoft.com/office/drawing/2014/main" val="309633559"/>
                    </a:ext>
                  </a:extLst>
                </a:gridCol>
              </a:tblGrid>
              <a:tr h="504000">
                <a:tc>
                  <a:txBody>
                    <a:bodyPr/>
                    <a:lstStyle/>
                    <a:p>
                      <a:pPr algn="ctr"/>
                      <a:r>
                        <a:rPr kumimoji="1" lang="ja-JP" altLang="en-US" sz="900" baseline="0" dirty="0">
                          <a:latin typeface="BIZ UDPゴシック" panose="020B0400000000000000" pitchFamily="50" charset="-128"/>
                          <a:ea typeface="BIZ UDPゴシック" panose="020B0400000000000000" pitchFamily="50" charset="-128"/>
                        </a:rPr>
                        <a:t>定期／</a:t>
                      </a:r>
                      <a:endParaRPr kumimoji="1" lang="en-US" altLang="ja-JP" sz="900" baseline="0" dirty="0">
                        <a:latin typeface="BIZ UDPゴシック" panose="020B0400000000000000" pitchFamily="50" charset="-128"/>
                        <a:ea typeface="BIZ UDPゴシック" panose="020B0400000000000000" pitchFamily="50" charset="-128"/>
                      </a:endParaRPr>
                    </a:p>
                    <a:p>
                      <a:pPr algn="ctr"/>
                      <a:r>
                        <a:rPr kumimoji="1" lang="ja-JP" altLang="en-US" sz="900" baseline="0" dirty="0">
                          <a:latin typeface="BIZ UDPゴシック" panose="020B0400000000000000" pitchFamily="50" charset="-128"/>
                          <a:ea typeface="BIZ UDPゴシック" panose="020B0400000000000000" pitchFamily="50" charset="-128"/>
                        </a:rPr>
                        <a:t>不定期</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a:latin typeface="BIZ UDPゴシック" panose="020B0400000000000000" pitchFamily="50" charset="-128"/>
                          <a:ea typeface="BIZ UDPゴシック" panose="020B0400000000000000" pitchFamily="50" charset="-128"/>
                        </a:rPr>
                        <a:t>頻度</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タイトル</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a:latin typeface="BIZ UDPゴシック" panose="020B0400000000000000" pitchFamily="50" charset="-128"/>
                          <a:ea typeface="BIZ UDPゴシック" panose="020B0400000000000000" pitchFamily="50" charset="-128"/>
                        </a:rPr>
                        <a:t>作業概要</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en-US" altLang="ja-JP" sz="1300" baseline="0" dirty="0">
                          <a:latin typeface="BIZ UDPゴシック" panose="020B0400000000000000" pitchFamily="50" charset="-128"/>
                          <a:ea typeface="BIZ UDPゴシック" panose="020B0400000000000000" pitchFamily="50" charset="-128"/>
                        </a:rPr>
                        <a:t>1</a:t>
                      </a:r>
                      <a:r>
                        <a:rPr kumimoji="1" lang="ja-JP" altLang="en-US" sz="1300" baseline="0" dirty="0">
                          <a:latin typeface="BIZ UDPゴシック" panose="020B0400000000000000" pitchFamily="50" charset="-128"/>
                          <a:ea typeface="BIZ UDPゴシック" panose="020B0400000000000000" pitchFamily="50" charset="-128"/>
                        </a:rPr>
                        <a:t>カ月の</a:t>
                      </a:r>
                      <a:endParaRPr kumimoji="1" lang="en-US" altLang="ja-JP" sz="1300" baseline="0" dirty="0">
                        <a:latin typeface="BIZ UDPゴシック" panose="020B0400000000000000" pitchFamily="50" charset="-128"/>
                        <a:ea typeface="BIZ UDPゴシック" panose="020B0400000000000000" pitchFamily="50" charset="-128"/>
                      </a:endParaRPr>
                    </a:p>
                    <a:p>
                      <a:pPr algn="ctr"/>
                      <a:r>
                        <a:rPr kumimoji="1" lang="ja-JP" altLang="en-US" sz="1300" baseline="0" dirty="0">
                          <a:latin typeface="BIZ UDPゴシック" panose="020B0400000000000000" pitchFamily="50" charset="-128"/>
                          <a:ea typeface="BIZ UDPゴシック" panose="020B0400000000000000" pitchFamily="50" charset="-128"/>
                        </a:rPr>
                        <a:t>想定工数</a:t>
                      </a:r>
                      <a:r>
                        <a:rPr kumimoji="1" lang="ja-JP" altLang="en-US" sz="1100" baseline="0" dirty="0">
                          <a:latin typeface="BIZ UDPゴシック" panose="020B0400000000000000" pitchFamily="50" charset="-128"/>
                          <a:ea typeface="BIZ UDPゴシック" panose="020B0400000000000000" pitchFamily="50" charset="-128"/>
                        </a:rPr>
                        <a:t>（時間）</a:t>
                      </a:r>
                      <a:endParaRPr kumimoji="1" lang="ja-JP" altLang="en-US" sz="1300" baseline="0" dirty="0">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2708679066"/>
                  </a:ext>
                </a:extLst>
              </a:tr>
              <a:tr h="324000">
                <a:tc>
                  <a:txBody>
                    <a:bodyPr/>
                    <a:lstStyle/>
                    <a:p>
                      <a:pPr algn="ctr"/>
                      <a:r>
                        <a:rPr kumimoji="1" lang="ja-JP" altLang="en-US" sz="1200" baseline="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a:solidFill>
                            <a:schemeClr val="tx1">
                              <a:lumMod val="65000"/>
                              <a:lumOff val="35000"/>
                            </a:schemeClr>
                          </a:solidFill>
                          <a:latin typeface="BIZ UDPゴシック" panose="020B0400000000000000" pitchFamily="50" charset="-128"/>
                          <a:ea typeface="BIZ UDPゴシック" panose="020B0400000000000000" pitchFamily="50" charset="-128"/>
                        </a:rPr>
                        <a:t>問合せ対応</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a:solidFill>
                            <a:schemeClr val="tx1">
                              <a:lumMod val="65000"/>
                              <a:lumOff val="35000"/>
                            </a:schemeClr>
                          </a:solidFill>
                          <a:latin typeface="BIZ UDPゴシック" panose="020B0400000000000000" pitchFamily="50" charset="-128"/>
                          <a:ea typeface="BIZ UDPゴシック" panose="020B0400000000000000" pitchFamily="50" charset="-128"/>
                        </a:rPr>
                        <a:t>問合せに関する調査・回答</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障害対応</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障害発生時の原因調査・切り分けおよび復旧作業</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3.0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48837237"/>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改修</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軽微なアプリケーション改修</a:t>
                      </a:r>
                      <a:endParaRPr kumimoji="1" lang="ja-JP" altLang="en-US" sz="11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9299159"/>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月次</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定例会議</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月次での保守作業報告会議</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90015418"/>
                  </a:ext>
                </a:extLst>
              </a:tr>
              <a:tr h="324000">
                <a:tc gridSpan="3">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対象外の作業</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pPr algn="ct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gridSpan="2">
                  <a:txBody>
                    <a:bodyPr/>
                    <a:lstStyle/>
                    <a:p>
                      <a:r>
                        <a:rPr kumimoji="1" lang="ja-JP" altLang="en-US"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常時システム監視、</a:t>
                      </a:r>
                      <a:r>
                        <a:rPr kumimoji="1" lang="en-US" altLang="ja-JP"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Microsoft365</a:t>
                      </a:r>
                      <a:r>
                        <a:rPr kumimoji="1" lang="ja-JP" altLang="en-US"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および実行端末の管理</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endParaRPr dirty="0"/>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85052356"/>
                  </a:ext>
                </a:extLst>
              </a:tr>
            </a:tbl>
          </a:graphicData>
        </a:graphic>
      </p:graphicFrame>
      <p:graphicFrame>
        <p:nvGraphicFramePr>
          <p:cNvPr id="3" name="表 2">
            <a:extLst>
              <a:ext uri="{FF2B5EF4-FFF2-40B4-BE49-F238E27FC236}">
                <a16:creationId xmlns:a16="http://schemas.microsoft.com/office/drawing/2014/main" id="{6B56AC66-1C77-82DA-CB00-F138658ED45E}"/>
              </a:ext>
            </a:extLst>
          </p:cNvPr>
          <p:cNvGraphicFramePr>
            <a:graphicFrameLocks noGrp="1"/>
          </p:cNvGraphicFramePr>
          <p:nvPr>
            <p:extLst>
              <p:ext uri="{D42A27DB-BD31-4B8C-83A1-F6EECF244321}">
                <p14:modId xmlns:p14="http://schemas.microsoft.com/office/powerpoint/2010/main" val="1197805747"/>
              </p:ext>
            </p:extLst>
          </p:nvPr>
        </p:nvGraphicFramePr>
        <p:xfrm>
          <a:off x="672002" y="952575"/>
          <a:ext cx="9087262" cy="1022598"/>
        </p:xfrm>
        <a:graphic>
          <a:graphicData uri="http://schemas.openxmlformats.org/drawingml/2006/table">
            <a:tbl>
              <a:tblPr firstRow="1" bandRow="1">
                <a:tableStyleId>{00A15C55-8517-42AA-B614-E9B94910E393}</a:tableStyleId>
              </a:tblPr>
              <a:tblGrid>
                <a:gridCol w="2242649">
                  <a:extLst>
                    <a:ext uri="{9D8B030D-6E8A-4147-A177-3AD203B41FA5}">
                      <a16:colId xmlns:a16="http://schemas.microsoft.com/office/drawing/2014/main" val="779325799"/>
                    </a:ext>
                  </a:extLst>
                </a:gridCol>
                <a:gridCol w="6844613">
                  <a:extLst>
                    <a:ext uri="{9D8B030D-6E8A-4147-A177-3AD203B41FA5}">
                      <a16:colId xmlns:a16="http://schemas.microsoft.com/office/drawing/2014/main" val="1250575524"/>
                    </a:ext>
                  </a:extLst>
                </a:gridCol>
              </a:tblGrid>
              <a:tr h="299200">
                <a:tc>
                  <a:txBody>
                    <a:bodyPr/>
                    <a:lstStyle/>
                    <a:p>
                      <a:r>
                        <a:rPr kumimoji="1" lang="ja-JP" altLang="en-US" sz="1300" b="0" baseline="0">
                          <a:solidFill>
                            <a:schemeClr val="bg1"/>
                          </a:solidFill>
                          <a:latin typeface="BIZ UDPゴシック" panose="020B0400000000000000" pitchFamily="50" charset="-128"/>
                          <a:ea typeface="BIZ UDPゴシック" panose="020B0400000000000000" pitchFamily="50" charset="-128"/>
                        </a:rPr>
                        <a:t>システム稼働時間</a:t>
                      </a:r>
                    </a:p>
                  </a:txBody>
                  <a:tcPr marL="48000" marR="48000" marT="48000" marB="48000">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ja-JP" altLang="en-US" sz="1300" b="0" baseline="0">
                          <a:solidFill>
                            <a:schemeClr val="tx1">
                              <a:lumMod val="65000"/>
                              <a:lumOff val="35000"/>
                            </a:schemeClr>
                          </a:solidFill>
                          <a:latin typeface="BIZ UDPゴシック" panose="020B0400000000000000" pitchFamily="50" charset="-128"/>
                          <a:ea typeface="BIZ UDPゴシック" panose="020B0400000000000000" pitchFamily="50" charset="-128"/>
                        </a:rPr>
                        <a:t>常時稼働  </a:t>
                      </a:r>
                      <a:r>
                        <a:rPr kumimoji="1" lang="en-US" altLang="ja-JP" sz="1300" b="0" baseline="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ja-JP" altLang="en-US" sz="1300" b="0" baseline="0">
                          <a:solidFill>
                            <a:schemeClr val="tx1">
                              <a:lumMod val="65000"/>
                              <a:lumOff val="35000"/>
                            </a:schemeClr>
                          </a:solidFill>
                          <a:latin typeface="BIZ UDPゴシック" panose="020B0400000000000000" pitchFamily="50" charset="-128"/>
                          <a:ea typeface="BIZ UDPゴシック" panose="020B0400000000000000" pitchFamily="50" charset="-128"/>
                        </a:rPr>
                        <a:t>メンテナンス時間がある場合はその時間を除く</a:t>
                      </a:r>
                      <a:endParaRPr kumimoji="1" lang="en-US" altLang="ja-JP" sz="1300" b="0" baseline="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361699">
                <a:tc>
                  <a:txBody>
                    <a:bodyPr/>
                    <a:lstStyle/>
                    <a:p>
                      <a:r>
                        <a:rPr kumimoji="1" lang="ja-JP" altLang="en-US" sz="1300" baseline="0">
                          <a:solidFill>
                            <a:schemeClr val="bg1"/>
                          </a:solidFill>
                          <a:latin typeface="BIZ UDPゴシック" panose="020B0400000000000000" pitchFamily="50" charset="-128"/>
                          <a:ea typeface="BIZ UDPゴシック" panose="020B0400000000000000" pitchFamily="50" charset="-128"/>
                        </a:rPr>
                        <a:t>運用・保守サービス時間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月～金（</a:t>
                      </a:r>
                      <a:r>
                        <a:rPr kumimoji="1" lang="en-US" altLang="ja-JP"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9</a:t>
                      </a:r>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時</a:t>
                      </a:r>
                      <a:r>
                        <a:rPr kumimoji="1" lang="en-US" altLang="ja-JP"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00</a:t>
                      </a:r>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分～</a:t>
                      </a:r>
                      <a:r>
                        <a:rPr kumimoji="1" lang="en-US" altLang="ja-JP"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18</a:t>
                      </a:r>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時</a:t>
                      </a:r>
                      <a:r>
                        <a:rPr kumimoji="1" lang="en-US" altLang="ja-JP"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00</a:t>
                      </a:r>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分）</a:t>
                      </a:r>
                      <a:r>
                        <a:rPr kumimoji="1" lang="en-US" altLang="ja-JP"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ja-JP" altLang="en-US" sz="1300" baseline="0">
                          <a:solidFill>
                            <a:schemeClr val="tx1">
                              <a:lumMod val="65000"/>
                              <a:lumOff val="35000"/>
                            </a:schemeClr>
                          </a:solidFill>
                          <a:latin typeface="BIZ UDPゴシック" panose="020B0400000000000000" pitchFamily="50" charset="-128"/>
                          <a:ea typeface="BIZ UDPゴシック" panose="020B0400000000000000" pitchFamily="50" charset="-128"/>
                        </a:rPr>
                        <a:t>土日・祝日・年末年始を除く</a:t>
                      </a:r>
                      <a:r>
                        <a:rPr kumimoji="1" lang="ja-JP" altLang="en-US" sz="900" baseline="0">
                          <a:solidFill>
                            <a:schemeClr val="tx1">
                              <a:lumMod val="65000"/>
                              <a:lumOff val="35000"/>
                            </a:schemeClr>
                          </a:solidFill>
                          <a:latin typeface="BIZ UDPゴシック" panose="020B0400000000000000" pitchFamily="50" charset="-128"/>
                          <a:ea typeface="BIZ UDPゴシック" panose="020B0400000000000000" pitchFamily="50" charset="-128"/>
                        </a:rPr>
                        <a:t>（弊社カレンダーを想定）</a:t>
                      </a:r>
                      <a:endParaRPr kumimoji="1" lang="en-US" altLang="ja-JP" sz="900" baseline="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5201420"/>
                  </a:ext>
                </a:extLst>
              </a:tr>
              <a:tr h="361699">
                <a:tc>
                  <a:txBody>
                    <a:bodyPr/>
                    <a:lstStyle/>
                    <a:p>
                      <a:r>
                        <a:rPr kumimoji="1" lang="en-US" altLang="ja-JP" sz="1300" baseline="0">
                          <a:solidFill>
                            <a:schemeClr val="bg1"/>
                          </a:solidFill>
                          <a:latin typeface="BIZ UDPゴシック" panose="020B0400000000000000" pitchFamily="50" charset="-128"/>
                          <a:ea typeface="BIZ UDPゴシック" panose="020B0400000000000000" pitchFamily="50" charset="-128"/>
                        </a:rPr>
                        <a:t>1</a:t>
                      </a:r>
                      <a:r>
                        <a:rPr kumimoji="1" lang="ja-JP" altLang="en-US" sz="1300" baseline="0">
                          <a:solidFill>
                            <a:schemeClr val="bg1"/>
                          </a:solidFill>
                          <a:latin typeface="BIZ UDPゴシック" panose="020B0400000000000000" pitchFamily="50" charset="-128"/>
                          <a:ea typeface="BIZ UDPゴシック" panose="020B0400000000000000" pitchFamily="50" charset="-128"/>
                        </a:rPr>
                        <a:t>か月あたりの作業時間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時間（保守工数の翌月繰り越しは実施できません）</a:t>
                      </a:r>
                      <a:endPar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91009281"/>
                  </a:ext>
                </a:extLst>
              </a:tr>
            </a:tbl>
          </a:graphicData>
        </a:graphic>
      </p:graphicFrame>
      <p:sp>
        <p:nvSpPr>
          <p:cNvPr id="4" name="コンテンツ プレースホルダー 2">
            <a:extLst>
              <a:ext uri="{FF2B5EF4-FFF2-40B4-BE49-F238E27FC236}">
                <a16:creationId xmlns:a16="http://schemas.microsoft.com/office/drawing/2014/main" id="{5F630CAA-ADA3-7259-9A88-66DC99930471}"/>
              </a:ext>
            </a:extLst>
          </p:cNvPr>
          <p:cNvSpPr txBox="1">
            <a:spLocks/>
          </p:cNvSpPr>
          <p:nvPr/>
        </p:nvSpPr>
        <p:spPr>
          <a:xfrm>
            <a:off x="671999" y="4297194"/>
            <a:ext cx="10847997" cy="575597"/>
          </a:xfrm>
          <a:prstGeom prst="rect">
            <a:avLst/>
          </a:prstGeom>
          <a:ln w="38100">
            <a:noFill/>
          </a:ln>
        </p:spPr>
        <p:txBody>
          <a:bodyPr lIns="0" tIns="0" rIns="0" bIns="0" anchor="ctr"/>
          <a:lstStyle>
            <a:lvl1pPr marL="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1pPr>
            <a:lvl2pPr marL="4572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2pPr>
            <a:lvl3pPr marL="9144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3pPr>
            <a:lvl4pPr marL="13716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4pPr>
            <a:lvl5pPr marL="18288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sz="1400" dirty="0">
                <a:solidFill>
                  <a:schemeClr val="tx1">
                    <a:lumMod val="65000"/>
                    <a:lumOff val="35000"/>
                  </a:schemeClr>
                </a:solidFill>
                <a:latin typeface="BIZ UDPゴシック" panose="020B0400000000000000" pitchFamily="50" charset="-128"/>
                <a:ea typeface="BIZ UDPゴシック" panose="020B0400000000000000" pitchFamily="50" charset="-128"/>
              </a:rPr>
              <a:t> </a:t>
            </a:r>
            <a:r>
              <a:rPr lang="en-US" altLang="ja-JP" sz="140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lang="ja-JP" altLang="en-US" sz="1400" dirty="0">
                <a:solidFill>
                  <a:schemeClr val="tx1">
                    <a:lumMod val="65000"/>
                    <a:lumOff val="35000"/>
                  </a:schemeClr>
                </a:solidFill>
                <a:latin typeface="BIZ UDPゴシック" panose="020B0400000000000000" pitchFamily="50" charset="-128"/>
                <a:ea typeface="BIZ UDPゴシック" panose="020B0400000000000000" pitchFamily="50" charset="-128"/>
              </a:rPr>
              <a:t>上記にない諸条件につきましては、別途契約書にて取り交わさせていただきます。</a:t>
            </a:r>
            <a:endParaRPr lang="en-US" altLang="ja-JP" sz="14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82194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1B6B-1EEF-A2C1-3407-9F33D2D5EB64}"/>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02005795-711E-858A-BDAF-B988298DAE30}"/>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Meiryo UI" panose="020B0604030504040204" pitchFamily="50" charset="-128"/>
                <a:ea typeface="Meiryo UI" panose="020B0604030504040204" pitchFamily="50" charset="-128"/>
              </a:rPr>
              <a:pPr algn="r"/>
              <a:t>3</a:t>
            </a:fld>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17" name="フッター プレースホルダー 16">
            <a:extLst>
              <a:ext uri="{FF2B5EF4-FFF2-40B4-BE49-F238E27FC236}">
                <a16:creationId xmlns:a16="http://schemas.microsoft.com/office/drawing/2014/main" id="{08D3DFC4-89A2-D9C4-1164-3582383F6A62}"/>
              </a:ext>
            </a:extLst>
          </p:cNvPr>
          <p:cNvSpPr>
            <a:spLocks noGrp="1"/>
          </p:cNvSpPr>
          <p:nvPr>
            <p:ph type="ftr" sz="quarter" idx="11"/>
          </p:nvPr>
        </p:nvSpPr>
        <p:spPr/>
        <p:txBody>
          <a:bodyPr/>
          <a:lstStyle/>
          <a:p>
            <a:r>
              <a:rPr lang="en-US" dirty="0">
                <a:latin typeface="Meiryo UI" panose="020B0604030504040204" pitchFamily="50" charset="-128"/>
                <a:ea typeface="Meiryo UI" panose="020B0604030504040204" pitchFamily="50" charset="-128"/>
              </a:rPr>
              <a:t>Copyright © 2025 </a:t>
            </a:r>
            <a:r>
              <a:rPr lang="en-US" dirty="0" err="1">
                <a:latin typeface="Meiryo UI" panose="020B0604030504040204" pitchFamily="50" charset="-128"/>
                <a:ea typeface="Meiryo UI" panose="020B0604030504040204" pitchFamily="50" charset="-128"/>
              </a:rPr>
              <a:t>SystemEXE,Inc</a:t>
            </a:r>
            <a:r>
              <a:rPr lang="en-US" dirty="0">
                <a:latin typeface="Meiryo UI" panose="020B0604030504040204" pitchFamily="50" charset="-128"/>
                <a:ea typeface="Meiryo UI" panose="020B0604030504040204" pitchFamily="50" charset="-128"/>
              </a:rPr>
              <a:t>. All Rights Reserved.</a:t>
            </a:r>
          </a:p>
        </p:txBody>
      </p:sp>
      <p:sp>
        <p:nvSpPr>
          <p:cNvPr id="2" name="正方形/長方形 1">
            <a:extLst>
              <a:ext uri="{FF2B5EF4-FFF2-40B4-BE49-F238E27FC236}">
                <a16:creationId xmlns:a16="http://schemas.microsoft.com/office/drawing/2014/main" id="{987DCDB2-1DE7-48D1-BC5E-3A5E28468292}"/>
              </a:ext>
            </a:extLst>
          </p:cNvPr>
          <p:cNvSpPr/>
          <p:nvPr/>
        </p:nvSpPr>
        <p:spPr>
          <a:xfrm>
            <a:off x="572816" y="939798"/>
            <a:ext cx="3600000" cy="522000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180000" rtlCol="0" anchor="t"/>
          <a:lstStyle/>
          <a:p>
            <a:pPr marL="180975">
              <a:lnSpc>
                <a:spcPct val="150000"/>
              </a:lnSpc>
            </a:pPr>
            <a:r>
              <a:rPr kumimoji="1" lang="ja-JP" altLang="en-US" sz="900" b="1" dirty="0">
                <a:solidFill>
                  <a:schemeClr val="tx1">
                    <a:lumMod val="65000"/>
                    <a:lumOff val="35000"/>
                  </a:schemeClr>
                </a:solidFill>
                <a:latin typeface="Meiryo UI" panose="020B0604030504040204" pitchFamily="50" charset="-128"/>
                <a:ea typeface="Meiryo UI" panose="020B0604030504040204" pitchFamily="50" charset="-128"/>
              </a:rPr>
              <a:t>出光興産株式会社</a:t>
            </a:r>
          </a:p>
        </p:txBody>
      </p:sp>
      <p:pic>
        <p:nvPicPr>
          <p:cNvPr id="3" name="Graphic 22">
            <a:extLst>
              <a:ext uri="{FF2B5EF4-FFF2-40B4-BE49-F238E27FC236}">
                <a16:creationId xmlns:a16="http://schemas.microsoft.com/office/drawing/2014/main" id="{9C094CA2-8274-7FC9-9F3E-EDA055970D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816" y="939799"/>
            <a:ext cx="327835" cy="29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正方形/長方形 3">
            <a:extLst>
              <a:ext uri="{FF2B5EF4-FFF2-40B4-BE49-F238E27FC236}">
                <a16:creationId xmlns:a16="http://schemas.microsoft.com/office/drawing/2014/main" id="{C9053B5F-9BF5-29CC-287C-3F824569593A}"/>
              </a:ext>
            </a:extLst>
          </p:cNvPr>
          <p:cNvSpPr/>
          <p:nvPr/>
        </p:nvSpPr>
        <p:spPr>
          <a:xfrm>
            <a:off x="5252815" y="939799"/>
            <a:ext cx="6366369" cy="522000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180000" rtlCol="0" anchor="t"/>
          <a:lstStyle/>
          <a:p>
            <a:pPr marL="180975">
              <a:lnSpc>
                <a:spcPct val="150000"/>
              </a:lnSpc>
            </a:pPr>
            <a:r>
              <a:rPr kumimoji="1" lang="ja-JP" altLang="en-US" sz="900" b="1" dirty="0">
                <a:solidFill>
                  <a:schemeClr val="tx1">
                    <a:lumMod val="65000"/>
                    <a:lumOff val="35000"/>
                  </a:schemeClr>
                </a:solidFill>
                <a:latin typeface="Meiryo UI" panose="020B0604030504040204" pitchFamily="50" charset="-128"/>
                <a:ea typeface="Meiryo UI" panose="020B0604030504040204" pitchFamily="50" charset="-128"/>
              </a:rPr>
              <a:t>株式会社システムエグゼ</a:t>
            </a:r>
          </a:p>
        </p:txBody>
      </p:sp>
      <p:pic>
        <p:nvPicPr>
          <p:cNvPr id="5" name="Graphic 22">
            <a:extLst>
              <a:ext uri="{FF2B5EF4-FFF2-40B4-BE49-F238E27FC236}">
                <a16:creationId xmlns:a16="http://schemas.microsoft.com/office/drawing/2014/main" id="{DA3246F0-80F0-F694-6868-E9BA6594190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816" y="939799"/>
            <a:ext cx="327835" cy="29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表 7">
            <a:extLst>
              <a:ext uri="{FF2B5EF4-FFF2-40B4-BE49-F238E27FC236}">
                <a16:creationId xmlns:a16="http://schemas.microsoft.com/office/drawing/2014/main" id="{15E46DB7-8A29-BE7D-F138-D72C42D0F92F}"/>
              </a:ext>
            </a:extLst>
          </p:cNvPr>
          <p:cNvGraphicFramePr>
            <a:graphicFrameLocks noGrp="1"/>
          </p:cNvGraphicFramePr>
          <p:nvPr>
            <p:extLst>
              <p:ext uri="{D42A27DB-BD31-4B8C-83A1-F6EECF244321}">
                <p14:modId xmlns:p14="http://schemas.microsoft.com/office/powerpoint/2010/main" val="2295698326"/>
              </p:ext>
            </p:extLst>
          </p:nvPr>
        </p:nvGraphicFramePr>
        <p:xfrm>
          <a:off x="5998003" y="2624161"/>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責任者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900" b="0" dirty="0">
                          <a:solidFill>
                            <a:schemeClr val="tx1"/>
                          </a:solidFill>
                          <a:latin typeface="BIZ UDPゴシック" panose="020B0400000000000000" pitchFamily="50" charset="-128"/>
                          <a:ea typeface="BIZ UDPゴシック" panose="020B0400000000000000" pitchFamily="50" charset="-128"/>
                        </a:rPr>
                        <a:t>テックソリューション本部</a:t>
                      </a:r>
                      <a:endParaRPr kumimoji="1" lang="en-US" altLang="ja-JP" sz="900" b="0" dirty="0">
                        <a:solidFill>
                          <a:schemeClr val="tx1"/>
                        </a:solidFill>
                        <a:latin typeface="BIZ UDPゴシック" panose="020B0400000000000000" pitchFamily="50" charset="-128"/>
                        <a:ea typeface="BIZ UDPゴシック" panose="020B0400000000000000" pitchFamily="50" charset="-128"/>
                      </a:endParaRPr>
                    </a:p>
                    <a:p>
                      <a:pPr algn="ctr"/>
                      <a:r>
                        <a:rPr kumimoji="1" lang="en-US" altLang="ja-JP" sz="900" b="0" dirty="0">
                          <a:solidFill>
                            <a:schemeClr val="tx1"/>
                          </a:solidFill>
                          <a:latin typeface="BIZ UDPゴシック" panose="020B0400000000000000" pitchFamily="50" charset="-128"/>
                          <a:ea typeface="BIZ UDPゴシック" panose="020B0400000000000000" pitchFamily="50" charset="-128"/>
                        </a:rPr>
                        <a:t>2</a:t>
                      </a:r>
                      <a:r>
                        <a:rPr kumimoji="1" lang="ja-JP" altLang="en-US" sz="900" b="0" dirty="0">
                          <a:solidFill>
                            <a:schemeClr val="tx1"/>
                          </a:solidFill>
                          <a:latin typeface="BIZ UDPゴシック" panose="020B0400000000000000" pitchFamily="50" charset="-128"/>
                          <a:ea typeface="BIZ UDPゴシック" panose="020B0400000000000000" pitchFamily="50" charset="-128"/>
                        </a:rPr>
                        <a:t>部 次長　</a:t>
                      </a:r>
                      <a:r>
                        <a:rPr kumimoji="1" lang="ja-JP" altLang="en-US" sz="1400" b="0" dirty="0">
                          <a:solidFill>
                            <a:schemeClr val="tx1"/>
                          </a:solidFill>
                          <a:latin typeface="BIZ UDPゴシック" panose="020B0400000000000000" pitchFamily="50" charset="-128"/>
                          <a:ea typeface="BIZ UDPゴシック" panose="020B0400000000000000" pitchFamily="50" charset="-128"/>
                        </a:rPr>
                        <a:t>清 翔太郎</a:t>
                      </a:r>
                      <a:endParaRPr kumimoji="1" lang="ja-JP" altLang="en-US" sz="11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9" name="表 8">
            <a:extLst>
              <a:ext uri="{FF2B5EF4-FFF2-40B4-BE49-F238E27FC236}">
                <a16:creationId xmlns:a16="http://schemas.microsoft.com/office/drawing/2014/main" id="{AF878994-A1E7-B4F6-B85A-5863233E5943}"/>
              </a:ext>
            </a:extLst>
          </p:cNvPr>
          <p:cNvGraphicFramePr>
            <a:graphicFrameLocks noGrp="1"/>
          </p:cNvGraphicFramePr>
          <p:nvPr>
            <p:extLst>
              <p:ext uri="{D42A27DB-BD31-4B8C-83A1-F6EECF244321}">
                <p14:modId xmlns:p14="http://schemas.microsoft.com/office/powerpoint/2010/main" val="1622457210"/>
              </p:ext>
            </p:extLst>
          </p:nvPr>
        </p:nvGraphicFramePr>
        <p:xfrm>
          <a:off x="5998003" y="3852496"/>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担当者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猪八重 渚</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11" name="表 10">
            <a:extLst>
              <a:ext uri="{FF2B5EF4-FFF2-40B4-BE49-F238E27FC236}">
                <a16:creationId xmlns:a16="http://schemas.microsoft.com/office/drawing/2014/main" id="{79E22316-5385-5D2E-2946-4588CBD9542B}"/>
              </a:ext>
            </a:extLst>
          </p:cNvPr>
          <p:cNvGraphicFramePr>
            <a:graphicFrameLocks noGrp="1"/>
          </p:cNvGraphicFramePr>
          <p:nvPr>
            <p:extLst>
              <p:ext uri="{D42A27DB-BD31-4B8C-83A1-F6EECF244321}">
                <p14:modId xmlns:p14="http://schemas.microsoft.com/office/powerpoint/2010/main" val="2654916379"/>
              </p:ext>
            </p:extLst>
          </p:nvPr>
        </p:nvGraphicFramePr>
        <p:xfrm>
          <a:off x="1120031" y="1395826"/>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責任者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dirty="0">
                          <a:solidFill>
                            <a:schemeClr val="tx1"/>
                          </a:solidFill>
                          <a:latin typeface="BIZ UDPゴシック" panose="020B0400000000000000" pitchFamily="50" charset="-128"/>
                          <a:ea typeface="BIZ UDPゴシック" panose="020B0400000000000000" pitchFamily="50" charset="-128"/>
                        </a:rPr>
                        <a:t>加藤 治彦様</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13" name="表 12">
            <a:extLst>
              <a:ext uri="{FF2B5EF4-FFF2-40B4-BE49-F238E27FC236}">
                <a16:creationId xmlns:a16="http://schemas.microsoft.com/office/drawing/2014/main" id="{9D7D52BD-180C-6947-2E82-324850E8B871}"/>
              </a:ext>
            </a:extLst>
          </p:cNvPr>
          <p:cNvGraphicFramePr>
            <a:graphicFrameLocks noGrp="1"/>
          </p:cNvGraphicFramePr>
          <p:nvPr>
            <p:extLst>
              <p:ext uri="{D42A27DB-BD31-4B8C-83A1-F6EECF244321}">
                <p14:modId xmlns:p14="http://schemas.microsoft.com/office/powerpoint/2010/main" val="434877452"/>
              </p:ext>
            </p:extLst>
          </p:nvPr>
        </p:nvGraphicFramePr>
        <p:xfrm>
          <a:off x="1120031" y="2624161"/>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プロジェクト管理者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吉井 昌孝 様</a:t>
                      </a:r>
                      <a:endParaRPr kumimoji="1" lang="en-US" altLang="ja-JP" sz="14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14" name="直線コネクタ 13">
            <a:extLst>
              <a:ext uri="{FF2B5EF4-FFF2-40B4-BE49-F238E27FC236}">
                <a16:creationId xmlns:a16="http://schemas.microsoft.com/office/drawing/2014/main" id="{00A1EDC6-88DE-695A-F887-BF09D9DB60BA}"/>
              </a:ext>
            </a:extLst>
          </p:cNvPr>
          <p:cNvCxnSpPr>
            <a:cxnSpLocks/>
            <a:stCxn id="11" idx="2"/>
            <a:endCxn id="13" idx="0"/>
          </p:cNvCxnSpPr>
          <p:nvPr/>
        </p:nvCxnSpPr>
        <p:spPr>
          <a:xfrm>
            <a:off x="2372816" y="2158906"/>
            <a:ext cx="0" cy="465255"/>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矢印: 左右 19">
            <a:extLst>
              <a:ext uri="{FF2B5EF4-FFF2-40B4-BE49-F238E27FC236}">
                <a16:creationId xmlns:a16="http://schemas.microsoft.com/office/drawing/2014/main" id="{3D7EB488-FBC6-FCF3-DD11-F29D674F40C1}"/>
              </a:ext>
            </a:extLst>
          </p:cNvPr>
          <p:cNvSpPr/>
          <p:nvPr/>
        </p:nvSpPr>
        <p:spPr>
          <a:xfrm>
            <a:off x="3803160" y="4111404"/>
            <a:ext cx="1996872" cy="394238"/>
          </a:xfrm>
          <a:prstGeom prst="leftRightArrow">
            <a:avLst>
              <a:gd name="adj1" fmla="val 58207"/>
              <a:gd name="adj2" fmla="val 58881"/>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コミュニケーションパス</a:t>
            </a:r>
          </a:p>
        </p:txBody>
      </p:sp>
      <p:cxnSp>
        <p:nvCxnSpPr>
          <p:cNvPr id="23" name="直線コネクタ 22">
            <a:extLst>
              <a:ext uri="{FF2B5EF4-FFF2-40B4-BE49-F238E27FC236}">
                <a16:creationId xmlns:a16="http://schemas.microsoft.com/office/drawing/2014/main" id="{3C49B2B4-011F-A088-0154-750C2E1F4650}"/>
              </a:ext>
            </a:extLst>
          </p:cNvPr>
          <p:cNvCxnSpPr>
            <a:cxnSpLocks/>
            <a:stCxn id="8" idx="2"/>
            <a:endCxn id="9" idx="0"/>
          </p:cNvCxnSpPr>
          <p:nvPr/>
        </p:nvCxnSpPr>
        <p:spPr>
          <a:xfrm>
            <a:off x="7250788" y="3387241"/>
            <a:ext cx="0" cy="465255"/>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2" name="表 11">
            <a:extLst>
              <a:ext uri="{FF2B5EF4-FFF2-40B4-BE49-F238E27FC236}">
                <a16:creationId xmlns:a16="http://schemas.microsoft.com/office/drawing/2014/main" id="{ACC20ACD-F485-FD30-C4D7-31A6C8251087}"/>
              </a:ext>
            </a:extLst>
          </p:cNvPr>
          <p:cNvGraphicFramePr>
            <a:graphicFrameLocks noGrp="1"/>
          </p:cNvGraphicFramePr>
          <p:nvPr>
            <p:extLst>
              <p:ext uri="{D42A27DB-BD31-4B8C-83A1-F6EECF244321}">
                <p14:modId xmlns:p14="http://schemas.microsoft.com/office/powerpoint/2010/main" val="1614053919"/>
              </p:ext>
            </p:extLst>
          </p:nvPr>
        </p:nvGraphicFramePr>
        <p:xfrm>
          <a:off x="1120031" y="3926983"/>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担当者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小山 美枝 様</a:t>
                      </a:r>
                      <a:endParaRPr kumimoji="1" lang="en-US" altLang="ja-JP" sz="14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18" name="直線コネクタ 17">
            <a:extLst>
              <a:ext uri="{FF2B5EF4-FFF2-40B4-BE49-F238E27FC236}">
                <a16:creationId xmlns:a16="http://schemas.microsoft.com/office/drawing/2014/main" id="{78D3875F-6684-2BF1-947A-EBF7EE185855}"/>
              </a:ext>
            </a:extLst>
          </p:cNvPr>
          <p:cNvCxnSpPr>
            <a:cxnSpLocks/>
            <a:stCxn id="13" idx="2"/>
            <a:endCxn id="12" idx="0"/>
          </p:cNvCxnSpPr>
          <p:nvPr/>
        </p:nvCxnSpPr>
        <p:spPr>
          <a:xfrm>
            <a:off x="2372816" y="3387241"/>
            <a:ext cx="0" cy="539742"/>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3" name="表 32">
            <a:extLst>
              <a:ext uri="{FF2B5EF4-FFF2-40B4-BE49-F238E27FC236}">
                <a16:creationId xmlns:a16="http://schemas.microsoft.com/office/drawing/2014/main" id="{F2FDFDC4-F0F5-9D9E-B795-80A8CBE20A85}"/>
              </a:ext>
            </a:extLst>
          </p:cNvPr>
          <p:cNvGraphicFramePr>
            <a:graphicFrameLocks noGrp="1"/>
          </p:cNvGraphicFramePr>
          <p:nvPr>
            <p:extLst>
              <p:ext uri="{D42A27DB-BD31-4B8C-83A1-F6EECF244321}">
                <p14:modId xmlns:p14="http://schemas.microsoft.com/office/powerpoint/2010/main" val="2799722733"/>
              </p:ext>
            </p:extLst>
          </p:nvPr>
        </p:nvGraphicFramePr>
        <p:xfrm>
          <a:off x="8885511" y="2624161"/>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営業</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高浦 祐朗</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sp>
        <p:nvSpPr>
          <p:cNvPr id="16" name="タイトル 1">
            <a:extLst>
              <a:ext uri="{FF2B5EF4-FFF2-40B4-BE49-F238E27FC236}">
                <a16:creationId xmlns:a16="http://schemas.microsoft.com/office/drawing/2014/main" id="{17572198-AE22-BE91-F0F0-63BAB4B9B02A}"/>
              </a:ext>
            </a:extLst>
          </p:cNvPr>
          <p:cNvSpPr>
            <a:spLocks noGrp="1"/>
          </p:cNvSpPr>
          <p:nvPr>
            <p:ph type="title"/>
          </p:nvPr>
        </p:nvSpPr>
        <p:spPr>
          <a:xfrm>
            <a:off x="576000" y="180000"/>
            <a:ext cx="11041200" cy="504000"/>
          </a:xfrm>
        </p:spPr>
        <p:txBody>
          <a:bodyPr/>
          <a:lstStyle/>
          <a:p>
            <a:r>
              <a:rPr lang="en-US" altLang="ja-JP" sz="2300" dirty="0"/>
              <a:t>3</a:t>
            </a:r>
            <a:r>
              <a:rPr lang="ja-JP" altLang="en-US" sz="2300" dirty="0"/>
              <a:t>．体制</a:t>
            </a:r>
            <a:endParaRPr kumimoji="1" lang="ja-JP" altLang="en-US" sz="2300" dirty="0"/>
          </a:p>
        </p:txBody>
      </p:sp>
    </p:spTree>
    <p:extLst>
      <p:ext uri="{BB962C8B-B14F-4D97-AF65-F5344CB8AC3E}">
        <p14:creationId xmlns:p14="http://schemas.microsoft.com/office/powerpoint/2010/main" val="1477420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17445-4149-3CD0-129F-C8AD959A5E1C}"/>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AB13F937-48EC-258A-F3BE-5A6389EA9E6D}"/>
              </a:ext>
            </a:extLst>
          </p:cNvPr>
          <p:cNvSpPr>
            <a:spLocks noGrp="1"/>
          </p:cNvSpPr>
          <p:nvPr>
            <p:ph type="title"/>
          </p:nvPr>
        </p:nvSpPr>
        <p:spPr>
          <a:xfrm>
            <a:off x="576000" y="180000"/>
            <a:ext cx="11041200" cy="504000"/>
          </a:xfrm>
        </p:spPr>
        <p:txBody>
          <a:bodyPr/>
          <a:lstStyle/>
          <a:p>
            <a:r>
              <a:rPr lang="ja-JP" altLang="en-US" sz="2300" dirty="0"/>
              <a:t>４．御見積</a:t>
            </a:r>
            <a:endParaRPr kumimoji="1" lang="ja-JP" altLang="en-US" sz="2300" dirty="0"/>
          </a:p>
        </p:txBody>
      </p:sp>
      <p:sp>
        <p:nvSpPr>
          <p:cNvPr id="7" name="スライド番号プレースホルダー 1">
            <a:extLst>
              <a:ext uri="{FF2B5EF4-FFF2-40B4-BE49-F238E27FC236}">
                <a16:creationId xmlns:a16="http://schemas.microsoft.com/office/drawing/2014/main" id="{DFD31E10-C48F-EA12-C87D-95299E7C3859}"/>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BIZ UDPゴシック" panose="020B0400000000000000" pitchFamily="50" charset="-128"/>
                <a:ea typeface="BIZ UDPゴシック" panose="020B0400000000000000" pitchFamily="50" charset="-128"/>
              </a:rPr>
              <a:pPr algn="r"/>
              <a:t>4</a:t>
            </a:fld>
            <a:endParaRPr kumimoji="1" lang="ja-JP" altLang="en-US" sz="1100">
              <a:solidFill>
                <a:schemeClr val="bg1"/>
              </a:solidFill>
              <a:latin typeface="BIZ UDPゴシック" panose="020B0400000000000000" pitchFamily="50" charset="-128"/>
              <a:ea typeface="BIZ UDPゴシック" panose="020B0400000000000000" pitchFamily="50" charset="-128"/>
            </a:endParaRPr>
          </a:p>
        </p:txBody>
      </p:sp>
      <p:sp>
        <p:nvSpPr>
          <p:cNvPr id="17" name="フッター プレースホルダー 16">
            <a:extLst>
              <a:ext uri="{FF2B5EF4-FFF2-40B4-BE49-F238E27FC236}">
                <a16:creationId xmlns:a16="http://schemas.microsoft.com/office/drawing/2014/main" id="{776B241C-6426-4AC0-6565-5C51E52404CD}"/>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graphicFrame>
        <p:nvGraphicFramePr>
          <p:cNvPr id="4" name="表 7">
            <a:extLst>
              <a:ext uri="{FF2B5EF4-FFF2-40B4-BE49-F238E27FC236}">
                <a16:creationId xmlns:a16="http://schemas.microsoft.com/office/drawing/2014/main" id="{99D33876-F16C-04A8-E929-B73D5DC90614}"/>
              </a:ext>
            </a:extLst>
          </p:cNvPr>
          <p:cNvGraphicFramePr>
            <a:graphicFrameLocks noGrp="1"/>
          </p:cNvGraphicFramePr>
          <p:nvPr>
            <p:extLst>
              <p:ext uri="{D42A27DB-BD31-4B8C-83A1-F6EECF244321}">
                <p14:modId xmlns:p14="http://schemas.microsoft.com/office/powerpoint/2010/main" val="1669108490"/>
              </p:ext>
            </p:extLst>
          </p:nvPr>
        </p:nvGraphicFramePr>
        <p:xfrm>
          <a:off x="576000" y="1096837"/>
          <a:ext cx="11041200" cy="3895200"/>
        </p:xfrm>
        <a:graphic>
          <a:graphicData uri="http://schemas.openxmlformats.org/drawingml/2006/table">
            <a:tbl>
              <a:tblPr firstRow="1" bandRow="1">
                <a:tableStyleId>{00A15C55-8517-42AA-B614-E9B94910E393}</a:tableStyleId>
              </a:tblPr>
              <a:tblGrid>
                <a:gridCol w="2260606">
                  <a:extLst>
                    <a:ext uri="{9D8B030D-6E8A-4147-A177-3AD203B41FA5}">
                      <a16:colId xmlns:a16="http://schemas.microsoft.com/office/drawing/2014/main" val="1891142523"/>
                    </a:ext>
                  </a:extLst>
                </a:gridCol>
                <a:gridCol w="2185823">
                  <a:extLst>
                    <a:ext uri="{9D8B030D-6E8A-4147-A177-3AD203B41FA5}">
                      <a16:colId xmlns:a16="http://schemas.microsoft.com/office/drawing/2014/main" val="3865138758"/>
                    </a:ext>
                  </a:extLst>
                </a:gridCol>
                <a:gridCol w="2057381">
                  <a:extLst>
                    <a:ext uri="{9D8B030D-6E8A-4147-A177-3AD203B41FA5}">
                      <a16:colId xmlns:a16="http://schemas.microsoft.com/office/drawing/2014/main" val="3474156342"/>
                    </a:ext>
                  </a:extLst>
                </a:gridCol>
                <a:gridCol w="2154725">
                  <a:extLst>
                    <a:ext uri="{9D8B030D-6E8A-4147-A177-3AD203B41FA5}">
                      <a16:colId xmlns:a16="http://schemas.microsoft.com/office/drawing/2014/main" val="309633559"/>
                    </a:ext>
                  </a:extLst>
                </a:gridCol>
                <a:gridCol w="2382665">
                  <a:extLst>
                    <a:ext uri="{9D8B030D-6E8A-4147-A177-3AD203B41FA5}">
                      <a16:colId xmlns:a16="http://schemas.microsoft.com/office/drawing/2014/main" val="4160215866"/>
                    </a:ext>
                  </a:extLst>
                </a:gridCol>
              </a:tblGrid>
              <a:tr h="655200">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期間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作業時間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単価</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金額</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区分</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2708679066"/>
                  </a:ext>
                </a:extLst>
              </a:tr>
              <a:tr h="648000">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2025/7/1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2025/9/30</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7</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8</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9</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\1,200,000.-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\270,000.-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正式</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64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2025/10/1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2025/12/31</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\1,200,000.-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\270,000.-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48837237"/>
                  </a:ext>
                </a:extLst>
              </a:tr>
              <a:tr h="648000">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2026/1/1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2025/3/31</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3</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\1,200,000.-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\270,000.-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9299159"/>
                  </a:ext>
                </a:extLst>
              </a:tr>
              <a:tr h="648000">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2026/4/1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2025/6/30</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5</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l"/>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6</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\1,200,000.-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\270,000.-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90015418"/>
                  </a:ext>
                </a:extLst>
              </a:tr>
              <a:tr h="648000">
                <a:tc gridSpan="3">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年間合計</a:t>
                      </a:r>
                      <a:endPar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tc hMerge="1">
                  <a:txBody>
                    <a:bodyPr/>
                    <a:lstStyle/>
                    <a:p>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\1,080,000.-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7986105"/>
                  </a:ext>
                </a:extLst>
              </a:tr>
            </a:tbl>
          </a:graphicData>
        </a:graphic>
      </p:graphicFrame>
      <p:sp>
        <p:nvSpPr>
          <p:cNvPr id="2" name="正方形/長方形 1">
            <a:extLst>
              <a:ext uri="{FF2B5EF4-FFF2-40B4-BE49-F238E27FC236}">
                <a16:creationId xmlns:a16="http://schemas.microsoft.com/office/drawing/2014/main" id="{3FC39DA9-7407-A4A0-4B73-98D6DAA5FFD4}"/>
              </a:ext>
            </a:extLst>
          </p:cNvPr>
          <p:cNvSpPr/>
          <p:nvPr/>
        </p:nvSpPr>
        <p:spPr>
          <a:xfrm>
            <a:off x="574799" y="1738266"/>
            <a:ext cx="11041199" cy="679010"/>
          </a:xfrm>
          <a:prstGeom prst="rect">
            <a:avLst/>
          </a:prstGeom>
          <a:noFill/>
          <a:ln w="28575">
            <a:solidFill>
              <a:srgbClr val="FF0000"/>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3" name="TextBox 21">
            <a:extLst>
              <a:ext uri="{FF2B5EF4-FFF2-40B4-BE49-F238E27FC236}">
                <a16:creationId xmlns:a16="http://schemas.microsoft.com/office/drawing/2014/main" id="{52382DBC-2236-D2A7-0E64-6FA3DB4BE449}"/>
              </a:ext>
            </a:extLst>
          </p:cNvPr>
          <p:cNvSpPr txBox="1"/>
          <p:nvPr/>
        </p:nvSpPr>
        <p:spPr>
          <a:xfrm>
            <a:off x="9793014" y="5086907"/>
            <a:ext cx="1656659" cy="317967"/>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今回の御見積範囲</a:t>
            </a:r>
            <a:endPar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945547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D7C6-049F-04E3-B2F2-E8C94E4E041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5B908FF-F3DC-73C6-A042-678C37131E6E}"/>
              </a:ext>
            </a:extLst>
          </p:cNvPr>
          <p:cNvSpPr txBox="1"/>
          <p:nvPr/>
        </p:nvSpPr>
        <p:spPr>
          <a:xfrm>
            <a:off x="876000" y="988351"/>
            <a:ext cx="10440000" cy="5040000"/>
          </a:xfrm>
          <a:prstGeom prst="rect">
            <a:avLst/>
          </a:prstGeom>
          <a:noFill/>
        </p:spPr>
        <p:txBody>
          <a:bodyPr wrap="square" lIns="91440" tIns="45720" rIns="91440" bIns="45720" rtlCol="0" anchor="t">
            <a:noAutofit/>
          </a:bodyPr>
          <a:lstStyle/>
          <a:p>
            <a:pPr marL="180975" indent="-180975">
              <a:buFont typeface="Arial" panose="020B0604020202020204" pitchFamily="34" charset="0"/>
              <a:buChar char="•"/>
            </a:pP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契約形態は「準委任契約」とさせていただきます。</a:t>
            </a: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本契約につきましては四半期（クォータ）単位でのご契約およびご精算を想定しております</a:t>
            </a: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各月の作業時間の上限時間は</a:t>
            </a: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時間とさせていただきます。</a:t>
            </a:r>
            <a:b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b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時間に満たない時間につきましては、翌月への繰り越しは行いません。</a:t>
            </a:r>
            <a:b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b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作業実績時間が、上限時間を超過する場合は、超過時間（</a:t>
            </a: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30</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分毎）に</a:t>
            </a: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\7,500.-</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でのご精算とさせていただきます。</a:t>
            </a:r>
          </a:p>
          <a:p>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見積金額はすべて税抜きでの記載となります。</a:t>
            </a: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作業場所は原則、弊社内（在宅勤務含む）とさせていただきます。</a:t>
            </a:r>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endPar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Microsoft365</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環境、</a:t>
            </a:r>
            <a:r>
              <a:rPr kumimoji="1" lang="en-US" altLang="ja-JP" sz="1200" dirty="0">
                <a:solidFill>
                  <a:schemeClr val="tx1">
                    <a:lumMod val="65000"/>
                    <a:lumOff val="35000"/>
                  </a:schemeClr>
                </a:solidFill>
                <a:latin typeface="BIZ UDPゴシック" panose="020B0400000000000000" pitchFamily="50" charset="-128"/>
                <a:ea typeface="BIZ UDPゴシック" panose="020B0400000000000000" pitchFamily="50" charset="-128"/>
              </a:rPr>
              <a:t>Power Platform</a:t>
            </a:r>
            <a:r>
              <a:rPr kumimoji="1" lang="ja-JP" altLang="en-US" sz="1200" dirty="0">
                <a:solidFill>
                  <a:schemeClr val="tx1">
                    <a:lumMod val="65000"/>
                    <a:lumOff val="35000"/>
                  </a:schemeClr>
                </a:solidFill>
                <a:latin typeface="BIZ UDPゴシック" panose="020B0400000000000000" pitchFamily="50" charset="-128"/>
                <a:ea typeface="BIZ UDPゴシック" panose="020B0400000000000000" pitchFamily="50" charset="-128"/>
              </a:rPr>
              <a:t>のライセンスに係る費用は御見積に含みません。</a:t>
            </a:r>
          </a:p>
        </p:txBody>
      </p:sp>
      <p:sp>
        <p:nvSpPr>
          <p:cNvPr id="10" name="タイトル 1">
            <a:extLst>
              <a:ext uri="{FF2B5EF4-FFF2-40B4-BE49-F238E27FC236}">
                <a16:creationId xmlns:a16="http://schemas.microsoft.com/office/drawing/2014/main" id="{7DFC89C3-99C4-2D29-5D10-1F7BC743B715}"/>
              </a:ext>
            </a:extLst>
          </p:cNvPr>
          <p:cNvSpPr>
            <a:spLocks noGrp="1"/>
          </p:cNvSpPr>
          <p:nvPr>
            <p:ph type="title"/>
          </p:nvPr>
        </p:nvSpPr>
        <p:spPr>
          <a:xfrm>
            <a:off x="576000" y="180000"/>
            <a:ext cx="11041200" cy="504000"/>
          </a:xfrm>
        </p:spPr>
        <p:txBody>
          <a:bodyPr/>
          <a:lstStyle/>
          <a:p>
            <a:r>
              <a:rPr lang="en-US" altLang="ja-JP" sz="2300" dirty="0"/>
              <a:t>5. </a:t>
            </a:r>
            <a:r>
              <a:rPr lang="ja-JP" altLang="en-US" sz="2300" dirty="0"/>
              <a:t>見積前提条件</a:t>
            </a:r>
            <a:endParaRPr kumimoji="1" lang="ja-JP" altLang="en-US" dirty="0"/>
          </a:p>
        </p:txBody>
      </p:sp>
      <p:sp>
        <p:nvSpPr>
          <p:cNvPr id="3" name="フッター プレースホルダー 2">
            <a:extLst>
              <a:ext uri="{FF2B5EF4-FFF2-40B4-BE49-F238E27FC236}">
                <a16:creationId xmlns:a16="http://schemas.microsoft.com/office/drawing/2014/main" id="{DCB6D550-2A2C-AFBB-F669-1E835FA1972A}"/>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sp>
        <p:nvSpPr>
          <p:cNvPr id="7" name="スライド番号プレースホルダー 6">
            <a:extLst>
              <a:ext uri="{FF2B5EF4-FFF2-40B4-BE49-F238E27FC236}">
                <a16:creationId xmlns:a16="http://schemas.microsoft.com/office/drawing/2014/main" id="{93AEDCD0-62F2-50A0-3446-C00AEF5E2173}"/>
              </a:ext>
            </a:extLst>
          </p:cNvPr>
          <p:cNvSpPr>
            <a:spLocks noGrp="1"/>
          </p:cNvSpPr>
          <p:nvPr>
            <p:ph type="sldNum" sz="quarter" idx="12"/>
          </p:nvPr>
        </p:nvSpPr>
        <p:spPr/>
        <p:txBody>
          <a:bodyPr/>
          <a:lstStyle/>
          <a:p>
            <a:fld id="{26CA5134-5AAC-D342-B763-43605FECB385}" type="slidenum">
              <a:rPr kumimoji="1" lang="ja-JP" altLang="en-US" sz="1100" smtClean="0">
                <a:latin typeface="BIZ UDPゴシック" panose="020B0400000000000000" pitchFamily="50" charset="-128"/>
                <a:ea typeface="BIZ UDPゴシック" panose="020B0400000000000000" pitchFamily="50" charset="-128"/>
              </a:rPr>
              <a:pPr/>
              <a:t>5</a:t>
            </a:fld>
            <a:endParaRPr kumimoji="1" lang="ja-JP" altLang="en-US" sz="60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0543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p:cNvSpPr>
            <a:spLocks noGrp="1"/>
          </p:cNvSpPr>
          <p:nvPr>
            <p:ph type="body" sz="quarter" idx="13"/>
          </p:nvPr>
        </p:nvSpPr>
        <p:spPr/>
        <p:txBody>
          <a:bodyPr/>
          <a:lstStyle/>
          <a:p>
            <a:r>
              <a:rPr lang="ja-JP" altLang="en-US">
                <a:latin typeface="BIZ UDPゴシック" panose="020B0400000000000000" pitchFamily="50" charset="-128"/>
                <a:ea typeface="BIZ UDPゴシック" panose="020B0400000000000000" pitchFamily="50" charset="-128"/>
              </a:rPr>
              <a:t>株式会社システムエグゼ</a:t>
            </a:r>
          </a:p>
        </p:txBody>
      </p:sp>
      <p:sp>
        <p:nvSpPr>
          <p:cNvPr id="7" name="テキスト プレースホルダー 6"/>
          <p:cNvSpPr>
            <a:spLocks noGrp="1"/>
          </p:cNvSpPr>
          <p:nvPr>
            <p:ph type="body" sz="quarter" idx="15"/>
          </p:nvPr>
        </p:nvSpPr>
        <p:spPr/>
        <p:txBody>
          <a:bodyPr/>
          <a:lstStyle/>
          <a:p>
            <a:r>
              <a:rPr lang="en-US" altLang="ja-JP">
                <a:latin typeface="BIZ UDPゴシック" panose="020B0400000000000000" pitchFamily="50" charset="-128"/>
                <a:ea typeface="BIZ UDPゴシック" panose="020B0400000000000000" pitchFamily="50" charset="-128"/>
              </a:rPr>
              <a:t>TEL</a:t>
            </a:r>
            <a:r>
              <a:rPr lang="ja-JP" altLang="en-US">
                <a:latin typeface="BIZ UDPゴシック" panose="020B0400000000000000" pitchFamily="50" charset="-128"/>
                <a:ea typeface="BIZ UDPゴシック" panose="020B0400000000000000" pitchFamily="50" charset="-128"/>
              </a:rPr>
              <a:t>：</a:t>
            </a:r>
            <a:r>
              <a:rPr lang="en-US" altLang="ja-JP">
                <a:latin typeface="BIZ UDPゴシック" panose="020B0400000000000000" pitchFamily="50" charset="-128"/>
                <a:ea typeface="BIZ UDPゴシック" panose="020B0400000000000000" pitchFamily="50" charset="-128"/>
              </a:rPr>
              <a:t>03-5299-5351</a:t>
            </a:r>
            <a:endParaRPr lang="ja-JP" altLang="en-US">
              <a:latin typeface="BIZ UDPゴシック" panose="020B0400000000000000" pitchFamily="50" charset="-128"/>
              <a:ea typeface="BIZ UDPゴシック" panose="020B0400000000000000" pitchFamily="50" charset="-128"/>
            </a:endParaRPr>
          </a:p>
        </p:txBody>
      </p:sp>
      <p:sp>
        <p:nvSpPr>
          <p:cNvPr id="8" name="テキスト プレースホルダー 7"/>
          <p:cNvSpPr>
            <a:spLocks noGrp="1"/>
          </p:cNvSpPr>
          <p:nvPr>
            <p:ph type="body" sz="quarter" idx="16"/>
          </p:nvPr>
        </p:nvSpPr>
        <p:spPr/>
        <p:txBody>
          <a:bodyPr/>
          <a:lstStyle/>
          <a:p>
            <a:r>
              <a:rPr lang="en-US" altLang="ja-JP" dirty="0">
                <a:latin typeface="BIZ UDPゴシック" panose="020B0400000000000000" pitchFamily="50" charset="-128"/>
                <a:ea typeface="BIZ UDPゴシック" panose="020B0400000000000000" pitchFamily="50" charset="-128"/>
              </a:rPr>
              <a:t>Mail</a:t>
            </a:r>
            <a:r>
              <a:rPr lang="ja-JP" altLang="en-US" dirty="0">
                <a:latin typeface="BIZ UDPゴシック" panose="020B0400000000000000" pitchFamily="50" charset="-128"/>
                <a:ea typeface="BIZ UDPゴシック" panose="020B0400000000000000" pitchFamily="50" charset="-128"/>
              </a:rPr>
              <a:t>：</a:t>
            </a:r>
            <a:r>
              <a:rPr lang="en-US" altLang="ja-JP" dirty="0">
                <a:latin typeface="BIZ UDPゴシック" panose="020B0400000000000000" pitchFamily="50" charset="-128"/>
                <a:ea typeface="BIZ UDPゴシック" panose="020B0400000000000000" pitchFamily="50" charset="-128"/>
              </a:rPr>
              <a:t>shotaro.sei@system-exe.jp</a:t>
            </a:r>
            <a:endParaRPr lang="ja-JP" altLang="en-US" dirty="0">
              <a:latin typeface="BIZ UDPゴシック" panose="020B0400000000000000" pitchFamily="50" charset="-128"/>
              <a:ea typeface="BIZ UDPゴシック" panose="020B0400000000000000" pitchFamily="50" charset="-128"/>
            </a:endParaRPr>
          </a:p>
        </p:txBody>
      </p:sp>
      <p:sp>
        <p:nvSpPr>
          <p:cNvPr id="9" name="テキスト プレースホルダー 8"/>
          <p:cNvSpPr>
            <a:spLocks noGrp="1"/>
          </p:cNvSpPr>
          <p:nvPr>
            <p:ph type="body" sz="quarter" idx="17"/>
          </p:nvPr>
        </p:nvSpPr>
        <p:spPr/>
        <p:txBody>
          <a:bodyPr/>
          <a:lstStyle/>
          <a:p>
            <a:r>
              <a:rPr kumimoji="1" lang="en-US" altLang="ja-JP">
                <a:latin typeface="BIZ UDPゴシック" panose="020B0400000000000000" pitchFamily="50" charset="-128"/>
                <a:ea typeface="BIZ UDPゴシック" panose="020B0400000000000000" pitchFamily="50" charset="-128"/>
              </a:rPr>
              <a:t>URL</a:t>
            </a:r>
            <a:r>
              <a:rPr kumimoji="1" lang="ja-JP" altLang="en-US">
                <a:latin typeface="BIZ UDPゴシック" panose="020B0400000000000000" pitchFamily="50" charset="-128"/>
                <a:ea typeface="BIZ UDPゴシック" panose="020B0400000000000000" pitchFamily="50" charset="-128"/>
              </a:rPr>
              <a:t>：</a:t>
            </a:r>
            <a:r>
              <a:rPr lang="en-US" altLang="ja-JP">
                <a:latin typeface="BIZ UDPゴシック" panose="020B0400000000000000" pitchFamily="50" charset="-128"/>
                <a:ea typeface="BIZ UDPゴシック" panose="020B0400000000000000" pitchFamily="50" charset="-128"/>
              </a:rPr>
              <a:t>https://www.system-exe.co.jp</a:t>
            </a:r>
            <a:endParaRPr kumimoji="1" lang="ja-JP" altLang="en-US">
              <a:latin typeface="BIZ UDPゴシック" panose="020B0400000000000000" pitchFamily="50" charset="-128"/>
              <a:ea typeface="BIZ UDPゴシック" panose="020B0400000000000000" pitchFamily="50" charset="-128"/>
            </a:endParaRPr>
          </a:p>
        </p:txBody>
      </p:sp>
      <p:sp>
        <p:nvSpPr>
          <p:cNvPr id="10" name="テキスト プレースホルダー 9"/>
          <p:cNvSpPr>
            <a:spLocks noGrp="1"/>
          </p:cNvSpPr>
          <p:nvPr>
            <p:ph type="body" sz="quarter" idx="18"/>
          </p:nvPr>
        </p:nvSpPr>
        <p:spPr/>
        <p:txBody>
          <a:bodyPr/>
          <a:lstStyle/>
          <a:p>
            <a:r>
              <a:rPr lang="ja-JP" altLang="en-US" sz="1050">
                <a:latin typeface="BIZ UDPゴシック" panose="020B0400000000000000" pitchFamily="50" charset="-128"/>
                <a:ea typeface="BIZ UDPゴシック" panose="020B0400000000000000" pitchFamily="50" charset="-128"/>
              </a:rPr>
              <a:t>〒</a:t>
            </a:r>
            <a:r>
              <a:rPr lang="en-US" altLang="ja-JP" sz="1050">
                <a:latin typeface="BIZ UDPゴシック" panose="020B0400000000000000" pitchFamily="50" charset="-128"/>
                <a:ea typeface="BIZ UDPゴシック" panose="020B0400000000000000" pitchFamily="50" charset="-128"/>
              </a:rPr>
              <a:t>103-0022</a:t>
            </a:r>
          </a:p>
          <a:p>
            <a:r>
              <a:rPr lang="ja-JP" altLang="en-US" sz="1050">
                <a:latin typeface="BIZ UDPゴシック" panose="020B0400000000000000" pitchFamily="50" charset="-128"/>
                <a:ea typeface="BIZ UDPゴシック" panose="020B0400000000000000" pitchFamily="50" charset="-128"/>
              </a:rPr>
              <a:t>東京都中央区日本橋室町三丁目</a:t>
            </a:r>
            <a:r>
              <a:rPr lang="en-US" altLang="ja-JP" sz="1050">
                <a:latin typeface="BIZ UDPゴシック" panose="020B0400000000000000" pitchFamily="50" charset="-128"/>
                <a:ea typeface="BIZ UDPゴシック" panose="020B0400000000000000" pitchFamily="50" charset="-128"/>
              </a:rPr>
              <a:t>4</a:t>
            </a:r>
            <a:r>
              <a:rPr lang="ja-JP" altLang="en-US" sz="1050">
                <a:latin typeface="BIZ UDPゴシック" panose="020B0400000000000000" pitchFamily="50" charset="-128"/>
                <a:ea typeface="BIZ UDPゴシック" panose="020B0400000000000000" pitchFamily="50" charset="-128"/>
              </a:rPr>
              <a:t>番</a:t>
            </a:r>
            <a:r>
              <a:rPr lang="en-US" altLang="ja-JP" sz="1050">
                <a:latin typeface="BIZ UDPゴシック" panose="020B0400000000000000" pitchFamily="50" charset="-128"/>
                <a:ea typeface="BIZ UDPゴシック" panose="020B0400000000000000" pitchFamily="50" charset="-128"/>
              </a:rPr>
              <a:t>4</a:t>
            </a:r>
            <a:r>
              <a:rPr lang="ja-JP" altLang="en-US" sz="1050">
                <a:latin typeface="BIZ UDPゴシック" panose="020B0400000000000000" pitchFamily="50" charset="-128"/>
                <a:ea typeface="BIZ UDPゴシック" panose="020B0400000000000000" pitchFamily="50" charset="-128"/>
              </a:rPr>
              <a:t>号　</a:t>
            </a:r>
            <a:r>
              <a:rPr lang="en-US" altLang="ja-JP" sz="1050">
                <a:latin typeface="BIZ UDPゴシック" panose="020B0400000000000000" pitchFamily="50" charset="-128"/>
                <a:ea typeface="BIZ UDPゴシック" panose="020B0400000000000000" pitchFamily="50" charset="-128"/>
              </a:rPr>
              <a:t>OVOL</a:t>
            </a:r>
            <a:r>
              <a:rPr lang="ja-JP" altLang="en-US" sz="1050">
                <a:latin typeface="BIZ UDPゴシック" panose="020B0400000000000000" pitchFamily="50" charset="-128"/>
                <a:ea typeface="BIZ UDPゴシック" panose="020B0400000000000000" pitchFamily="50" charset="-128"/>
              </a:rPr>
              <a:t>日本橋ビル</a:t>
            </a:r>
            <a:r>
              <a:rPr lang="en-US" altLang="ja-JP" sz="1050">
                <a:latin typeface="BIZ UDPゴシック" panose="020B0400000000000000" pitchFamily="50" charset="-128"/>
                <a:ea typeface="BIZ UDPゴシック" panose="020B0400000000000000" pitchFamily="50" charset="-128"/>
              </a:rPr>
              <a:t>7</a:t>
            </a:r>
            <a:r>
              <a:rPr lang="ja-JP" altLang="en-US" sz="1050">
                <a:latin typeface="BIZ UDPゴシック" panose="020B0400000000000000" pitchFamily="50" charset="-128"/>
                <a:ea typeface="BIZ UDPゴシック" panose="020B0400000000000000" pitchFamily="50" charset="-128"/>
              </a:rPr>
              <a:t>階</a:t>
            </a:r>
            <a:endParaRPr lang="en-US" altLang="ja-JP" sz="1050">
              <a:latin typeface="BIZ UDPゴシック" panose="020B0400000000000000" pitchFamily="50" charset="-128"/>
              <a:ea typeface="BIZ UDPゴシック" panose="020B0400000000000000" pitchFamily="50" charset="-128"/>
            </a:endParaRPr>
          </a:p>
        </p:txBody>
      </p:sp>
      <p:sp>
        <p:nvSpPr>
          <p:cNvPr id="11" name="テキスト プレースホルダー 10">
            <a:extLst>
              <a:ext uri="{FF2B5EF4-FFF2-40B4-BE49-F238E27FC236}">
                <a16:creationId xmlns:a16="http://schemas.microsoft.com/office/drawing/2014/main" id="{217FB68D-8E72-1450-6C04-39A9CA0F1A2A}"/>
              </a:ext>
            </a:extLst>
          </p:cNvPr>
          <p:cNvSpPr>
            <a:spLocks noGrp="1"/>
          </p:cNvSpPr>
          <p:nvPr>
            <p:ph type="body" sz="quarter" idx="14"/>
          </p:nvPr>
        </p:nvSpPr>
        <p:spPr/>
        <p:txBody>
          <a:bodyPr/>
          <a:lstStyle/>
          <a:p>
            <a:r>
              <a:rPr lang="ja-JP" altLang="en-US" dirty="0">
                <a:latin typeface="BIZ UDPゴシック" panose="020B0400000000000000" pitchFamily="50" charset="-128"/>
                <a:ea typeface="BIZ UDPゴシック" panose="020B0400000000000000" pitchFamily="50" charset="-128"/>
              </a:rPr>
              <a:t>担当：清 翔太郎（ｾｲ ｼｮｳﾀﾛｳ）</a:t>
            </a:r>
          </a:p>
        </p:txBody>
      </p:sp>
      <p:sp>
        <p:nvSpPr>
          <p:cNvPr id="3" name="フッター プレースホルダー 2">
            <a:extLst>
              <a:ext uri="{FF2B5EF4-FFF2-40B4-BE49-F238E27FC236}">
                <a16:creationId xmlns:a16="http://schemas.microsoft.com/office/drawing/2014/main" id="{4F3DB564-DEEB-7246-CA05-CF8E849488CC}"/>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tx1">
              <a:lumMod val="50000"/>
              <a:lumOff val="50000"/>
            </a:schemeClr>
          </a:solidFill>
        </a:ln>
      </a:spPr>
      <a:bodyPr vert="horz" lIns="90000" rtlCol="0" anchor="t"/>
      <a:lstStyle>
        <a:defPPr algn="l">
          <a:defRPr kumimoji="1" sz="1200" dirty="0" smtClean="0">
            <a:solidFill>
              <a:schemeClr val="tx1">
                <a:lumMod val="65000"/>
                <a:lumOff val="3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lumMod val="50000"/>
              <a:lumOff val="50000"/>
            </a:schemeClr>
          </a:solidFill>
          <a:prstDash val="solid"/>
          <a:headEnd type="none" w="lg" len="lg"/>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A51770-600D-4E45-92E7-8DC08FEB4071}">
  <ds:schemaRefs>
    <ds:schemaRef ds:uri="http://schemas.microsoft.com/sharepoint/v3/contenttype/forms"/>
  </ds:schemaRefs>
</ds:datastoreItem>
</file>

<file path=customXml/itemProps2.xml><?xml version="1.0" encoding="utf-8"?>
<ds:datastoreItem xmlns:ds="http://schemas.openxmlformats.org/officeDocument/2006/customXml" ds:itemID="{1A122B40-DA58-4945-8956-787D47A4EB05}">
  <ds:schemaRefs>
    <ds:schemaRef ds:uri="http://schemas.microsoft.com/office/2006/documentManagement/types"/>
    <ds:schemaRef ds:uri="756fc33d-1f96-4ec4-9433-d6e4de5e6924"/>
    <ds:schemaRef ds:uri="712eead5-78ef-49a3-b196-8556e315454d"/>
    <ds:schemaRef ds:uri="http://purl.org/dc/elements/1.1/"/>
    <ds:schemaRef ds:uri="http://purl.org/dc/terms/"/>
    <ds:schemaRef ds:uri="http://www.w3.org/XML/1998/namespace"/>
    <ds:schemaRef ds:uri="http://purl.org/dc/dcmitype/"/>
    <ds:schemaRef ds:uri="http://schemas.microsoft.com/office/2006/metadata/properties"/>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94940220-4DDA-4325-B6EA-8655F6642458}"/>
</file>

<file path=docProps/app.xml><?xml version="1.0" encoding="utf-8"?>
<Properties xmlns="http://schemas.openxmlformats.org/officeDocument/2006/extended-properties" xmlns:vt="http://schemas.openxmlformats.org/officeDocument/2006/docPropsVTypes">
  <Template>Office Theme</Template>
  <TotalTime>2589</TotalTime>
  <Words>759</Words>
  <Application>Microsoft Office PowerPoint</Application>
  <PresentationFormat>ワイド画面</PresentationFormat>
  <Paragraphs>180</Paragraphs>
  <Slides>7</Slides>
  <Notes>6</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7</vt:i4>
      </vt:variant>
    </vt:vector>
  </HeadingPairs>
  <TitlesOfParts>
    <vt:vector size="17" baseType="lpstr">
      <vt:lpstr>BIZ UDPゴシック</vt:lpstr>
      <vt:lpstr>BIZ UD明朝 Medium</vt:lpstr>
      <vt:lpstr>Meiryo UI</vt:lpstr>
      <vt:lpstr>游ゴシック</vt:lpstr>
      <vt:lpstr>游ゴシック</vt:lpstr>
      <vt:lpstr>Yu Gothic Medium</vt:lpstr>
      <vt:lpstr>游明朝</vt:lpstr>
      <vt:lpstr>Arial</vt:lpstr>
      <vt:lpstr>Calibri</vt:lpstr>
      <vt:lpstr>Office テーマ</vt:lpstr>
      <vt:lpstr>タスク管理ツール運用・保守業務</vt:lpstr>
      <vt:lpstr>1．対象システム</vt:lpstr>
      <vt:lpstr>2．運用保守業務一覧</vt:lpstr>
      <vt:lpstr>3．体制</vt:lpstr>
      <vt:lpstr>４．御見積</vt:lpstr>
      <vt:lpstr>5. 見積前提条件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岡部裕輔</dc:creator>
  <cp:lastModifiedBy>清翔太郎</cp:lastModifiedBy>
  <cp:revision>26</cp:revision>
  <dcterms:created xsi:type="dcterms:W3CDTF">2021-02-05T06:36:21Z</dcterms:created>
  <dcterms:modified xsi:type="dcterms:W3CDTF">2025-06-16T04:48:49Z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