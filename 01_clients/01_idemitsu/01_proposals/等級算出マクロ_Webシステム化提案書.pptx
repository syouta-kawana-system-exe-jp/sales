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4" r:id="rId4"/>
  </p:sldMasterIdLst>
  <p:notesMasterIdLst>
    <p:notesMasterId r:id="rId45"/>
  </p:notesMasterIdLst>
  <p:sldIdLst>
    <p:sldId id="256" r:id="rId5"/>
    <p:sldId id="284" r:id="rId6"/>
    <p:sldId id="285" r:id="rId7"/>
    <p:sldId id="257" r:id="rId8"/>
    <p:sldId id="258" r:id="rId9"/>
    <p:sldId id="259" r:id="rId10"/>
    <p:sldId id="286" r:id="rId11"/>
    <p:sldId id="260" r:id="rId12"/>
    <p:sldId id="261" r:id="rId13"/>
    <p:sldId id="287" r:id="rId14"/>
    <p:sldId id="262" r:id="rId15"/>
    <p:sldId id="263" r:id="rId16"/>
    <p:sldId id="264" r:id="rId17"/>
    <p:sldId id="266" r:id="rId18"/>
    <p:sldId id="272" r:id="rId19"/>
    <p:sldId id="288" r:id="rId20"/>
    <p:sldId id="267" r:id="rId21"/>
    <p:sldId id="269" r:id="rId22"/>
    <p:sldId id="289" r:id="rId23"/>
    <p:sldId id="273" r:id="rId24"/>
    <p:sldId id="274" r:id="rId25"/>
    <p:sldId id="275" r:id="rId26"/>
    <p:sldId id="276" r:id="rId27"/>
    <p:sldId id="290" r:id="rId28"/>
    <p:sldId id="277" r:id="rId29"/>
    <p:sldId id="278" r:id="rId30"/>
    <p:sldId id="279" r:id="rId31"/>
    <p:sldId id="280" r:id="rId32"/>
    <p:sldId id="291" r:id="rId33"/>
    <p:sldId id="282" r:id="rId34"/>
    <p:sldId id="283" r:id="rId35"/>
    <p:sldId id="330" r:id="rId36"/>
    <p:sldId id="326" r:id="rId37"/>
    <p:sldId id="2147376029" r:id="rId38"/>
    <p:sldId id="2147376028" r:id="rId39"/>
    <p:sldId id="1288" r:id="rId40"/>
    <p:sldId id="1285" r:id="rId41"/>
    <p:sldId id="293" r:id="rId42"/>
    <p:sldId id="2147376030" r:id="rId43"/>
    <p:sldId id="1287"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CD46E017-3034-4161-BC44-C5110924B240}">
          <p14:sldIdLst>
            <p14:sldId id="256"/>
            <p14:sldId id="284"/>
          </p14:sldIdLst>
        </p14:section>
        <p14:section name="1. システム導入の背景・課題" id="{D7A2E82F-2A75-41BB-B5B8-6030F4931D2E}">
          <p14:sldIdLst>
            <p14:sldId id="285"/>
            <p14:sldId id="257"/>
            <p14:sldId id="258"/>
            <p14:sldId id="259"/>
          </p14:sldIdLst>
        </p14:section>
        <p14:section name="2. システム構築によって実現したい状態" id="{F44DDBA7-3A88-4887-92CB-2FA5EFC4FA3A}">
          <p14:sldIdLst>
            <p14:sldId id="286"/>
            <p14:sldId id="260"/>
            <p14:sldId id="261"/>
          </p14:sldIdLst>
        </p14:section>
        <p14:section name="3. 導入アプローチ・ロードマップ" id="{3B7CC19E-F897-43EC-8286-4A5748F6F4A3}">
          <p14:sldIdLst>
            <p14:sldId id="287"/>
            <p14:sldId id="262"/>
            <p14:sldId id="263"/>
            <p14:sldId id="264"/>
            <p14:sldId id="266"/>
            <p14:sldId id="272"/>
          </p14:sldIdLst>
        </p14:section>
        <p14:section name="4. 新システムとしての主な要件" id="{9EC31AEC-8C9E-481A-A507-18532F5904B8}">
          <p14:sldIdLst>
            <p14:sldId id="288"/>
            <p14:sldId id="267"/>
            <p14:sldId id="269"/>
          </p14:sldIdLst>
        </p14:section>
        <p14:section name="5. スクラム開発アプローチ" id="{BA27A8DD-7F5E-438B-BB48-4F7027C25BAF}">
          <p14:sldIdLst>
            <p14:sldId id="289"/>
            <p14:sldId id="273"/>
            <p14:sldId id="274"/>
            <p14:sldId id="275"/>
            <p14:sldId id="276"/>
          </p14:sldIdLst>
        </p14:section>
        <p14:section name="6. 期待される効果と予算" id="{343525F4-C9AC-490A-A611-AE63EE6F02DD}">
          <p14:sldIdLst>
            <p14:sldId id="290"/>
            <p14:sldId id="277"/>
            <p14:sldId id="278"/>
            <p14:sldId id="279"/>
            <p14:sldId id="280"/>
          </p14:sldIdLst>
        </p14:section>
        <p14:section name="7. Appendix" id="{0FC083EE-45DD-49FA-AD18-0E80A066F5A1}">
          <p14:sldIdLst>
            <p14:sldId id="291"/>
            <p14:sldId id="282"/>
            <p14:sldId id="283"/>
            <p14:sldId id="330"/>
            <p14:sldId id="326"/>
            <p14:sldId id="2147376029"/>
            <p14:sldId id="2147376028"/>
            <p14:sldId id="1288"/>
            <p14:sldId id="1285"/>
            <p14:sldId id="293"/>
            <p14:sldId id="2147376030"/>
            <p14:sldId id="128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FFD581"/>
    <a:srgbClr val="FFFFFF"/>
    <a:srgbClr val="ED7D31"/>
    <a:srgbClr val="FF5001"/>
    <a:srgbClr val="FF7C80"/>
    <a:srgbClr val="00338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F1C3B6-7A6F-4182-97E0-D8A287071439}" v="2" dt="2025-11-19T08:01:22.357"/>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83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菊池北斗" userId="2679dd96-57bb-47d2-8f26-560d6e09a139" providerId="ADAL" clId="{CAC1E778-37FF-435F-AC48-B7F9BE2F66CB}"/>
    <pc:docChg chg="undo redo custSel modSld">
      <pc:chgData name="菊池北斗" userId="2679dd96-57bb-47d2-8f26-560d6e09a139" providerId="ADAL" clId="{CAC1E778-37FF-435F-AC48-B7F9BE2F66CB}" dt="2025-11-12T23:28:42.546" v="1041" actId="20577"/>
      <pc:docMkLst>
        <pc:docMk/>
      </pc:docMkLst>
      <pc:sldChg chg="addSp delSp modSp mod">
        <pc:chgData name="菊池北斗" userId="2679dd96-57bb-47d2-8f26-560d6e09a139" providerId="ADAL" clId="{CAC1E778-37FF-435F-AC48-B7F9BE2F66CB}" dt="2025-11-12T23:28:42.546" v="1041" actId="20577"/>
        <pc:sldMkLst>
          <pc:docMk/>
          <pc:sldMk cId="786849742" sldId="261"/>
        </pc:sldMkLst>
        <pc:spChg chg="mod">
          <ac:chgData name="菊池北斗" userId="2679dd96-57bb-47d2-8f26-560d6e09a139" providerId="ADAL" clId="{CAC1E778-37FF-435F-AC48-B7F9BE2F66CB}" dt="2025-11-12T23:19:43.950" v="824" actId="207"/>
          <ac:spMkLst>
            <pc:docMk/>
            <pc:sldMk cId="786849742" sldId="261"/>
            <ac:spMk id="5" creationId="{68B2BAFB-2533-836D-68E6-4B89AD2CDFFB}"/>
          </ac:spMkLst>
        </pc:spChg>
        <pc:spChg chg="mod">
          <ac:chgData name="菊池北斗" userId="2679dd96-57bb-47d2-8f26-560d6e09a139" providerId="ADAL" clId="{CAC1E778-37FF-435F-AC48-B7F9BE2F66CB}" dt="2025-11-12T23:19:49.444" v="825" actId="207"/>
          <ac:spMkLst>
            <pc:docMk/>
            <pc:sldMk cId="786849742" sldId="261"/>
            <ac:spMk id="7" creationId="{9F030EFF-BC77-6D1D-3CB8-17EE663295E3}"/>
          </ac:spMkLst>
        </pc:spChg>
        <pc:spChg chg="mod ord">
          <ac:chgData name="菊池北斗" userId="2679dd96-57bb-47d2-8f26-560d6e09a139" providerId="ADAL" clId="{CAC1E778-37FF-435F-AC48-B7F9BE2F66CB}" dt="2025-11-12T22:27:58.361" v="113" actId="166"/>
          <ac:spMkLst>
            <pc:docMk/>
            <pc:sldMk cId="786849742" sldId="261"/>
            <ac:spMk id="9" creationId="{B69CFD1E-D86C-F8FF-A014-E32A2F888387}"/>
          </ac:spMkLst>
        </pc:spChg>
        <pc:spChg chg="mod ord">
          <ac:chgData name="菊池北斗" userId="2679dd96-57bb-47d2-8f26-560d6e09a139" providerId="ADAL" clId="{CAC1E778-37FF-435F-AC48-B7F9BE2F66CB}" dt="2025-11-12T22:27:58.361" v="113" actId="166"/>
          <ac:spMkLst>
            <pc:docMk/>
            <pc:sldMk cId="786849742" sldId="261"/>
            <ac:spMk id="10" creationId="{EB063D83-B126-7D0E-D351-7BDE32DC2780}"/>
          </ac:spMkLst>
        </pc:spChg>
        <pc:spChg chg="mod">
          <ac:chgData name="菊池北斗" userId="2679dd96-57bb-47d2-8f26-560d6e09a139" providerId="ADAL" clId="{CAC1E778-37FF-435F-AC48-B7F9BE2F66CB}" dt="2025-11-12T22:39:32.513" v="281" actId="1076"/>
          <ac:spMkLst>
            <pc:docMk/>
            <pc:sldMk cId="786849742" sldId="261"/>
            <ac:spMk id="11" creationId="{B6BDE026-017B-E120-874E-332120DA912C}"/>
          </ac:spMkLst>
        </pc:spChg>
        <pc:spChg chg="mod">
          <ac:chgData name="菊池北斗" userId="2679dd96-57bb-47d2-8f26-560d6e09a139" providerId="ADAL" clId="{CAC1E778-37FF-435F-AC48-B7F9BE2F66CB}" dt="2025-11-12T22:45:49.966" v="460" actId="20577"/>
          <ac:spMkLst>
            <pc:docMk/>
            <pc:sldMk cId="786849742" sldId="261"/>
            <ac:spMk id="15" creationId="{79DD5E3D-3A4A-A740-79DC-B619F51FA917}"/>
          </ac:spMkLst>
        </pc:spChg>
        <pc:spChg chg="add mod">
          <ac:chgData name="菊池北斗" userId="2679dd96-57bb-47d2-8f26-560d6e09a139" providerId="ADAL" clId="{CAC1E778-37FF-435F-AC48-B7F9BE2F66CB}" dt="2025-11-12T22:44:58.962" v="448" actId="1076"/>
          <ac:spMkLst>
            <pc:docMk/>
            <pc:sldMk cId="786849742" sldId="261"/>
            <ac:spMk id="17" creationId="{8AEB5879-1427-7442-9A8B-9C5853DA9DA4}"/>
          </ac:spMkLst>
        </pc:spChg>
        <pc:spChg chg="add mod">
          <ac:chgData name="菊池北斗" userId="2679dd96-57bb-47d2-8f26-560d6e09a139" providerId="ADAL" clId="{CAC1E778-37FF-435F-AC48-B7F9BE2F66CB}" dt="2025-11-12T22:44:52.809" v="446" actId="1076"/>
          <ac:spMkLst>
            <pc:docMk/>
            <pc:sldMk cId="786849742" sldId="261"/>
            <ac:spMk id="20" creationId="{6B905CA0-B770-63D5-C6E1-7B4897AE30A7}"/>
          </ac:spMkLst>
        </pc:spChg>
        <pc:spChg chg="add mod">
          <ac:chgData name="菊池北斗" userId="2679dd96-57bb-47d2-8f26-560d6e09a139" providerId="ADAL" clId="{CAC1E778-37FF-435F-AC48-B7F9BE2F66CB}" dt="2025-11-12T22:45:16.073" v="451" actId="14100"/>
          <ac:spMkLst>
            <pc:docMk/>
            <pc:sldMk cId="786849742" sldId="261"/>
            <ac:spMk id="23" creationId="{557AE95B-941B-587C-B291-7E3EA771F8B3}"/>
          </ac:spMkLst>
        </pc:spChg>
        <pc:spChg chg="add del mod">
          <ac:chgData name="菊池北斗" userId="2679dd96-57bb-47d2-8f26-560d6e09a139" providerId="ADAL" clId="{CAC1E778-37FF-435F-AC48-B7F9BE2F66CB}" dt="2025-11-12T22:45:13.390" v="450" actId="1076"/>
          <ac:spMkLst>
            <pc:docMk/>
            <pc:sldMk cId="786849742" sldId="261"/>
            <ac:spMk id="24" creationId="{DA217B68-E59B-E01D-0848-451A727F2C4E}"/>
          </ac:spMkLst>
        </pc:spChg>
        <pc:spChg chg="add mod">
          <ac:chgData name="菊池北斗" userId="2679dd96-57bb-47d2-8f26-560d6e09a139" providerId="ADAL" clId="{CAC1E778-37FF-435F-AC48-B7F9BE2F66CB}" dt="2025-11-12T23:25:54.131" v="944" actId="1076"/>
          <ac:spMkLst>
            <pc:docMk/>
            <pc:sldMk cId="786849742" sldId="261"/>
            <ac:spMk id="25" creationId="{2EE38428-6BB6-5913-5F87-2AC6F7A19094}"/>
          </ac:spMkLst>
        </pc:spChg>
        <pc:spChg chg="add mod ord">
          <ac:chgData name="菊池北斗" userId="2679dd96-57bb-47d2-8f26-560d6e09a139" providerId="ADAL" clId="{CAC1E778-37FF-435F-AC48-B7F9BE2F66CB}" dt="2025-11-12T22:44:42.345" v="444" actId="14100"/>
          <ac:spMkLst>
            <pc:docMk/>
            <pc:sldMk cId="786849742" sldId="261"/>
            <ac:spMk id="26" creationId="{5D9F9B04-3075-2DB7-8035-E189BCC6F262}"/>
          </ac:spMkLst>
        </pc:spChg>
        <pc:spChg chg="add mod">
          <ac:chgData name="菊池北斗" userId="2679dd96-57bb-47d2-8f26-560d6e09a139" providerId="ADAL" clId="{CAC1E778-37FF-435F-AC48-B7F9BE2F66CB}" dt="2025-11-12T22:45:20.491" v="452" actId="1076"/>
          <ac:spMkLst>
            <pc:docMk/>
            <pc:sldMk cId="786849742" sldId="261"/>
            <ac:spMk id="29" creationId="{1AEE5B77-BA02-0DD2-AB57-DF6050563CF4}"/>
          </ac:spMkLst>
        </pc:spChg>
        <pc:spChg chg="add mod">
          <ac:chgData name="菊池北斗" userId="2679dd96-57bb-47d2-8f26-560d6e09a139" providerId="ADAL" clId="{CAC1E778-37FF-435F-AC48-B7F9BE2F66CB}" dt="2025-11-12T22:45:20.491" v="452" actId="1076"/>
          <ac:spMkLst>
            <pc:docMk/>
            <pc:sldMk cId="786849742" sldId="261"/>
            <ac:spMk id="30" creationId="{833EF6D8-594D-B629-962C-D4020AB4D6BD}"/>
          </ac:spMkLst>
        </pc:spChg>
        <pc:spChg chg="add mod">
          <ac:chgData name="菊池北斗" userId="2679dd96-57bb-47d2-8f26-560d6e09a139" providerId="ADAL" clId="{CAC1E778-37FF-435F-AC48-B7F9BE2F66CB}" dt="2025-11-12T22:55:58.509" v="686" actId="1076"/>
          <ac:spMkLst>
            <pc:docMk/>
            <pc:sldMk cId="786849742" sldId="261"/>
            <ac:spMk id="34" creationId="{5308F1D2-04DF-AD8F-014D-615DF95E8C51}"/>
          </ac:spMkLst>
        </pc:spChg>
        <pc:spChg chg="add mod ord">
          <ac:chgData name="菊池北斗" userId="2679dd96-57bb-47d2-8f26-560d6e09a139" providerId="ADAL" clId="{CAC1E778-37FF-435F-AC48-B7F9BE2F66CB}" dt="2025-11-12T22:55:40.456" v="665" actId="1076"/>
          <ac:spMkLst>
            <pc:docMk/>
            <pc:sldMk cId="786849742" sldId="261"/>
            <ac:spMk id="36" creationId="{9CB3F235-DB48-8EC5-27B1-C3B334C0D5A5}"/>
          </ac:spMkLst>
        </pc:spChg>
        <pc:spChg chg="add mod">
          <ac:chgData name="菊池北斗" userId="2679dd96-57bb-47d2-8f26-560d6e09a139" providerId="ADAL" clId="{CAC1E778-37FF-435F-AC48-B7F9BE2F66CB}" dt="2025-11-12T22:55:33.874" v="663" actId="1076"/>
          <ac:spMkLst>
            <pc:docMk/>
            <pc:sldMk cId="786849742" sldId="261"/>
            <ac:spMk id="37" creationId="{8E58676D-83C2-9761-FDCA-B2CBB5721978}"/>
          </ac:spMkLst>
        </pc:spChg>
        <pc:spChg chg="add mod">
          <ac:chgData name="菊池北斗" userId="2679dd96-57bb-47d2-8f26-560d6e09a139" providerId="ADAL" clId="{CAC1E778-37FF-435F-AC48-B7F9BE2F66CB}" dt="2025-11-12T23:21:26.871" v="908" actId="20577"/>
          <ac:spMkLst>
            <pc:docMk/>
            <pc:sldMk cId="786849742" sldId="261"/>
            <ac:spMk id="38" creationId="{EA695AE7-963B-759C-748F-7D0F18728151}"/>
          </ac:spMkLst>
        </pc:spChg>
        <pc:spChg chg="add mod">
          <ac:chgData name="菊池北斗" userId="2679dd96-57bb-47d2-8f26-560d6e09a139" providerId="ADAL" clId="{CAC1E778-37FF-435F-AC48-B7F9BE2F66CB}" dt="2025-11-12T22:47:03.598" v="504" actId="1076"/>
          <ac:spMkLst>
            <pc:docMk/>
            <pc:sldMk cId="786849742" sldId="261"/>
            <ac:spMk id="44" creationId="{AE6E7ACC-F55F-B3C0-4CBB-F755FA073390}"/>
          </ac:spMkLst>
        </pc:spChg>
        <pc:spChg chg="add mod">
          <ac:chgData name="菊池北斗" userId="2679dd96-57bb-47d2-8f26-560d6e09a139" providerId="ADAL" clId="{CAC1E778-37FF-435F-AC48-B7F9BE2F66CB}" dt="2025-11-12T22:57:30.726" v="693" actId="1076"/>
          <ac:spMkLst>
            <pc:docMk/>
            <pc:sldMk cId="786849742" sldId="261"/>
            <ac:spMk id="45" creationId="{AAC229B3-D6A8-DBFE-4786-0B3557A98A08}"/>
          </ac:spMkLst>
        </pc:spChg>
        <pc:spChg chg="add mod">
          <ac:chgData name="菊池北斗" userId="2679dd96-57bb-47d2-8f26-560d6e09a139" providerId="ADAL" clId="{CAC1E778-37FF-435F-AC48-B7F9BE2F66CB}" dt="2025-11-12T22:58:14.656" v="701" actId="14100"/>
          <ac:spMkLst>
            <pc:docMk/>
            <pc:sldMk cId="786849742" sldId="261"/>
            <ac:spMk id="46" creationId="{D44B651C-D865-1BB1-CBF3-7F1AB3EB28E5}"/>
          </ac:spMkLst>
        </pc:spChg>
        <pc:spChg chg="add mod">
          <ac:chgData name="菊池北斗" userId="2679dd96-57bb-47d2-8f26-560d6e09a139" providerId="ADAL" clId="{CAC1E778-37FF-435F-AC48-B7F9BE2F66CB}" dt="2025-11-12T22:48:32.289" v="539" actId="20577"/>
          <ac:spMkLst>
            <pc:docMk/>
            <pc:sldMk cId="786849742" sldId="261"/>
            <ac:spMk id="47" creationId="{9EDEEFB4-B6AC-9BB4-2264-E01CCFABF6D4}"/>
          </ac:spMkLst>
        </pc:spChg>
        <pc:spChg chg="add mod">
          <ac:chgData name="菊池北斗" userId="2679dd96-57bb-47d2-8f26-560d6e09a139" providerId="ADAL" clId="{CAC1E778-37FF-435F-AC48-B7F9BE2F66CB}" dt="2025-11-12T22:48:16.159" v="520" actId="571"/>
          <ac:spMkLst>
            <pc:docMk/>
            <pc:sldMk cId="786849742" sldId="261"/>
            <ac:spMk id="48" creationId="{A37EBFA2-E130-50EF-2C68-64EE309B7B59}"/>
          </ac:spMkLst>
        </pc:spChg>
        <pc:spChg chg="add mod">
          <ac:chgData name="菊池北斗" userId="2679dd96-57bb-47d2-8f26-560d6e09a139" providerId="ADAL" clId="{CAC1E778-37FF-435F-AC48-B7F9BE2F66CB}" dt="2025-11-12T23:27:34.365" v="1026" actId="20577"/>
          <ac:spMkLst>
            <pc:docMk/>
            <pc:sldMk cId="786849742" sldId="261"/>
            <ac:spMk id="49" creationId="{80A6401B-F3D8-9BC9-BB7A-1218E700EEE8}"/>
          </ac:spMkLst>
        </pc:spChg>
        <pc:spChg chg="mod">
          <ac:chgData name="菊池北斗" userId="2679dd96-57bb-47d2-8f26-560d6e09a139" providerId="ADAL" clId="{CAC1E778-37FF-435F-AC48-B7F9BE2F66CB}" dt="2025-11-12T22:54:48.985" v="657" actId="1076"/>
          <ac:spMkLst>
            <pc:docMk/>
            <pc:sldMk cId="786849742" sldId="261"/>
            <ac:spMk id="51" creationId="{122C1883-F29F-5B99-C56B-5CD023810F5E}"/>
          </ac:spMkLst>
        </pc:spChg>
        <pc:spChg chg="add mod">
          <ac:chgData name="菊池北斗" userId="2679dd96-57bb-47d2-8f26-560d6e09a139" providerId="ADAL" clId="{CAC1E778-37FF-435F-AC48-B7F9BE2F66CB}" dt="2025-11-12T22:48:26.536" v="530" actId="20577"/>
          <ac:spMkLst>
            <pc:docMk/>
            <pc:sldMk cId="786849742" sldId="261"/>
            <ac:spMk id="68" creationId="{566C3826-355D-E10F-B107-E904E1188475}"/>
          </ac:spMkLst>
        </pc:spChg>
        <pc:spChg chg="mod">
          <ac:chgData name="菊池北斗" userId="2679dd96-57bb-47d2-8f26-560d6e09a139" providerId="ADAL" clId="{CAC1E778-37FF-435F-AC48-B7F9BE2F66CB}" dt="2025-11-12T23:28:42.546" v="1041" actId="20577"/>
          <ac:spMkLst>
            <pc:docMk/>
            <pc:sldMk cId="786849742" sldId="261"/>
            <ac:spMk id="72" creationId="{8B42B583-8D79-DD81-2A5B-2C7EE6036443}"/>
          </ac:spMkLst>
        </pc:spChg>
        <pc:spChg chg="add mod">
          <ac:chgData name="菊池北斗" userId="2679dd96-57bb-47d2-8f26-560d6e09a139" providerId="ADAL" clId="{CAC1E778-37FF-435F-AC48-B7F9BE2F66CB}" dt="2025-11-12T23:24:48.639" v="932" actId="14100"/>
          <ac:spMkLst>
            <pc:docMk/>
            <pc:sldMk cId="786849742" sldId="261"/>
            <ac:spMk id="74" creationId="{1740BE99-26ED-7B79-E17C-92683C317538}"/>
          </ac:spMkLst>
        </pc:spChg>
        <pc:spChg chg="add mod">
          <ac:chgData name="菊池北斗" userId="2679dd96-57bb-47d2-8f26-560d6e09a139" providerId="ADAL" clId="{CAC1E778-37FF-435F-AC48-B7F9BE2F66CB}" dt="2025-11-12T22:54:43.676" v="656" actId="1076"/>
          <ac:spMkLst>
            <pc:docMk/>
            <pc:sldMk cId="786849742" sldId="261"/>
            <ac:spMk id="77" creationId="{152445A9-1CE9-0A1E-3D6D-F51A9E56DE81}"/>
          </ac:spMkLst>
        </pc:spChg>
        <pc:spChg chg="add mod">
          <ac:chgData name="菊池北斗" userId="2679dd96-57bb-47d2-8f26-560d6e09a139" providerId="ADAL" clId="{CAC1E778-37FF-435F-AC48-B7F9BE2F66CB}" dt="2025-11-12T22:54:43.676" v="656" actId="1076"/>
          <ac:spMkLst>
            <pc:docMk/>
            <pc:sldMk cId="786849742" sldId="261"/>
            <ac:spMk id="78" creationId="{83AAF930-BEBD-B9B4-1AB8-468D414CE384}"/>
          </ac:spMkLst>
        </pc:spChg>
        <pc:spChg chg="add mod">
          <ac:chgData name="菊池北斗" userId="2679dd96-57bb-47d2-8f26-560d6e09a139" providerId="ADAL" clId="{CAC1E778-37FF-435F-AC48-B7F9BE2F66CB}" dt="2025-11-12T23:26:58.668" v="1012" actId="20577"/>
          <ac:spMkLst>
            <pc:docMk/>
            <pc:sldMk cId="786849742" sldId="261"/>
            <ac:spMk id="79" creationId="{94846158-F6C1-D79C-9159-8C6729DC8250}"/>
          </ac:spMkLst>
        </pc:spChg>
        <pc:spChg chg="add mod">
          <ac:chgData name="菊池北斗" userId="2679dd96-57bb-47d2-8f26-560d6e09a139" providerId="ADAL" clId="{CAC1E778-37FF-435F-AC48-B7F9BE2F66CB}" dt="2025-11-12T23:26:41.865" v="985" actId="20577"/>
          <ac:spMkLst>
            <pc:docMk/>
            <pc:sldMk cId="786849742" sldId="261"/>
            <ac:spMk id="80" creationId="{E8661B31-0096-AFB7-85F5-CA522F4308A3}"/>
          </ac:spMkLst>
        </pc:spChg>
        <pc:spChg chg="add mod">
          <ac:chgData name="菊池北斗" userId="2679dd96-57bb-47d2-8f26-560d6e09a139" providerId="ADAL" clId="{CAC1E778-37FF-435F-AC48-B7F9BE2F66CB}" dt="2025-11-12T22:58:21.062" v="702" actId="1076"/>
          <ac:spMkLst>
            <pc:docMk/>
            <pc:sldMk cId="786849742" sldId="261"/>
            <ac:spMk id="81" creationId="{8A044032-CC46-3AC8-0BCF-BE438E7CC65C}"/>
          </ac:spMkLst>
        </pc:spChg>
        <pc:spChg chg="add mod">
          <ac:chgData name="菊池北斗" userId="2679dd96-57bb-47d2-8f26-560d6e09a139" providerId="ADAL" clId="{CAC1E778-37FF-435F-AC48-B7F9BE2F66CB}" dt="2025-11-12T22:58:46.115" v="735" actId="1076"/>
          <ac:spMkLst>
            <pc:docMk/>
            <pc:sldMk cId="786849742" sldId="261"/>
            <ac:spMk id="82" creationId="{B246FA76-C3FC-336E-BCB8-0B999E9E056D}"/>
          </ac:spMkLst>
        </pc:spChg>
        <pc:spChg chg="add mod ord">
          <ac:chgData name="菊池北斗" userId="2679dd96-57bb-47d2-8f26-560d6e09a139" providerId="ADAL" clId="{CAC1E778-37FF-435F-AC48-B7F9BE2F66CB}" dt="2025-11-12T23:00:21.248" v="773" actId="166"/>
          <ac:spMkLst>
            <pc:docMk/>
            <pc:sldMk cId="786849742" sldId="261"/>
            <ac:spMk id="84" creationId="{833A0D36-D825-C631-C6CB-E98F61CC875D}"/>
          </ac:spMkLst>
        </pc:spChg>
        <pc:spChg chg="add mod ord">
          <ac:chgData name="菊池北斗" userId="2679dd96-57bb-47d2-8f26-560d6e09a139" providerId="ADAL" clId="{CAC1E778-37FF-435F-AC48-B7F9BE2F66CB}" dt="2025-11-12T23:00:03.751" v="768" actId="1582"/>
          <ac:spMkLst>
            <pc:docMk/>
            <pc:sldMk cId="786849742" sldId="261"/>
            <ac:spMk id="85" creationId="{96C4EE00-3DD4-75F6-3009-1396BD1AF30F}"/>
          </ac:spMkLst>
        </pc:spChg>
        <pc:spChg chg="add mod ord">
          <ac:chgData name="菊池北斗" userId="2679dd96-57bb-47d2-8f26-560d6e09a139" providerId="ADAL" clId="{CAC1E778-37FF-435F-AC48-B7F9BE2F66CB}" dt="2025-11-12T23:20:27.807" v="888" actId="20577"/>
          <ac:spMkLst>
            <pc:docMk/>
            <pc:sldMk cId="786849742" sldId="261"/>
            <ac:spMk id="86" creationId="{D5A6777E-54AD-7459-D79E-06A7ED82EEFB}"/>
          </ac:spMkLst>
        </pc:spChg>
        <pc:spChg chg="add mod">
          <ac:chgData name="菊池北斗" userId="2679dd96-57bb-47d2-8f26-560d6e09a139" providerId="ADAL" clId="{CAC1E778-37FF-435F-AC48-B7F9BE2F66CB}" dt="2025-11-12T23:25:22.044" v="942" actId="1076"/>
          <ac:spMkLst>
            <pc:docMk/>
            <pc:sldMk cId="786849742" sldId="261"/>
            <ac:spMk id="88" creationId="{020E9AB2-BBF1-50B9-D249-9B4A792FD442}"/>
          </ac:spMkLst>
        </pc:spChg>
        <pc:spChg chg="add mod">
          <ac:chgData name="菊池北斗" userId="2679dd96-57bb-47d2-8f26-560d6e09a139" providerId="ADAL" clId="{CAC1E778-37FF-435F-AC48-B7F9BE2F66CB}" dt="2025-11-12T23:25:18.908" v="941" actId="1076"/>
          <ac:spMkLst>
            <pc:docMk/>
            <pc:sldMk cId="786849742" sldId="261"/>
            <ac:spMk id="89" creationId="{FCC2E7C2-4A34-E09C-9FD3-D1E169B93CAB}"/>
          </ac:spMkLst>
        </pc:spChg>
        <pc:spChg chg="add mod">
          <ac:chgData name="菊池北斗" userId="2679dd96-57bb-47d2-8f26-560d6e09a139" providerId="ADAL" clId="{CAC1E778-37FF-435F-AC48-B7F9BE2F66CB}" dt="2025-11-12T23:25:27.654" v="943" actId="571"/>
          <ac:spMkLst>
            <pc:docMk/>
            <pc:sldMk cId="786849742" sldId="261"/>
            <ac:spMk id="93" creationId="{098072A3-99D1-A9A6-A93B-9C28B4A9FD98}"/>
          </ac:spMkLst>
        </pc:spChg>
        <pc:spChg chg="add mod">
          <ac:chgData name="菊池北斗" userId="2679dd96-57bb-47d2-8f26-560d6e09a139" providerId="ADAL" clId="{CAC1E778-37FF-435F-AC48-B7F9BE2F66CB}" dt="2025-11-12T23:25:27.654" v="943" actId="571"/>
          <ac:spMkLst>
            <pc:docMk/>
            <pc:sldMk cId="786849742" sldId="261"/>
            <ac:spMk id="94" creationId="{1305F825-3055-36FE-BCE6-C6E2E734588A}"/>
          </ac:spMkLst>
        </pc:spChg>
        <pc:spChg chg="add mod">
          <ac:chgData name="菊池北斗" userId="2679dd96-57bb-47d2-8f26-560d6e09a139" providerId="ADAL" clId="{CAC1E778-37FF-435F-AC48-B7F9BE2F66CB}" dt="2025-11-12T23:27:54.446" v="1040" actId="20577"/>
          <ac:spMkLst>
            <pc:docMk/>
            <pc:sldMk cId="786849742" sldId="261"/>
            <ac:spMk id="95" creationId="{83673B24-736A-2EF3-B893-25590A7DE6BC}"/>
          </ac:spMkLst>
        </pc:spChg>
        <pc:spChg chg="add mod">
          <ac:chgData name="菊池北斗" userId="2679dd96-57bb-47d2-8f26-560d6e09a139" providerId="ADAL" clId="{CAC1E778-37FF-435F-AC48-B7F9BE2F66CB}" dt="2025-11-12T23:26:54.423" v="996" actId="1076"/>
          <ac:spMkLst>
            <pc:docMk/>
            <pc:sldMk cId="786849742" sldId="261"/>
            <ac:spMk id="96" creationId="{F65C306E-E659-21D4-3647-950102BFF59E}"/>
          </ac:spMkLst>
        </pc:spChg>
      </pc:sldChg>
      <pc:sldChg chg="modSp mod">
        <pc:chgData name="菊池北斗" userId="2679dd96-57bb-47d2-8f26-560d6e09a139" providerId="ADAL" clId="{CAC1E778-37FF-435F-AC48-B7F9BE2F66CB}" dt="2025-11-12T22:31:55.936" v="151" actId="2711"/>
        <pc:sldMkLst>
          <pc:docMk/>
          <pc:sldMk cId="491762227" sldId="269"/>
        </pc:sldMkLst>
        <pc:spChg chg="mod">
          <ac:chgData name="菊池北斗" userId="2679dd96-57bb-47d2-8f26-560d6e09a139" providerId="ADAL" clId="{CAC1E778-37FF-435F-AC48-B7F9BE2F66CB}" dt="2025-11-12T22:31:55.936" v="151" actId="2711"/>
          <ac:spMkLst>
            <pc:docMk/>
            <pc:sldMk cId="491762227" sldId="269"/>
            <ac:spMk id="6" creationId="{A4634598-3EEB-035E-98AA-7DC6544B4564}"/>
          </ac:spMkLst>
        </pc:spChg>
      </pc:sldChg>
    </pc:docChg>
  </pc:docChgLst>
  <pc:docChgLst>
    <pc:chgData name="髙浦祐朗" userId="d6d860fe-bc64-411b-9605-a16d1ba875f6" providerId="ADAL" clId="{A65FDE6D-D768-44DB-ADF3-5348D2950BED}"/>
    <pc:docChg chg="undo custSel modSld">
      <pc:chgData name="髙浦祐朗" userId="d6d860fe-bc64-411b-9605-a16d1ba875f6" providerId="ADAL" clId="{A65FDE6D-D768-44DB-ADF3-5348D2950BED}" dt="2025-11-17T00:47:28.684" v="96" actId="207"/>
      <pc:docMkLst>
        <pc:docMk/>
      </pc:docMkLst>
      <pc:sldChg chg="modSp mod">
        <pc:chgData name="髙浦祐朗" userId="d6d860fe-bc64-411b-9605-a16d1ba875f6" providerId="ADAL" clId="{A65FDE6D-D768-44DB-ADF3-5348D2950BED}" dt="2025-11-17T00:40:58.771" v="40" actId="255"/>
        <pc:sldMkLst>
          <pc:docMk/>
          <pc:sldMk cId="2272332217" sldId="257"/>
        </pc:sldMkLst>
        <pc:spChg chg="mod">
          <ac:chgData name="髙浦祐朗" userId="d6d860fe-bc64-411b-9605-a16d1ba875f6" providerId="ADAL" clId="{A65FDE6D-D768-44DB-ADF3-5348D2950BED}" dt="2025-11-17T00:40:44.919" v="38" actId="2711"/>
          <ac:spMkLst>
            <pc:docMk/>
            <pc:sldMk cId="2272332217" sldId="257"/>
            <ac:spMk id="2" creationId="{D6CC835F-763E-2745-B630-60FEF9DEF13F}"/>
          </ac:spMkLst>
        </pc:spChg>
        <pc:spChg chg="mod">
          <ac:chgData name="髙浦祐朗" userId="d6d860fe-bc64-411b-9605-a16d1ba875f6" providerId="ADAL" clId="{A65FDE6D-D768-44DB-ADF3-5348D2950BED}" dt="2025-11-17T00:40:58.771" v="40" actId="255"/>
          <ac:spMkLst>
            <pc:docMk/>
            <pc:sldMk cId="2272332217" sldId="257"/>
            <ac:spMk id="3" creationId="{4A596CC4-2DFC-9278-2711-D487D44ADF55}"/>
          </ac:spMkLst>
        </pc:spChg>
      </pc:sldChg>
      <pc:sldChg chg="modSp mod">
        <pc:chgData name="髙浦祐朗" userId="d6d860fe-bc64-411b-9605-a16d1ba875f6" providerId="ADAL" clId="{A65FDE6D-D768-44DB-ADF3-5348D2950BED}" dt="2025-11-17T00:41:04.913" v="41" actId="255"/>
        <pc:sldMkLst>
          <pc:docMk/>
          <pc:sldMk cId="1299887154" sldId="258"/>
        </pc:sldMkLst>
        <pc:spChg chg="mod">
          <ac:chgData name="髙浦祐朗" userId="d6d860fe-bc64-411b-9605-a16d1ba875f6" providerId="ADAL" clId="{A65FDE6D-D768-44DB-ADF3-5348D2950BED}" dt="2025-11-17T00:41:04.913" v="41" actId="255"/>
          <ac:spMkLst>
            <pc:docMk/>
            <pc:sldMk cId="1299887154" sldId="258"/>
            <ac:spMk id="5" creationId="{AE2A926F-9D71-0515-FD39-86C5BE705A36}"/>
          </ac:spMkLst>
        </pc:spChg>
      </pc:sldChg>
      <pc:sldChg chg="modSp mod">
        <pc:chgData name="髙浦祐朗" userId="d6d860fe-bc64-411b-9605-a16d1ba875f6" providerId="ADAL" clId="{A65FDE6D-D768-44DB-ADF3-5348D2950BED}" dt="2025-11-17T00:41:15.409" v="42" actId="255"/>
        <pc:sldMkLst>
          <pc:docMk/>
          <pc:sldMk cId="3092175017" sldId="259"/>
        </pc:sldMkLst>
        <pc:spChg chg="mod">
          <ac:chgData name="髙浦祐朗" userId="d6d860fe-bc64-411b-9605-a16d1ba875f6" providerId="ADAL" clId="{A65FDE6D-D768-44DB-ADF3-5348D2950BED}" dt="2025-11-12T02:23:57.763" v="1"/>
          <ac:spMkLst>
            <pc:docMk/>
            <pc:sldMk cId="3092175017" sldId="259"/>
            <ac:spMk id="2" creationId="{06639D01-F168-829A-166B-4B8DC7FF7CB5}"/>
          </ac:spMkLst>
        </pc:spChg>
        <pc:spChg chg="mod">
          <ac:chgData name="髙浦祐朗" userId="d6d860fe-bc64-411b-9605-a16d1ba875f6" providerId="ADAL" clId="{A65FDE6D-D768-44DB-ADF3-5348D2950BED}" dt="2025-11-17T00:41:15.409" v="42" actId="255"/>
          <ac:spMkLst>
            <pc:docMk/>
            <pc:sldMk cId="3092175017" sldId="259"/>
            <ac:spMk id="6" creationId="{E8733081-7CA8-3974-26DA-9070B53E08DF}"/>
          </ac:spMkLst>
        </pc:spChg>
      </pc:sldChg>
      <pc:sldChg chg="modSp mod">
        <pc:chgData name="髙浦祐朗" userId="d6d860fe-bc64-411b-9605-a16d1ba875f6" providerId="ADAL" clId="{A65FDE6D-D768-44DB-ADF3-5348D2950BED}" dt="2025-11-17T00:41:34.003" v="47" actId="255"/>
        <pc:sldMkLst>
          <pc:docMk/>
          <pc:sldMk cId="789198309" sldId="260"/>
        </pc:sldMkLst>
        <pc:spChg chg="mod">
          <ac:chgData name="髙浦祐朗" userId="d6d860fe-bc64-411b-9605-a16d1ba875f6" providerId="ADAL" clId="{A65FDE6D-D768-44DB-ADF3-5348D2950BED}" dt="2025-11-17T00:41:34.003" v="47" actId="255"/>
          <ac:spMkLst>
            <pc:docMk/>
            <pc:sldMk cId="789198309" sldId="260"/>
            <ac:spMk id="3" creationId="{BCE293FC-BBDC-7A5E-BB25-9A0A2EEE48D2}"/>
          </ac:spMkLst>
        </pc:spChg>
      </pc:sldChg>
      <pc:sldChg chg="modSp mod">
        <pc:chgData name="髙浦祐朗" userId="d6d860fe-bc64-411b-9605-a16d1ba875f6" providerId="ADAL" clId="{A65FDE6D-D768-44DB-ADF3-5348D2950BED}" dt="2025-11-17T00:41:50.691" v="48" actId="2711"/>
        <pc:sldMkLst>
          <pc:docMk/>
          <pc:sldMk cId="786849742" sldId="261"/>
        </pc:sldMkLst>
        <pc:spChg chg="mod">
          <ac:chgData name="髙浦祐朗" userId="d6d860fe-bc64-411b-9605-a16d1ba875f6" providerId="ADAL" clId="{A65FDE6D-D768-44DB-ADF3-5348D2950BED}" dt="2025-11-17T00:41:50.691" v="48" actId="2711"/>
          <ac:spMkLst>
            <pc:docMk/>
            <pc:sldMk cId="786849742" sldId="261"/>
            <ac:spMk id="9" creationId="{B69CFD1E-D86C-F8FF-A014-E32A2F888387}"/>
          </ac:spMkLst>
        </pc:spChg>
        <pc:spChg chg="mod">
          <ac:chgData name="髙浦祐朗" userId="d6d860fe-bc64-411b-9605-a16d1ba875f6" providerId="ADAL" clId="{A65FDE6D-D768-44DB-ADF3-5348D2950BED}" dt="2025-11-17T00:41:50.691" v="48" actId="2711"/>
          <ac:spMkLst>
            <pc:docMk/>
            <pc:sldMk cId="786849742" sldId="261"/>
            <ac:spMk id="17" creationId="{8AEB5879-1427-7442-9A8B-9C5853DA9DA4}"/>
          </ac:spMkLst>
        </pc:spChg>
        <pc:spChg chg="mod">
          <ac:chgData name="髙浦祐朗" userId="d6d860fe-bc64-411b-9605-a16d1ba875f6" providerId="ADAL" clId="{A65FDE6D-D768-44DB-ADF3-5348D2950BED}" dt="2025-11-17T00:41:50.691" v="48" actId="2711"/>
          <ac:spMkLst>
            <pc:docMk/>
            <pc:sldMk cId="786849742" sldId="261"/>
            <ac:spMk id="20" creationId="{6B905CA0-B770-63D5-C6E1-7B4897AE30A7}"/>
          </ac:spMkLst>
        </pc:spChg>
        <pc:spChg chg="mod">
          <ac:chgData name="髙浦祐朗" userId="d6d860fe-bc64-411b-9605-a16d1ba875f6" providerId="ADAL" clId="{A65FDE6D-D768-44DB-ADF3-5348D2950BED}" dt="2025-11-17T00:41:50.691" v="48" actId="2711"/>
          <ac:spMkLst>
            <pc:docMk/>
            <pc:sldMk cId="786849742" sldId="261"/>
            <ac:spMk id="30" creationId="{833EF6D8-594D-B629-962C-D4020AB4D6BD}"/>
          </ac:spMkLst>
        </pc:spChg>
        <pc:spChg chg="mod">
          <ac:chgData name="髙浦祐朗" userId="d6d860fe-bc64-411b-9605-a16d1ba875f6" providerId="ADAL" clId="{A65FDE6D-D768-44DB-ADF3-5348D2950BED}" dt="2025-11-17T00:41:50.691" v="48" actId="2711"/>
          <ac:spMkLst>
            <pc:docMk/>
            <pc:sldMk cId="786849742" sldId="261"/>
            <ac:spMk id="44" creationId="{AE6E7ACC-F55F-B3C0-4CBB-F755FA073390}"/>
          </ac:spMkLst>
        </pc:spChg>
        <pc:spChg chg="mod">
          <ac:chgData name="髙浦祐朗" userId="d6d860fe-bc64-411b-9605-a16d1ba875f6" providerId="ADAL" clId="{A65FDE6D-D768-44DB-ADF3-5348D2950BED}" dt="2025-11-17T00:41:50.691" v="48" actId="2711"/>
          <ac:spMkLst>
            <pc:docMk/>
            <pc:sldMk cId="786849742" sldId="261"/>
            <ac:spMk id="49" creationId="{80A6401B-F3D8-9BC9-BB7A-1218E700EEE8}"/>
          </ac:spMkLst>
        </pc:spChg>
        <pc:spChg chg="mod">
          <ac:chgData name="髙浦祐朗" userId="d6d860fe-bc64-411b-9605-a16d1ba875f6" providerId="ADAL" clId="{A65FDE6D-D768-44DB-ADF3-5348D2950BED}" dt="2025-11-17T00:41:50.691" v="48" actId="2711"/>
          <ac:spMkLst>
            <pc:docMk/>
            <pc:sldMk cId="786849742" sldId="261"/>
            <ac:spMk id="80" creationId="{E8661B31-0096-AFB7-85F5-CA522F4308A3}"/>
          </ac:spMkLst>
        </pc:spChg>
        <pc:spChg chg="mod">
          <ac:chgData name="髙浦祐朗" userId="d6d860fe-bc64-411b-9605-a16d1ba875f6" providerId="ADAL" clId="{A65FDE6D-D768-44DB-ADF3-5348D2950BED}" dt="2025-11-17T00:41:50.691" v="48" actId="2711"/>
          <ac:spMkLst>
            <pc:docMk/>
            <pc:sldMk cId="786849742" sldId="261"/>
            <ac:spMk id="81" creationId="{8A044032-CC46-3AC8-0BCF-BE438E7CC65C}"/>
          </ac:spMkLst>
        </pc:spChg>
        <pc:spChg chg="mod">
          <ac:chgData name="髙浦祐朗" userId="d6d860fe-bc64-411b-9605-a16d1ba875f6" providerId="ADAL" clId="{A65FDE6D-D768-44DB-ADF3-5348D2950BED}" dt="2025-11-17T00:41:50.691" v="48" actId="2711"/>
          <ac:spMkLst>
            <pc:docMk/>
            <pc:sldMk cId="786849742" sldId="261"/>
            <ac:spMk id="89" creationId="{FCC2E7C2-4A34-E09C-9FD3-D1E169B93CAB}"/>
          </ac:spMkLst>
        </pc:spChg>
        <pc:spChg chg="mod">
          <ac:chgData name="髙浦祐朗" userId="d6d860fe-bc64-411b-9605-a16d1ba875f6" providerId="ADAL" clId="{A65FDE6D-D768-44DB-ADF3-5348D2950BED}" dt="2025-11-17T00:41:50.691" v="48" actId="2711"/>
          <ac:spMkLst>
            <pc:docMk/>
            <pc:sldMk cId="786849742" sldId="261"/>
            <ac:spMk id="94" creationId="{1305F825-3055-36FE-BCE6-C6E2E734588A}"/>
          </ac:spMkLst>
        </pc:spChg>
      </pc:sldChg>
      <pc:sldChg chg="modSp mod">
        <pc:chgData name="髙浦祐朗" userId="d6d860fe-bc64-411b-9605-a16d1ba875f6" providerId="ADAL" clId="{A65FDE6D-D768-44DB-ADF3-5348D2950BED}" dt="2025-11-17T00:42:18.473" v="51" actId="20577"/>
        <pc:sldMkLst>
          <pc:docMk/>
          <pc:sldMk cId="829670046" sldId="262"/>
        </pc:sldMkLst>
        <pc:spChg chg="mod">
          <ac:chgData name="髙浦祐朗" userId="d6d860fe-bc64-411b-9605-a16d1ba875f6" providerId="ADAL" clId="{A65FDE6D-D768-44DB-ADF3-5348D2950BED}" dt="2025-11-17T00:42:18.473" v="51" actId="20577"/>
          <ac:spMkLst>
            <pc:docMk/>
            <pc:sldMk cId="829670046" sldId="262"/>
            <ac:spMk id="5" creationId="{EA892297-B3C5-53A1-4607-8DEDC71EFF2D}"/>
          </ac:spMkLst>
        </pc:spChg>
      </pc:sldChg>
      <pc:sldChg chg="modSp mod">
        <pc:chgData name="髙浦祐朗" userId="d6d860fe-bc64-411b-9605-a16d1ba875f6" providerId="ADAL" clId="{A65FDE6D-D768-44DB-ADF3-5348D2950BED}" dt="2025-11-17T00:42:25.827" v="52" actId="255"/>
        <pc:sldMkLst>
          <pc:docMk/>
          <pc:sldMk cId="3531287435" sldId="263"/>
        </pc:sldMkLst>
        <pc:spChg chg="mod">
          <ac:chgData name="髙浦祐朗" userId="d6d860fe-bc64-411b-9605-a16d1ba875f6" providerId="ADAL" clId="{A65FDE6D-D768-44DB-ADF3-5348D2950BED}" dt="2025-11-17T00:42:25.827" v="52" actId="255"/>
          <ac:spMkLst>
            <pc:docMk/>
            <pc:sldMk cId="3531287435" sldId="263"/>
            <ac:spMk id="3" creationId="{AC5DFCF5-E399-3E09-154A-0259097B911C}"/>
          </ac:spMkLst>
        </pc:spChg>
      </pc:sldChg>
      <pc:sldChg chg="modSp mod">
        <pc:chgData name="髙浦祐朗" userId="d6d860fe-bc64-411b-9605-a16d1ba875f6" providerId="ADAL" clId="{A65FDE6D-D768-44DB-ADF3-5348D2950BED}" dt="2025-11-17T00:42:40.754" v="54" actId="255"/>
        <pc:sldMkLst>
          <pc:docMk/>
          <pc:sldMk cId="737799954" sldId="264"/>
        </pc:sldMkLst>
        <pc:spChg chg="mod">
          <ac:chgData name="髙浦祐朗" userId="d6d860fe-bc64-411b-9605-a16d1ba875f6" providerId="ADAL" clId="{A65FDE6D-D768-44DB-ADF3-5348D2950BED}" dt="2025-11-17T00:42:34.655" v="53" actId="255"/>
          <ac:spMkLst>
            <pc:docMk/>
            <pc:sldMk cId="737799954" sldId="264"/>
            <ac:spMk id="6" creationId="{CA240248-12BE-67DA-3FF6-F0EAE7B099E9}"/>
          </ac:spMkLst>
        </pc:spChg>
        <pc:spChg chg="mod">
          <ac:chgData name="髙浦祐朗" userId="d6d860fe-bc64-411b-9605-a16d1ba875f6" providerId="ADAL" clId="{A65FDE6D-D768-44DB-ADF3-5348D2950BED}" dt="2025-11-17T00:42:40.754" v="54" actId="255"/>
          <ac:spMkLst>
            <pc:docMk/>
            <pc:sldMk cId="737799954" sldId="264"/>
            <ac:spMk id="7" creationId="{539E2674-BB8B-FBFA-6D57-B61B8ACFDDCB}"/>
          </ac:spMkLst>
        </pc:spChg>
      </pc:sldChg>
      <pc:sldChg chg="modSp mod">
        <pc:chgData name="髙浦祐朗" userId="d6d860fe-bc64-411b-9605-a16d1ba875f6" providerId="ADAL" clId="{A65FDE6D-D768-44DB-ADF3-5348D2950BED}" dt="2025-11-17T00:42:47.278" v="55" actId="255"/>
        <pc:sldMkLst>
          <pc:docMk/>
          <pc:sldMk cId="4253683748" sldId="266"/>
        </pc:sldMkLst>
        <pc:spChg chg="mod">
          <ac:chgData name="髙浦祐朗" userId="d6d860fe-bc64-411b-9605-a16d1ba875f6" providerId="ADAL" clId="{A65FDE6D-D768-44DB-ADF3-5348D2950BED}" dt="2025-11-17T00:42:47.278" v="55" actId="255"/>
          <ac:spMkLst>
            <pc:docMk/>
            <pc:sldMk cId="4253683748" sldId="266"/>
            <ac:spMk id="5" creationId="{7DC35249-CD95-1F73-2C0C-74113DE1A907}"/>
          </ac:spMkLst>
        </pc:spChg>
      </pc:sldChg>
      <pc:sldChg chg="modSp mod">
        <pc:chgData name="髙浦祐朗" userId="d6d860fe-bc64-411b-9605-a16d1ba875f6" providerId="ADAL" clId="{A65FDE6D-D768-44DB-ADF3-5348D2950BED}" dt="2025-11-17T00:43:26.788" v="68" actId="255"/>
        <pc:sldMkLst>
          <pc:docMk/>
          <pc:sldMk cId="3279120659" sldId="267"/>
        </pc:sldMkLst>
        <pc:spChg chg="mod">
          <ac:chgData name="髙浦祐朗" userId="d6d860fe-bc64-411b-9605-a16d1ba875f6" providerId="ADAL" clId="{A65FDE6D-D768-44DB-ADF3-5348D2950BED}" dt="2025-11-17T00:43:19.018" v="66" actId="255"/>
          <ac:spMkLst>
            <pc:docMk/>
            <pc:sldMk cId="3279120659" sldId="267"/>
            <ac:spMk id="3" creationId="{96261101-08F3-D015-4FF5-9285C14EC76C}"/>
          </ac:spMkLst>
        </pc:spChg>
        <pc:spChg chg="mod">
          <ac:chgData name="髙浦祐朗" userId="d6d860fe-bc64-411b-9605-a16d1ba875f6" providerId="ADAL" clId="{A65FDE6D-D768-44DB-ADF3-5348D2950BED}" dt="2025-11-17T00:43:26.788" v="68" actId="255"/>
          <ac:spMkLst>
            <pc:docMk/>
            <pc:sldMk cId="3279120659" sldId="267"/>
            <ac:spMk id="6" creationId="{735BB92A-FFD8-E594-CFCC-107975AB26AB}"/>
          </ac:spMkLst>
        </pc:spChg>
      </pc:sldChg>
      <pc:sldChg chg="modSp mod">
        <pc:chgData name="髙浦祐朗" userId="d6d860fe-bc64-411b-9605-a16d1ba875f6" providerId="ADAL" clId="{A65FDE6D-D768-44DB-ADF3-5348D2950BED}" dt="2025-11-17T00:43:35.729" v="69" actId="255"/>
        <pc:sldMkLst>
          <pc:docMk/>
          <pc:sldMk cId="491762227" sldId="269"/>
        </pc:sldMkLst>
        <pc:spChg chg="mod">
          <ac:chgData name="髙浦祐朗" userId="d6d860fe-bc64-411b-9605-a16d1ba875f6" providerId="ADAL" clId="{A65FDE6D-D768-44DB-ADF3-5348D2950BED}" dt="2025-11-17T00:43:35.729" v="69" actId="255"/>
          <ac:spMkLst>
            <pc:docMk/>
            <pc:sldMk cId="491762227" sldId="269"/>
            <ac:spMk id="6" creationId="{A4634598-3EEB-035E-98AA-7DC6544B4564}"/>
          </ac:spMkLst>
        </pc:spChg>
      </pc:sldChg>
      <pc:sldChg chg="modSp mod">
        <pc:chgData name="髙浦祐朗" userId="d6d860fe-bc64-411b-9605-a16d1ba875f6" providerId="ADAL" clId="{A65FDE6D-D768-44DB-ADF3-5348D2950BED}" dt="2025-11-17T00:43:05.353" v="63" actId="1035"/>
        <pc:sldMkLst>
          <pc:docMk/>
          <pc:sldMk cId="2230155011" sldId="272"/>
        </pc:sldMkLst>
        <pc:spChg chg="mod">
          <ac:chgData name="髙浦祐朗" userId="d6d860fe-bc64-411b-9605-a16d1ba875f6" providerId="ADAL" clId="{A65FDE6D-D768-44DB-ADF3-5348D2950BED}" dt="2025-11-17T00:43:05.353" v="63" actId="1035"/>
          <ac:spMkLst>
            <pc:docMk/>
            <pc:sldMk cId="2230155011" sldId="272"/>
            <ac:spMk id="3" creationId="{B43EF979-F6B1-8275-723E-1CA88E96D349}"/>
          </ac:spMkLst>
        </pc:spChg>
      </pc:sldChg>
      <pc:sldChg chg="modSp mod">
        <pc:chgData name="髙浦祐朗" userId="d6d860fe-bc64-411b-9605-a16d1ba875f6" providerId="ADAL" clId="{A65FDE6D-D768-44DB-ADF3-5348D2950BED}" dt="2025-11-17T00:44:12.635" v="75" actId="6549"/>
        <pc:sldMkLst>
          <pc:docMk/>
          <pc:sldMk cId="1901344219" sldId="273"/>
        </pc:sldMkLst>
        <pc:spChg chg="mod">
          <ac:chgData name="髙浦祐朗" userId="d6d860fe-bc64-411b-9605-a16d1ba875f6" providerId="ADAL" clId="{A65FDE6D-D768-44DB-ADF3-5348D2950BED}" dt="2025-11-17T00:44:12.635" v="75" actId="6549"/>
          <ac:spMkLst>
            <pc:docMk/>
            <pc:sldMk cId="1901344219" sldId="273"/>
            <ac:spMk id="5" creationId="{7FFFC5B9-3085-8597-698C-1DD813A3160B}"/>
          </ac:spMkLst>
        </pc:spChg>
      </pc:sldChg>
      <pc:sldChg chg="modSp mod">
        <pc:chgData name="髙浦祐朗" userId="d6d860fe-bc64-411b-9605-a16d1ba875f6" providerId="ADAL" clId="{A65FDE6D-D768-44DB-ADF3-5348D2950BED}" dt="2025-11-17T00:44:34.312" v="76" actId="255"/>
        <pc:sldMkLst>
          <pc:docMk/>
          <pc:sldMk cId="3516186298" sldId="275"/>
        </pc:sldMkLst>
        <pc:spChg chg="mod">
          <ac:chgData name="髙浦祐朗" userId="d6d860fe-bc64-411b-9605-a16d1ba875f6" providerId="ADAL" clId="{A65FDE6D-D768-44DB-ADF3-5348D2950BED}" dt="2025-11-17T00:44:34.312" v="76" actId="255"/>
          <ac:spMkLst>
            <pc:docMk/>
            <pc:sldMk cId="3516186298" sldId="275"/>
            <ac:spMk id="5" creationId="{4CA9AE9C-6CC8-7AD5-9E39-4FC29C81C3FC}"/>
          </ac:spMkLst>
        </pc:spChg>
      </pc:sldChg>
      <pc:sldChg chg="modSp mod">
        <pc:chgData name="髙浦祐朗" userId="d6d860fe-bc64-411b-9605-a16d1ba875f6" providerId="ADAL" clId="{A65FDE6D-D768-44DB-ADF3-5348D2950BED}" dt="2025-11-17T00:44:39.863" v="77" actId="255"/>
        <pc:sldMkLst>
          <pc:docMk/>
          <pc:sldMk cId="698159475" sldId="276"/>
        </pc:sldMkLst>
        <pc:spChg chg="mod">
          <ac:chgData name="髙浦祐朗" userId="d6d860fe-bc64-411b-9605-a16d1ba875f6" providerId="ADAL" clId="{A65FDE6D-D768-44DB-ADF3-5348D2950BED}" dt="2025-11-17T00:44:39.863" v="77" actId="255"/>
          <ac:spMkLst>
            <pc:docMk/>
            <pc:sldMk cId="698159475" sldId="276"/>
            <ac:spMk id="3" creationId="{B7187756-3551-62D0-C2DD-B28A34F67420}"/>
          </ac:spMkLst>
        </pc:spChg>
      </pc:sldChg>
      <pc:sldChg chg="modSp mod">
        <pc:chgData name="髙浦祐朗" userId="d6d860fe-bc64-411b-9605-a16d1ba875f6" providerId="ADAL" clId="{A65FDE6D-D768-44DB-ADF3-5348D2950BED}" dt="2025-11-17T00:44:55.746" v="79" actId="2711"/>
        <pc:sldMkLst>
          <pc:docMk/>
          <pc:sldMk cId="1748142375" sldId="278"/>
        </pc:sldMkLst>
        <pc:spChg chg="mod">
          <ac:chgData name="髙浦祐朗" userId="d6d860fe-bc64-411b-9605-a16d1ba875f6" providerId="ADAL" clId="{A65FDE6D-D768-44DB-ADF3-5348D2950BED}" dt="2025-11-17T00:44:55.746" v="79" actId="2711"/>
          <ac:spMkLst>
            <pc:docMk/>
            <pc:sldMk cId="1748142375" sldId="278"/>
            <ac:spMk id="3" creationId="{F5194638-6430-0733-C577-42445814722E}"/>
          </ac:spMkLst>
        </pc:spChg>
      </pc:sldChg>
      <pc:sldChg chg="modSp mod">
        <pc:chgData name="髙浦祐朗" userId="d6d860fe-bc64-411b-9605-a16d1ba875f6" providerId="ADAL" clId="{A65FDE6D-D768-44DB-ADF3-5348D2950BED}" dt="2025-11-17T00:45:03.910" v="80" actId="255"/>
        <pc:sldMkLst>
          <pc:docMk/>
          <pc:sldMk cId="3999382557" sldId="279"/>
        </pc:sldMkLst>
        <pc:spChg chg="mod">
          <ac:chgData name="髙浦祐朗" userId="d6d860fe-bc64-411b-9605-a16d1ba875f6" providerId="ADAL" clId="{A65FDE6D-D768-44DB-ADF3-5348D2950BED}" dt="2025-11-17T00:45:03.910" v="80" actId="255"/>
          <ac:spMkLst>
            <pc:docMk/>
            <pc:sldMk cId="3999382557" sldId="279"/>
            <ac:spMk id="5" creationId="{9498C3DA-3252-16ED-B82E-4FA38AC2FB8E}"/>
          </ac:spMkLst>
        </pc:spChg>
      </pc:sldChg>
      <pc:sldChg chg="modSp mod">
        <pc:chgData name="髙浦祐朗" userId="d6d860fe-bc64-411b-9605-a16d1ba875f6" providerId="ADAL" clId="{A65FDE6D-D768-44DB-ADF3-5348D2950BED}" dt="2025-11-17T00:45:14.292" v="81" actId="255"/>
        <pc:sldMkLst>
          <pc:docMk/>
          <pc:sldMk cId="4275055069" sldId="280"/>
        </pc:sldMkLst>
        <pc:graphicFrameChg chg="modGraphic">
          <ac:chgData name="髙浦祐朗" userId="d6d860fe-bc64-411b-9605-a16d1ba875f6" providerId="ADAL" clId="{A65FDE6D-D768-44DB-ADF3-5348D2950BED}" dt="2025-11-17T00:45:14.292" v="81" actId="255"/>
          <ac:graphicFrameMkLst>
            <pc:docMk/>
            <pc:sldMk cId="4275055069" sldId="280"/>
            <ac:graphicFrameMk id="3" creationId="{2FD7CBB4-D2E1-6CDA-F628-B42301752A68}"/>
          </ac:graphicFrameMkLst>
        </pc:graphicFrameChg>
      </pc:sldChg>
      <pc:sldChg chg="modSp mod">
        <pc:chgData name="髙浦祐朗" userId="d6d860fe-bc64-411b-9605-a16d1ba875f6" providerId="ADAL" clId="{A65FDE6D-D768-44DB-ADF3-5348D2950BED}" dt="2025-11-17T00:45:28.673" v="83" actId="255"/>
        <pc:sldMkLst>
          <pc:docMk/>
          <pc:sldMk cId="2993359406" sldId="282"/>
        </pc:sldMkLst>
        <pc:spChg chg="mod">
          <ac:chgData name="髙浦祐朗" userId="d6d860fe-bc64-411b-9605-a16d1ba875f6" providerId="ADAL" clId="{A65FDE6D-D768-44DB-ADF3-5348D2950BED}" dt="2025-11-17T00:45:28.673" v="83" actId="255"/>
          <ac:spMkLst>
            <pc:docMk/>
            <pc:sldMk cId="2993359406" sldId="282"/>
            <ac:spMk id="3" creationId="{842EF756-DCC1-2297-1B5E-715299C6584D}"/>
          </ac:spMkLst>
        </pc:spChg>
      </pc:sldChg>
      <pc:sldChg chg="modSp mod">
        <pc:chgData name="髙浦祐朗" userId="d6d860fe-bc64-411b-9605-a16d1ba875f6" providerId="ADAL" clId="{A65FDE6D-D768-44DB-ADF3-5348D2950BED}" dt="2025-11-17T00:45:36.439" v="84" actId="2711"/>
        <pc:sldMkLst>
          <pc:docMk/>
          <pc:sldMk cId="2850192331" sldId="283"/>
        </pc:sldMkLst>
        <pc:spChg chg="mod">
          <ac:chgData name="髙浦祐朗" userId="d6d860fe-bc64-411b-9605-a16d1ba875f6" providerId="ADAL" clId="{A65FDE6D-D768-44DB-ADF3-5348D2950BED}" dt="2025-11-17T00:45:36.439" v="84" actId="2711"/>
          <ac:spMkLst>
            <pc:docMk/>
            <pc:sldMk cId="2850192331" sldId="283"/>
            <ac:spMk id="3" creationId="{7D47A6E9-7147-18C9-A60F-52EF52F36261}"/>
          </ac:spMkLst>
        </pc:spChg>
      </pc:sldChg>
      <pc:sldChg chg="modSp mod">
        <pc:chgData name="髙浦祐朗" userId="d6d860fe-bc64-411b-9605-a16d1ba875f6" providerId="ADAL" clId="{A65FDE6D-D768-44DB-ADF3-5348D2950BED}" dt="2025-11-17T00:40:31.585" v="36" actId="2711"/>
        <pc:sldMkLst>
          <pc:docMk/>
          <pc:sldMk cId="3792903912" sldId="284"/>
        </pc:sldMkLst>
        <pc:spChg chg="mod">
          <ac:chgData name="髙浦祐朗" userId="d6d860fe-bc64-411b-9605-a16d1ba875f6" providerId="ADAL" clId="{A65FDE6D-D768-44DB-ADF3-5348D2950BED}" dt="2025-11-17T00:40:27.097" v="35" actId="2711"/>
          <ac:spMkLst>
            <pc:docMk/>
            <pc:sldMk cId="3792903912" sldId="284"/>
            <ac:spMk id="2" creationId="{AEA3B405-2877-0C4D-162B-EFD183881974}"/>
          </ac:spMkLst>
        </pc:spChg>
        <pc:graphicFrameChg chg="modGraphic">
          <ac:chgData name="髙浦祐朗" userId="d6d860fe-bc64-411b-9605-a16d1ba875f6" providerId="ADAL" clId="{A65FDE6D-D768-44DB-ADF3-5348D2950BED}" dt="2025-11-17T00:40:31.585" v="36" actId="2711"/>
          <ac:graphicFrameMkLst>
            <pc:docMk/>
            <pc:sldMk cId="3792903912" sldId="284"/>
            <ac:graphicFrameMk id="4" creationId="{51FEDC41-AC7C-7554-8178-10946B664F3A}"/>
          </ac:graphicFrameMkLst>
        </pc:graphicFrameChg>
      </pc:sldChg>
      <pc:sldChg chg="modSp mod">
        <pc:chgData name="髙浦祐朗" userId="d6d860fe-bc64-411b-9605-a16d1ba875f6" providerId="ADAL" clId="{A65FDE6D-D768-44DB-ADF3-5348D2950BED}" dt="2025-11-17T00:40:39.726" v="37" actId="2711"/>
        <pc:sldMkLst>
          <pc:docMk/>
          <pc:sldMk cId="2323533630" sldId="285"/>
        </pc:sldMkLst>
        <pc:spChg chg="mod">
          <ac:chgData name="髙浦祐朗" userId="d6d860fe-bc64-411b-9605-a16d1ba875f6" providerId="ADAL" clId="{A65FDE6D-D768-44DB-ADF3-5348D2950BED}" dt="2025-11-17T00:40:39.726" v="37" actId="2711"/>
          <ac:spMkLst>
            <pc:docMk/>
            <pc:sldMk cId="2323533630" sldId="285"/>
            <ac:spMk id="2" creationId="{80A049E0-24C6-1818-946B-2795AEBC0D02}"/>
          </ac:spMkLst>
        </pc:spChg>
      </pc:sldChg>
      <pc:sldChg chg="modSp mod">
        <pc:chgData name="髙浦祐朗" userId="d6d860fe-bc64-411b-9605-a16d1ba875f6" providerId="ADAL" clId="{A65FDE6D-D768-44DB-ADF3-5348D2950BED}" dt="2025-11-17T00:41:22.630" v="45" actId="2711"/>
        <pc:sldMkLst>
          <pc:docMk/>
          <pc:sldMk cId="4113606636" sldId="286"/>
        </pc:sldMkLst>
        <pc:spChg chg="mod">
          <ac:chgData name="髙浦祐朗" userId="d6d860fe-bc64-411b-9605-a16d1ba875f6" providerId="ADAL" clId="{A65FDE6D-D768-44DB-ADF3-5348D2950BED}" dt="2025-11-17T00:41:22.630" v="45" actId="2711"/>
          <ac:spMkLst>
            <pc:docMk/>
            <pc:sldMk cId="4113606636" sldId="286"/>
            <ac:spMk id="2" creationId="{4719A091-48F8-148B-48D9-B0BE25A9587C}"/>
          </ac:spMkLst>
        </pc:spChg>
      </pc:sldChg>
      <pc:sldChg chg="modSp mod">
        <pc:chgData name="髙浦祐朗" userId="d6d860fe-bc64-411b-9605-a16d1ba875f6" providerId="ADAL" clId="{A65FDE6D-D768-44DB-ADF3-5348D2950BED}" dt="2025-11-17T00:41:56.891" v="49" actId="2711"/>
        <pc:sldMkLst>
          <pc:docMk/>
          <pc:sldMk cId="1338603119" sldId="287"/>
        </pc:sldMkLst>
        <pc:spChg chg="mod">
          <ac:chgData name="髙浦祐朗" userId="d6d860fe-bc64-411b-9605-a16d1ba875f6" providerId="ADAL" clId="{A65FDE6D-D768-44DB-ADF3-5348D2950BED}" dt="2025-11-17T00:41:56.891" v="49" actId="2711"/>
          <ac:spMkLst>
            <pc:docMk/>
            <pc:sldMk cId="1338603119" sldId="287"/>
            <ac:spMk id="2" creationId="{2F989937-E585-2148-82EE-4AA75B68D0B5}"/>
          </ac:spMkLst>
        </pc:spChg>
      </pc:sldChg>
      <pc:sldChg chg="modSp mod">
        <pc:chgData name="髙浦祐朗" userId="d6d860fe-bc64-411b-9605-a16d1ba875f6" providerId="ADAL" clId="{A65FDE6D-D768-44DB-ADF3-5348D2950BED}" dt="2025-11-17T00:43:11.257" v="64" actId="2711"/>
        <pc:sldMkLst>
          <pc:docMk/>
          <pc:sldMk cId="2915595830" sldId="288"/>
        </pc:sldMkLst>
        <pc:spChg chg="mod">
          <ac:chgData name="髙浦祐朗" userId="d6d860fe-bc64-411b-9605-a16d1ba875f6" providerId="ADAL" clId="{A65FDE6D-D768-44DB-ADF3-5348D2950BED}" dt="2025-11-17T00:43:11.257" v="64" actId="2711"/>
          <ac:spMkLst>
            <pc:docMk/>
            <pc:sldMk cId="2915595830" sldId="288"/>
            <ac:spMk id="2" creationId="{05B011DD-C03A-D8FE-D9CF-06637D09026A}"/>
          </ac:spMkLst>
        </pc:spChg>
      </pc:sldChg>
      <pc:sldChg chg="modSp mod">
        <pc:chgData name="髙浦祐朗" userId="d6d860fe-bc64-411b-9605-a16d1ba875f6" providerId="ADAL" clId="{A65FDE6D-D768-44DB-ADF3-5348D2950BED}" dt="2025-11-17T00:43:40.495" v="70" actId="2711"/>
        <pc:sldMkLst>
          <pc:docMk/>
          <pc:sldMk cId="3125729519" sldId="289"/>
        </pc:sldMkLst>
        <pc:spChg chg="mod">
          <ac:chgData name="髙浦祐朗" userId="d6d860fe-bc64-411b-9605-a16d1ba875f6" providerId="ADAL" clId="{A65FDE6D-D768-44DB-ADF3-5348D2950BED}" dt="2025-11-17T00:43:40.495" v="70" actId="2711"/>
          <ac:spMkLst>
            <pc:docMk/>
            <pc:sldMk cId="3125729519" sldId="289"/>
            <ac:spMk id="2" creationId="{950589F4-1890-5C3B-FB61-934F0B071C27}"/>
          </ac:spMkLst>
        </pc:spChg>
      </pc:sldChg>
      <pc:sldChg chg="modSp mod">
        <pc:chgData name="髙浦祐朗" userId="d6d860fe-bc64-411b-9605-a16d1ba875f6" providerId="ADAL" clId="{A65FDE6D-D768-44DB-ADF3-5348D2950BED}" dt="2025-11-17T00:44:45.142" v="78" actId="2711"/>
        <pc:sldMkLst>
          <pc:docMk/>
          <pc:sldMk cId="2382867770" sldId="290"/>
        </pc:sldMkLst>
        <pc:spChg chg="mod">
          <ac:chgData name="髙浦祐朗" userId="d6d860fe-bc64-411b-9605-a16d1ba875f6" providerId="ADAL" clId="{A65FDE6D-D768-44DB-ADF3-5348D2950BED}" dt="2025-11-17T00:44:45.142" v="78" actId="2711"/>
          <ac:spMkLst>
            <pc:docMk/>
            <pc:sldMk cId="2382867770" sldId="290"/>
            <ac:spMk id="2" creationId="{2967F77F-76F6-7408-D73A-090DCBB37AFD}"/>
          </ac:spMkLst>
        </pc:spChg>
      </pc:sldChg>
      <pc:sldChg chg="modSp mod">
        <pc:chgData name="髙浦祐朗" userId="d6d860fe-bc64-411b-9605-a16d1ba875f6" providerId="ADAL" clId="{A65FDE6D-D768-44DB-ADF3-5348D2950BED}" dt="2025-11-17T00:45:20.787" v="82" actId="2711"/>
        <pc:sldMkLst>
          <pc:docMk/>
          <pc:sldMk cId="14093326" sldId="291"/>
        </pc:sldMkLst>
        <pc:spChg chg="mod">
          <ac:chgData name="髙浦祐朗" userId="d6d860fe-bc64-411b-9605-a16d1ba875f6" providerId="ADAL" clId="{A65FDE6D-D768-44DB-ADF3-5348D2950BED}" dt="2025-11-17T00:45:20.787" v="82" actId="2711"/>
          <ac:spMkLst>
            <pc:docMk/>
            <pc:sldMk cId="14093326" sldId="291"/>
            <ac:spMk id="2" creationId="{DA337A02-25B6-0C9F-BB19-5AC435DEBD0A}"/>
          </ac:spMkLst>
        </pc:spChg>
      </pc:sldChg>
      <pc:sldChg chg="modSp mod">
        <pc:chgData name="髙浦祐朗" userId="d6d860fe-bc64-411b-9605-a16d1ba875f6" providerId="ADAL" clId="{A65FDE6D-D768-44DB-ADF3-5348D2950BED}" dt="2025-11-17T00:46:09.298" v="88" actId="14100"/>
        <pc:sldMkLst>
          <pc:docMk/>
          <pc:sldMk cId="99778871" sldId="326"/>
        </pc:sldMkLst>
        <pc:spChg chg="mod">
          <ac:chgData name="髙浦祐朗" userId="d6d860fe-bc64-411b-9605-a16d1ba875f6" providerId="ADAL" clId="{A65FDE6D-D768-44DB-ADF3-5348D2950BED}" dt="2025-11-17T00:45:59.955" v="86" actId="2711"/>
          <ac:spMkLst>
            <pc:docMk/>
            <pc:sldMk cId="99778871" sldId="326"/>
            <ac:spMk id="5" creationId="{00000000-0000-0000-0000-000000000000}"/>
          </ac:spMkLst>
        </pc:spChg>
        <pc:spChg chg="mod">
          <ac:chgData name="髙浦祐朗" userId="d6d860fe-bc64-411b-9605-a16d1ba875f6" providerId="ADAL" clId="{A65FDE6D-D768-44DB-ADF3-5348D2950BED}" dt="2025-11-17T00:45:59.955" v="86" actId="2711"/>
          <ac:spMkLst>
            <pc:docMk/>
            <pc:sldMk cId="99778871" sldId="326"/>
            <ac:spMk id="26" creationId="{00000000-0000-0000-0000-000000000000}"/>
          </ac:spMkLst>
        </pc:spChg>
        <pc:spChg chg="mod">
          <ac:chgData name="髙浦祐朗" userId="d6d860fe-bc64-411b-9605-a16d1ba875f6" providerId="ADAL" clId="{A65FDE6D-D768-44DB-ADF3-5348D2950BED}" dt="2025-11-17T00:45:59.955" v="86" actId="2711"/>
          <ac:spMkLst>
            <pc:docMk/>
            <pc:sldMk cId="99778871" sldId="326"/>
            <ac:spMk id="29" creationId="{00000000-0000-0000-0000-000000000000}"/>
          </ac:spMkLst>
        </pc:spChg>
        <pc:spChg chg="mod">
          <ac:chgData name="髙浦祐朗" userId="d6d860fe-bc64-411b-9605-a16d1ba875f6" providerId="ADAL" clId="{A65FDE6D-D768-44DB-ADF3-5348D2950BED}" dt="2025-11-17T00:45:59.955" v="86" actId="2711"/>
          <ac:spMkLst>
            <pc:docMk/>
            <pc:sldMk cId="99778871" sldId="326"/>
            <ac:spMk id="31" creationId="{00000000-0000-0000-0000-000000000000}"/>
          </ac:spMkLst>
        </pc:spChg>
        <pc:spChg chg="mod">
          <ac:chgData name="髙浦祐朗" userId="d6d860fe-bc64-411b-9605-a16d1ba875f6" providerId="ADAL" clId="{A65FDE6D-D768-44DB-ADF3-5348D2950BED}" dt="2025-11-17T00:45:59.955" v="86" actId="2711"/>
          <ac:spMkLst>
            <pc:docMk/>
            <pc:sldMk cId="99778871" sldId="326"/>
            <ac:spMk id="32" creationId="{00000000-0000-0000-0000-000000000000}"/>
          </ac:spMkLst>
        </pc:spChg>
        <pc:spChg chg="mod">
          <ac:chgData name="髙浦祐朗" userId="d6d860fe-bc64-411b-9605-a16d1ba875f6" providerId="ADAL" clId="{A65FDE6D-D768-44DB-ADF3-5348D2950BED}" dt="2025-11-17T00:45:59.955" v="86" actId="2711"/>
          <ac:spMkLst>
            <pc:docMk/>
            <pc:sldMk cId="99778871" sldId="326"/>
            <ac:spMk id="59" creationId="{00000000-0000-0000-0000-000000000000}"/>
          </ac:spMkLst>
        </pc:spChg>
        <pc:spChg chg="mod">
          <ac:chgData name="髙浦祐朗" userId="d6d860fe-bc64-411b-9605-a16d1ba875f6" providerId="ADAL" clId="{A65FDE6D-D768-44DB-ADF3-5348D2950BED}" dt="2025-11-17T00:45:59.955" v="86" actId="2711"/>
          <ac:spMkLst>
            <pc:docMk/>
            <pc:sldMk cId="99778871" sldId="326"/>
            <ac:spMk id="68" creationId="{00000000-0000-0000-0000-000000000000}"/>
          </ac:spMkLst>
        </pc:spChg>
        <pc:spChg chg="mod">
          <ac:chgData name="髙浦祐朗" userId="d6d860fe-bc64-411b-9605-a16d1ba875f6" providerId="ADAL" clId="{A65FDE6D-D768-44DB-ADF3-5348D2950BED}" dt="2025-11-17T00:45:59.955" v="86" actId="2711"/>
          <ac:spMkLst>
            <pc:docMk/>
            <pc:sldMk cId="99778871" sldId="326"/>
            <ac:spMk id="69" creationId="{00000000-0000-0000-0000-000000000000}"/>
          </ac:spMkLst>
        </pc:spChg>
        <pc:spChg chg="mod">
          <ac:chgData name="髙浦祐朗" userId="d6d860fe-bc64-411b-9605-a16d1ba875f6" providerId="ADAL" clId="{A65FDE6D-D768-44DB-ADF3-5348D2950BED}" dt="2025-11-17T00:46:09.298" v="88" actId="14100"/>
          <ac:spMkLst>
            <pc:docMk/>
            <pc:sldMk cId="99778871" sldId="326"/>
            <ac:spMk id="80" creationId="{00000000-0000-0000-0000-000000000000}"/>
          </ac:spMkLst>
        </pc:spChg>
        <pc:spChg chg="mod">
          <ac:chgData name="髙浦祐朗" userId="d6d860fe-bc64-411b-9605-a16d1ba875f6" providerId="ADAL" clId="{A65FDE6D-D768-44DB-ADF3-5348D2950BED}" dt="2025-11-17T00:45:59.955" v="86" actId="2711"/>
          <ac:spMkLst>
            <pc:docMk/>
            <pc:sldMk cId="99778871" sldId="326"/>
            <ac:spMk id="90" creationId="{00000000-0000-0000-0000-000000000000}"/>
          </ac:spMkLst>
        </pc:spChg>
        <pc:spChg chg="mod">
          <ac:chgData name="髙浦祐朗" userId="d6d860fe-bc64-411b-9605-a16d1ba875f6" providerId="ADAL" clId="{A65FDE6D-D768-44DB-ADF3-5348D2950BED}" dt="2025-11-17T00:45:59.955" v="86" actId="2711"/>
          <ac:spMkLst>
            <pc:docMk/>
            <pc:sldMk cId="99778871" sldId="326"/>
            <ac:spMk id="108" creationId="{00000000-0000-0000-0000-000000000000}"/>
          </ac:spMkLst>
        </pc:spChg>
        <pc:spChg chg="mod">
          <ac:chgData name="髙浦祐朗" userId="d6d860fe-bc64-411b-9605-a16d1ba875f6" providerId="ADAL" clId="{A65FDE6D-D768-44DB-ADF3-5348D2950BED}" dt="2025-11-17T00:46:03.182" v="87" actId="14100"/>
          <ac:spMkLst>
            <pc:docMk/>
            <pc:sldMk cId="99778871" sldId="326"/>
            <ac:spMk id="122" creationId="{00000000-0000-0000-0000-000000000000}"/>
          </ac:spMkLst>
        </pc:spChg>
      </pc:sldChg>
      <pc:sldChg chg="modSp mod">
        <pc:chgData name="髙浦祐朗" userId="d6d860fe-bc64-411b-9605-a16d1ba875f6" providerId="ADAL" clId="{A65FDE6D-D768-44DB-ADF3-5348D2950BED}" dt="2025-11-17T00:45:46.488" v="85" actId="2711"/>
        <pc:sldMkLst>
          <pc:docMk/>
          <pc:sldMk cId="3162751215" sldId="330"/>
        </pc:sldMkLst>
        <pc:spChg chg="mod">
          <ac:chgData name="髙浦祐朗" userId="d6d860fe-bc64-411b-9605-a16d1ba875f6" providerId="ADAL" clId="{A65FDE6D-D768-44DB-ADF3-5348D2950BED}" dt="2025-11-17T00:45:46.488" v="85" actId="2711"/>
          <ac:spMkLst>
            <pc:docMk/>
            <pc:sldMk cId="3162751215" sldId="330"/>
            <ac:spMk id="6" creationId="{00000000-0000-0000-0000-000000000000}"/>
          </ac:spMkLst>
        </pc:spChg>
        <pc:spChg chg="mod">
          <ac:chgData name="髙浦祐朗" userId="d6d860fe-bc64-411b-9605-a16d1ba875f6" providerId="ADAL" clId="{A65FDE6D-D768-44DB-ADF3-5348D2950BED}" dt="2025-11-17T00:45:46.488" v="85" actId="2711"/>
          <ac:spMkLst>
            <pc:docMk/>
            <pc:sldMk cId="3162751215" sldId="330"/>
            <ac:spMk id="8" creationId="{00000000-0000-0000-0000-000000000000}"/>
          </ac:spMkLst>
        </pc:spChg>
        <pc:spChg chg="mod">
          <ac:chgData name="髙浦祐朗" userId="d6d860fe-bc64-411b-9605-a16d1ba875f6" providerId="ADAL" clId="{A65FDE6D-D768-44DB-ADF3-5348D2950BED}" dt="2025-11-17T00:45:46.488" v="85" actId="2711"/>
          <ac:spMkLst>
            <pc:docMk/>
            <pc:sldMk cId="3162751215" sldId="330"/>
            <ac:spMk id="20" creationId="{00000000-0000-0000-0000-000000000000}"/>
          </ac:spMkLst>
        </pc:spChg>
        <pc:spChg chg="mod">
          <ac:chgData name="髙浦祐朗" userId="d6d860fe-bc64-411b-9605-a16d1ba875f6" providerId="ADAL" clId="{A65FDE6D-D768-44DB-ADF3-5348D2950BED}" dt="2025-11-17T00:45:46.488" v="85" actId="2711"/>
          <ac:spMkLst>
            <pc:docMk/>
            <pc:sldMk cId="3162751215" sldId="330"/>
            <ac:spMk id="90" creationId="{00000000-0000-0000-0000-000000000000}"/>
          </ac:spMkLst>
        </pc:spChg>
        <pc:spChg chg="mod">
          <ac:chgData name="髙浦祐朗" userId="d6d860fe-bc64-411b-9605-a16d1ba875f6" providerId="ADAL" clId="{A65FDE6D-D768-44DB-ADF3-5348D2950BED}" dt="2025-11-17T00:45:46.488" v="85" actId="2711"/>
          <ac:spMkLst>
            <pc:docMk/>
            <pc:sldMk cId="3162751215" sldId="330"/>
            <ac:spMk id="91" creationId="{00000000-0000-0000-0000-000000000000}"/>
          </ac:spMkLst>
        </pc:spChg>
        <pc:spChg chg="mod">
          <ac:chgData name="髙浦祐朗" userId="d6d860fe-bc64-411b-9605-a16d1ba875f6" providerId="ADAL" clId="{A65FDE6D-D768-44DB-ADF3-5348D2950BED}" dt="2025-11-17T00:45:46.488" v="85" actId="2711"/>
          <ac:spMkLst>
            <pc:docMk/>
            <pc:sldMk cId="3162751215" sldId="330"/>
            <ac:spMk id="96" creationId="{00000000-0000-0000-0000-000000000000}"/>
          </ac:spMkLst>
        </pc:spChg>
        <pc:spChg chg="mod">
          <ac:chgData name="髙浦祐朗" userId="d6d860fe-bc64-411b-9605-a16d1ba875f6" providerId="ADAL" clId="{A65FDE6D-D768-44DB-ADF3-5348D2950BED}" dt="2025-11-17T00:45:46.488" v="85" actId="2711"/>
          <ac:spMkLst>
            <pc:docMk/>
            <pc:sldMk cId="3162751215" sldId="330"/>
            <ac:spMk id="97" creationId="{00000000-0000-0000-0000-000000000000}"/>
          </ac:spMkLst>
        </pc:spChg>
        <pc:spChg chg="mod">
          <ac:chgData name="髙浦祐朗" userId="d6d860fe-bc64-411b-9605-a16d1ba875f6" providerId="ADAL" clId="{A65FDE6D-D768-44DB-ADF3-5348D2950BED}" dt="2025-11-17T00:45:46.488" v="85" actId="2711"/>
          <ac:spMkLst>
            <pc:docMk/>
            <pc:sldMk cId="3162751215" sldId="330"/>
            <ac:spMk id="98" creationId="{00000000-0000-0000-0000-000000000000}"/>
          </ac:spMkLst>
        </pc:spChg>
        <pc:spChg chg="mod">
          <ac:chgData name="髙浦祐朗" userId="d6d860fe-bc64-411b-9605-a16d1ba875f6" providerId="ADAL" clId="{A65FDE6D-D768-44DB-ADF3-5348D2950BED}" dt="2025-11-17T00:45:46.488" v="85" actId="2711"/>
          <ac:spMkLst>
            <pc:docMk/>
            <pc:sldMk cId="3162751215" sldId="330"/>
            <ac:spMk id="99" creationId="{00000000-0000-0000-0000-000000000000}"/>
          </ac:spMkLst>
        </pc:spChg>
        <pc:spChg chg="mod">
          <ac:chgData name="髙浦祐朗" userId="d6d860fe-bc64-411b-9605-a16d1ba875f6" providerId="ADAL" clId="{A65FDE6D-D768-44DB-ADF3-5348D2950BED}" dt="2025-11-17T00:45:46.488" v="85" actId="2711"/>
          <ac:spMkLst>
            <pc:docMk/>
            <pc:sldMk cId="3162751215" sldId="330"/>
            <ac:spMk id="100" creationId="{00000000-0000-0000-0000-000000000000}"/>
          </ac:spMkLst>
        </pc:spChg>
      </pc:sldChg>
      <pc:sldChg chg="modSp mod">
        <pc:chgData name="髙浦祐朗" userId="d6d860fe-bc64-411b-9605-a16d1ba875f6" providerId="ADAL" clId="{A65FDE6D-D768-44DB-ADF3-5348D2950BED}" dt="2025-11-17T00:47:03.321" v="94" actId="6549"/>
        <pc:sldMkLst>
          <pc:docMk/>
          <pc:sldMk cId="1654155038" sldId="1285"/>
        </pc:sldMkLst>
        <pc:spChg chg="mod">
          <ac:chgData name="髙浦祐朗" userId="d6d860fe-bc64-411b-9605-a16d1ba875f6" providerId="ADAL" clId="{A65FDE6D-D768-44DB-ADF3-5348D2950BED}" dt="2025-11-12T02:35:21.456" v="21" actId="1076"/>
          <ac:spMkLst>
            <pc:docMk/>
            <pc:sldMk cId="1654155038" sldId="1285"/>
            <ac:spMk id="8" creationId="{8ABC91B1-5955-4B6D-28A0-B05153F044F9}"/>
          </ac:spMkLst>
        </pc:spChg>
        <pc:spChg chg="mod">
          <ac:chgData name="髙浦祐朗" userId="d6d860fe-bc64-411b-9605-a16d1ba875f6" providerId="ADAL" clId="{A65FDE6D-D768-44DB-ADF3-5348D2950BED}" dt="2025-11-17T00:46:58.195" v="93" actId="2711"/>
          <ac:spMkLst>
            <pc:docMk/>
            <pc:sldMk cId="1654155038" sldId="1285"/>
            <ac:spMk id="9" creationId="{B76442A9-6042-AA89-F03E-5D10247E826D}"/>
          </ac:spMkLst>
        </pc:spChg>
        <pc:spChg chg="mod">
          <ac:chgData name="髙浦祐朗" userId="d6d860fe-bc64-411b-9605-a16d1ba875f6" providerId="ADAL" clId="{A65FDE6D-D768-44DB-ADF3-5348D2950BED}" dt="2025-11-17T00:46:58.195" v="93" actId="2711"/>
          <ac:spMkLst>
            <pc:docMk/>
            <pc:sldMk cId="1654155038" sldId="1285"/>
            <ac:spMk id="13" creationId="{A2BD19FB-8A17-61C3-0BC3-BC8A10DF1741}"/>
          </ac:spMkLst>
        </pc:spChg>
        <pc:spChg chg="mod">
          <ac:chgData name="髙浦祐朗" userId="d6d860fe-bc64-411b-9605-a16d1ba875f6" providerId="ADAL" clId="{A65FDE6D-D768-44DB-ADF3-5348D2950BED}" dt="2025-11-17T00:47:03.321" v="94" actId="6549"/>
          <ac:spMkLst>
            <pc:docMk/>
            <pc:sldMk cId="1654155038" sldId="1285"/>
            <ac:spMk id="30" creationId="{BCF67B8A-3E55-20B1-C3C3-F0FBA8B80E99}"/>
          </ac:spMkLst>
        </pc:spChg>
        <pc:spChg chg="mod">
          <ac:chgData name="髙浦祐朗" userId="d6d860fe-bc64-411b-9605-a16d1ba875f6" providerId="ADAL" clId="{A65FDE6D-D768-44DB-ADF3-5348D2950BED}" dt="2025-11-17T00:46:58.195" v="93" actId="2711"/>
          <ac:spMkLst>
            <pc:docMk/>
            <pc:sldMk cId="1654155038" sldId="1285"/>
            <ac:spMk id="52" creationId="{65E55A95-1524-D046-2B7D-EFA3CEB3F879}"/>
          </ac:spMkLst>
        </pc:spChg>
        <pc:spChg chg="mod">
          <ac:chgData name="髙浦祐朗" userId="d6d860fe-bc64-411b-9605-a16d1ba875f6" providerId="ADAL" clId="{A65FDE6D-D768-44DB-ADF3-5348D2950BED}" dt="2025-11-17T00:46:58.195" v="93" actId="2711"/>
          <ac:spMkLst>
            <pc:docMk/>
            <pc:sldMk cId="1654155038" sldId="1285"/>
            <ac:spMk id="58" creationId="{5445AD43-0EA6-CF7D-AB50-F8FF3C2222F1}"/>
          </ac:spMkLst>
        </pc:spChg>
        <pc:spChg chg="mod">
          <ac:chgData name="髙浦祐朗" userId="d6d860fe-bc64-411b-9605-a16d1ba875f6" providerId="ADAL" clId="{A65FDE6D-D768-44DB-ADF3-5348D2950BED}" dt="2025-11-17T00:46:58.195" v="93" actId="2711"/>
          <ac:spMkLst>
            <pc:docMk/>
            <pc:sldMk cId="1654155038" sldId="1285"/>
            <ac:spMk id="63" creationId="{73D9B7AF-8103-F89B-48F2-784FD359A869}"/>
          </ac:spMkLst>
        </pc:spChg>
        <pc:spChg chg="mod">
          <ac:chgData name="髙浦祐朗" userId="d6d860fe-bc64-411b-9605-a16d1ba875f6" providerId="ADAL" clId="{A65FDE6D-D768-44DB-ADF3-5348D2950BED}" dt="2025-11-17T00:46:58.195" v="93" actId="2711"/>
          <ac:spMkLst>
            <pc:docMk/>
            <pc:sldMk cId="1654155038" sldId="1285"/>
            <ac:spMk id="64" creationId="{0E8494E3-87C7-72FE-AE0F-0F09C422A53A}"/>
          </ac:spMkLst>
        </pc:spChg>
        <pc:spChg chg="mod">
          <ac:chgData name="髙浦祐朗" userId="d6d860fe-bc64-411b-9605-a16d1ba875f6" providerId="ADAL" clId="{A65FDE6D-D768-44DB-ADF3-5348D2950BED}" dt="2025-11-17T00:46:58.195" v="93" actId="2711"/>
          <ac:spMkLst>
            <pc:docMk/>
            <pc:sldMk cId="1654155038" sldId="1285"/>
            <ac:spMk id="75" creationId="{9083BC27-85A5-74B7-2AFB-AA136529C7A5}"/>
          </ac:spMkLst>
        </pc:spChg>
        <pc:spChg chg="mod">
          <ac:chgData name="髙浦祐朗" userId="d6d860fe-bc64-411b-9605-a16d1ba875f6" providerId="ADAL" clId="{A65FDE6D-D768-44DB-ADF3-5348D2950BED}" dt="2025-11-17T00:46:58.195" v="93" actId="2711"/>
          <ac:spMkLst>
            <pc:docMk/>
            <pc:sldMk cId="1654155038" sldId="1285"/>
            <ac:spMk id="76" creationId="{467DA5A1-3811-A7C4-91A0-066ABAD69E7E}"/>
          </ac:spMkLst>
        </pc:spChg>
        <pc:spChg chg="mod">
          <ac:chgData name="髙浦祐朗" userId="d6d860fe-bc64-411b-9605-a16d1ba875f6" providerId="ADAL" clId="{A65FDE6D-D768-44DB-ADF3-5348D2950BED}" dt="2025-11-17T00:46:58.195" v="93" actId="2711"/>
          <ac:spMkLst>
            <pc:docMk/>
            <pc:sldMk cId="1654155038" sldId="1285"/>
            <ac:spMk id="81" creationId="{982519A5-9549-AB12-6048-F3707979246B}"/>
          </ac:spMkLst>
        </pc:spChg>
        <pc:spChg chg="mod">
          <ac:chgData name="髙浦祐朗" userId="d6d860fe-bc64-411b-9605-a16d1ba875f6" providerId="ADAL" clId="{A65FDE6D-D768-44DB-ADF3-5348D2950BED}" dt="2025-11-17T00:46:58.195" v="93" actId="2711"/>
          <ac:spMkLst>
            <pc:docMk/>
            <pc:sldMk cId="1654155038" sldId="1285"/>
            <ac:spMk id="84" creationId="{99B98DBD-8BB0-5161-A5EC-A221E0D1C173}"/>
          </ac:spMkLst>
        </pc:spChg>
        <pc:grpChg chg="mod">
          <ac:chgData name="髙浦祐朗" userId="d6d860fe-bc64-411b-9605-a16d1ba875f6" providerId="ADAL" clId="{A65FDE6D-D768-44DB-ADF3-5348D2950BED}" dt="2025-11-12T02:35:29.017" v="22" actId="1076"/>
          <ac:grpSpMkLst>
            <pc:docMk/>
            <pc:sldMk cId="1654155038" sldId="1285"/>
            <ac:grpSpMk id="7" creationId="{AB62B23E-9CF4-0AB8-4620-0AA0C299EC83}"/>
          </ac:grpSpMkLst>
        </pc:grpChg>
        <pc:grpChg chg="mod">
          <ac:chgData name="髙浦祐朗" userId="d6d860fe-bc64-411b-9605-a16d1ba875f6" providerId="ADAL" clId="{A65FDE6D-D768-44DB-ADF3-5348D2950BED}" dt="2025-11-12T02:35:44.047" v="32" actId="554"/>
          <ac:grpSpMkLst>
            <pc:docMk/>
            <pc:sldMk cId="1654155038" sldId="1285"/>
            <ac:grpSpMk id="11" creationId="{4DA03BEF-3AF6-A414-7AB6-D4741865AEE6}"/>
          </ac:grpSpMkLst>
        </pc:grpChg>
        <pc:grpChg chg="mod">
          <ac:chgData name="髙浦祐朗" userId="d6d860fe-bc64-411b-9605-a16d1ba875f6" providerId="ADAL" clId="{A65FDE6D-D768-44DB-ADF3-5348D2950BED}" dt="2025-11-12T02:35:44.047" v="32" actId="554"/>
          <ac:grpSpMkLst>
            <pc:docMk/>
            <pc:sldMk cId="1654155038" sldId="1285"/>
            <ac:grpSpMk id="74" creationId="{BB6A735B-E333-236E-E951-9934E1CEF6FC}"/>
          </ac:grpSpMkLst>
        </pc:grpChg>
        <pc:cxnChg chg="mod">
          <ac:chgData name="髙浦祐朗" userId="d6d860fe-bc64-411b-9605-a16d1ba875f6" providerId="ADAL" clId="{A65FDE6D-D768-44DB-ADF3-5348D2950BED}" dt="2025-11-12T02:35:55.733" v="34" actId="14100"/>
          <ac:cxnSpMkLst>
            <pc:docMk/>
            <pc:sldMk cId="1654155038" sldId="1285"/>
            <ac:cxnSpMk id="37" creationId="{D2B2C85C-10EB-F591-F0EB-6A32CB01D9C8}"/>
          </ac:cxnSpMkLst>
        </pc:cxnChg>
        <pc:cxnChg chg="mod">
          <ac:chgData name="髙浦祐朗" userId="d6d860fe-bc64-411b-9605-a16d1ba875f6" providerId="ADAL" clId="{A65FDE6D-D768-44DB-ADF3-5348D2950BED}" dt="2025-11-12T02:35:29.017" v="22" actId="1076"/>
          <ac:cxnSpMkLst>
            <pc:docMk/>
            <pc:sldMk cId="1654155038" sldId="1285"/>
            <ac:cxnSpMk id="69" creationId="{A3744246-3BED-F941-A74F-541AA430EBB9}"/>
          </ac:cxnSpMkLst>
        </pc:cxnChg>
        <pc:cxnChg chg="mod">
          <ac:chgData name="髙浦祐朗" userId="d6d860fe-bc64-411b-9605-a16d1ba875f6" providerId="ADAL" clId="{A65FDE6D-D768-44DB-ADF3-5348D2950BED}" dt="2025-11-12T02:35:50.675" v="33" actId="14100"/>
          <ac:cxnSpMkLst>
            <pc:docMk/>
            <pc:sldMk cId="1654155038" sldId="1285"/>
            <ac:cxnSpMk id="90" creationId="{D9BFC8DC-442C-D6D0-84CC-678E57B77428}"/>
          </ac:cxnSpMkLst>
        </pc:cxnChg>
      </pc:sldChg>
      <pc:sldChg chg="modSp mod">
        <pc:chgData name="髙浦祐朗" userId="d6d860fe-bc64-411b-9605-a16d1ba875f6" providerId="ADAL" clId="{A65FDE6D-D768-44DB-ADF3-5348D2950BED}" dt="2025-11-17T00:47:28.684" v="96" actId="207"/>
        <pc:sldMkLst>
          <pc:docMk/>
          <pc:sldMk cId="1888034922" sldId="1287"/>
        </pc:sldMkLst>
        <pc:spChg chg="mod">
          <ac:chgData name="髙浦祐朗" userId="d6d860fe-bc64-411b-9605-a16d1ba875f6" providerId="ADAL" clId="{A65FDE6D-D768-44DB-ADF3-5348D2950BED}" dt="2025-11-17T00:47:28.684" v="96" actId="207"/>
          <ac:spMkLst>
            <pc:docMk/>
            <pc:sldMk cId="1888034922" sldId="1287"/>
            <ac:spMk id="3" creationId="{1EB635F0-9FA3-D1C8-A18A-8E2C4463A7C1}"/>
          </ac:spMkLst>
        </pc:spChg>
      </pc:sldChg>
      <pc:sldChg chg="modSp mod">
        <pc:chgData name="髙浦祐朗" userId="d6d860fe-bc64-411b-9605-a16d1ba875f6" providerId="ADAL" clId="{A65FDE6D-D768-44DB-ADF3-5348D2950BED}" dt="2025-11-17T00:46:45.617" v="92" actId="2711"/>
        <pc:sldMkLst>
          <pc:docMk/>
          <pc:sldMk cId="1232929671" sldId="1288"/>
        </pc:sldMkLst>
        <pc:spChg chg="mod">
          <ac:chgData name="髙浦祐朗" userId="d6d860fe-bc64-411b-9605-a16d1ba875f6" providerId="ADAL" clId="{A65FDE6D-D768-44DB-ADF3-5348D2950BED}" dt="2025-11-17T00:46:38.498" v="91" actId="2711"/>
          <ac:spMkLst>
            <pc:docMk/>
            <pc:sldMk cId="1232929671" sldId="1288"/>
            <ac:spMk id="5" creationId="{BDCEC1B1-B90A-613C-3930-0413D4A85648}"/>
          </ac:spMkLst>
        </pc:spChg>
        <pc:spChg chg="mod">
          <ac:chgData name="髙浦祐朗" userId="d6d860fe-bc64-411b-9605-a16d1ba875f6" providerId="ADAL" clId="{A65FDE6D-D768-44DB-ADF3-5348D2950BED}" dt="2025-11-17T00:46:45.617" v="92" actId="2711"/>
          <ac:spMkLst>
            <pc:docMk/>
            <pc:sldMk cId="1232929671" sldId="1288"/>
            <ac:spMk id="7" creationId="{0A8B8724-EFCB-C8E5-E99D-ABD0341ECB59}"/>
          </ac:spMkLst>
        </pc:spChg>
        <pc:spChg chg="mod">
          <ac:chgData name="髙浦祐朗" userId="d6d860fe-bc64-411b-9605-a16d1ba875f6" providerId="ADAL" clId="{A65FDE6D-D768-44DB-ADF3-5348D2950BED}" dt="2025-11-17T00:46:45.617" v="92" actId="2711"/>
          <ac:spMkLst>
            <pc:docMk/>
            <pc:sldMk cId="1232929671" sldId="1288"/>
            <ac:spMk id="8" creationId="{0658D0AC-E3A2-EF5E-131F-DCBF5CF39D55}"/>
          </ac:spMkLst>
        </pc:spChg>
        <pc:spChg chg="mod">
          <ac:chgData name="髙浦祐朗" userId="d6d860fe-bc64-411b-9605-a16d1ba875f6" providerId="ADAL" clId="{A65FDE6D-D768-44DB-ADF3-5348D2950BED}" dt="2025-11-17T00:46:45.617" v="92" actId="2711"/>
          <ac:spMkLst>
            <pc:docMk/>
            <pc:sldMk cId="1232929671" sldId="1288"/>
            <ac:spMk id="11" creationId="{96CFD523-ECFB-B9BF-145F-00C2C4E65F37}"/>
          </ac:spMkLst>
        </pc:spChg>
        <pc:spChg chg="mod">
          <ac:chgData name="髙浦祐朗" userId="d6d860fe-bc64-411b-9605-a16d1ba875f6" providerId="ADAL" clId="{A65FDE6D-D768-44DB-ADF3-5348D2950BED}" dt="2025-11-17T00:46:45.617" v="92" actId="2711"/>
          <ac:spMkLst>
            <pc:docMk/>
            <pc:sldMk cId="1232929671" sldId="1288"/>
            <ac:spMk id="12" creationId="{7961E4E4-B02F-574C-08DF-EE9EBEBA404F}"/>
          </ac:spMkLst>
        </pc:spChg>
        <pc:spChg chg="mod">
          <ac:chgData name="髙浦祐朗" userId="d6d860fe-bc64-411b-9605-a16d1ba875f6" providerId="ADAL" clId="{A65FDE6D-D768-44DB-ADF3-5348D2950BED}" dt="2025-11-17T00:46:38.498" v="91" actId="2711"/>
          <ac:spMkLst>
            <pc:docMk/>
            <pc:sldMk cId="1232929671" sldId="1288"/>
            <ac:spMk id="14" creationId="{0425718F-3767-6297-44C6-928BDC828B23}"/>
          </ac:spMkLst>
        </pc:spChg>
        <pc:spChg chg="mod">
          <ac:chgData name="髙浦祐朗" userId="d6d860fe-bc64-411b-9605-a16d1ba875f6" providerId="ADAL" clId="{A65FDE6D-D768-44DB-ADF3-5348D2950BED}" dt="2025-11-17T00:46:45.617" v="92" actId="2711"/>
          <ac:spMkLst>
            <pc:docMk/>
            <pc:sldMk cId="1232929671" sldId="1288"/>
            <ac:spMk id="22" creationId="{78E7417C-B8D8-9338-1B6F-71502B926750}"/>
          </ac:spMkLst>
        </pc:spChg>
        <pc:spChg chg="mod">
          <ac:chgData name="髙浦祐朗" userId="d6d860fe-bc64-411b-9605-a16d1ba875f6" providerId="ADAL" clId="{A65FDE6D-D768-44DB-ADF3-5348D2950BED}" dt="2025-11-17T00:46:38.498" v="91" actId="2711"/>
          <ac:spMkLst>
            <pc:docMk/>
            <pc:sldMk cId="1232929671" sldId="1288"/>
            <ac:spMk id="31" creationId="{3ADE8AEA-352E-D640-9F6B-9247E4BA63EB}"/>
          </ac:spMkLst>
        </pc:spChg>
        <pc:spChg chg="mod">
          <ac:chgData name="髙浦祐朗" userId="d6d860fe-bc64-411b-9605-a16d1ba875f6" providerId="ADAL" clId="{A65FDE6D-D768-44DB-ADF3-5348D2950BED}" dt="2025-11-17T00:46:38.498" v="91" actId="2711"/>
          <ac:spMkLst>
            <pc:docMk/>
            <pc:sldMk cId="1232929671" sldId="1288"/>
            <ac:spMk id="38" creationId="{AFBD8393-58BB-F15B-82EF-A20619A25259}"/>
          </ac:spMkLst>
        </pc:spChg>
        <pc:spChg chg="mod">
          <ac:chgData name="髙浦祐朗" userId="d6d860fe-bc64-411b-9605-a16d1ba875f6" providerId="ADAL" clId="{A65FDE6D-D768-44DB-ADF3-5348D2950BED}" dt="2025-11-17T00:46:38.498" v="91" actId="2711"/>
          <ac:spMkLst>
            <pc:docMk/>
            <pc:sldMk cId="1232929671" sldId="1288"/>
            <ac:spMk id="43" creationId="{A56C8BEA-83B5-C204-D224-972B5C62AF15}"/>
          </ac:spMkLst>
        </pc:spChg>
        <pc:spChg chg="mod">
          <ac:chgData name="髙浦祐朗" userId="d6d860fe-bc64-411b-9605-a16d1ba875f6" providerId="ADAL" clId="{A65FDE6D-D768-44DB-ADF3-5348D2950BED}" dt="2025-11-17T00:46:38.498" v="91" actId="2711"/>
          <ac:spMkLst>
            <pc:docMk/>
            <pc:sldMk cId="1232929671" sldId="1288"/>
            <ac:spMk id="45" creationId="{6C145807-7F09-D2B9-8AAC-27FC7C519E6D}"/>
          </ac:spMkLst>
        </pc:spChg>
        <pc:spChg chg="mod">
          <ac:chgData name="髙浦祐朗" userId="d6d860fe-bc64-411b-9605-a16d1ba875f6" providerId="ADAL" clId="{A65FDE6D-D768-44DB-ADF3-5348D2950BED}" dt="2025-11-17T00:46:38.498" v="91" actId="2711"/>
          <ac:spMkLst>
            <pc:docMk/>
            <pc:sldMk cId="1232929671" sldId="1288"/>
            <ac:spMk id="54" creationId="{F0592F2C-0376-01DF-50B7-AC1FD82C56DB}"/>
          </ac:spMkLst>
        </pc:spChg>
        <pc:spChg chg="mod">
          <ac:chgData name="髙浦祐朗" userId="d6d860fe-bc64-411b-9605-a16d1ba875f6" providerId="ADAL" clId="{A65FDE6D-D768-44DB-ADF3-5348D2950BED}" dt="2025-11-17T00:46:38.498" v="91" actId="2711"/>
          <ac:spMkLst>
            <pc:docMk/>
            <pc:sldMk cId="1232929671" sldId="1288"/>
            <ac:spMk id="58" creationId="{6E4E14E9-F570-4650-A4B4-2544E356FE90}"/>
          </ac:spMkLst>
        </pc:spChg>
        <pc:spChg chg="mod">
          <ac:chgData name="髙浦祐朗" userId="d6d860fe-bc64-411b-9605-a16d1ba875f6" providerId="ADAL" clId="{A65FDE6D-D768-44DB-ADF3-5348D2950BED}" dt="2025-11-17T00:46:38.498" v="91" actId="2711"/>
          <ac:spMkLst>
            <pc:docMk/>
            <pc:sldMk cId="1232929671" sldId="1288"/>
            <ac:spMk id="63" creationId="{018FDD84-9216-889C-31C6-D0D6396959A6}"/>
          </ac:spMkLst>
        </pc:spChg>
        <pc:spChg chg="mod">
          <ac:chgData name="髙浦祐朗" userId="d6d860fe-bc64-411b-9605-a16d1ba875f6" providerId="ADAL" clId="{A65FDE6D-D768-44DB-ADF3-5348D2950BED}" dt="2025-11-17T00:46:38.498" v="91" actId="2711"/>
          <ac:spMkLst>
            <pc:docMk/>
            <pc:sldMk cId="1232929671" sldId="1288"/>
            <ac:spMk id="66" creationId="{D9C1D92E-7E85-B803-C0D3-1868FCFA3A9C}"/>
          </ac:spMkLst>
        </pc:spChg>
      </pc:sldChg>
      <pc:sldChg chg="modSp mod">
        <pc:chgData name="髙浦祐朗" userId="d6d860fe-bc64-411b-9605-a16d1ba875f6" providerId="ADAL" clId="{A65FDE6D-D768-44DB-ADF3-5348D2950BED}" dt="2025-11-17T00:46:30.138" v="90" actId="2711"/>
        <pc:sldMkLst>
          <pc:docMk/>
          <pc:sldMk cId="1785589844" sldId="2147376028"/>
        </pc:sldMkLst>
        <pc:spChg chg="mod">
          <ac:chgData name="髙浦祐朗" userId="d6d860fe-bc64-411b-9605-a16d1ba875f6" providerId="ADAL" clId="{A65FDE6D-D768-44DB-ADF3-5348D2950BED}" dt="2025-11-17T00:46:30.138" v="90" actId="2711"/>
          <ac:spMkLst>
            <pc:docMk/>
            <pc:sldMk cId="1785589844" sldId="2147376028"/>
            <ac:spMk id="29" creationId="{A43EF17C-CE98-0F13-00D5-DB14EA482EB8}"/>
          </ac:spMkLst>
        </pc:spChg>
        <pc:spChg chg="mod">
          <ac:chgData name="髙浦祐朗" userId="d6d860fe-bc64-411b-9605-a16d1ba875f6" providerId="ADAL" clId="{A65FDE6D-D768-44DB-ADF3-5348D2950BED}" dt="2025-11-17T00:46:30.138" v="90" actId="2711"/>
          <ac:spMkLst>
            <pc:docMk/>
            <pc:sldMk cId="1785589844" sldId="2147376028"/>
            <ac:spMk id="40" creationId="{3652059D-3005-2F83-6B36-B37BDCED7DCF}"/>
          </ac:spMkLst>
        </pc:spChg>
        <pc:spChg chg="mod">
          <ac:chgData name="髙浦祐朗" userId="d6d860fe-bc64-411b-9605-a16d1ba875f6" providerId="ADAL" clId="{A65FDE6D-D768-44DB-ADF3-5348D2950BED}" dt="2025-11-17T00:46:30.138" v="90" actId="2711"/>
          <ac:spMkLst>
            <pc:docMk/>
            <pc:sldMk cId="1785589844" sldId="2147376028"/>
            <ac:spMk id="41" creationId="{F042D776-447B-43C0-6AA3-B9E9285DF42C}"/>
          </ac:spMkLst>
        </pc:spChg>
        <pc:spChg chg="mod">
          <ac:chgData name="髙浦祐朗" userId="d6d860fe-bc64-411b-9605-a16d1ba875f6" providerId="ADAL" clId="{A65FDE6D-D768-44DB-ADF3-5348D2950BED}" dt="2025-11-17T00:46:30.138" v="90" actId="2711"/>
          <ac:spMkLst>
            <pc:docMk/>
            <pc:sldMk cId="1785589844" sldId="2147376028"/>
            <ac:spMk id="47" creationId="{D21EE98F-4CBB-4C96-54A8-703C7AD67EBA}"/>
          </ac:spMkLst>
        </pc:spChg>
        <pc:spChg chg="mod">
          <ac:chgData name="髙浦祐朗" userId="d6d860fe-bc64-411b-9605-a16d1ba875f6" providerId="ADAL" clId="{A65FDE6D-D768-44DB-ADF3-5348D2950BED}" dt="2025-11-17T00:46:30.138" v="90" actId="2711"/>
          <ac:spMkLst>
            <pc:docMk/>
            <pc:sldMk cId="1785589844" sldId="2147376028"/>
            <ac:spMk id="48" creationId="{E9F27C3B-D7F6-0922-90D0-1B39C6B671BB}"/>
          </ac:spMkLst>
        </pc:spChg>
        <pc:spChg chg="mod">
          <ac:chgData name="髙浦祐朗" userId="d6d860fe-bc64-411b-9605-a16d1ba875f6" providerId="ADAL" clId="{A65FDE6D-D768-44DB-ADF3-5348D2950BED}" dt="2025-11-17T00:46:30.138" v="90" actId="2711"/>
          <ac:spMkLst>
            <pc:docMk/>
            <pc:sldMk cId="1785589844" sldId="2147376028"/>
            <ac:spMk id="50" creationId="{697EA02E-E2ED-338D-25E1-4D764FBE309C}"/>
          </ac:spMkLst>
        </pc:spChg>
        <pc:spChg chg="mod">
          <ac:chgData name="髙浦祐朗" userId="d6d860fe-bc64-411b-9605-a16d1ba875f6" providerId="ADAL" clId="{A65FDE6D-D768-44DB-ADF3-5348D2950BED}" dt="2025-11-17T00:46:30.138" v="90" actId="2711"/>
          <ac:spMkLst>
            <pc:docMk/>
            <pc:sldMk cId="1785589844" sldId="2147376028"/>
            <ac:spMk id="61" creationId="{888EBBA1-9ADA-C8A2-A5F7-20B049935DBC}"/>
          </ac:spMkLst>
        </pc:spChg>
        <pc:spChg chg="mod">
          <ac:chgData name="髙浦祐朗" userId="d6d860fe-bc64-411b-9605-a16d1ba875f6" providerId="ADAL" clId="{A65FDE6D-D768-44DB-ADF3-5348D2950BED}" dt="2025-11-17T00:46:30.138" v="90" actId="2711"/>
          <ac:spMkLst>
            <pc:docMk/>
            <pc:sldMk cId="1785589844" sldId="2147376028"/>
            <ac:spMk id="65" creationId="{79F7E1E1-D9DC-263F-AEC7-532F1E932B21}"/>
          </ac:spMkLst>
        </pc:spChg>
        <pc:spChg chg="mod">
          <ac:chgData name="髙浦祐朗" userId="d6d860fe-bc64-411b-9605-a16d1ba875f6" providerId="ADAL" clId="{A65FDE6D-D768-44DB-ADF3-5348D2950BED}" dt="2025-11-17T00:46:30.138" v="90" actId="2711"/>
          <ac:spMkLst>
            <pc:docMk/>
            <pc:sldMk cId="1785589844" sldId="2147376028"/>
            <ac:spMk id="71" creationId="{9DE23F81-867A-B0E9-AE8E-E0DF7C955EA4}"/>
          </ac:spMkLst>
        </pc:spChg>
        <pc:spChg chg="mod">
          <ac:chgData name="髙浦祐朗" userId="d6d860fe-bc64-411b-9605-a16d1ba875f6" providerId="ADAL" clId="{A65FDE6D-D768-44DB-ADF3-5348D2950BED}" dt="2025-11-17T00:46:30.138" v="90" actId="2711"/>
          <ac:spMkLst>
            <pc:docMk/>
            <pc:sldMk cId="1785589844" sldId="2147376028"/>
            <ac:spMk id="72" creationId="{04904353-B80A-0CD6-5A5A-63311EE104BA}"/>
          </ac:spMkLst>
        </pc:spChg>
      </pc:sldChg>
      <pc:sldChg chg="modSp mod">
        <pc:chgData name="髙浦祐朗" userId="d6d860fe-bc64-411b-9605-a16d1ba875f6" providerId="ADAL" clId="{A65FDE6D-D768-44DB-ADF3-5348D2950BED}" dt="2025-11-17T00:46:18.956" v="89" actId="2711"/>
        <pc:sldMkLst>
          <pc:docMk/>
          <pc:sldMk cId="558670107" sldId="2147376029"/>
        </pc:sldMkLst>
        <pc:spChg chg="mod">
          <ac:chgData name="髙浦祐朗" userId="d6d860fe-bc64-411b-9605-a16d1ba875f6" providerId="ADAL" clId="{A65FDE6D-D768-44DB-ADF3-5348D2950BED}" dt="2025-11-17T00:46:18.956" v="89" actId="2711"/>
          <ac:spMkLst>
            <pc:docMk/>
            <pc:sldMk cId="558670107" sldId="2147376029"/>
            <ac:spMk id="23" creationId="{1EC87EB1-D428-603D-85DB-85FE252D37B8}"/>
          </ac:spMkLst>
        </pc:spChg>
        <pc:spChg chg="mod">
          <ac:chgData name="髙浦祐朗" userId="d6d860fe-bc64-411b-9605-a16d1ba875f6" providerId="ADAL" clId="{A65FDE6D-D768-44DB-ADF3-5348D2950BED}" dt="2025-11-17T00:46:18.956" v="89" actId="2711"/>
          <ac:spMkLst>
            <pc:docMk/>
            <pc:sldMk cId="558670107" sldId="2147376029"/>
            <ac:spMk id="26" creationId="{1C9053C6-3E4F-1B94-2DBB-31A2C5405BAD}"/>
          </ac:spMkLst>
        </pc:spChg>
        <pc:spChg chg="mod">
          <ac:chgData name="髙浦祐朗" userId="d6d860fe-bc64-411b-9605-a16d1ba875f6" providerId="ADAL" clId="{A65FDE6D-D768-44DB-ADF3-5348D2950BED}" dt="2025-11-17T00:46:18.956" v="89" actId="2711"/>
          <ac:spMkLst>
            <pc:docMk/>
            <pc:sldMk cId="558670107" sldId="2147376029"/>
            <ac:spMk id="27" creationId="{1CDE6AC8-A066-7B5F-CEEC-8EA9D63181F4}"/>
          </ac:spMkLst>
        </pc:spChg>
      </pc:sldChg>
    </pc:docChg>
  </pc:docChgLst>
  <pc:docChgLst>
    <pc:chgData name="菊池北斗" userId="S::hokuto.kikuchi@system-exe.jp::2679dd96-57bb-47d2-8f26-560d6e09a139" providerId="AD" clId="Web-{98A6B2D4-38C6-300B-8D59-4C140FF1B12A}"/>
    <pc:docChg chg="addSld modSection">
      <pc:chgData name="菊池北斗" userId="S::hokuto.kikuchi@system-exe.jp::2679dd96-57bb-47d2-8f26-560d6e09a139" providerId="AD" clId="Web-{98A6B2D4-38C6-300B-8D59-4C140FF1B12A}" dt="2025-11-12T22:20:04.732" v="0"/>
      <pc:docMkLst>
        <pc:docMk/>
      </pc:docMkLst>
    </pc:docChg>
  </pc:docChgLst>
  <pc:docChgLst>
    <pc:chgData name="菊池北斗" userId="S::hokuto.kikuchi@system-exe.jp::2679dd96-57bb-47d2-8f26-560d6e09a139" providerId="AD" clId="Web-{EE769F02-972E-7E78-5C92-915E40BD59A0}"/>
    <pc:docChg chg="modSld">
      <pc:chgData name="菊池北斗" userId="S::hokuto.kikuchi@system-exe.jp::2679dd96-57bb-47d2-8f26-560d6e09a139" providerId="AD" clId="Web-{EE769F02-972E-7E78-5C92-915E40BD59A0}" dt="2025-11-17T00:14:56.475" v="21" actId="14100"/>
      <pc:docMkLst>
        <pc:docMk/>
      </pc:docMkLst>
      <pc:sldChg chg="modSp">
        <pc:chgData name="菊池北斗" userId="S::hokuto.kikuchi@system-exe.jp::2679dd96-57bb-47d2-8f26-560d6e09a139" providerId="AD" clId="Web-{EE769F02-972E-7E78-5C92-915E40BD59A0}" dt="2025-11-17T00:14:23.631" v="12" actId="20577"/>
        <pc:sldMkLst>
          <pc:docMk/>
          <pc:sldMk cId="2272332217" sldId="257"/>
        </pc:sldMkLst>
        <pc:spChg chg="mod">
          <ac:chgData name="菊池北斗" userId="S::hokuto.kikuchi@system-exe.jp::2679dd96-57bb-47d2-8f26-560d6e09a139" providerId="AD" clId="Web-{EE769F02-972E-7E78-5C92-915E40BD59A0}" dt="2025-11-17T00:14:23.631" v="12" actId="20577"/>
          <ac:spMkLst>
            <pc:docMk/>
            <pc:sldMk cId="2272332217" sldId="257"/>
            <ac:spMk id="3" creationId="{4A596CC4-2DFC-9278-2711-D487D44ADF55}"/>
          </ac:spMkLst>
        </pc:spChg>
      </pc:sldChg>
      <pc:sldChg chg="modSp">
        <pc:chgData name="菊池北斗" userId="S::hokuto.kikuchi@system-exe.jp::2679dd96-57bb-47d2-8f26-560d6e09a139" providerId="AD" clId="Web-{EE769F02-972E-7E78-5C92-915E40BD59A0}" dt="2025-11-17T00:14:56.475" v="21" actId="14100"/>
        <pc:sldMkLst>
          <pc:docMk/>
          <pc:sldMk cId="1490659746" sldId="274"/>
        </pc:sldMkLst>
        <pc:spChg chg="mod">
          <ac:chgData name="菊池北斗" userId="S::hokuto.kikuchi@system-exe.jp::2679dd96-57bb-47d2-8f26-560d6e09a139" providerId="AD" clId="Web-{EE769F02-972E-7E78-5C92-915E40BD59A0}" dt="2025-11-17T00:14:56.475" v="21" actId="14100"/>
          <ac:spMkLst>
            <pc:docMk/>
            <pc:sldMk cId="1490659746" sldId="274"/>
            <ac:spMk id="119" creationId="{9BCB6A0C-EA67-D049-2FB0-50B7B5FA99CC}"/>
          </ac:spMkLst>
        </pc:spChg>
        <pc:spChg chg="mod">
          <ac:chgData name="菊池北斗" userId="S::hokuto.kikuchi@system-exe.jp::2679dd96-57bb-47d2-8f26-560d6e09a139" providerId="AD" clId="Web-{EE769F02-972E-7E78-5C92-915E40BD59A0}" dt="2025-11-17T00:14:52.116" v="17" actId="14100"/>
          <ac:spMkLst>
            <pc:docMk/>
            <pc:sldMk cId="1490659746" sldId="274"/>
            <ac:spMk id="131" creationId="{F2FCF6E4-89EC-CC5D-A2EE-A8DD8A35FC4B}"/>
          </ac:spMkLst>
        </pc:spChg>
      </pc:sldChg>
      <pc:sldChg chg="modSp">
        <pc:chgData name="菊池北斗" userId="S::hokuto.kikuchi@system-exe.jp::2679dd96-57bb-47d2-8f26-560d6e09a139" providerId="AD" clId="Web-{EE769F02-972E-7E78-5C92-915E40BD59A0}" dt="2025-11-17T00:13:03.801" v="7" actId="20577"/>
        <pc:sldMkLst>
          <pc:docMk/>
          <pc:sldMk cId="1785589844" sldId="2147376028"/>
        </pc:sldMkLst>
        <pc:spChg chg="mod">
          <ac:chgData name="菊池北斗" userId="S::hokuto.kikuchi@system-exe.jp::2679dd96-57bb-47d2-8f26-560d6e09a139" providerId="AD" clId="Web-{EE769F02-972E-7E78-5C92-915E40BD59A0}" dt="2025-11-17T00:13:03.801" v="7" actId="20577"/>
          <ac:spMkLst>
            <pc:docMk/>
            <pc:sldMk cId="1785589844" sldId="2147376028"/>
            <ac:spMk id="2" creationId="{1B1D0962-5BE3-083C-C7AF-69978B0CBDF5}"/>
          </ac:spMkLst>
        </pc:spChg>
      </pc:sldChg>
      <pc:sldChg chg="modSp">
        <pc:chgData name="菊池北斗" userId="S::hokuto.kikuchi@system-exe.jp::2679dd96-57bb-47d2-8f26-560d6e09a139" providerId="AD" clId="Web-{EE769F02-972E-7E78-5C92-915E40BD59A0}" dt="2025-11-17T00:12:44.628" v="0" actId="20577"/>
        <pc:sldMkLst>
          <pc:docMk/>
          <pc:sldMk cId="558670107" sldId="2147376029"/>
        </pc:sldMkLst>
        <pc:spChg chg="mod">
          <ac:chgData name="菊池北斗" userId="S::hokuto.kikuchi@system-exe.jp::2679dd96-57bb-47d2-8f26-560d6e09a139" providerId="AD" clId="Web-{EE769F02-972E-7E78-5C92-915E40BD59A0}" dt="2025-11-17T00:12:44.628" v="0" actId="20577"/>
          <ac:spMkLst>
            <pc:docMk/>
            <pc:sldMk cId="558670107" sldId="2147376029"/>
            <ac:spMk id="2" creationId="{8C8E84D5-F1DB-D1F1-406D-B61F276DCA7C}"/>
          </ac:spMkLst>
        </pc:spChg>
      </pc:sldChg>
    </pc:docChg>
  </pc:docChgLst>
  <pc:docChgLst>
    <pc:chgData name="川名翔太" userId="902a1c22-1104-4fc2-ba41-1ee47f89ed5e" providerId="ADAL" clId="{6867D7A5-5D1E-496A-A323-39A84F6ED60A}"/>
    <pc:docChg chg="undo custSel addSld modSld">
      <pc:chgData name="川名翔太" userId="902a1c22-1104-4fc2-ba41-1ee47f89ed5e" providerId="ADAL" clId="{6867D7A5-5D1E-496A-A323-39A84F6ED60A}" dt="2025-11-19T08:01:29.161" v="1116" actId="20577"/>
      <pc:docMkLst>
        <pc:docMk/>
      </pc:docMkLst>
      <pc:sldChg chg="modSp mod">
        <pc:chgData name="川名翔太" userId="902a1c22-1104-4fc2-ba41-1ee47f89ed5e" providerId="ADAL" clId="{6867D7A5-5D1E-496A-A323-39A84F6ED60A}" dt="2025-11-13T04:11:28.682" v="244" actId="20577"/>
        <pc:sldMkLst>
          <pc:docMk/>
          <pc:sldMk cId="2272332217" sldId="257"/>
        </pc:sldMkLst>
        <pc:spChg chg="mod">
          <ac:chgData name="川名翔太" userId="902a1c22-1104-4fc2-ba41-1ee47f89ed5e" providerId="ADAL" clId="{6867D7A5-5D1E-496A-A323-39A84F6ED60A}" dt="2025-11-13T04:11:28.682" v="244" actId="20577"/>
          <ac:spMkLst>
            <pc:docMk/>
            <pc:sldMk cId="2272332217" sldId="257"/>
            <ac:spMk id="3" creationId="{4A596CC4-2DFC-9278-2711-D487D44ADF55}"/>
          </ac:spMkLst>
        </pc:spChg>
      </pc:sldChg>
      <pc:sldChg chg="modSp mod">
        <pc:chgData name="川名翔太" userId="902a1c22-1104-4fc2-ba41-1ee47f89ed5e" providerId="ADAL" clId="{6867D7A5-5D1E-496A-A323-39A84F6ED60A}" dt="2025-11-13T04:12:13.450" v="251" actId="20577"/>
        <pc:sldMkLst>
          <pc:docMk/>
          <pc:sldMk cId="1299887154" sldId="258"/>
        </pc:sldMkLst>
        <pc:spChg chg="mod">
          <ac:chgData name="川名翔太" userId="902a1c22-1104-4fc2-ba41-1ee47f89ed5e" providerId="ADAL" clId="{6867D7A5-5D1E-496A-A323-39A84F6ED60A}" dt="2025-11-13T04:12:13.450" v="251" actId="20577"/>
          <ac:spMkLst>
            <pc:docMk/>
            <pc:sldMk cId="1299887154" sldId="258"/>
            <ac:spMk id="5" creationId="{AE2A926F-9D71-0515-FD39-86C5BE705A36}"/>
          </ac:spMkLst>
        </pc:spChg>
      </pc:sldChg>
      <pc:sldChg chg="modSp mod">
        <pc:chgData name="川名翔太" userId="902a1c22-1104-4fc2-ba41-1ee47f89ed5e" providerId="ADAL" clId="{6867D7A5-5D1E-496A-A323-39A84F6ED60A}" dt="2025-11-13T04:12:24.391" v="252" actId="207"/>
        <pc:sldMkLst>
          <pc:docMk/>
          <pc:sldMk cId="3092175017" sldId="259"/>
        </pc:sldMkLst>
        <pc:spChg chg="mod">
          <ac:chgData name="川名翔太" userId="902a1c22-1104-4fc2-ba41-1ee47f89ed5e" providerId="ADAL" clId="{6867D7A5-5D1E-496A-A323-39A84F6ED60A}" dt="2025-11-13T04:12:24.391" v="252" actId="207"/>
          <ac:spMkLst>
            <pc:docMk/>
            <pc:sldMk cId="3092175017" sldId="259"/>
            <ac:spMk id="6" creationId="{E8733081-7CA8-3974-26DA-9070B53E08DF}"/>
          </ac:spMkLst>
        </pc:spChg>
      </pc:sldChg>
      <pc:sldChg chg="modSp mod">
        <pc:chgData name="川名翔太" userId="902a1c22-1104-4fc2-ba41-1ee47f89ed5e" providerId="ADAL" clId="{6867D7A5-5D1E-496A-A323-39A84F6ED60A}" dt="2025-11-14T05:57:50.745" v="1045" actId="20577"/>
        <pc:sldMkLst>
          <pc:docMk/>
          <pc:sldMk cId="3531287435" sldId="263"/>
        </pc:sldMkLst>
        <pc:spChg chg="mod">
          <ac:chgData name="川名翔太" userId="902a1c22-1104-4fc2-ba41-1ee47f89ed5e" providerId="ADAL" clId="{6867D7A5-5D1E-496A-A323-39A84F6ED60A}" dt="2025-11-14T05:57:50.745" v="1045" actId="20577"/>
          <ac:spMkLst>
            <pc:docMk/>
            <pc:sldMk cId="3531287435" sldId="263"/>
            <ac:spMk id="3" creationId="{AC5DFCF5-E399-3E09-154A-0259097B911C}"/>
          </ac:spMkLst>
        </pc:spChg>
      </pc:sldChg>
      <pc:sldChg chg="modSp mod">
        <pc:chgData name="川名翔太" userId="902a1c22-1104-4fc2-ba41-1ee47f89ed5e" providerId="ADAL" clId="{6867D7A5-5D1E-496A-A323-39A84F6ED60A}" dt="2025-11-13T04:07:33.648" v="87" actId="2711"/>
        <pc:sldMkLst>
          <pc:docMk/>
          <pc:sldMk cId="737799954" sldId="264"/>
        </pc:sldMkLst>
        <pc:spChg chg="mod">
          <ac:chgData name="川名翔太" userId="902a1c22-1104-4fc2-ba41-1ee47f89ed5e" providerId="ADAL" clId="{6867D7A5-5D1E-496A-A323-39A84F6ED60A}" dt="2025-11-13T04:07:33.648" v="87" actId="2711"/>
          <ac:spMkLst>
            <pc:docMk/>
            <pc:sldMk cId="737799954" sldId="264"/>
            <ac:spMk id="6" creationId="{CA240248-12BE-67DA-3FF6-F0EAE7B099E9}"/>
          </ac:spMkLst>
        </pc:spChg>
        <pc:spChg chg="mod">
          <ac:chgData name="川名翔太" userId="902a1c22-1104-4fc2-ba41-1ee47f89ed5e" providerId="ADAL" clId="{6867D7A5-5D1E-496A-A323-39A84F6ED60A}" dt="2025-11-13T04:07:33.648" v="87" actId="2711"/>
          <ac:spMkLst>
            <pc:docMk/>
            <pc:sldMk cId="737799954" sldId="264"/>
            <ac:spMk id="7" creationId="{539E2674-BB8B-FBFA-6D57-B61B8ACFDDCB}"/>
          </ac:spMkLst>
        </pc:spChg>
      </pc:sldChg>
      <pc:sldChg chg="modSp mod">
        <pc:chgData name="川名翔太" userId="902a1c22-1104-4fc2-ba41-1ee47f89ed5e" providerId="ADAL" clId="{6867D7A5-5D1E-496A-A323-39A84F6ED60A}" dt="2025-11-13T04:12:49.078" v="254" actId="20577"/>
        <pc:sldMkLst>
          <pc:docMk/>
          <pc:sldMk cId="4253683748" sldId="266"/>
        </pc:sldMkLst>
        <pc:spChg chg="mod">
          <ac:chgData name="川名翔太" userId="902a1c22-1104-4fc2-ba41-1ee47f89ed5e" providerId="ADAL" clId="{6867D7A5-5D1E-496A-A323-39A84F6ED60A}" dt="2025-11-13T04:12:49.078" v="254" actId="20577"/>
          <ac:spMkLst>
            <pc:docMk/>
            <pc:sldMk cId="4253683748" sldId="266"/>
            <ac:spMk id="5" creationId="{7DC35249-CD95-1F73-2C0C-74113DE1A907}"/>
          </ac:spMkLst>
        </pc:spChg>
      </pc:sldChg>
      <pc:sldChg chg="modSp mod">
        <pc:chgData name="川名翔太" userId="902a1c22-1104-4fc2-ba41-1ee47f89ed5e" providerId="ADAL" clId="{6867D7A5-5D1E-496A-A323-39A84F6ED60A}" dt="2025-11-13T04:08:00.624" v="89" actId="2711"/>
        <pc:sldMkLst>
          <pc:docMk/>
          <pc:sldMk cId="1901344219" sldId="273"/>
        </pc:sldMkLst>
        <pc:spChg chg="mod">
          <ac:chgData name="川名翔太" userId="902a1c22-1104-4fc2-ba41-1ee47f89ed5e" providerId="ADAL" clId="{6867D7A5-5D1E-496A-A323-39A84F6ED60A}" dt="2025-11-13T04:08:00.624" v="89" actId="2711"/>
          <ac:spMkLst>
            <pc:docMk/>
            <pc:sldMk cId="1901344219" sldId="273"/>
            <ac:spMk id="5" creationId="{7FFFC5B9-3085-8597-698C-1DD813A3160B}"/>
          </ac:spMkLst>
        </pc:spChg>
      </pc:sldChg>
      <pc:sldChg chg="modSp mod">
        <pc:chgData name="川名翔太" userId="902a1c22-1104-4fc2-ba41-1ee47f89ed5e" providerId="ADAL" clId="{6867D7A5-5D1E-496A-A323-39A84F6ED60A}" dt="2025-11-13T04:08:19.738" v="90" actId="2711"/>
        <pc:sldMkLst>
          <pc:docMk/>
          <pc:sldMk cId="1490659746" sldId="274"/>
        </pc:sldMkLst>
        <pc:spChg chg="mod">
          <ac:chgData name="川名翔太" userId="902a1c22-1104-4fc2-ba41-1ee47f89ed5e" providerId="ADAL" clId="{6867D7A5-5D1E-496A-A323-39A84F6ED60A}" dt="2025-11-13T04:08:19.738" v="90" actId="2711"/>
          <ac:spMkLst>
            <pc:docMk/>
            <pc:sldMk cId="1490659746" sldId="274"/>
            <ac:spMk id="2" creationId="{AA495F4D-DDC0-7814-9A0C-4EB50E795F94}"/>
          </ac:spMkLst>
        </pc:spChg>
        <pc:spChg chg="mod">
          <ac:chgData name="川名翔太" userId="902a1c22-1104-4fc2-ba41-1ee47f89ed5e" providerId="ADAL" clId="{6867D7A5-5D1E-496A-A323-39A84F6ED60A}" dt="2025-11-13T04:08:19.738" v="90" actId="2711"/>
          <ac:spMkLst>
            <pc:docMk/>
            <pc:sldMk cId="1490659746" sldId="274"/>
            <ac:spMk id="4" creationId="{DFC9093E-C4EC-CD85-0613-6FA9737A5745}"/>
          </ac:spMkLst>
        </pc:spChg>
        <pc:spChg chg="mod">
          <ac:chgData name="川名翔太" userId="902a1c22-1104-4fc2-ba41-1ee47f89ed5e" providerId="ADAL" clId="{6867D7A5-5D1E-496A-A323-39A84F6ED60A}" dt="2025-11-13T04:08:19.738" v="90" actId="2711"/>
          <ac:spMkLst>
            <pc:docMk/>
            <pc:sldMk cId="1490659746" sldId="274"/>
            <ac:spMk id="105" creationId="{894EDB78-A664-AF87-E294-0ADC8D7D5F7B}"/>
          </ac:spMkLst>
        </pc:spChg>
        <pc:spChg chg="mod">
          <ac:chgData name="川名翔太" userId="902a1c22-1104-4fc2-ba41-1ee47f89ed5e" providerId="ADAL" clId="{6867D7A5-5D1E-496A-A323-39A84F6ED60A}" dt="2025-11-13T04:08:19.738" v="90" actId="2711"/>
          <ac:spMkLst>
            <pc:docMk/>
            <pc:sldMk cId="1490659746" sldId="274"/>
            <ac:spMk id="106" creationId="{7A739415-0F32-2342-C40E-CD4B71DCE59D}"/>
          </ac:spMkLst>
        </pc:spChg>
        <pc:spChg chg="mod">
          <ac:chgData name="川名翔太" userId="902a1c22-1104-4fc2-ba41-1ee47f89ed5e" providerId="ADAL" clId="{6867D7A5-5D1E-496A-A323-39A84F6ED60A}" dt="2025-11-13T04:08:19.738" v="90" actId="2711"/>
          <ac:spMkLst>
            <pc:docMk/>
            <pc:sldMk cId="1490659746" sldId="274"/>
            <ac:spMk id="114" creationId="{0A18B53E-4DB3-D30D-5175-7E2DB41092C8}"/>
          </ac:spMkLst>
        </pc:spChg>
        <pc:spChg chg="mod">
          <ac:chgData name="川名翔太" userId="902a1c22-1104-4fc2-ba41-1ee47f89ed5e" providerId="ADAL" clId="{6867D7A5-5D1E-496A-A323-39A84F6ED60A}" dt="2025-11-13T04:08:19.738" v="90" actId="2711"/>
          <ac:spMkLst>
            <pc:docMk/>
            <pc:sldMk cId="1490659746" sldId="274"/>
            <ac:spMk id="115" creationId="{B7B67DE1-8D4C-2BC6-7B2E-196A9900A970}"/>
          </ac:spMkLst>
        </pc:spChg>
        <pc:spChg chg="mod">
          <ac:chgData name="川名翔太" userId="902a1c22-1104-4fc2-ba41-1ee47f89ed5e" providerId="ADAL" clId="{6867D7A5-5D1E-496A-A323-39A84F6ED60A}" dt="2025-11-13T04:08:19.738" v="90" actId="2711"/>
          <ac:spMkLst>
            <pc:docMk/>
            <pc:sldMk cId="1490659746" sldId="274"/>
            <ac:spMk id="118" creationId="{D5665347-4E4A-39C3-35E1-DE2C0E68C95D}"/>
          </ac:spMkLst>
        </pc:spChg>
        <pc:spChg chg="mod">
          <ac:chgData name="川名翔太" userId="902a1c22-1104-4fc2-ba41-1ee47f89ed5e" providerId="ADAL" clId="{6867D7A5-5D1E-496A-A323-39A84F6ED60A}" dt="2025-11-13T04:08:19.738" v="90" actId="2711"/>
          <ac:spMkLst>
            <pc:docMk/>
            <pc:sldMk cId="1490659746" sldId="274"/>
            <ac:spMk id="119" creationId="{9BCB6A0C-EA67-D049-2FB0-50B7B5FA99CC}"/>
          </ac:spMkLst>
        </pc:spChg>
        <pc:spChg chg="mod">
          <ac:chgData name="川名翔太" userId="902a1c22-1104-4fc2-ba41-1ee47f89ed5e" providerId="ADAL" clId="{6867D7A5-5D1E-496A-A323-39A84F6ED60A}" dt="2025-11-13T04:08:19.738" v="90" actId="2711"/>
          <ac:spMkLst>
            <pc:docMk/>
            <pc:sldMk cId="1490659746" sldId="274"/>
            <ac:spMk id="123" creationId="{5B1D307D-39D4-80FA-BFB8-73D7B2B7C259}"/>
          </ac:spMkLst>
        </pc:spChg>
        <pc:spChg chg="mod">
          <ac:chgData name="川名翔太" userId="902a1c22-1104-4fc2-ba41-1ee47f89ed5e" providerId="ADAL" clId="{6867D7A5-5D1E-496A-A323-39A84F6ED60A}" dt="2025-11-13T04:08:19.738" v="90" actId="2711"/>
          <ac:spMkLst>
            <pc:docMk/>
            <pc:sldMk cId="1490659746" sldId="274"/>
            <ac:spMk id="126" creationId="{6D6D6191-6415-9FB7-4B71-EF74733D476C}"/>
          </ac:spMkLst>
        </pc:spChg>
      </pc:sldChg>
      <pc:sldChg chg="modSp mod">
        <pc:chgData name="川名翔太" userId="902a1c22-1104-4fc2-ba41-1ee47f89ed5e" providerId="ADAL" clId="{6867D7A5-5D1E-496A-A323-39A84F6ED60A}" dt="2025-11-13T04:08:34.154" v="91" actId="2711"/>
        <pc:sldMkLst>
          <pc:docMk/>
          <pc:sldMk cId="2646582046" sldId="277"/>
        </pc:sldMkLst>
        <pc:spChg chg="mod">
          <ac:chgData name="川名翔太" userId="902a1c22-1104-4fc2-ba41-1ee47f89ed5e" providerId="ADAL" clId="{6867D7A5-5D1E-496A-A323-39A84F6ED60A}" dt="2025-11-13T04:08:34.154" v="91" actId="2711"/>
          <ac:spMkLst>
            <pc:docMk/>
            <pc:sldMk cId="2646582046" sldId="277"/>
            <ac:spMk id="5" creationId="{59614B8B-A502-0666-6B4B-ECD22B7CA723}"/>
          </ac:spMkLst>
        </pc:spChg>
      </pc:sldChg>
      <pc:sldChg chg="modSp mod">
        <pc:chgData name="川名翔太" userId="902a1c22-1104-4fc2-ba41-1ee47f89ed5e" providerId="ADAL" clId="{6867D7A5-5D1E-496A-A323-39A84F6ED60A}" dt="2025-11-14T05:59:22.517" v="1099"/>
        <pc:sldMkLst>
          <pc:docMk/>
          <pc:sldMk cId="3999382557" sldId="279"/>
        </pc:sldMkLst>
        <pc:spChg chg="mod">
          <ac:chgData name="川名翔太" userId="902a1c22-1104-4fc2-ba41-1ee47f89ed5e" providerId="ADAL" clId="{6867D7A5-5D1E-496A-A323-39A84F6ED60A}" dt="2025-11-14T05:59:22.517" v="1099"/>
          <ac:spMkLst>
            <pc:docMk/>
            <pc:sldMk cId="3999382557" sldId="279"/>
            <ac:spMk id="5" creationId="{9498C3DA-3252-16ED-B82E-4FA38AC2FB8E}"/>
          </ac:spMkLst>
        </pc:spChg>
      </pc:sldChg>
      <pc:sldChg chg="modSp mod">
        <pc:chgData name="川名翔太" userId="902a1c22-1104-4fc2-ba41-1ee47f89ed5e" providerId="ADAL" clId="{6867D7A5-5D1E-496A-A323-39A84F6ED60A}" dt="2025-11-13T04:08:56.827" v="92" actId="2711"/>
        <pc:sldMkLst>
          <pc:docMk/>
          <pc:sldMk cId="4275055069" sldId="280"/>
        </pc:sldMkLst>
        <pc:graphicFrameChg chg="modGraphic">
          <ac:chgData name="川名翔太" userId="902a1c22-1104-4fc2-ba41-1ee47f89ed5e" providerId="ADAL" clId="{6867D7A5-5D1E-496A-A323-39A84F6ED60A}" dt="2025-11-13T04:08:56.827" v="92" actId="2711"/>
          <ac:graphicFrameMkLst>
            <pc:docMk/>
            <pc:sldMk cId="4275055069" sldId="280"/>
            <ac:graphicFrameMk id="3" creationId="{2FD7CBB4-D2E1-6CDA-F628-B42301752A68}"/>
          </ac:graphicFrameMkLst>
        </pc:graphicFrameChg>
      </pc:sldChg>
      <pc:sldChg chg="modSp mod">
        <pc:chgData name="川名翔太" userId="902a1c22-1104-4fc2-ba41-1ee47f89ed5e" providerId="ADAL" clId="{6867D7A5-5D1E-496A-A323-39A84F6ED60A}" dt="2025-11-13T04:09:06.777" v="93" actId="2711"/>
        <pc:sldMkLst>
          <pc:docMk/>
          <pc:sldMk cId="2993359406" sldId="282"/>
        </pc:sldMkLst>
        <pc:spChg chg="mod">
          <ac:chgData name="川名翔太" userId="902a1c22-1104-4fc2-ba41-1ee47f89ed5e" providerId="ADAL" clId="{6867D7A5-5D1E-496A-A323-39A84F6ED60A}" dt="2025-11-13T04:09:06.777" v="93" actId="2711"/>
          <ac:spMkLst>
            <pc:docMk/>
            <pc:sldMk cId="2993359406" sldId="282"/>
            <ac:spMk id="3" creationId="{842EF756-DCC1-2297-1B5E-715299C6584D}"/>
          </ac:spMkLst>
        </pc:spChg>
      </pc:sldChg>
      <pc:sldChg chg="modSp mod">
        <pc:chgData name="川名翔太" userId="902a1c22-1104-4fc2-ba41-1ee47f89ed5e" providerId="ADAL" clId="{6867D7A5-5D1E-496A-A323-39A84F6ED60A}" dt="2025-11-12T00:34:55.617" v="43" actId="20577"/>
        <pc:sldMkLst>
          <pc:docMk/>
          <pc:sldMk cId="63557305" sldId="293"/>
        </pc:sldMkLst>
        <pc:graphicFrameChg chg="modGraphic">
          <ac:chgData name="川名翔太" userId="902a1c22-1104-4fc2-ba41-1ee47f89ed5e" providerId="ADAL" clId="{6867D7A5-5D1E-496A-A323-39A84F6ED60A}" dt="2025-11-12T00:34:55.617" v="43" actId="20577"/>
          <ac:graphicFrameMkLst>
            <pc:docMk/>
            <pc:sldMk cId="63557305" sldId="293"/>
            <ac:graphicFrameMk id="5" creationId="{AF237880-8D1A-64E5-0506-17855B9BD5D6}"/>
          </ac:graphicFrameMkLst>
        </pc:graphicFrameChg>
      </pc:sldChg>
      <pc:sldChg chg="modSp mod">
        <pc:chgData name="川名翔太" userId="902a1c22-1104-4fc2-ba41-1ee47f89ed5e" providerId="ADAL" clId="{6867D7A5-5D1E-496A-A323-39A84F6ED60A}" dt="2025-11-12T00:31:55.914" v="32" actId="20577"/>
        <pc:sldMkLst>
          <pc:docMk/>
          <pc:sldMk cId="1654155038" sldId="1285"/>
        </pc:sldMkLst>
        <pc:spChg chg="mod">
          <ac:chgData name="川名翔太" userId="902a1c22-1104-4fc2-ba41-1ee47f89ed5e" providerId="ADAL" clId="{6867D7A5-5D1E-496A-A323-39A84F6ED60A}" dt="2025-11-12T00:31:32.878" v="1"/>
          <ac:spMkLst>
            <pc:docMk/>
            <pc:sldMk cId="1654155038" sldId="1285"/>
            <ac:spMk id="42" creationId="{FF90ED9E-F867-4D64-14C9-CF8ECBA8FB96}"/>
          </ac:spMkLst>
        </pc:spChg>
        <pc:spChg chg="mod">
          <ac:chgData name="川名翔太" userId="902a1c22-1104-4fc2-ba41-1ee47f89ed5e" providerId="ADAL" clId="{6867D7A5-5D1E-496A-A323-39A84F6ED60A}" dt="2025-11-12T00:31:51.064" v="28" actId="20577"/>
          <ac:spMkLst>
            <pc:docMk/>
            <pc:sldMk cId="1654155038" sldId="1285"/>
            <ac:spMk id="47" creationId="{8E71A257-E798-368E-DEDC-CA559E3FD481}"/>
          </ac:spMkLst>
        </pc:spChg>
        <pc:spChg chg="mod">
          <ac:chgData name="川名翔太" userId="902a1c22-1104-4fc2-ba41-1ee47f89ed5e" providerId="ADAL" clId="{6867D7A5-5D1E-496A-A323-39A84F6ED60A}" dt="2025-11-12T00:31:55.914" v="32" actId="20577"/>
          <ac:spMkLst>
            <pc:docMk/>
            <pc:sldMk cId="1654155038" sldId="1285"/>
            <ac:spMk id="76" creationId="{467DA5A1-3811-A7C4-91A0-066ABAD69E7E}"/>
          </ac:spMkLst>
        </pc:spChg>
      </pc:sldChg>
      <pc:sldChg chg="addSp delSp modSp add mod">
        <pc:chgData name="川名翔太" userId="902a1c22-1104-4fc2-ba41-1ee47f89ed5e" providerId="ADAL" clId="{6867D7A5-5D1E-496A-A323-39A84F6ED60A}" dt="2025-11-14T05:43:27.525" v="260" actId="20577"/>
        <pc:sldMkLst>
          <pc:docMk/>
          <pc:sldMk cId="1888034922" sldId="1287"/>
        </pc:sldMkLst>
        <pc:spChg chg="mod">
          <ac:chgData name="川名翔太" userId="902a1c22-1104-4fc2-ba41-1ee47f89ed5e" providerId="ADAL" clId="{6867D7A5-5D1E-496A-A323-39A84F6ED60A}" dt="2025-11-14T05:43:17.290" v="259"/>
          <ac:spMkLst>
            <pc:docMk/>
            <pc:sldMk cId="1888034922" sldId="1287"/>
            <ac:spMk id="2" creationId="{611619ED-3298-193D-3774-0A3BA4D08BA1}"/>
          </ac:spMkLst>
        </pc:spChg>
        <pc:spChg chg="add mod">
          <ac:chgData name="川名翔太" userId="902a1c22-1104-4fc2-ba41-1ee47f89ed5e" providerId="ADAL" clId="{6867D7A5-5D1E-496A-A323-39A84F6ED60A}" dt="2025-11-14T05:43:27.525" v="260" actId="20577"/>
          <ac:spMkLst>
            <pc:docMk/>
            <pc:sldMk cId="1888034922" sldId="1287"/>
            <ac:spMk id="3" creationId="{1EB635F0-9FA3-D1C8-A18A-8E2C4463A7C1}"/>
          </ac:spMkLst>
        </pc:spChg>
      </pc:sldChg>
      <pc:sldChg chg="modSp add mod">
        <pc:chgData name="川名翔太" userId="902a1c22-1104-4fc2-ba41-1ee47f89ed5e" providerId="ADAL" clId="{6867D7A5-5D1E-496A-A323-39A84F6ED60A}" dt="2025-11-19T08:01:29.161" v="1116" actId="20577"/>
        <pc:sldMkLst>
          <pc:docMk/>
          <pc:sldMk cId="1536664809" sldId="2147376030"/>
        </pc:sldMkLst>
        <pc:graphicFrameChg chg="mod modGraphic">
          <ac:chgData name="川名翔太" userId="902a1c22-1104-4fc2-ba41-1ee47f89ed5e" providerId="ADAL" clId="{6867D7A5-5D1E-496A-A323-39A84F6ED60A}" dt="2025-11-19T08:01:29.161" v="1116" actId="20577"/>
          <ac:graphicFrameMkLst>
            <pc:docMk/>
            <pc:sldMk cId="1536664809" sldId="2147376030"/>
            <ac:graphicFrameMk id="5" creationId="{901A5493-F88B-5469-A1C8-6EFA84982FE1}"/>
          </ac:graphicFrameMkLst>
        </pc:graphicFrameChg>
      </pc:sldChg>
    </pc:docChg>
  </pc:docChgLst>
  <pc:docChgLst>
    <pc:chgData name="川名翔太" userId="902a1c22-1104-4fc2-ba41-1ee47f89ed5e" providerId="ADAL" clId="{3B99F6AA-D358-4F4D-8DEE-C8557FC7DE89}"/>
    <pc:docChg chg="undo custSel addSld delSld modSld sldOrd modSection">
      <pc:chgData name="川名翔太" userId="902a1c22-1104-4fc2-ba41-1ee47f89ed5e" providerId="ADAL" clId="{3B99F6AA-D358-4F4D-8DEE-C8557FC7DE89}" dt="2025-11-16T14:49:27.499" v="1499" actId="20577"/>
      <pc:docMkLst>
        <pc:docMk/>
      </pc:docMkLst>
      <pc:sldChg chg="modSp mod">
        <pc:chgData name="川名翔太" userId="902a1c22-1104-4fc2-ba41-1ee47f89ed5e" providerId="ADAL" clId="{3B99F6AA-D358-4F4D-8DEE-C8557FC7DE89}" dt="2025-11-16T14:11:11.216" v="269" actId="20577"/>
        <pc:sldMkLst>
          <pc:docMk/>
          <pc:sldMk cId="1299887154" sldId="258"/>
        </pc:sldMkLst>
        <pc:spChg chg="mod">
          <ac:chgData name="川名翔太" userId="902a1c22-1104-4fc2-ba41-1ee47f89ed5e" providerId="ADAL" clId="{3B99F6AA-D358-4F4D-8DEE-C8557FC7DE89}" dt="2025-11-16T14:11:11.216" v="269" actId="20577"/>
          <ac:spMkLst>
            <pc:docMk/>
            <pc:sldMk cId="1299887154" sldId="258"/>
            <ac:spMk id="5" creationId="{AE2A926F-9D71-0515-FD39-86C5BE705A36}"/>
          </ac:spMkLst>
        </pc:spChg>
      </pc:sldChg>
      <pc:sldChg chg="modSp mod">
        <pc:chgData name="川名翔太" userId="902a1c22-1104-4fc2-ba41-1ee47f89ed5e" providerId="ADAL" clId="{3B99F6AA-D358-4F4D-8DEE-C8557FC7DE89}" dt="2025-11-16T14:49:27.499" v="1499" actId="20577"/>
        <pc:sldMkLst>
          <pc:docMk/>
          <pc:sldMk cId="3092175017" sldId="259"/>
        </pc:sldMkLst>
        <pc:spChg chg="mod">
          <ac:chgData name="川名翔太" userId="902a1c22-1104-4fc2-ba41-1ee47f89ed5e" providerId="ADAL" clId="{3B99F6AA-D358-4F4D-8DEE-C8557FC7DE89}" dt="2025-11-16T14:49:27.499" v="1499" actId="20577"/>
          <ac:spMkLst>
            <pc:docMk/>
            <pc:sldMk cId="3092175017" sldId="259"/>
            <ac:spMk id="6" creationId="{E8733081-7CA8-3974-26DA-9070B53E08DF}"/>
          </ac:spMkLst>
        </pc:spChg>
      </pc:sldChg>
      <pc:sldChg chg="modSp mod">
        <pc:chgData name="川名翔太" userId="902a1c22-1104-4fc2-ba41-1ee47f89ed5e" providerId="ADAL" clId="{3B99F6AA-D358-4F4D-8DEE-C8557FC7DE89}" dt="2025-11-16T14:06:54.326" v="30" actId="20577"/>
        <pc:sldMkLst>
          <pc:docMk/>
          <pc:sldMk cId="3531287435" sldId="263"/>
        </pc:sldMkLst>
        <pc:spChg chg="mod">
          <ac:chgData name="川名翔太" userId="902a1c22-1104-4fc2-ba41-1ee47f89ed5e" providerId="ADAL" clId="{3B99F6AA-D358-4F4D-8DEE-C8557FC7DE89}" dt="2025-11-16T14:06:54.326" v="30" actId="20577"/>
          <ac:spMkLst>
            <pc:docMk/>
            <pc:sldMk cId="3531287435" sldId="263"/>
            <ac:spMk id="3" creationId="{AC5DFCF5-E399-3E09-154A-0259097B911C}"/>
          </ac:spMkLst>
        </pc:spChg>
      </pc:sldChg>
      <pc:sldChg chg="modSp mod">
        <pc:chgData name="川名翔太" userId="902a1c22-1104-4fc2-ba41-1ee47f89ed5e" providerId="ADAL" clId="{3B99F6AA-D358-4F4D-8DEE-C8557FC7DE89}" dt="2025-11-16T14:45:40.014" v="1273" actId="20577"/>
        <pc:sldMkLst>
          <pc:docMk/>
          <pc:sldMk cId="491762227" sldId="269"/>
        </pc:sldMkLst>
        <pc:spChg chg="mod">
          <ac:chgData name="川名翔太" userId="902a1c22-1104-4fc2-ba41-1ee47f89ed5e" providerId="ADAL" clId="{3B99F6AA-D358-4F4D-8DEE-C8557FC7DE89}" dt="2025-11-16T14:45:40.014" v="1273" actId="20577"/>
          <ac:spMkLst>
            <pc:docMk/>
            <pc:sldMk cId="491762227" sldId="269"/>
            <ac:spMk id="6" creationId="{A4634598-3EEB-035E-98AA-7DC6544B4564}"/>
          </ac:spMkLst>
        </pc:spChg>
      </pc:sldChg>
      <pc:sldChg chg="modSp mod">
        <pc:chgData name="川名翔太" userId="902a1c22-1104-4fc2-ba41-1ee47f89ed5e" providerId="ADAL" clId="{3B99F6AA-D358-4F4D-8DEE-C8557FC7DE89}" dt="2025-11-16T14:39:53.003" v="1104" actId="20577"/>
        <pc:sldMkLst>
          <pc:docMk/>
          <pc:sldMk cId="2230155011" sldId="272"/>
        </pc:sldMkLst>
        <pc:spChg chg="mod">
          <ac:chgData name="川名翔太" userId="902a1c22-1104-4fc2-ba41-1ee47f89ed5e" providerId="ADAL" clId="{3B99F6AA-D358-4F4D-8DEE-C8557FC7DE89}" dt="2025-11-16T14:39:53.003" v="1104" actId="20577"/>
          <ac:spMkLst>
            <pc:docMk/>
            <pc:sldMk cId="2230155011" sldId="272"/>
            <ac:spMk id="3" creationId="{B43EF979-F6B1-8275-723E-1CA88E96D349}"/>
          </ac:spMkLst>
        </pc:spChg>
      </pc:sldChg>
      <pc:sldChg chg="modSp mod">
        <pc:chgData name="川名翔太" userId="902a1c22-1104-4fc2-ba41-1ee47f89ed5e" providerId="ADAL" clId="{3B99F6AA-D358-4F4D-8DEE-C8557FC7DE89}" dt="2025-11-16T14:07:59.576" v="98" actId="20577"/>
        <pc:sldMkLst>
          <pc:docMk/>
          <pc:sldMk cId="3999382557" sldId="279"/>
        </pc:sldMkLst>
        <pc:spChg chg="mod">
          <ac:chgData name="川名翔太" userId="902a1c22-1104-4fc2-ba41-1ee47f89ed5e" providerId="ADAL" clId="{3B99F6AA-D358-4F4D-8DEE-C8557FC7DE89}" dt="2025-11-16T14:07:59.576" v="98" actId="20577"/>
          <ac:spMkLst>
            <pc:docMk/>
            <pc:sldMk cId="3999382557" sldId="279"/>
            <ac:spMk id="5" creationId="{9498C3DA-3252-16ED-B82E-4FA38AC2FB8E}"/>
          </ac:spMkLst>
        </pc:spChg>
      </pc:sldChg>
      <pc:sldChg chg="delSp modSp mod">
        <pc:chgData name="川名翔太" userId="902a1c22-1104-4fc2-ba41-1ee47f89ed5e" providerId="ADAL" clId="{3B99F6AA-D358-4F4D-8DEE-C8557FC7DE89}" dt="2025-11-16T14:46:43.049" v="1301" actId="20577"/>
        <pc:sldMkLst>
          <pc:docMk/>
          <pc:sldMk cId="3792903912" sldId="284"/>
        </pc:sldMkLst>
        <pc:spChg chg="del">
          <ac:chgData name="川名翔太" userId="902a1c22-1104-4fc2-ba41-1ee47f89ed5e" providerId="ADAL" clId="{3B99F6AA-D358-4F4D-8DEE-C8557FC7DE89}" dt="2025-11-16T14:44:24.113" v="1199" actId="478"/>
          <ac:spMkLst>
            <pc:docMk/>
            <pc:sldMk cId="3792903912" sldId="284"/>
            <ac:spMk id="5" creationId="{947A69CA-DB3F-24A5-BD40-CFC14BFE35B0}"/>
          </ac:spMkLst>
        </pc:spChg>
        <pc:graphicFrameChg chg="modGraphic">
          <ac:chgData name="川名翔太" userId="902a1c22-1104-4fc2-ba41-1ee47f89ed5e" providerId="ADAL" clId="{3B99F6AA-D358-4F4D-8DEE-C8557FC7DE89}" dt="2025-11-16T14:46:43.049" v="1301" actId="20577"/>
          <ac:graphicFrameMkLst>
            <pc:docMk/>
            <pc:sldMk cId="3792903912" sldId="284"/>
            <ac:graphicFrameMk id="4" creationId="{51FEDC41-AC7C-7554-8178-10946B664F3A}"/>
          </ac:graphicFrameMkLst>
        </pc:graphicFrameChg>
      </pc:sldChg>
      <pc:sldChg chg="modSp add mod ord">
        <pc:chgData name="川名翔太" userId="902a1c22-1104-4fc2-ba41-1ee47f89ed5e" providerId="ADAL" clId="{3B99F6AA-D358-4F4D-8DEE-C8557FC7DE89}" dt="2025-11-16T14:43:27.729" v="1198"/>
        <pc:sldMkLst>
          <pc:docMk/>
          <pc:sldMk cId="99778871" sldId="326"/>
        </pc:sldMkLst>
        <pc:spChg chg="mod">
          <ac:chgData name="川名翔太" userId="902a1c22-1104-4fc2-ba41-1ee47f89ed5e" providerId="ADAL" clId="{3B99F6AA-D358-4F4D-8DEE-C8557FC7DE89}" dt="2025-11-16T14:33:49.585" v="317" actId="20577"/>
          <ac:spMkLst>
            <pc:docMk/>
            <pc:sldMk cId="99778871" sldId="326"/>
            <ac:spMk id="2" creationId="{00000000-0000-0000-0000-000000000000}"/>
          </ac:spMkLst>
        </pc:spChg>
      </pc:sldChg>
      <pc:sldChg chg="modSp add mod">
        <pc:chgData name="川名翔太" userId="902a1c22-1104-4fc2-ba41-1ee47f89ed5e" providerId="ADAL" clId="{3B99F6AA-D358-4F4D-8DEE-C8557FC7DE89}" dt="2025-11-16T14:33:36.466" v="307"/>
        <pc:sldMkLst>
          <pc:docMk/>
          <pc:sldMk cId="3162751215" sldId="330"/>
        </pc:sldMkLst>
        <pc:spChg chg="mod">
          <ac:chgData name="川名翔太" userId="902a1c22-1104-4fc2-ba41-1ee47f89ed5e" providerId="ADAL" clId="{3B99F6AA-D358-4F4D-8DEE-C8557FC7DE89}" dt="2025-11-16T14:33:36.466" v="307"/>
          <ac:spMkLst>
            <pc:docMk/>
            <pc:sldMk cId="3162751215" sldId="330"/>
            <ac:spMk id="2" creationId="{00000000-0000-0000-0000-000000000000}"/>
          </ac:spMkLst>
        </pc:spChg>
      </pc:sldChg>
      <pc:sldChg chg="add del">
        <pc:chgData name="川名翔太" userId="902a1c22-1104-4fc2-ba41-1ee47f89ed5e" providerId="ADAL" clId="{3B99F6AA-D358-4F4D-8DEE-C8557FC7DE89}" dt="2025-11-16T14:42:37.156" v="1115" actId="47"/>
        <pc:sldMkLst>
          <pc:docMk/>
          <pc:sldMk cId="239850149" sldId="1077"/>
        </pc:sldMkLst>
      </pc:sldChg>
      <pc:sldChg chg="delSp modSp del mod">
        <pc:chgData name="川名翔太" userId="902a1c22-1104-4fc2-ba41-1ee47f89ed5e" providerId="ADAL" clId="{3B99F6AA-D358-4F4D-8DEE-C8557FC7DE89}" dt="2025-11-16T14:34:08.845" v="318" actId="47"/>
        <pc:sldMkLst>
          <pc:docMk/>
          <pc:sldMk cId="3163805606" sldId="1284"/>
        </pc:sldMkLst>
        <pc:spChg chg="mod">
          <ac:chgData name="川名翔太" userId="902a1c22-1104-4fc2-ba41-1ee47f89ed5e" providerId="ADAL" clId="{3B99F6AA-D358-4F4D-8DEE-C8557FC7DE89}" dt="2025-11-16T14:31:32.962" v="297" actId="20577"/>
          <ac:spMkLst>
            <pc:docMk/>
            <pc:sldMk cId="3163805606" sldId="1284"/>
            <ac:spMk id="2" creationId="{3AC567DD-8BD0-F488-D6CD-1CE9DA3C7FFB}"/>
          </ac:spMkLst>
        </pc:spChg>
        <pc:spChg chg="del">
          <ac:chgData name="川名翔太" userId="902a1c22-1104-4fc2-ba41-1ee47f89ed5e" providerId="ADAL" clId="{3B99F6AA-D358-4F4D-8DEE-C8557FC7DE89}" dt="2025-11-16T14:31:41.590" v="299" actId="478"/>
          <ac:spMkLst>
            <pc:docMk/>
            <pc:sldMk cId="3163805606" sldId="1284"/>
            <ac:spMk id="14" creationId="{4667FF6B-300C-3F5B-2809-2C3A6020B040}"/>
          </ac:spMkLst>
        </pc:spChg>
        <pc:spChg chg="del">
          <ac:chgData name="川名翔太" userId="902a1c22-1104-4fc2-ba41-1ee47f89ed5e" providerId="ADAL" clId="{3B99F6AA-D358-4F4D-8DEE-C8557FC7DE89}" dt="2025-11-16T14:31:41.590" v="299" actId="478"/>
          <ac:spMkLst>
            <pc:docMk/>
            <pc:sldMk cId="3163805606" sldId="1284"/>
            <ac:spMk id="20" creationId="{5C344557-A1D0-8DBF-5DAE-8269E680D62E}"/>
          </ac:spMkLst>
        </pc:spChg>
        <pc:spChg chg="del">
          <ac:chgData name="川名翔太" userId="902a1c22-1104-4fc2-ba41-1ee47f89ed5e" providerId="ADAL" clId="{3B99F6AA-D358-4F4D-8DEE-C8557FC7DE89}" dt="2025-11-16T14:31:41.590" v="299" actId="478"/>
          <ac:spMkLst>
            <pc:docMk/>
            <pc:sldMk cId="3163805606" sldId="1284"/>
            <ac:spMk id="31" creationId="{C56D6C75-16AC-0944-9CB3-E26ED5161B3B}"/>
          </ac:spMkLst>
        </pc:spChg>
        <pc:spChg chg="del">
          <ac:chgData name="川名翔太" userId="902a1c22-1104-4fc2-ba41-1ee47f89ed5e" providerId="ADAL" clId="{3B99F6AA-D358-4F4D-8DEE-C8557FC7DE89}" dt="2025-11-16T14:31:41.590" v="299" actId="478"/>
          <ac:spMkLst>
            <pc:docMk/>
            <pc:sldMk cId="3163805606" sldId="1284"/>
            <ac:spMk id="34" creationId="{D14941AD-BE61-0C43-72BA-5BC26E050A5E}"/>
          </ac:spMkLst>
        </pc:spChg>
        <pc:spChg chg="del">
          <ac:chgData name="川名翔太" userId="902a1c22-1104-4fc2-ba41-1ee47f89ed5e" providerId="ADAL" clId="{3B99F6AA-D358-4F4D-8DEE-C8557FC7DE89}" dt="2025-11-16T14:31:41.590" v="299" actId="478"/>
          <ac:spMkLst>
            <pc:docMk/>
            <pc:sldMk cId="3163805606" sldId="1284"/>
            <ac:spMk id="38" creationId="{37C3E0B4-C04D-F0E8-C286-761F1A769CCD}"/>
          </ac:spMkLst>
        </pc:spChg>
        <pc:spChg chg="del">
          <ac:chgData name="川名翔太" userId="902a1c22-1104-4fc2-ba41-1ee47f89ed5e" providerId="ADAL" clId="{3B99F6AA-D358-4F4D-8DEE-C8557FC7DE89}" dt="2025-11-16T14:31:41.590" v="299" actId="478"/>
          <ac:spMkLst>
            <pc:docMk/>
            <pc:sldMk cId="3163805606" sldId="1284"/>
            <ac:spMk id="39" creationId="{A12486EE-0F13-CAE5-7F37-1CF76D3F02F5}"/>
          </ac:spMkLst>
        </pc:spChg>
        <pc:spChg chg="del">
          <ac:chgData name="川名翔太" userId="902a1c22-1104-4fc2-ba41-1ee47f89ed5e" providerId="ADAL" clId="{3B99F6AA-D358-4F4D-8DEE-C8557FC7DE89}" dt="2025-11-16T14:31:41.590" v="299" actId="478"/>
          <ac:spMkLst>
            <pc:docMk/>
            <pc:sldMk cId="3163805606" sldId="1284"/>
            <ac:spMk id="43" creationId="{B4D105E2-C4D3-B4C7-D0B5-63232E5335D1}"/>
          </ac:spMkLst>
        </pc:spChg>
        <pc:spChg chg="del">
          <ac:chgData name="川名翔太" userId="902a1c22-1104-4fc2-ba41-1ee47f89ed5e" providerId="ADAL" clId="{3B99F6AA-D358-4F4D-8DEE-C8557FC7DE89}" dt="2025-11-16T14:31:41.590" v="299" actId="478"/>
          <ac:spMkLst>
            <pc:docMk/>
            <pc:sldMk cId="3163805606" sldId="1284"/>
            <ac:spMk id="58" creationId="{8B4EE5F3-459A-9CEF-FA8F-854E36857253}"/>
          </ac:spMkLst>
        </pc:spChg>
        <pc:spChg chg="del">
          <ac:chgData name="川名翔太" userId="902a1c22-1104-4fc2-ba41-1ee47f89ed5e" providerId="ADAL" clId="{3B99F6AA-D358-4F4D-8DEE-C8557FC7DE89}" dt="2025-11-16T14:31:41.590" v="299" actId="478"/>
          <ac:spMkLst>
            <pc:docMk/>
            <pc:sldMk cId="3163805606" sldId="1284"/>
            <ac:spMk id="64" creationId="{86163D3B-7206-D97D-F2C5-B665FF01108A}"/>
          </ac:spMkLst>
        </pc:spChg>
        <pc:spChg chg="del">
          <ac:chgData name="川名翔太" userId="902a1c22-1104-4fc2-ba41-1ee47f89ed5e" providerId="ADAL" clId="{3B99F6AA-D358-4F4D-8DEE-C8557FC7DE89}" dt="2025-11-16T14:31:41.590" v="299" actId="478"/>
          <ac:spMkLst>
            <pc:docMk/>
            <pc:sldMk cId="3163805606" sldId="1284"/>
            <ac:spMk id="66" creationId="{04E8BEF9-43F9-9895-30AC-D966446036FA}"/>
          </ac:spMkLst>
        </pc:spChg>
        <pc:graphicFrameChg chg="del">
          <ac:chgData name="川名翔太" userId="902a1c22-1104-4fc2-ba41-1ee47f89ed5e" providerId="ADAL" clId="{3B99F6AA-D358-4F4D-8DEE-C8557FC7DE89}" dt="2025-11-16T14:31:35.070" v="298" actId="478"/>
          <ac:graphicFrameMkLst>
            <pc:docMk/>
            <pc:sldMk cId="3163805606" sldId="1284"/>
            <ac:graphicFrameMk id="9" creationId="{C90A2D68-36CE-4097-EF6D-96A9089D9991}"/>
          </ac:graphicFrameMkLst>
        </pc:graphicFrameChg>
      </pc:sldChg>
      <pc:sldChg chg="del">
        <pc:chgData name="川名翔太" userId="902a1c22-1104-4fc2-ba41-1ee47f89ed5e" providerId="ADAL" clId="{3B99F6AA-D358-4F4D-8DEE-C8557FC7DE89}" dt="2025-11-16T14:07:08.557" v="31" actId="47"/>
        <pc:sldMkLst>
          <pc:docMk/>
          <pc:sldMk cId="97182913" sldId="1286"/>
        </pc:sldMkLst>
      </pc:sldChg>
      <pc:sldChg chg="add">
        <pc:chgData name="川名翔太" userId="902a1c22-1104-4fc2-ba41-1ee47f89ed5e" providerId="ADAL" clId="{3B99F6AA-D358-4F4D-8DEE-C8557FC7DE89}" dt="2025-11-16T14:31:20.315" v="270"/>
        <pc:sldMkLst>
          <pc:docMk/>
          <pc:sldMk cId="1232929671" sldId="1288"/>
        </pc:sldMkLst>
      </pc:sldChg>
      <pc:sldChg chg="add del">
        <pc:chgData name="川名翔太" userId="902a1c22-1104-4fc2-ba41-1ee47f89ed5e" providerId="ADAL" clId="{3B99F6AA-D358-4F4D-8DEE-C8557FC7DE89}" dt="2025-11-16T14:42:18.784" v="1111" actId="47"/>
        <pc:sldMkLst>
          <pc:docMk/>
          <pc:sldMk cId="2927210638" sldId="2147376027"/>
        </pc:sldMkLst>
      </pc:sldChg>
      <pc:sldChg chg="add del">
        <pc:chgData name="川名翔太" userId="902a1c22-1104-4fc2-ba41-1ee47f89ed5e" providerId="ADAL" clId="{3B99F6AA-D358-4F4D-8DEE-C8557FC7DE89}" dt="2025-11-16T14:41:52.617" v="1107"/>
        <pc:sldMkLst>
          <pc:docMk/>
          <pc:sldMk cId="1677823059" sldId="2147376028"/>
        </pc:sldMkLst>
      </pc:sldChg>
      <pc:sldChg chg="addSp delSp modSp add mod">
        <pc:chgData name="川名翔太" userId="902a1c22-1104-4fc2-ba41-1ee47f89ed5e" providerId="ADAL" clId="{3B99F6AA-D358-4F4D-8DEE-C8557FC7DE89}" dt="2025-11-16T14:43:00.947" v="1185" actId="20577"/>
        <pc:sldMkLst>
          <pc:docMk/>
          <pc:sldMk cId="1785589844" sldId="2147376028"/>
        </pc:sldMkLst>
        <pc:spChg chg="mod">
          <ac:chgData name="川名翔太" userId="902a1c22-1104-4fc2-ba41-1ee47f89ed5e" providerId="ADAL" clId="{3B99F6AA-D358-4F4D-8DEE-C8557FC7DE89}" dt="2025-11-16T14:43:00.947" v="1185" actId="20577"/>
          <ac:spMkLst>
            <pc:docMk/>
            <pc:sldMk cId="1785589844" sldId="2147376028"/>
            <ac:spMk id="2" creationId="{1B1D0962-5BE3-083C-C7AF-69978B0CBDF5}"/>
          </ac:spMkLst>
        </pc:spChg>
        <pc:spChg chg="del">
          <ac:chgData name="川名翔太" userId="902a1c22-1104-4fc2-ba41-1ee47f89ed5e" providerId="ADAL" clId="{3B99F6AA-D358-4F4D-8DEE-C8557FC7DE89}" dt="2025-11-16T14:42:05.590" v="1109" actId="478"/>
          <ac:spMkLst>
            <pc:docMk/>
            <pc:sldMk cId="1785589844" sldId="2147376028"/>
            <ac:spMk id="5" creationId="{F5074946-50B7-24A8-0FF0-BFFF7DDB6348}"/>
          </ac:spMkLst>
        </pc:spChg>
        <pc:spChg chg="add del mod">
          <ac:chgData name="川名翔太" userId="902a1c22-1104-4fc2-ba41-1ee47f89ed5e" providerId="ADAL" clId="{3B99F6AA-D358-4F4D-8DEE-C8557FC7DE89}" dt="2025-11-16T14:42:28.206" v="1113" actId="478"/>
          <ac:spMkLst>
            <pc:docMk/>
            <pc:sldMk cId="1785589844" sldId="2147376028"/>
            <ac:spMk id="15" creationId="{FF29DBF4-10D9-6E50-AE05-C4AE15346082}"/>
          </ac:spMkLst>
        </pc:spChg>
        <pc:spChg chg="del">
          <ac:chgData name="川名翔太" userId="902a1c22-1104-4fc2-ba41-1ee47f89ed5e" providerId="ADAL" clId="{3B99F6AA-D358-4F4D-8DEE-C8557FC7DE89}" dt="2025-11-16T14:42:05.590" v="1109" actId="478"/>
          <ac:spMkLst>
            <pc:docMk/>
            <pc:sldMk cId="1785589844" sldId="2147376028"/>
            <ac:spMk id="22" creationId="{001BCEA0-C7BE-1329-9558-2A4C579ED95D}"/>
          </ac:spMkLst>
        </pc:spChg>
        <pc:spChg chg="add del mod">
          <ac:chgData name="川名翔太" userId="902a1c22-1104-4fc2-ba41-1ee47f89ed5e" providerId="ADAL" clId="{3B99F6AA-D358-4F4D-8DEE-C8557FC7DE89}" dt="2025-11-16T14:42:28.206" v="1113" actId="478"/>
          <ac:spMkLst>
            <pc:docMk/>
            <pc:sldMk cId="1785589844" sldId="2147376028"/>
            <ac:spMk id="23" creationId="{C4CE1A07-23C3-B518-84D4-78A69633E55D}"/>
          </ac:spMkLst>
        </pc:spChg>
        <pc:spChg chg="mod">
          <ac:chgData name="川名翔太" userId="902a1c22-1104-4fc2-ba41-1ee47f89ed5e" providerId="ADAL" clId="{3B99F6AA-D358-4F4D-8DEE-C8557FC7DE89}" dt="2025-11-16T14:42:13.755" v="1110"/>
          <ac:spMkLst>
            <pc:docMk/>
            <pc:sldMk cId="1785589844" sldId="2147376028"/>
            <ac:spMk id="26" creationId="{05D7A9F6-55D6-4A0E-7117-1556BA42D380}"/>
          </ac:spMkLst>
        </pc:spChg>
        <pc:spChg chg="mod">
          <ac:chgData name="川名翔太" userId="902a1c22-1104-4fc2-ba41-1ee47f89ed5e" providerId="ADAL" clId="{3B99F6AA-D358-4F4D-8DEE-C8557FC7DE89}" dt="2025-11-16T14:42:13.755" v="1110"/>
          <ac:spMkLst>
            <pc:docMk/>
            <pc:sldMk cId="1785589844" sldId="2147376028"/>
            <ac:spMk id="27" creationId="{EA3A29C9-6FC5-A004-BA09-8CCCFFAFEEA2}"/>
          </ac:spMkLst>
        </pc:spChg>
        <pc:spChg chg="del">
          <ac:chgData name="川名翔太" userId="902a1c22-1104-4fc2-ba41-1ee47f89ed5e" providerId="ADAL" clId="{3B99F6AA-D358-4F4D-8DEE-C8557FC7DE89}" dt="2025-11-16T14:42:05.590" v="1109" actId="478"/>
          <ac:spMkLst>
            <pc:docMk/>
            <pc:sldMk cId="1785589844" sldId="2147376028"/>
            <ac:spMk id="31" creationId="{E70C919C-E751-281D-6121-F86EE48A9C3E}"/>
          </ac:spMkLst>
        </pc:spChg>
        <pc:spChg chg="del">
          <ac:chgData name="川名翔太" userId="902a1c22-1104-4fc2-ba41-1ee47f89ed5e" providerId="ADAL" clId="{3B99F6AA-D358-4F4D-8DEE-C8557FC7DE89}" dt="2025-11-16T14:42:05.590" v="1109" actId="478"/>
          <ac:spMkLst>
            <pc:docMk/>
            <pc:sldMk cId="1785589844" sldId="2147376028"/>
            <ac:spMk id="34" creationId="{606E6BE1-25C2-F921-CC72-73C675F1CF79}"/>
          </ac:spMkLst>
        </pc:spChg>
        <pc:spChg chg="del">
          <ac:chgData name="川名翔太" userId="902a1c22-1104-4fc2-ba41-1ee47f89ed5e" providerId="ADAL" clId="{3B99F6AA-D358-4F4D-8DEE-C8557FC7DE89}" dt="2025-11-16T14:42:05.590" v="1109" actId="478"/>
          <ac:spMkLst>
            <pc:docMk/>
            <pc:sldMk cId="1785589844" sldId="2147376028"/>
            <ac:spMk id="39" creationId="{1BB60DD0-74EC-3A1B-D1CB-1924D7CF5714}"/>
          </ac:spMkLst>
        </pc:spChg>
        <pc:spChg chg="add mod">
          <ac:chgData name="川名翔太" userId="902a1c22-1104-4fc2-ba41-1ee47f89ed5e" providerId="ADAL" clId="{3B99F6AA-D358-4F4D-8DEE-C8557FC7DE89}" dt="2025-11-16T14:42:34.857" v="1114"/>
          <ac:spMkLst>
            <pc:docMk/>
            <pc:sldMk cId="1785589844" sldId="2147376028"/>
            <ac:spMk id="41" creationId="{F042D776-447B-43C0-6AA3-B9E9285DF42C}"/>
          </ac:spMkLst>
        </pc:spChg>
        <pc:spChg chg="del">
          <ac:chgData name="川名翔太" userId="902a1c22-1104-4fc2-ba41-1ee47f89ed5e" providerId="ADAL" clId="{3B99F6AA-D358-4F4D-8DEE-C8557FC7DE89}" dt="2025-11-16T14:42:05.590" v="1109" actId="478"/>
          <ac:spMkLst>
            <pc:docMk/>
            <pc:sldMk cId="1785589844" sldId="2147376028"/>
            <ac:spMk id="43" creationId="{B7F5E798-D78B-1518-DCBE-DA6162303F55}"/>
          </ac:spMkLst>
        </pc:spChg>
        <pc:spChg chg="del">
          <ac:chgData name="川名翔太" userId="902a1c22-1104-4fc2-ba41-1ee47f89ed5e" providerId="ADAL" clId="{3B99F6AA-D358-4F4D-8DEE-C8557FC7DE89}" dt="2025-11-16T14:42:05.590" v="1109" actId="478"/>
          <ac:spMkLst>
            <pc:docMk/>
            <pc:sldMk cId="1785589844" sldId="2147376028"/>
            <ac:spMk id="45" creationId="{43D5FF06-2C5A-6DC8-941B-2B8C60F72186}"/>
          </ac:spMkLst>
        </pc:spChg>
        <pc:spChg chg="add mod">
          <ac:chgData name="川名翔太" userId="902a1c22-1104-4fc2-ba41-1ee47f89ed5e" providerId="ADAL" clId="{3B99F6AA-D358-4F4D-8DEE-C8557FC7DE89}" dt="2025-11-16T14:42:34.857" v="1114"/>
          <ac:spMkLst>
            <pc:docMk/>
            <pc:sldMk cId="1785589844" sldId="2147376028"/>
            <ac:spMk id="47" creationId="{D21EE98F-4CBB-4C96-54A8-703C7AD67EBA}"/>
          </ac:spMkLst>
        </pc:spChg>
        <pc:spChg chg="add mod">
          <ac:chgData name="川名翔太" userId="902a1c22-1104-4fc2-ba41-1ee47f89ed5e" providerId="ADAL" clId="{3B99F6AA-D358-4F4D-8DEE-C8557FC7DE89}" dt="2025-11-16T14:42:34.857" v="1114"/>
          <ac:spMkLst>
            <pc:docMk/>
            <pc:sldMk cId="1785589844" sldId="2147376028"/>
            <ac:spMk id="48" creationId="{E9F27C3B-D7F6-0922-90D0-1B39C6B671BB}"/>
          </ac:spMkLst>
        </pc:spChg>
        <pc:spChg chg="add mod">
          <ac:chgData name="川名翔太" userId="902a1c22-1104-4fc2-ba41-1ee47f89ed5e" providerId="ADAL" clId="{3B99F6AA-D358-4F4D-8DEE-C8557FC7DE89}" dt="2025-11-16T14:42:34.857" v="1114"/>
          <ac:spMkLst>
            <pc:docMk/>
            <pc:sldMk cId="1785589844" sldId="2147376028"/>
            <ac:spMk id="49" creationId="{36590363-03B0-32D2-B5BD-B30A771DC9C7}"/>
          </ac:spMkLst>
        </pc:spChg>
        <pc:spChg chg="add mod">
          <ac:chgData name="川名翔太" userId="902a1c22-1104-4fc2-ba41-1ee47f89ed5e" providerId="ADAL" clId="{3B99F6AA-D358-4F4D-8DEE-C8557FC7DE89}" dt="2025-11-16T14:42:34.857" v="1114"/>
          <ac:spMkLst>
            <pc:docMk/>
            <pc:sldMk cId="1785589844" sldId="2147376028"/>
            <ac:spMk id="50" creationId="{697EA02E-E2ED-338D-25E1-4D764FBE309C}"/>
          </ac:spMkLst>
        </pc:spChg>
        <pc:spChg chg="del">
          <ac:chgData name="川名翔太" userId="902a1c22-1104-4fc2-ba41-1ee47f89ed5e" providerId="ADAL" clId="{3B99F6AA-D358-4F4D-8DEE-C8557FC7DE89}" dt="2025-11-16T14:42:05.590" v="1109" actId="478"/>
          <ac:spMkLst>
            <pc:docMk/>
            <pc:sldMk cId="1785589844" sldId="2147376028"/>
            <ac:spMk id="54" creationId="{A83A6EE5-999F-9643-24B9-314F8D0C9881}"/>
          </ac:spMkLst>
        </pc:spChg>
        <pc:spChg chg="add mod">
          <ac:chgData name="川名翔太" userId="902a1c22-1104-4fc2-ba41-1ee47f89ed5e" providerId="ADAL" clId="{3B99F6AA-D358-4F4D-8DEE-C8557FC7DE89}" dt="2025-11-16T14:42:34.857" v="1114"/>
          <ac:spMkLst>
            <pc:docMk/>
            <pc:sldMk cId="1785589844" sldId="2147376028"/>
            <ac:spMk id="55" creationId="{2D06BF5B-E2E2-8B81-7C52-3EC7DB10FDCC}"/>
          </ac:spMkLst>
        </pc:spChg>
        <pc:spChg chg="add mod">
          <ac:chgData name="川名翔太" userId="902a1c22-1104-4fc2-ba41-1ee47f89ed5e" providerId="ADAL" clId="{3B99F6AA-D358-4F4D-8DEE-C8557FC7DE89}" dt="2025-11-16T14:42:34.857" v="1114"/>
          <ac:spMkLst>
            <pc:docMk/>
            <pc:sldMk cId="1785589844" sldId="2147376028"/>
            <ac:spMk id="59" creationId="{A4C81FC5-072E-FCA2-F36B-46FFD4582722}"/>
          </ac:spMkLst>
        </pc:spChg>
        <pc:spChg chg="del">
          <ac:chgData name="川名翔太" userId="902a1c22-1104-4fc2-ba41-1ee47f89ed5e" providerId="ADAL" clId="{3B99F6AA-D358-4F4D-8DEE-C8557FC7DE89}" dt="2025-11-16T14:42:05.590" v="1109" actId="478"/>
          <ac:spMkLst>
            <pc:docMk/>
            <pc:sldMk cId="1785589844" sldId="2147376028"/>
            <ac:spMk id="63" creationId="{71F696CA-250C-40F9-886A-012A0E9AD078}"/>
          </ac:spMkLst>
        </pc:spChg>
        <pc:spChg chg="add mod">
          <ac:chgData name="川名翔太" userId="902a1c22-1104-4fc2-ba41-1ee47f89ed5e" providerId="ADAL" clId="{3B99F6AA-D358-4F4D-8DEE-C8557FC7DE89}" dt="2025-11-16T14:42:34.857" v="1114"/>
          <ac:spMkLst>
            <pc:docMk/>
            <pc:sldMk cId="1785589844" sldId="2147376028"/>
            <ac:spMk id="65" creationId="{79F7E1E1-D9DC-263F-AEC7-532F1E932B21}"/>
          </ac:spMkLst>
        </pc:spChg>
        <pc:spChg chg="del">
          <ac:chgData name="川名翔太" userId="902a1c22-1104-4fc2-ba41-1ee47f89ed5e" providerId="ADAL" clId="{3B99F6AA-D358-4F4D-8DEE-C8557FC7DE89}" dt="2025-11-16T14:42:05.590" v="1109" actId="478"/>
          <ac:spMkLst>
            <pc:docMk/>
            <pc:sldMk cId="1785589844" sldId="2147376028"/>
            <ac:spMk id="66" creationId="{0E329A1B-D794-61E0-B082-9BD84D7FBA98}"/>
          </ac:spMkLst>
        </pc:spChg>
        <pc:spChg chg="add mod">
          <ac:chgData name="川名翔太" userId="902a1c22-1104-4fc2-ba41-1ee47f89ed5e" providerId="ADAL" clId="{3B99F6AA-D358-4F4D-8DEE-C8557FC7DE89}" dt="2025-11-16T14:42:34.857" v="1114"/>
          <ac:spMkLst>
            <pc:docMk/>
            <pc:sldMk cId="1785589844" sldId="2147376028"/>
            <ac:spMk id="71" creationId="{9DE23F81-867A-B0E9-AE8E-E0DF7C955EA4}"/>
          </ac:spMkLst>
        </pc:spChg>
        <pc:spChg chg="add mod">
          <ac:chgData name="川名翔太" userId="902a1c22-1104-4fc2-ba41-1ee47f89ed5e" providerId="ADAL" clId="{3B99F6AA-D358-4F4D-8DEE-C8557FC7DE89}" dt="2025-11-16T14:42:34.857" v="1114"/>
          <ac:spMkLst>
            <pc:docMk/>
            <pc:sldMk cId="1785589844" sldId="2147376028"/>
            <ac:spMk id="72" creationId="{04904353-B80A-0CD6-5A5A-63311EE104BA}"/>
          </ac:spMkLst>
        </pc:spChg>
        <pc:grpChg chg="add del mod">
          <ac:chgData name="川名翔太" userId="902a1c22-1104-4fc2-ba41-1ee47f89ed5e" providerId="ADAL" clId="{3B99F6AA-D358-4F4D-8DEE-C8557FC7DE89}" dt="2025-11-16T14:42:28.206" v="1113" actId="478"/>
          <ac:grpSpMkLst>
            <pc:docMk/>
            <pc:sldMk cId="1785589844" sldId="2147376028"/>
            <ac:grpSpMk id="25" creationId="{809C3E64-F856-D228-6486-42B5ED90D22E}"/>
          </ac:grpSpMkLst>
        </pc:grpChg>
        <pc:picChg chg="add del mod">
          <ac:chgData name="川名翔太" userId="902a1c22-1104-4fc2-ba41-1ee47f89ed5e" providerId="ADAL" clId="{3B99F6AA-D358-4F4D-8DEE-C8557FC7DE89}" dt="2025-11-16T14:42:28.206" v="1113" actId="478"/>
          <ac:picMkLst>
            <pc:docMk/>
            <pc:sldMk cId="1785589844" sldId="2147376028"/>
            <ac:picMk id="4" creationId="{22DA1875-085C-C320-D536-723404C3174E}"/>
          </ac:picMkLst>
        </pc:picChg>
      </pc:sldChg>
      <pc:sldChg chg="modSp add mod ord">
        <pc:chgData name="川名翔太" userId="902a1c22-1104-4fc2-ba41-1ee47f89ed5e" providerId="ADAL" clId="{3B99F6AA-D358-4F4D-8DEE-C8557FC7DE89}" dt="2025-11-16T14:43:10.296" v="1194"/>
        <pc:sldMkLst>
          <pc:docMk/>
          <pc:sldMk cId="558670107" sldId="2147376029"/>
        </pc:sldMkLst>
        <pc:spChg chg="mod">
          <ac:chgData name="川名翔太" userId="902a1c22-1104-4fc2-ba41-1ee47f89ed5e" providerId="ADAL" clId="{3B99F6AA-D358-4F4D-8DEE-C8557FC7DE89}" dt="2025-11-16T14:43:08.104" v="1192" actId="20577"/>
          <ac:spMkLst>
            <pc:docMk/>
            <pc:sldMk cId="558670107" sldId="2147376029"/>
            <ac:spMk id="2" creationId="{8C8E84D5-F1DB-D1F1-406D-B61F276DCA7C}"/>
          </ac:spMkLst>
        </pc:spChg>
      </pc:sldChg>
      <pc:sldMasterChg chg="delSldLayout">
        <pc:chgData name="川名翔太" userId="902a1c22-1104-4fc2-ba41-1ee47f89ed5e" providerId="ADAL" clId="{3B99F6AA-D358-4F4D-8DEE-C8557FC7DE89}" dt="2025-11-16T14:42:37.156" v="1115" actId="47"/>
        <pc:sldMasterMkLst>
          <pc:docMk/>
          <pc:sldMasterMk cId="1701675453" sldId="2147483684"/>
        </pc:sldMasterMkLst>
        <pc:sldLayoutChg chg="del">
          <pc:chgData name="川名翔太" userId="902a1c22-1104-4fc2-ba41-1ee47f89ed5e" providerId="ADAL" clId="{3B99F6AA-D358-4F4D-8DEE-C8557FC7DE89}" dt="2025-11-16T14:42:37.156" v="1115" actId="47"/>
          <pc:sldLayoutMkLst>
            <pc:docMk/>
            <pc:sldMasterMk cId="1701675453" sldId="2147483684"/>
            <pc:sldLayoutMk cId="887620957" sldId="214748369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9FF120-A316-0848-898C-5F096073A265}" type="datetimeFigureOut">
              <a:rPr kumimoji="1" lang="ja-JP" altLang="en-US" smtClean="0"/>
              <a:t>2025/11/19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2DF984-7E53-D84E-AC3B-72FE35197BB6}" type="slidenum">
              <a:rPr kumimoji="1" lang="ja-JP" altLang="en-US" smtClean="0"/>
              <a:t>‹#›</a:t>
            </a:fld>
            <a:endParaRPr kumimoji="1" lang="ja-JP" altLang="en-US"/>
          </a:p>
        </p:txBody>
      </p:sp>
    </p:spTree>
    <p:extLst>
      <p:ext uri="{BB962C8B-B14F-4D97-AF65-F5344CB8AC3E}">
        <p14:creationId xmlns:p14="http://schemas.microsoft.com/office/powerpoint/2010/main" val="130643272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92DF984-7E53-D84E-AC3B-72FE35197BB6}" type="slidenum">
              <a:rPr kumimoji="1" lang="ja-JP" altLang="en-US" smtClean="0"/>
              <a:t>28</a:t>
            </a:fld>
            <a:endParaRPr kumimoji="1" lang="ja-JP" altLang="en-US"/>
          </a:p>
        </p:txBody>
      </p:sp>
    </p:spTree>
    <p:extLst>
      <p:ext uri="{BB962C8B-B14F-4D97-AF65-F5344CB8AC3E}">
        <p14:creationId xmlns:p14="http://schemas.microsoft.com/office/powerpoint/2010/main" val="42187660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1616218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35366707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AF5D6-A042-E85F-816D-56B5D03E8CF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2E55BA2-FB66-9D95-94C1-CCDD7AE60D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88DE6A4-839F-2344-27DD-96A59E049F25}"/>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2306CD2-6F0C-7281-CCDA-5FBED64FF395}"/>
              </a:ext>
            </a:extLst>
          </p:cNvPr>
          <p:cNvSpPr>
            <a:spLocks noGrp="1"/>
          </p:cNvSpPr>
          <p:nvPr>
            <p:ph type="sldNum" sz="quarter" idx="10"/>
          </p:nvPr>
        </p:nvSpPr>
        <p:spPr/>
        <p:txBody>
          <a:bodyPr/>
          <a:lstStyle/>
          <a:p>
            <a:fld id="{BC57080C-E8FE-C146-B769-6100616B65A7}" type="slidenum">
              <a:rPr kumimoji="1" lang="ja-JP" altLang="en-US" smtClean="0"/>
              <a:t>34</a:t>
            </a:fld>
            <a:endParaRPr kumimoji="1" lang="ja-JP" altLang="en-US"/>
          </a:p>
        </p:txBody>
      </p:sp>
    </p:spTree>
    <p:extLst>
      <p:ext uri="{BB962C8B-B14F-4D97-AF65-F5344CB8AC3E}">
        <p14:creationId xmlns:p14="http://schemas.microsoft.com/office/powerpoint/2010/main" val="1009010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A9FD8-FB7C-F8AA-5E12-5DECE991A9F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0DB8787-35F7-B433-E3E9-3645C664920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A888F64-D398-3137-6CC8-D058B31544E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5D8693D-6102-6098-0F54-1F3E65381D70}"/>
              </a:ext>
            </a:extLst>
          </p:cNvPr>
          <p:cNvSpPr>
            <a:spLocks noGrp="1"/>
          </p:cNvSpPr>
          <p:nvPr>
            <p:ph type="sldNum" sz="quarter" idx="10"/>
          </p:nvPr>
        </p:nvSpPr>
        <p:spPr/>
        <p:txBody>
          <a:bodyPr/>
          <a:lstStyle/>
          <a:p>
            <a:fld id="{BC57080C-E8FE-C146-B769-6100616B65A7}" type="slidenum">
              <a:rPr kumimoji="1" lang="ja-JP" altLang="en-US" smtClean="0"/>
              <a:t>35</a:t>
            </a:fld>
            <a:endParaRPr kumimoji="1" lang="ja-JP" altLang="en-US"/>
          </a:p>
        </p:txBody>
      </p:sp>
    </p:spTree>
    <p:extLst>
      <p:ext uri="{BB962C8B-B14F-4D97-AF65-F5344CB8AC3E}">
        <p14:creationId xmlns:p14="http://schemas.microsoft.com/office/powerpoint/2010/main" val="1668080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73F1A-0E4A-F7A3-90E7-09EE6F17C0E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27A60E2-C146-1BA6-0BC5-2C239451FB4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0D82070-2A65-E621-4ECD-E06F86A39503}"/>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88DFB59-9B88-BB93-75F4-D4F5B6217867}"/>
              </a:ext>
            </a:extLst>
          </p:cNvPr>
          <p:cNvSpPr>
            <a:spLocks noGrp="1"/>
          </p:cNvSpPr>
          <p:nvPr>
            <p:ph type="sldNum" sz="quarter" idx="10"/>
          </p:nvPr>
        </p:nvSpPr>
        <p:spPr/>
        <p:txBody>
          <a:bodyPr/>
          <a:lstStyle/>
          <a:p>
            <a:fld id="{BC57080C-E8FE-C146-B769-6100616B65A7}" type="slidenum">
              <a:rPr kumimoji="1" lang="ja-JP" altLang="en-US" smtClean="0"/>
              <a:t>36</a:t>
            </a:fld>
            <a:endParaRPr kumimoji="1" lang="ja-JP" altLang="en-US"/>
          </a:p>
        </p:txBody>
      </p:sp>
    </p:spTree>
    <p:extLst>
      <p:ext uri="{BB962C8B-B14F-4D97-AF65-F5344CB8AC3E}">
        <p14:creationId xmlns:p14="http://schemas.microsoft.com/office/powerpoint/2010/main" val="11107173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pic>
        <p:nvPicPr>
          <p:cNvPr id="11" name="図 10" descr="スクリーンショット が含まれている画像&#10;&#10;自動的に生成された説明">
            <a:extLst>
              <a:ext uri="{FF2B5EF4-FFF2-40B4-BE49-F238E27FC236}">
                <a16:creationId xmlns:a16="http://schemas.microsoft.com/office/drawing/2014/main" id="{D1701DDA-447B-9A41-8218-EF9F4F3A9EE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ctrTitle"/>
          </p:nvPr>
        </p:nvSpPr>
        <p:spPr>
          <a:xfrm>
            <a:off x="2664000" y="2844000"/>
            <a:ext cx="8640000" cy="432000"/>
          </a:xfrm>
        </p:spPr>
        <p:txBody>
          <a:bodyPr lIns="0" tIns="72000" rIns="0" bIns="0" anchor="ctr" anchorCtr="0">
            <a:noAutofit/>
          </a:bodyPr>
          <a:lstStyle>
            <a:lvl1pPr algn="l">
              <a:defRPr sz="3200">
                <a:latin typeface="Meiryo" panose="020B0604030504040204" pitchFamily="34" charset="-128"/>
                <a:ea typeface="Meiryo" panose="020B0604030504040204" pitchFamily="34"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2664000" y="3348000"/>
            <a:ext cx="8640000" cy="324000"/>
          </a:xfrm>
        </p:spPr>
        <p:txBody>
          <a:bodyPr lIns="0" tIns="72000" rIns="0" bIns="0" anchor="ctr" anchorCtr="0">
            <a:noAutofit/>
          </a:bodyPr>
          <a:lstStyle>
            <a:lvl1pPr marL="0" indent="0" algn="l">
              <a:buNone/>
              <a:defRPr sz="2200" b="0" i="0">
                <a:latin typeface="Meiryo" panose="020B0604030504040204" pitchFamily="34" charset="-128"/>
                <a:ea typeface="Meiryo" panose="020B0604030504040204" pitchFamily="34"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a:p>
        </p:txBody>
      </p:sp>
      <p:sp>
        <p:nvSpPr>
          <p:cNvPr id="4" name="Date Placeholder 3"/>
          <p:cNvSpPr>
            <a:spLocks noGrp="1"/>
          </p:cNvSpPr>
          <p:nvPr>
            <p:ph type="dt" sz="half" idx="10"/>
          </p:nvPr>
        </p:nvSpPr>
        <p:spPr>
          <a:xfrm>
            <a:off x="5004000" y="5400000"/>
            <a:ext cx="2160000" cy="288000"/>
          </a:xfrm>
        </p:spPr>
        <p:txBody>
          <a:bodyPr lIns="0" tIns="36000" rIns="0" bIns="0"/>
          <a:lstStyle>
            <a:lvl1pPr algn="ctr">
              <a:defRPr sz="1800">
                <a:solidFill>
                  <a:schemeClr val="tx1"/>
                </a:solidFill>
                <a:latin typeface="Meiryo" panose="020B0604030504040204" pitchFamily="34" charset="-128"/>
                <a:ea typeface="Meiryo" panose="020B0604030504040204" pitchFamily="34" charset="-128"/>
              </a:defRPr>
            </a:lvl1pPr>
          </a:lstStyle>
          <a:p>
            <a:endParaRPr kumimoji="1" lang="ja-JP" altLang="en-US"/>
          </a:p>
        </p:txBody>
      </p:sp>
    </p:spTree>
    <p:extLst>
      <p:ext uri="{BB962C8B-B14F-4D97-AF65-F5344CB8AC3E}">
        <p14:creationId xmlns:p14="http://schemas.microsoft.com/office/powerpoint/2010/main" val="4081370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pic>
        <p:nvPicPr>
          <p:cNvPr id="8" name="図 7" descr="白いバックグラウンドのスクリーンショット&#10;&#10;自動的に生成された説明">
            <a:extLst>
              <a:ext uri="{FF2B5EF4-FFF2-40B4-BE49-F238E27FC236}">
                <a16:creationId xmlns:a16="http://schemas.microsoft.com/office/drawing/2014/main" id="{A851688F-C419-5642-BCCF-F3420504635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title"/>
          </p:nvPr>
        </p:nvSpPr>
        <p:spPr>
          <a:xfrm>
            <a:off x="1512000" y="360000"/>
            <a:ext cx="10224000" cy="360000"/>
          </a:xfrm>
        </p:spPr>
        <p:txBody>
          <a:bodyPr lIns="0" tIns="36000" rIns="0" bIns="0">
            <a:noAutofit/>
          </a:bodyPr>
          <a:lstStyle>
            <a:lvl1pPr>
              <a:defRPr sz="2400" b="0" i="0">
                <a:latin typeface="Meiryo" panose="020B0604030504040204" pitchFamily="34" charset="-128"/>
                <a:ea typeface="Meiryo" panose="020B0604030504040204" pitchFamily="34" charset="-128"/>
              </a:defRPr>
            </a:lvl1pPr>
          </a:lstStyle>
          <a:p>
            <a:r>
              <a:rPr lang="ja-JP" altLang="en-US"/>
              <a:t>マスター タイトルの書式設定</a:t>
            </a:r>
            <a:endParaRPr lang="en-US"/>
          </a:p>
        </p:txBody>
      </p:sp>
      <p:sp>
        <p:nvSpPr>
          <p:cNvPr id="5" name="Slide Number Placeholder 4"/>
          <p:cNvSpPr>
            <a:spLocks noGrp="1"/>
          </p:cNvSpPr>
          <p:nvPr>
            <p:ph type="sldNum" sz="quarter" idx="12"/>
          </p:nvPr>
        </p:nvSpPr>
        <p:spPr>
          <a:xfrm>
            <a:off x="11520000" y="6624000"/>
            <a:ext cx="432000" cy="144000"/>
          </a:xfrm>
        </p:spPr>
        <p:txBody>
          <a:bodyPr lIns="0" tIns="0" rIns="0" bIns="0"/>
          <a:lstStyle>
            <a:lvl1pPr>
              <a:defRPr sz="900" b="0" i="0">
                <a:solidFill>
                  <a:schemeClr val="tx1"/>
                </a:solidFill>
                <a:latin typeface="Meiryo" panose="020B0604030504040204" pitchFamily="34" charset="-128"/>
                <a:ea typeface="Meiryo" panose="020B0604030504040204" pitchFamily="34" charset="-128"/>
              </a:defRPr>
            </a:lvl1pPr>
          </a:lstStyle>
          <a:p>
            <a:fld id="{59F857F7-C215-C24D-8BD9-19720E902953}" type="slidenum">
              <a:rPr kumimoji="1" lang="ja-JP" altLang="en-US" smtClean="0"/>
              <a:pPr/>
              <a:t>‹#›</a:t>
            </a:fld>
            <a:endParaRPr kumimoji="1" lang="ja-JP" altLang="en-US"/>
          </a:p>
        </p:txBody>
      </p:sp>
    </p:spTree>
    <p:extLst>
      <p:ext uri="{BB962C8B-B14F-4D97-AF65-F5344CB8AC3E}">
        <p14:creationId xmlns:p14="http://schemas.microsoft.com/office/powerpoint/2010/main" val="19052171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F857F7-C215-C24D-8BD9-19720E902953}" type="slidenum">
              <a:rPr kumimoji="1" lang="ja-JP" altLang="en-US" smtClean="0"/>
              <a:t>‹#›</a:t>
            </a:fld>
            <a:endParaRPr kumimoji="1" lang="ja-JP" altLang="en-US"/>
          </a:p>
        </p:txBody>
      </p:sp>
    </p:spTree>
    <p:extLst>
      <p:ext uri="{BB962C8B-B14F-4D97-AF65-F5344CB8AC3E}">
        <p14:creationId xmlns:p14="http://schemas.microsoft.com/office/powerpoint/2010/main" val="1701675453"/>
      </p:ext>
    </p:extLst>
  </p:cSld>
  <p:clrMap bg1="lt1" tx1="dk1" bg2="lt2" tx2="dk2" accent1="accent1" accent2="accent2" accent3="accent3" accent4="accent4" accent5="accent5" accent6="accent6" hlink="hlink" folHlink="folHlink"/>
  <p:sldLayoutIdLst>
    <p:sldLayoutId id="2147483685" r:id="rId1"/>
    <p:sldLayoutId id="2147483690" r:id="rId2"/>
  </p:sldLayoutIdLst>
  <p:hf hdr="0" ftr="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9.png"/><Relationship Id="rId7" Type="http://schemas.openxmlformats.org/officeDocument/2006/relationships/image" Target="../media/image15.jpeg"/><Relationship Id="rId12" Type="http://schemas.openxmlformats.org/officeDocument/2006/relationships/image" Target="../media/image20.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jpeg"/><Relationship Id="rId4" Type="http://schemas.openxmlformats.org/officeDocument/2006/relationships/image" Target="../media/image12.jpeg"/><Relationship Id="rId9" Type="http://schemas.openxmlformats.org/officeDocument/2006/relationships/image" Target="../media/image17.jpeg"/></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A95BB6-2D13-D24F-A314-EFFFA44DDAF1}"/>
              </a:ext>
            </a:extLst>
          </p:cNvPr>
          <p:cNvSpPr>
            <a:spLocks noGrp="1"/>
          </p:cNvSpPr>
          <p:nvPr>
            <p:ph type="ctrTitle"/>
          </p:nvPr>
        </p:nvSpPr>
        <p:spPr/>
        <p:txBody>
          <a:bodyPr>
            <a:noAutofit/>
          </a:bodyPr>
          <a:lstStyle/>
          <a:p>
            <a:r>
              <a:rPr kumimoji="1" lang="ja-JP" altLang="en-US" sz="3200">
                <a:solidFill/>
              </a:rPr>
              <a:t>等級算出マクロ</a:t>
            </a:r>
            <a:r>
              <a:rPr kumimoji="1" lang="en-US" altLang="ja-JP" sz="3200">
                <a:solidFill/>
              </a:rPr>
              <a:t>_Web</a:t>
            </a:r>
            <a:r>
              <a:rPr kumimoji="1" lang="ja-JP" altLang="en-US" sz="3200">
                <a:solidFill/>
              </a:rPr>
              <a:t>システム化提案書</a:t>
            </a:r>
          </a:p>
        </p:txBody>
      </p:sp>
      <p:sp>
        <p:nvSpPr>
          <p:cNvPr id="6" name="日付プレースホルダー 5">
            <a:extLst>
              <a:ext uri="{FF2B5EF4-FFF2-40B4-BE49-F238E27FC236}">
                <a16:creationId xmlns:a16="http://schemas.microsoft.com/office/drawing/2014/main" id="{E2CCA44A-83DA-124D-B542-BF22EBDBF5B5}"/>
              </a:ext>
            </a:extLst>
          </p:cNvPr>
          <p:cNvSpPr>
            <a:spLocks noGrp="1"/>
          </p:cNvSpPr>
          <p:nvPr>
            <p:ph type="dt" sz="half" idx="10"/>
          </p:nvPr>
        </p:nvSpPr>
        <p:spPr/>
        <p:txBody>
          <a:bodyPr/>
          <a:lstStyle/>
          <a:p>
            <a:r>
              <a:rPr kumimoji="1" lang="en-US" altLang="ja-JP">
                <a:solidFill/>
              </a:rPr>
              <a:t>2025</a:t>
            </a:r>
            <a:r>
              <a:rPr kumimoji="1" lang="ja-JP" altLang="en-US">
                <a:solidFill/>
              </a:rPr>
              <a:t>年</a:t>
            </a:r>
            <a:r>
              <a:rPr kumimoji="1" lang="en-US" altLang="ja-JP">
                <a:solidFill/>
              </a:rPr>
              <a:t>11</a:t>
            </a:r>
            <a:r>
              <a:rPr kumimoji="1" lang="ja-JP" altLang="en-US">
                <a:solidFill/>
              </a:rPr>
              <a:t>月</a:t>
            </a:r>
            <a:r>
              <a:rPr kumimoji="1" lang="en-US" altLang="ja-JP">
                <a:solidFill/>
              </a:rPr>
              <a:t>27</a:t>
            </a:r>
            <a:r>
              <a:rPr kumimoji="1" lang="ja-JP" altLang="en-US">
                <a:solidFill/>
              </a:rPr>
              <a:t>日</a:t>
            </a:r>
          </a:p>
        </p:txBody>
      </p:sp>
    </p:spTree>
    <p:extLst>
      <p:ext uri="{BB962C8B-B14F-4D97-AF65-F5344CB8AC3E}">
        <p14:creationId xmlns:p14="http://schemas.microsoft.com/office/powerpoint/2010/main" val="39581206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A3B405-2877-0C4D-162B-EFD183881974}"/>
              </a:ext>
            </a:extLst>
          </p:cNvPr>
          <p:cNvSpPr>
            <a:spLocks noGrp="1"/>
          </p:cNvSpPr>
          <p:nvPr>
            <p:ph type="title"/>
          </p:nvPr>
        </p:nvSpPr>
        <p:spPr/>
        <p:txBody>
          <a:bodyPr/>
          <a:lstStyle/>
          <a:p>
            <a:r>
              <a:rPr kumimoji="1" lang="ja-JP" altLang="en-US">
                <a:solidFill/>
                <a:latin typeface="メイリオ" panose="020B0604030504040204" pitchFamily="50" charset="-128"/>
                <a:ea typeface="メイリオ" panose="020B0604030504040204" pitchFamily="50" charset="-128"/>
              </a:rPr>
              <a:t>システム導入構想書　目次</a:t>
            </a:r>
          </a:p>
        </p:txBody>
      </p:sp>
      <p:sp>
        <p:nvSpPr>
          <p:cNvPr id="3" name="スライド番号プレースホルダー 2">
            <a:extLst>
              <a:ext uri="{FF2B5EF4-FFF2-40B4-BE49-F238E27FC236}">
                <a16:creationId xmlns:a16="http://schemas.microsoft.com/office/drawing/2014/main" id="{98F5FF8A-1C63-1FA0-EF5B-428E18478FEF}"/>
              </a:ext>
            </a:extLst>
          </p:cNvPr>
          <p:cNvSpPr>
            <a:spLocks noGrp="1"/>
          </p:cNvSpPr>
          <p:nvPr>
            <p:ph type="sldNum" sz="quarter" idx="12"/>
          </p:nvPr>
        </p:nvSpPr>
        <p:spPr/>
        <p:txBody>
          <a:bodyPr/>
          <a:lstStyle/>
          <a:p>
            <a:pPr>
              <a:defRPr/>
            </a:pPr>
            <a:fld id="{59F857F7-C215-C24D-8BD9-19720E902953}" type="slidenum">
              <a:rPr kumimoji="1" lang="ja-JP" altLang="en-US" sz="800">
                <a:solidFill>
                  <a:prstClr val="black"/>
                </a:solidFill>
                <a:latin typeface="Meiryo UI" panose="020B0604030504040204" pitchFamily="50" charset="-128"/>
                <a:ea typeface="Meiryo UI" panose="020B0604030504040204" pitchFamily="50" charset="-128"/>
              </a:rPr>
              <a:pPr>
                <a:defRPr/>
              </a:pPr>
              <a:t>2</a:t>
            </a:fld>
            <a:endParaRPr kumimoji="1" lang="ja-JP" altLang="en-US" sz="800">
              <a:solidFill>
                <a:prstClr val="black"/>
              </a:solidFill>
              <a:latin typeface="Meiryo UI" panose="020B0604030504040204" pitchFamily="50" charset="-128"/>
              <a:ea typeface="Meiryo UI" panose="020B0604030504040204" pitchFamily="50" charset="-128"/>
            </a:endParaRPr>
          </a:p>
        </p:txBody>
      </p:sp>
      <p:graphicFrame>
        <p:nvGraphicFramePr>
          <p:cNvPr id="4" name="表 3">
            <a:extLst>
              <a:ext uri="{FF2B5EF4-FFF2-40B4-BE49-F238E27FC236}">
                <a16:creationId xmlns:a16="http://schemas.microsoft.com/office/drawing/2014/main" id="{51FEDC41-AC7C-7554-8178-10946B664F3A}"/>
              </a:ext>
            </a:extLst>
          </p:cNvPr>
          <p:cNvGraphicFramePr>
            <a:graphicFrameLocks noGrp="1"/>
          </p:cNvGraphicFramePr>
          <p:nvPr>
            <p:extLst>
              <p:ext uri="{D42A27DB-BD31-4B8C-83A1-F6EECF244321}">
                <p14:modId xmlns:p14="http://schemas.microsoft.com/office/powerpoint/2010/main" val="730909207"/>
              </p:ext>
            </p:extLst>
          </p:nvPr>
        </p:nvGraphicFramePr>
        <p:xfrm>
          <a:off x="1894691" y="1242531"/>
          <a:ext cx="5135922" cy="3243267"/>
        </p:xfrm>
        <a:graphic>
          <a:graphicData uri="http://schemas.openxmlformats.org/drawingml/2006/table">
            <a:tbl>
              <a:tblPr/>
              <a:tblGrid>
                <a:gridCol w="4343922">
                  <a:extLst>
                    <a:ext uri="{9D8B030D-6E8A-4147-A177-3AD203B41FA5}">
                      <a16:colId xmlns:a16="http://schemas.microsoft.com/office/drawing/2014/main" val="3818292942"/>
                    </a:ext>
                  </a:extLst>
                </a:gridCol>
                <a:gridCol w="792000">
                  <a:extLst>
                    <a:ext uri="{9D8B030D-6E8A-4147-A177-3AD203B41FA5}">
                      <a16:colId xmlns:a16="http://schemas.microsoft.com/office/drawing/2014/main" val="174868791"/>
                    </a:ext>
                  </a:extLst>
                </a:gridCol>
              </a:tblGrid>
              <a:tr h="435267">
                <a:tc>
                  <a:txBody>
                    <a:bodyPr/>
                    <a:lstStyle/>
                    <a:p>
                      <a:r>
                        <a:rPr lang="en-US" altLang="ja-JP" sz="1400">
                          <a:solidFill/>
                          <a:latin typeface="メイリオ" panose="020B0604030504040204" pitchFamily="50" charset="-128"/>
                          <a:ea typeface="メイリオ" panose="020B0604030504040204" pitchFamily="50" charset="-128"/>
                        </a:rPr>
                        <a:t>1.</a:t>
                      </a:r>
                      <a:r>
                        <a:rPr lang="ja-JP" altLang="en-US" sz="1400">
                          <a:solidFill/>
                          <a:latin typeface="メイリオ" panose="020B0604030504040204" pitchFamily="50" charset="-128"/>
                          <a:ea typeface="メイリオ" panose="020B0604030504040204" pitchFamily="50" charset="-128"/>
                        </a:rPr>
                        <a:t> システム導入の背景・課題</a:t>
                      </a:r>
                      <a:endParaRPr lang="en-US" altLang="ja-JP" sz="1400" b="0">
                        <a:latin typeface="メイリオ" panose="020B0604030504040204" pitchFamily="50" charset="-128"/>
                        <a:ea typeface="メイリオ" panose="020B0604030504040204" pitchFamily="50" charset="-128"/>
                        <a:cs typeface="+mn-cs"/>
                      </a:endParaRPr>
                    </a:p>
                  </a:txBody>
                  <a:tcPr marL="72000" marR="72000" marT="72000" marB="72000" anchor="ctr" horzOverflow="overflow">
                    <a:lnL cap="flat">
                      <a:noFill/>
                    </a:lnL>
                    <a:lnR cap="flat">
                      <a:noFill/>
                    </a:lnR>
                    <a:lnT w="12700" cap="flat" cmpd="sng" algn="ctr">
                      <a:solidFill>
                        <a:srgbClr val="75787B"/>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tc>
                  <a:txBody>
                    <a:bodyPr/>
                    <a:lstStyle/>
                    <a:p>
                      <a:pPr marL="0" marR="0" lvl="0" indent="0" algn="r" defTabSz="990564" rtl="0" eaLnBrk="1" fontAlgn="auto" latinLnBrk="0" hangingPunct="1">
                        <a:lnSpc>
                          <a:spcPct val="100000"/>
                        </a:lnSpc>
                        <a:spcBef>
                          <a:spcPts val="0"/>
                        </a:spcBef>
                        <a:spcAft>
                          <a:spcPts val="0"/>
                        </a:spcAft>
                        <a:buClrTx/>
                        <a:buSzTx/>
                        <a:buFontTx/>
                        <a:buNone/>
                        <a:tabLst/>
                        <a:defRPr/>
                      </a:pPr>
                      <a:r>
                        <a:rPr kumimoji="0" lang="en-US" altLang="ja-JP" sz="14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sym typeface="+mn-lt"/>
                        </a:rPr>
                        <a:t>P.3</a:t>
                      </a:r>
                    </a:p>
                  </a:txBody>
                  <a:tcPr marL="72000" marR="72000" marT="72000" marB="72000" anchor="ctr" horzOverflow="overflow">
                    <a:lnL cap="flat">
                      <a:noFill/>
                    </a:lnL>
                    <a:lnR cap="flat">
                      <a:noFill/>
                    </a:lnR>
                    <a:lnT w="12700" cap="flat" cmpd="sng" algn="ctr">
                      <a:solidFill>
                        <a:srgbClr val="75787B"/>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00210297"/>
                  </a:ext>
                </a:extLst>
              </a:tr>
              <a:tr h="468000">
                <a:tc>
                  <a:txBody>
                    <a:bodyPr/>
                    <a:lstStyle/>
                    <a:p>
                      <a:r>
                        <a:rPr lang="en-US" altLang="ja-JP" sz="1400" b="0">
                          <a:solidFill/>
                          <a:latin typeface="メイリオ" panose="020B0604030504040204" pitchFamily="50" charset="-128"/>
                          <a:ea typeface="メイリオ" panose="020B0604030504040204" pitchFamily="50" charset="-128"/>
                          <a:cs typeface="+mn-cs"/>
                        </a:rPr>
                        <a:t>2. </a:t>
                      </a:r>
                      <a:r>
                        <a:rPr lang="ja-JP" altLang="en-US" sz="1400" b="0">
                          <a:solidFill/>
                          <a:latin typeface="メイリオ" panose="020B0604030504040204" pitchFamily="50" charset="-128"/>
                          <a:ea typeface="メイリオ" panose="020B0604030504040204" pitchFamily="50" charset="-128"/>
                          <a:cs typeface="+mn-cs"/>
                        </a:rPr>
                        <a:t>システム構築によって実現したい状態</a:t>
                      </a:r>
                    </a:p>
                  </a:txBody>
                  <a:tcPr marL="72000" marR="72000" marT="72000" marB="72000" anchor="ctr" horzOverflow="overflow">
                    <a:lnL cap="flat">
                      <a:noFill/>
                    </a:lnL>
                    <a:lnR cap="flat">
                      <a:noFill/>
                    </a:lnR>
                    <a:lnT w="12700" cap="flat" cmpd="sng" algn="ctr">
                      <a:solidFill>
                        <a:srgbClr val="75787B"/>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tc>
                  <a:txBody>
                    <a:bodyPr/>
                    <a:lstStyle/>
                    <a:p>
                      <a:pPr marL="0" marR="0" lvl="0" indent="0" algn="r" defTabSz="990564" rtl="0" eaLnBrk="1" fontAlgn="auto" latinLnBrk="0" hangingPunct="1">
                        <a:lnSpc>
                          <a:spcPct val="100000"/>
                        </a:lnSpc>
                        <a:spcBef>
                          <a:spcPts val="0"/>
                        </a:spcBef>
                        <a:spcAft>
                          <a:spcPts val="0"/>
                        </a:spcAft>
                        <a:buClrTx/>
                        <a:buSzTx/>
                        <a:buFontTx/>
                        <a:buNone/>
                        <a:tabLst/>
                        <a:defRPr/>
                      </a:pPr>
                      <a:r>
                        <a:rPr kumimoji="0" lang="en-US" altLang="ja-JP" sz="14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sym typeface="+mn-lt"/>
                        </a:rPr>
                        <a:t>P.7</a:t>
                      </a:r>
                    </a:p>
                  </a:txBody>
                  <a:tcPr marL="72000" marR="72000" marT="72000" marB="72000" anchor="ctr" horzOverflow="overflow">
                    <a:lnL cap="flat">
                      <a:noFill/>
                    </a:lnL>
                    <a:lnR cap="flat">
                      <a:noFill/>
                    </a:lnR>
                    <a:lnT w="12700" cap="flat" cmpd="sng" algn="ctr">
                      <a:solidFill>
                        <a:srgbClr val="75787B"/>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07260318"/>
                  </a:ext>
                </a:extLst>
              </a:tr>
              <a:tr h="468000">
                <a:tc>
                  <a:txBody>
                    <a:bodyPr/>
                    <a:lstStyle/>
                    <a:p>
                      <a:pPr marL="0" marR="0" lvl="0" indent="0" algn="l"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4127500" algn="r"/>
                        </a:tabLst>
                        <a:defRPr/>
                      </a:pPr>
                      <a:r>
                        <a:rPr kumimoji="1" lang="en-US" altLang="ja-JP" sz="1400">
                          <a:solidFill/>
                          <a:latin typeface="メイリオ" panose="020B0604030504040204" pitchFamily="50" charset="-128"/>
                          <a:ea typeface="メイリオ" panose="020B0604030504040204" pitchFamily="50" charset="-128"/>
                        </a:rPr>
                        <a:t>3. </a:t>
                      </a:r>
                      <a:r>
                        <a:rPr kumimoji="1" lang="ja-JP" altLang="en-US" sz="1400">
                          <a:solidFill/>
                          <a:latin typeface="メイリオ" panose="020B0604030504040204" pitchFamily="50" charset="-128"/>
                          <a:ea typeface="メイリオ" panose="020B0604030504040204" pitchFamily="50" charset="-128"/>
                        </a:rPr>
                        <a:t>導入アプローチ・ロードマップ</a:t>
                      </a:r>
                      <a:endParaRPr kumimoji="1" lang="en-US" altLang="ja-JP" sz="1400">
                        <a:latin typeface="メイリオ" panose="020B0604030504040204" pitchFamily="50" charset="-128"/>
                        <a:ea typeface="メイリオ" panose="020B0604030504040204" pitchFamily="50" charset="-128"/>
                      </a:endParaRPr>
                    </a:p>
                  </a:txBody>
                  <a:tcPr marL="72000" marR="72000" marT="72000" marB="72000" anchor="ctr" horzOverflow="overflow">
                    <a:lnL cap="flat">
                      <a:noFill/>
                    </a:lnL>
                    <a:lnR cap="flat">
                      <a:noFill/>
                    </a:lnR>
                    <a:lnT w="12700" cap="flat" cmpd="sng" algn="ctr">
                      <a:solidFill>
                        <a:srgbClr val="75787B"/>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tc>
                  <a:txBody>
                    <a:bodyPr/>
                    <a:lstStyle/>
                    <a:p>
                      <a:pPr marL="0" marR="0" lvl="0" indent="0" algn="r" defTabSz="990564" rtl="0" eaLnBrk="1" fontAlgn="auto" latinLnBrk="0" hangingPunct="1">
                        <a:lnSpc>
                          <a:spcPct val="100000"/>
                        </a:lnSpc>
                        <a:spcBef>
                          <a:spcPts val="0"/>
                        </a:spcBef>
                        <a:spcAft>
                          <a:spcPts val="0"/>
                        </a:spcAft>
                        <a:buClrTx/>
                        <a:buSzTx/>
                        <a:buFontTx/>
                        <a:buNone/>
                        <a:tabLst/>
                        <a:defRPr/>
                      </a:pPr>
                      <a:r>
                        <a:rPr kumimoji="0" lang="en-US" altLang="ja-JP" sz="14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sym typeface="+mn-lt"/>
                        </a:rPr>
                        <a:t>P.11</a:t>
                      </a:r>
                    </a:p>
                  </a:txBody>
                  <a:tcPr marL="72000" marR="72000" marT="72000" marB="72000" anchor="ctr" horzOverflow="overflow">
                    <a:lnL cap="flat">
                      <a:noFill/>
                    </a:lnL>
                    <a:lnR cap="flat">
                      <a:noFill/>
                    </a:lnR>
                    <a:lnT w="12700" cap="flat" cmpd="sng" algn="ctr">
                      <a:solidFill>
                        <a:srgbClr val="75787B"/>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51414680"/>
                  </a:ext>
                </a:extLst>
              </a:tr>
              <a:tr h="468000">
                <a:tc>
                  <a:txBody>
                    <a:bodyPr/>
                    <a:lstStyle/>
                    <a:p>
                      <a:pPr marL="0" marR="0" lvl="0" indent="0" algn="l"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4127500" algn="r"/>
                        </a:tabLst>
                        <a:defRPr/>
                      </a:pPr>
                      <a:r>
                        <a:rPr kumimoji="1" lang="en-US" altLang="ja-JP" sz="1400">
                          <a:solidFill/>
                          <a:latin typeface="メイリオ" panose="020B0604030504040204" pitchFamily="50" charset="-128"/>
                          <a:ea typeface="メイリオ" panose="020B0604030504040204" pitchFamily="50" charset="-128"/>
                        </a:rPr>
                        <a:t>4.</a:t>
                      </a:r>
                      <a:r>
                        <a:rPr kumimoji="1" lang="ja-JP" altLang="en-US" sz="1400">
                          <a:solidFill/>
                          <a:latin typeface="メイリオ" panose="020B0604030504040204" pitchFamily="50" charset="-128"/>
                          <a:ea typeface="メイリオ" panose="020B0604030504040204" pitchFamily="50" charset="-128"/>
                        </a:rPr>
                        <a:t> 新システムとしての主な要件</a:t>
                      </a:r>
                      <a:endParaRPr kumimoji="1" lang="en-US" altLang="ja-JP" sz="1400">
                        <a:latin typeface="メイリオ" panose="020B0604030504040204" pitchFamily="50" charset="-128"/>
                        <a:ea typeface="メイリオ" panose="020B0604030504040204" pitchFamily="50" charset="-128"/>
                      </a:endParaRPr>
                    </a:p>
                  </a:txBody>
                  <a:tcPr marL="72000" marR="72000" marT="72000" marB="72000" anchor="ctr" horzOverflow="overflow">
                    <a:lnL cap="flat">
                      <a:noFill/>
                    </a:lnL>
                    <a:lnR cap="flat">
                      <a:noFill/>
                    </a:lnR>
                    <a:lnT w="12700" cap="flat" cmpd="sng" algn="ctr">
                      <a:solidFill>
                        <a:srgbClr val="75787B"/>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tc>
                  <a:txBody>
                    <a:bodyPr/>
                    <a:lstStyle/>
                    <a:p>
                      <a:pPr marL="0" marR="0" lvl="0" indent="0" algn="r" defTabSz="990564" rtl="0" eaLnBrk="1" fontAlgn="auto" latinLnBrk="0" hangingPunct="1">
                        <a:lnSpc>
                          <a:spcPct val="100000"/>
                        </a:lnSpc>
                        <a:spcBef>
                          <a:spcPts val="0"/>
                        </a:spcBef>
                        <a:spcAft>
                          <a:spcPts val="0"/>
                        </a:spcAft>
                        <a:buClrTx/>
                        <a:buSzTx/>
                        <a:buFontTx/>
                        <a:buNone/>
                        <a:tabLst/>
                        <a:defRPr/>
                      </a:pPr>
                      <a:r>
                        <a:rPr kumimoji="0" lang="en-US" altLang="ja-JP" sz="14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sym typeface="+mn-lt"/>
                        </a:rPr>
                        <a:t>P.16</a:t>
                      </a:r>
                    </a:p>
                  </a:txBody>
                  <a:tcPr marL="72000" marR="72000" marT="72000" marB="72000" anchor="ctr" horzOverflow="overflow">
                    <a:lnL cap="flat">
                      <a:noFill/>
                    </a:lnL>
                    <a:lnR cap="flat">
                      <a:noFill/>
                    </a:lnR>
                    <a:lnT w="12700" cap="flat" cmpd="sng" algn="ctr">
                      <a:solidFill>
                        <a:srgbClr val="75787B"/>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42478425"/>
                  </a:ext>
                </a:extLst>
              </a:tr>
              <a:tr h="468000">
                <a:tc>
                  <a:txBody>
                    <a:bodyPr/>
                    <a:lstStyle/>
                    <a:p>
                      <a:pPr marL="0" marR="0" lvl="0" indent="0" algn="l"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4127500" algn="r"/>
                        </a:tabLst>
                        <a:defRPr/>
                      </a:pPr>
                      <a:r>
                        <a:rPr kumimoji="0" lang="en-US" altLang="ja-JP" sz="1400" b="0" i="0" u="none" strike="noStrike" cap="none" normalizeH="0" baseline="0">
                          <a:ln>
                            <a:noFill/>
                          </a:ln>
                          <a:solidFill>
                            <a:schemeClr val="tx1"/>
                          </a:solidFill>
                          <a:effectLst/>
                          <a:latin typeface="メイリオ" panose="020B0604030504040204" pitchFamily="50" charset="-128"/>
                          <a:ea typeface="メイリオ" panose="020B0604030504040204" pitchFamily="50" charset="-128"/>
                          <a:cs typeface="+mn-cs"/>
                          <a:sym typeface="+mn-lt"/>
                        </a:rPr>
                        <a:t>5.</a:t>
                      </a:r>
                      <a:r>
                        <a:rPr kumimoji="0" lang="ja-JP" altLang="en-US" sz="1400" b="0" i="0" u="none" strike="noStrike" cap="none" normalizeH="0" baseline="0">
                          <a:ln>
                            <a:noFill/>
                          </a:ln>
                          <a:solidFill>
                            <a:schemeClr val="tx1"/>
                          </a:solidFill>
                          <a:effectLst/>
                          <a:latin typeface="メイリオ" panose="020B0604030504040204" pitchFamily="50" charset="-128"/>
                          <a:ea typeface="メイリオ" panose="020B0604030504040204" pitchFamily="50" charset="-128"/>
                          <a:cs typeface="+mn-cs"/>
                          <a:sym typeface="+mn-lt"/>
                        </a:rPr>
                        <a:t> スクラム開発アプローチ</a:t>
                      </a:r>
                    </a:p>
                  </a:txBody>
                  <a:tcPr marL="72000" marR="72000" marT="72000" marB="72000" anchor="ctr" horzOverflow="overflow">
                    <a:lnL cap="flat">
                      <a:noFill/>
                    </a:lnL>
                    <a:lnR cap="flat">
                      <a:noFill/>
                    </a:lnR>
                    <a:lnT w="12700" cap="flat" cmpd="sng" algn="ctr">
                      <a:solidFill>
                        <a:srgbClr val="75787B"/>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tc>
                  <a:txBody>
                    <a:bodyPr/>
                    <a:lstStyle/>
                    <a:p>
                      <a:pPr marL="0" marR="0" lvl="0" indent="0" algn="r" defTabSz="990564"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sym typeface="+mn-lt"/>
                        </a:rPr>
                        <a:t> </a:t>
                      </a:r>
                      <a:r>
                        <a:rPr kumimoji="0" lang="en-US" altLang="ja-JP" sz="14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sym typeface="+mn-lt"/>
                        </a:rPr>
                        <a:t>P.19</a:t>
                      </a:r>
                    </a:p>
                  </a:txBody>
                  <a:tcPr marL="72000" marR="72000" marT="72000" marB="72000" anchor="ctr" horzOverflow="overflow">
                    <a:lnL cap="flat">
                      <a:noFill/>
                    </a:lnL>
                    <a:lnR cap="flat">
                      <a:noFill/>
                    </a:lnR>
                    <a:lnT w="12700" cap="flat" cmpd="sng" algn="ctr">
                      <a:solidFill>
                        <a:srgbClr val="75787B"/>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64885345"/>
                  </a:ext>
                </a:extLst>
              </a:tr>
              <a:tr h="468000">
                <a:tc>
                  <a:txBody>
                    <a:bodyPr/>
                    <a:lstStyle/>
                    <a:p>
                      <a:pPr marL="0" marR="0" lvl="0" indent="0" algn="l"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4127500" algn="r"/>
                        </a:tabLst>
                        <a:defRPr/>
                      </a:pPr>
                      <a:r>
                        <a:rPr kumimoji="1" lang="en-US" altLang="ja-JP" sz="1400">
                          <a:solidFill/>
                          <a:latin typeface="メイリオ" panose="020B0604030504040204" pitchFamily="50" charset="-128"/>
                          <a:ea typeface="メイリオ" panose="020B0604030504040204" pitchFamily="50" charset="-128"/>
                        </a:rPr>
                        <a:t>6.</a:t>
                      </a:r>
                      <a:r>
                        <a:rPr kumimoji="1" lang="ja-JP" altLang="en-US" sz="1400">
                          <a:solidFill/>
                          <a:latin typeface="メイリオ" panose="020B0604030504040204" pitchFamily="50" charset="-128"/>
                          <a:ea typeface="メイリオ" panose="020B0604030504040204" pitchFamily="50" charset="-128"/>
                        </a:rPr>
                        <a:t> 期待される効果と予算</a:t>
                      </a:r>
                      <a:endParaRPr kumimoji="1" lang="en-US" altLang="ja-JP" sz="1400">
                        <a:latin typeface="メイリオ" panose="020B0604030504040204" pitchFamily="50" charset="-128"/>
                        <a:ea typeface="メイリオ" panose="020B0604030504040204" pitchFamily="50" charset="-128"/>
                      </a:endParaRPr>
                    </a:p>
                  </a:txBody>
                  <a:tcPr marL="72000" marR="72000" marT="72000" marB="72000" anchor="ctr" horzOverflow="overflow">
                    <a:lnL cap="flat">
                      <a:noFill/>
                    </a:lnL>
                    <a:lnR cap="flat">
                      <a:noFill/>
                    </a:lnR>
                    <a:lnT w="12700" cap="flat" cmpd="sng" algn="ctr">
                      <a:solidFill>
                        <a:srgbClr val="75787B"/>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tc>
                  <a:txBody>
                    <a:bodyPr/>
                    <a:lstStyle/>
                    <a:p>
                      <a:pPr marL="0" marR="0" lvl="0" indent="0" algn="r" defTabSz="990564" rtl="0" eaLnBrk="1" fontAlgn="auto" latinLnBrk="0" hangingPunct="1">
                        <a:lnSpc>
                          <a:spcPct val="100000"/>
                        </a:lnSpc>
                        <a:spcBef>
                          <a:spcPts val="0"/>
                        </a:spcBef>
                        <a:spcAft>
                          <a:spcPts val="0"/>
                        </a:spcAft>
                        <a:buClrTx/>
                        <a:buSzTx/>
                        <a:buFontTx/>
                        <a:buNone/>
                        <a:tabLst/>
                        <a:defRPr/>
                      </a:pPr>
                      <a:r>
                        <a:rPr kumimoji="0" lang="en-US" altLang="ja-JP" sz="14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sym typeface="+mn-lt"/>
                        </a:rPr>
                        <a:t>P.24</a:t>
                      </a:r>
                    </a:p>
                  </a:txBody>
                  <a:tcPr marL="72000" marR="72000" marT="72000" marB="72000" anchor="ctr" horzOverflow="overflow">
                    <a:lnL cap="flat">
                      <a:noFill/>
                    </a:lnL>
                    <a:lnR cap="flat">
                      <a:noFill/>
                    </a:lnR>
                    <a:lnT w="12700" cap="flat" cmpd="sng" algn="ctr">
                      <a:solidFill>
                        <a:srgbClr val="75787B"/>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13649852"/>
                  </a:ext>
                </a:extLst>
              </a:tr>
              <a:tr h="468000">
                <a:tc>
                  <a:txBody>
                    <a:bodyPr/>
                    <a:lstStyle/>
                    <a:p>
                      <a:pPr marL="0" marR="0" lvl="0" indent="0" algn="l"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4127500" algn="r"/>
                        </a:tabLst>
                        <a:defRPr/>
                      </a:pPr>
                      <a:r>
                        <a:rPr kumimoji="1" lang="en-US" altLang="ja-JP" sz="1400">
                          <a:solidFill/>
                          <a:latin typeface="メイリオ" panose="020B0604030504040204" pitchFamily="50" charset="-128"/>
                          <a:ea typeface="メイリオ" panose="020B0604030504040204" pitchFamily="50" charset="-128"/>
                        </a:rPr>
                        <a:t>7. Appendix</a:t>
                      </a:r>
                    </a:p>
                  </a:txBody>
                  <a:tcPr marL="72000" marR="72000" marT="72000" marB="72000" anchor="ctr" horzOverflow="overflow">
                    <a:lnL cap="flat">
                      <a:noFill/>
                    </a:lnL>
                    <a:lnR cap="flat">
                      <a:noFill/>
                    </a:lnR>
                    <a:lnT w="12700" cap="flat" cmpd="sng" algn="ctr">
                      <a:solidFill>
                        <a:srgbClr val="75787B"/>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tc>
                  <a:txBody>
                    <a:bodyPr/>
                    <a:lstStyle/>
                    <a:p>
                      <a:pPr marL="0" marR="0" lvl="0" indent="0" algn="r" defTabSz="990564" rtl="0" eaLnBrk="1" fontAlgn="auto" latinLnBrk="0" hangingPunct="1">
                        <a:lnSpc>
                          <a:spcPct val="100000"/>
                        </a:lnSpc>
                        <a:spcBef>
                          <a:spcPts val="0"/>
                        </a:spcBef>
                        <a:spcAft>
                          <a:spcPts val="0"/>
                        </a:spcAft>
                        <a:buClrTx/>
                        <a:buSzTx/>
                        <a:buFontTx/>
                        <a:buNone/>
                        <a:tabLst/>
                        <a:defRPr/>
                      </a:pPr>
                      <a:r>
                        <a:rPr kumimoji="0" lang="en-US" altLang="ja-JP" sz="14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sym typeface="+mn-lt"/>
                        </a:rPr>
                        <a:t>P.29</a:t>
                      </a:r>
                    </a:p>
                  </a:txBody>
                  <a:tcPr marL="72000" marR="72000" marT="72000" marB="72000" anchor="ctr" horzOverflow="overflow">
                    <a:lnL cap="flat">
                      <a:noFill/>
                    </a:lnL>
                    <a:lnR cap="flat">
                      <a:noFill/>
                    </a:lnR>
                    <a:lnT w="12700" cap="flat" cmpd="sng" algn="ctr">
                      <a:solidFill>
                        <a:srgbClr val="75787B"/>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11573671"/>
                  </a:ext>
                </a:extLst>
              </a:tr>
            </a:tbl>
          </a:graphicData>
        </a:graphic>
      </p:graphicFrame>
    </p:spTree>
    <p:extLst>
      <p:ext uri="{BB962C8B-B14F-4D97-AF65-F5344CB8AC3E}">
        <p14:creationId xmlns:p14="http://schemas.microsoft.com/office/powerpoint/2010/main" val="3792903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A049E0-24C6-1818-946B-2795AEBC0D02}"/>
              </a:ext>
            </a:extLst>
          </p:cNvPr>
          <p:cNvSpPr>
            <a:spLocks noGrp="1"/>
          </p:cNvSpPr>
          <p:nvPr>
            <p:ph type="title"/>
          </p:nvPr>
        </p:nvSpPr>
        <p:spPr>
          <a:xfrm>
            <a:off x="2640001" y="3042380"/>
            <a:ext cx="7703999" cy="360000"/>
          </a:xfrm>
        </p:spPr>
        <p:txBody>
          <a:bodyPr/>
          <a:lstStyle/>
          <a:p>
            <a:r>
              <a:rPr lang="en-US" altLang="ja-JP">
                <a:solidFill/>
                <a:latin typeface="メイリオ" panose="020B0604030504040204" pitchFamily="50" charset="-128"/>
                <a:ea typeface="メイリオ" panose="020B0604030504040204" pitchFamily="50" charset="-128"/>
              </a:rPr>
              <a:t>1. </a:t>
            </a:r>
            <a:r>
              <a:rPr lang="ja-JP" altLang="en-US">
                <a:solidFill/>
                <a:latin typeface="メイリオ" panose="020B0604030504040204" pitchFamily="50" charset="-128"/>
                <a:ea typeface="メイリオ" panose="020B0604030504040204" pitchFamily="50" charset="-128"/>
              </a:rPr>
              <a:t>システム導入の背景・課題</a:t>
            </a:r>
            <a:endParaRPr kumimoji="1" lang="ja-JP" altLang="en-US">
              <a:latin typeface="メイリオ" panose="020B0604030504040204" pitchFamily="50" charset="-128"/>
              <a:ea typeface="メイリオ" panose="020B0604030504040204" pitchFamily="50" charset="-128"/>
            </a:endParaRPr>
          </a:p>
        </p:txBody>
      </p:sp>
      <p:sp>
        <p:nvSpPr>
          <p:cNvPr id="3" name="スライド番号プレースホルダー 2">
            <a:extLst>
              <a:ext uri="{FF2B5EF4-FFF2-40B4-BE49-F238E27FC236}">
                <a16:creationId xmlns:a16="http://schemas.microsoft.com/office/drawing/2014/main" id="{83DB55F1-1B8C-13AB-1DBE-1F30F08B6A07}"/>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3</a:t>
            </a:fld>
            <a:endParaRPr kumimoji="1" lang="ja-JP"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323533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CC835F-763E-2745-B630-60FEF9DEF13F}"/>
              </a:ext>
            </a:extLst>
          </p:cNvPr>
          <p:cNvSpPr>
            <a:spLocks noGrp="1"/>
          </p:cNvSpPr>
          <p:nvPr>
            <p:ph type="title"/>
          </p:nvPr>
        </p:nvSpPr>
        <p:spPr/>
        <p:txBody>
          <a:bodyPr>
            <a:noAutofit/>
          </a:bodyPr>
          <a:lstStyle/>
          <a:p>
            <a:r>
              <a:rPr kumimoji="1" lang="en-US" altLang="ja-JP" sz="2400">
                <a:solidFill/>
                <a:latin typeface="メイリオ" panose="020B0604030504040204" pitchFamily="50" charset="-128"/>
                <a:ea typeface="メイリオ" panose="020B0604030504040204" pitchFamily="50" charset="-128"/>
              </a:rPr>
              <a:t>1-1. </a:t>
            </a:r>
            <a:r>
              <a:rPr kumimoji="1" lang="ja-JP" altLang="en-US" sz="2400">
                <a:solidFill/>
                <a:latin typeface="メイリオ" panose="020B0604030504040204" pitchFamily="50" charset="-128"/>
                <a:ea typeface="メイリオ" panose="020B0604030504040204" pitchFamily="50" charset="-128"/>
              </a:rPr>
              <a:t>プロジェクトの位置づけ</a:t>
            </a:r>
          </a:p>
        </p:txBody>
      </p:sp>
      <p:sp>
        <p:nvSpPr>
          <p:cNvPr id="4" name="スライド番号プレースホルダー 3">
            <a:extLst>
              <a:ext uri="{FF2B5EF4-FFF2-40B4-BE49-F238E27FC236}">
                <a16:creationId xmlns:a16="http://schemas.microsoft.com/office/drawing/2014/main" id="{C4AC3BA3-C0A3-B04B-AE66-BAA237898856}"/>
              </a:ext>
            </a:extLst>
          </p:cNvPr>
          <p:cNvSpPr>
            <a:spLocks noGrp="1"/>
          </p:cNvSpPr>
          <p:nvPr>
            <p:ph type="sldNum" sz="quarter" idx="12"/>
          </p:nvPr>
        </p:nvSpPr>
        <p:spPr/>
        <p:txBody>
          <a:bodyPr/>
          <a:lstStyle/>
          <a:p>
            <a:fld id="{59F857F7-C215-C24D-8BD9-19720E902953}" type="slidenum">
              <a:rPr kumimoji="1" lang="ja-JP" altLang="en-US" smtClean="0"/>
              <a:pPr/>
              <a:t>4</a:t>
            </a:fld>
            <a:endParaRPr kumimoji="1" lang="ja-JP" altLang="en-US"/>
          </a:p>
        </p:txBody>
      </p:sp>
      <p:sp>
        <p:nvSpPr>
          <p:cNvPr id="3" name="TextBox 2">
            <a:extLst>
              <a:ext uri="{FF2B5EF4-FFF2-40B4-BE49-F238E27FC236}">
                <a16:creationId xmlns:a16="http://schemas.microsoft.com/office/drawing/2014/main" id="{4A596CC4-2DFC-9278-2711-D487D44ADF55}"/>
              </a:ext>
            </a:extLst>
          </p:cNvPr>
          <p:cNvSpPr txBox="1"/>
          <p:nvPr/>
        </p:nvSpPr>
        <p:spPr>
          <a:xfrm>
            <a:off x="457200" y="1143000"/>
            <a:ext cx="11247120" cy="4950073"/>
          </a:xfrm>
          <a:prstGeom prst="rect">
            <a:avLst/>
          </a:prstGeom>
          <a:noFill/>
        </p:spPr>
        <p:txBody>
          <a:bodyPr wrap="square" lIns="137160" tIns="45720" rIns="137160" bIns="45720" anchor="t">
            <a:spAutoFit/>
          </a:bodyPr>
          <a:lstStyle/>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総務部で運用中の</a:t>
            </a:r>
            <a:r>
              <a:rPr lang="en-US" altLang="ja-JP" sz="1200">
                <a:solidFill/>
                <a:latin typeface="メイリオ" panose="020B0604030504040204" pitchFamily="50" charset="-128"/>
                <a:ea typeface="メイリオ" panose="020B0604030504040204" pitchFamily="50" charset="-128"/>
              </a:rPr>
              <a:t>Excel</a:t>
            </a:r>
            <a:r>
              <a:rPr lang="ja-JP" altLang="en-US" sz="1200">
                <a:solidFill/>
                <a:latin typeface="メイリオ" panose="020B0604030504040204" pitchFamily="50" charset="-128"/>
                <a:ea typeface="メイリオ" panose="020B0604030504040204" pitchFamily="50" charset="-128"/>
              </a:rPr>
              <a:t>マクロ（等級算出・与信限度額算出・限度額申請）を</a:t>
            </a:r>
            <a:r>
              <a:rPr lang="en-US" altLang="ja-JP" sz="1200">
                <a:solidFill/>
                <a:latin typeface="メイリオ" panose="020B0604030504040204" pitchFamily="50" charset="-128"/>
                <a:ea typeface="メイリオ" panose="020B0604030504040204" pitchFamily="50" charset="-128"/>
              </a:rPr>
              <a:t>Azure</a:t>
            </a:r>
            <a:r>
              <a:rPr lang="ja-JP" altLang="en-US" sz="1200">
                <a:solidFill/>
                <a:latin typeface="メイリオ" panose="020B0604030504040204" pitchFamily="50" charset="-128"/>
                <a:ea typeface="メイリオ" panose="020B0604030504040204" pitchFamily="50" charset="-128"/>
              </a:rPr>
              <a:t>基盤の</a:t>
            </a:r>
            <a:r>
              <a:rPr lang="en-US" altLang="ja-JP" sz="1200">
                <a:solidFill/>
                <a:latin typeface="メイリオ" panose="020B0604030504040204" pitchFamily="50" charset="-128"/>
                <a:ea typeface="メイリオ" panose="020B0604030504040204" pitchFamily="50" charset="-128"/>
              </a:rPr>
              <a:t>Web</a:t>
            </a:r>
            <a:r>
              <a:rPr lang="ja-JP" altLang="en-US" sz="1200">
                <a:solidFill/>
                <a:latin typeface="メイリオ" panose="020B0604030504040204" pitchFamily="50" charset="-128"/>
                <a:ea typeface="メイリオ" panose="020B0604030504040204" pitchFamily="50" charset="-128"/>
              </a:rPr>
              <a:t>システムに移管することを提案させていただきます</a:t>
            </a: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a:t>
            </a:r>
            <a:r>
              <a:rPr lang="ja-JP" altLang="en-US" sz="1200">
                <a:solidFill/>
                <a:latin typeface="メイリオ" panose="020B0604030504040204" pitchFamily="50" charset="-128"/>
                <a:ea typeface="メイリオ" panose="020B0604030504040204" pitchFamily="50" charset="-128"/>
              </a:rPr>
              <a:t>このプロジェクトの背景</a:t>
            </a:r>
            <a:r>
              <a:rPr lang="en-US" altLang="ja-JP" sz="1200">
                <a:solidFill/>
                <a:latin typeface="メイリオ" panose="020B0604030504040204" pitchFamily="50" charset="-128"/>
                <a:ea typeface="メイリオ" panose="020B0604030504040204" pitchFamily="50" charset="-128"/>
              </a:rPr>
              <a:t>】</a:t>
            </a:r>
          </a:p>
          <a:p>
            <a:pPr>
              <a:lnSpc>
                <a:spcPct val="110000"/>
              </a:lnSpc>
              <a:spcBef>
                <a:spcPts val="600"/>
              </a:spcBef>
              <a:spcAft>
                <a:spcPts val="300"/>
              </a:spcAft>
              <a:defRPr sz="1300" b="1">
                <a:solidFill>
                  <a:srgbClr val="FF6600"/>
                </a:solidFill>
                <a:latin typeface="Meiryo"/>
              </a:defRPr>
            </a:pPr>
            <a:r>
              <a:rPr lang="en-US" altLang="ja-JP" sz="1200">
                <a:solidFill/>
                <a:latin typeface="メイリオ" panose="020B0604030504040204" pitchFamily="50" charset="-128"/>
                <a:ea typeface="メイリオ" panose="020B0604030504040204" pitchFamily="50" charset="-128"/>
              </a:rPr>
              <a:t>● </a:t>
            </a:r>
            <a:r>
              <a:rPr lang="ja-JP" altLang="en-US" sz="1200">
                <a:solidFill/>
                <a:latin typeface="メイリオ" panose="020B0604030504040204" pitchFamily="50" charset="-128"/>
                <a:ea typeface="メイリオ" panose="020B0604030504040204" pitchFamily="50" charset="-128"/>
              </a:rPr>
              <a:t>現行システムの限界</a:t>
            </a:r>
            <a:endParaRPr lang="ja-JP" altLang="en-US"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- 2021</a:t>
            </a:r>
            <a:r>
              <a:rPr lang="ja-JP" altLang="en-US" sz="1200">
                <a:solidFill/>
                <a:latin typeface="メイリオ" panose="020B0604030504040204" pitchFamily="50" charset="-128"/>
                <a:ea typeface="メイリオ" panose="020B0604030504040204" pitchFamily="50" charset="-128"/>
              </a:rPr>
              <a:t>～</a:t>
            </a:r>
            <a:r>
              <a:rPr lang="en-US" altLang="ja-JP" sz="1200">
                <a:solidFill/>
                <a:latin typeface="メイリオ" panose="020B0604030504040204" pitchFamily="50" charset="-128"/>
                <a:ea typeface="メイリオ" panose="020B0604030504040204" pitchFamily="50" charset="-128"/>
              </a:rPr>
              <a:t>2022</a:t>
            </a:r>
            <a:r>
              <a:rPr lang="ja-JP" altLang="en-US" sz="1200">
                <a:solidFill/>
                <a:latin typeface="メイリオ" panose="020B0604030504040204" pitchFamily="50" charset="-128"/>
                <a:ea typeface="メイリオ" panose="020B0604030504040204" pitchFamily="50" charset="-128"/>
              </a:rPr>
              <a:t>年に構築された</a:t>
            </a:r>
            <a:r>
              <a:rPr lang="en-US" altLang="ja-JP" sz="1200">
                <a:solidFill/>
                <a:latin typeface="メイリオ" panose="020B0604030504040204" pitchFamily="50" charset="-128"/>
                <a:ea typeface="メイリオ" panose="020B0604030504040204" pitchFamily="50" charset="-128"/>
              </a:rPr>
              <a:t>Excel</a:t>
            </a:r>
            <a:r>
              <a:rPr lang="ja-JP" altLang="en-US" sz="1200">
                <a:solidFill/>
                <a:latin typeface="メイリオ" panose="020B0604030504040204" pitchFamily="50" charset="-128"/>
                <a:ea typeface="メイリオ" panose="020B0604030504040204" pitchFamily="50" charset="-128"/>
              </a:rPr>
              <a:t>マクロが複雑化・ブラックボックス化</a:t>
            </a: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a:solidFill/>
                <a:latin typeface="メイリオ" panose="020B0604030504040204" pitchFamily="50" charset="-128"/>
                <a:ea typeface="メイリオ" panose="020B0604030504040204" pitchFamily="50" charset="-128"/>
              </a:rPr>
              <a:t>エラー発生時の原因特定が困難な体制</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a:solidFill/>
                <a:latin typeface="メイリオ" panose="020B0604030504040204" pitchFamily="50" charset="-128"/>
                <a:ea typeface="メイリオ" panose="020B0604030504040204" pitchFamily="50" charset="-128"/>
              </a:rPr>
              <a:t>担当者の属人化により業務継続リスクが顕在化</a:t>
            </a:r>
            <a:endParaRPr lang="ja-JP" altLang="en-US"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600"/>
              </a:spcBef>
              <a:spcAft>
                <a:spcPts val="300"/>
              </a:spcAft>
              <a:defRPr sz="1300" b="1">
                <a:solidFill>
                  <a:srgbClr val="FF6600"/>
                </a:solidFill>
                <a:latin typeface="Meiryo"/>
              </a:defRPr>
            </a:pPr>
            <a:r>
              <a:rPr lang="ja-JP" altLang="en-US" sz="1200">
                <a:solidFill/>
                <a:latin typeface="メイリオ" panose="020B0604030504040204" pitchFamily="50" charset="-128"/>
                <a:ea typeface="メイリオ" panose="020B0604030504040204" pitchFamily="50" charset="-128"/>
              </a:rPr>
              <a:t>● 出光グループの</a:t>
            </a:r>
            <a:r>
              <a:rPr lang="en-US" altLang="ja-JP" sz="1200">
                <a:solidFill/>
                <a:latin typeface="メイリオ" panose="020B0604030504040204" pitchFamily="50" charset="-128"/>
                <a:ea typeface="メイリオ" panose="020B0604030504040204" pitchFamily="50" charset="-128"/>
              </a:rPr>
              <a:t>IT</a:t>
            </a:r>
            <a:r>
              <a:rPr lang="ja-JP" altLang="en-US" sz="1200">
                <a:solidFill/>
                <a:latin typeface="メイリオ" panose="020B0604030504040204" pitchFamily="50" charset="-128"/>
                <a:ea typeface="メイリオ" panose="020B0604030504040204" pitchFamily="50" charset="-128"/>
              </a:rPr>
              <a:t>戦略との整合</a:t>
            </a:r>
            <a:endParaRPr lang="ja-JP" altLang="en-US"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DI</a:t>
            </a:r>
            <a:r>
              <a:rPr lang="ja-JP" altLang="en-US" sz="1200">
                <a:solidFill/>
                <a:latin typeface="メイリオ" panose="020B0604030504040204" pitchFamily="50" charset="-128"/>
                <a:ea typeface="メイリオ" panose="020B0604030504040204" pitchFamily="50" charset="-128"/>
              </a:rPr>
              <a:t>部推奨の次期アーキテクチャ基盤：</a:t>
            </a:r>
            <a:r>
              <a:rPr lang="en-US" altLang="ja-JP" sz="1200">
                <a:solidFill/>
                <a:latin typeface="メイリオ" panose="020B0604030504040204" pitchFamily="50" charset="-128"/>
                <a:ea typeface="メイリオ" panose="020B0604030504040204" pitchFamily="50" charset="-128"/>
              </a:rPr>
              <a:t>Azure</a:t>
            </a:r>
            <a:r>
              <a:rPr lang="ja-JP" altLang="en-US" sz="1200">
                <a:solidFill/>
                <a:latin typeface="メイリオ" panose="020B0604030504040204" pitchFamily="50" charset="-128"/>
                <a:ea typeface="メイリオ" panose="020B0604030504040204" pitchFamily="50" charset="-128"/>
              </a:rPr>
              <a:t>標準化の方針</a:t>
            </a:r>
            <a:endParaRPr lang="ja-JP" altLang="en-US"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a:solidFill/>
                <a:latin typeface="メイリオ" panose="020B0604030504040204" pitchFamily="50" charset="-128"/>
                <a:ea typeface="メイリオ" panose="020B0604030504040204" pitchFamily="50" charset="-128"/>
              </a:rPr>
              <a:t>レガシーシステムからモダンなクラウド基盤への移行推進</a:t>
            </a:r>
            <a:endParaRPr lang="ja-JP" altLang="en-US"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600"/>
              </a:spcBef>
              <a:spcAft>
                <a:spcPts val="300"/>
              </a:spcAft>
              <a:defRPr sz="1300" b="1">
                <a:solidFill>
                  <a:srgbClr val="FF6600"/>
                </a:solidFill>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DI</a:t>
            </a:r>
            <a:r>
              <a:rPr lang="ja-JP" altLang="en-US" sz="1200">
                <a:solidFill/>
                <a:latin typeface="メイリオ" panose="020B0604030504040204" pitchFamily="50" charset="-128"/>
                <a:ea typeface="メイリオ" panose="020B0604030504040204" pitchFamily="50" charset="-128"/>
              </a:rPr>
              <a:t>部主導での開発体制構築</a:t>
            </a:r>
            <a:endParaRPr lang="ja-JP" altLang="en-US"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a:solidFill/>
                <a:latin typeface="メイリオ" panose="020B0604030504040204" pitchFamily="50" charset="-128"/>
                <a:ea typeface="メイリオ" panose="020B0604030504040204" pitchFamily="50" charset="-128"/>
              </a:rPr>
              <a:t>総務部と</a:t>
            </a:r>
            <a:r>
              <a:rPr lang="en-US" altLang="ja-JP" sz="1200">
                <a:solidFill/>
                <a:latin typeface="メイリオ" panose="020B0604030504040204" pitchFamily="50" charset="-128"/>
                <a:ea typeface="メイリオ" panose="020B0604030504040204" pitchFamily="50" charset="-128"/>
              </a:rPr>
              <a:t>EXE</a:t>
            </a:r>
            <a:r>
              <a:rPr lang="ja-JP" altLang="en-US" sz="1200">
                <a:solidFill/>
                <a:latin typeface="メイリオ" panose="020B0604030504040204" pitchFamily="50" charset="-128"/>
                <a:ea typeface="メイリオ" panose="020B0604030504040204" pitchFamily="50" charset="-128"/>
              </a:rPr>
              <a:t>の橋渡し役として、</a:t>
            </a:r>
            <a:r>
              <a:rPr lang="en-US" altLang="ja-JP" sz="1200">
                <a:solidFill/>
                <a:latin typeface="メイリオ" panose="020B0604030504040204" pitchFamily="50" charset="-128"/>
                <a:ea typeface="メイリオ" panose="020B0604030504040204" pitchFamily="50" charset="-128"/>
              </a:rPr>
              <a:t>DI</a:t>
            </a:r>
            <a:r>
              <a:rPr lang="ja-JP" altLang="en-US" sz="1200">
                <a:solidFill/>
                <a:latin typeface="メイリオ" panose="020B0604030504040204" pitchFamily="50" charset="-128"/>
                <a:ea typeface="メイリオ" panose="020B0604030504040204" pitchFamily="50" charset="-128"/>
              </a:rPr>
              <a:t>部がプロジェクトを主導</a:t>
            </a:r>
            <a:endParaRPr lang="ja-JP" altLang="en-US"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a:solidFill/>
                <a:latin typeface="メイリオ" panose="020B0604030504040204" pitchFamily="50" charset="-128"/>
                <a:ea typeface="メイリオ" panose="020B0604030504040204" pitchFamily="50" charset="-128"/>
              </a:rPr>
              <a:t>要件整理・品質管理・運用保守を一元的に担当</a:t>
            </a:r>
            <a:endParaRPr lang="ja-JP" altLang="en-US"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a:t>
            </a:r>
            <a:r>
              <a:rPr lang="ja-JP" altLang="en-US" sz="1200">
                <a:solidFill/>
                <a:latin typeface="メイリオ" panose="020B0604030504040204" pitchFamily="50" charset="-128"/>
                <a:ea typeface="メイリオ" panose="020B0604030504040204" pitchFamily="50" charset="-128"/>
              </a:rPr>
              <a:t>本プロジェクトの目的</a:t>
            </a:r>
            <a:r>
              <a:rPr lang="en-US" altLang="ja-JP" sz="1200">
                <a:solidFill/>
                <a:latin typeface="メイリオ" panose="020B0604030504040204" pitchFamily="50" charset="-128"/>
                <a:ea typeface="メイリオ" panose="020B0604030504040204" pitchFamily="50" charset="-128"/>
              </a:rPr>
              <a:t>】</a:t>
            </a:r>
          </a:p>
          <a:p>
            <a:pPr>
              <a:lnSpc>
                <a:spcPct val="110000"/>
              </a:lnSpc>
              <a:spcAft>
                <a:spcPts val="200"/>
              </a:spcAft>
              <a:defRPr sz="1200">
                <a:latin typeface="Meiryo"/>
              </a:defRPr>
            </a:pPr>
            <a:r>
              <a:rPr lang="en-US" altLang="ja-JP" sz="1200">
                <a:solidFill/>
                <a:latin typeface="メイリオ" panose="020B0604030504040204" pitchFamily="50" charset="-128"/>
                <a:ea typeface="メイリオ" panose="020B0604030504040204" pitchFamily="50" charset="-128"/>
              </a:rPr>
              <a:t>✓ </a:t>
            </a:r>
            <a:r>
              <a:rPr lang="ja-JP" altLang="en-US" sz="1200">
                <a:solidFill/>
                <a:latin typeface="メイリオ" panose="020B0604030504040204" pitchFamily="50" charset="-128"/>
                <a:ea typeface="メイリオ" panose="020B0604030504040204" pitchFamily="50" charset="-128"/>
              </a:rPr>
              <a:t>安定稼働する</a:t>
            </a:r>
            <a:r>
              <a:rPr lang="en-US" altLang="ja-JP" sz="1200">
                <a:solidFill/>
                <a:latin typeface="メイリオ" panose="020B0604030504040204" pitchFamily="50" charset="-128"/>
                <a:ea typeface="メイリオ" panose="020B0604030504040204" pitchFamily="50" charset="-128"/>
              </a:rPr>
              <a:t>Web</a:t>
            </a:r>
            <a:r>
              <a:rPr lang="ja-JP" altLang="en-US" sz="1200">
                <a:solidFill/>
                <a:latin typeface="メイリオ" panose="020B0604030504040204" pitchFamily="50" charset="-128"/>
                <a:ea typeface="メイリオ" panose="020B0604030504040204" pitchFamily="50" charset="-128"/>
              </a:rPr>
              <a:t>システムで、総務部の業務負担を大幅軽減</a:t>
            </a:r>
            <a:endParaRPr lang="ja-JP" altLang="en-US" sz="1200">
              <a:latin typeface="メイリオ" panose="020B0604030504040204" pitchFamily="50" charset="-128"/>
              <a:ea typeface="メイリオ" panose="020B0604030504040204" pitchFamily="50" charset="-128"/>
            </a:endParaRPr>
          </a:p>
          <a:p>
            <a:pPr>
              <a:lnSpc>
                <a:spcPct val="110000"/>
              </a:lnSpc>
              <a:spcAft>
                <a:spcPts val="200"/>
              </a:spcAft>
              <a:defRPr sz="1200">
                <a:latin typeface="Meiryo"/>
              </a:defRPr>
            </a:pPr>
            <a:r>
              <a:rPr lang="ja-JP" altLang="en-US" sz="1200">
                <a:solidFill/>
                <a:latin typeface="メイリオ" panose="020B0604030504040204" pitchFamily="50" charset="-128"/>
                <a:ea typeface="メイリオ" panose="020B0604030504040204" pitchFamily="50" charset="-128"/>
              </a:rPr>
              <a:t>✓ 誰でも使えるシステムで属人化を解消、業務継続性を確保</a:t>
            </a:r>
            <a:endParaRPr lang="ja-JP" altLang="en-US" sz="1200">
              <a:latin typeface="メイリオ" panose="020B0604030504040204" pitchFamily="50" charset="-128"/>
              <a:ea typeface="メイリオ" panose="020B0604030504040204" pitchFamily="50" charset="-128"/>
            </a:endParaRPr>
          </a:p>
          <a:p>
            <a:pPr>
              <a:lnSpc>
                <a:spcPct val="110000"/>
              </a:lnSpc>
              <a:spcAft>
                <a:spcPts val="200"/>
              </a:spcAft>
              <a:defRPr sz="1200">
                <a:latin typeface="Meiryo"/>
              </a:defRPr>
            </a:pPr>
            <a:r>
              <a:rPr lang="ja-JP" altLang="en-US" sz="1200">
                <a:solidFill/>
                <a:latin typeface="メイリオ" panose="020B0604030504040204" pitchFamily="50" charset="-128"/>
                <a:ea typeface="メイリオ" panose="020B0604030504040204" pitchFamily="50" charset="-128"/>
              </a:rPr>
              <a:t>✓ 将来の業務変化に柔軟に対応できる、拡張可能な基盤を構築</a:t>
            </a:r>
            <a:endParaRPr lang="ja-JP" altLang="en-US" sz="12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72332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9C3CB-4F6B-D5D0-131B-B8AC32FF30B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7B6D4D5-41F0-89CE-6CD9-B10C617BF531}"/>
              </a:ext>
            </a:extLst>
          </p:cNvPr>
          <p:cNvSpPr>
            <a:spLocks noGrp="1"/>
          </p:cNvSpPr>
          <p:nvPr>
            <p:ph type="title"/>
          </p:nvPr>
        </p:nvSpPr>
        <p:spPr/>
        <p:txBody>
          <a:bodyPr>
            <a:noAutofit/>
          </a:bodyPr>
          <a:lstStyle/>
          <a:p>
            <a:r>
              <a:rPr kumimoji="1" lang="en-US" altLang="ja-JP" sz="2400">
                <a:solidFill/>
              </a:rPr>
              <a:t>1-2. </a:t>
            </a:r>
            <a:r>
              <a:rPr kumimoji="1" lang="ja-JP" altLang="en-US" sz="2400">
                <a:solidFill/>
              </a:rPr>
              <a:t>総務部の現状課題</a:t>
            </a:r>
          </a:p>
        </p:txBody>
      </p:sp>
      <p:sp>
        <p:nvSpPr>
          <p:cNvPr id="4" name="スライド番号プレースホルダー 3">
            <a:extLst>
              <a:ext uri="{FF2B5EF4-FFF2-40B4-BE49-F238E27FC236}">
                <a16:creationId xmlns:a16="http://schemas.microsoft.com/office/drawing/2014/main" id="{531282E8-C11A-1500-59B9-F1F8512603FF}"/>
              </a:ext>
            </a:extLst>
          </p:cNvPr>
          <p:cNvSpPr>
            <a:spLocks noGrp="1"/>
          </p:cNvSpPr>
          <p:nvPr>
            <p:ph type="sldNum" sz="quarter" idx="12"/>
          </p:nvPr>
        </p:nvSpPr>
        <p:spPr/>
        <p:txBody>
          <a:bodyPr/>
          <a:lstStyle/>
          <a:p>
            <a:fld id="{59F857F7-C215-C24D-8BD9-19720E902953}" type="slidenum">
              <a:rPr kumimoji="1" lang="ja-JP" altLang="en-US" smtClean="0"/>
              <a:pPr/>
              <a:t>5</a:t>
            </a:fld>
            <a:endParaRPr kumimoji="1" lang="ja-JP" altLang="en-US"/>
          </a:p>
        </p:txBody>
      </p:sp>
      <p:sp>
        <p:nvSpPr>
          <p:cNvPr id="5" name="TextBox 2">
            <a:extLst>
              <a:ext uri="{FF2B5EF4-FFF2-40B4-BE49-F238E27FC236}">
                <a16:creationId xmlns:a16="http://schemas.microsoft.com/office/drawing/2014/main" id="{AE2A926F-9D71-0515-FD39-86C5BE705A36}"/>
              </a:ext>
            </a:extLst>
          </p:cNvPr>
          <p:cNvSpPr txBox="1"/>
          <p:nvPr/>
        </p:nvSpPr>
        <p:spPr>
          <a:xfrm>
            <a:off x="457200" y="1143000"/>
            <a:ext cx="11247120" cy="4783361"/>
          </a:xfrm>
          <a:prstGeom prst="rect">
            <a:avLst/>
          </a:prstGeom>
          <a:noFill/>
        </p:spPr>
        <p:txBody>
          <a:bodyPr wrap="square" lIns="137160" rIns="137160">
            <a:spAutoFit/>
          </a:bodyPr>
          <a:lstStyle/>
          <a:p>
            <a:pPr>
              <a:lnSpc>
                <a:spcPct val="110000"/>
              </a:lnSpc>
              <a:defRPr sz="1200">
                <a:latin typeface="Meiryo"/>
              </a:defRPr>
            </a:pPr>
            <a:r>
              <a:rPr lang="ja-JP" altLang="en-US" sz="1200" err="1">
                <a:solidFill/>
                <a:latin typeface="メイリオ" panose="020B0604030504040204" pitchFamily="50" charset="-128"/>
                <a:ea typeface="メイリオ" panose="020B0604030504040204" pitchFamily="50" charset="-128"/>
              </a:rPr>
              <a:t>総務部が日常的に直面している課題を詳細に整理します</a:t>
            </a:r>
            <a:endParaRPr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a:t>
            </a:r>
            <a:r>
              <a:rPr lang="ja-JP" altLang="en-US" sz="1200" err="1">
                <a:solidFill/>
                <a:latin typeface="メイリオ" panose="020B0604030504040204" pitchFamily="50" charset="-128"/>
                <a:ea typeface="メイリオ" panose="020B0604030504040204" pitchFamily="50" charset="-128"/>
              </a:rPr>
              <a:t>総務部の現状課題</a:t>
            </a:r>
            <a:r>
              <a:rPr lang="en-US" altLang="ja-JP" sz="1200">
                <a:solidFill/>
                <a:latin typeface="メイリオ" panose="020B0604030504040204" pitchFamily="50" charset="-128"/>
                <a:ea typeface="メイリオ" panose="020B0604030504040204" pitchFamily="50" charset="-128"/>
              </a:rPr>
              <a:t>】</a:t>
            </a: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600"/>
              </a:spcBef>
              <a:spcAft>
                <a:spcPts val="300"/>
              </a:spcAft>
              <a:defRPr sz="1300" b="1">
                <a:solidFill>
                  <a:srgbClr val="FF6600"/>
                </a:solidFill>
                <a:latin typeface="Meiryo"/>
              </a:defRPr>
            </a:pPr>
            <a:r>
              <a:rPr lang="ja-JP" altLang="en-US" sz="1200">
                <a:solidFill/>
                <a:latin typeface="メイリオ" panose="020B0604030504040204" pitchFamily="50" charset="-128"/>
                <a:ea typeface="メイリオ" panose="020B0604030504040204" pitchFamily="50" charset="-128"/>
              </a:rPr>
              <a:t>● 課題</a:t>
            </a:r>
            <a:r>
              <a:rPr lang="en-US" altLang="ja-JP" sz="1200">
                <a:solidFill/>
                <a:latin typeface="メイリオ" panose="020B0604030504040204" pitchFamily="50" charset="-128"/>
                <a:ea typeface="メイリオ" panose="020B0604030504040204" pitchFamily="50" charset="-128"/>
              </a:rPr>
              <a:t>1</a:t>
            </a:r>
            <a:r>
              <a:rPr lang="ja-JP" altLang="en-US" sz="1200">
                <a:solidFill/>
                <a:latin typeface="メイリオ" panose="020B0604030504040204" pitchFamily="50" charset="-128"/>
                <a:ea typeface="メイリオ" panose="020B0604030504040204" pitchFamily="50" charset="-128"/>
              </a:rPr>
              <a:t>：ほぼ毎月発生するマクロエラーへの対応</a:t>
            </a: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a:solidFill/>
                <a:latin typeface="メイリオ" panose="020B0604030504040204" pitchFamily="50" charset="-128"/>
                <a:ea typeface="メイリオ" panose="020B0604030504040204" pitchFamily="50" charset="-128"/>
              </a:rPr>
              <a:t>エラー原因の特定が困難で、原因調査に多大な時間を要する</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a:solidFill/>
                <a:latin typeface="メイリオ" panose="020B0604030504040204" pitchFamily="50" charset="-128"/>
                <a:ea typeface="メイリオ" panose="020B0604030504040204" pitchFamily="50" charset="-128"/>
              </a:rPr>
              <a:t>ログ機能が無く、どこで何が起きているのか把握できない</a:t>
            </a:r>
            <a:r>
              <a:rPr lang="en-US" altLang="ja-JP" sz="1200">
                <a:solidFill/>
                <a:latin typeface="メイリオ" panose="020B0604030504040204" pitchFamily="50" charset="-128"/>
                <a:ea typeface="メイリオ" panose="020B0604030504040204" pitchFamily="50" charset="-128"/>
              </a:rPr>
              <a:t>※</a:t>
            </a:r>
            <a:r>
              <a:rPr lang="ja-JP" altLang="en-US" sz="1200">
                <a:solidFill/>
                <a:latin typeface="メイリオ" panose="020B0604030504040204" pitchFamily="50" charset="-128"/>
                <a:ea typeface="メイリオ" panose="020B0604030504040204" pitchFamily="50" charset="-128"/>
              </a:rPr>
              <a:t>ユーザーから何をしたかヒアリング、必要に応じてマクロの受領を依頼</a:t>
            </a:r>
            <a:endParaRPr lang="ja-JP" altLang="en-US"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a:solidFill/>
                <a:latin typeface="メイリオ" panose="020B0604030504040204" pitchFamily="50" charset="-128"/>
                <a:ea typeface="メイリオ" panose="020B0604030504040204" pitchFamily="50" charset="-128"/>
              </a:rPr>
              <a:t>システムエグゼ社へ</a:t>
            </a:r>
            <a:r>
              <a:rPr lang="ja-JP" altLang="en-US" sz="1200" err="1">
                <a:solidFill/>
                <a:latin typeface="メイリオ" panose="020B0604030504040204" pitchFamily="50" charset="-128"/>
                <a:ea typeface="メイリオ" panose="020B0604030504040204" pitchFamily="50" charset="-128"/>
              </a:rPr>
              <a:t>の問い合わせが必須で、対応に数日かかることも</a:t>
            </a:r>
            <a:r>
              <a:rPr lang="ja-JP" altLang="en-US" sz="1200">
                <a:solidFill/>
                <a:latin typeface="メイリオ" panose="020B0604030504040204" pitchFamily="50" charset="-128"/>
                <a:ea typeface="メイリオ" panose="020B0604030504040204" pitchFamily="50" charset="-128"/>
              </a:rPr>
              <a:t>ある</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各事業部からの予期しない入力値でエラーが頻発する</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エラー修正と再実行を繰り返すため、業務時間を大幅に圧迫</a:t>
            </a:r>
            <a:endParaRPr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600"/>
              </a:spcBef>
              <a:spcAft>
                <a:spcPts val="300"/>
              </a:spcAft>
              <a:defRPr sz="1300" b="1">
                <a:solidFill>
                  <a:srgbClr val="FF6600"/>
                </a:solidFill>
                <a:latin typeface="Meiryo"/>
              </a:defRPr>
            </a:pPr>
            <a:r>
              <a:rPr lang="ja-JP" altLang="en-US" sz="1200">
                <a:solidFill/>
                <a:latin typeface="メイリオ" panose="020B0604030504040204" pitchFamily="50" charset="-128"/>
                <a:ea typeface="メイリオ" panose="020B0604030504040204" pitchFamily="50" charset="-128"/>
              </a:rPr>
              <a:t>● 課題</a:t>
            </a:r>
            <a:r>
              <a:rPr lang="en-US" altLang="ja-JP" sz="1200">
                <a:solidFill/>
                <a:latin typeface="メイリオ" panose="020B0604030504040204" pitchFamily="50" charset="-128"/>
                <a:ea typeface="メイリオ" panose="020B0604030504040204" pitchFamily="50" charset="-128"/>
              </a:rPr>
              <a:t>2</a:t>
            </a:r>
            <a:r>
              <a:rPr lang="ja-JP" altLang="en-US" sz="1200">
                <a:solidFill/>
                <a:latin typeface="メイリオ" panose="020B0604030504040204" pitchFamily="50" charset="-128"/>
                <a:ea typeface="メイリオ" panose="020B0604030504040204" pitchFamily="50" charset="-128"/>
              </a:rPr>
              <a:t>：特定担当者への依存（属人化）</a:t>
            </a: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a:solidFill/>
                <a:latin typeface="メイリオ" panose="020B0604030504040204" pitchFamily="50" charset="-128"/>
                <a:ea typeface="メイリオ" panose="020B0604030504040204" pitchFamily="50" charset="-128"/>
              </a:rPr>
              <a:t>有識者不在時に業務が完全に止まってしまう</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a:solidFill/>
                <a:latin typeface="メイリオ" panose="020B0604030504040204" pitchFamily="50" charset="-128"/>
                <a:ea typeface="メイリオ" panose="020B0604030504040204" pitchFamily="50" charset="-128"/>
              </a:rPr>
              <a:t>マクロの操作方法や注意点をユーザーに説明する必要がある</a:t>
            </a:r>
            <a:endParaRPr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600"/>
              </a:spcBef>
              <a:spcAft>
                <a:spcPts val="300"/>
              </a:spcAft>
              <a:defRPr sz="1300" b="1">
                <a:solidFill>
                  <a:srgbClr val="FF6600"/>
                </a:solidFill>
                <a:latin typeface="Meiryo"/>
              </a:defRPr>
            </a:pPr>
            <a:r>
              <a:rPr lang="ja-JP" altLang="en-US" sz="1200">
                <a:solidFill/>
                <a:latin typeface="メイリオ" panose="020B0604030504040204" pitchFamily="50" charset="-128"/>
                <a:ea typeface="メイリオ" panose="020B0604030504040204" pitchFamily="50" charset="-128"/>
              </a:rPr>
              <a:t>● 課題</a:t>
            </a:r>
            <a:r>
              <a:rPr lang="en-US" altLang="ja-JP" sz="1200">
                <a:solidFill/>
                <a:latin typeface="メイリオ" panose="020B0604030504040204" pitchFamily="50" charset="-128"/>
                <a:ea typeface="メイリオ" panose="020B0604030504040204" pitchFamily="50" charset="-128"/>
              </a:rPr>
              <a:t>3</a:t>
            </a:r>
            <a:r>
              <a:rPr lang="ja-JP" altLang="en-US" sz="1200">
                <a:solidFill/>
                <a:latin typeface="メイリオ" panose="020B0604030504040204" pitchFamily="50" charset="-128"/>
                <a:ea typeface="メイリオ" panose="020B0604030504040204" pitchFamily="50" charset="-128"/>
              </a:rPr>
              <a:t>：マクロの改修・機能追加が困難</a:t>
            </a: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業務変化（新しい取引先条件、計算式変更など）への対応</a:t>
            </a:r>
            <a:r>
              <a:rPr lang="ja-JP" altLang="en-US" sz="1200">
                <a:solidFill/>
                <a:latin typeface="メイリオ" panose="020B0604030504040204" pitchFamily="50" charset="-128"/>
                <a:ea typeface="メイリオ" panose="020B0604030504040204" pitchFamily="50" charset="-128"/>
              </a:rPr>
              <a:t>が困難</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過去のマクロ改修履歴が分からず、なぜこの処理があるのか不明</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データの履歴管理ができず、いつ誰が何を変更したか追跡不可</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en-US" altLang="ja-JP" sz="1200" err="1">
                <a:solidFill/>
                <a:latin typeface="メイリオ" panose="020B0604030504040204" pitchFamily="50" charset="-128"/>
                <a:ea typeface="メイリオ" panose="020B0604030504040204" pitchFamily="50" charset="-128"/>
              </a:rPr>
              <a:t>Excel</a:t>
            </a:r>
            <a:r>
              <a:rPr lang="ja-JP" altLang="en-US" sz="1200" err="1">
                <a:solidFill/>
                <a:latin typeface="メイリオ" panose="020B0604030504040204" pitchFamily="50" charset="-128"/>
                <a:ea typeface="メイリオ" panose="020B0604030504040204" pitchFamily="50" charset="-128"/>
              </a:rPr>
              <a:t>ファイルが複雑化・肥大化し、動作が遅い</a:t>
            </a:r>
            <a:endParaRPr sz="12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299887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E4E1F-53AC-0E1E-F38F-CF3E0EF269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6639D01-F168-829A-166B-4B8DC7FF7CB5}"/>
              </a:ext>
            </a:extLst>
          </p:cNvPr>
          <p:cNvSpPr>
            <a:spLocks noGrp="1"/>
          </p:cNvSpPr>
          <p:nvPr>
            <p:ph type="title"/>
          </p:nvPr>
        </p:nvSpPr>
        <p:spPr/>
        <p:txBody>
          <a:bodyPr>
            <a:noAutofit/>
          </a:bodyPr>
          <a:lstStyle/>
          <a:p>
            <a:r>
              <a:rPr kumimoji="1" lang="en-US" altLang="ja-JP" sz="2400">
                <a:solidFill/>
              </a:rPr>
              <a:t>1-3. </a:t>
            </a:r>
            <a:r>
              <a:rPr kumimoji="1" lang="ja-JP" altLang="en-US" sz="2400">
                <a:solidFill/>
              </a:rPr>
              <a:t>総務部・</a:t>
            </a:r>
            <a:r>
              <a:rPr kumimoji="1" lang="en-US" altLang="ja-JP" sz="2400">
                <a:solidFill/>
              </a:rPr>
              <a:t>DI</a:t>
            </a:r>
            <a:r>
              <a:rPr kumimoji="1" lang="ja-JP" altLang="en-US" sz="2400">
                <a:solidFill/>
              </a:rPr>
              <a:t>部</a:t>
            </a:r>
            <a:r>
              <a:rPr lang="ja-JP" altLang="en-US">
                <a:solidFill/>
              </a:rPr>
              <a:t>・</a:t>
            </a:r>
            <a:r>
              <a:rPr lang="en-US" altLang="ja-JP">
                <a:solidFill/>
              </a:rPr>
              <a:t>EXE</a:t>
            </a:r>
            <a:r>
              <a:rPr kumimoji="1" lang="ja-JP" altLang="en-US" sz="2400">
                <a:solidFill/>
              </a:rPr>
              <a:t>の課題整理</a:t>
            </a:r>
          </a:p>
        </p:txBody>
      </p:sp>
      <p:sp>
        <p:nvSpPr>
          <p:cNvPr id="4" name="スライド番号プレースホルダー 3">
            <a:extLst>
              <a:ext uri="{FF2B5EF4-FFF2-40B4-BE49-F238E27FC236}">
                <a16:creationId xmlns:a16="http://schemas.microsoft.com/office/drawing/2014/main" id="{E0B2930E-75A6-755B-C503-C88366584F9A}"/>
              </a:ext>
            </a:extLst>
          </p:cNvPr>
          <p:cNvSpPr>
            <a:spLocks noGrp="1"/>
          </p:cNvSpPr>
          <p:nvPr>
            <p:ph type="sldNum" sz="quarter" idx="12"/>
          </p:nvPr>
        </p:nvSpPr>
        <p:spPr/>
        <p:txBody>
          <a:bodyPr/>
          <a:lstStyle/>
          <a:p>
            <a:fld id="{59F857F7-C215-C24D-8BD9-19720E902953}" type="slidenum">
              <a:rPr kumimoji="1" lang="ja-JP" altLang="en-US" smtClean="0"/>
              <a:pPr/>
              <a:t>6</a:t>
            </a:fld>
            <a:endParaRPr kumimoji="1" lang="ja-JP" altLang="en-US"/>
          </a:p>
        </p:txBody>
      </p:sp>
      <p:sp>
        <p:nvSpPr>
          <p:cNvPr id="6" name="TextBox 2">
            <a:extLst>
              <a:ext uri="{FF2B5EF4-FFF2-40B4-BE49-F238E27FC236}">
                <a16:creationId xmlns:a16="http://schemas.microsoft.com/office/drawing/2014/main" id="{E8733081-7CA8-3974-26DA-9070B53E08DF}"/>
              </a:ext>
            </a:extLst>
          </p:cNvPr>
          <p:cNvSpPr txBox="1"/>
          <p:nvPr/>
        </p:nvSpPr>
        <p:spPr>
          <a:xfrm>
            <a:off x="457200" y="1143000"/>
            <a:ext cx="11247120" cy="5469702"/>
          </a:xfrm>
          <a:prstGeom prst="rect">
            <a:avLst/>
          </a:prstGeom>
          <a:noFill/>
        </p:spPr>
        <p:txBody>
          <a:bodyPr wrap="square" lIns="137160" rIns="137160">
            <a:spAutoFit/>
          </a:bodyPr>
          <a:lstStyle/>
          <a:p>
            <a:pPr>
              <a:lnSpc>
                <a:spcPct val="110000"/>
              </a:lnSpc>
              <a:defRPr sz="1200">
                <a:latin typeface="Meiryo"/>
              </a:defRPr>
            </a:pPr>
            <a:r>
              <a:rPr lang="ja-JP" altLang="en-US" sz="1200" err="1">
                <a:solidFill/>
                <a:latin typeface="メイリオ" panose="020B0604030504040204" pitchFamily="50" charset="-128"/>
                <a:ea typeface="メイリオ" panose="020B0604030504040204" pitchFamily="50" charset="-128"/>
              </a:rPr>
              <a:t>各関係者が抱える固有の課題を整理し、プロジェクトで解決を目指す</a:t>
            </a:r>
            <a:endParaRPr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a:t>
            </a:r>
            <a:r>
              <a:rPr lang="ja-JP" altLang="en-US" sz="1200" err="1">
                <a:solidFill/>
                <a:latin typeface="メイリオ" panose="020B0604030504040204" pitchFamily="50" charset="-128"/>
                <a:ea typeface="メイリオ" panose="020B0604030504040204" pitchFamily="50" charset="-128"/>
              </a:rPr>
              <a:t>総務部の固有課題</a:t>
            </a:r>
            <a:r>
              <a:rPr lang="en-US" altLang="ja-JP" sz="1200">
                <a:solidFill/>
                <a:latin typeface="メイリオ" panose="020B0604030504040204" pitchFamily="50" charset="-128"/>
                <a:ea typeface="メイリオ" panose="020B0604030504040204" pitchFamily="50" charset="-128"/>
              </a:rPr>
              <a:t>】</a:t>
            </a:r>
          </a:p>
          <a:p>
            <a:pPr>
              <a:lnSpc>
                <a:spcPct val="110000"/>
              </a:lnSpc>
              <a:spcAft>
                <a:spcPts val="200"/>
              </a:spcAft>
              <a:defRPr sz="1200">
                <a:latin typeface="Meiryo"/>
              </a:defRPr>
            </a:pP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マクロエラー対応に多大な時間と労力を要する</a:t>
            </a:r>
            <a:endParaRPr sz="1200">
              <a:latin typeface="メイリオ" panose="020B0604030504040204" pitchFamily="50" charset="-128"/>
              <a:ea typeface="メイリオ" panose="020B0604030504040204" pitchFamily="50" charset="-128"/>
            </a:endParaRPr>
          </a:p>
          <a:p>
            <a:pPr>
              <a:lnSpc>
                <a:spcPct val="110000"/>
              </a:lnSpc>
              <a:spcAft>
                <a:spcPts val="200"/>
              </a:spcAft>
              <a:defRPr sz="1200">
                <a:latin typeface="Meiryo"/>
              </a:defRPr>
            </a:pPr>
            <a:r>
              <a:rPr lang="en-US" altLang="ja-JP" sz="1200">
                <a:solidFill/>
                <a:latin typeface="メイリオ" panose="020B0604030504040204" pitchFamily="50" charset="-128"/>
                <a:ea typeface="メイリオ" panose="020B0604030504040204" pitchFamily="50" charset="-128"/>
              </a:rPr>
              <a:t>• </a:t>
            </a:r>
            <a:r>
              <a:rPr lang="ja-JP" altLang="en-US" sz="1200">
                <a:solidFill/>
                <a:latin typeface="メイリオ" panose="020B0604030504040204" pitchFamily="50" charset="-128"/>
                <a:ea typeface="メイリオ" panose="020B0604030504040204" pitchFamily="50" charset="-128"/>
              </a:rPr>
              <a:t>各事業部へのマクロ利用のルール徹底が困難</a:t>
            </a:r>
            <a:endParaRPr sz="1200">
              <a:latin typeface="メイリオ" panose="020B0604030504040204" pitchFamily="50" charset="-128"/>
              <a:ea typeface="メイリオ" panose="020B0604030504040204" pitchFamily="50" charset="-128"/>
            </a:endParaRPr>
          </a:p>
          <a:p>
            <a:pPr>
              <a:lnSpc>
                <a:spcPct val="110000"/>
              </a:lnSpc>
              <a:spcAft>
                <a:spcPts val="200"/>
              </a:spcAft>
              <a:defRPr sz="1200">
                <a:latin typeface="Meiryo"/>
              </a:defRPr>
            </a:pPr>
            <a:r>
              <a:rPr lang="en-US" altLang="ja-JP" sz="1200">
                <a:solidFill/>
                <a:latin typeface="メイリオ" panose="020B0604030504040204" pitchFamily="50" charset="-128"/>
                <a:ea typeface="メイリオ" panose="020B0604030504040204" pitchFamily="50" charset="-128"/>
              </a:rPr>
              <a:t>• </a:t>
            </a:r>
            <a:r>
              <a:rPr lang="ja-JP" altLang="en-US" sz="1200">
                <a:solidFill/>
                <a:latin typeface="メイリオ" panose="020B0604030504040204" pitchFamily="50" charset="-128"/>
                <a:ea typeface="メイリオ" panose="020B0604030504040204" pitchFamily="50" charset="-128"/>
              </a:rPr>
              <a:t>マクロの仕様把握が困難</a:t>
            </a:r>
            <a:endParaRPr lang="ja-JP" altLang="en-US" sz="1200">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a:t>
            </a:r>
            <a:r>
              <a:rPr lang="en-US" altLang="ja-JP" sz="1200" err="1">
                <a:solidFill/>
                <a:latin typeface="メイリオ" panose="020B0604030504040204" pitchFamily="50" charset="-128"/>
                <a:ea typeface="メイリオ" panose="020B0604030504040204" pitchFamily="50" charset="-128"/>
              </a:rPr>
              <a:t>DI</a:t>
            </a:r>
            <a:r>
              <a:rPr lang="ja-JP" altLang="en-US" sz="1200" err="1">
                <a:solidFill/>
                <a:latin typeface="メイリオ" panose="020B0604030504040204" pitchFamily="50" charset="-128"/>
                <a:ea typeface="メイリオ" panose="020B0604030504040204" pitchFamily="50" charset="-128"/>
              </a:rPr>
              <a:t>部の固有課題</a:t>
            </a:r>
            <a:r>
              <a:rPr lang="en-US" altLang="ja-JP" sz="1200">
                <a:solidFill/>
                <a:latin typeface="メイリオ" panose="020B0604030504040204" pitchFamily="50" charset="-128"/>
                <a:ea typeface="メイリオ" panose="020B0604030504040204" pitchFamily="50" charset="-128"/>
              </a:rPr>
              <a:t>】</a:t>
            </a:r>
          </a:p>
          <a:p>
            <a:pPr>
              <a:lnSpc>
                <a:spcPct val="110000"/>
              </a:lnSpc>
              <a:spcAft>
                <a:spcPts val="200"/>
              </a:spcAft>
              <a:defRPr sz="1200">
                <a:latin typeface="Meiryo"/>
              </a:defRPr>
            </a:pP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マクロ処理の仕様書・設計資料が無く、課題発生時の対応が困難</a:t>
            </a:r>
            <a:endParaRPr sz="1200">
              <a:latin typeface="メイリオ" panose="020B0604030504040204" pitchFamily="50" charset="-128"/>
              <a:ea typeface="メイリオ" panose="020B0604030504040204" pitchFamily="50" charset="-128"/>
            </a:endParaRPr>
          </a:p>
          <a:p>
            <a:pPr>
              <a:lnSpc>
                <a:spcPct val="110000"/>
              </a:lnSpc>
              <a:spcAft>
                <a:spcPts val="200"/>
              </a:spcAft>
              <a:defRPr sz="1200">
                <a:latin typeface="Meiryo"/>
              </a:defRPr>
            </a:pP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総務部・</a:t>
            </a:r>
            <a:r>
              <a:rPr lang="en-US" altLang="ja-JP" sz="1200" err="1">
                <a:solidFill/>
                <a:latin typeface="メイリオ" panose="020B0604030504040204" pitchFamily="50" charset="-128"/>
                <a:ea typeface="メイリオ" panose="020B0604030504040204" pitchFamily="50" charset="-128"/>
              </a:rPr>
              <a:t>EXE</a:t>
            </a:r>
            <a:r>
              <a:rPr lang="ja-JP" altLang="en-US" sz="1200" err="1">
                <a:solidFill/>
                <a:latin typeface="メイリオ" panose="020B0604030504040204" pitchFamily="50" charset="-128"/>
                <a:ea typeface="メイリオ" panose="020B0604030504040204" pitchFamily="50" charset="-128"/>
              </a:rPr>
              <a:t>への技術的な支援やアドバイスが十分にできない</a:t>
            </a:r>
            <a:endParaRPr sz="1200">
              <a:latin typeface="メイリオ" panose="020B0604030504040204" pitchFamily="50" charset="-128"/>
              <a:ea typeface="メイリオ" panose="020B0604030504040204" pitchFamily="50" charset="-128"/>
            </a:endParaRPr>
          </a:p>
          <a:p>
            <a:pPr>
              <a:lnSpc>
                <a:spcPct val="110000"/>
              </a:lnSpc>
              <a:spcAft>
                <a:spcPts val="200"/>
              </a:spcAft>
              <a:defRPr sz="1200">
                <a:latin typeface="Meiryo"/>
              </a:defRPr>
            </a:pP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プロジェクト全体の品質管理・進捗管理の体制が不十分</a:t>
            </a:r>
            <a:endParaRPr lang="en-US" sz="1200">
              <a:latin typeface="メイリオ" panose="020B0604030504040204" pitchFamily="50" charset="-128"/>
              <a:ea typeface="メイリオ" panose="020B0604030504040204" pitchFamily="50" charset="-128"/>
            </a:endParaRPr>
          </a:p>
          <a:p>
            <a:pPr>
              <a:lnSpc>
                <a:spcPct val="110000"/>
              </a:lnSpc>
              <a:spcAft>
                <a:spcPts val="200"/>
              </a:spcAft>
              <a:defRPr sz="1200">
                <a:latin typeface="Meiryo"/>
              </a:defRPr>
            </a:pPr>
            <a:endParaRPr lang="ja-JP" altLang="en-US" sz="1200">
              <a:latin typeface="メイリオ" panose="020B0604030504040204" pitchFamily="50" charset="-128"/>
              <a:ea typeface="メイリオ" panose="020B0604030504040204" pitchFamily="50" charset="-128"/>
            </a:endParaRPr>
          </a:p>
          <a:p>
            <a:pPr>
              <a:lnSpc>
                <a:spcPct val="110000"/>
              </a:lnSpc>
              <a:spcAft>
                <a:spcPts val="200"/>
              </a:spcAft>
              <a:defRPr sz="1200">
                <a:latin typeface="Meiryo"/>
              </a:defRPr>
            </a:pPr>
            <a:r>
              <a:rPr lang="en-US" altLang="ja-JP" sz="1200" b="1">
                <a:latin typeface="メイリオ" panose="020B0604030504040204" pitchFamily="50" charset="-128"/>
                <a:ea typeface="メイリオ" panose="020B0604030504040204" pitchFamily="50" charset="-128"/>
              </a:rPr>
              <a:t>【</a:t>
            </a:r>
            <a:r>
              <a:rPr lang="ja-JP" altLang="en-US" sz="1200" b="1">
                <a:latin typeface="メイリオ" panose="020B0604030504040204" pitchFamily="50" charset="-128"/>
                <a:ea typeface="メイリオ" panose="020B0604030504040204" pitchFamily="50" charset="-128"/>
              </a:rPr>
              <a:t>システムエグゼ（開発側）の固有課題</a:t>
            </a:r>
            <a:r>
              <a:rPr lang="en-US" altLang="ja-JP" sz="1200" b="1">
                <a:latin typeface="メイリオ" panose="020B0604030504040204" pitchFamily="50" charset="-128"/>
                <a:ea typeface="メイリオ" panose="020B0604030504040204" pitchFamily="50" charset="-128"/>
              </a:rPr>
              <a:t>】</a:t>
            </a:r>
          </a:p>
          <a:p>
            <a:pPr>
              <a:spcAft>
                <a:spcPts val="200"/>
              </a:spcAft>
              <a:defRPr sz="1200">
                <a:latin typeface="Meiryo"/>
              </a:defRPr>
            </a:pPr>
            <a:r>
              <a:rPr lang="en-US" altLang="ja-JP" sz="1200">
                <a:solidFill/>
                <a:latin typeface="メイリオ" panose="020B0604030504040204" pitchFamily="50" charset="-128"/>
                <a:ea typeface="メイリオ" panose="020B0604030504040204" pitchFamily="50" charset="-128"/>
              </a:rPr>
              <a:t>• </a:t>
            </a:r>
            <a:r>
              <a:rPr lang="ja-JP" altLang="en-US" sz="1200">
                <a:solidFill/>
                <a:latin typeface="メイリオ" panose="020B0604030504040204" pitchFamily="50" charset="-128"/>
                <a:ea typeface="メイリオ" panose="020B0604030504040204" pitchFamily="50" charset="-128"/>
              </a:rPr>
              <a:t>マクロのあるべき処理フローが把握しきれていない</a:t>
            </a:r>
          </a:p>
          <a:p>
            <a:pPr>
              <a:spcAft>
                <a:spcPts val="200"/>
              </a:spcAft>
              <a:defRPr sz="1200">
                <a:latin typeface="Meiryo"/>
              </a:defRPr>
            </a:pPr>
            <a:r>
              <a:rPr lang="en-US" altLang="ja-JP" sz="1200">
                <a:solidFill/>
                <a:latin typeface="メイリオ" panose="020B0604030504040204" pitchFamily="50" charset="-128"/>
                <a:ea typeface="メイリオ" panose="020B0604030504040204" pitchFamily="50" charset="-128"/>
              </a:rPr>
              <a:t>• </a:t>
            </a:r>
            <a:r>
              <a:rPr lang="ja-JP" altLang="en-US" sz="1200">
                <a:solidFill/>
                <a:latin typeface="メイリオ" panose="020B0604030504040204" pitchFamily="50" charset="-128"/>
                <a:ea typeface="メイリオ" panose="020B0604030504040204" pitchFamily="50" charset="-128"/>
              </a:rPr>
              <a:t>エラーハンドリングが不十分で、エラー原因の特定が困難</a:t>
            </a:r>
          </a:p>
          <a:p>
            <a:pPr>
              <a:spcAft>
                <a:spcPts val="200"/>
              </a:spcAft>
              <a:defRPr sz="1200">
                <a:latin typeface="Meiryo"/>
              </a:defRPr>
            </a:pPr>
            <a:r>
              <a:rPr lang="en-US" altLang="ja-JP" sz="1200">
                <a:solidFill/>
                <a:latin typeface="メイリオ" panose="020B0604030504040204" pitchFamily="50" charset="-128"/>
                <a:ea typeface="メイリオ" panose="020B0604030504040204" pitchFamily="50" charset="-128"/>
              </a:rPr>
              <a:t>• </a:t>
            </a:r>
            <a:r>
              <a:rPr lang="ja-JP" altLang="en-US" sz="1200">
                <a:solidFill/>
                <a:latin typeface="メイリオ" panose="020B0604030504040204" pitchFamily="50" charset="-128"/>
                <a:ea typeface="メイリオ" panose="020B0604030504040204" pitchFamily="50" charset="-128"/>
              </a:rPr>
              <a:t>総務部の業務内容・業務フローを十分に認識できていない</a:t>
            </a: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a:t>
            </a:r>
            <a:r>
              <a:rPr lang="ja-JP" altLang="en-US" sz="1200" err="1">
                <a:solidFill/>
                <a:latin typeface="メイリオ" panose="020B0604030504040204" pitchFamily="50" charset="-128"/>
                <a:ea typeface="メイリオ" panose="020B0604030504040204" pitchFamily="50" charset="-128"/>
              </a:rPr>
              <a:t>共通課題（三者共通</a:t>
            </a:r>
            <a:r>
              <a:rPr lang="ja-JP" altLang="en-US" sz="1200">
                <a:solidFill/>
                <a:latin typeface="メイリオ" panose="020B0604030504040204" pitchFamily="50" charset="-128"/>
                <a:ea typeface="メイリオ" panose="020B0604030504040204" pitchFamily="50" charset="-128"/>
              </a:rPr>
              <a:t>）</a:t>
            </a:r>
            <a:r>
              <a:rPr lang="en-US" altLang="ja-JP" sz="1200">
                <a:solidFill/>
                <a:latin typeface="メイリオ" panose="020B0604030504040204" pitchFamily="50" charset="-128"/>
                <a:ea typeface="メイリオ" panose="020B0604030504040204" pitchFamily="50" charset="-128"/>
              </a:rPr>
              <a:t>】</a:t>
            </a:r>
          </a:p>
          <a:p>
            <a:pPr>
              <a:spcBef>
                <a:spcPts val="600"/>
              </a:spcBef>
              <a:spcAft>
                <a:spcPts val="300"/>
              </a:spcAft>
              <a:defRPr sz="1300" b="1">
                <a:solidFill>
                  <a:srgbClr val="FF6600"/>
                </a:solidFill>
                <a:latin typeface="Meiryo"/>
              </a:defRPr>
            </a:pPr>
            <a:r>
              <a:rPr lang="en-US" altLang="ja-JP" sz="1200">
                <a:solidFill>
                  <a:srgbClr val="FF0000"/>
                </a:solidFill>
                <a:latin typeface="メイリオ" panose="020B0604030504040204" pitchFamily="50" charset="-128"/>
                <a:ea typeface="メイリオ" panose="020B0604030504040204" pitchFamily="50" charset="-128"/>
              </a:rPr>
              <a:t>● </a:t>
            </a:r>
            <a:r>
              <a:rPr lang="ja-JP" altLang="en-US" sz="1200" err="1">
                <a:solidFill>
                  <a:srgbClr val="FF0000"/>
                </a:solidFill>
                <a:latin typeface="メイリオ" panose="020B0604030504040204" pitchFamily="50" charset="-128"/>
                <a:ea typeface="メイリオ" panose="020B0604030504040204" pitchFamily="50" charset="-128"/>
              </a:rPr>
              <a:t>マクロエラー対応に多大な時間を要する</a:t>
            </a:r>
            <a:endParaRPr sz="1200">
              <a:solidFill>
                <a:srgbClr val="FF0000"/>
              </a:solidFill>
              <a:latin typeface="メイリオ" panose="020B0604030504040204" pitchFamily="50" charset="-128"/>
              <a:ea typeface="メイリオ" panose="020B0604030504040204" pitchFamily="50" charset="-128"/>
            </a:endParaRPr>
          </a:p>
          <a:p>
            <a:pPr>
              <a:spcBef>
                <a:spcPts val="600"/>
              </a:spcBef>
              <a:spcAft>
                <a:spcPts val="300"/>
              </a:spcAft>
              <a:defRPr sz="1300" b="1">
                <a:solidFill>
                  <a:srgbClr val="FF6600"/>
                </a:solidFill>
                <a:latin typeface="Meiryo"/>
              </a:defRPr>
            </a:pPr>
            <a:r>
              <a:rPr lang="ja-JP" altLang="en-US" sz="1200">
                <a:solidFill>
                  <a:srgbClr val="FF0000"/>
                </a:solidFill>
                <a:latin typeface="メイリオ" panose="020B0604030504040204" pitchFamily="50" charset="-128"/>
                <a:ea typeface="メイリオ" panose="020B0604030504040204" pitchFamily="50" charset="-128"/>
              </a:rPr>
              <a:t>● </a:t>
            </a:r>
            <a:r>
              <a:rPr lang="ja-JP" altLang="en-US" sz="1200" err="1">
                <a:solidFill>
                  <a:srgbClr val="FF0000"/>
                </a:solidFill>
                <a:latin typeface="メイリオ" panose="020B0604030504040204" pitchFamily="50" charset="-128"/>
                <a:ea typeface="メイリオ" panose="020B0604030504040204" pitchFamily="50" charset="-128"/>
              </a:rPr>
              <a:t>属人化による業務継続リスク（キーパーソン不在時の対応困難</a:t>
            </a:r>
            <a:r>
              <a:rPr lang="ja-JP" altLang="en-US" sz="1200">
                <a:solidFill>
                  <a:srgbClr val="FF0000"/>
                </a:solidFill>
                <a:latin typeface="メイリオ" panose="020B0604030504040204" pitchFamily="50" charset="-128"/>
                <a:ea typeface="メイリオ" panose="020B0604030504040204" pitchFamily="50" charset="-128"/>
              </a:rPr>
              <a:t>）</a:t>
            </a:r>
          </a:p>
          <a:p>
            <a:pPr>
              <a:spcBef>
                <a:spcPts val="600"/>
              </a:spcBef>
              <a:spcAft>
                <a:spcPts val="300"/>
              </a:spcAft>
              <a:defRPr sz="1300" b="1">
                <a:solidFill>
                  <a:srgbClr val="FF6600"/>
                </a:solidFill>
                <a:latin typeface="Meiryo"/>
              </a:defRPr>
            </a:pPr>
            <a:r>
              <a:rPr lang="ja-JP" altLang="en-US" sz="1200">
                <a:solidFill>
                  <a:srgbClr val="FF0000"/>
                </a:solidFill>
                <a:latin typeface="メイリオ" panose="020B0604030504040204" pitchFamily="50" charset="-128"/>
                <a:ea typeface="メイリオ" panose="020B0604030504040204" pitchFamily="50" charset="-128"/>
              </a:rPr>
              <a:t>● </a:t>
            </a:r>
            <a:r>
              <a:rPr lang="ja-JP" altLang="en-US" sz="1200" err="1">
                <a:solidFill>
                  <a:srgbClr val="FF0000"/>
                </a:solidFill>
                <a:latin typeface="メイリオ" panose="020B0604030504040204" pitchFamily="50" charset="-128"/>
                <a:ea typeface="メイリオ" panose="020B0604030504040204" pitchFamily="50" charset="-128"/>
              </a:rPr>
              <a:t>ドキュメント・ナレッジの不足（ノウハウの散逸、コミュニケーション不足</a:t>
            </a:r>
            <a:r>
              <a:rPr lang="ja-JP" altLang="en-US" sz="1200">
                <a:solidFill>
                  <a:srgbClr val="FF0000"/>
                </a:solidFill>
                <a:latin typeface="メイリオ" panose="020B0604030504040204" pitchFamily="50" charset="-128"/>
                <a:ea typeface="メイリオ" panose="020B0604030504040204" pitchFamily="50" charset="-128"/>
              </a:rPr>
              <a:t>）</a:t>
            </a:r>
          </a:p>
          <a:p>
            <a:pPr>
              <a:spcBef>
                <a:spcPts val="600"/>
              </a:spcBef>
              <a:spcAft>
                <a:spcPts val="300"/>
              </a:spcAft>
              <a:defRPr sz="1300" b="1">
                <a:solidFill>
                  <a:srgbClr val="FF6600"/>
                </a:solidFill>
                <a:latin typeface="Meiryo"/>
              </a:defRPr>
            </a:pPr>
            <a:r>
              <a:rPr lang="ja-JP" altLang="en-US" sz="1200">
                <a:solidFill>
                  <a:srgbClr val="FF0000"/>
                </a:solidFill>
                <a:latin typeface="メイリオ" panose="020B0604030504040204" pitchFamily="50" charset="-128"/>
                <a:ea typeface="メイリオ" panose="020B0604030504040204" pitchFamily="50" charset="-128"/>
              </a:rPr>
              <a:t>● </a:t>
            </a:r>
            <a:r>
              <a:rPr lang="ja-JP" altLang="en-US" sz="1200" err="1">
                <a:solidFill>
                  <a:srgbClr val="FF0000"/>
                </a:solidFill>
                <a:latin typeface="メイリオ" panose="020B0604030504040204" pitchFamily="50" charset="-128"/>
                <a:ea typeface="メイリオ" panose="020B0604030504040204" pitchFamily="50" charset="-128"/>
              </a:rPr>
              <a:t>保守性・拡張性の欠如（改修・機能追加が実質不可能</a:t>
            </a:r>
            <a:r>
              <a:rPr lang="ja-JP" altLang="en-US" sz="1200">
                <a:solidFill>
                  <a:srgbClr val="FF0000"/>
                </a:solidFill>
                <a:latin typeface="メイリオ" panose="020B0604030504040204" pitchFamily="50" charset="-128"/>
                <a:ea typeface="メイリオ" panose="020B0604030504040204" pitchFamily="50" charset="-128"/>
              </a:rPr>
              <a:t>）</a:t>
            </a:r>
          </a:p>
        </p:txBody>
      </p:sp>
    </p:spTree>
    <p:extLst>
      <p:ext uri="{BB962C8B-B14F-4D97-AF65-F5344CB8AC3E}">
        <p14:creationId xmlns:p14="http://schemas.microsoft.com/office/powerpoint/2010/main" val="3092175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3BBA1-0596-50E9-5631-214C0746319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719A091-48F8-148B-48D9-B0BE25A9587C}"/>
              </a:ext>
            </a:extLst>
          </p:cNvPr>
          <p:cNvSpPr>
            <a:spLocks noGrp="1"/>
          </p:cNvSpPr>
          <p:nvPr>
            <p:ph type="title"/>
          </p:nvPr>
        </p:nvSpPr>
        <p:spPr>
          <a:xfrm>
            <a:off x="2640001" y="3042380"/>
            <a:ext cx="7703999" cy="360000"/>
          </a:xfrm>
        </p:spPr>
        <p:txBody>
          <a:bodyPr/>
          <a:lstStyle/>
          <a:p>
            <a:r>
              <a:rPr kumimoji="1" lang="en-US" altLang="ja-JP">
                <a:solidFill/>
                <a:latin typeface="メイリオ" panose="020B0604030504040204" pitchFamily="50" charset="-128"/>
                <a:ea typeface="メイリオ" panose="020B0604030504040204" pitchFamily="50" charset="-128"/>
              </a:rPr>
              <a:t>2.</a:t>
            </a:r>
            <a:r>
              <a:rPr kumimoji="1" lang="ja-JP" altLang="en-US">
                <a:solidFill/>
                <a:latin typeface="メイリオ" panose="020B0604030504040204" pitchFamily="50" charset="-128"/>
                <a:ea typeface="メイリオ" panose="020B0604030504040204" pitchFamily="50" charset="-128"/>
              </a:rPr>
              <a:t> システム構築によって実現したい状態</a:t>
            </a:r>
          </a:p>
        </p:txBody>
      </p:sp>
      <p:sp>
        <p:nvSpPr>
          <p:cNvPr id="3" name="スライド番号プレースホルダー 2">
            <a:extLst>
              <a:ext uri="{FF2B5EF4-FFF2-40B4-BE49-F238E27FC236}">
                <a16:creationId xmlns:a16="http://schemas.microsoft.com/office/drawing/2014/main" id="{9BB1FA2B-821B-102A-8970-268979C0E96B}"/>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7</a:t>
            </a:fld>
            <a:endParaRPr kumimoji="1" lang="ja-JP"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113606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D0EEE-785B-410C-0BBF-E62FADDD64D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FF27068-7103-FE9A-0BF2-4752336B5367}"/>
              </a:ext>
            </a:extLst>
          </p:cNvPr>
          <p:cNvSpPr>
            <a:spLocks noGrp="1"/>
          </p:cNvSpPr>
          <p:nvPr>
            <p:ph type="title"/>
          </p:nvPr>
        </p:nvSpPr>
        <p:spPr/>
        <p:txBody>
          <a:bodyPr>
            <a:noAutofit/>
          </a:bodyPr>
          <a:lstStyle/>
          <a:p>
            <a:r>
              <a:rPr kumimoji="1" lang="en-US" altLang="ja-JP" sz="2400">
                <a:solidFill/>
              </a:rPr>
              <a:t>2-1. Web</a:t>
            </a:r>
            <a:r>
              <a:rPr kumimoji="1" lang="ja-JP" altLang="en-US" sz="2400">
                <a:solidFill/>
              </a:rPr>
              <a:t>システム化で実現する</a:t>
            </a:r>
            <a:r>
              <a:rPr kumimoji="1" lang="en-US" altLang="ja-JP" sz="2400">
                <a:solidFill/>
              </a:rPr>
              <a:t>3</a:t>
            </a:r>
            <a:r>
              <a:rPr kumimoji="1" lang="ja-JP" altLang="en-US" sz="2400">
                <a:solidFill/>
              </a:rPr>
              <a:t>つの価値</a:t>
            </a:r>
          </a:p>
        </p:txBody>
      </p:sp>
      <p:sp>
        <p:nvSpPr>
          <p:cNvPr id="4" name="スライド番号プレースホルダー 3">
            <a:extLst>
              <a:ext uri="{FF2B5EF4-FFF2-40B4-BE49-F238E27FC236}">
                <a16:creationId xmlns:a16="http://schemas.microsoft.com/office/drawing/2014/main" id="{A0764688-9622-FEF0-876C-1EC591F5C5FD}"/>
              </a:ext>
            </a:extLst>
          </p:cNvPr>
          <p:cNvSpPr>
            <a:spLocks noGrp="1"/>
          </p:cNvSpPr>
          <p:nvPr>
            <p:ph type="sldNum" sz="quarter" idx="12"/>
          </p:nvPr>
        </p:nvSpPr>
        <p:spPr/>
        <p:txBody>
          <a:bodyPr/>
          <a:lstStyle/>
          <a:p>
            <a:fld id="{59F857F7-C215-C24D-8BD9-19720E902953}" type="slidenum">
              <a:rPr kumimoji="1" lang="ja-JP" altLang="en-US" smtClean="0"/>
              <a:pPr/>
              <a:t>8</a:t>
            </a:fld>
            <a:endParaRPr kumimoji="1" lang="ja-JP" altLang="en-US"/>
          </a:p>
        </p:txBody>
      </p:sp>
      <p:sp>
        <p:nvSpPr>
          <p:cNvPr id="3" name="TextBox 2">
            <a:extLst>
              <a:ext uri="{FF2B5EF4-FFF2-40B4-BE49-F238E27FC236}">
                <a16:creationId xmlns:a16="http://schemas.microsoft.com/office/drawing/2014/main" id="{BCE293FC-BBDC-7A5E-BB25-9A0A2EEE48D2}"/>
              </a:ext>
            </a:extLst>
          </p:cNvPr>
          <p:cNvSpPr txBox="1"/>
          <p:nvPr/>
        </p:nvSpPr>
        <p:spPr>
          <a:xfrm>
            <a:off x="457200" y="1143000"/>
            <a:ext cx="11247120" cy="5491247"/>
          </a:xfrm>
          <a:prstGeom prst="rect">
            <a:avLst/>
          </a:prstGeom>
          <a:noFill/>
        </p:spPr>
        <p:txBody>
          <a:bodyPr wrap="square" lIns="137160" rIns="137160">
            <a:spAutoFit/>
          </a:bodyPr>
          <a:lstStyle/>
          <a:p>
            <a:pPr>
              <a:lnSpc>
                <a:spcPct val="110000"/>
              </a:lnSpc>
              <a:defRPr sz="1200">
                <a:latin typeface="Meiryo"/>
              </a:defRPr>
            </a:pPr>
            <a:r>
              <a:rPr lang="ja-JP" altLang="en-US" err="1">
                <a:solidFill/>
                <a:latin typeface="メイリオ" panose="020B0604030504040204" pitchFamily="50" charset="-128"/>
                <a:ea typeface="メイリオ" panose="020B0604030504040204" pitchFamily="50" charset="-128"/>
              </a:rPr>
              <a:t>総務部の皆さまの業務負担を軽減し、安心して使えるシステムを実現します</a:t>
            </a:r>
            <a:endParaRPr>
              <a:latin typeface="メイリオ" panose="020B0604030504040204" pitchFamily="50" charset="-128"/>
              <a:ea typeface="メイリオ" panose="020B0604030504040204" pitchFamily="50" charset="-128"/>
            </a:endParaRPr>
          </a:p>
          <a:p>
            <a:pPr>
              <a:lnSpc>
                <a:spcPct val="110000"/>
              </a:lnSpc>
              <a:defRPr sz="400">
                <a:latin typeface="Meiryo"/>
              </a:defRPr>
            </a:pPr>
            <a:endParaRPr>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a:solidFill/>
                <a:latin typeface="メイリオ" panose="020B0604030504040204" pitchFamily="50" charset="-128"/>
                <a:ea typeface="メイリオ" panose="020B0604030504040204" pitchFamily="50" charset="-128"/>
              </a:rPr>
              <a:t>【① </a:t>
            </a:r>
            <a:r>
              <a:rPr lang="ja-JP" altLang="en-US">
                <a:solidFill/>
                <a:latin typeface="メイリオ" panose="020B0604030504040204" pitchFamily="50" charset="-128"/>
                <a:ea typeface="メイリオ" panose="020B0604030504040204" pitchFamily="50" charset="-128"/>
              </a:rPr>
              <a:t>エラー対応工数を</a:t>
            </a:r>
            <a:r>
              <a:rPr lang="en-US" altLang="ja-JP">
                <a:solidFill/>
                <a:latin typeface="メイリオ" panose="020B0604030504040204" pitchFamily="50" charset="-128"/>
                <a:ea typeface="メイリオ" panose="020B0604030504040204" pitchFamily="50" charset="-128"/>
              </a:rPr>
              <a:t>70</a:t>
            </a:r>
            <a:r>
              <a:rPr lang="ja-JP" altLang="en-US">
                <a:solidFill/>
                <a:latin typeface="メイリオ" panose="020B0604030504040204" pitchFamily="50" charset="-128"/>
                <a:ea typeface="メイリオ" panose="020B0604030504040204" pitchFamily="50" charset="-128"/>
              </a:rPr>
              <a:t>～</a:t>
            </a:r>
            <a:r>
              <a:rPr lang="en-US" altLang="ja-JP">
                <a:solidFill/>
                <a:latin typeface="メイリオ" panose="020B0604030504040204" pitchFamily="50" charset="-128"/>
                <a:ea typeface="メイリオ" panose="020B0604030504040204" pitchFamily="50" charset="-128"/>
              </a:rPr>
              <a:t>90%</a:t>
            </a:r>
            <a:r>
              <a:rPr lang="ja-JP" altLang="en-US">
                <a:solidFill/>
                <a:latin typeface="メイリオ" panose="020B0604030504040204" pitchFamily="50" charset="-128"/>
                <a:ea typeface="メイリオ" panose="020B0604030504040204" pitchFamily="50" charset="-128"/>
              </a:rPr>
              <a:t>削減</a:t>
            </a:r>
            <a:r>
              <a:rPr lang="en-US" altLang="ja-JP">
                <a:solidFill/>
                <a:latin typeface="メイリオ" panose="020B0604030504040204" pitchFamily="50" charset="-128"/>
                <a:ea typeface="メイリオ" panose="020B0604030504040204" pitchFamily="50" charset="-128"/>
              </a:rPr>
              <a:t>】</a:t>
            </a:r>
          </a:p>
          <a:p>
            <a:pPr>
              <a:lnSpc>
                <a:spcPct val="110000"/>
              </a:lnSpc>
              <a:spcAft>
                <a:spcPts val="200"/>
              </a:spcAft>
              <a:defRPr sz="1200">
                <a:latin typeface="Meiryo"/>
              </a:defRPr>
            </a:pPr>
            <a:r>
              <a:rPr lang="en-US" altLang="ja-JP">
                <a:solidFill/>
                <a:latin typeface="メイリオ" panose="020B0604030504040204" pitchFamily="50" charset="-128"/>
                <a:ea typeface="メイリオ" panose="020B0604030504040204" pitchFamily="50" charset="-128"/>
              </a:rPr>
              <a:t>✓ Zabbix 24</a:t>
            </a:r>
            <a:r>
              <a:rPr lang="ja-JP" altLang="en-US">
                <a:solidFill/>
                <a:latin typeface="メイリオ" panose="020B0604030504040204" pitchFamily="50" charset="-128"/>
                <a:ea typeface="メイリオ" panose="020B0604030504040204" pitchFamily="50" charset="-128"/>
              </a:rPr>
              <a:t>時間監視で、エラー原因を即座に特定</a:t>
            </a:r>
          </a:p>
          <a:p>
            <a:pPr lvl="1">
              <a:lnSpc>
                <a:spcPct val="110000"/>
              </a:lnSpc>
              <a:spcAft>
                <a:spcPts val="100"/>
              </a:spcAft>
              <a:defRPr sz="1100">
                <a:latin typeface="Meiryo"/>
              </a:defRPr>
            </a:pPr>
            <a:r>
              <a:rPr lang="ja-JP" altLang="en-US">
                <a:solidFill/>
                <a:latin typeface="メイリオ" panose="020B0604030504040204" pitchFamily="50" charset="-128"/>
                <a:ea typeface="メイリオ" panose="020B0604030504040204" pitchFamily="50" charset="-128"/>
              </a:rPr>
              <a:t>  </a:t>
            </a:r>
            <a:r>
              <a:rPr lang="en-US" altLang="ja-JP">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詳細ログで「どこで</a:t>
            </a:r>
            <a:r>
              <a:rPr lang="ja-JP" altLang="en-US">
                <a:solidFill/>
                <a:latin typeface="メイリオ" panose="020B0604030504040204" pitchFamily="50" charset="-128"/>
                <a:ea typeface="メイリオ" panose="020B0604030504040204" pitchFamily="50" charset="-128"/>
              </a:rPr>
              <a:t>」「</a:t>
            </a:r>
            <a:r>
              <a:rPr lang="ja-JP" altLang="en-US" err="1">
                <a:solidFill/>
                <a:latin typeface="メイリオ" panose="020B0604030504040204" pitchFamily="50" charset="-128"/>
                <a:ea typeface="メイリオ" panose="020B0604030504040204" pitchFamily="50" charset="-128"/>
              </a:rPr>
              <a:t>何が」起きたか</a:t>
            </a:r>
            <a:r>
              <a:rPr lang="ja-JP" altLang="en-US">
                <a:solidFill/>
                <a:latin typeface="メイリオ" panose="020B0604030504040204" pitchFamily="50" charset="-128"/>
                <a:ea typeface="メイリオ" panose="020B0604030504040204" pitchFamily="50" charset="-128"/>
              </a:rPr>
              <a:t>調査が可能</a:t>
            </a:r>
            <a:endParaRPr>
              <a:latin typeface="メイリオ" panose="020B0604030504040204" pitchFamily="50" charset="-128"/>
              <a:ea typeface="メイリオ" panose="020B0604030504040204" pitchFamily="50" charset="-128"/>
            </a:endParaRPr>
          </a:p>
          <a:p>
            <a:pPr>
              <a:lnSpc>
                <a:spcPct val="110000"/>
              </a:lnSpc>
              <a:defRPr sz="400">
                <a:latin typeface="Meiryo"/>
              </a:defRPr>
            </a:pPr>
            <a:endParaRPr>
              <a:latin typeface="メイリオ" panose="020B0604030504040204" pitchFamily="50" charset="-128"/>
              <a:ea typeface="メイリオ" panose="020B0604030504040204" pitchFamily="50" charset="-128"/>
            </a:endParaRPr>
          </a:p>
          <a:p>
            <a:pPr>
              <a:lnSpc>
                <a:spcPct val="110000"/>
              </a:lnSpc>
              <a:spcAft>
                <a:spcPts val="200"/>
              </a:spcAft>
              <a:defRPr sz="1200">
                <a:latin typeface="Meiryo"/>
              </a:defRPr>
            </a:pPr>
            <a:r>
              <a:rPr lang="ja-JP" altLang="en-US">
                <a:solidFill/>
                <a:latin typeface="メイリオ" panose="020B0604030504040204" pitchFamily="50" charset="-128"/>
                <a:ea typeface="メイリオ" panose="020B0604030504040204" pitchFamily="50" charset="-128"/>
              </a:rPr>
              <a:t>✓ </a:t>
            </a:r>
            <a:r>
              <a:rPr lang="en-US" altLang="ja-JP" err="1">
                <a:solidFill/>
                <a:latin typeface="メイリオ" panose="020B0604030504040204" pitchFamily="50" charset="-128"/>
                <a:ea typeface="メイリオ" panose="020B0604030504040204" pitchFamily="50" charset="-128"/>
              </a:rPr>
              <a:t>Web</a:t>
            </a:r>
            <a:r>
              <a:rPr lang="ja-JP" altLang="en-US" err="1">
                <a:solidFill/>
                <a:latin typeface="メイリオ" panose="020B0604030504040204" pitchFamily="50" charset="-128"/>
                <a:ea typeface="メイリオ" panose="020B0604030504040204" pitchFamily="50" charset="-128"/>
              </a:rPr>
              <a:t>画面でのリアルタイム入力検証</a:t>
            </a:r>
            <a:endParaRPr>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a:solidFill/>
                <a:latin typeface="メイリオ" panose="020B0604030504040204" pitchFamily="50" charset="-128"/>
                <a:ea typeface="メイリオ" panose="020B0604030504040204" pitchFamily="50" charset="-128"/>
              </a:rPr>
              <a:t>  </a:t>
            </a:r>
            <a:r>
              <a:rPr lang="en-US" altLang="ja-JP">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申請書の記載ミスを入力時点で自動チェック</a:t>
            </a:r>
            <a:endParaRPr>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a:solidFill/>
                <a:latin typeface="メイリオ" panose="020B0604030504040204" pitchFamily="50" charset="-128"/>
                <a:ea typeface="メイリオ" panose="020B0604030504040204" pitchFamily="50" charset="-128"/>
              </a:rPr>
              <a:t>  </a:t>
            </a:r>
            <a:r>
              <a:rPr lang="en-US" altLang="ja-JP">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各事業部からの予期しない入力値を事前防止</a:t>
            </a:r>
            <a:endParaRPr>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a:solidFill/>
                <a:latin typeface="メイリオ" panose="020B0604030504040204" pitchFamily="50" charset="-128"/>
                <a:ea typeface="メイリオ" panose="020B0604030504040204" pitchFamily="50" charset="-128"/>
              </a:rPr>
              <a:t>【② </a:t>
            </a:r>
            <a:r>
              <a:rPr lang="ja-JP" altLang="en-US" err="1">
                <a:solidFill/>
                <a:latin typeface="メイリオ" panose="020B0604030504040204" pitchFamily="50" charset="-128"/>
                <a:ea typeface="メイリオ" panose="020B0604030504040204" pitchFamily="50" charset="-128"/>
              </a:rPr>
              <a:t>誰でも使える、属人化ゼロのシステム</a:t>
            </a:r>
            <a:r>
              <a:rPr lang="en-US" altLang="ja-JP">
                <a:solidFill/>
                <a:latin typeface="メイリオ" panose="020B0604030504040204" pitchFamily="50" charset="-128"/>
                <a:ea typeface="メイリオ" panose="020B0604030504040204" pitchFamily="50" charset="-128"/>
              </a:rPr>
              <a:t>】</a:t>
            </a:r>
          </a:p>
          <a:p>
            <a:pPr>
              <a:lnSpc>
                <a:spcPct val="110000"/>
              </a:lnSpc>
              <a:spcAft>
                <a:spcPts val="200"/>
              </a:spcAft>
              <a:defRPr sz="1200">
                <a:latin typeface="Meiryo"/>
              </a:defRPr>
            </a:pPr>
            <a:r>
              <a:rPr lang="en-US" altLang="ja-JP">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分かりやすい</a:t>
            </a:r>
            <a:r>
              <a:rPr lang="en-US" altLang="ja-JP" err="1">
                <a:solidFill/>
                <a:latin typeface="メイリオ" panose="020B0604030504040204" pitchFamily="50" charset="-128"/>
                <a:ea typeface="メイリオ" panose="020B0604030504040204" pitchFamily="50" charset="-128"/>
              </a:rPr>
              <a:t>Web</a:t>
            </a:r>
            <a:r>
              <a:rPr lang="ja-JP" altLang="en-US" err="1">
                <a:solidFill/>
                <a:latin typeface="メイリオ" panose="020B0604030504040204" pitchFamily="50" charset="-128"/>
                <a:ea typeface="メイリオ" panose="020B0604030504040204" pitchFamily="50" charset="-128"/>
              </a:rPr>
              <a:t>画面で、特別な知識不要</a:t>
            </a:r>
            <a:endParaRPr>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a:solidFill/>
                <a:latin typeface="メイリオ" panose="020B0604030504040204" pitchFamily="50" charset="-128"/>
                <a:ea typeface="メイリオ" panose="020B0604030504040204" pitchFamily="50" charset="-128"/>
              </a:rPr>
              <a:t>  </a:t>
            </a:r>
            <a:r>
              <a:rPr lang="en-US" altLang="ja-JP">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マクロ操作の習得不要、直感的な</a:t>
            </a:r>
            <a:r>
              <a:rPr lang="en-US" altLang="ja-JP" err="1">
                <a:solidFill/>
                <a:latin typeface="メイリオ" panose="020B0604030504040204" pitchFamily="50" charset="-128"/>
                <a:ea typeface="メイリオ" panose="020B0604030504040204" pitchFamily="50" charset="-128"/>
              </a:rPr>
              <a:t>UI</a:t>
            </a:r>
            <a:r>
              <a:rPr lang="ja-JP" altLang="en-US" err="1">
                <a:solidFill/>
                <a:latin typeface="メイリオ" panose="020B0604030504040204" pitchFamily="50" charset="-128"/>
                <a:ea typeface="メイリオ" panose="020B0604030504040204" pitchFamily="50" charset="-128"/>
              </a:rPr>
              <a:t>設計</a:t>
            </a:r>
            <a:endParaRPr>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a:solidFill/>
                <a:latin typeface="メイリオ" panose="020B0604030504040204" pitchFamily="50" charset="-128"/>
                <a:ea typeface="メイリオ" panose="020B0604030504040204" pitchFamily="50" charset="-128"/>
              </a:rPr>
              <a:t>  </a:t>
            </a:r>
            <a:r>
              <a:rPr lang="en-US" altLang="ja-JP">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有識者不在時でも業務が止まらない</a:t>
            </a:r>
            <a:endParaRPr>
              <a:latin typeface="メイリオ" panose="020B0604030504040204" pitchFamily="50" charset="-128"/>
              <a:ea typeface="メイリオ" panose="020B0604030504040204" pitchFamily="50" charset="-128"/>
            </a:endParaRPr>
          </a:p>
          <a:p>
            <a:pPr>
              <a:lnSpc>
                <a:spcPct val="110000"/>
              </a:lnSpc>
              <a:defRPr sz="400">
                <a:latin typeface="Meiryo"/>
              </a:defRPr>
            </a:pPr>
            <a:endParaRPr>
              <a:latin typeface="メイリオ" panose="020B0604030504040204" pitchFamily="50" charset="-128"/>
              <a:ea typeface="メイリオ" panose="020B0604030504040204" pitchFamily="50" charset="-128"/>
            </a:endParaRPr>
          </a:p>
          <a:p>
            <a:pPr>
              <a:lnSpc>
                <a:spcPct val="110000"/>
              </a:lnSpc>
              <a:spcAft>
                <a:spcPts val="200"/>
              </a:spcAft>
              <a:defRPr sz="1200">
                <a:latin typeface="Meiryo"/>
              </a:defRPr>
            </a:pPr>
            <a:r>
              <a:rPr lang="ja-JP" altLang="en-US">
                <a:solidFill/>
                <a:latin typeface="メイリオ" panose="020B0604030504040204" pitchFamily="50" charset="-128"/>
                <a:ea typeface="メイリオ" panose="020B0604030504040204" pitchFamily="50" charset="-128"/>
              </a:rPr>
              <a:t>✓ </a:t>
            </a:r>
            <a:r>
              <a:rPr lang="en-US" altLang="ja-JP" err="1">
                <a:solidFill/>
                <a:latin typeface="メイリオ" panose="020B0604030504040204" pitchFamily="50" charset="-128"/>
                <a:ea typeface="メイリオ" panose="020B0604030504040204" pitchFamily="50" charset="-128"/>
              </a:rPr>
              <a:t>DI</a:t>
            </a:r>
            <a:r>
              <a:rPr lang="ja-JP" altLang="en-US" err="1">
                <a:solidFill/>
                <a:latin typeface="メイリオ" panose="020B0604030504040204" pitchFamily="50" charset="-128"/>
                <a:ea typeface="メイリオ" panose="020B0604030504040204" pitchFamily="50" charset="-128"/>
              </a:rPr>
              <a:t>部主導の三者橋渡し体制で、安心のサポート</a:t>
            </a:r>
            <a:endParaRPr>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a:solidFill/>
                <a:latin typeface="メイリオ" panose="020B0604030504040204" pitchFamily="50" charset="-128"/>
                <a:ea typeface="メイリオ" panose="020B0604030504040204" pitchFamily="50" charset="-128"/>
              </a:rPr>
              <a:t>  </a:t>
            </a:r>
            <a:r>
              <a:rPr lang="en-US" altLang="ja-JP">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システム設計書・運用手順書を一元管理</a:t>
            </a:r>
            <a:endParaRPr>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a:solidFill/>
                <a:latin typeface="メイリオ" panose="020B0604030504040204" pitchFamily="50" charset="-128"/>
                <a:ea typeface="メイリオ" panose="020B0604030504040204" pitchFamily="50" charset="-128"/>
              </a:rPr>
              <a:t>  </a:t>
            </a:r>
            <a:r>
              <a:rPr lang="en-US" altLang="ja-JP">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困ったときの問い合わせ先が明確</a:t>
            </a:r>
            <a:endParaRPr>
              <a:latin typeface="メイリオ" panose="020B0604030504040204" pitchFamily="50" charset="-128"/>
              <a:ea typeface="メイリオ" panose="020B0604030504040204" pitchFamily="50" charset="-128"/>
            </a:endParaRPr>
          </a:p>
          <a:p>
            <a:pPr>
              <a:lnSpc>
                <a:spcPct val="110000"/>
              </a:lnSpc>
              <a:defRPr sz="400">
                <a:latin typeface="Meiryo"/>
              </a:defRPr>
            </a:pPr>
            <a:endParaRPr>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a:solidFill/>
                <a:latin typeface="メイリオ" panose="020B0604030504040204" pitchFamily="50" charset="-128"/>
                <a:ea typeface="メイリオ" panose="020B0604030504040204" pitchFamily="50" charset="-128"/>
              </a:rPr>
              <a:t>【③ </a:t>
            </a:r>
            <a:r>
              <a:rPr lang="ja-JP" altLang="en-US" err="1">
                <a:solidFill/>
                <a:latin typeface="メイリオ" panose="020B0604030504040204" pitchFamily="50" charset="-128"/>
                <a:ea typeface="メイリオ" panose="020B0604030504040204" pitchFamily="50" charset="-128"/>
              </a:rPr>
              <a:t>将来への投資：柔軟な機能拡張</a:t>
            </a:r>
            <a:r>
              <a:rPr lang="en-US" altLang="ja-JP">
                <a:solidFill/>
                <a:latin typeface="メイリオ" panose="020B0604030504040204" pitchFamily="50" charset="-128"/>
                <a:ea typeface="メイリオ" panose="020B0604030504040204" pitchFamily="50" charset="-128"/>
              </a:rPr>
              <a:t>】</a:t>
            </a:r>
          </a:p>
          <a:p>
            <a:pPr>
              <a:lnSpc>
                <a:spcPct val="110000"/>
              </a:lnSpc>
              <a:spcAft>
                <a:spcPts val="200"/>
              </a:spcAft>
              <a:defRPr sz="1200">
                <a:latin typeface="Meiryo"/>
              </a:defRPr>
            </a:pPr>
            <a:r>
              <a:rPr lang="en-US" altLang="ja-JP">
                <a:solidFill/>
                <a:latin typeface="メイリオ" panose="020B0604030504040204" pitchFamily="50" charset="-128"/>
                <a:ea typeface="メイリオ" panose="020B0604030504040204" pitchFamily="50" charset="-128"/>
              </a:rPr>
              <a:t>✓ </a:t>
            </a:r>
            <a:r>
              <a:rPr lang="en-US" altLang="ja-JP" err="1">
                <a:solidFill/>
                <a:latin typeface="メイリオ" panose="020B0604030504040204" pitchFamily="50" charset="-128"/>
                <a:ea typeface="メイリオ" panose="020B0604030504040204" pitchFamily="50" charset="-128"/>
              </a:rPr>
              <a:t>Azure</a:t>
            </a:r>
            <a:r>
              <a:rPr lang="ja-JP" altLang="en-US" err="1">
                <a:solidFill/>
                <a:latin typeface="メイリオ" panose="020B0604030504040204" pitchFamily="50" charset="-128"/>
                <a:ea typeface="メイリオ" panose="020B0604030504040204" pitchFamily="50" charset="-128"/>
              </a:rPr>
              <a:t>基盤で、業務変化に柔軟に対応</a:t>
            </a:r>
            <a:endParaRPr>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a:solidFill/>
                <a:latin typeface="メイリオ" panose="020B0604030504040204" pitchFamily="50" charset="-128"/>
                <a:ea typeface="メイリオ" panose="020B0604030504040204" pitchFamily="50" charset="-128"/>
              </a:rPr>
              <a:t>  </a:t>
            </a:r>
            <a:r>
              <a:rPr lang="en-US" altLang="ja-JP">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取引先条件や計算式の変更に、迅速に対応可能</a:t>
            </a:r>
            <a:endParaRPr>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a:solidFill/>
                <a:latin typeface="メイリオ" panose="020B0604030504040204" pitchFamily="50" charset="-128"/>
                <a:ea typeface="メイリオ" panose="020B0604030504040204" pitchFamily="50" charset="-128"/>
              </a:rPr>
              <a:t>  </a:t>
            </a:r>
            <a:r>
              <a:rPr lang="en-US" altLang="ja-JP">
                <a:solidFill/>
                <a:latin typeface="メイリオ" panose="020B0604030504040204" pitchFamily="50" charset="-128"/>
                <a:ea typeface="メイリオ" panose="020B0604030504040204" pitchFamily="50" charset="-128"/>
              </a:rPr>
              <a:t>- </a:t>
            </a:r>
            <a:r>
              <a:rPr lang="ja-JP" altLang="en-US">
                <a:solidFill/>
                <a:latin typeface="メイリオ" panose="020B0604030504040204" pitchFamily="50" charset="-128"/>
                <a:ea typeface="メイリオ" panose="020B0604030504040204" pitchFamily="50" charset="-128"/>
              </a:rPr>
              <a:t>新機能追加も容易（</a:t>
            </a:r>
            <a:r>
              <a:rPr lang="en-US" altLang="ja-JP">
                <a:solidFill/>
                <a:latin typeface="メイリオ" panose="020B0604030504040204" pitchFamily="50" charset="-128"/>
                <a:ea typeface="メイリオ" panose="020B0604030504040204" pitchFamily="50" charset="-128"/>
              </a:rPr>
              <a:t>Wave2</a:t>
            </a:r>
            <a:r>
              <a:rPr lang="ja-JP" altLang="en-US">
                <a:solidFill/>
                <a:latin typeface="メイリオ" panose="020B0604030504040204" pitchFamily="50" charset="-128"/>
                <a:ea typeface="メイリオ" panose="020B0604030504040204" pitchFamily="50" charset="-128"/>
              </a:rPr>
              <a:t>で外部データ</a:t>
            </a:r>
            <a:r>
              <a:rPr lang="en-US" altLang="ja-JP">
                <a:solidFill/>
                <a:latin typeface="メイリオ" panose="020B0604030504040204" pitchFamily="50" charset="-128"/>
                <a:ea typeface="メイリオ" panose="020B0604030504040204" pitchFamily="50" charset="-128"/>
              </a:rPr>
              <a:t>API</a:t>
            </a:r>
            <a:r>
              <a:rPr lang="ja-JP" altLang="en-US">
                <a:solidFill/>
                <a:latin typeface="メイリオ" panose="020B0604030504040204" pitchFamily="50" charset="-128"/>
                <a:ea typeface="メイリオ" panose="020B0604030504040204" pitchFamily="50" charset="-128"/>
              </a:rPr>
              <a:t>連携など）</a:t>
            </a:r>
          </a:p>
          <a:p>
            <a:pPr>
              <a:lnSpc>
                <a:spcPct val="110000"/>
              </a:lnSpc>
              <a:defRPr sz="400">
                <a:latin typeface="Meiryo"/>
              </a:defRPr>
            </a:pPr>
            <a:endParaRPr>
              <a:latin typeface="メイリオ" panose="020B0604030504040204" pitchFamily="50" charset="-128"/>
              <a:ea typeface="メイリオ" panose="020B0604030504040204" pitchFamily="50" charset="-128"/>
            </a:endParaRPr>
          </a:p>
          <a:p>
            <a:pPr>
              <a:lnSpc>
                <a:spcPct val="110000"/>
              </a:lnSpc>
              <a:spcAft>
                <a:spcPts val="200"/>
              </a:spcAft>
              <a:defRPr sz="1200">
                <a:latin typeface="Meiryo"/>
              </a:defRPr>
            </a:pPr>
            <a:r>
              <a:rPr lang="ja-JP" altLang="en-US">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データ履歴を自動記録、過去の変更も追跡可能</a:t>
            </a:r>
            <a:endParaRPr>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a:solidFill/>
                <a:latin typeface="メイリオ" panose="020B0604030504040204" pitchFamily="50" charset="-128"/>
                <a:ea typeface="メイリオ" panose="020B0604030504040204" pitchFamily="50" charset="-128"/>
              </a:rPr>
              <a:t>  </a:t>
            </a:r>
            <a:r>
              <a:rPr lang="en-US" altLang="ja-JP">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いつ誰が何を変更したか、完全に記録</a:t>
            </a:r>
            <a:endParaRPr>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a:solidFill/>
                <a:latin typeface="メイリオ" panose="020B0604030504040204" pitchFamily="50" charset="-128"/>
                <a:ea typeface="メイリオ" panose="020B0604030504040204" pitchFamily="50" charset="-128"/>
              </a:rPr>
              <a:t>  </a:t>
            </a:r>
            <a:r>
              <a:rPr lang="en-US" altLang="ja-JP">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監査対応やトラブルシューティングが容易に</a:t>
            </a:r>
            <a:endParaRPr>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7891983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E9527-51EA-6EA6-91FC-D831C30C53A7}"/>
            </a:ext>
          </a:extLst>
        </p:cNvPr>
        <p:cNvGrpSpPr/>
        <p:nvPr/>
      </p:nvGrpSpPr>
      <p:grpSpPr>
        <a:xfrm>
          <a:off x="0" y="0"/>
          <a:ext cx="0" cy="0"/>
          <a:chOff x="0" y="0"/>
          <a:chExt cx="0" cy="0"/>
        </a:xfrm>
      </p:grpSpPr>
      <p:sp>
        <p:nvSpPr>
          <p:cNvPr id="85" name="正方形/長方形 84">
            <a:extLst>
              <a:ext uri="{FF2B5EF4-FFF2-40B4-BE49-F238E27FC236}">
                <a16:creationId xmlns:a16="http://schemas.microsoft.com/office/drawing/2014/main" id="{96C4EE00-3DD4-75F6-3009-1396BD1AF30F}"/>
              </a:ext>
            </a:extLst>
          </p:cNvPr>
          <p:cNvSpPr/>
          <p:nvPr/>
        </p:nvSpPr>
        <p:spPr>
          <a:xfrm>
            <a:off x="10043326" y="1546600"/>
            <a:ext cx="1826121" cy="2539625"/>
          </a:xfrm>
          <a:prstGeom prst="rect">
            <a:avLst/>
          </a:prstGeom>
          <a:ln w="28575"/>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36" name="正方形/長方形 35">
            <a:extLst>
              <a:ext uri="{FF2B5EF4-FFF2-40B4-BE49-F238E27FC236}">
                <a16:creationId xmlns:a16="http://schemas.microsoft.com/office/drawing/2014/main" id="{9CB3F235-DB48-8EC5-27B1-C3B334C0D5A5}"/>
              </a:ext>
            </a:extLst>
          </p:cNvPr>
          <p:cNvSpPr/>
          <p:nvPr/>
        </p:nvSpPr>
        <p:spPr>
          <a:xfrm>
            <a:off x="3843076" y="1614796"/>
            <a:ext cx="2012027" cy="2402570"/>
          </a:xfrm>
          <a:prstGeom prst="rect">
            <a:avLst/>
          </a:prstGeom>
          <a:ln w="28575"/>
        </p:spPr>
        <p:style>
          <a:lnRef idx="1">
            <a:schemeClr val="accent4"/>
          </a:lnRef>
          <a:fillRef idx="2">
            <a:schemeClr val="accent4"/>
          </a:fillRef>
          <a:effectRef idx="1">
            <a:schemeClr val="accent4"/>
          </a:effectRef>
          <a:fontRef idx="minor">
            <a:schemeClr val="dk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26" name="正方形/長方形 25">
            <a:extLst>
              <a:ext uri="{FF2B5EF4-FFF2-40B4-BE49-F238E27FC236}">
                <a16:creationId xmlns:a16="http://schemas.microsoft.com/office/drawing/2014/main" id="{5D9F9B04-3075-2DB7-8035-E189BCC6F262}"/>
              </a:ext>
            </a:extLst>
          </p:cNvPr>
          <p:cNvSpPr/>
          <p:nvPr/>
        </p:nvSpPr>
        <p:spPr>
          <a:xfrm>
            <a:off x="157379" y="1623210"/>
            <a:ext cx="3583653" cy="2394155"/>
          </a:xfrm>
          <a:prstGeom prst="rect">
            <a:avLst/>
          </a:prstGeom>
          <a:solidFill>
            <a:schemeClr val="accent2">
              <a:lumMod val="20000"/>
              <a:lumOff val="80000"/>
            </a:schemeClr>
          </a:solidFill>
          <a:ln w="28575">
            <a:solidFill>
              <a:srgbClr val="ED7D31"/>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2" name="タイトル 1">
            <a:extLst>
              <a:ext uri="{FF2B5EF4-FFF2-40B4-BE49-F238E27FC236}">
                <a16:creationId xmlns:a16="http://schemas.microsoft.com/office/drawing/2014/main" id="{048D445B-2DC3-6C08-B346-49C09BD551BE}"/>
              </a:ext>
            </a:extLst>
          </p:cNvPr>
          <p:cNvSpPr>
            <a:spLocks noGrp="1"/>
          </p:cNvSpPr>
          <p:nvPr>
            <p:ph type="title"/>
          </p:nvPr>
        </p:nvSpPr>
        <p:spPr/>
        <p:txBody>
          <a:bodyPr>
            <a:noAutofit/>
          </a:bodyPr>
          <a:lstStyle/>
          <a:p>
            <a:r>
              <a:rPr kumimoji="1" lang="en-US" altLang="ja-JP" sz="2400">
                <a:solidFill/>
                <a:latin typeface="メイリオ" panose="020B0604030504040204" pitchFamily="50" charset="-128"/>
                <a:ea typeface="メイリオ" panose="020B0604030504040204" pitchFamily="50" charset="-128"/>
              </a:rPr>
              <a:t>2-2. DI</a:t>
            </a:r>
            <a:r>
              <a:rPr kumimoji="1" lang="ja-JP" altLang="en-US" sz="2400">
                <a:solidFill/>
                <a:latin typeface="メイリオ" panose="020B0604030504040204" pitchFamily="50" charset="-128"/>
                <a:ea typeface="メイリオ" panose="020B0604030504040204" pitchFamily="50" charset="-128"/>
              </a:rPr>
              <a:t>部主導の新しいプロジェクト体制</a:t>
            </a:r>
          </a:p>
        </p:txBody>
      </p:sp>
      <p:sp>
        <p:nvSpPr>
          <p:cNvPr id="4" name="スライド番号プレースホルダー 3">
            <a:extLst>
              <a:ext uri="{FF2B5EF4-FFF2-40B4-BE49-F238E27FC236}">
                <a16:creationId xmlns:a16="http://schemas.microsoft.com/office/drawing/2014/main" id="{E4AF8093-7241-1E3A-0391-F5413BEE1DB8}"/>
              </a:ext>
            </a:extLst>
          </p:cNvPr>
          <p:cNvSpPr>
            <a:spLocks noGrp="1"/>
          </p:cNvSpPr>
          <p:nvPr>
            <p:ph type="sldNum" sz="quarter" idx="12"/>
          </p:nvPr>
        </p:nvSpPr>
        <p:spPr/>
        <p:txBody>
          <a:bodyPr/>
          <a:lstStyle/>
          <a:p>
            <a:fld id="{59F857F7-C215-C24D-8BD9-19720E902953}" type="slidenum">
              <a:rPr kumimoji="1" lang="ja-JP" altLang="en-US" smtClean="0">
                <a:latin typeface="メイリオ" panose="020B0604030504040204" pitchFamily="50" charset="-128"/>
                <a:ea typeface="メイリオ" panose="020B0604030504040204" pitchFamily="50" charset="-128"/>
              </a:rPr>
              <a:pPr/>
              <a:t>9</a:t>
            </a:fld>
            <a:endParaRPr kumimoji="1" lang="ja-JP" altLang="en-US">
              <a:latin typeface="メイリオ" panose="020B0604030504040204" pitchFamily="50" charset="-128"/>
              <a:ea typeface="メイリオ" panose="020B0604030504040204" pitchFamily="50" charset="-128"/>
            </a:endParaRPr>
          </a:p>
        </p:txBody>
      </p:sp>
      <p:sp>
        <p:nvSpPr>
          <p:cNvPr id="5" name="TextBox 2">
            <a:extLst>
              <a:ext uri="{FF2B5EF4-FFF2-40B4-BE49-F238E27FC236}">
                <a16:creationId xmlns:a16="http://schemas.microsoft.com/office/drawing/2014/main" id="{68B2BAFB-2533-836D-68E6-4B89AD2CDFFB}"/>
              </a:ext>
            </a:extLst>
          </p:cNvPr>
          <p:cNvSpPr txBox="1"/>
          <p:nvPr/>
        </p:nvSpPr>
        <p:spPr>
          <a:xfrm>
            <a:off x="1118743" y="971550"/>
            <a:ext cx="4163319" cy="400110"/>
          </a:xfrm>
          <a:prstGeom prst="rect">
            <a:avLst/>
          </a:prstGeom>
          <a:noFill/>
        </p:spPr>
        <p:txBody>
          <a:bodyPr wrap="none">
            <a:spAutoFit/>
          </a:bodyPr>
          <a:lstStyle/>
          <a:p>
            <a:pPr algn="ctr">
              <a:defRPr sz="2000" b="1">
                <a:latin typeface="Meiryo"/>
              </a:defRPr>
            </a:pPr>
            <a:r>
              <a:rPr lang="ja-JP" altLang="en-US" err="1">
                <a:solidFill>
                  <a:srgbClr val="FF0000"/>
                </a:solidFill>
                <a:latin typeface="メイリオ" panose="020B0604030504040204" pitchFamily="50" charset="-128"/>
                <a:ea typeface="メイリオ" panose="020B0604030504040204" pitchFamily="50" charset="-128"/>
              </a:rPr>
              <a:t>現状</a:t>
            </a:r>
            <a:r>
              <a:rPr lang="ja-JP" altLang="en-US">
                <a:solidFill/>
                <a:latin typeface="メイリオ" panose="020B0604030504040204" pitchFamily="50" charset="-128"/>
                <a:ea typeface="メイリオ" panose="020B0604030504040204" pitchFamily="50" charset="-128"/>
              </a:rPr>
              <a:t>：総務部</a:t>
            </a:r>
            <a:r>
              <a:rPr lang="en-US" altLang="ja-JP">
                <a:solidFill/>
                <a:latin typeface="メイリオ" panose="020B0604030504040204" pitchFamily="50" charset="-128"/>
                <a:ea typeface="メイリオ" panose="020B0604030504040204" pitchFamily="50" charset="-128"/>
              </a:rPr>
              <a:t>-EXE</a:t>
            </a:r>
            <a:r>
              <a:rPr lang="ja-JP" altLang="en-US">
                <a:solidFill/>
                <a:latin typeface="メイリオ" panose="020B0604030504040204" pitchFamily="50" charset="-128"/>
                <a:ea typeface="メイリオ" panose="020B0604030504040204" pitchFamily="50" charset="-128"/>
              </a:rPr>
              <a:t>の直接やり取り</a:t>
            </a:r>
            <a:endParaRPr>
              <a:latin typeface="メイリオ" panose="020B0604030504040204" pitchFamily="50" charset="-128"/>
              <a:ea typeface="メイリオ" panose="020B0604030504040204" pitchFamily="50" charset="-128"/>
            </a:endParaRPr>
          </a:p>
        </p:txBody>
      </p:sp>
      <p:sp>
        <p:nvSpPr>
          <p:cNvPr id="7" name="TextBox 4">
            <a:extLst>
              <a:ext uri="{FF2B5EF4-FFF2-40B4-BE49-F238E27FC236}">
                <a16:creationId xmlns:a16="http://schemas.microsoft.com/office/drawing/2014/main" id="{9F030EFF-BC77-6D1D-3CB8-17EE663295E3}"/>
              </a:ext>
            </a:extLst>
          </p:cNvPr>
          <p:cNvSpPr txBox="1"/>
          <p:nvPr/>
        </p:nvSpPr>
        <p:spPr>
          <a:xfrm>
            <a:off x="7067755" y="971550"/>
            <a:ext cx="3847079" cy="400110"/>
          </a:xfrm>
          <a:prstGeom prst="rect">
            <a:avLst/>
          </a:prstGeom>
          <a:noFill/>
        </p:spPr>
        <p:txBody>
          <a:bodyPr wrap="square">
            <a:spAutoFit/>
          </a:bodyPr>
          <a:lstStyle/>
          <a:p>
            <a:pPr algn="ctr">
              <a:defRPr sz="2000" b="1">
                <a:latin typeface="Meiryo"/>
              </a:defRPr>
            </a:pPr>
            <a:r>
              <a:rPr lang="ja-JP" altLang="en-US" err="1">
                <a:solidFill>
                  <a:srgbClr val="00B0F0"/>
                </a:solidFill>
                <a:latin typeface="メイリオ" panose="020B0604030504040204" pitchFamily="50" charset="-128"/>
                <a:ea typeface="メイリオ" panose="020B0604030504040204" pitchFamily="50" charset="-128"/>
              </a:rPr>
              <a:t>新体制</a:t>
            </a:r>
            <a:r>
              <a:rPr lang="ja-JP" altLang="en-US" err="1">
                <a:solidFill/>
                <a:latin typeface="メイリオ" panose="020B0604030504040204" pitchFamily="50" charset="-128"/>
                <a:ea typeface="メイリオ" panose="020B0604030504040204" pitchFamily="50" charset="-128"/>
              </a:rPr>
              <a:t>：</a:t>
            </a:r>
            <a:r>
              <a:rPr lang="en-US" altLang="ja-JP" err="1">
                <a:solidFill/>
                <a:latin typeface="メイリオ" panose="020B0604030504040204" pitchFamily="50" charset="-128"/>
                <a:ea typeface="メイリオ" panose="020B0604030504040204" pitchFamily="50" charset="-128"/>
              </a:rPr>
              <a:t>DI</a:t>
            </a:r>
            <a:r>
              <a:rPr lang="ja-JP" altLang="en-US">
                <a:solidFill/>
                <a:latin typeface="メイリオ" panose="020B0604030504040204" pitchFamily="50" charset="-128"/>
                <a:ea typeface="メイリオ" panose="020B0604030504040204" pitchFamily="50" charset="-128"/>
              </a:rPr>
              <a:t>部による主導</a:t>
            </a:r>
            <a:endParaRPr>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B6BDE026-017B-E120-874E-332120DA912C}"/>
              </a:ext>
            </a:extLst>
          </p:cNvPr>
          <p:cNvSpPr/>
          <p:nvPr/>
        </p:nvSpPr>
        <p:spPr>
          <a:xfrm>
            <a:off x="4185239" y="1409815"/>
            <a:ext cx="1300163" cy="43361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en-US" altLang="ja-JP" sz="1600">
                <a:solidFill/>
                <a:latin typeface="メイリオ" panose="020B0604030504040204" pitchFamily="50" charset="-128"/>
                <a:ea typeface="メイリオ" panose="020B0604030504040204" pitchFamily="50" charset="-128"/>
              </a:rPr>
              <a:t>DI</a:t>
            </a:r>
            <a:r>
              <a:rPr kumimoji="1" lang="ja-JP" altLang="en-US" sz="1600">
                <a:solidFill/>
                <a:latin typeface="メイリオ" panose="020B0604030504040204" pitchFamily="50" charset="-128"/>
                <a:ea typeface="メイリオ" panose="020B0604030504040204" pitchFamily="50" charset="-128"/>
              </a:rPr>
              <a:t>部</a:t>
            </a:r>
          </a:p>
        </p:txBody>
      </p:sp>
      <p:sp>
        <p:nvSpPr>
          <p:cNvPr id="15" name="正方形/長方形 14">
            <a:extLst>
              <a:ext uri="{FF2B5EF4-FFF2-40B4-BE49-F238E27FC236}">
                <a16:creationId xmlns:a16="http://schemas.microsoft.com/office/drawing/2014/main" id="{79DD5E3D-3A4A-A740-79DC-B619F51FA917}"/>
              </a:ext>
            </a:extLst>
          </p:cNvPr>
          <p:cNvSpPr/>
          <p:nvPr/>
        </p:nvSpPr>
        <p:spPr>
          <a:xfrm>
            <a:off x="1515740" y="1713644"/>
            <a:ext cx="977735" cy="457201"/>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r>
              <a:rPr kumimoji="1" lang="ja-JP" altLang="en-US" sz="1200" b="1">
                <a:solidFill/>
                <a:latin typeface="メイリオ" panose="020B0604030504040204" pitchFamily="50" charset="-128"/>
                <a:ea typeface="メイリオ" panose="020B0604030504040204" pitchFamily="50" charset="-128"/>
              </a:rPr>
              <a:t>障害報告</a:t>
            </a:r>
            <a:endParaRPr kumimoji="1" lang="en-US" altLang="ja-JP" sz="1200" b="1">
              <a:latin typeface="メイリオ" panose="020B0604030504040204" pitchFamily="50" charset="-128"/>
              <a:ea typeface="メイリオ" panose="020B0604030504040204" pitchFamily="50" charset="-128"/>
            </a:endParaRPr>
          </a:p>
          <a:p>
            <a:pPr algn="ctr"/>
            <a:r>
              <a:rPr kumimoji="1" lang="ja-JP" altLang="en-US" sz="1200" b="1">
                <a:solidFill/>
                <a:latin typeface="メイリオ" panose="020B0604030504040204" pitchFamily="50" charset="-128"/>
                <a:ea typeface="メイリオ" panose="020B0604030504040204" pitchFamily="50" charset="-128"/>
              </a:rPr>
              <a:t>調査依頼</a:t>
            </a:r>
          </a:p>
        </p:txBody>
      </p:sp>
      <p:sp>
        <p:nvSpPr>
          <p:cNvPr id="17" name="爆発: 8 pt 16">
            <a:extLst>
              <a:ext uri="{FF2B5EF4-FFF2-40B4-BE49-F238E27FC236}">
                <a16:creationId xmlns:a16="http://schemas.microsoft.com/office/drawing/2014/main" id="{8AEB5879-1427-7442-9A8B-9C5853DA9DA4}"/>
              </a:ext>
            </a:extLst>
          </p:cNvPr>
          <p:cNvSpPr/>
          <p:nvPr/>
        </p:nvSpPr>
        <p:spPr>
          <a:xfrm>
            <a:off x="204961" y="1869425"/>
            <a:ext cx="1449412" cy="741774"/>
          </a:xfrm>
          <a:prstGeom prst="irregularSeal1">
            <a:avLst/>
          </a:prstGeom>
          <a:solidFill>
            <a:srgbClr val="FF5001"/>
          </a:solidFill>
          <a:ln>
            <a:solidFill>
              <a:schemeClr val="tx1">
                <a:lumMod val="50000"/>
                <a:lumOff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ja-JP" altLang="en-US" sz="1200" b="1">
                <a:solidFill>
                  <a:srgbClr val="FFFF00"/>
                </a:solidFill>
                <a:latin typeface="メイリオ" panose="020B0604030504040204" pitchFamily="50" charset="-128"/>
                <a:ea typeface="メイリオ" panose="020B0604030504040204" pitchFamily="50" charset="-128"/>
              </a:rPr>
              <a:t>問題発生</a:t>
            </a:r>
          </a:p>
        </p:txBody>
      </p:sp>
      <p:sp>
        <p:nvSpPr>
          <p:cNvPr id="20" name="矢印: 右 19">
            <a:extLst>
              <a:ext uri="{FF2B5EF4-FFF2-40B4-BE49-F238E27FC236}">
                <a16:creationId xmlns:a16="http://schemas.microsoft.com/office/drawing/2014/main" id="{6B905CA0-B770-63D5-C6E1-7B4897AE30A7}"/>
              </a:ext>
            </a:extLst>
          </p:cNvPr>
          <p:cNvSpPr/>
          <p:nvPr/>
        </p:nvSpPr>
        <p:spPr>
          <a:xfrm>
            <a:off x="1767236" y="2117295"/>
            <a:ext cx="474745" cy="235154"/>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557AE95B-941B-587C-B291-7E3EA771F8B3}"/>
              </a:ext>
            </a:extLst>
          </p:cNvPr>
          <p:cNvSpPr/>
          <p:nvPr/>
        </p:nvSpPr>
        <p:spPr>
          <a:xfrm>
            <a:off x="2360586" y="2295505"/>
            <a:ext cx="1300163" cy="993923"/>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sz="1200">
                <a:solidFill/>
                <a:latin typeface="メイリオ" panose="020B0604030504040204" pitchFamily="50" charset="-128"/>
                <a:ea typeface="メイリオ" panose="020B0604030504040204" pitchFamily="50" charset="-128"/>
              </a:rPr>
              <a:t>調査実施</a:t>
            </a:r>
          </a:p>
        </p:txBody>
      </p:sp>
      <p:sp>
        <p:nvSpPr>
          <p:cNvPr id="24" name="矢印: 右 23">
            <a:extLst>
              <a:ext uri="{FF2B5EF4-FFF2-40B4-BE49-F238E27FC236}">
                <a16:creationId xmlns:a16="http://schemas.microsoft.com/office/drawing/2014/main" id="{DA217B68-E59B-E01D-0848-451A727F2C4E}"/>
              </a:ext>
            </a:extLst>
          </p:cNvPr>
          <p:cNvSpPr/>
          <p:nvPr/>
        </p:nvSpPr>
        <p:spPr>
          <a:xfrm rot="10800000">
            <a:off x="1757711" y="3720407"/>
            <a:ext cx="474745" cy="235154"/>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2EE38428-6BB6-5913-5F87-2AC6F7A19094}"/>
              </a:ext>
            </a:extLst>
          </p:cNvPr>
          <p:cNvSpPr/>
          <p:nvPr/>
        </p:nvSpPr>
        <p:spPr>
          <a:xfrm>
            <a:off x="1515740" y="3365535"/>
            <a:ext cx="977735" cy="457201"/>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r>
              <a:rPr kumimoji="1" lang="ja-JP" altLang="en-US" sz="1200" b="1">
                <a:solidFill/>
                <a:latin typeface="メイリオ" panose="020B0604030504040204" pitchFamily="50" charset="-128"/>
                <a:ea typeface="メイリオ" panose="020B0604030504040204" pitchFamily="50" charset="-128"/>
              </a:rPr>
              <a:t>調査結果</a:t>
            </a:r>
            <a:endParaRPr kumimoji="1" lang="en-US" altLang="ja-JP" sz="1200" b="1">
              <a:latin typeface="メイリオ" panose="020B0604030504040204" pitchFamily="50" charset="-128"/>
              <a:ea typeface="メイリオ" panose="020B0604030504040204" pitchFamily="50" charset="-128"/>
            </a:endParaRPr>
          </a:p>
          <a:p>
            <a:pPr algn="ctr"/>
            <a:r>
              <a:rPr kumimoji="1" lang="ja-JP" altLang="en-US" sz="1200" b="1">
                <a:solidFill/>
                <a:latin typeface="メイリオ" panose="020B0604030504040204" pitchFamily="50" charset="-128"/>
                <a:ea typeface="メイリオ" panose="020B0604030504040204" pitchFamily="50" charset="-128"/>
              </a:rPr>
              <a:t>回答</a:t>
            </a:r>
          </a:p>
        </p:txBody>
      </p:sp>
      <p:sp>
        <p:nvSpPr>
          <p:cNvPr id="9" name="正方形/長方形 8">
            <a:extLst>
              <a:ext uri="{FF2B5EF4-FFF2-40B4-BE49-F238E27FC236}">
                <a16:creationId xmlns:a16="http://schemas.microsoft.com/office/drawing/2014/main" id="{B69CFD1E-D86C-F8FF-A014-E32A2F888387}"/>
              </a:ext>
            </a:extLst>
          </p:cNvPr>
          <p:cNvSpPr/>
          <p:nvPr/>
        </p:nvSpPr>
        <p:spPr>
          <a:xfrm>
            <a:off x="279586" y="1408612"/>
            <a:ext cx="1300163" cy="43361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ja-JP" altLang="en-US" sz="1600">
                <a:solidFill/>
                <a:latin typeface="メイリオ" panose="020B0604030504040204" pitchFamily="50" charset="-128"/>
                <a:ea typeface="メイリオ" panose="020B0604030504040204" pitchFamily="50" charset="-128"/>
              </a:rPr>
              <a:t>総務部</a:t>
            </a:r>
          </a:p>
        </p:txBody>
      </p:sp>
      <p:sp>
        <p:nvSpPr>
          <p:cNvPr id="10" name="正方形/長方形 9">
            <a:extLst>
              <a:ext uri="{FF2B5EF4-FFF2-40B4-BE49-F238E27FC236}">
                <a16:creationId xmlns:a16="http://schemas.microsoft.com/office/drawing/2014/main" id="{EB063D83-B126-7D0E-D351-7BDE32DC2780}"/>
              </a:ext>
            </a:extLst>
          </p:cNvPr>
          <p:cNvSpPr/>
          <p:nvPr/>
        </p:nvSpPr>
        <p:spPr>
          <a:xfrm>
            <a:off x="2360587" y="1397990"/>
            <a:ext cx="1300163" cy="43361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en-US" altLang="ja-JP" sz="1600">
                <a:solidFill/>
                <a:latin typeface="メイリオ" panose="020B0604030504040204" pitchFamily="50" charset="-128"/>
                <a:ea typeface="メイリオ" panose="020B0604030504040204" pitchFamily="50" charset="-128"/>
              </a:rPr>
              <a:t>EXE</a:t>
            </a:r>
            <a:endParaRPr kumimoji="1" lang="ja-JP" altLang="en-US" sz="1600">
              <a:latin typeface="メイリオ" panose="020B0604030504040204" pitchFamily="50" charset="-128"/>
              <a:ea typeface="メイリオ" panose="020B0604030504040204" pitchFamily="50" charset="-128"/>
            </a:endParaRPr>
          </a:p>
        </p:txBody>
      </p:sp>
      <p:sp>
        <p:nvSpPr>
          <p:cNvPr id="29" name="矢印: 右 28">
            <a:extLst>
              <a:ext uri="{FF2B5EF4-FFF2-40B4-BE49-F238E27FC236}">
                <a16:creationId xmlns:a16="http://schemas.microsoft.com/office/drawing/2014/main" id="{1AEE5B77-BA02-0DD2-AB57-DF6050563CF4}"/>
              </a:ext>
            </a:extLst>
          </p:cNvPr>
          <p:cNvSpPr/>
          <p:nvPr/>
        </p:nvSpPr>
        <p:spPr>
          <a:xfrm rot="10800000">
            <a:off x="3670049" y="2674719"/>
            <a:ext cx="474745" cy="235154"/>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30" name="正方形/長方形 29">
            <a:extLst>
              <a:ext uri="{FF2B5EF4-FFF2-40B4-BE49-F238E27FC236}">
                <a16:creationId xmlns:a16="http://schemas.microsoft.com/office/drawing/2014/main" id="{833EF6D8-594D-B629-962C-D4020AB4D6BD}"/>
              </a:ext>
            </a:extLst>
          </p:cNvPr>
          <p:cNvSpPr/>
          <p:nvPr/>
        </p:nvSpPr>
        <p:spPr>
          <a:xfrm>
            <a:off x="3443612" y="2354643"/>
            <a:ext cx="977735" cy="457201"/>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r>
              <a:rPr kumimoji="1" lang="ja-JP" altLang="en-US" sz="1200" b="1">
                <a:solidFill/>
                <a:latin typeface="メイリオ" panose="020B0604030504040204" pitchFamily="50" charset="-128"/>
                <a:ea typeface="メイリオ" panose="020B0604030504040204" pitchFamily="50" charset="-128"/>
              </a:rPr>
              <a:t>支援</a:t>
            </a:r>
          </a:p>
        </p:txBody>
      </p:sp>
      <p:sp>
        <p:nvSpPr>
          <p:cNvPr id="34" name="吹き出し: 線 33">
            <a:extLst>
              <a:ext uri="{FF2B5EF4-FFF2-40B4-BE49-F238E27FC236}">
                <a16:creationId xmlns:a16="http://schemas.microsoft.com/office/drawing/2014/main" id="{5308F1D2-04DF-AD8F-014D-615DF95E8C51}"/>
              </a:ext>
            </a:extLst>
          </p:cNvPr>
          <p:cNvSpPr/>
          <p:nvPr/>
        </p:nvSpPr>
        <p:spPr>
          <a:xfrm>
            <a:off x="157379" y="4356491"/>
            <a:ext cx="3243046" cy="1694145"/>
          </a:xfrm>
          <a:prstGeom prst="borderCallout1">
            <a:avLst>
              <a:gd name="adj1" fmla="val -2840"/>
              <a:gd name="adj2" fmla="val 8727"/>
              <a:gd name="adj3" fmla="val -26059"/>
              <a:gd name="adj4" fmla="val 30741"/>
            </a:avLst>
          </a:prstGeom>
          <a:solidFill>
            <a:schemeClr val="accent2">
              <a:lumMod val="20000"/>
              <a:lumOff val="80000"/>
            </a:schemeClr>
          </a:solidFill>
          <a:ln w="28575">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solidFill>
                <a:latin typeface="メイリオ" panose="020B0604030504040204" pitchFamily="50" charset="-128"/>
                <a:ea typeface="メイリオ" panose="020B0604030504040204" pitchFamily="50" charset="-128"/>
              </a:rPr>
              <a:t>マクロを確認して調査結果を報告しているが、正しい動きを把握できていない。</a:t>
            </a:r>
            <a:endParaRPr kumimoji="1" lang="en-US" altLang="ja-JP" sz="1200">
              <a:solidFill>
                <a:schemeClr val="tx1"/>
              </a:solidFill>
              <a:latin typeface="メイリオ" panose="020B0604030504040204" pitchFamily="50" charset="-128"/>
              <a:ea typeface="メイリオ" panose="020B0604030504040204" pitchFamily="50" charset="-128"/>
            </a:endParaRPr>
          </a:p>
          <a:p>
            <a:r>
              <a:rPr kumimoji="1" lang="ja-JP" altLang="en-US" sz="1200" b="1">
                <a:solidFill>
                  <a:srgbClr val="FF0000"/>
                </a:solidFill>
                <a:latin typeface="メイリオ" panose="020B0604030504040204" pitchFamily="50" charset="-128"/>
                <a:ea typeface="メイリオ" panose="020B0604030504040204" pitchFamily="50" charset="-128"/>
              </a:rPr>
              <a:t>業務仕様については総務部に依存</a:t>
            </a:r>
            <a:r>
              <a:rPr kumimoji="1" lang="ja-JP" altLang="en-US" sz="1200">
                <a:solidFill>
                  <a:schemeClr val="tx1"/>
                </a:solidFill>
                <a:latin typeface="メイリオ" panose="020B0604030504040204" pitchFamily="50" charset="-128"/>
                <a:ea typeface="メイリオ" panose="020B0604030504040204" pitchFamily="50" charset="-128"/>
              </a:rPr>
              <a:t>しており、調査依頼と回答で</a:t>
            </a:r>
            <a:r>
              <a:rPr kumimoji="1" lang="ja-JP" altLang="en-US" sz="1200" b="1">
                <a:solidFill>
                  <a:srgbClr val="FF0000"/>
                </a:solidFill>
                <a:latin typeface="メイリオ" panose="020B0604030504040204" pitchFamily="50" charset="-128"/>
                <a:ea typeface="メイリオ" panose="020B0604030504040204" pitchFamily="50" charset="-128"/>
              </a:rPr>
              <a:t>複数回のやり取り</a:t>
            </a:r>
            <a:r>
              <a:rPr kumimoji="1" lang="ja-JP" altLang="en-US" sz="1200">
                <a:solidFill>
                  <a:schemeClr val="tx1"/>
                </a:solidFill>
                <a:latin typeface="メイリオ" panose="020B0604030504040204" pitchFamily="50" charset="-128"/>
                <a:ea typeface="メイリオ" panose="020B0604030504040204" pitchFamily="50" charset="-128"/>
              </a:rPr>
              <a:t>が発生している。</a:t>
            </a:r>
          </a:p>
        </p:txBody>
      </p:sp>
      <p:sp>
        <p:nvSpPr>
          <p:cNvPr id="37" name="正方形/長方形 36">
            <a:extLst>
              <a:ext uri="{FF2B5EF4-FFF2-40B4-BE49-F238E27FC236}">
                <a16:creationId xmlns:a16="http://schemas.microsoft.com/office/drawing/2014/main" id="{8E58676D-83C2-9761-FDCA-B2CBB5721978}"/>
              </a:ext>
            </a:extLst>
          </p:cNvPr>
          <p:cNvSpPr/>
          <p:nvPr/>
        </p:nvSpPr>
        <p:spPr>
          <a:xfrm>
            <a:off x="4168053" y="2593941"/>
            <a:ext cx="1300163" cy="43361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sz="1200">
                <a:solidFill/>
                <a:latin typeface="メイリオ" panose="020B0604030504040204" pitchFamily="50" charset="-128"/>
                <a:ea typeface="メイリオ" panose="020B0604030504040204" pitchFamily="50" charset="-128"/>
              </a:rPr>
              <a:t>打合せ参加</a:t>
            </a:r>
          </a:p>
        </p:txBody>
      </p:sp>
      <p:sp>
        <p:nvSpPr>
          <p:cNvPr id="38" name="吹き出し: 線 37">
            <a:extLst>
              <a:ext uri="{FF2B5EF4-FFF2-40B4-BE49-F238E27FC236}">
                <a16:creationId xmlns:a16="http://schemas.microsoft.com/office/drawing/2014/main" id="{EA695AE7-963B-759C-748F-7D0F18728151}"/>
              </a:ext>
            </a:extLst>
          </p:cNvPr>
          <p:cNvSpPr/>
          <p:nvPr/>
        </p:nvSpPr>
        <p:spPr>
          <a:xfrm>
            <a:off x="3466574" y="4356491"/>
            <a:ext cx="2388529" cy="1694145"/>
          </a:xfrm>
          <a:prstGeom prst="borderCallout1">
            <a:avLst>
              <a:gd name="adj1" fmla="val -2840"/>
              <a:gd name="adj2" fmla="val 6334"/>
              <a:gd name="adj3" fmla="val -31681"/>
              <a:gd name="adj4" fmla="val 36324"/>
            </a:avLst>
          </a:prstGeom>
          <a:solidFill>
            <a:srgbClr val="FFD581"/>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solidFill>
                <a:latin typeface="メイリオ" panose="020B0604030504040204" pitchFamily="50" charset="-128"/>
                <a:ea typeface="メイリオ" panose="020B0604030504040204" pitchFamily="50" charset="-128"/>
              </a:rPr>
              <a:t>打合せに参加し進め方などの助言は行っているが、現状は業務仕様に関するドキュメントが不足している。</a:t>
            </a:r>
          </a:p>
          <a:p>
            <a:r>
              <a:rPr kumimoji="1" lang="ja-JP" altLang="en-US" sz="1200">
                <a:solidFill>
                  <a:schemeClr val="tx1"/>
                </a:solidFill>
                <a:latin typeface="メイリオ" panose="020B0604030504040204" pitchFamily="50" charset="-128"/>
                <a:ea typeface="メイリオ" panose="020B0604030504040204" pitchFamily="50" charset="-128"/>
              </a:rPr>
              <a:t>そのため、</a:t>
            </a:r>
            <a:r>
              <a:rPr kumimoji="1" lang="ja-JP" altLang="en-US" sz="1200" b="1">
                <a:solidFill>
                  <a:srgbClr val="FF0000"/>
                </a:solidFill>
                <a:latin typeface="メイリオ" panose="020B0604030504040204" pitchFamily="50" charset="-128"/>
                <a:ea typeface="メイリオ" panose="020B0604030504040204" pitchFamily="50" charset="-128"/>
              </a:rPr>
              <a:t>業務仕様部分で総務部に依存</a:t>
            </a:r>
            <a:r>
              <a:rPr kumimoji="1" lang="ja-JP" altLang="en-US" sz="1200">
                <a:solidFill>
                  <a:schemeClr val="tx1"/>
                </a:solidFill>
                <a:latin typeface="メイリオ" panose="020B0604030504040204" pitchFamily="50" charset="-128"/>
                <a:ea typeface="メイリオ" panose="020B0604030504040204" pitchFamily="50" charset="-128"/>
              </a:rPr>
              <a:t>している。</a:t>
            </a:r>
          </a:p>
        </p:txBody>
      </p:sp>
      <p:sp>
        <p:nvSpPr>
          <p:cNvPr id="44" name="正方形/長方形 43">
            <a:extLst>
              <a:ext uri="{FF2B5EF4-FFF2-40B4-BE49-F238E27FC236}">
                <a16:creationId xmlns:a16="http://schemas.microsoft.com/office/drawing/2014/main" id="{AE6E7ACC-F55F-B3C0-4CBB-F755FA073390}"/>
              </a:ext>
            </a:extLst>
          </p:cNvPr>
          <p:cNvSpPr/>
          <p:nvPr/>
        </p:nvSpPr>
        <p:spPr>
          <a:xfrm>
            <a:off x="1515740" y="2410297"/>
            <a:ext cx="977735" cy="457201"/>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r>
              <a:rPr kumimoji="1" lang="ja-JP" altLang="en-US" sz="1200" b="1">
                <a:solidFill/>
                <a:latin typeface="メイリオ" panose="020B0604030504040204" pitchFamily="50" charset="-128"/>
                <a:ea typeface="メイリオ" panose="020B0604030504040204" pitchFamily="50" charset="-128"/>
              </a:rPr>
              <a:t>業務仕様</a:t>
            </a:r>
            <a:endParaRPr kumimoji="1" lang="en-US" altLang="ja-JP" sz="1200" b="1">
              <a:latin typeface="メイリオ" panose="020B0604030504040204" pitchFamily="50" charset="-128"/>
              <a:ea typeface="メイリオ" panose="020B0604030504040204" pitchFamily="50" charset="-128"/>
            </a:endParaRPr>
          </a:p>
          <a:p>
            <a:pPr algn="ctr"/>
            <a:r>
              <a:rPr kumimoji="1" lang="ja-JP" altLang="en-US" sz="1200" b="1">
                <a:solidFill/>
                <a:latin typeface="メイリオ" panose="020B0604030504040204" pitchFamily="50" charset="-128"/>
                <a:ea typeface="メイリオ" panose="020B0604030504040204" pitchFamily="50" charset="-128"/>
              </a:rPr>
              <a:t>確認</a:t>
            </a:r>
          </a:p>
        </p:txBody>
      </p:sp>
      <p:sp>
        <p:nvSpPr>
          <p:cNvPr id="45" name="正方形/長方形 44">
            <a:extLst>
              <a:ext uri="{FF2B5EF4-FFF2-40B4-BE49-F238E27FC236}">
                <a16:creationId xmlns:a16="http://schemas.microsoft.com/office/drawing/2014/main" id="{AAC229B3-D6A8-DBFE-4786-0B3557A98A08}"/>
              </a:ext>
            </a:extLst>
          </p:cNvPr>
          <p:cNvSpPr/>
          <p:nvPr/>
        </p:nvSpPr>
        <p:spPr>
          <a:xfrm>
            <a:off x="6126311" y="1546600"/>
            <a:ext cx="3847079" cy="2539625"/>
          </a:xfrm>
          <a:prstGeom prst="rect">
            <a:avLst/>
          </a:prstGeom>
          <a:ln w="28575"/>
        </p:spPr>
        <p:style>
          <a:lnRef idx="1">
            <a:schemeClr val="accent4"/>
          </a:lnRef>
          <a:fillRef idx="2">
            <a:schemeClr val="accent4"/>
          </a:fillRef>
          <a:effectRef idx="1">
            <a:schemeClr val="accent4"/>
          </a:effectRef>
          <a:fontRef idx="minor">
            <a:schemeClr val="dk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6" name="正方形/長方形 45">
            <a:extLst>
              <a:ext uri="{FF2B5EF4-FFF2-40B4-BE49-F238E27FC236}">
                <a16:creationId xmlns:a16="http://schemas.microsoft.com/office/drawing/2014/main" id="{D44B651C-D865-1BB1-CBF3-7F1AB3EB28E5}"/>
              </a:ext>
            </a:extLst>
          </p:cNvPr>
          <p:cNvSpPr/>
          <p:nvPr/>
        </p:nvSpPr>
        <p:spPr>
          <a:xfrm>
            <a:off x="6191615" y="1623210"/>
            <a:ext cx="1826121" cy="2394155"/>
          </a:xfrm>
          <a:prstGeom prst="rect">
            <a:avLst/>
          </a:prstGeom>
          <a:solidFill>
            <a:schemeClr val="accent2">
              <a:lumMod val="20000"/>
              <a:lumOff val="80000"/>
            </a:schemeClr>
          </a:solidFill>
          <a:ln w="28575">
            <a:solidFill>
              <a:srgbClr val="ED7D31"/>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7" name="正方形/長方形 46">
            <a:extLst>
              <a:ext uri="{FF2B5EF4-FFF2-40B4-BE49-F238E27FC236}">
                <a16:creationId xmlns:a16="http://schemas.microsoft.com/office/drawing/2014/main" id="{9EDEEFB4-B6AC-9BB4-2264-E01CCFABF6D4}"/>
              </a:ext>
            </a:extLst>
          </p:cNvPr>
          <p:cNvSpPr/>
          <p:nvPr/>
        </p:nvSpPr>
        <p:spPr>
          <a:xfrm>
            <a:off x="10241727" y="1409815"/>
            <a:ext cx="1300163" cy="43361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ja-JP" altLang="en-US" sz="1600">
                <a:solidFill/>
                <a:latin typeface="メイリオ" panose="020B0604030504040204" pitchFamily="50" charset="-128"/>
                <a:ea typeface="メイリオ" panose="020B0604030504040204" pitchFamily="50" charset="-128"/>
              </a:rPr>
              <a:t>総務部</a:t>
            </a:r>
          </a:p>
        </p:txBody>
      </p:sp>
      <p:sp>
        <p:nvSpPr>
          <p:cNvPr id="48" name="正方形/長方形 47">
            <a:extLst>
              <a:ext uri="{FF2B5EF4-FFF2-40B4-BE49-F238E27FC236}">
                <a16:creationId xmlns:a16="http://schemas.microsoft.com/office/drawing/2014/main" id="{A37EBFA2-E130-50EF-2C68-64EE309B7B59}"/>
              </a:ext>
            </a:extLst>
          </p:cNvPr>
          <p:cNvSpPr/>
          <p:nvPr/>
        </p:nvSpPr>
        <p:spPr>
          <a:xfrm>
            <a:off x="7572228" y="1713644"/>
            <a:ext cx="977735" cy="457201"/>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r>
              <a:rPr kumimoji="1" lang="ja-JP" altLang="en-US" sz="1200" b="1">
                <a:solidFill/>
                <a:latin typeface="メイリオ" panose="020B0604030504040204" pitchFamily="50" charset="-128"/>
                <a:ea typeface="メイリオ" panose="020B0604030504040204" pitchFamily="50" charset="-128"/>
              </a:rPr>
              <a:t>障害報告</a:t>
            </a:r>
            <a:endParaRPr kumimoji="1" lang="en-US" altLang="ja-JP" sz="1200" b="1">
              <a:latin typeface="メイリオ" panose="020B0604030504040204" pitchFamily="50" charset="-128"/>
              <a:ea typeface="メイリオ" panose="020B0604030504040204" pitchFamily="50" charset="-128"/>
            </a:endParaRPr>
          </a:p>
          <a:p>
            <a:pPr algn="ctr"/>
            <a:r>
              <a:rPr kumimoji="1" lang="ja-JP" altLang="en-US" sz="1200" b="1">
                <a:solidFill/>
                <a:latin typeface="メイリオ" panose="020B0604030504040204" pitchFamily="50" charset="-128"/>
                <a:ea typeface="メイリオ" panose="020B0604030504040204" pitchFamily="50" charset="-128"/>
              </a:rPr>
              <a:t>調査依頼</a:t>
            </a:r>
          </a:p>
        </p:txBody>
      </p:sp>
      <p:sp>
        <p:nvSpPr>
          <p:cNvPr id="49" name="爆発: 8 pt 48">
            <a:extLst>
              <a:ext uri="{FF2B5EF4-FFF2-40B4-BE49-F238E27FC236}">
                <a16:creationId xmlns:a16="http://schemas.microsoft.com/office/drawing/2014/main" id="{80A6401B-F3D8-9BC9-BB7A-1218E700EEE8}"/>
              </a:ext>
            </a:extLst>
          </p:cNvPr>
          <p:cNvSpPr/>
          <p:nvPr/>
        </p:nvSpPr>
        <p:spPr>
          <a:xfrm>
            <a:off x="6261449" y="1869425"/>
            <a:ext cx="1449412" cy="741774"/>
          </a:xfrm>
          <a:prstGeom prst="irregularSeal1">
            <a:avLst/>
          </a:prstGeom>
          <a:solidFill>
            <a:srgbClr val="FF5001"/>
          </a:solidFill>
          <a:ln>
            <a:solidFill>
              <a:schemeClr val="tx1">
                <a:lumMod val="50000"/>
                <a:lumOff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en-US" altLang="ja-JP" sz="1200" b="1">
                <a:solidFill>
                  <a:srgbClr val="FFFF00"/>
                </a:solidFill>
                <a:latin typeface="メイリオ" panose="020B0604030504040204" pitchFamily="50" charset="-128"/>
                <a:ea typeface="メイリオ" panose="020B0604030504040204" pitchFamily="50" charset="-128"/>
              </a:rPr>
              <a:t> Zabbix</a:t>
            </a:r>
            <a:r>
              <a:rPr kumimoji="1" lang="ja-JP" altLang="en-US" sz="1200" b="1">
                <a:solidFill>
                  <a:srgbClr val="FFFF00"/>
                </a:solidFill>
                <a:latin typeface="メイリオ" panose="020B0604030504040204" pitchFamily="50" charset="-128"/>
                <a:ea typeface="メイリオ" panose="020B0604030504040204" pitchFamily="50" charset="-128"/>
              </a:rPr>
              <a:t>問題検知</a:t>
            </a:r>
          </a:p>
        </p:txBody>
      </p:sp>
      <p:sp>
        <p:nvSpPr>
          <p:cNvPr id="50" name="矢印: 右 49">
            <a:extLst>
              <a:ext uri="{FF2B5EF4-FFF2-40B4-BE49-F238E27FC236}">
                <a16:creationId xmlns:a16="http://schemas.microsoft.com/office/drawing/2014/main" id="{90A438AE-0B51-D435-2791-279F71255ACB}"/>
              </a:ext>
            </a:extLst>
          </p:cNvPr>
          <p:cNvSpPr/>
          <p:nvPr/>
        </p:nvSpPr>
        <p:spPr>
          <a:xfrm>
            <a:off x="7823724" y="2117295"/>
            <a:ext cx="474745" cy="235154"/>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51" name="正方形/長方形 50">
            <a:extLst>
              <a:ext uri="{FF2B5EF4-FFF2-40B4-BE49-F238E27FC236}">
                <a16:creationId xmlns:a16="http://schemas.microsoft.com/office/drawing/2014/main" id="{122C1883-F29F-5B99-C56B-5CD023810F5E}"/>
              </a:ext>
            </a:extLst>
          </p:cNvPr>
          <p:cNvSpPr/>
          <p:nvPr/>
        </p:nvSpPr>
        <p:spPr>
          <a:xfrm>
            <a:off x="8417074" y="2246012"/>
            <a:ext cx="1300163" cy="589778"/>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sz="1200">
                <a:solidFill/>
                <a:latin typeface="メイリオ" panose="020B0604030504040204" pitchFamily="50" charset="-128"/>
                <a:ea typeface="メイリオ" panose="020B0604030504040204" pitchFamily="50" charset="-128"/>
              </a:rPr>
              <a:t>調査実施</a:t>
            </a:r>
          </a:p>
        </p:txBody>
      </p:sp>
      <p:sp>
        <p:nvSpPr>
          <p:cNvPr id="68" name="正方形/長方形 67">
            <a:extLst>
              <a:ext uri="{FF2B5EF4-FFF2-40B4-BE49-F238E27FC236}">
                <a16:creationId xmlns:a16="http://schemas.microsoft.com/office/drawing/2014/main" id="{566C3826-355D-E10F-B107-E904E1188475}"/>
              </a:ext>
            </a:extLst>
          </p:cNvPr>
          <p:cNvSpPr/>
          <p:nvPr/>
        </p:nvSpPr>
        <p:spPr>
          <a:xfrm>
            <a:off x="6336074" y="1408612"/>
            <a:ext cx="1300163" cy="43361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en-US" altLang="ja-JP" sz="1600">
                <a:solidFill/>
                <a:latin typeface="メイリオ" panose="020B0604030504040204" pitchFamily="50" charset="-128"/>
                <a:ea typeface="メイリオ" panose="020B0604030504040204" pitchFamily="50" charset="-128"/>
              </a:rPr>
              <a:t>DI</a:t>
            </a:r>
            <a:r>
              <a:rPr kumimoji="1" lang="ja-JP" altLang="en-US" sz="1600">
                <a:solidFill/>
                <a:latin typeface="メイリオ" panose="020B0604030504040204" pitchFamily="50" charset="-128"/>
                <a:ea typeface="メイリオ" panose="020B0604030504040204" pitchFamily="50" charset="-128"/>
              </a:rPr>
              <a:t>部</a:t>
            </a:r>
          </a:p>
        </p:txBody>
      </p:sp>
      <p:sp>
        <p:nvSpPr>
          <p:cNvPr id="69" name="正方形/長方形 68">
            <a:extLst>
              <a:ext uri="{FF2B5EF4-FFF2-40B4-BE49-F238E27FC236}">
                <a16:creationId xmlns:a16="http://schemas.microsoft.com/office/drawing/2014/main" id="{473D36BC-CCC2-F6EF-D200-DDB6C0555DB1}"/>
              </a:ext>
            </a:extLst>
          </p:cNvPr>
          <p:cNvSpPr/>
          <p:nvPr/>
        </p:nvSpPr>
        <p:spPr>
          <a:xfrm>
            <a:off x="8417075" y="1397990"/>
            <a:ext cx="1300163" cy="43361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en-US" altLang="ja-JP" sz="1600">
                <a:solidFill/>
                <a:latin typeface="メイリオ" panose="020B0604030504040204" pitchFamily="50" charset="-128"/>
                <a:ea typeface="メイリオ" panose="020B0604030504040204" pitchFamily="50" charset="-128"/>
              </a:rPr>
              <a:t>EXE</a:t>
            </a:r>
            <a:endParaRPr kumimoji="1" lang="ja-JP" altLang="en-US" sz="1600">
              <a:latin typeface="メイリオ" panose="020B0604030504040204" pitchFamily="50" charset="-128"/>
              <a:ea typeface="メイリオ" panose="020B0604030504040204" pitchFamily="50" charset="-128"/>
            </a:endParaRPr>
          </a:p>
        </p:txBody>
      </p:sp>
      <p:sp>
        <p:nvSpPr>
          <p:cNvPr id="72" name="吹き出し: 線 71">
            <a:extLst>
              <a:ext uri="{FF2B5EF4-FFF2-40B4-BE49-F238E27FC236}">
                <a16:creationId xmlns:a16="http://schemas.microsoft.com/office/drawing/2014/main" id="{8B42B583-8D79-DD81-2A5B-2C7EE6036443}"/>
              </a:ext>
            </a:extLst>
          </p:cNvPr>
          <p:cNvSpPr/>
          <p:nvPr/>
        </p:nvSpPr>
        <p:spPr>
          <a:xfrm>
            <a:off x="6213867" y="4356292"/>
            <a:ext cx="1500781" cy="1694145"/>
          </a:xfrm>
          <a:prstGeom prst="borderCallout1">
            <a:avLst>
              <a:gd name="adj1" fmla="val -2840"/>
              <a:gd name="adj2" fmla="val 8727"/>
              <a:gd name="adj3" fmla="val -26059"/>
              <a:gd name="adj4" fmla="val 30741"/>
            </a:avLst>
          </a:prstGeom>
          <a:solidFill>
            <a:schemeClr val="accent2">
              <a:lumMod val="20000"/>
              <a:lumOff val="80000"/>
            </a:schemeClr>
          </a:solidFill>
          <a:ln w="28575">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a:solidFill>
                  <a:schemeClr val="tx1"/>
                </a:solidFill>
                <a:latin typeface="メイリオ" panose="020B0604030504040204" pitchFamily="50" charset="-128"/>
                <a:ea typeface="メイリオ" panose="020B0604030504040204" pitchFamily="50" charset="-128"/>
              </a:rPr>
              <a:t>Web</a:t>
            </a:r>
            <a:r>
              <a:rPr kumimoji="1" lang="ja-JP" altLang="en-US" sz="1200">
                <a:solidFill>
                  <a:schemeClr val="tx1"/>
                </a:solidFill>
                <a:latin typeface="メイリオ" panose="020B0604030504040204" pitchFamily="50" charset="-128"/>
                <a:ea typeface="メイリオ" panose="020B0604030504040204" pitchFamily="50" charset="-128"/>
              </a:rPr>
              <a:t>システムにすることでシステム監視による問題発生検知を実現。</a:t>
            </a:r>
            <a:endParaRPr kumimoji="1" lang="en-US" altLang="ja-JP" sz="1200">
              <a:solidFill>
                <a:schemeClr val="tx1"/>
              </a:solidFill>
              <a:latin typeface="メイリオ" panose="020B0604030504040204" pitchFamily="50" charset="-128"/>
              <a:ea typeface="メイリオ" panose="020B0604030504040204" pitchFamily="50" charset="-128"/>
            </a:endParaRPr>
          </a:p>
          <a:p>
            <a:r>
              <a:rPr kumimoji="1" lang="en-US" altLang="ja-JP" sz="1200" b="1">
                <a:solidFill>
                  <a:srgbClr val="00B0F0"/>
                </a:solidFill>
                <a:latin typeface="メイリオ" panose="020B0604030504040204" pitchFamily="50" charset="-128"/>
                <a:ea typeface="メイリオ" panose="020B0604030504040204" pitchFamily="50" charset="-128"/>
              </a:rPr>
              <a:t>DI</a:t>
            </a:r>
            <a:r>
              <a:rPr kumimoji="1" lang="ja-JP" altLang="en-US" sz="1200" b="1">
                <a:solidFill>
                  <a:srgbClr val="00B0F0"/>
                </a:solidFill>
                <a:latin typeface="メイリオ" panose="020B0604030504040204" pitchFamily="50" charset="-128"/>
                <a:ea typeface="メイリオ" panose="020B0604030504040204" pitchFamily="50" charset="-128"/>
              </a:rPr>
              <a:t>部主導で</a:t>
            </a:r>
            <a:r>
              <a:rPr kumimoji="1" lang="en-US" altLang="ja-JP" sz="1200" b="1">
                <a:solidFill>
                  <a:srgbClr val="00B0F0"/>
                </a:solidFill>
                <a:latin typeface="メイリオ" panose="020B0604030504040204" pitchFamily="50" charset="-128"/>
                <a:ea typeface="メイリオ" panose="020B0604030504040204" pitchFamily="50" charset="-128"/>
              </a:rPr>
              <a:t>EXE</a:t>
            </a:r>
            <a:r>
              <a:rPr kumimoji="1" lang="ja-JP" altLang="en-US" sz="1200" b="1">
                <a:solidFill>
                  <a:srgbClr val="00B0F0"/>
                </a:solidFill>
                <a:latin typeface="メイリオ" panose="020B0604030504040204" pitchFamily="50" charset="-128"/>
                <a:ea typeface="メイリオ" panose="020B0604030504040204" pitchFamily="50" charset="-128"/>
              </a:rPr>
              <a:t>に調査依頼</a:t>
            </a:r>
            <a:r>
              <a:rPr kumimoji="1" lang="ja-JP" altLang="en-US" sz="1200">
                <a:solidFill>
                  <a:schemeClr val="tx1"/>
                </a:solidFill>
                <a:latin typeface="メイリオ" panose="020B0604030504040204" pitchFamily="50" charset="-128"/>
                <a:ea typeface="メイリオ" panose="020B0604030504040204" pitchFamily="50" charset="-128"/>
              </a:rPr>
              <a:t>が可能となる。</a:t>
            </a:r>
          </a:p>
        </p:txBody>
      </p:sp>
      <p:sp>
        <p:nvSpPr>
          <p:cNvPr id="74" name="吹き出し: 線 73">
            <a:extLst>
              <a:ext uri="{FF2B5EF4-FFF2-40B4-BE49-F238E27FC236}">
                <a16:creationId xmlns:a16="http://schemas.microsoft.com/office/drawing/2014/main" id="{1740BE99-26ED-7B79-E17C-92683C317538}"/>
              </a:ext>
            </a:extLst>
          </p:cNvPr>
          <p:cNvSpPr/>
          <p:nvPr/>
        </p:nvSpPr>
        <p:spPr>
          <a:xfrm>
            <a:off x="7823725" y="4356292"/>
            <a:ext cx="2149666" cy="1694145"/>
          </a:xfrm>
          <a:prstGeom prst="borderCallout1">
            <a:avLst>
              <a:gd name="adj1" fmla="val -2840"/>
              <a:gd name="adj2" fmla="val 6334"/>
              <a:gd name="adj3" fmla="val -31681"/>
              <a:gd name="adj4" fmla="val 36324"/>
            </a:avLst>
          </a:prstGeom>
          <a:solidFill>
            <a:srgbClr val="FFD581"/>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solidFill>
                <a:latin typeface="メイリオ" panose="020B0604030504040204" pitchFamily="50" charset="-128"/>
                <a:ea typeface="メイリオ" panose="020B0604030504040204" pitchFamily="50" charset="-128"/>
              </a:rPr>
              <a:t>業務仕様に関するドキュメントを整備し、</a:t>
            </a:r>
            <a:r>
              <a:rPr kumimoji="1" lang="en-US" altLang="ja-JP" sz="1200" b="1">
                <a:solidFill>
                  <a:srgbClr val="00B0F0"/>
                </a:solidFill>
                <a:latin typeface="メイリオ" panose="020B0604030504040204" pitchFamily="50" charset="-128"/>
                <a:ea typeface="メイリオ" panose="020B0604030504040204" pitchFamily="50" charset="-128"/>
              </a:rPr>
              <a:t>DI</a:t>
            </a:r>
            <a:r>
              <a:rPr kumimoji="1" lang="ja-JP" altLang="en-US" sz="1200" b="1">
                <a:solidFill>
                  <a:srgbClr val="00B0F0"/>
                </a:solidFill>
                <a:latin typeface="メイリオ" panose="020B0604030504040204" pitchFamily="50" charset="-128"/>
                <a:ea typeface="メイリオ" panose="020B0604030504040204" pitchFamily="50" charset="-128"/>
              </a:rPr>
              <a:t>部・</a:t>
            </a:r>
            <a:r>
              <a:rPr kumimoji="1" lang="en-US" altLang="ja-JP" sz="1200" b="1">
                <a:solidFill>
                  <a:srgbClr val="00B0F0"/>
                </a:solidFill>
                <a:latin typeface="メイリオ" panose="020B0604030504040204" pitchFamily="50" charset="-128"/>
                <a:ea typeface="メイリオ" panose="020B0604030504040204" pitchFamily="50" charset="-128"/>
              </a:rPr>
              <a:t>EXE</a:t>
            </a:r>
            <a:r>
              <a:rPr kumimoji="1" lang="ja-JP" altLang="en-US" sz="1200" b="1">
                <a:solidFill>
                  <a:srgbClr val="00B0F0"/>
                </a:solidFill>
                <a:latin typeface="メイリオ" panose="020B0604030504040204" pitchFamily="50" charset="-128"/>
                <a:ea typeface="メイリオ" panose="020B0604030504040204" pitchFamily="50" charset="-128"/>
              </a:rPr>
              <a:t>で対応ができる体制を構築</a:t>
            </a:r>
            <a:r>
              <a:rPr kumimoji="1" lang="ja-JP" altLang="en-US" sz="1200">
                <a:solidFill>
                  <a:schemeClr val="tx1"/>
                </a:solidFill>
                <a:latin typeface="メイリオ" panose="020B0604030504040204" pitchFamily="50" charset="-128"/>
                <a:ea typeface="メイリオ" panose="020B0604030504040204" pitchFamily="50" charset="-128"/>
              </a:rPr>
              <a:t>する。</a:t>
            </a:r>
          </a:p>
          <a:p>
            <a:r>
              <a:rPr kumimoji="1" lang="ja-JP" altLang="en-US" sz="1200">
                <a:solidFill>
                  <a:schemeClr val="tx1"/>
                </a:solidFill>
                <a:latin typeface="メイリオ" panose="020B0604030504040204" pitchFamily="50" charset="-128"/>
                <a:ea typeface="メイリオ" panose="020B0604030504040204" pitchFamily="50" charset="-128"/>
              </a:rPr>
              <a:t>また、</a:t>
            </a:r>
            <a:r>
              <a:rPr kumimoji="1" lang="en-US" altLang="ja-JP" sz="1200" b="1">
                <a:solidFill>
                  <a:srgbClr val="00B0F0"/>
                </a:solidFill>
                <a:latin typeface="メイリオ" panose="020B0604030504040204" pitchFamily="50" charset="-128"/>
                <a:ea typeface="メイリオ" panose="020B0604030504040204" pitchFamily="50" charset="-128"/>
              </a:rPr>
              <a:t> DI</a:t>
            </a:r>
            <a:r>
              <a:rPr kumimoji="1" lang="ja-JP" altLang="en-US" sz="1200" b="1">
                <a:solidFill>
                  <a:srgbClr val="00B0F0"/>
                </a:solidFill>
                <a:latin typeface="メイリオ" panose="020B0604030504040204" pitchFamily="50" charset="-128"/>
                <a:ea typeface="メイリオ" panose="020B0604030504040204" pitchFamily="50" charset="-128"/>
              </a:rPr>
              <a:t>部主導でドキュメントや品質管理を実施</a:t>
            </a:r>
            <a:r>
              <a:rPr kumimoji="1" lang="ja-JP" altLang="en-US" sz="1200">
                <a:solidFill>
                  <a:schemeClr val="tx1"/>
                </a:solidFill>
                <a:latin typeface="メイリオ" panose="020B0604030504040204" pitchFamily="50" charset="-128"/>
                <a:ea typeface="メイリオ" panose="020B0604030504040204" pitchFamily="50" charset="-128"/>
              </a:rPr>
              <a:t>する。</a:t>
            </a:r>
          </a:p>
        </p:txBody>
      </p:sp>
      <p:sp>
        <p:nvSpPr>
          <p:cNvPr id="77" name="矢印: 右 76">
            <a:extLst>
              <a:ext uri="{FF2B5EF4-FFF2-40B4-BE49-F238E27FC236}">
                <a16:creationId xmlns:a16="http://schemas.microsoft.com/office/drawing/2014/main" id="{152445A9-1CE9-0A1E-3D6D-F51A9E56DE81}"/>
              </a:ext>
            </a:extLst>
          </p:cNvPr>
          <p:cNvSpPr/>
          <p:nvPr/>
        </p:nvSpPr>
        <p:spPr>
          <a:xfrm rot="10800000">
            <a:off x="7814199" y="3024919"/>
            <a:ext cx="474745" cy="235154"/>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83AAF930-BEBD-B9B4-1AB8-468D414CE384}"/>
              </a:ext>
            </a:extLst>
          </p:cNvPr>
          <p:cNvSpPr/>
          <p:nvPr/>
        </p:nvSpPr>
        <p:spPr>
          <a:xfrm>
            <a:off x="7572228" y="2593941"/>
            <a:ext cx="977735" cy="457201"/>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r>
              <a:rPr kumimoji="1" lang="ja-JP" altLang="en-US" sz="1200" b="1">
                <a:solidFill/>
                <a:latin typeface="メイリオ" panose="020B0604030504040204" pitchFamily="50" charset="-128"/>
                <a:ea typeface="メイリオ" panose="020B0604030504040204" pitchFamily="50" charset="-128"/>
              </a:rPr>
              <a:t>調査結果</a:t>
            </a:r>
            <a:endParaRPr kumimoji="1" lang="en-US" altLang="ja-JP" sz="1200" b="1">
              <a:latin typeface="メイリオ" panose="020B0604030504040204" pitchFamily="50" charset="-128"/>
              <a:ea typeface="メイリオ" panose="020B0604030504040204" pitchFamily="50" charset="-128"/>
            </a:endParaRPr>
          </a:p>
          <a:p>
            <a:pPr algn="ctr"/>
            <a:r>
              <a:rPr kumimoji="1" lang="ja-JP" altLang="en-US" sz="1200" b="1">
                <a:solidFill/>
                <a:latin typeface="メイリオ" panose="020B0604030504040204" pitchFamily="50" charset="-128"/>
                <a:ea typeface="メイリオ" panose="020B0604030504040204" pitchFamily="50" charset="-128"/>
              </a:rPr>
              <a:t>回答</a:t>
            </a:r>
          </a:p>
        </p:txBody>
      </p:sp>
      <p:sp>
        <p:nvSpPr>
          <p:cNvPr id="79" name="正方形/長方形 78">
            <a:extLst>
              <a:ext uri="{FF2B5EF4-FFF2-40B4-BE49-F238E27FC236}">
                <a16:creationId xmlns:a16="http://schemas.microsoft.com/office/drawing/2014/main" id="{94846158-F6C1-D79C-9159-8C6729DC8250}"/>
              </a:ext>
            </a:extLst>
          </p:cNvPr>
          <p:cNvSpPr/>
          <p:nvPr/>
        </p:nvSpPr>
        <p:spPr>
          <a:xfrm>
            <a:off x="215577" y="3467847"/>
            <a:ext cx="1300163" cy="43361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sz="1200">
                <a:solidFill/>
                <a:latin typeface="メイリオ" panose="020B0604030504040204" pitchFamily="50" charset="-128"/>
                <a:ea typeface="メイリオ" panose="020B0604030504040204" pitchFamily="50" charset="-128"/>
              </a:rPr>
              <a:t>報告受領</a:t>
            </a:r>
          </a:p>
        </p:txBody>
      </p:sp>
      <p:sp>
        <p:nvSpPr>
          <p:cNvPr id="80" name="正方形/長方形 79">
            <a:extLst>
              <a:ext uri="{FF2B5EF4-FFF2-40B4-BE49-F238E27FC236}">
                <a16:creationId xmlns:a16="http://schemas.microsoft.com/office/drawing/2014/main" id="{E8661B31-0096-AFB7-85F5-CA522F4308A3}"/>
              </a:ext>
            </a:extLst>
          </p:cNvPr>
          <p:cNvSpPr/>
          <p:nvPr/>
        </p:nvSpPr>
        <p:spPr>
          <a:xfrm>
            <a:off x="6314175" y="3260073"/>
            <a:ext cx="1300163" cy="43361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sz="1200">
                <a:solidFill/>
                <a:latin typeface="メイリオ" panose="020B0604030504040204" pitchFamily="50" charset="-128"/>
                <a:ea typeface="メイリオ" panose="020B0604030504040204" pitchFamily="50" charset="-128"/>
              </a:rPr>
              <a:t>問題解消確認</a:t>
            </a:r>
          </a:p>
        </p:txBody>
      </p:sp>
      <p:sp>
        <p:nvSpPr>
          <p:cNvPr id="81" name="矢印: 右 80">
            <a:extLst>
              <a:ext uri="{FF2B5EF4-FFF2-40B4-BE49-F238E27FC236}">
                <a16:creationId xmlns:a16="http://schemas.microsoft.com/office/drawing/2014/main" id="{8A044032-CC46-3AC8-0BCF-BE438E7CC65C}"/>
              </a:ext>
            </a:extLst>
          </p:cNvPr>
          <p:cNvSpPr/>
          <p:nvPr/>
        </p:nvSpPr>
        <p:spPr>
          <a:xfrm>
            <a:off x="7814199" y="3739597"/>
            <a:ext cx="2427528" cy="235154"/>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82" name="正方形/長方形 81">
            <a:extLst>
              <a:ext uri="{FF2B5EF4-FFF2-40B4-BE49-F238E27FC236}">
                <a16:creationId xmlns:a16="http://schemas.microsoft.com/office/drawing/2014/main" id="{B246FA76-C3FC-336E-BCB8-0B999E9E056D}"/>
              </a:ext>
            </a:extLst>
          </p:cNvPr>
          <p:cNvSpPr/>
          <p:nvPr/>
        </p:nvSpPr>
        <p:spPr>
          <a:xfrm>
            <a:off x="8506695" y="3491226"/>
            <a:ext cx="977735" cy="457201"/>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r>
              <a:rPr kumimoji="1" lang="ja-JP" altLang="en-US" sz="1200" b="1">
                <a:solidFill/>
                <a:latin typeface="メイリオ" panose="020B0604030504040204" pitchFamily="50" charset="-128"/>
                <a:ea typeface="メイリオ" panose="020B0604030504040204" pitchFamily="50" charset="-128"/>
              </a:rPr>
              <a:t>報告</a:t>
            </a:r>
          </a:p>
        </p:txBody>
      </p:sp>
      <p:sp>
        <p:nvSpPr>
          <p:cNvPr id="86" name="吹き出し: 線 85">
            <a:extLst>
              <a:ext uri="{FF2B5EF4-FFF2-40B4-BE49-F238E27FC236}">
                <a16:creationId xmlns:a16="http://schemas.microsoft.com/office/drawing/2014/main" id="{D5A6777E-54AD-7459-D79E-06A7ED82EEFB}"/>
              </a:ext>
            </a:extLst>
          </p:cNvPr>
          <p:cNvSpPr/>
          <p:nvPr/>
        </p:nvSpPr>
        <p:spPr>
          <a:xfrm>
            <a:off x="10043326" y="4356292"/>
            <a:ext cx="1826121" cy="1694145"/>
          </a:xfrm>
          <a:prstGeom prst="borderCallout1">
            <a:avLst>
              <a:gd name="adj1" fmla="val -2840"/>
              <a:gd name="adj2" fmla="val 6334"/>
              <a:gd name="adj3" fmla="val -31681"/>
              <a:gd name="adj4" fmla="val 36324"/>
            </a:avLst>
          </a:prstGeom>
          <a:ln w="28575"/>
        </p:spPr>
        <p:style>
          <a:lnRef idx="1">
            <a:schemeClr val="accent6"/>
          </a:lnRef>
          <a:fillRef idx="2">
            <a:schemeClr val="accent6"/>
          </a:fillRef>
          <a:effectRef idx="1">
            <a:schemeClr val="accent6"/>
          </a:effectRef>
          <a:fontRef idx="minor">
            <a:schemeClr val="dk1"/>
          </a:fontRef>
        </p:style>
        <p:txBody>
          <a:bodyPr rtlCol="0" anchor="ctr"/>
          <a:lstStyle/>
          <a:p>
            <a:r>
              <a:rPr kumimoji="1" lang="en-US" altLang="ja-JP" sz="1200">
                <a:solidFill>
                  <a:schemeClr val="tx1"/>
                </a:solidFill>
                <a:latin typeface="メイリオ" panose="020B0604030504040204" pitchFamily="50" charset="-128"/>
                <a:ea typeface="メイリオ" panose="020B0604030504040204" pitchFamily="50" charset="-128"/>
              </a:rPr>
              <a:t>DI</a:t>
            </a:r>
            <a:r>
              <a:rPr kumimoji="1" lang="ja-JP" altLang="en-US" sz="1200">
                <a:solidFill>
                  <a:schemeClr val="tx1"/>
                </a:solidFill>
                <a:latin typeface="メイリオ" panose="020B0604030504040204" pitchFamily="50" charset="-128"/>
                <a:ea typeface="メイリオ" panose="020B0604030504040204" pitchFamily="50" charset="-128"/>
              </a:rPr>
              <a:t>部より問題解消の報告を実施。</a:t>
            </a:r>
            <a:endParaRPr kumimoji="1" lang="en-US" altLang="ja-JP" sz="1200">
              <a:solidFill>
                <a:schemeClr val="tx1"/>
              </a:solidFill>
              <a:latin typeface="メイリオ" panose="020B0604030504040204" pitchFamily="50" charset="-128"/>
              <a:ea typeface="メイリオ" panose="020B0604030504040204" pitchFamily="50" charset="-128"/>
            </a:endParaRPr>
          </a:p>
          <a:p>
            <a:r>
              <a:rPr kumimoji="1" lang="ja-JP" altLang="en-US" sz="1200">
                <a:solidFill>
                  <a:schemeClr val="tx1"/>
                </a:solidFill>
                <a:latin typeface="メイリオ" panose="020B0604030504040204" pitchFamily="50" charset="-128"/>
                <a:ea typeface="メイリオ" panose="020B0604030504040204" pitchFamily="50" charset="-128"/>
              </a:rPr>
              <a:t>また、総務部に確認･相談が必要な場合は</a:t>
            </a:r>
            <a:endParaRPr kumimoji="1" lang="en-US" altLang="ja-JP" sz="1200">
              <a:solidFill>
                <a:schemeClr val="tx1"/>
              </a:solidFill>
              <a:latin typeface="メイリオ" panose="020B0604030504040204" pitchFamily="50" charset="-128"/>
              <a:ea typeface="メイリオ" panose="020B0604030504040204" pitchFamily="50" charset="-128"/>
            </a:endParaRPr>
          </a:p>
          <a:p>
            <a:r>
              <a:rPr kumimoji="1" lang="en-US" altLang="ja-JP" sz="1200" b="1">
                <a:solidFill>
                  <a:srgbClr val="00B0F0"/>
                </a:solidFill>
                <a:latin typeface="メイリオ" panose="020B0604030504040204" pitchFamily="50" charset="-128"/>
                <a:ea typeface="メイリオ" panose="020B0604030504040204" pitchFamily="50" charset="-128"/>
              </a:rPr>
              <a:t>DI</a:t>
            </a:r>
            <a:r>
              <a:rPr kumimoji="1" lang="ja-JP" altLang="en-US" sz="1200" b="1">
                <a:solidFill>
                  <a:srgbClr val="00B0F0"/>
                </a:solidFill>
                <a:latin typeface="メイリオ" panose="020B0604030504040204" pitchFamily="50" charset="-128"/>
                <a:ea typeface="メイリオ" panose="020B0604030504040204" pitchFamily="50" charset="-128"/>
              </a:rPr>
              <a:t>部主導で調整</a:t>
            </a:r>
            <a:r>
              <a:rPr kumimoji="1" lang="ja-JP" altLang="en-US" sz="1200">
                <a:solidFill>
                  <a:schemeClr val="tx1"/>
                </a:solidFill>
                <a:latin typeface="メイリオ" panose="020B0604030504040204" pitchFamily="50" charset="-128"/>
                <a:ea typeface="メイリオ" panose="020B0604030504040204" pitchFamily="50" charset="-128"/>
              </a:rPr>
              <a:t>を行う。</a:t>
            </a:r>
          </a:p>
        </p:txBody>
      </p:sp>
      <p:sp>
        <p:nvSpPr>
          <p:cNvPr id="84" name="正方形/長方形 83">
            <a:extLst>
              <a:ext uri="{FF2B5EF4-FFF2-40B4-BE49-F238E27FC236}">
                <a16:creationId xmlns:a16="http://schemas.microsoft.com/office/drawing/2014/main" id="{833A0D36-D825-C631-C6CB-E98F61CC875D}"/>
              </a:ext>
            </a:extLst>
          </p:cNvPr>
          <p:cNvSpPr/>
          <p:nvPr/>
        </p:nvSpPr>
        <p:spPr>
          <a:xfrm>
            <a:off x="10264752" y="3583295"/>
            <a:ext cx="1300163" cy="43361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sz="1200">
                <a:solidFill/>
                <a:latin typeface="メイリオ" panose="020B0604030504040204" pitchFamily="50" charset="-128"/>
                <a:ea typeface="メイリオ" panose="020B0604030504040204" pitchFamily="50" charset="-128"/>
              </a:rPr>
              <a:t>報告受領</a:t>
            </a:r>
          </a:p>
        </p:txBody>
      </p:sp>
      <p:sp>
        <p:nvSpPr>
          <p:cNvPr id="88" name="矢印: 右 87">
            <a:extLst>
              <a:ext uri="{FF2B5EF4-FFF2-40B4-BE49-F238E27FC236}">
                <a16:creationId xmlns:a16="http://schemas.microsoft.com/office/drawing/2014/main" id="{020E9AB2-BBF1-50B9-D249-9B4A792FD442}"/>
              </a:ext>
            </a:extLst>
          </p:cNvPr>
          <p:cNvSpPr/>
          <p:nvPr/>
        </p:nvSpPr>
        <p:spPr>
          <a:xfrm>
            <a:off x="1767236" y="2871741"/>
            <a:ext cx="474745" cy="126576"/>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89" name="矢印: 右 88">
            <a:extLst>
              <a:ext uri="{FF2B5EF4-FFF2-40B4-BE49-F238E27FC236}">
                <a16:creationId xmlns:a16="http://schemas.microsoft.com/office/drawing/2014/main" id="{FCC2E7C2-4A34-E09C-9FD3-D1E169B93CAB}"/>
              </a:ext>
            </a:extLst>
          </p:cNvPr>
          <p:cNvSpPr/>
          <p:nvPr/>
        </p:nvSpPr>
        <p:spPr>
          <a:xfrm rot="10800000">
            <a:off x="1757710" y="2761591"/>
            <a:ext cx="474745" cy="126576"/>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93" name="矢印: 右 92">
            <a:extLst>
              <a:ext uri="{FF2B5EF4-FFF2-40B4-BE49-F238E27FC236}">
                <a16:creationId xmlns:a16="http://schemas.microsoft.com/office/drawing/2014/main" id="{098072A3-99D1-A9A6-A93B-9C28B4A9FD98}"/>
              </a:ext>
            </a:extLst>
          </p:cNvPr>
          <p:cNvSpPr/>
          <p:nvPr/>
        </p:nvSpPr>
        <p:spPr>
          <a:xfrm>
            <a:off x="1767236" y="3107778"/>
            <a:ext cx="474745" cy="126576"/>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94" name="矢印: 右 93">
            <a:extLst>
              <a:ext uri="{FF2B5EF4-FFF2-40B4-BE49-F238E27FC236}">
                <a16:creationId xmlns:a16="http://schemas.microsoft.com/office/drawing/2014/main" id="{1305F825-3055-36FE-BCE6-C6E2E734588A}"/>
              </a:ext>
            </a:extLst>
          </p:cNvPr>
          <p:cNvSpPr/>
          <p:nvPr/>
        </p:nvSpPr>
        <p:spPr>
          <a:xfrm rot="10800000">
            <a:off x="1757710" y="2997628"/>
            <a:ext cx="474745" cy="126576"/>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95" name="正方形/長方形 94">
            <a:extLst>
              <a:ext uri="{FF2B5EF4-FFF2-40B4-BE49-F238E27FC236}">
                <a16:creationId xmlns:a16="http://schemas.microsoft.com/office/drawing/2014/main" id="{83673B24-736A-2EF3-B893-25590A7DE6BC}"/>
              </a:ext>
            </a:extLst>
          </p:cNvPr>
          <p:cNvSpPr/>
          <p:nvPr/>
        </p:nvSpPr>
        <p:spPr>
          <a:xfrm>
            <a:off x="215577" y="2715757"/>
            <a:ext cx="1300163" cy="43361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sz="1200">
                <a:solidFill/>
                <a:latin typeface="メイリオ" panose="020B0604030504040204" pitchFamily="50" charset="-128"/>
                <a:ea typeface="メイリオ" panose="020B0604030504040204" pitchFamily="50" charset="-128"/>
              </a:rPr>
              <a:t>業務仕様回答</a:t>
            </a:r>
          </a:p>
        </p:txBody>
      </p:sp>
      <p:sp>
        <p:nvSpPr>
          <p:cNvPr id="96" name="正方形/長方形 95">
            <a:extLst>
              <a:ext uri="{FF2B5EF4-FFF2-40B4-BE49-F238E27FC236}">
                <a16:creationId xmlns:a16="http://schemas.microsoft.com/office/drawing/2014/main" id="{F65C306E-E659-21D4-3647-950102BFF59E}"/>
              </a:ext>
            </a:extLst>
          </p:cNvPr>
          <p:cNvSpPr/>
          <p:nvPr/>
        </p:nvSpPr>
        <p:spPr>
          <a:xfrm>
            <a:off x="2360585" y="3361215"/>
            <a:ext cx="1300163" cy="43361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sz="1200">
                <a:solidFill/>
                <a:latin typeface="メイリオ" panose="020B0604030504040204" pitchFamily="50" charset="-128"/>
                <a:ea typeface="メイリオ" panose="020B0604030504040204" pitchFamily="50" charset="-128"/>
              </a:rPr>
              <a:t>問題解消確認</a:t>
            </a:r>
          </a:p>
        </p:txBody>
      </p:sp>
    </p:spTree>
    <p:extLst>
      <p:ext uri="{BB962C8B-B14F-4D97-AF65-F5344CB8AC3E}">
        <p14:creationId xmlns:p14="http://schemas.microsoft.com/office/powerpoint/2010/main" val="786849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62693-4026-4138-8C2C-5F7C7B92516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989937-E585-2148-82EE-4AA75B68D0B5}"/>
              </a:ext>
            </a:extLst>
          </p:cNvPr>
          <p:cNvSpPr>
            <a:spLocks noGrp="1"/>
          </p:cNvSpPr>
          <p:nvPr>
            <p:ph type="title"/>
          </p:nvPr>
        </p:nvSpPr>
        <p:spPr>
          <a:xfrm>
            <a:off x="2640001" y="3042380"/>
            <a:ext cx="7703999" cy="360000"/>
          </a:xfrm>
        </p:spPr>
        <p:txBody>
          <a:bodyPr/>
          <a:lstStyle/>
          <a:p>
            <a:r>
              <a:rPr lang="en-US" altLang="ja-JP">
                <a:solidFill/>
                <a:latin typeface="メイリオ" panose="020B0604030504040204" pitchFamily="50" charset="-128"/>
                <a:ea typeface="メイリオ" panose="020B0604030504040204" pitchFamily="50" charset="-128"/>
              </a:rPr>
              <a:t>3. </a:t>
            </a:r>
            <a:r>
              <a:rPr lang="ja-JP" altLang="en-US">
                <a:solidFill/>
                <a:latin typeface="メイリオ" panose="020B0604030504040204" pitchFamily="50" charset="-128"/>
                <a:ea typeface="メイリオ" panose="020B0604030504040204" pitchFamily="50" charset="-128"/>
              </a:rPr>
              <a:t>導入アプローチ・ロードマップ</a:t>
            </a:r>
            <a:endParaRPr kumimoji="1" lang="ja-JP" altLang="en-US">
              <a:latin typeface="メイリオ" panose="020B0604030504040204" pitchFamily="50" charset="-128"/>
              <a:ea typeface="メイリオ" panose="020B0604030504040204" pitchFamily="50" charset="-128"/>
            </a:endParaRPr>
          </a:p>
        </p:txBody>
      </p:sp>
      <p:sp>
        <p:nvSpPr>
          <p:cNvPr id="3" name="スライド番号プレースホルダー 2">
            <a:extLst>
              <a:ext uri="{FF2B5EF4-FFF2-40B4-BE49-F238E27FC236}">
                <a16:creationId xmlns:a16="http://schemas.microsoft.com/office/drawing/2014/main" id="{26A9034B-E481-24A3-D0AA-49F6A09573C3}"/>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10</a:t>
            </a:fld>
            <a:endParaRPr kumimoji="1" lang="ja-JP"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3386031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93F0F-E692-B2BD-53A6-00191989B52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356D5BB-F6D3-4DF3-4232-AEF9F7624FBC}"/>
              </a:ext>
            </a:extLst>
          </p:cNvPr>
          <p:cNvSpPr>
            <a:spLocks noGrp="1"/>
          </p:cNvSpPr>
          <p:nvPr>
            <p:ph type="title"/>
          </p:nvPr>
        </p:nvSpPr>
        <p:spPr/>
        <p:txBody>
          <a:bodyPr>
            <a:noAutofit/>
          </a:bodyPr>
          <a:lstStyle/>
          <a:p>
            <a:r>
              <a:rPr kumimoji="1" lang="en-US" altLang="ja-JP" sz="2400">
                <a:solidFill/>
              </a:rPr>
              <a:t>3-1. </a:t>
            </a:r>
            <a:r>
              <a:rPr kumimoji="1" lang="ja-JP" altLang="en-US" sz="2400">
                <a:solidFill/>
              </a:rPr>
              <a:t>導入アプローチの前提</a:t>
            </a:r>
          </a:p>
        </p:txBody>
      </p:sp>
      <p:sp>
        <p:nvSpPr>
          <p:cNvPr id="4" name="スライド番号プレースホルダー 3">
            <a:extLst>
              <a:ext uri="{FF2B5EF4-FFF2-40B4-BE49-F238E27FC236}">
                <a16:creationId xmlns:a16="http://schemas.microsoft.com/office/drawing/2014/main" id="{CA428806-875A-9478-BD23-E77FCCE03114}"/>
              </a:ext>
            </a:extLst>
          </p:cNvPr>
          <p:cNvSpPr>
            <a:spLocks noGrp="1"/>
          </p:cNvSpPr>
          <p:nvPr>
            <p:ph type="sldNum" sz="quarter" idx="12"/>
          </p:nvPr>
        </p:nvSpPr>
        <p:spPr/>
        <p:txBody>
          <a:bodyPr/>
          <a:lstStyle/>
          <a:p>
            <a:fld id="{59F857F7-C215-C24D-8BD9-19720E902953}" type="slidenum">
              <a:rPr kumimoji="1" lang="ja-JP" altLang="en-US" smtClean="0"/>
              <a:pPr/>
              <a:t>11</a:t>
            </a:fld>
            <a:endParaRPr kumimoji="1" lang="ja-JP" altLang="en-US"/>
          </a:p>
        </p:txBody>
      </p:sp>
      <p:sp>
        <p:nvSpPr>
          <p:cNvPr id="5" name="TextBox 2">
            <a:extLst>
              <a:ext uri="{FF2B5EF4-FFF2-40B4-BE49-F238E27FC236}">
                <a16:creationId xmlns:a16="http://schemas.microsoft.com/office/drawing/2014/main" id="{EA892297-B3C5-53A1-4607-8DEDC71EFF2D}"/>
              </a:ext>
            </a:extLst>
          </p:cNvPr>
          <p:cNvSpPr txBox="1"/>
          <p:nvPr/>
        </p:nvSpPr>
        <p:spPr>
          <a:xfrm>
            <a:off x="457200" y="1143000"/>
            <a:ext cx="11247120" cy="5504071"/>
          </a:xfrm>
          <a:prstGeom prst="rect">
            <a:avLst/>
          </a:prstGeom>
          <a:noFill/>
        </p:spPr>
        <p:txBody>
          <a:bodyPr wrap="square" lIns="137160" rIns="137160">
            <a:spAutoFit/>
          </a:bodyPr>
          <a:lstStyle/>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出光で実績のあるスクラム開発手法を採用し、</a:t>
            </a:r>
            <a:r>
              <a:rPr lang="en-US" altLang="ja-JP" sz="1200">
                <a:solidFill/>
                <a:latin typeface="メイリオ" panose="020B0604030504040204" pitchFamily="50" charset="-128"/>
                <a:ea typeface="メイリオ" panose="020B0604030504040204" pitchFamily="50" charset="-128"/>
              </a:rPr>
              <a:t>MVP</a:t>
            </a:r>
            <a:r>
              <a:rPr lang="ja-JP" altLang="en-US" sz="1200">
                <a:solidFill/>
                <a:latin typeface="メイリオ" panose="020B0604030504040204" pitchFamily="50" charset="-128"/>
                <a:ea typeface="メイリオ" panose="020B0604030504040204" pitchFamily="50" charset="-128"/>
              </a:rPr>
              <a:t>（最小実行可能製品）アプローチで段階的にリリースすることで、早期に価値提供可能な状態を目指す</a:t>
            </a: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a:t>
            </a:r>
            <a:r>
              <a:rPr lang="ja-JP" altLang="en-US" sz="1200">
                <a:solidFill/>
                <a:latin typeface="メイリオ" panose="020B0604030504040204" pitchFamily="50" charset="-128"/>
                <a:ea typeface="メイリオ" panose="020B0604030504040204" pitchFamily="50" charset="-128"/>
              </a:rPr>
              <a:t>基本方針</a:t>
            </a:r>
            <a:r>
              <a:rPr lang="en-US" altLang="ja-JP" sz="1200">
                <a:solidFill/>
                <a:latin typeface="メイリオ" panose="020B0604030504040204" pitchFamily="50" charset="-128"/>
                <a:ea typeface="メイリオ" panose="020B0604030504040204" pitchFamily="50" charset="-128"/>
              </a:rPr>
              <a:t>】</a:t>
            </a:r>
            <a:endParaRPr sz="1200">
              <a:latin typeface="メイリオ" panose="020B0604030504040204" pitchFamily="50" charset="-128"/>
              <a:ea typeface="メイリオ" panose="020B0604030504040204" pitchFamily="50" charset="-128"/>
            </a:endParaRPr>
          </a:p>
          <a:p>
            <a:pPr>
              <a:lnSpc>
                <a:spcPct val="110000"/>
              </a:lnSpc>
              <a:defRPr sz="1200">
                <a:latin typeface="Meiryo"/>
              </a:defRPr>
            </a:pPr>
            <a:r>
              <a:rPr lang="en-US" altLang="ja-JP" sz="1200">
                <a:solidFill/>
                <a:latin typeface="メイリオ" panose="020B0604030504040204" pitchFamily="50" charset="-128"/>
                <a:ea typeface="メイリオ" panose="020B0604030504040204" pitchFamily="50" charset="-128"/>
              </a:rPr>
              <a:t>1. Azure</a:t>
            </a:r>
            <a:r>
              <a:rPr lang="ja-JP" altLang="en-US" sz="1200">
                <a:solidFill/>
                <a:latin typeface="メイリオ" panose="020B0604030504040204" pitchFamily="50" charset="-128"/>
                <a:ea typeface="メイリオ" panose="020B0604030504040204" pitchFamily="50" charset="-128"/>
              </a:rPr>
              <a:t>・手組</a:t>
            </a:r>
            <a:r>
              <a:rPr lang="en-US" altLang="ja-JP" sz="1200">
                <a:solidFill/>
                <a:latin typeface="メイリオ" panose="020B0604030504040204" pitchFamily="50" charset="-128"/>
                <a:ea typeface="メイリオ" panose="020B0604030504040204" pitchFamily="50" charset="-128"/>
              </a:rPr>
              <a:t>(</a:t>
            </a:r>
            <a:r>
              <a:rPr lang="ja-JP" altLang="en-US" sz="1200">
                <a:solidFill/>
                <a:latin typeface="メイリオ" panose="020B0604030504040204" pitchFamily="50" charset="-128"/>
                <a:ea typeface="メイリオ" panose="020B0604030504040204" pitchFamily="50" charset="-128"/>
              </a:rPr>
              <a:t>スクラッチ</a:t>
            </a:r>
            <a:r>
              <a:rPr lang="en-US" altLang="ja-JP" sz="1200">
                <a:solidFill/>
                <a:latin typeface="メイリオ" panose="020B0604030504040204" pitchFamily="50" charset="-128"/>
                <a:ea typeface="メイリオ" panose="020B0604030504040204" pitchFamily="50" charset="-128"/>
              </a:rPr>
              <a:t>)</a:t>
            </a:r>
            <a:r>
              <a:rPr lang="ja-JP" altLang="en-US" sz="1200">
                <a:solidFill/>
                <a:latin typeface="メイリオ" panose="020B0604030504040204" pitchFamily="50" charset="-128"/>
                <a:ea typeface="メイリオ" panose="020B0604030504040204" pitchFamily="50" charset="-128"/>
              </a:rPr>
              <a:t>による開発</a:t>
            </a:r>
            <a:endParaRPr sz="1200">
              <a:latin typeface="メイリオ" panose="020B0604030504040204" pitchFamily="50" charset="-128"/>
              <a:ea typeface="メイリオ" panose="020B0604030504040204" pitchFamily="50" charset="-128"/>
            </a:endParaRP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en-US" altLang="ja-JP" sz="1200" err="1">
                <a:solidFill/>
                <a:latin typeface="メイリオ" panose="020B0604030504040204" pitchFamily="50" charset="-128"/>
                <a:ea typeface="メイリオ" panose="020B0604030504040204" pitchFamily="50" charset="-128"/>
              </a:rPr>
              <a:t>Azure</a:t>
            </a:r>
            <a:r>
              <a:rPr lang="ja-JP" altLang="en-US" sz="1200" err="1">
                <a:solidFill/>
                <a:latin typeface="メイリオ" panose="020B0604030504040204" pitchFamily="50" charset="-128"/>
                <a:ea typeface="メイリオ" panose="020B0604030504040204" pitchFamily="50" charset="-128"/>
              </a:rPr>
              <a:t>の標準サービスを最大限活用</a:t>
            </a:r>
            <a:endParaRPr sz="1200">
              <a:latin typeface="メイリオ" panose="020B0604030504040204" pitchFamily="50" charset="-128"/>
              <a:ea typeface="メイリオ" panose="020B0604030504040204" pitchFamily="50" charset="-128"/>
            </a:endParaRP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a:t>
            </a:r>
            <a:r>
              <a:rPr lang="ja-JP" altLang="en-US" sz="1200">
                <a:solidFill/>
                <a:latin typeface="メイリオ" panose="020B0604030504040204" pitchFamily="50" charset="-128"/>
                <a:ea typeface="メイリオ" panose="020B0604030504040204" pitchFamily="50" charset="-128"/>
              </a:rPr>
              <a:t> 手組</a:t>
            </a:r>
            <a:r>
              <a:rPr lang="en-US" altLang="ja-JP" sz="1200">
                <a:solidFill/>
                <a:latin typeface="メイリオ" panose="020B0604030504040204" pitchFamily="50" charset="-128"/>
                <a:ea typeface="メイリオ" panose="020B0604030504040204" pitchFamily="50" charset="-128"/>
              </a:rPr>
              <a:t>(</a:t>
            </a:r>
            <a:r>
              <a:rPr lang="ja-JP" altLang="en-US" sz="1200">
                <a:solidFill/>
                <a:latin typeface="メイリオ" panose="020B0604030504040204" pitchFamily="50" charset="-128"/>
                <a:ea typeface="メイリオ" panose="020B0604030504040204" pitchFamily="50" charset="-128"/>
              </a:rPr>
              <a:t>スクラッチ</a:t>
            </a:r>
            <a:r>
              <a:rPr lang="en-US" altLang="ja-JP" sz="1200">
                <a:solidFill/>
                <a:latin typeface="メイリオ" panose="020B0604030504040204" pitchFamily="50" charset="-128"/>
                <a:ea typeface="メイリオ" panose="020B0604030504040204" pitchFamily="50" charset="-128"/>
              </a:rPr>
              <a:t>)</a:t>
            </a:r>
            <a:r>
              <a:rPr lang="ja-JP" altLang="en-US" sz="1200">
                <a:solidFill/>
                <a:latin typeface="メイリオ" panose="020B0604030504040204" pitchFamily="50" charset="-128"/>
                <a:ea typeface="メイリオ" panose="020B0604030504040204" pitchFamily="50" charset="-128"/>
              </a:rPr>
              <a:t>による開発で柔軟に要望に対応</a:t>
            </a:r>
            <a:endParaRPr lang="en-US" altLang="ja-JP" sz="1200">
              <a:latin typeface="メイリオ" panose="020B0604030504040204" pitchFamily="50" charset="-128"/>
              <a:ea typeface="メイリオ" panose="020B0604030504040204" pitchFamily="50" charset="-128"/>
            </a:endParaRPr>
          </a:p>
          <a:p>
            <a:pPr>
              <a:lnSpc>
                <a:spcPct val="110000"/>
              </a:lnSpc>
              <a:defRPr sz="1200">
                <a:latin typeface="Meiryo"/>
              </a:defRPr>
            </a:pPr>
            <a:endParaRPr lang="ja-JP" altLang="en-US"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defRPr sz="1200">
                <a:latin typeface="Meiryo"/>
              </a:defRPr>
            </a:pPr>
            <a:r>
              <a:rPr lang="en-US" altLang="ja-JP" sz="1200">
                <a:solidFill/>
                <a:latin typeface="メイリオ" panose="020B0604030504040204" pitchFamily="50" charset="-128"/>
                <a:ea typeface="メイリオ" panose="020B0604030504040204" pitchFamily="50" charset="-128"/>
              </a:rPr>
              <a:t>2. </a:t>
            </a:r>
            <a:r>
              <a:rPr lang="en-US" altLang="ja-JP" sz="1200" err="1">
                <a:solidFill/>
                <a:latin typeface="メイリオ" panose="020B0604030504040204" pitchFamily="50" charset="-128"/>
                <a:ea typeface="メイリオ" panose="020B0604030504040204" pitchFamily="50" charset="-128"/>
              </a:rPr>
              <a:t>MVP</a:t>
            </a:r>
            <a:r>
              <a:rPr lang="ja-JP" altLang="en-US" sz="1200" err="1">
                <a:solidFill/>
                <a:latin typeface="メイリオ" panose="020B0604030504040204" pitchFamily="50" charset="-128"/>
                <a:ea typeface="メイリオ" panose="020B0604030504040204" pitchFamily="50" charset="-128"/>
              </a:rPr>
              <a:t>（最小実行可能製品）アプローチ</a:t>
            </a:r>
            <a:endParaRPr sz="1200">
              <a:latin typeface="メイリオ" panose="020B0604030504040204" pitchFamily="50" charset="-128"/>
              <a:ea typeface="メイリオ" panose="020B0604030504040204" pitchFamily="50" charset="-128"/>
            </a:endParaRPr>
          </a:p>
          <a:p>
            <a:pPr>
              <a:lnSpc>
                <a:spcPct val="110000"/>
              </a:lnSpc>
              <a:defRPr sz="1200">
                <a:latin typeface="Meiryo"/>
              </a:defRPr>
            </a:pPr>
            <a:r>
              <a:rPr sz="1200">
                <a:latin typeface="メイリオ" panose="020B0604030504040204" pitchFamily="50" charset="-128"/>
                <a:ea typeface="メイリオ" panose="020B0604030504040204" pitchFamily="50" charset="-128"/>
              </a:rPr>
              <a:t>  </a:t>
            </a:r>
            <a:r>
              <a:rPr lang="en-US" altLang="ja-JP" sz="1200">
                <a:latin typeface="メイリオ" panose="020B0604030504040204" pitchFamily="50" charset="-128"/>
                <a:ea typeface="メイリオ" panose="020B0604030504040204" pitchFamily="50" charset="-128"/>
              </a:rPr>
              <a:t>• Wave1: </a:t>
            </a:r>
            <a:r>
              <a:rPr lang="ja-JP" altLang="en-US" sz="1200">
                <a:latin typeface="メイリオ" panose="020B0604030504040204" pitchFamily="50" charset="-128"/>
                <a:ea typeface="メイリオ" panose="020B0604030504040204" pitchFamily="50" charset="-128"/>
              </a:rPr>
              <a:t>基本機能（</a:t>
            </a:r>
            <a:r>
              <a:rPr lang="en-US" altLang="ja-JP" sz="1200">
                <a:latin typeface="メイリオ" panose="020B0604030504040204" pitchFamily="50" charset="-128"/>
                <a:ea typeface="メイリオ" panose="020B0604030504040204" pitchFamily="50" charset="-128"/>
              </a:rPr>
              <a:t>MVP1</a:t>
            </a:r>
            <a:r>
              <a:rPr lang="ja-JP" altLang="en-US" sz="1200">
                <a:latin typeface="メイリオ" panose="020B0604030504040204" pitchFamily="50" charset="-128"/>
                <a:ea typeface="メイリオ" panose="020B0604030504040204" pitchFamily="50" charset="-128"/>
              </a:rPr>
              <a:t>）を先行リリース</a:t>
            </a:r>
          </a:p>
          <a:p>
            <a:pPr>
              <a:lnSpc>
                <a:spcPct val="110000"/>
              </a:lnSpc>
              <a:defRPr sz="1200">
                <a:latin typeface="Meiryo"/>
              </a:defRPr>
            </a:pPr>
            <a:r>
              <a:rPr sz="1200">
                <a:latin typeface="メイリオ" panose="020B0604030504040204" pitchFamily="50" charset="-128"/>
                <a:ea typeface="メイリオ" panose="020B0604030504040204" pitchFamily="50" charset="-128"/>
              </a:rPr>
              <a:t>  • Wave2: </a:t>
            </a:r>
            <a:r>
              <a:rPr sz="1200" err="1">
                <a:latin typeface="メイリオ" panose="020B0604030504040204" pitchFamily="50" charset="-128"/>
                <a:ea typeface="メイリオ" panose="020B0604030504040204" pitchFamily="50" charset="-128"/>
              </a:rPr>
              <a:t>機能拡張とユーザーフィードバック反映</a:t>
            </a:r>
            <a:endParaRPr lang="en-US" sz="1200">
              <a:latin typeface="メイリオ" panose="020B0604030504040204" pitchFamily="50" charset="-128"/>
              <a:ea typeface="メイリオ" panose="020B0604030504040204" pitchFamily="50" charset="-128"/>
            </a:endParaRPr>
          </a:p>
          <a:p>
            <a:pPr>
              <a:lnSpc>
                <a:spcPct val="110000"/>
              </a:lnSpc>
              <a:defRPr sz="1200">
                <a:latin typeface="Meiryo"/>
              </a:defRPr>
            </a:pPr>
            <a:endParaRPr sz="1200">
              <a:latin typeface="メイリオ" panose="020B0604030504040204" pitchFamily="50" charset="-128"/>
              <a:ea typeface="メイリオ" panose="020B0604030504040204" pitchFamily="50" charset="-128"/>
            </a:endParaRPr>
          </a:p>
          <a:p>
            <a:pPr>
              <a:lnSpc>
                <a:spcPct val="110000"/>
              </a:lnSpc>
              <a:defRPr sz="1200">
                <a:latin typeface="Meiryo"/>
              </a:defRPr>
            </a:pPr>
            <a:r>
              <a:rPr lang="en-US" altLang="ja-JP" sz="1200">
                <a:solidFill/>
                <a:latin typeface="メイリオ" panose="020B0604030504040204" pitchFamily="50" charset="-128"/>
                <a:ea typeface="メイリオ" panose="020B0604030504040204" pitchFamily="50" charset="-128"/>
              </a:rPr>
              <a:t>3. </a:t>
            </a:r>
            <a:r>
              <a:rPr lang="ja-JP" altLang="en-US" sz="1200" err="1">
                <a:solidFill/>
                <a:latin typeface="メイリオ" panose="020B0604030504040204" pitchFamily="50" charset="-128"/>
                <a:ea typeface="メイリオ" panose="020B0604030504040204" pitchFamily="50" charset="-128"/>
              </a:rPr>
              <a:t>スクラム開発による段階的リリース</a:t>
            </a:r>
            <a:endParaRPr sz="1200">
              <a:latin typeface="メイリオ" panose="020B0604030504040204" pitchFamily="50" charset="-128"/>
              <a:ea typeface="メイリオ" panose="020B0604030504040204" pitchFamily="50" charset="-128"/>
            </a:endParaRPr>
          </a:p>
          <a:p>
            <a:pPr>
              <a:lnSpc>
                <a:spcPct val="110000"/>
              </a:lnSpc>
              <a:defRPr sz="1200">
                <a:latin typeface="Meiryo"/>
              </a:defRPr>
            </a:pPr>
            <a:r>
              <a:rPr lang="ja-JP" altLang="en-US" sz="1200">
                <a:latin typeface="メイリオ" panose="020B0604030504040204" pitchFamily="50" charset="-128"/>
                <a:ea typeface="メイリオ" panose="020B0604030504040204" pitchFamily="50" charset="-128"/>
              </a:rPr>
              <a:t>  </a:t>
            </a:r>
            <a:r>
              <a:rPr lang="en-US" altLang="ja-JP" sz="1200">
                <a:latin typeface="メイリオ" panose="020B0604030504040204" pitchFamily="50" charset="-128"/>
                <a:ea typeface="メイリオ" panose="020B0604030504040204" pitchFamily="50" charset="-128"/>
              </a:rPr>
              <a:t>• 2</a:t>
            </a:r>
            <a:r>
              <a:rPr lang="ja-JP" altLang="en-US" sz="1200">
                <a:latin typeface="メイリオ" panose="020B0604030504040204" pitchFamily="50" charset="-128"/>
                <a:ea typeface="メイリオ" panose="020B0604030504040204" pitchFamily="50" charset="-128"/>
              </a:rPr>
              <a:t>週間スプリントで継続的に価値提供</a:t>
            </a:r>
          </a:p>
          <a:p>
            <a:pPr>
              <a:lnSpc>
                <a:spcPct val="110000"/>
              </a:lnSpc>
              <a:defRPr sz="1200">
                <a:latin typeface="Meiryo"/>
              </a:defRPr>
            </a:pPr>
            <a:r>
              <a:rPr lang="ja-JP" altLang="en-US" sz="1200">
                <a:latin typeface="メイリオ" panose="020B0604030504040204" pitchFamily="50" charset="-128"/>
                <a:ea typeface="メイリオ" panose="020B0604030504040204" pitchFamily="50" charset="-128"/>
              </a:rPr>
              <a:t>  </a:t>
            </a:r>
            <a:r>
              <a:rPr lang="en-US" altLang="ja-JP" sz="1200">
                <a:latin typeface="メイリオ" panose="020B0604030504040204" pitchFamily="50" charset="-128"/>
                <a:ea typeface="メイリオ" panose="020B0604030504040204" pitchFamily="50" charset="-128"/>
              </a:rPr>
              <a:t>• </a:t>
            </a:r>
            <a:r>
              <a:rPr lang="ja-JP" altLang="en-US" sz="1200" err="1">
                <a:latin typeface="メイリオ" panose="020B0604030504040204" pitchFamily="50" charset="-128"/>
                <a:ea typeface="メイリオ" panose="020B0604030504040204" pitchFamily="50" charset="-128"/>
              </a:rPr>
              <a:t>各スプリント終了時にデモ・フィードバック収集</a:t>
            </a:r>
            <a:endParaRPr lang="ja-JP" altLang="en-US" sz="1200">
              <a:latin typeface="メイリオ" panose="020B0604030504040204" pitchFamily="50" charset="-128"/>
              <a:ea typeface="メイリオ" panose="020B0604030504040204" pitchFamily="50" charset="-128"/>
            </a:endParaRPr>
          </a:p>
          <a:p>
            <a:pPr>
              <a:lnSpc>
                <a:spcPct val="110000"/>
              </a:lnSpc>
              <a:defRPr sz="1200">
                <a:latin typeface="Meiryo"/>
              </a:defRPr>
            </a:pPr>
            <a:endParaRPr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defRPr sz="1200">
                <a:latin typeface="Meiryo"/>
              </a:defRPr>
            </a:pPr>
            <a:r>
              <a:rPr lang="en-US" altLang="ja-JP" sz="1200">
                <a:solidFill/>
                <a:latin typeface="メイリオ" panose="020B0604030504040204" pitchFamily="50" charset="-128"/>
                <a:ea typeface="メイリオ" panose="020B0604030504040204" pitchFamily="50" charset="-128"/>
              </a:rPr>
              <a:t>4. </a:t>
            </a:r>
            <a:r>
              <a:rPr lang="ja-JP" altLang="en-US" sz="1200" err="1">
                <a:solidFill/>
                <a:latin typeface="メイリオ" panose="020B0604030504040204" pitchFamily="50" charset="-128"/>
                <a:ea typeface="メイリオ" panose="020B0604030504040204" pitchFamily="50" charset="-128"/>
              </a:rPr>
              <a:t>リスクの分散</a:t>
            </a:r>
            <a:endParaRPr sz="1200">
              <a:latin typeface="メイリオ" panose="020B0604030504040204" pitchFamily="50" charset="-128"/>
              <a:ea typeface="メイリオ" panose="020B0604030504040204" pitchFamily="50" charset="-128"/>
            </a:endParaRP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小さな反復でリスクを早期発見・対応</a:t>
            </a:r>
            <a:endParaRPr sz="1200">
              <a:latin typeface="メイリオ" panose="020B0604030504040204" pitchFamily="50" charset="-128"/>
              <a:ea typeface="メイリオ" panose="020B0604030504040204" pitchFamily="50" charset="-128"/>
            </a:endParaRP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四半期ごとに契約見直し可能（準委任契約</a:t>
            </a:r>
            <a:r>
              <a:rPr lang="ja-JP" altLang="en-US" sz="1200">
                <a:solidFill/>
                <a:latin typeface="メイリオ" panose="020B0604030504040204" pitchFamily="50" charset="-128"/>
                <a:ea typeface="メイリオ" panose="020B0604030504040204" pitchFamily="50" charset="-128"/>
              </a:rPr>
              <a:t>）</a:t>
            </a: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a:t>
            </a:r>
            <a:r>
              <a:rPr lang="ja-JP" altLang="en-US" sz="1200" err="1">
                <a:solidFill/>
                <a:latin typeface="メイリオ" panose="020B0604030504040204" pitchFamily="50" charset="-128"/>
                <a:ea typeface="メイリオ" panose="020B0604030504040204" pitchFamily="50" charset="-128"/>
              </a:rPr>
              <a:t>契約形態</a:t>
            </a:r>
            <a:r>
              <a:rPr lang="en-US" altLang="ja-JP" sz="1200">
                <a:solidFill/>
                <a:latin typeface="メイリオ" panose="020B0604030504040204" pitchFamily="50" charset="-128"/>
                <a:ea typeface="メイリオ" panose="020B0604030504040204" pitchFamily="50" charset="-128"/>
              </a:rPr>
              <a:t>】</a:t>
            </a:r>
          </a:p>
          <a:p>
            <a:pPr>
              <a:lnSpc>
                <a:spcPct val="110000"/>
              </a:lnSpc>
              <a:spcAft>
                <a:spcPts val="200"/>
              </a:spcAft>
              <a:defRPr sz="1200">
                <a:latin typeface="Meiryo"/>
              </a:defRPr>
            </a:pP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準委任契約（四半期ごとに見直し可能</a:t>
            </a:r>
            <a:r>
              <a:rPr lang="ja-JP" altLang="en-US" sz="1200">
                <a:solidFill/>
                <a:latin typeface="メイリオ" panose="020B0604030504040204" pitchFamily="50" charset="-128"/>
                <a:ea typeface="メイリオ" panose="020B0604030504040204" pitchFamily="50" charset="-128"/>
              </a:rPr>
              <a:t>）</a:t>
            </a:r>
          </a:p>
          <a:p>
            <a:pPr>
              <a:lnSpc>
                <a:spcPct val="110000"/>
              </a:lnSpc>
              <a:spcAft>
                <a:spcPts val="200"/>
              </a:spcAft>
              <a:defRPr sz="1200">
                <a:latin typeface="Meiryo"/>
              </a:defRPr>
            </a:pP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要件の変更に柔軟に対応可能</a:t>
            </a:r>
            <a:endParaRPr sz="1200">
              <a:latin typeface="メイリオ" panose="020B0604030504040204" pitchFamily="50" charset="-128"/>
              <a:ea typeface="メイリオ" panose="020B0604030504040204" pitchFamily="50" charset="-128"/>
            </a:endParaRPr>
          </a:p>
        </p:txBody>
      </p:sp>
      <p:pic>
        <p:nvPicPr>
          <p:cNvPr id="7" name="図 6" descr="ダイアグラム&#10;&#10;AI 生成コンテンツは誤りを含む可能性があります。">
            <a:extLst>
              <a:ext uri="{FF2B5EF4-FFF2-40B4-BE49-F238E27FC236}">
                <a16:creationId xmlns:a16="http://schemas.microsoft.com/office/drawing/2014/main" id="{B13FB251-C6FF-EB45-6388-F515B60592CC}"/>
              </a:ext>
            </a:extLst>
          </p:cNvPr>
          <p:cNvPicPr>
            <a:picLocks noChangeAspect="1"/>
          </p:cNvPicPr>
          <p:nvPr/>
        </p:nvPicPr>
        <p:blipFill>
          <a:blip r:embed="rId2"/>
          <a:stretch>
            <a:fillRect/>
          </a:stretch>
        </p:blipFill>
        <p:spPr>
          <a:xfrm>
            <a:off x="4599723" y="2063163"/>
            <a:ext cx="3773250" cy="1980956"/>
          </a:xfrm>
          <a:prstGeom prst="rect">
            <a:avLst/>
          </a:prstGeom>
          <a:ln>
            <a:solidFill>
              <a:schemeClr val="tx1"/>
            </a:solidFill>
          </a:ln>
        </p:spPr>
      </p:pic>
      <p:sp>
        <p:nvSpPr>
          <p:cNvPr id="8" name="TextBox 2">
            <a:extLst>
              <a:ext uri="{FF2B5EF4-FFF2-40B4-BE49-F238E27FC236}">
                <a16:creationId xmlns:a16="http://schemas.microsoft.com/office/drawing/2014/main" id="{A7FCEDA0-6304-60C9-535A-E6A77A78B83F}"/>
              </a:ext>
            </a:extLst>
          </p:cNvPr>
          <p:cNvSpPr txBox="1"/>
          <p:nvPr/>
        </p:nvSpPr>
        <p:spPr>
          <a:xfrm>
            <a:off x="8441799" y="1569770"/>
            <a:ext cx="3858356" cy="4853252"/>
          </a:xfrm>
          <a:prstGeom prst="rect">
            <a:avLst/>
          </a:prstGeom>
          <a:noFill/>
        </p:spPr>
        <p:txBody>
          <a:bodyPr wrap="square" lIns="137160" rIns="137160">
            <a:spAutoFit/>
          </a:bodyPr>
          <a:lstStyle/>
          <a:p>
            <a:pPr>
              <a:lnSpc>
                <a:spcPct val="150000"/>
              </a:lnSpc>
              <a:defRPr sz="400">
                <a:latin typeface="Meiryo"/>
              </a:defRPr>
            </a:pPr>
            <a:r>
              <a:rPr lang="ja-JP" altLang="en-US" sz="900">
                <a:solidFill/>
                <a:latin typeface="メイリオ" panose="020B0604030504040204" pitchFamily="50" charset="-128"/>
                <a:ea typeface="メイリオ" panose="020B0604030504040204" pitchFamily="50" charset="-128"/>
              </a:rPr>
              <a:t>❌ 間違った方法（</a:t>
            </a:r>
            <a:r>
              <a:rPr lang="en-US" altLang="ja-JP" sz="900">
                <a:solidFill/>
                <a:latin typeface="メイリオ" panose="020B0604030504040204" pitchFamily="50" charset="-128"/>
                <a:ea typeface="メイリオ" panose="020B0604030504040204" pitchFamily="50" charset="-128"/>
              </a:rPr>
              <a:t>Not like this</a:t>
            </a:r>
            <a:r>
              <a:rPr lang="ja-JP" altLang="en-US" sz="900">
                <a:solidFill/>
                <a:latin typeface="メイリオ" panose="020B0604030504040204" pitchFamily="50" charset="-128"/>
                <a:ea typeface="メイリオ" panose="020B0604030504040204" pitchFamily="50" charset="-128"/>
              </a:rPr>
              <a:t>）</a:t>
            </a:r>
          </a:p>
          <a:p>
            <a:pPr>
              <a:lnSpc>
                <a:spcPct val="150000"/>
              </a:lnSpc>
              <a:defRPr sz="400">
                <a:latin typeface="Meiryo"/>
              </a:defRPr>
            </a:pPr>
            <a:r>
              <a:rPr lang="ja-JP" altLang="en-US" sz="900">
                <a:solidFill/>
                <a:latin typeface="メイリオ" panose="020B0604030504040204" pitchFamily="50" charset="-128"/>
                <a:ea typeface="メイリオ" panose="020B0604030504040204" pitchFamily="50" charset="-128"/>
              </a:rPr>
              <a:t>　タイヤ → シャーシ → 車体 → 完成車</a:t>
            </a:r>
            <a:endParaRPr lang="en-US" altLang="ja-JP" sz="900">
              <a:latin typeface="メイリオ" panose="020B0604030504040204" pitchFamily="50" charset="-128"/>
              <a:ea typeface="メイリオ" panose="020B0604030504040204" pitchFamily="50" charset="-128"/>
            </a:endParaRPr>
          </a:p>
          <a:p>
            <a:pPr>
              <a:lnSpc>
                <a:spcPct val="150000"/>
              </a:lnSpc>
              <a:defRPr sz="400">
                <a:latin typeface="Meiryo"/>
              </a:defRPr>
            </a:pPr>
            <a:r>
              <a:rPr lang="ja-JP" altLang="en-US" sz="900">
                <a:solidFill/>
                <a:latin typeface="メイリオ" panose="020B0604030504040204" pitchFamily="50" charset="-128"/>
                <a:ea typeface="メイリオ" panose="020B0604030504040204" pitchFamily="50" charset="-128"/>
              </a:rPr>
              <a:t>　問題</a:t>
            </a:r>
            <a:r>
              <a:rPr lang="en-US" altLang="ja-JP" sz="900">
                <a:solidFill/>
                <a:latin typeface="メイリオ" panose="020B0604030504040204" pitchFamily="50" charset="-128"/>
                <a:ea typeface="メイリオ" panose="020B0604030504040204" pitchFamily="50" charset="-128"/>
              </a:rPr>
              <a:t>: </a:t>
            </a:r>
            <a:r>
              <a:rPr lang="ja-JP" altLang="en-US" sz="900">
                <a:solidFill/>
                <a:latin typeface="メイリオ" panose="020B0604030504040204" pitchFamily="50" charset="-128"/>
                <a:ea typeface="メイリオ" panose="020B0604030504040204" pitchFamily="50" charset="-128"/>
              </a:rPr>
              <a:t>各段階で「使えない部品」だけを渡すため、</a:t>
            </a:r>
            <a:endParaRPr lang="en-US" altLang="ja-JP" sz="900">
              <a:latin typeface="メイリオ" panose="020B0604030504040204" pitchFamily="50" charset="-128"/>
              <a:ea typeface="メイリオ" panose="020B0604030504040204" pitchFamily="50" charset="-128"/>
            </a:endParaRPr>
          </a:p>
          <a:p>
            <a:pPr>
              <a:lnSpc>
                <a:spcPct val="150000"/>
              </a:lnSpc>
              <a:defRPr sz="400">
                <a:latin typeface="Meiryo"/>
              </a:defRPr>
            </a:pPr>
            <a:r>
              <a:rPr lang="ja-JP" altLang="en-US" sz="900">
                <a:solidFill/>
                <a:latin typeface="メイリオ" panose="020B0604030504040204" pitchFamily="50" charset="-128"/>
                <a:ea typeface="メイリオ" panose="020B0604030504040204" pitchFamily="50" charset="-128"/>
              </a:rPr>
              <a:t>　　　　顧客は使えず、フィードバックも得られない。</a:t>
            </a:r>
          </a:p>
          <a:p>
            <a:pPr>
              <a:lnSpc>
                <a:spcPct val="150000"/>
              </a:lnSpc>
              <a:defRPr sz="400">
                <a:latin typeface="Meiryo"/>
              </a:defRPr>
            </a:pPr>
            <a:r>
              <a:rPr lang="ja-JP" altLang="en-US" sz="900">
                <a:solidFill/>
                <a:latin typeface="メイリオ" panose="020B0604030504040204" pitchFamily="50" charset="-128"/>
                <a:ea typeface="メイリオ" panose="020B0604030504040204" pitchFamily="50" charset="-128"/>
              </a:rPr>
              <a:t>✅ 正しい方法（</a:t>
            </a:r>
            <a:r>
              <a:rPr lang="en-US" altLang="ja-JP" sz="900">
                <a:solidFill/>
                <a:latin typeface="メイリオ" panose="020B0604030504040204" pitchFamily="50" charset="-128"/>
                <a:ea typeface="メイリオ" panose="020B0604030504040204" pitchFamily="50" charset="-128"/>
              </a:rPr>
              <a:t>Like this!</a:t>
            </a:r>
            <a:r>
              <a:rPr lang="ja-JP" altLang="en-US" sz="900">
                <a:solidFill/>
                <a:latin typeface="メイリオ" panose="020B0604030504040204" pitchFamily="50" charset="-128"/>
                <a:ea typeface="メイリオ" panose="020B0604030504040204" pitchFamily="50" charset="-128"/>
              </a:rPr>
              <a:t>）</a:t>
            </a:r>
          </a:p>
          <a:p>
            <a:pPr>
              <a:lnSpc>
                <a:spcPct val="150000"/>
              </a:lnSpc>
              <a:defRPr sz="400">
                <a:latin typeface="Meiryo"/>
              </a:defRPr>
            </a:pPr>
            <a:r>
              <a:rPr lang="ja-JP" altLang="en-US" sz="900">
                <a:solidFill/>
                <a:latin typeface="メイリオ" panose="020B0604030504040204" pitchFamily="50" charset="-128"/>
                <a:ea typeface="メイリオ" panose="020B0604030504040204" pitchFamily="50" charset="-128"/>
              </a:rPr>
              <a:t>  </a:t>
            </a:r>
            <a:r>
              <a:rPr lang="en-US" altLang="ja-JP" sz="900">
                <a:solidFill/>
                <a:latin typeface="メイリオ" panose="020B0604030504040204" pitchFamily="50" charset="-128"/>
                <a:ea typeface="メイリオ" panose="020B0604030504040204" pitchFamily="50" charset="-128"/>
              </a:rPr>
              <a:t>1. </a:t>
            </a:r>
            <a:r>
              <a:rPr lang="ja-JP" altLang="en-US" sz="900">
                <a:solidFill/>
                <a:latin typeface="メイリオ" panose="020B0604030504040204" pitchFamily="50" charset="-128"/>
                <a:ea typeface="メイリオ" panose="020B0604030504040204" pitchFamily="50" charset="-128"/>
              </a:rPr>
              <a:t>スケートボード</a:t>
            </a:r>
          </a:p>
          <a:p>
            <a:pPr>
              <a:lnSpc>
                <a:spcPct val="150000"/>
              </a:lnSpc>
              <a:defRPr sz="400">
                <a:latin typeface="Meiryo"/>
              </a:defRPr>
            </a:pPr>
            <a:r>
              <a:rPr lang="ja-JP" altLang="en-US" sz="900">
                <a:solidFill/>
                <a:latin typeface="メイリオ" panose="020B0604030504040204" pitchFamily="50" charset="-128"/>
                <a:ea typeface="メイリオ" panose="020B0604030504040204" pitchFamily="50" charset="-128"/>
              </a:rPr>
              <a:t>  </a:t>
            </a:r>
            <a:r>
              <a:rPr lang="en-US" altLang="ja-JP" sz="900">
                <a:solidFill/>
                <a:latin typeface="メイリオ" panose="020B0604030504040204" pitchFamily="50" charset="-128"/>
                <a:ea typeface="メイリオ" panose="020B0604030504040204" pitchFamily="50" charset="-128"/>
              </a:rPr>
              <a:t>- A</a:t>
            </a:r>
            <a:r>
              <a:rPr lang="ja-JP" altLang="en-US" sz="900">
                <a:solidFill/>
                <a:latin typeface="メイリオ" panose="020B0604030504040204" pitchFamily="50" charset="-128"/>
                <a:ea typeface="メイリオ" panose="020B0604030504040204" pitchFamily="50" charset="-128"/>
              </a:rPr>
              <a:t>から</a:t>
            </a:r>
            <a:r>
              <a:rPr lang="en-US" altLang="ja-JP" sz="900">
                <a:solidFill/>
                <a:latin typeface="メイリオ" panose="020B0604030504040204" pitchFamily="50" charset="-128"/>
                <a:ea typeface="メイリオ" panose="020B0604030504040204" pitchFamily="50" charset="-128"/>
              </a:rPr>
              <a:t>B</a:t>
            </a:r>
            <a:r>
              <a:rPr lang="ja-JP" altLang="en-US" sz="900">
                <a:solidFill/>
                <a:latin typeface="メイリオ" panose="020B0604030504040204" pitchFamily="50" charset="-128"/>
                <a:ea typeface="メイリオ" panose="020B0604030504040204" pitchFamily="50" charset="-128"/>
              </a:rPr>
              <a:t>へ移動できる最小の製品</a:t>
            </a:r>
          </a:p>
          <a:p>
            <a:pPr>
              <a:lnSpc>
                <a:spcPct val="150000"/>
              </a:lnSpc>
              <a:defRPr sz="400">
                <a:latin typeface="Meiryo"/>
              </a:defRPr>
            </a:pPr>
            <a:r>
              <a:rPr lang="ja-JP" altLang="en-US" sz="900">
                <a:solidFill/>
                <a:latin typeface="メイリオ" panose="020B0604030504040204" pitchFamily="50" charset="-128"/>
                <a:ea typeface="メイリオ" panose="020B0604030504040204" pitchFamily="50" charset="-128"/>
              </a:rPr>
              <a:t>  </a:t>
            </a:r>
            <a:r>
              <a:rPr lang="en-US" altLang="ja-JP" sz="900">
                <a:solidFill/>
                <a:latin typeface="メイリオ" panose="020B0604030504040204" pitchFamily="50" charset="-128"/>
                <a:ea typeface="メイリオ" panose="020B0604030504040204" pitchFamily="50" charset="-128"/>
              </a:rPr>
              <a:t>- </a:t>
            </a:r>
            <a:r>
              <a:rPr lang="ja-JP" altLang="en-US" sz="900">
                <a:solidFill/>
                <a:latin typeface="メイリオ" panose="020B0604030504040204" pitchFamily="50" charset="-128"/>
                <a:ea typeface="メイリオ" panose="020B0604030504040204" pitchFamily="50" charset="-128"/>
              </a:rPr>
              <a:t>フィードバック：「不安定で転ぶ」</a:t>
            </a:r>
          </a:p>
          <a:p>
            <a:pPr>
              <a:lnSpc>
                <a:spcPct val="150000"/>
              </a:lnSpc>
              <a:defRPr sz="400">
                <a:latin typeface="Meiryo"/>
              </a:defRPr>
            </a:pPr>
            <a:r>
              <a:rPr lang="ja-JP" altLang="en-US" sz="900">
                <a:solidFill/>
                <a:latin typeface="メイリオ" panose="020B0604030504040204" pitchFamily="50" charset="-128"/>
                <a:ea typeface="メイリオ" panose="020B0604030504040204" pitchFamily="50" charset="-128"/>
              </a:rPr>
              <a:t>  </a:t>
            </a:r>
            <a:r>
              <a:rPr lang="en-US" altLang="ja-JP" sz="900">
                <a:solidFill/>
                <a:latin typeface="メイリオ" panose="020B0604030504040204" pitchFamily="50" charset="-128"/>
                <a:ea typeface="メイリオ" panose="020B0604030504040204" pitchFamily="50" charset="-128"/>
              </a:rPr>
              <a:t>2. </a:t>
            </a:r>
            <a:r>
              <a:rPr lang="ja-JP" altLang="en-US" sz="900">
                <a:solidFill/>
                <a:latin typeface="メイリオ" panose="020B0604030504040204" pitchFamily="50" charset="-128"/>
                <a:ea typeface="メイリオ" panose="020B0604030504040204" pitchFamily="50" charset="-128"/>
              </a:rPr>
              <a:t>キックボード</a:t>
            </a:r>
          </a:p>
          <a:p>
            <a:pPr>
              <a:lnSpc>
                <a:spcPct val="150000"/>
              </a:lnSpc>
              <a:defRPr sz="400">
                <a:latin typeface="Meiryo"/>
              </a:defRPr>
            </a:pPr>
            <a:r>
              <a:rPr lang="ja-JP" altLang="en-US" sz="900">
                <a:solidFill/>
                <a:latin typeface="メイリオ" panose="020B0604030504040204" pitchFamily="50" charset="-128"/>
                <a:ea typeface="メイリオ" panose="020B0604030504040204" pitchFamily="50" charset="-128"/>
              </a:rPr>
              <a:t>  </a:t>
            </a:r>
            <a:r>
              <a:rPr lang="en-US" altLang="ja-JP" sz="900">
                <a:solidFill/>
                <a:latin typeface="メイリオ" panose="020B0604030504040204" pitchFamily="50" charset="-128"/>
                <a:ea typeface="メイリオ" panose="020B0604030504040204" pitchFamily="50" charset="-128"/>
              </a:rPr>
              <a:t>- </a:t>
            </a:r>
            <a:r>
              <a:rPr lang="ja-JP" altLang="en-US" sz="900">
                <a:solidFill/>
                <a:latin typeface="メイリオ" panose="020B0604030504040204" pitchFamily="50" charset="-128"/>
                <a:ea typeface="メイリオ" panose="020B0604030504040204" pitchFamily="50" charset="-128"/>
              </a:rPr>
              <a:t>安定性を改善</a:t>
            </a:r>
          </a:p>
          <a:p>
            <a:pPr>
              <a:lnSpc>
                <a:spcPct val="150000"/>
              </a:lnSpc>
              <a:defRPr sz="400">
                <a:latin typeface="Meiryo"/>
              </a:defRPr>
            </a:pPr>
            <a:r>
              <a:rPr lang="ja-JP" altLang="en-US" sz="900">
                <a:solidFill/>
                <a:latin typeface="メイリオ" panose="020B0604030504040204" pitchFamily="50" charset="-128"/>
                <a:ea typeface="メイリオ" panose="020B0604030504040204" pitchFamily="50" charset="-128"/>
              </a:rPr>
              <a:t>  </a:t>
            </a:r>
            <a:r>
              <a:rPr lang="en-US" altLang="ja-JP" sz="900">
                <a:solidFill/>
                <a:latin typeface="メイリオ" panose="020B0604030504040204" pitchFamily="50" charset="-128"/>
                <a:ea typeface="メイリオ" panose="020B0604030504040204" pitchFamily="50" charset="-128"/>
              </a:rPr>
              <a:t>- </a:t>
            </a:r>
            <a:r>
              <a:rPr lang="ja-JP" altLang="en-US" sz="900">
                <a:solidFill/>
                <a:latin typeface="メイリオ" panose="020B0604030504040204" pitchFamily="50" charset="-128"/>
                <a:ea typeface="メイリオ" panose="020B0604030504040204" pitchFamily="50" charset="-128"/>
              </a:rPr>
              <a:t>フィードバック：「長距離移動が大変」</a:t>
            </a:r>
          </a:p>
          <a:p>
            <a:pPr>
              <a:lnSpc>
                <a:spcPct val="150000"/>
              </a:lnSpc>
              <a:defRPr sz="400">
                <a:latin typeface="Meiryo"/>
              </a:defRPr>
            </a:pPr>
            <a:r>
              <a:rPr lang="ja-JP" altLang="en-US" sz="900">
                <a:solidFill/>
                <a:latin typeface="メイリオ" panose="020B0604030504040204" pitchFamily="50" charset="-128"/>
                <a:ea typeface="メイリオ" panose="020B0604030504040204" pitchFamily="50" charset="-128"/>
              </a:rPr>
              <a:t>  </a:t>
            </a:r>
            <a:r>
              <a:rPr lang="en-US" altLang="ja-JP" sz="900">
                <a:solidFill/>
                <a:latin typeface="メイリオ" panose="020B0604030504040204" pitchFamily="50" charset="-128"/>
                <a:ea typeface="メイリオ" panose="020B0604030504040204" pitchFamily="50" charset="-128"/>
              </a:rPr>
              <a:t>3. </a:t>
            </a:r>
            <a:r>
              <a:rPr lang="ja-JP" altLang="en-US" sz="900">
                <a:solidFill/>
                <a:latin typeface="メイリオ" panose="020B0604030504040204" pitchFamily="50" charset="-128"/>
                <a:ea typeface="メイリオ" panose="020B0604030504040204" pitchFamily="50" charset="-128"/>
              </a:rPr>
              <a:t>自転車</a:t>
            </a:r>
          </a:p>
          <a:p>
            <a:pPr>
              <a:lnSpc>
                <a:spcPct val="150000"/>
              </a:lnSpc>
              <a:defRPr sz="400">
                <a:latin typeface="Meiryo"/>
              </a:defRPr>
            </a:pPr>
            <a:r>
              <a:rPr lang="ja-JP" altLang="en-US" sz="900">
                <a:solidFill/>
                <a:latin typeface="メイリオ" panose="020B0604030504040204" pitchFamily="50" charset="-128"/>
                <a:ea typeface="メイリオ" panose="020B0604030504040204" pitchFamily="50" charset="-128"/>
              </a:rPr>
              <a:t>  </a:t>
            </a:r>
            <a:r>
              <a:rPr lang="en-US" altLang="ja-JP" sz="900">
                <a:solidFill/>
                <a:latin typeface="メイリオ" panose="020B0604030504040204" pitchFamily="50" charset="-128"/>
                <a:ea typeface="メイリオ" panose="020B0604030504040204" pitchFamily="50" charset="-128"/>
              </a:rPr>
              <a:t>- </a:t>
            </a:r>
            <a:r>
              <a:rPr lang="ja-JP" altLang="en-US" sz="900">
                <a:solidFill/>
                <a:latin typeface="メイリオ" panose="020B0604030504040204" pitchFamily="50" charset="-128"/>
                <a:ea typeface="メイリオ" panose="020B0604030504040204" pitchFamily="50" charset="-128"/>
              </a:rPr>
              <a:t>長距離移動が可能に</a:t>
            </a:r>
          </a:p>
          <a:p>
            <a:pPr>
              <a:lnSpc>
                <a:spcPct val="150000"/>
              </a:lnSpc>
              <a:defRPr sz="400">
                <a:latin typeface="Meiryo"/>
              </a:defRPr>
            </a:pPr>
            <a:r>
              <a:rPr lang="ja-JP" altLang="en-US" sz="900">
                <a:solidFill/>
                <a:latin typeface="メイリオ" panose="020B0604030504040204" pitchFamily="50" charset="-128"/>
                <a:ea typeface="メイリオ" panose="020B0604030504040204" pitchFamily="50" charset="-128"/>
              </a:rPr>
              <a:t>  </a:t>
            </a:r>
            <a:r>
              <a:rPr lang="en-US" altLang="ja-JP" sz="900">
                <a:solidFill/>
                <a:latin typeface="メイリオ" panose="020B0604030504040204" pitchFamily="50" charset="-128"/>
                <a:ea typeface="メイリオ" panose="020B0604030504040204" pitchFamily="50" charset="-128"/>
              </a:rPr>
              <a:t>- </a:t>
            </a:r>
            <a:r>
              <a:rPr lang="ja-JP" altLang="en-US" sz="900">
                <a:solidFill/>
                <a:latin typeface="メイリオ" panose="020B0604030504040204" pitchFamily="50" charset="-128"/>
                <a:ea typeface="メイリオ" panose="020B0604030504040204" pitchFamily="50" charset="-128"/>
              </a:rPr>
              <a:t>重要な発見：「風を感じるのが好き」「キャンパス内移動が主」</a:t>
            </a:r>
          </a:p>
          <a:p>
            <a:pPr>
              <a:lnSpc>
                <a:spcPct val="150000"/>
              </a:lnSpc>
              <a:defRPr sz="400">
                <a:latin typeface="Meiryo"/>
              </a:defRPr>
            </a:pPr>
            <a:r>
              <a:rPr lang="ja-JP" altLang="en-US" sz="900">
                <a:solidFill/>
                <a:latin typeface="メイリオ" panose="020B0604030504040204" pitchFamily="50" charset="-128"/>
                <a:ea typeface="メイリオ" panose="020B0604030504040204" pitchFamily="50" charset="-128"/>
              </a:rPr>
              <a:t>  </a:t>
            </a:r>
            <a:r>
              <a:rPr lang="en-US" altLang="ja-JP" sz="900">
                <a:solidFill/>
                <a:latin typeface="メイリオ" panose="020B0604030504040204" pitchFamily="50" charset="-128"/>
                <a:ea typeface="メイリオ" panose="020B0604030504040204" pitchFamily="50" charset="-128"/>
              </a:rPr>
              <a:t>4. </a:t>
            </a:r>
            <a:r>
              <a:rPr lang="ja-JP" altLang="en-US" sz="900">
                <a:solidFill/>
                <a:latin typeface="メイリオ" panose="020B0604030504040204" pitchFamily="50" charset="-128"/>
                <a:ea typeface="メイリオ" panose="020B0604030504040204" pitchFamily="50" charset="-128"/>
              </a:rPr>
              <a:t>バイク</a:t>
            </a:r>
          </a:p>
          <a:p>
            <a:pPr>
              <a:lnSpc>
                <a:spcPct val="150000"/>
              </a:lnSpc>
              <a:defRPr sz="400">
                <a:latin typeface="Meiryo"/>
              </a:defRPr>
            </a:pPr>
            <a:r>
              <a:rPr lang="ja-JP" altLang="en-US" sz="900">
                <a:solidFill/>
                <a:latin typeface="メイリオ" panose="020B0604030504040204" pitchFamily="50" charset="-128"/>
                <a:ea typeface="メイリオ" panose="020B0604030504040204" pitchFamily="50" charset="-128"/>
              </a:rPr>
              <a:t>  </a:t>
            </a:r>
            <a:r>
              <a:rPr lang="en-US" altLang="ja-JP" sz="900">
                <a:solidFill/>
                <a:latin typeface="メイリオ" panose="020B0604030504040204" pitchFamily="50" charset="-128"/>
                <a:ea typeface="メイリオ" panose="020B0604030504040204" pitchFamily="50" charset="-128"/>
              </a:rPr>
              <a:t>- </a:t>
            </a:r>
            <a:r>
              <a:rPr lang="ja-JP" altLang="en-US" sz="900">
                <a:solidFill/>
                <a:latin typeface="メイリオ" panose="020B0604030504040204" pitchFamily="50" charset="-128"/>
                <a:ea typeface="メイリオ" panose="020B0604030504040204" pitchFamily="50" charset="-128"/>
              </a:rPr>
              <a:t>他の街への移動に対応</a:t>
            </a:r>
          </a:p>
          <a:p>
            <a:pPr>
              <a:lnSpc>
                <a:spcPct val="150000"/>
              </a:lnSpc>
              <a:defRPr sz="400">
                <a:latin typeface="Meiryo"/>
              </a:defRPr>
            </a:pPr>
            <a:r>
              <a:rPr lang="ja-JP" altLang="en-US" sz="900">
                <a:solidFill/>
                <a:latin typeface="メイリオ" panose="020B0604030504040204" pitchFamily="50" charset="-128"/>
                <a:ea typeface="メイリオ" panose="020B0604030504040204" pitchFamily="50" charset="-128"/>
              </a:rPr>
              <a:t>  </a:t>
            </a:r>
            <a:r>
              <a:rPr lang="en-US" altLang="ja-JP" sz="900">
                <a:solidFill/>
                <a:latin typeface="メイリオ" panose="020B0604030504040204" pitchFamily="50" charset="-128"/>
                <a:ea typeface="メイリオ" panose="020B0604030504040204" pitchFamily="50" charset="-128"/>
              </a:rPr>
              <a:t>- </a:t>
            </a:r>
            <a:r>
              <a:rPr lang="ja-JP" altLang="en-US" sz="900">
                <a:solidFill/>
                <a:latin typeface="メイリオ" panose="020B0604030504040204" pitchFamily="50" charset="-128"/>
                <a:ea typeface="メイリオ" panose="020B0604030504040204" pitchFamily="50" charset="-128"/>
              </a:rPr>
              <a:t>フィードバック：「もっと速く、疲れない方法が欲しい」</a:t>
            </a:r>
          </a:p>
          <a:p>
            <a:pPr>
              <a:lnSpc>
                <a:spcPct val="150000"/>
              </a:lnSpc>
              <a:defRPr sz="400">
                <a:latin typeface="Meiryo"/>
              </a:defRPr>
            </a:pPr>
            <a:r>
              <a:rPr lang="ja-JP" altLang="en-US" sz="900">
                <a:solidFill/>
                <a:latin typeface="メイリオ" panose="020B0604030504040204" pitchFamily="50" charset="-128"/>
                <a:ea typeface="メイリオ" panose="020B0604030504040204" pitchFamily="50" charset="-128"/>
              </a:rPr>
              <a:t>  </a:t>
            </a:r>
            <a:r>
              <a:rPr lang="en-US" altLang="ja-JP" sz="900">
                <a:solidFill/>
                <a:latin typeface="メイリオ" panose="020B0604030504040204" pitchFamily="50" charset="-128"/>
                <a:ea typeface="メイリオ" panose="020B0604030504040204" pitchFamily="50" charset="-128"/>
              </a:rPr>
              <a:t>5. </a:t>
            </a:r>
            <a:r>
              <a:rPr lang="ja-JP" altLang="en-US" sz="900">
                <a:solidFill/>
                <a:latin typeface="メイリオ" panose="020B0604030504040204" pitchFamily="50" charset="-128"/>
                <a:ea typeface="メイリオ" panose="020B0604030504040204" pitchFamily="50" charset="-128"/>
              </a:rPr>
              <a:t>オープンカー（最終形）</a:t>
            </a:r>
          </a:p>
          <a:p>
            <a:pPr>
              <a:lnSpc>
                <a:spcPct val="150000"/>
              </a:lnSpc>
              <a:defRPr sz="400">
                <a:latin typeface="Meiryo"/>
              </a:defRPr>
            </a:pPr>
            <a:r>
              <a:rPr lang="ja-JP" altLang="en-US" sz="900">
                <a:solidFill/>
                <a:latin typeface="メイリオ" panose="020B0604030504040204" pitchFamily="50" charset="-128"/>
                <a:ea typeface="メイリオ" panose="020B0604030504040204" pitchFamily="50" charset="-128"/>
              </a:rPr>
              <a:t>  </a:t>
            </a:r>
            <a:r>
              <a:rPr lang="en-US" altLang="ja-JP" sz="900">
                <a:solidFill/>
                <a:latin typeface="メイリオ" panose="020B0604030504040204" pitchFamily="50" charset="-128"/>
                <a:ea typeface="メイリオ" panose="020B0604030504040204" pitchFamily="50" charset="-128"/>
              </a:rPr>
              <a:t>- </a:t>
            </a:r>
            <a:r>
              <a:rPr lang="ja-JP" altLang="en-US" sz="900">
                <a:solidFill/>
                <a:latin typeface="メイリオ" panose="020B0604030504040204" pitchFamily="50" charset="-128"/>
                <a:ea typeface="メイリオ" panose="020B0604030504040204" pitchFamily="50" charset="-128"/>
              </a:rPr>
              <a:t>「風を感じる」という発見を活かした最適解</a:t>
            </a:r>
          </a:p>
          <a:p>
            <a:pPr>
              <a:lnSpc>
                <a:spcPct val="150000"/>
              </a:lnSpc>
              <a:defRPr sz="400">
                <a:latin typeface="Meiryo"/>
              </a:defRPr>
            </a:pPr>
            <a:r>
              <a:rPr lang="ja-JP" altLang="en-US" sz="900">
                <a:solidFill/>
                <a:latin typeface="メイリオ" panose="020B0604030504040204" pitchFamily="50" charset="-128"/>
                <a:ea typeface="メイリオ" panose="020B0604030504040204" pitchFamily="50" charset="-128"/>
              </a:rPr>
              <a:t>  </a:t>
            </a:r>
            <a:r>
              <a:rPr lang="en-US" altLang="ja-JP" sz="900">
                <a:solidFill/>
                <a:latin typeface="メイリオ" panose="020B0604030504040204" pitchFamily="50" charset="-128"/>
                <a:ea typeface="メイリオ" panose="020B0604030504040204" pitchFamily="50" charset="-128"/>
              </a:rPr>
              <a:t>- </a:t>
            </a:r>
            <a:r>
              <a:rPr lang="ja-JP" altLang="en-US" sz="900">
                <a:solidFill/>
                <a:latin typeface="メイリオ" panose="020B0604030504040204" pitchFamily="50" charset="-128"/>
                <a:ea typeface="メイリオ" panose="020B0604030504040204" pitchFamily="50" charset="-128"/>
              </a:rPr>
              <a:t>当初想定の普通の車より顧客に合った製品に！</a:t>
            </a:r>
            <a:endParaRPr lang="en-US" altLang="ja-JP" sz="900">
              <a:latin typeface="メイリオ" panose="020B0604030504040204" pitchFamily="50" charset="-128"/>
              <a:ea typeface="メイリオ" panose="020B0604030504040204" pitchFamily="50" charset="-128"/>
            </a:endParaRPr>
          </a:p>
          <a:p>
            <a:pPr>
              <a:lnSpc>
                <a:spcPct val="150000"/>
              </a:lnSpc>
              <a:defRPr sz="400">
                <a:latin typeface="Meiryo"/>
              </a:defRPr>
            </a:pPr>
            <a:r>
              <a:rPr lang="ja-JP" altLang="en-US" sz="900">
                <a:solidFill/>
                <a:latin typeface="メイリオ" panose="020B0604030504040204" pitchFamily="50" charset="-128"/>
                <a:ea typeface="メイリオ" panose="020B0604030504040204" pitchFamily="50" charset="-128"/>
              </a:rPr>
              <a:t>  核心：各段階で実際に使える製品を提供することで、</a:t>
            </a:r>
            <a:endParaRPr lang="en-US" altLang="ja-JP" sz="900">
              <a:latin typeface="メイリオ" panose="020B0604030504040204" pitchFamily="50" charset="-128"/>
              <a:ea typeface="メイリオ" panose="020B0604030504040204" pitchFamily="50" charset="-128"/>
            </a:endParaRPr>
          </a:p>
          <a:p>
            <a:pPr>
              <a:lnSpc>
                <a:spcPct val="150000"/>
              </a:lnSpc>
              <a:defRPr sz="400">
                <a:latin typeface="Meiryo"/>
              </a:defRPr>
            </a:pPr>
            <a:r>
              <a:rPr lang="ja-JP" altLang="en-US" sz="900">
                <a:solidFill/>
                <a:latin typeface="メイリオ" panose="020B0604030504040204" pitchFamily="50" charset="-128"/>
                <a:ea typeface="メイリオ" panose="020B0604030504040204" pitchFamily="50" charset="-128"/>
              </a:rPr>
              <a:t>　　　　リアルなフィードバックを得て、真のニーズを発見できる。</a:t>
            </a:r>
            <a:endParaRPr lang="en-US" altLang="ja-JP" sz="900">
              <a:latin typeface="メイリオ" panose="020B0604030504040204" pitchFamily="50" charset="-128"/>
              <a:ea typeface="メイリオ" panose="020B0604030504040204" pitchFamily="50" charset="-128"/>
            </a:endParaRPr>
          </a:p>
          <a:p>
            <a:pPr>
              <a:lnSpc>
                <a:spcPct val="150000"/>
              </a:lnSpc>
              <a:defRPr sz="400">
                <a:latin typeface="Meiryo"/>
              </a:defRPr>
            </a:pPr>
            <a:r>
              <a:rPr lang="ja-JP" altLang="en-US" sz="900">
                <a:solidFill/>
                <a:latin typeface="メイリオ" panose="020B0604030504040204" pitchFamily="50" charset="-128"/>
                <a:ea typeface="メイリオ" panose="020B0604030504040204" pitchFamily="50" charset="-128"/>
              </a:rPr>
              <a:t>　　　　結果として当初の想定より良いものが生まれる。</a:t>
            </a:r>
            <a:endParaRPr sz="9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8296700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6D6F8-0F7A-DF86-CC17-A816FFCE8CD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F32A413-A907-8AC7-B6D0-540609459697}"/>
              </a:ext>
            </a:extLst>
          </p:cNvPr>
          <p:cNvSpPr>
            <a:spLocks noGrp="1"/>
          </p:cNvSpPr>
          <p:nvPr>
            <p:ph type="title"/>
          </p:nvPr>
        </p:nvSpPr>
        <p:spPr/>
        <p:txBody>
          <a:bodyPr>
            <a:noAutofit/>
          </a:bodyPr>
          <a:lstStyle/>
          <a:p>
            <a:r>
              <a:rPr kumimoji="1" lang="en-US" altLang="ja-JP" sz="2400">
                <a:solidFill/>
              </a:rPr>
              <a:t>3-2. </a:t>
            </a:r>
            <a:r>
              <a:rPr kumimoji="1" lang="ja-JP" altLang="en-US" sz="2400">
                <a:solidFill/>
              </a:rPr>
              <a:t>システム導入のスケジュール</a:t>
            </a:r>
          </a:p>
        </p:txBody>
      </p:sp>
      <p:sp>
        <p:nvSpPr>
          <p:cNvPr id="4" name="スライド番号プレースホルダー 3">
            <a:extLst>
              <a:ext uri="{FF2B5EF4-FFF2-40B4-BE49-F238E27FC236}">
                <a16:creationId xmlns:a16="http://schemas.microsoft.com/office/drawing/2014/main" id="{5A02F3BD-50C0-1903-BC41-E30B631C4CC4}"/>
              </a:ext>
            </a:extLst>
          </p:cNvPr>
          <p:cNvSpPr>
            <a:spLocks noGrp="1"/>
          </p:cNvSpPr>
          <p:nvPr>
            <p:ph type="sldNum" sz="quarter" idx="12"/>
          </p:nvPr>
        </p:nvSpPr>
        <p:spPr/>
        <p:txBody>
          <a:bodyPr/>
          <a:lstStyle/>
          <a:p>
            <a:fld id="{59F857F7-C215-C24D-8BD9-19720E902953}" type="slidenum">
              <a:rPr kumimoji="1" lang="ja-JP" altLang="en-US" smtClean="0"/>
              <a:pPr/>
              <a:t>12</a:t>
            </a:fld>
            <a:endParaRPr kumimoji="1" lang="ja-JP" altLang="en-US"/>
          </a:p>
        </p:txBody>
      </p:sp>
      <p:sp>
        <p:nvSpPr>
          <p:cNvPr id="3" name="TextBox 2">
            <a:extLst>
              <a:ext uri="{FF2B5EF4-FFF2-40B4-BE49-F238E27FC236}">
                <a16:creationId xmlns:a16="http://schemas.microsoft.com/office/drawing/2014/main" id="{AC5DFCF5-E399-3E09-154A-0259097B911C}"/>
              </a:ext>
            </a:extLst>
          </p:cNvPr>
          <p:cNvSpPr txBox="1"/>
          <p:nvPr/>
        </p:nvSpPr>
        <p:spPr>
          <a:xfrm>
            <a:off x="457200" y="1143000"/>
            <a:ext cx="11247120" cy="3089051"/>
          </a:xfrm>
          <a:prstGeom prst="rect">
            <a:avLst/>
          </a:prstGeom>
          <a:noFill/>
        </p:spPr>
        <p:txBody>
          <a:bodyPr wrap="square" lIns="137160" rIns="137160">
            <a:spAutoFit/>
          </a:bodyPr>
          <a:lstStyle/>
          <a:p>
            <a:pPr>
              <a:lnSpc>
                <a:spcPct val="110000"/>
              </a:lnSpc>
              <a:spcBef>
                <a:spcPts val="0"/>
              </a:spcBef>
              <a:spcAft>
                <a:spcPts val="400"/>
              </a:spcAft>
              <a:defRPr sz="14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a:t>
            </a:r>
            <a:r>
              <a:rPr lang="ja-JP" altLang="en-US" sz="1200" err="1">
                <a:solidFill/>
                <a:latin typeface="メイリオ" panose="020B0604030504040204" pitchFamily="50" charset="-128"/>
                <a:ea typeface="メイリオ" panose="020B0604030504040204" pitchFamily="50" charset="-128"/>
              </a:rPr>
              <a:t>全体タイムライン</a:t>
            </a:r>
            <a:r>
              <a:rPr lang="en-US" altLang="ja-JP" sz="1200">
                <a:solidFill/>
                <a:latin typeface="メイリオ" panose="020B0604030504040204" pitchFamily="50" charset="-128"/>
                <a:ea typeface="メイリオ" panose="020B0604030504040204" pitchFamily="50" charset="-128"/>
              </a:rPr>
              <a:t>】</a:t>
            </a:r>
          </a:p>
          <a:p>
            <a:pPr>
              <a:lnSpc>
                <a:spcPct val="110000"/>
              </a:lnSpc>
              <a:defRPr sz="1200">
                <a:latin typeface="Meiryo"/>
              </a:defRPr>
            </a:pPr>
            <a:r>
              <a:rPr lang="en-US" altLang="ja-JP" sz="1200">
                <a:solidFill/>
                <a:latin typeface="メイリオ" panose="020B0604030504040204" pitchFamily="50" charset="-128"/>
                <a:ea typeface="メイリオ" panose="020B0604030504040204" pitchFamily="50" charset="-128"/>
              </a:rPr>
              <a:t>2025</a:t>
            </a:r>
            <a:r>
              <a:rPr lang="ja-JP" altLang="en-US" sz="1200">
                <a:solidFill/>
                <a:latin typeface="メイリオ" panose="020B0604030504040204" pitchFamily="50" charset="-128"/>
                <a:ea typeface="メイリオ" panose="020B0604030504040204" pitchFamily="50" charset="-128"/>
              </a:rPr>
              <a:t>年</a:t>
            </a:r>
            <a:r>
              <a:rPr lang="en-US" altLang="ja-JP" sz="1200">
                <a:solidFill/>
                <a:latin typeface="メイリオ" panose="020B0604030504040204" pitchFamily="50" charset="-128"/>
                <a:ea typeface="メイリオ" panose="020B0604030504040204" pitchFamily="50" charset="-128"/>
              </a:rPr>
              <a:t>12</a:t>
            </a:r>
            <a:r>
              <a:rPr lang="ja-JP" altLang="en-US" sz="1200">
                <a:solidFill/>
                <a:latin typeface="メイリオ" panose="020B0604030504040204" pitchFamily="50" charset="-128"/>
                <a:ea typeface="メイリオ" panose="020B0604030504040204" pitchFamily="50" charset="-128"/>
              </a:rPr>
              <a:t>月：提案承認・ベンダー選定・契約締結</a:t>
            </a:r>
          </a:p>
          <a:p>
            <a:pPr>
              <a:lnSpc>
                <a:spcPct val="110000"/>
              </a:lnSpc>
              <a:defRPr sz="1200">
                <a:latin typeface="Meiryo"/>
              </a:defRPr>
            </a:pPr>
            <a:r>
              <a:rPr lang="en-US" altLang="ja-JP" sz="1200">
                <a:solidFill/>
                <a:latin typeface="メイリオ" panose="020B0604030504040204" pitchFamily="50" charset="-128"/>
                <a:ea typeface="メイリオ" panose="020B0604030504040204" pitchFamily="50" charset="-128"/>
              </a:rPr>
              <a:t>2026</a:t>
            </a:r>
            <a:r>
              <a:rPr lang="ja-JP" altLang="en-US" sz="1200">
                <a:solidFill/>
                <a:latin typeface="メイリオ" panose="020B0604030504040204" pitchFamily="50" charset="-128"/>
                <a:ea typeface="メイリオ" panose="020B0604030504040204" pitchFamily="50" charset="-128"/>
              </a:rPr>
              <a:t>年</a:t>
            </a:r>
            <a:r>
              <a:rPr lang="en-US" altLang="ja-JP" sz="1200">
                <a:solidFill/>
                <a:latin typeface="メイリオ" panose="020B0604030504040204" pitchFamily="50" charset="-128"/>
                <a:ea typeface="メイリオ" panose="020B0604030504040204" pitchFamily="50" charset="-128"/>
              </a:rPr>
              <a:t>1</a:t>
            </a:r>
            <a:r>
              <a:rPr lang="ja-JP" altLang="en-US" sz="1200">
                <a:solidFill/>
                <a:latin typeface="メイリオ" panose="020B0604030504040204" pitchFamily="50" charset="-128"/>
                <a:ea typeface="メイリオ" panose="020B0604030504040204" pitchFamily="50" charset="-128"/>
              </a:rPr>
              <a:t>月：プロジェクトキックオフ</a:t>
            </a:r>
            <a:endParaRPr lang="en-US" altLang="ja-JP" sz="1200">
              <a:solidFill/>
              <a:latin typeface="メイリオ" panose="020B0604030504040204" pitchFamily="50" charset="-128"/>
              <a:ea typeface="メイリオ" panose="020B0604030504040204" pitchFamily="50" charset="-128"/>
            </a:endParaRPr>
          </a:p>
          <a:p>
            <a:pPr>
              <a:lnSpc>
                <a:spcPct val="110000"/>
              </a:lnSpc>
              <a:defRPr sz="1200">
                <a:latin typeface="Meiryo"/>
              </a:defRPr>
            </a:pPr>
            <a:endParaRPr lang="en-US" altLang="ja-JP" sz="1200">
              <a:solidFill/>
              <a:latin typeface="メイリオ" panose="020B0604030504040204" pitchFamily="50" charset="-128"/>
              <a:ea typeface="メイリオ" panose="020B0604030504040204" pitchFamily="50" charset="-128"/>
            </a:endParaRPr>
          </a:p>
          <a:p>
            <a:pPr>
              <a:lnSpc>
                <a:spcPct val="110000"/>
              </a:lnSpc>
              <a:defRPr sz="1200">
                <a:latin typeface="Meiryo"/>
              </a:defRPr>
            </a:pPr>
            <a:r>
              <a:rPr lang="en-US" altLang="ja-JP" sz="1200" b="1">
                <a:solidFill/>
                <a:latin typeface="メイリオ" panose="020B0604030504040204" pitchFamily="50" charset="-128"/>
                <a:ea typeface="メイリオ" panose="020B0604030504040204" pitchFamily="50" charset="-128"/>
              </a:rPr>
              <a:t>【Wave1</a:t>
            </a:r>
            <a:r>
              <a:rPr lang="ja-JP" altLang="en-US" sz="1200" b="1">
                <a:solidFill/>
                <a:latin typeface="メイリオ" panose="020B0604030504040204" pitchFamily="50" charset="-128"/>
                <a:ea typeface="メイリオ" panose="020B0604030504040204" pitchFamily="50" charset="-128"/>
              </a:rPr>
              <a:t>：完全リプレース</a:t>
            </a:r>
            <a:r>
              <a:rPr lang="en-US" altLang="ja-JP" sz="1200" b="1">
                <a:solidFill/>
                <a:latin typeface="メイリオ" panose="020B0604030504040204" pitchFamily="50" charset="-128"/>
                <a:ea typeface="メイリオ" panose="020B0604030504040204" pitchFamily="50" charset="-128"/>
              </a:rPr>
              <a:t>】2026</a:t>
            </a:r>
            <a:r>
              <a:rPr lang="ja-JP" altLang="en-US" sz="1200" b="1">
                <a:solidFill/>
                <a:latin typeface="メイリオ" panose="020B0604030504040204" pitchFamily="50" charset="-128"/>
                <a:ea typeface="メイリオ" panose="020B0604030504040204" pitchFamily="50" charset="-128"/>
              </a:rPr>
              <a:t>年</a:t>
            </a:r>
            <a:r>
              <a:rPr lang="en-US" altLang="ja-JP" sz="1200" b="1">
                <a:solidFill/>
                <a:latin typeface="メイリオ" panose="020B0604030504040204" pitchFamily="50" charset="-128"/>
                <a:ea typeface="メイリオ" panose="020B0604030504040204" pitchFamily="50" charset="-128"/>
              </a:rPr>
              <a:t>2</a:t>
            </a:r>
            <a:r>
              <a:rPr lang="ja-JP" altLang="en-US" sz="1200" b="1">
                <a:solidFill/>
                <a:latin typeface="メイリオ" panose="020B0604030504040204" pitchFamily="50" charset="-128"/>
                <a:ea typeface="メイリオ" panose="020B0604030504040204" pitchFamily="50" charset="-128"/>
              </a:rPr>
              <a:t>月～</a:t>
            </a:r>
            <a:r>
              <a:rPr lang="en-US" altLang="ja-JP" sz="1200" b="1">
                <a:solidFill/>
                <a:latin typeface="メイリオ" panose="020B0604030504040204" pitchFamily="50" charset="-128"/>
                <a:ea typeface="メイリオ" panose="020B0604030504040204" pitchFamily="50" charset="-128"/>
              </a:rPr>
              <a:t>8</a:t>
            </a:r>
            <a:r>
              <a:rPr lang="ja-JP" altLang="en-US" sz="1200" b="1">
                <a:solidFill/>
                <a:latin typeface="メイリオ" panose="020B0604030504040204" pitchFamily="50" charset="-128"/>
                <a:ea typeface="メイリオ" panose="020B0604030504040204" pitchFamily="50" charset="-128"/>
              </a:rPr>
              <a:t>月（</a:t>
            </a:r>
            <a:r>
              <a:rPr lang="en-US" altLang="ja-JP" sz="1200" b="1">
                <a:solidFill/>
                <a:latin typeface="メイリオ" panose="020B0604030504040204" pitchFamily="50" charset="-128"/>
                <a:ea typeface="メイリオ" panose="020B0604030504040204" pitchFamily="50" charset="-128"/>
              </a:rPr>
              <a:t>7</a:t>
            </a:r>
            <a:r>
              <a:rPr lang="ja-JP" altLang="en-US" sz="1200" b="1">
                <a:solidFill/>
                <a:latin typeface="メイリオ" panose="020B0604030504040204" pitchFamily="50" charset="-128"/>
                <a:ea typeface="メイリオ" panose="020B0604030504040204" pitchFamily="50" charset="-128"/>
              </a:rPr>
              <a:t>ヶ月）</a:t>
            </a: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準備（</a:t>
            </a:r>
            <a:r>
              <a:rPr lang="en-US" altLang="ja-JP" sz="1200">
                <a:solidFill/>
                <a:latin typeface="メイリオ" panose="020B0604030504040204" pitchFamily="50" charset="-128"/>
                <a:ea typeface="メイリオ" panose="020B0604030504040204" pitchFamily="50" charset="-128"/>
              </a:rPr>
              <a:t>1</a:t>
            </a:r>
            <a:r>
              <a:rPr lang="ja-JP" altLang="en-US" sz="1200">
                <a:solidFill/>
                <a:latin typeface="メイリオ" panose="020B0604030504040204" pitchFamily="50" charset="-128"/>
                <a:ea typeface="メイリオ" panose="020B0604030504040204" pitchFamily="50" charset="-128"/>
              </a:rPr>
              <a:t>ヶ月）：仕様確認・バックログ作成・</a:t>
            </a:r>
            <a:r>
              <a:rPr lang="en-US" altLang="ja-JP" sz="1200">
                <a:solidFill/>
                <a:latin typeface="メイリオ" panose="020B0604030504040204" pitchFamily="50" charset="-128"/>
                <a:ea typeface="メイリオ" panose="020B0604030504040204" pitchFamily="50" charset="-128"/>
              </a:rPr>
              <a:t>Azure</a:t>
            </a:r>
            <a:r>
              <a:rPr lang="ja-JP" altLang="en-US" sz="1200">
                <a:solidFill/>
                <a:latin typeface="メイリオ" panose="020B0604030504040204" pitchFamily="50" charset="-128"/>
                <a:ea typeface="メイリオ" panose="020B0604030504040204" pitchFamily="50" charset="-128"/>
              </a:rPr>
              <a:t>構築・設計</a:t>
            </a: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スクラム（</a:t>
            </a:r>
            <a:r>
              <a:rPr lang="en-US" altLang="ja-JP" sz="1200">
                <a:solidFill/>
                <a:latin typeface="メイリオ" panose="020B0604030504040204" pitchFamily="50" charset="-128"/>
                <a:ea typeface="メイリオ" panose="020B0604030504040204" pitchFamily="50" charset="-128"/>
              </a:rPr>
              <a:t>5</a:t>
            </a:r>
            <a:r>
              <a:rPr lang="ja-JP" altLang="en-US" sz="1200">
                <a:solidFill/>
                <a:latin typeface="メイリオ" panose="020B0604030504040204" pitchFamily="50" charset="-128"/>
                <a:ea typeface="メイリオ" panose="020B0604030504040204" pitchFamily="50" charset="-128"/>
              </a:rPr>
              <a:t>ヶ月）：</a:t>
            </a:r>
            <a:r>
              <a:rPr lang="en-US" altLang="ja-JP" sz="1200">
                <a:solidFill/>
                <a:latin typeface="メイリオ" panose="020B0604030504040204" pitchFamily="50" charset="-128"/>
                <a:ea typeface="メイリオ" panose="020B0604030504040204" pitchFamily="50" charset="-128"/>
              </a:rPr>
              <a:t>Sprint 1-10</a:t>
            </a:r>
            <a:r>
              <a:rPr lang="ja-JP" altLang="en-US" sz="1200">
                <a:solidFill/>
                <a:latin typeface="メイリオ" panose="020B0604030504040204" pitchFamily="50" charset="-128"/>
                <a:ea typeface="メイリオ" panose="020B0604030504040204" pitchFamily="50" charset="-128"/>
              </a:rPr>
              <a:t>で現行マクロ全機能実装・比較テスト</a:t>
            </a:r>
            <a:endParaRPr lang="en-US" altLang="ja-JP" sz="1200">
              <a:solidFill/>
              <a:latin typeface="メイリオ" panose="020B0604030504040204" pitchFamily="50" charset="-128"/>
              <a:ea typeface="メイリオ" panose="020B0604030504040204" pitchFamily="50" charset="-128"/>
            </a:endParaRP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リリース準備・ドキュメント準備・ユーザー教育（</a:t>
            </a:r>
            <a:r>
              <a:rPr lang="en-US" altLang="ja-JP" sz="1200">
                <a:solidFill/>
                <a:latin typeface="メイリオ" panose="020B0604030504040204" pitchFamily="50" charset="-128"/>
                <a:ea typeface="メイリオ" panose="020B0604030504040204" pitchFamily="50" charset="-128"/>
              </a:rPr>
              <a:t>1</a:t>
            </a:r>
            <a:r>
              <a:rPr lang="ja-JP" altLang="en-US" sz="1200">
                <a:solidFill/>
                <a:latin typeface="メイリオ" panose="020B0604030504040204" pitchFamily="50" charset="-128"/>
                <a:ea typeface="メイリオ" panose="020B0604030504040204" pitchFamily="50" charset="-128"/>
              </a:rPr>
              <a:t>ヶ月）：</a:t>
            </a:r>
            <a:r>
              <a:rPr lang="en-US" altLang="ja-JP" sz="1200">
                <a:solidFill/>
                <a:latin typeface="メイリオ" panose="020B0604030504040204" pitchFamily="50" charset="-128"/>
                <a:ea typeface="メイリオ" panose="020B0604030504040204" pitchFamily="50" charset="-128"/>
              </a:rPr>
              <a:t>Sprint</a:t>
            </a:r>
            <a:r>
              <a:rPr lang="ja-JP" altLang="en-US" sz="1200">
                <a:solidFill/>
                <a:latin typeface="メイリオ" panose="020B0604030504040204" pitchFamily="50" charset="-128"/>
                <a:ea typeface="メイリオ" panose="020B0604030504040204" pitchFamily="50" charset="-128"/>
              </a:rPr>
              <a:t>で作成した内容の整理・ユーザー教育</a:t>
            </a: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2026</a:t>
            </a:r>
            <a:r>
              <a:rPr lang="ja-JP" altLang="en-US" sz="1200">
                <a:solidFill/>
                <a:latin typeface="メイリオ" panose="020B0604030504040204" pitchFamily="50" charset="-128"/>
                <a:ea typeface="メイリオ" panose="020B0604030504040204" pitchFamily="50" charset="-128"/>
              </a:rPr>
              <a:t>年</a:t>
            </a:r>
            <a:r>
              <a:rPr lang="en-US" altLang="ja-JP" sz="1200">
                <a:solidFill/>
                <a:latin typeface="メイリオ" panose="020B0604030504040204" pitchFamily="50" charset="-128"/>
                <a:ea typeface="メイリオ" panose="020B0604030504040204" pitchFamily="50" charset="-128"/>
              </a:rPr>
              <a:t>8</a:t>
            </a:r>
            <a:r>
              <a:rPr lang="ja-JP" altLang="en-US" sz="1200">
                <a:solidFill/>
                <a:latin typeface="メイリオ" panose="020B0604030504040204" pitchFamily="50" charset="-128"/>
                <a:ea typeface="メイリオ" panose="020B0604030504040204" pitchFamily="50" charset="-128"/>
              </a:rPr>
              <a:t>月末：</a:t>
            </a:r>
            <a:r>
              <a:rPr lang="en-US" altLang="ja-JP" sz="1200">
                <a:solidFill/>
                <a:latin typeface="メイリオ" panose="020B0604030504040204" pitchFamily="50" charset="-128"/>
                <a:ea typeface="メイリオ" panose="020B0604030504040204" pitchFamily="50" charset="-128"/>
              </a:rPr>
              <a:t>Wave1</a:t>
            </a:r>
            <a:r>
              <a:rPr lang="ja-JP" altLang="en-US" sz="1200">
                <a:solidFill/>
                <a:latin typeface="メイリオ" panose="020B0604030504040204" pitchFamily="50" charset="-128"/>
                <a:ea typeface="メイリオ" panose="020B0604030504040204" pitchFamily="50" charset="-128"/>
              </a:rPr>
              <a:t>稼働・</a:t>
            </a:r>
            <a:r>
              <a:rPr lang="en-US" altLang="ja-JP" sz="1200">
                <a:solidFill/>
                <a:latin typeface="メイリオ" panose="020B0604030504040204" pitchFamily="50" charset="-128"/>
                <a:ea typeface="メイリオ" panose="020B0604030504040204" pitchFamily="50" charset="-128"/>
              </a:rPr>
              <a:t>Excel</a:t>
            </a:r>
            <a:r>
              <a:rPr lang="ja-JP" altLang="en-US" sz="1200">
                <a:solidFill/>
                <a:latin typeface="メイリオ" panose="020B0604030504040204" pitchFamily="50" charset="-128"/>
                <a:ea typeface="メイリオ" panose="020B0604030504040204" pitchFamily="50" charset="-128"/>
              </a:rPr>
              <a:t>マクロ完全廃止</a:t>
            </a:r>
          </a:p>
          <a:p>
            <a:pPr>
              <a:lnSpc>
                <a:spcPct val="110000"/>
              </a:lnSpc>
              <a:defRPr sz="1200">
                <a:latin typeface="Meiryo"/>
              </a:defRPr>
            </a:pPr>
            <a:endParaRPr lang="ja-JP" altLang="en-US" sz="1200" b="1">
              <a:solidFill/>
              <a:latin typeface="メイリオ" panose="020B0604030504040204" pitchFamily="50" charset="-128"/>
              <a:ea typeface="メイリオ" panose="020B0604030504040204" pitchFamily="50" charset="-128"/>
            </a:endParaRPr>
          </a:p>
          <a:p>
            <a:pPr>
              <a:lnSpc>
                <a:spcPct val="110000"/>
              </a:lnSpc>
              <a:defRPr sz="1200">
                <a:latin typeface="Meiryo"/>
              </a:defRPr>
            </a:pPr>
            <a:r>
              <a:rPr lang="en-US" altLang="ja-JP" sz="1200" b="1">
                <a:solidFill/>
                <a:latin typeface="メイリオ" panose="020B0604030504040204" pitchFamily="50" charset="-128"/>
                <a:ea typeface="メイリオ" panose="020B0604030504040204" pitchFamily="50" charset="-128"/>
              </a:rPr>
              <a:t>【Wave2</a:t>
            </a:r>
            <a:r>
              <a:rPr lang="ja-JP" altLang="en-US" sz="1200" b="1">
                <a:solidFill/>
                <a:latin typeface="メイリオ" panose="020B0604030504040204" pitchFamily="50" charset="-128"/>
                <a:ea typeface="メイリオ" panose="020B0604030504040204" pitchFamily="50" charset="-128"/>
              </a:rPr>
              <a:t>：機能拡張・ユーザーフィードバック</a:t>
            </a:r>
            <a:r>
              <a:rPr lang="en-US" altLang="ja-JP" sz="1200" b="1">
                <a:solidFill/>
                <a:latin typeface="メイリオ" panose="020B0604030504040204" pitchFamily="50" charset="-128"/>
                <a:ea typeface="メイリオ" panose="020B0604030504040204" pitchFamily="50" charset="-128"/>
              </a:rPr>
              <a:t>】2026</a:t>
            </a:r>
            <a:r>
              <a:rPr lang="ja-JP" altLang="en-US" sz="1200" b="1">
                <a:solidFill/>
                <a:latin typeface="メイリオ" panose="020B0604030504040204" pitchFamily="50" charset="-128"/>
                <a:ea typeface="メイリオ" panose="020B0604030504040204" pitchFamily="50" charset="-128"/>
              </a:rPr>
              <a:t>年</a:t>
            </a:r>
            <a:r>
              <a:rPr lang="en-US" altLang="ja-JP" sz="1200" b="1">
                <a:solidFill/>
                <a:latin typeface="メイリオ" panose="020B0604030504040204" pitchFamily="50" charset="-128"/>
                <a:ea typeface="メイリオ" panose="020B0604030504040204" pitchFamily="50" charset="-128"/>
              </a:rPr>
              <a:t>9</a:t>
            </a:r>
            <a:r>
              <a:rPr lang="ja-JP" altLang="en-US" sz="1200" b="1">
                <a:solidFill/>
                <a:latin typeface="メイリオ" panose="020B0604030504040204" pitchFamily="50" charset="-128"/>
                <a:ea typeface="メイリオ" panose="020B0604030504040204" pitchFamily="50" charset="-128"/>
              </a:rPr>
              <a:t>月～</a:t>
            </a:r>
            <a:r>
              <a:rPr lang="en-US" altLang="ja-JP" sz="1200" b="1">
                <a:solidFill/>
                <a:latin typeface="メイリオ" panose="020B0604030504040204" pitchFamily="50" charset="-128"/>
                <a:ea typeface="メイリオ" panose="020B0604030504040204" pitchFamily="50" charset="-128"/>
              </a:rPr>
              <a:t>2027</a:t>
            </a:r>
            <a:r>
              <a:rPr lang="ja-JP" altLang="en-US" sz="1200" b="1">
                <a:solidFill/>
                <a:latin typeface="メイリオ" panose="020B0604030504040204" pitchFamily="50" charset="-128"/>
                <a:ea typeface="メイリオ" panose="020B0604030504040204" pitchFamily="50" charset="-128"/>
              </a:rPr>
              <a:t>年</a:t>
            </a:r>
            <a:r>
              <a:rPr lang="en-US" altLang="ja-JP" sz="1200" b="1">
                <a:solidFill/>
                <a:latin typeface="メイリオ" panose="020B0604030504040204" pitchFamily="50" charset="-128"/>
                <a:ea typeface="メイリオ" panose="020B0604030504040204" pitchFamily="50" charset="-128"/>
              </a:rPr>
              <a:t>3</a:t>
            </a:r>
            <a:r>
              <a:rPr lang="ja-JP" altLang="en-US" sz="1200" b="1">
                <a:solidFill/>
                <a:latin typeface="メイリオ" panose="020B0604030504040204" pitchFamily="50" charset="-128"/>
                <a:ea typeface="メイリオ" panose="020B0604030504040204" pitchFamily="50" charset="-128"/>
              </a:rPr>
              <a:t>月（</a:t>
            </a:r>
            <a:r>
              <a:rPr lang="en-US" altLang="ja-JP" sz="1200" b="1">
                <a:solidFill/>
                <a:latin typeface="メイリオ" panose="020B0604030504040204" pitchFamily="50" charset="-128"/>
                <a:ea typeface="メイリオ" panose="020B0604030504040204" pitchFamily="50" charset="-128"/>
              </a:rPr>
              <a:t>7</a:t>
            </a:r>
            <a:r>
              <a:rPr lang="ja-JP" altLang="en-US" sz="1200" b="1">
                <a:solidFill/>
                <a:latin typeface="メイリオ" panose="020B0604030504040204" pitchFamily="50" charset="-128"/>
                <a:ea typeface="メイリオ" panose="020B0604030504040204" pitchFamily="50" charset="-128"/>
              </a:rPr>
              <a:t>ヶ月）</a:t>
            </a: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Sprint 11-20</a:t>
            </a:r>
            <a:r>
              <a:rPr lang="ja-JP" altLang="en-US" sz="1200">
                <a:solidFill/>
                <a:latin typeface="メイリオ" panose="020B0604030504040204" pitchFamily="50" charset="-128"/>
                <a:ea typeface="メイリオ" panose="020B0604030504040204" pitchFamily="50" charset="-128"/>
              </a:rPr>
              <a:t>：高度レポート・</a:t>
            </a:r>
            <a:r>
              <a:rPr lang="en-US" altLang="ja-JP" sz="1200">
                <a:solidFill/>
                <a:latin typeface="メイリオ" panose="020B0604030504040204" pitchFamily="50" charset="-128"/>
                <a:ea typeface="メイリオ" panose="020B0604030504040204" pitchFamily="50" charset="-128"/>
              </a:rPr>
              <a:t>API</a:t>
            </a:r>
            <a:r>
              <a:rPr lang="ja-JP" altLang="en-US" sz="1200">
                <a:solidFill/>
                <a:latin typeface="メイリオ" panose="020B0604030504040204" pitchFamily="50" charset="-128"/>
                <a:ea typeface="メイリオ" panose="020B0604030504040204" pitchFamily="50" charset="-128"/>
              </a:rPr>
              <a:t>連携など</a:t>
            </a: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2027</a:t>
            </a:r>
            <a:r>
              <a:rPr lang="ja-JP" altLang="en-US" sz="1200">
                <a:solidFill/>
                <a:latin typeface="メイリオ" panose="020B0604030504040204" pitchFamily="50" charset="-128"/>
                <a:ea typeface="メイリオ" panose="020B0604030504040204" pitchFamily="50" charset="-128"/>
              </a:rPr>
              <a:t>年</a:t>
            </a:r>
            <a:r>
              <a:rPr lang="en-US" altLang="ja-JP" sz="1200">
                <a:solidFill/>
                <a:latin typeface="メイリオ" panose="020B0604030504040204" pitchFamily="50" charset="-128"/>
                <a:ea typeface="メイリオ" panose="020B0604030504040204" pitchFamily="50" charset="-128"/>
              </a:rPr>
              <a:t>3</a:t>
            </a:r>
            <a:r>
              <a:rPr lang="ja-JP" altLang="en-US" sz="1200">
                <a:solidFill/>
                <a:latin typeface="メイリオ" panose="020B0604030504040204" pitchFamily="50" charset="-128"/>
                <a:ea typeface="メイリオ" panose="020B0604030504040204" pitchFamily="50" charset="-128"/>
              </a:rPr>
              <a:t>月末：</a:t>
            </a:r>
            <a:r>
              <a:rPr lang="en-US" altLang="ja-JP" sz="1200">
                <a:solidFill/>
                <a:latin typeface="メイリオ" panose="020B0604030504040204" pitchFamily="50" charset="-128"/>
                <a:ea typeface="メイリオ" panose="020B0604030504040204" pitchFamily="50" charset="-128"/>
              </a:rPr>
              <a:t>Wave2</a:t>
            </a:r>
            <a:r>
              <a:rPr lang="ja-JP" altLang="en-US" sz="1200">
                <a:solidFill/>
                <a:latin typeface="メイリオ" panose="020B0604030504040204" pitchFamily="50" charset="-128"/>
                <a:ea typeface="メイリオ" panose="020B0604030504040204" pitchFamily="50" charset="-128"/>
              </a:rPr>
              <a:t>稼働（付加価値機能追加）</a:t>
            </a:r>
          </a:p>
          <a:p>
            <a:pPr>
              <a:lnSpc>
                <a:spcPct val="110000"/>
              </a:lnSpc>
              <a:defRPr sz="1200">
                <a:latin typeface="Meiryo"/>
              </a:defRPr>
            </a:pPr>
            <a:endParaRPr lang="ja-JP" altLang="en-US" sz="12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31287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0E869-6F46-86D6-FB13-E9E008757AE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907B9A4-6E49-4177-617C-574FEB2CBDFF}"/>
              </a:ext>
            </a:extLst>
          </p:cNvPr>
          <p:cNvSpPr>
            <a:spLocks noGrp="1"/>
          </p:cNvSpPr>
          <p:nvPr>
            <p:ph type="title"/>
          </p:nvPr>
        </p:nvSpPr>
        <p:spPr/>
        <p:txBody>
          <a:bodyPr>
            <a:noAutofit/>
          </a:bodyPr>
          <a:lstStyle/>
          <a:p>
            <a:r>
              <a:rPr kumimoji="1" lang="en-US" altLang="ja-JP" sz="2400">
                <a:solidFill/>
              </a:rPr>
              <a:t>3-3. Wave/Phase</a:t>
            </a:r>
            <a:r>
              <a:rPr kumimoji="1" lang="ja-JP" altLang="en-US" sz="2400">
                <a:solidFill/>
              </a:rPr>
              <a:t>構成</a:t>
            </a:r>
          </a:p>
        </p:txBody>
      </p:sp>
      <p:sp>
        <p:nvSpPr>
          <p:cNvPr id="4" name="スライド番号プレースホルダー 3">
            <a:extLst>
              <a:ext uri="{FF2B5EF4-FFF2-40B4-BE49-F238E27FC236}">
                <a16:creationId xmlns:a16="http://schemas.microsoft.com/office/drawing/2014/main" id="{97667BBC-D4D0-B503-A5F1-2535905974AC}"/>
              </a:ext>
            </a:extLst>
          </p:cNvPr>
          <p:cNvSpPr>
            <a:spLocks noGrp="1"/>
          </p:cNvSpPr>
          <p:nvPr>
            <p:ph type="sldNum" sz="quarter" idx="12"/>
          </p:nvPr>
        </p:nvSpPr>
        <p:spPr/>
        <p:txBody>
          <a:bodyPr/>
          <a:lstStyle/>
          <a:p>
            <a:fld id="{59F857F7-C215-C24D-8BD9-19720E902953}" type="slidenum">
              <a:rPr kumimoji="1" lang="ja-JP" altLang="en-US" smtClean="0"/>
              <a:pPr/>
              <a:t>13</a:t>
            </a:fld>
            <a:endParaRPr kumimoji="1" lang="ja-JP" altLang="en-US"/>
          </a:p>
        </p:txBody>
      </p:sp>
      <p:sp>
        <p:nvSpPr>
          <p:cNvPr id="6" name="TextBox 2">
            <a:extLst>
              <a:ext uri="{FF2B5EF4-FFF2-40B4-BE49-F238E27FC236}">
                <a16:creationId xmlns:a16="http://schemas.microsoft.com/office/drawing/2014/main" id="{CA240248-12BE-67DA-3FF6-F0EAE7B099E9}"/>
              </a:ext>
            </a:extLst>
          </p:cNvPr>
          <p:cNvSpPr txBox="1"/>
          <p:nvPr/>
        </p:nvSpPr>
        <p:spPr>
          <a:xfrm>
            <a:off x="457200" y="1143000"/>
            <a:ext cx="5186218" cy="5035738"/>
          </a:xfrm>
          <a:prstGeom prst="rect">
            <a:avLst/>
          </a:prstGeom>
          <a:noFill/>
        </p:spPr>
        <p:txBody>
          <a:bodyPr wrap="square" lIns="137160" rIns="137160">
            <a:spAutoFit/>
          </a:bodyPr>
          <a:lstStyle/>
          <a:p>
            <a:pPr>
              <a:lnSpc>
                <a:spcPct val="110000"/>
              </a:lnSpc>
              <a:spcBef>
                <a:spcPts val="0"/>
              </a:spcBef>
              <a:spcAft>
                <a:spcPts val="400"/>
              </a:spcAft>
              <a:defRPr sz="14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【Wave1</a:t>
            </a:r>
            <a:r>
              <a:rPr lang="ja-JP" altLang="en-US" sz="1200">
                <a:solidFill/>
                <a:latin typeface="メイリオ" panose="020B0604030504040204" pitchFamily="50" charset="-128"/>
                <a:ea typeface="メイリオ" panose="020B0604030504040204" pitchFamily="50" charset="-128"/>
              </a:rPr>
              <a:t>：基本機能（完全リプレース）</a:t>
            </a:r>
            <a:r>
              <a:rPr lang="en-US" altLang="ja-JP" sz="1200">
                <a:solidFill/>
                <a:latin typeface="メイリオ" panose="020B0604030504040204" pitchFamily="50" charset="-128"/>
                <a:ea typeface="メイリオ" panose="020B0604030504040204" pitchFamily="50" charset="-128"/>
              </a:rPr>
              <a:t>】</a:t>
            </a:r>
            <a:r>
              <a:rPr lang="ja-JP" altLang="en-US" sz="1200" err="1">
                <a:solidFill/>
                <a:latin typeface="メイリオ" panose="020B0604030504040204" pitchFamily="50" charset="-128"/>
                <a:ea typeface="メイリオ" panose="020B0604030504040204" pitchFamily="50" charset="-128"/>
              </a:rPr>
              <a:t>優先度：最高</a:t>
            </a:r>
            <a:endParaRPr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600"/>
              </a:spcBef>
              <a:spcAft>
                <a:spcPts val="300"/>
              </a:spcAft>
              <a:defRPr sz="1300" b="1">
                <a:solidFill>
                  <a:srgbClr val="FF6600"/>
                </a:solidFill>
                <a:latin typeface="Meiryo"/>
              </a:defRPr>
            </a:pPr>
            <a:r>
              <a:rPr lang="ja-JP" altLang="en-US"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目的</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現行</a:t>
            </a:r>
            <a:r>
              <a:rPr lang="en-US" altLang="ja-JP" sz="1200" err="1">
                <a:solidFill/>
                <a:latin typeface="メイリオ" panose="020B0604030504040204" pitchFamily="50" charset="-128"/>
                <a:ea typeface="メイリオ" panose="020B0604030504040204" pitchFamily="50" charset="-128"/>
              </a:rPr>
              <a:t>Excel</a:t>
            </a:r>
            <a:r>
              <a:rPr lang="ja-JP" altLang="en-US" sz="1200" err="1">
                <a:solidFill/>
                <a:latin typeface="メイリオ" panose="020B0604030504040204" pitchFamily="50" charset="-128"/>
                <a:ea typeface="メイリオ" panose="020B0604030504040204" pitchFamily="50" charset="-128"/>
              </a:rPr>
              <a:t>マクロの全機能を</a:t>
            </a:r>
            <a:r>
              <a:rPr lang="en-US" altLang="ja-JP" sz="1200" err="1">
                <a:solidFill/>
                <a:latin typeface="メイリオ" panose="020B0604030504040204" pitchFamily="50" charset="-128"/>
                <a:ea typeface="メイリオ" panose="020B0604030504040204" pitchFamily="50" charset="-128"/>
              </a:rPr>
              <a:t>Web</a:t>
            </a:r>
            <a:r>
              <a:rPr lang="ja-JP" altLang="en-US" sz="1200" err="1">
                <a:solidFill/>
                <a:latin typeface="メイリオ" panose="020B0604030504040204" pitchFamily="50" charset="-128"/>
                <a:ea typeface="メイリオ" panose="020B0604030504040204" pitchFamily="50" charset="-128"/>
              </a:rPr>
              <a:t>アプリ化</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Wave1</a:t>
            </a:r>
            <a:r>
              <a:rPr lang="ja-JP" altLang="en-US" sz="1200">
                <a:solidFill/>
                <a:latin typeface="メイリオ" panose="020B0604030504040204" pitchFamily="50" charset="-128"/>
                <a:ea typeface="メイリオ" panose="020B0604030504040204" pitchFamily="50" charset="-128"/>
              </a:rPr>
              <a:t>稼働と同時に</a:t>
            </a:r>
            <a:r>
              <a:rPr lang="en-US" altLang="ja-JP" sz="1200">
                <a:solidFill/>
                <a:latin typeface="メイリオ" panose="020B0604030504040204" pitchFamily="50" charset="-128"/>
                <a:ea typeface="メイリオ" panose="020B0604030504040204" pitchFamily="50" charset="-128"/>
              </a:rPr>
              <a:t>Excel</a:t>
            </a:r>
            <a:r>
              <a:rPr lang="ja-JP" altLang="en-US" sz="1200">
                <a:solidFill/>
                <a:latin typeface="メイリオ" panose="020B0604030504040204" pitchFamily="50" charset="-128"/>
                <a:ea typeface="メイリオ" panose="020B0604030504040204" pitchFamily="50" charset="-128"/>
              </a:rPr>
              <a:t>マクロを完全廃止</a:t>
            </a: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エラー削減と業務効率化を実現</a:t>
            </a:r>
            <a:endParaRPr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600"/>
              </a:spcBef>
              <a:spcAft>
                <a:spcPts val="300"/>
              </a:spcAft>
              <a:defRPr sz="1300" b="1">
                <a:solidFill>
                  <a:srgbClr val="FF6600"/>
                </a:solidFill>
                <a:latin typeface="Meiryo"/>
              </a:defRPr>
            </a:pPr>
            <a:r>
              <a:rPr lang="ja-JP" altLang="en-US"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対象機能（一次マクロ・二次マクロの両方をリプレース</a:t>
            </a:r>
            <a:r>
              <a:rPr lang="ja-JP" altLang="en-US" sz="1200">
                <a:solidFill/>
                <a:latin typeface="メイリオ" panose="020B0604030504040204" pitchFamily="50" charset="-128"/>
                <a:ea typeface="メイリオ" panose="020B0604030504040204" pitchFamily="50" charset="-128"/>
              </a:rPr>
              <a:t>）</a:t>
            </a: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 </a:t>
            </a:r>
            <a:r>
              <a:rPr lang="ja-JP" altLang="en-US" sz="1200" err="1">
                <a:solidFill/>
                <a:latin typeface="メイリオ" panose="020B0604030504040204" pitchFamily="50" charset="-128"/>
                <a:ea typeface="メイリオ" panose="020B0604030504040204" pitchFamily="50" charset="-128"/>
              </a:rPr>
              <a:t>ユーザー認証・権限管理（</a:t>
            </a:r>
            <a:r>
              <a:rPr lang="en-US" altLang="ja-JP" sz="1200" err="1">
                <a:solidFill/>
                <a:latin typeface="メイリオ" panose="020B0604030504040204" pitchFamily="50" charset="-128"/>
                <a:ea typeface="メイリオ" panose="020B0604030504040204" pitchFamily="50" charset="-128"/>
              </a:rPr>
              <a:t>Azure</a:t>
            </a:r>
            <a:r>
              <a:rPr lang="ja-JP" altLang="en-US" sz="1200">
                <a:solidFill/>
                <a:latin typeface="メイリオ" panose="020B0604030504040204" pitchFamily="50" charset="-128"/>
                <a:ea typeface="メイリオ" panose="020B0604030504040204" pitchFamily="50" charset="-128"/>
              </a:rPr>
              <a:t> </a:t>
            </a:r>
            <a:r>
              <a:rPr lang="en-US" altLang="ja-JP" sz="1200" err="1">
                <a:solidFill/>
                <a:latin typeface="メイリオ" panose="020B0604030504040204" pitchFamily="50" charset="-128"/>
                <a:ea typeface="メイリオ" panose="020B0604030504040204" pitchFamily="50" charset="-128"/>
              </a:rPr>
              <a:t>AD</a:t>
            </a:r>
            <a:r>
              <a:rPr lang="ja-JP" altLang="en-US" sz="1200" err="1">
                <a:solidFill/>
                <a:latin typeface="メイリオ" panose="020B0604030504040204" pitchFamily="50" charset="-128"/>
                <a:ea typeface="メイリオ" panose="020B0604030504040204" pitchFamily="50" charset="-128"/>
              </a:rPr>
              <a:t>連携</a:t>
            </a:r>
            <a:r>
              <a:rPr lang="ja-JP" altLang="en-US" sz="1200">
                <a:solidFill/>
                <a:latin typeface="メイリオ" panose="020B0604030504040204" pitchFamily="50" charset="-128"/>
                <a:ea typeface="メイリオ" panose="020B0604030504040204" pitchFamily="50" charset="-128"/>
              </a:rPr>
              <a:t>）</a:t>
            </a: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 </a:t>
            </a:r>
            <a:r>
              <a:rPr lang="ja-JP" altLang="en-US" sz="1200" err="1">
                <a:solidFill/>
                <a:latin typeface="メイリオ" panose="020B0604030504040204" pitchFamily="50" charset="-128"/>
                <a:ea typeface="メイリオ" panose="020B0604030504040204" pitchFamily="50" charset="-128"/>
              </a:rPr>
              <a:t>取引先管理機能</a:t>
            </a:r>
            <a:endParaRPr sz="1200">
              <a:latin typeface="メイリオ" panose="020B0604030504040204" pitchFamily="50" charset="-128"/>
              <a:ea typeface="メイリオ" panose="020B0604030504040204" pitchFamily="50" charset="-128"/>
            </a:endParaRP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 </a:t>
            </a:r>
            <a:r>
              <a:rPr lang="ja-JP" altLang="en-US" sz="1200" err="1">
                <a:solidFill/>
                <a:latin typeface="メイリオ" panose="020B0604030504040204" pitchFamily="50" charset="-128"/>
                <a:ea typeface="メイリオ" panose="020B0604030504040204" pitchFamily="50" charset="-128"/>
              </a:rPr>
              <a:t>データ入力・検証機能（現行マクロの全入力項目</a:t>
            </a:r>
            <a:r>
              <a:rPr lang="ja-JP" altLang="en-US" sz="1200">
                <a:solidFill/>
                <a:latin typeface="メイリオ" panose="020B0604030504040204" pitchFamily="50" charset="-128"/>
                <a:ea typeface="メイリオ" panose="020B0604030504040204" pitchFamily="50" charset="-128"/>
              </a:rPr>
              <a:t>）</a:t>
            </a: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 </a:t>
            </a:r>
            <a:r>
              <a:rPr lang="ja-JP" altLang="en-US" sz="1200" err="1">
                <a:solidFill/>
                <a:latin typeface="メイリオ" panose="020B0604030504040204" pitchFamily="50" charset="-128"/>
                <a:ea typeface="メイリオ" panose="020B0604030504040204" pitchFamily="50" charset="-128"/>
              </a:rPr>
              <a:t>自動処理機能（現行マクロの全算出ロジック</a:t>
            </a:r>
            <a:r>
              <a:rPr lang="ja-JP" altLang="en-US" sz="1200">
                <a:solidFill/>
                <a:latin typeface="メイリオ" panose="020B0604030504040204" pitchFamily="50" charset="-128"/>
                <a:ea typeface="メイリオ" panose="020B0604030504040204" pitchFamily="50" charset="-128"/>
              </a:rPr>
              <a:t>）</a:t>
            </a: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 </a:t>
            </a:r>
            <a:r>
              <a:rPr lang="ja-JP" altLang="en-US" sz="1200" err="1">
                <a:solidFill/>
                <a:latin typeface="メイリオ" panose="020B0604030504040204" pitchFamily="50" charset="-128"/>
                <a:ea typeface="メイリオ" panose="020B0604030504040204" pitchFamily="50" charset="-128"/>
              </a:rPr>
              <a:t>限度申請書取込機能（二次マクロ</a:t>
            </a:r>
            <a:r>
              <a:rPr lang="ja-JP" altLang="en-US" sz="1200">
                <a:solidFill/>
                <a:latin typeface="メイリオ" panose="020B0604030504040204" pitchFamily="50" charset="-128"/>
                <a:ea typeface="メイリオ" panose="020B0604030504040204" pitchFamily="50" charset="-128"/>
              </a:rPr>
              <a:t>）</a:t>
            </a: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 </a:t>
            </a:r>
            <a:r>
              <a:rPr lang="en-US" altLang="ja-JP" sz="1200" err="1">
                <a:solidFill/>
                <a:latin typeface="メイリオ" panose="020B0604030504040204" pitchFamily="50" charset="-128"/>
                <a:ea typeface="メイリオ" panose="020B0604030504040204" pitchFamily="50" charset="-128"/>
              </a:rPr>
              <a:t>SAP</a:t>
            </a:r>
            <a:r>
              <a:rPr lang="ja-JP" altLang="en-US" sz="1200" err="1">
                <a:solidFill/>
                <a:latin typeface="メイリオ" panose="020B0604030504040204" pitchFamily="50" charset="-128"/>
                <a:ea typeface="メイリオ" panose="020B0604030504040204" pitchFamily="50" charset="-128"/>
              </a:rPr>
              <a:t>連携用</a:t>
            </a:r>
            <a:r>
              <a:rPr lang="en-US" altLang="ja-JP" sz="1200" err="1">
                <a:solidFill/>
                <a:latin typeface="メイリオ" panose="020B0604030504040204" pitchFamily="50" charset="-128"/>
                <a:ea typeface="メイリオ" panose="020B0604030504040204" pitchFamily="50" charset="-128"/>
              </a:rPr>
              <a:t>CSV</a:t>
            </a:r>
            <a:r>
              <a:rPr lang="ja-JP" altLang="en-US" sz="1200" err="1">
                <a:solidFill/>
                <a:latin typeface="メイリオ" panose="020B0604030504040204" pitchFamily="50" charset="-128"/>
                <a:ea typeface="メイリオ" panose="020B0604030504040204" pitchFamily="50" charset="-128"/>
              </a:rPr>
              <a:t>出力（二次マクロ</a:t>
            </a:r>
            <a:r>
              <a:rPr lang="ja-JP" altLang="en-US" sz="1200">
                <a:solidFill/>
                <a:latin typeface="メイリオ" panose="020B0604030504040204" pitchFamily="50" charset="-128"/>
                <a:ea typeface="メイリオ" panose="020B0604030504040204" pitchFamily="50" charset="-128"/>
              </a:rPr>
              <a:t>）</a:t>
            </a: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 </a:t>
            </a:r>
            <a:r>
              <a:rPr lang="ja-JP" altLang="en-US" sz="1200" err="1">
                <a:solidFill/>
                <a:latin typeface="メイリオ" panose="020B0604030504040204" pitchFamily="50" charset="-128"/>
                <a:ea typeface="メイリオ" panose="020B0604030504040204" pitchFamily="50" charset="-128"/>
              </a:rPr>
              <a:t>レポート出力（現行マクロと同等の出力</a:t>
            </a:r>
            <a:r>
              <a:rPr lang="ja-JP" altLang="en-US" sz="1200">
                <a:solidFill/>
                <a:latin typeface="メイリオ" panose="020B0604030504040204" pitchFamily="50" charset="-128"/>
                <a:ea typeface="メイリオ" panose="020B0604030504040204" pitchFamily="50" charset="-128"/>
              </a:rPr>
              <a:t>）</a:t>
            </a: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 </a:t>
            </a:r>
            <a:r>
              <a:rPr lang="ja-JP" altLang="en-US" sz="1200" err="1">
                <a:solidFill/>
                <a:latin typeface="メイリオ" panose="020B0604030504040204" pitchFamily="50" charset="-128"/>
                <a:ea typeface="メイリオ" panose="020B0604030504040204" pitchFamily="50" charset="-128"/>
              </a:rPr>
              <a:t>履歴管理・監査証跡</a:t>
            </a:r>
            <a:endParaRPr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600"/>
              </a:spcBef>
              <a:spcAft>
                <a:spcPts val="300"/>
              </a:spcAft>
              <a:defRPr sz="1300" b="1">
                <a:solidFill>
                  <a:srgbClr val="FF6600"/>
                </a:solidFill>
                <a:latin typeface="Meiryo"/>
              </a:defRPr>
            </a:pPr>
            <a:r>
              <a:rPr lang="ja-JP" altLang="en-US"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期待効果</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エラー発生率の大幅削減</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データ処理時間の短縮</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en-US" altLang="ja-JP" sz="1200" err="1">
                <a:solidFill/>
                <a:latin typeface="メイリオ" panose="020B0604030504040204" pitchFamily="50" charset="-128"/>
                <a:ea typeface="メイリオ" panose="020B0604030504040204" pitchFamily="50" charset="-128"/>
              </a:rPr>
              <a:t>Excel</a:t>
            </a:r>
            <a:r>
              <a:rPr lang="ja-JP" altLang="en-US" sz="1200" err="1">
                <a:solidFill/>
                <a:latin typeface="メイリオ" panose="020B0604030504040204" pitchFamily="50" charset="-128"/>
                <a:ea typeface="メイリオ" panose="020B0604030504040204" pitchFamily="50" charset="-128"/>
              </a:rPr>
              <a:t>マクロの完全廃止</a:t>
            </a:r>
            <a:endParaRPr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p:txBody>
      </p:sp>
      <p:sp>
        <p:nvSpPr>
          <p:cNvPr id="7" name="TextBox 2">
            <a:extLst>
              <a:ext uri="{FF2B5EF4-FFF2-40B4-BE49-F238E27FC236}">
                <a16:creationId xmlns:a16="http://schemas.microsoft.com/office/drawing/2014/main" id="{539E2674-BB8B-FBFA-6D57-B61B8ACFDDCB}"/>
              </a:ext>
            </a:extLst>
          </p:cNvPr>
          <p:cNvSpPr txBox="1"/>
          <p:nvPr/>
        </p:nvSpPr>
        <p:spPr>
          <a:xfrm>
            <a:off x="6095847" y="1143000"/>
            <a:ext cx="5186218" cy="3804118"/>
          </a:xfrm>
          <a:prstGeom prst="rect">
            <a:avLst/>
          </a:prstGeom>
          <a:noFill/>
        </p:spPr>
        <p:txBody>
          <a:bodyPr wrap="square" lIns="137160" rIns="137160">
            <a:spAutoFit/>
          </a:bodyPr>
          <a:lstStyle/>
          <a:p>
            <a:pPr>
              <a:lnSpc>
                <a:spcPct val="110000"/>
              </a:lnSpc>
              <a:spcBef>
                <a:spcPts val="800"/>
              </a:spcBef>
              <a:spcAft>
                <a:spcPts val="400"/>
              </a:spcAft>
              <a:defRPr sz="1400" b="1">
                <a:solidFill>
                  <a:srgbClr val="00338D"/>
                </a:solidFill>
                <a:latin typeface="Meiryo"/>
              </a:defRPr>
            </a:pPr>
            <a:r>
              <a:rPr lang="en-US" altLang="zh-TW" sz="1200">
                <a:solidFill/>
                <a:latin typeface="メイリオ" panose="020B0604030504040204" pitchFamily="50" charset="-128"/>
                <a:ea typeface="メイリオ" panose="020B0604030504040204" pitchFamily="50" charset="-128"/>
              </a:rPr>
              <a:t>【Wave2</a:t>
            </a:r>
            <a:r>
              <a:rPr lang="zh-TW" altLang="en-US" sz="1200">
                <a:solidFill/>
                <a:latin typeface="メイリオ" panose="020B0604030504040204" pitchFamily="50" charset="-128"/>
                <a:ea typeface="メイリオ" panose="020B0604030504040204" pitchFamily="50" charset="-128"/>
              </a:rPr>
              <a:t>：機能拡張（将来対応）</a:t>
            </a:r>
            <a:r>
              <a:rPr lang="en-US" altLang="zh-TW" sz="1200">
                <a:solidFill/>
                <a:latin typeface="メイリオ" panose="020B0604030504040204" pitchFamily="50" charset="-128"/>
                <a:ea typeface="メイリオ" panose="020B0604030504040204" pitchFamily="50" charset="-128"/>
              </a:rPr>
              <a:t>】</a:t>
            </a:r>
            <a:r>
              <a:rPr lang="zh-TW" altLang="en-US" sz="1200" err="1">
                <a:solidFill/>
                <a:latin typeface="メイリオ" panose="020B0604030504040204" pitchFamily="50" charset="-128"/>
                <a:ea typeface="メイリオ" panose="020B0604030504040204" pitchFamily="50" charset="-128"/>
              </a:rPr>
              <a:t>優先度：高</a:t>
            </a:r>
            <a:endParaRPr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600"/>
              </a:spcBef>
              <a:spcAft>
                <a:spcPts val="300"/>
              </a:spcAft>
              <a:defRPr sz="1300" b="1">
                <a:solidFill>
                  <a:srgbClr val="FF6600"/>
                </a:solidFill>
                <a:latin typeface="Meiryo"/>
              </a:defRPr>
            </a:pPr>
            <a:r>
              <a:rPr lang="ja-JP" altLang="en-US"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目的</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Wave1</a:t>
            </a:r>
            <a:r>
              <a:rPr lang="ja-JP" altLang="en-US" sz="1200">
                <a:solidFill/>
                <a:latin typeface="メイリオ" panose="020B0604030504040204" pitchFamily="50" charset="-128"/>
                <a:ea typeface="メイリオ" panose="020B0604030504040204" pitchFamily="50" charset="-128"/>
              </a:rPr>
              <a:t>で実現した基本機能に、さらなる付加価値機能を追加</a:t>
            </a: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ユーザーフィードバックを反映した機能拡張</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業務効率化のさらなる推進</a:t>
            </a:r>
            <a:endParaRPr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600"/>
              </a:spcBef>
              <a:spcAft>
                <a:spcPts val="300"/>
              </a:spcAft>
              <a:defRPr sz="1300" b="1">
                <a:solidFill>
                  <a:srgbClr val="FF6600"/>
                </a:solidFill>
                <a:latin typeface="Meiryo"/>
              </a:defRPr>
            </a:pPr>
            <a:r>
              <a:rPr lang="ja-JP" altLang="en-US"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対象機能（現行マクロにない新機能</a:t>
            </a:r>
            <a:r>
              <a:rPr lang="ja-JP" altLang="en-US" sz="1200">
                <a:solidFill/>
                <a:latin typeface="メイリオ" panose="020B0604030504040204" pitchFamily="50" charset="-128"/>
                <a:ea typeface="メイリオ" panose="020B0604030504040204" pitchFamily="50" charset="-128"/>
              </a:rPr>
              <a:t>）</a:t>
            </a: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 </a:t>
            </a:r>
            <a:r>
              <a:rPr lang="ja-JP" altLang="en-US" sz="1200" err="1">
                <a:solidFill/>
                <a:latin typeface="メイリオ" panose="020B0604030504040204" pitchFamily="50" charset="-128"/>
                <a:ea typeface="メイリオ" panose="020B0604030504040204" pitchFamily="50" charset="-128"/>
              </a:rPr>
              <a:t>承認ワークフロー機能</a:t>
            </a:r>
            <a:endParaRPr sz="1200">
              <a:latin typeface="メイリオ" panose="020B0604030504040204" pitchFamily="50" charset="-128"/>
              <a:ea typeface="メイリオ" panose="020B0604030504040204" pitchFamily="50" charset="-128"/>
            </a:endParaRP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 </a:t>
            </a:r>
            <a:r>
              <a:rPr lang="ja-JP" altLang="en-US" sz="1200" err="1">
                <a:solidFill/>
                <a:latin typeface="メイリオ" panose="020B0604030504040204" pitchFamily="50" charset="-128"/>
                <a:ea typeface="メイリオ" panose="020B0604030504040204" pitchFamily="50" charset="-128"/>
              </a:rPr>
              <a:t>高度なレポート機能（カスタムレポート</a:t>
            </a:r>
            <a:r>
              <a:rPr lang="ja-JP" altLang="en-US" sz="1200">
                <a:solidFill/>
                <a:latin typeface="メイリオ" panose="020B0604030504040204" pitchFamily="50" charset="-128"/>
                <a:ea typeface="メイリオ" panose="020B0604030504040204" pitchFamily="50" charset="-128"/>
              </a:rPr>
              <a:t>）</a:t>
            </a: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 </a:t>
            </a:r>
            <a:r>
              <a:rPr lang="ja-JP" altLang="en-US" sz="1200" err="1">
                <a:solidFill/>
                <a:latin typeface="メイリオ" panose="020B0604030504040204" pitchFamily="50" charset="-128"/>
                <a:ea typeface="メイリオ" panose="020B0604030504040204" pitchFamily="50" charset="-128"/>
              </a:rPr>
              <a:t>外部システム自動連携（</a:t>
            </a:r>
            <a:r>
              <a:rPr lang="en-US" altLang="ja-JP" sz="1200" err="1">
                <a:solidFill/>
                <a:latin typeface="メイリオ" panose="020B0604030504040204" pitchFamily="50" charset="-128"/>
                <a:ea typeface="メイリオ" panose="020B0604030504040204" pitchFamily="50" charset="-128"/>
              </a:rPr>
              <a:t>D&amp;B</a:t>
            </a:r>
            <a:r>
              <a:rPr lang="ja-JP" altLang="en-US" sz="1200" err="1">
                <a:solidFill/>
                <a:latin typeface="メイリオ" panose="020B0604030504040204" pitchFamily="50" charset="-128"/>
                <a:ea typeface="メイリオ" panose="020B0604030504040204" pitchFamily="50" charset="-128"/>
              </a:rPr>
              <a:t>、</a:t>
            </a:r>
            <a:r>
              <a:rPr lang="en-US" altLang="ja-JP" sz="1200" err="1">
                <a:solidFill/>
                <a:latin typeface="メイリオ" panose="020B0604030504040204" pitchFamily="50" charset="-128"/>
                <a:ea typeface="メイリオ" panose="020B0604030504040204" pitchFamily="50" charset="-128"/>
              </a:rPr>
              <a:t>TSR</a:t>
            </a:r>
            <a:r>
              <a:rPr lang="ja-JP" altLang="en-US" sz="1200" err="1">
                <a:solidFill/>
                <a:latin typeface="メイリオ" panose="020B0604030504040204" pitchFamily="50" charset="-128"/>
                <a:ea typeface="メイリオ" panose="020B0604030504040204" pitchFamily="50" charset="-128"/>
              </a:rPr>
              <a:t>、</a:t>
            </a:r>
            <a:r>
              <a:rPr lang="en-US" altLang="ja-JP" sz="1200" err="1">
                <a:solidFill/>
                <a:latin typeface="メイリオ" panose="020B0604030504040204" pitchFamily="50" charset="-128"/>
                <a:ea typeface="メイリオ" panose="020B0604030504040204" pitchFamily="50" charset="-128"/>
              </a:rPr>
              <a:t>TDB</a:t>
            </a:r>
            <a:r>
              <a:rPr lang="ja-JP" altLang="en-US" sz="1200" err="1">
                <a:solidFill/>
                <a:latin typeface="メイリオ" panose="020B0604030504040204" pitchFamily="50" charset="-128"/>
                <a:ea typeface="メイリオ" panose="020B0604030504040204" pitchFamily="50" charset="-128"/>
              </a:rPr>
              <a:t>等の</a:t>
            </a:r>
            <a:r>
              <a:rPr lang="en-US" altLang="ja-JP" sz="1200" err="1">
                <a:solidFill/>
                <a:latin typeface="メイリオ" panose="020B0604030504040204" pitchFamily="50" charset="-128"/>
                <a:ea typeface="メイリオ" panose="020B0604030504040204" pitchFamily="50" charset="-128"/>
              </a:rPr>
              <a:t>API</a:t>
            </a:r>
            <a:r>
              <a:rPr lang="ja-JP" altLang="en-US" sz="1200" err="1">
                <a:solidFill/>
                <a:latin typeface="メイリオ" panose="020B0604030504040204" pitchFamily="50" charset="-128"/>
                <a:ea typeface="メイリオ" panose="020B0604030504040204" pitchFamily="50" charset="-128"/>
              </a:rPr>
              <a:t>連携</a:t>
            </a:r>
            <a:r>
              <a:rPr lang="ja-JP" altLang="en-US" sz="1200">
                <a:solidFill/>
                <a:latin typeface="メイリオ" panose="020B0604030504040204" pitchFamily="50" charset="-128"/>
                <a:ea typeface="メイリオ" panose="020B0604030504040204" pitchFamily="50" charset="-128"/>
              </a:rPr>
              <a:t>）</a:t>
            </a:r>
            <a:endParaRPr lang="en-US" sz="1200">
              <a:latin typeface="メイリオ" panose="020B0604030504040204" pitchFamily="50" charset="-128"/>
              <a:ea typeface="メイリオ" panose="020B0604030504040204" pitchFamily="50" charset="-128"/>
            </a:endParaRPr>
          </a:p>
          <a:p>
            <a:pPr>
              <a:lnSpc>
                <a:spcPct val="110000"/>
              </a:lnSpc>
              <a:defRPr sz="12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600"/>
              </a:spcBef>
              <a:spcAft>
                <a:spcPts val="300"/>
              </a:spcAft>
              <a:defRPr sz="1300" b="1">
                <a:solidFill>
                  <a:srgbClr val="FF6600"/>
                </a:solidFill>
                <a:latin typeface="Meiryo"/>
              </a:defRPr>
            </a:pPr>
            <a:r>
              <a:rPr lang="ja-JP" altLang="en-US"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期待効果</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エラー発生率の大幅削減</a:t>
            </a:r>
            <a:endParaRPr lang="en-US"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問い合わせ対応時間の削減</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データ活用の高度化</a:t>
            </a:r>
            <a:endParaRPr sz="12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737799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B6D2A-25D5-1ADB-5125-3B80291387F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E9F698D-11E2-1F57-D12B-6DC03B6CF525}"/>
              </a:ext>
            </a:extLst>
          </p:cNvPr>
          <p:cNvSpPr>
            <a:spLocks noGrp="1"/>
          </p:cNvSpPr>
          <p:nvPr>
            <p:ph type="title"/>
          </p:nvPr>
        </p:nvSpPr>
        <p:spPr/>
        <p:txBody>
          <a:bodyPr>
            <a:noAutofit/>
          </a:bodyPr>
          <a:lstStyle/>
          <a:p>
            <a:r>
              <a:rPr kumimoji="1" lang="en-US" altLang="ja-JP" sz="2400">
                <a:solidFill/>
              </a:rPr>
              <a:t>3-4. </a:t>
            </a:r>
            <a:r>
              <a:rPr kumimoji="1" lang="ja-JP" altLang="en-US" sz="2400">
                <a:solidFill/>
              </a:rPr>
              <a:t>関係者タスク（出光実施主体）</a:t>
            </a:r>
          </a:p>
        </p:txBody>
      </p:sp>
      <p:sp>
        <p:nvSpPr>
          <p:cNvPr id="4" name="スライド番号プレースホルダー 3">
            <a:extLst>
              <a:ext uri="{FF2B5EF4-FFF2-40B4-BE49-F238E27FC236}">
                <a16:creationId xmlns:a16="http://schemas.microsoft.com/office/drawing/2014/main" id="{8D1722A0-04D4-D18D-F1EE-E37D54E6F4AC}"/>
              </a:ext>
            </a:extLst>
          </p:cNvPr>
          <p:cNvSpPr>
            <a:spLocks noGrp="1"/>
          </p:cNvSpPr>
          <p:nvPr>
            <p:ph type="sldNum" sz="quarter" idx="12"/>
          </p:nvPr>
        </p:nvSpPr>
        <p:spPr/>
        <p:txBody>
          <a:bodyPr/>
          <a:lstStyle/>
          <a:p>
            <a:fld id="{59F857F7-C215-C24D-8BD9-19720E902953}" type="slidenum">
              <a:rPr kumimoji="1" lang="ja-JP" altLang="en-US" smtClean="0"/>
              <a:pPr/>
              <a:t>14</a:t>
            </a:fld>
            <a:endParaRPr kumimoji="1" lang="ja-JP" altLang="en-US"/>
          </a:p>
        </p:txBody>
      </p:sp>
      <p:sp>
        <p:nvSpPr>
          <p:cNvPr id="5" name="TextBox 2">
            <a:extLst>
              <a:ext uri="{FF2B5EF4-FFF2-40B4-BE49-F238E27FC236}">
                <a16:creationId xmlns:a16="http://schemas.microsoft.com/office/drawing/2014/main" id="{7DC35249-CD95-1F73-2C0C-74113DE1A907}"/>
              </a:ext>
            </a:extLst>
          </p:cNvPr>
          <p:cNvSpPr txBox="1"/>
          <p:nvPr/>
        </p:nvSpPr>
        <p:spPr>
          <a:xfrm>
            <a:off x="457200" y="1143000"/>
            <a:ext cx="11247120" cy="4007251"/>
          </a:xfrm>
          <a:prstGeom prst="rect">
            <a:avLst/>
          </a:prstGeom>
          <a:noFill/>
        </p:spPr>
        <p:txBody>
          <a:bodyPr wrap="square" lIns="137160" rIns="137160">
            <a:spAutoFit/>
          </a:bodyPr>
          <a:lstStyle/>
          <a:p>
            <a:pPr>
              <a:lnSpc>
                <a:spcPct val="110000"/>
              </a:lnSpc>
              <a:defRPr sz="1200">
                <a:latin typeface="Meiryo"/>
              </a:defRPr>
            </a:pPr>
            <a:r>
              <a:rPr lang="en-US" altLang="ja-JP" sz="1200" err="1">
                <a:solidFill/>
                <a:latin typeface="メイリオ" panose="020B0604030504040204" pitchFamily="50" charset="-128"/>
                <a:ea typeface="メイリオ" panose="020B0604030504040204" pitchFamily="50" charset="-128"/>
              </a:rPr>
              <a:t>DI</a:t>
            </a:r>
            <a:r>
              <a:rPr lang="ja-JP" altLang="en-US" sz="1200" err="1">
                <a:solidFill/>
                <a:latin typeface="メイリオ" panose="020B0604030504040204" pitchFamily="50" charset="-128"/>
                <a:ea typeface="メイリオ" panose="020B0604030504040204" pitchFamily="50" charset="-128"/>
              </a:rPr>
              <a:t>部が主体となり、総務部と</a:t>
            </a:r>
            <a:r>
              <a:rPr lang="en-US" altLang="ja-JP" sz="1200" err="1">
                <a:solidFill/>
                <a:latin typeface="メイリオ" panose="020B0604030504040204" pitchFamily="50" charset="-128"/>
                <a:ea typeface="メイリオ" panose="020B0604030504040204" pitchFamily="50" charset="-128"/>
              </a:rPr>
              <a:t>EXE</a:t>
            </a:r>
            <a:r>
              <a:rPr lang="ja-JP" altLang="en-US" sz="1200" err="1">
                <a:solidFill/>
                <a:latin typeface="メイリオ" panose="020B0604030504040204" pitchFamily="50" charset="-128"/>
                <a:ea typeface="メイリオ" panose="020B0604030504040204" pitchFamily="50" charset="-128"/>
              </a:rPr>
              <a:t>の橋渡しをしながらプロジェクトを推進</a:t>
            </a:r>
            <a:endParaRPr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ja-JP" altLang="en-US"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プロダクトオーナー業務（総務部）全期間</a:t>
            </a:r>
            <a:endParaRPr sz="1200">
              <a:latin typeface="メイリオ" panose="020B0604030504040204" pitchFamily="50" charset="-128"/>
              <a:ea typeface="メイリオ" panose="020B0604030504040204" pitchFamily="50" charset="-128"/>
            </a:endParaRP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要件定義参画・プロダクトバックログ優先順位決定（</a:t>
            </a:r>
            <a:r>
              <a:rPr lang="en-US" altLang="ja-JP" sz="1200" err="1">
                <a:solidFill/>
                <a:latin typeface="メイリオ" panose="020B0604030504040204" pitchFamily="50" charset="-128"/>
                <a:ea typeface="メイリオ" panose="020B0604030504040204" pitchFamily="50" charset="-128"/>
              </a:rPr>
              <a:t>DI</a:t>
            </a:r>
            <a:r>
              <a:rPr lang="ja-JP" altLang="en-US" sz="1200" err="1">
                <a:solidFill/>
                <a:latin typeface="メイリオ" panose="020B0604030504040204" pitchFamily="50" charset="-128"/>
                <a:ea typeface="メイリオ" panose="020B0604030504040204" pitchFamily="50" charset="-128"/>
              </a:rPr>
              <a:t>部経由</a:t>
            </a:r>
            <a:r>
              <a:rPr lang="ja-JP" altLang="en-US" sz="1200">
                <a:solidFill/>
                <a:latin typeface="メイリオ" panose="020B0604030504040204" pitchFamily="50" charset="-128"/>
                <a:ea typeface="メイリオ" panose="020B0604030504040204" pitchFamily="50" charset="-128"/>
              </a:rPr>
              <a:t>）</a:t>
            </a: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スプリントレビュー参加・受入判断（</a:t>
            </a:r>
            <a:r>
              <a:rPr lang="en-US" altLang="ja-JP" sz="1200" err="1">
                <a:solidFill/>
                <a:latin typeface="メイリオ" panose="020B0604030504040204" pitchFamily="50" charset="-128"/>
                <a:ea typeface="メイリオ" panose="020B0604030504040204" pitchFamily="50" charset="-128"/>
              </a:rPr>
              <a:t>UAT</a:t>
            </a:r>
            <a:r>
              <a:rPr lang="ja-JP" altLang="en-US" sz="1200">
                <a:solidFill/>
                <a:latin typeface="メイリオ" panose="020B0604030504040204" pitchFamily="50" charset="-128"/>
                <a:ea typeface="メイリオ" panose="020B0604030504040204" pitchFamily="50" charset="-128"/>
              </a:rPr>
              <a:t>実施）</a:t>
            </a:r>
            <a:endParaRPr lang="en-US" altLang="ja-JP" sz="1200">
              <a:solidFill/>
              <a:latin typeface="メイリオ" panose="020B0604030504040204" pitchFamily="50" charset="-128"/>
              <a:ea typeface="メイリオ" panose="020B0604030504040204" pitchFamily="50" charset="-128"/>
            </a:endParaRPr>
          </a:p>
          <a:p>
            <a:pPr>
              <a:lnSpc>
                <a:spcPct val="110000"/>
              </a:lnSpc>
              <a:defRPr sz="1200">
                <a:latin typeface="Meiryo"/>
              </a:defRPr>
            </a:pPr>
            <a:endParaRPr lang="ja-JP" altLang="en-US" sz="1200">
              <a:solidFill/>
              <a:latin typeface="メイリオ" panose="020B0604030504040204" pitchFamily="50" charset="-128"/>
              <a:ea typeface="メイリオ" panose="020B0604030504040204" pitchFamily="50" charset="-128"/>
            </a:endParaRP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ja-JP" altLang="en-US"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プロジェクト推進・調整（</a:t>
            </a:r>
            <a:r>
              <a:rPr lang="en-US" altLang="ja-JP" sz="1200" err="1">
                <a:solidFill/>
                <a:latin typeface="メイリオ" panose="020B0604030504040204" pitchFamily="50" charset="-128"/>
                <a:ea typeface="メイリオ" panose="020B0604030504040204" pitchFamily="50" charset="-128"/>
              </a:rPr>
              <a:t>DI</a:t>
            </a:r>
            <a:r>
              <a:rPr lang="ja-JP" altLang="en-US" sz="1200" err="1">
                <a:solidFill/>
                <a:latin typeface="メイリオ" panose="020B0604030504040204" pitchFamily="50" charset="-128"/>
                <a:ea typeface="メイリオ" panose="020B0604030504040204" pitchFamily="50" charset="-128"/>
              </a:rPr>
              <a:t>部）全期間</a:t>
            </a:r>
            <a:endParaRPr sz="1200">
              <a:latin typeface="メイリオ" panose="020B0604030504040204" pitchFamily="50" charset="-128"/>
              <a:ea typeface="メイリオ" panose="020B0604030504040204" pitchFamily="50" charset="-128"/>
            </a:endParaRP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プロジェクト全体統括・管理</a:t>
            </a:r>
            <a:endParaRPr sz="1200">
              <a:latin typeface="メイリオ" panose="020B0604030504040204" pitchFamily="50" charset="-128"/>
              <a:ea typeface="メイリオ" panose="020B0604030504040204" pitchFamily="50" charset="-128"/>
            </a:endParaRP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総務部と</a:t>
            </a:r>
            <a:r>
              <a:rPr lang="en-US" altLang="ja-JP" sz="1200" err="1">
                <a:solidFill/>
                <a:latin typeface="メイリオ" panose="020B0604030504040204" pitchFamily="50" charset="-128"/>
                <a:ea typeface="メイリオ" panose="020B0604030504040204" pitchFamily="50" charset="-128"/>
              </a:rPr>
              <a:t>EXE</a:t>
            </a:r>
            <a:r>
              <a:rPr lang="ja-JP" altLang="en-US" sz="1200" err="1">
                <a:solidFill/>
                <a:latin typeface="メイリオ" panose="020B0604030504040204" pitchFamily="50" charset="-128"/>
                <a:ea typeface="メイリオ" panose="020B0604030504040204" pitchFamily="50" charset="-128"/>
              </a:rPr>
              <a:t>の橋渡し役（コーディネーション</a:t>
            </a:r>
            <a:r>
              <a:rPr lang="ja-JP" altLang="en-US" sz="1200">
                <a:solidFill/>
                <a:latin typeface="メイリオ" panose="020B0604030504040204" pitchFamily="50" charset="-128"/>
                <a:ea typeface="メイリオ" panose="020B0604030504040204" pitchFamily="50" charset="-128"/>
              </a:rPr>
              <a:t>）</a:t>
            </a:r>
            <a:endParaRPr lang="en-US" sz="1200">
              <a:latin typeface="メイリオ" panose="020B0604030504040204" pitchFamily="50" charset="-128"/>
              <a:ea typeface="メイリオ" panose="020B0604030504040204" pitchFamily="50" charset="-128"/>
            </a:endParaRP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en-US" altLang="ja-JP" sz="1200" err="1">
                <a:solidFill/>
                <a:latin typeface="メイリオ" panose="020B0604030504040204" pitchFamily="50" charset="-128"/>
                <a:ea typeface="メイリオ" panose="020B0604030504040204" pitchFamily="50" charset="-128"/>
              </a:rPr>
              <a:t>Azure</a:t>
            </a:r>
            <a:r>
              <a:rPr lang="ja-JP" altLang="en-US" sz="1200" err="1">
                <a:solidFill/>
                <a:latin typeface="メイリオ" panose="020B0604030504040204" pitchFamily="50" charset="-128"/>
                <a:ea typeface="メイリオ" panose="020B0604030504040204" pitchFamily="50" charset="-128"/>
              </a:rPr>
              <a:t>環境構築支援・</a:t>
            </a:r>
            <a:r>
              <a:rPr lang="en-US" altLang="ja-JP" sz="1200" err="1">
                <a:solidFill/>
                <a:latin typeface="メイリオ" panose="020B0604030504040204" pitchFamily="50" charset="-128"/>
                <a:ea typeface="メイリオ" panose="020B0604030504040204" pitchFamily="50" charset="-128"/>
              </a:rPr>
              <a:t>EXE</a:t>
            </a:r>
            <a:r>
              <a:rPr lang="ja-JP" altLang="en-US" sz="1200" err="1">
                <a:solidFill/>
                <a:latin typeface="メイリオ" panose="020B0604030504040204" pitchFamily="50" charset="-128"/>
                <a:ea typeface="メイリオ" panose="020B0604030504040204" pitchFamily="50" charset="-128"/>
              </a:rPr>
              <a:t>開発品質チェック</a:t>
            </a:r>
            <a:endParaRPr sz="1200">
              <a:latin typeface="メイリオ" panose="020B0604030504040204" pitchFamily="50" charset="-128"/>
              <a:ea typeface="メイリオ" panose="020B0604030504040204" pitchFamily="50" charset="-128"/>
            </a:endParaRP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運用・保守体制構築</a:t>
            </a:r>
            <a:endParaRPr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lang="en-US"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ja-JP" altLang="en-US" sz="1200">
                <a:solidFill/>
                <a:latin typeface="メイリオ" panose="020B0604030504040204" pitchFamily="50" charset="-128"/>
                <a:ea typeface="メイリオ" panose="020B0604030504040204" pitchFamily="50" charset="-128"/>
              </a:rPr>
              <a:t>■ システム開発（</a:t>
            </a:r>
            <a:r>
              <a:rPr lang="en-US" altLang="ja-JP" sz="1200">
                <a:solidFill/>
                <a:latin typeface="メイリオ" panose="020B0604030504040204" pitchFamily="50" charset="-128"/>
                <a:ea typeface="メイリオ" panose="020B0604030504040204" pitchFamily="50" charset="-128"/>
              </a:rPr>
              <a:t>EXE</a:t>
            </a:r>
            <a:r>
              <a:rPr lang="ja-JP" altLang="en-US" sz="1200">
                <a:solidFill/>
                <a:latin typeface="メイリオ" panose="020B0604030504040204" pitchFamily="50" charset="-128"/>
                <a:ea typeface="メイリオ" panose="020B0604030504040204" pitchFamily="50" charset="-128"/>
              </a:rPr>
              <a:t>）</a:t>
            </a:r>
            <a:r>
              <a:rPr lang="en-US" altLang="ja-JP" sz="1200">
                <a:solidFill/>
                <a:latin typeface="メイリオ" panose="020B0604030504040204" pitchFamily="50" charset="-128"/>
                <a:ea typeface="メイリオ" panose="020B0604030504040204" pitchFamily="50" charset="-128"/>
              </a:rPr>
              <a:t>2026</a:t>
            </a:r>
            <a:r>
              <a:rPr lang="ja-JP" altLang="en-US" sz="1200">
                <a:solidFill/>
                <a:latin typeface="メイリオ" panose="020B0604030504040204" pitchFamily="50" charset="-128"/>
                <a:ea typeface="メイリオ" panose="020B0604030504040204" pitchFamily="50" charset="-128"/>
              </a:rPr>
              <a:t>年</a:t>
            </a:r>
            <a:r>
              <a:rPr lang="en-US" altLang="ja-JP" sz="1200">
                <a:solidFill/>
                <a:latin typeface="メイリオ" panose="020B0604030504040204" pitchFamily="50" charset="-128"/>
                <a:ea typeface="メイリオ" panose="020B0604030504040204" pitchFamily="50" charset="-128"/>
              </a:rPr>
              <a:t>2</a:t>
            </a:r>
            <a:r>
              <a:rPr lang="ja-JP" altLang="en-US" sz="1200">
                <a:solidFill/>
                <a:latin typeface="メイリオ" panose="020B0604030504040204" pitchFamily="50" charset="-128"/>
                <a:ea typeface="メイリオ" panose="020B0604030504040204" pitchFamily="50" charset="-128"/>
              </a:rPr>
              <a:t>月～</a:t>
            </a:r>
            <a:r>
              <a:rPr lang="en-US" altLang="ja-JP" sz="1200">
                <a:solidFill/>
                <a:latin typeface="メイリオ" panose="020B0604030504040204" pitchFamily="50" charset="-128"/>
                <a:ea typeface="メイリオ" panose="020B0604030504040204" pitchFamily="50" charset="-128"/>
              </a:rPr>
              <a:t>2027</a:t>
            </a:r>
            <a:r>
              <a:rPr lang="ja-JP" altLang="en-US" sz="1200">
                <a:solidFill/>
                <a:latin typeface="メイリオ" panose="020B0604030504040204" pitchFamily="50" charset="-128"/>
                <a:ea typeface="メイリオ" panose="020B0604030504040204" pitchFamily="50" charset="-128"/>
              </a:rPr>
              <a:t>年</a:t>
            </a:r>
            <a:r>
              <a:rPr lang="en-US" altLang="ja-JP" sz="1200">
                <a:solidFill/>
                <a:latin typeface="メイリオ" panose="020B0604030504040204" pitchFamily="50" charset="-128"/>
                <a:ea typeface="メイリオ" panose="020B0604030504040204" pitchFamily="50" charset="-128"/>
              </a:rPr>
              <a:t>3</a:t>
            </a:r>
            <a:r>
              <a:rPr lang="ja-JP" altLang="en-US" sz="1200">
                <a:solidFill/>
                <a:latin typeface="メイリオ" panose="020B0604030504040204" pitchFamily="50" charset="-128"/>
                <a:ea typeface="メイリオ" panose="020B0604030504040204" pitchFamily="50" charset="-128"/>
              </a:rPr>
              <a:t>月</a:t>
            </a: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en-US" altLang="ja-JP" sz="1200" err="1">
                <a:solidFill/>
                <a:latin typeface="メイリオ" panose="020B0604030504040204" pitchFamily="50" charset="-128"/>
                <a:ea typeface="メイリオ" panose="020B0604030504040204" pitchFamily="50" charset="-128"/>
              </a:rPr>
              <a:t>DI</a:t>
            </a:r>
            <a:r>
              <a:rPr lang="ja-JP" altLang="en-US" sz="1200" err="1">
                <a:solidFill/>
                <a:latin typeface="メイリオ" panose="020B0604030504040204" pitchFamily="50" charset="-128"/>
                <a:ea typeface="メイリオ" panose="020B0604030504040204" pitchFamily="50" charset="-128"/>
              </a:rPr>
              <a:t>部経由の要件に基づく設計・開発・テスト</a:t>
            </a:r>
            <a:endParaRPr sz="1200">
              <a:latin typeface="メイリオ" panose="020B0604030504040204" pitchFamily="50" charset="-128"/>
              <a:ea typeface="メイリオ" panose="020B0604030504040204" pitchFamily="50" charset="-128"/>
            </a:endParaRP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スクラムマスター業務・</a:t>
            </a:r>
            <a:r>
              <a:rPr lang="en-US" altLang="ja-JP" sz="1200" err="1">
                <a:solidFill/>
                <a:latin typeface="メイリオ" panose="020B0604030504040204" pitchFamily="50" charset="-128"/>
                <a:ea typeface="メイリオ" panose="020B0604030504040204" pitchFamily="50" charset="-128"/>
              </a:rPr>
              <a:t>DI</a:t>
            </a:r>
            <a:r>
              <a:rPr lang="ja-JP" altLang="en-US" sz="1200" err="1">
                <a:solidFill/>
                <a:latin typeface="メイリオ" panose="020B0604030504040204" pitchFamily="50" charset="-128"/>
                <a:ea typeface="メイリオ" panose="020B0604030504040204" pitchFamily="50" charset="-128"/>
              </a:rPr>
              <a:t>部へのシステム仕様説明</a:t>
            </a:r>
            <a:endParaRPr sz="12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253683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1D2C0-F6E3-8D90-B010-DA705579F60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F79A70F-B02A-AA1F-6AA6-E2FAEEEECCDE}"/>
              </a:ext>
            </a:extLst>
          </p:cNvPr>
          <p:cNvSpPr>
            <a:spLocks noGrp="1"/>
          </p:cNvSpPr>
          <p:nvPr>
            <p:ph type="title"/>
          </p:nvPr>
        </p:nvSpPr>
        <p:spPr/>
        <p:txBody>
          <a:bodyPr>
            <a:noAutofit/>
          </a:bodyPr>
          <a:lstStyle/>
          <a:p>
            <a:r>
              <a:rPr kumimoji="1" lang="en-US" altLang="ja-JP" sz="2400">
                <a:solidFill/>
              </a:rPr>
              <a:t>3-5. </a:t>
            </a:r>
            <a:r>
              <a:rPr kumimoji="1" lang="ja-JP" altLang="en-US" sz="2400">
                <a:solidFill/>
              </a:rPr>
              <a:t>システムエグゼをベンダーとして選ぶ理由</a:t>
            </a:r>
          </a:p>
        </p:txBody>
      </p:sp>
      <p:sp>
        <p:nvSpPr>
          <p:cNvPr id="4" name="スライド番号プレースホルダー 3">
            <a:extLst>
              <a:ext uri="{FF2B5EF4-FFF2-40B4-BE49-F238E27FC236}">
                <a16:creationId xmlns:a16="http://schemas.microsoft.com/office/drawing/2014/main" id="{B0447F14-34FE-FC73-B3C7-F49919418391}"/>
              </a:ext>
            </a:extLst>
          </p:cNvPr>
          <p:cNvSpPr>
            <a:spLocks noGrp="1"/>
          </p:cNvSpPr>
          <p:nvPr>
            <p:ph type="sldNum" sz="quarter" idx="12"/>
          </p:nvPr>
        </p:nvSpPr>
        <p:spPr/>
        <p:txBody>
          <a:bodyPr/>
          <a:lstStyle/>
          <a:p>
            <a:fld id="{59F857F7-C215-C24D-8BD9-19720E902953}" type="slidenum">
              <a:rPr kumimoji="1" lang="ja-JP" altLang="en-US" smtClean="0"/>
              <a:pPr/>
              <a:t>15</a:t>
            </a:fld>
            <a:endParaRPr kumimoji="1" lang="ja-JP" altLang="en-US"/>
          </a:p>
        </p:txBody>
      </p:sp>
      <p:sp>
        <p:nvSpPr>
          <p:cNvPr id="3" name="TextBox 2">
            <a:extLst>
              <a:ext uri="{FF2B5EF4-FFF2-40B4-BE49-F238E27FC236}">
                <a16:creationId xmlns:a16="http://schemas.microsoft.com/office/drawing/2014/main" id="{B43EF979-F6B1-8275-723E-1CA88E96D349}"/>
              </a:ext>
            </a:extLst>
          </p:cNvPr>
          <p:cNvSpPr txBox="1"/>
          <p:nvPr/>
        </p:nvSpPr>
        <p:spPr>
          <a:xfrm>
            <a:off x="457200" y="1071082"/>
            <a:ext cx="11247120" cy="5484578"/>
          </a:xfrm>
          <a:prstGeom prst="rect">
            <a:avLst/>
          </a:prstGeom>
          <a:noFill/>
        </p:spPr>
        <p:txBody>
          <a:bodyPr wrap="square" lIns="137160" rIns="137160">
            <a:spAutoFit/>
          </a:bodyPr>
          <a:lstStyle/>
          <a:p>
            <a:pPr>
              <a:lnSpc>
                <a:spcPct val="110000"/>
              </a:lnSpc>
              <a:spcBef>
                <a:spcPts val="0"/>
              </a:spcBef>
              <a:spcAft>
                <a:spcPts val="400"/>
              </a:spcAft>
              <a:defRPr sz="14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【1. </a:t>
            </a:r>
            <a:r>
              <a:rPr lang="ja-JP" altLang="en-US" sz="1200" err="1">
                <a:solidFill/>
                <a:latin typeface="メイリオ" panose="020B0604030504040204" pitchFamily="50" charset="-128"/>
                <a:ea typeface="メイリオ" panose="020B0604030504040204" pitchFamily="50" charset="-128"/>
              </a:rPr>
              <a:t>既存マクロコード保有</a:t>
            </a:r>
            <a:r>
              <a:rPr lang="en-US" altLang="ja-JP" sz="1200">
                <a:solidFill/>
                <a:latin typeface="メイリオ" panose="020B0604030504040204" pitchFamily="50" charset="-128"/>
                <a:ea typeface="メイリオ" panose="020B0604030504040204" pitchFamily="50" charset="-128"/>
              </a:rPr>
              <a:t>】</a:t>
            </a:r>
          </a:p>
          <a:p>
            <a:pPr>
              <a:lnSpc>
                <a:spcPct val="110000"/>
              </a:lnSpc>
              <a:spcAft>
                <a:spcPts val="200"/>
              </a:spcAft>
              <a:defRPr sz="1200">
                <a:latin typeface="Meiryo"/>
              </a:defRPr>
            </a:pP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現行マクロの開発元として処理ロジックのソースコードを保有</a:t>
            </a:r>
            <a:endParaRPr sz="1200">
              <a:latin typeface="メイリオ" panose="020B0604030504040204" pitchFamily="50" charset="-128"/>
              <a:ea typeface="メイリオ" panose="020B0604030504040204" pitchFamily="50" charset="-128"/>
            </a:endParaRPr>
          </a:p>
          <a:p>
            <a:pPr>
              <a:lnSpc>
                <a:spcPct val="110000"/>
              </a:lnSpc>
              <a:spcAft>
                <a:spcPts val="200"/>
              </a:spcAft>
              <a:defRPr sz="1200">
                <a:latin typeface="Meiryo"/>
              </a:defRPr>
            </a:pPr>
            <a:r>
              <a:rPr lang="ja-JP" altLang="en-US"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二次マクロの開発・保守実績、外部データ連携の実装経験</a:t>
            </a:r>
            <a:endParaRPr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【2. </a:t>
            </a:r>
            <a:r>
              <a:rPr lang="ja-JP" altLang="en-US" sz="1200">
                <a:solidFill/>
                <a:latin typeface="メイリオ" panose="020B0604030504040204" pitchFamily="50" charset="-128"/>
                <a:ea typeface="メイリオ" panose="020B0604030504040204" pitchFamily="50" charset="-128"/>
              </a:rPr>
              <a:t>出光でのアジャイル開発実績</a:t>
            </a:r>
            <a:r>
              <a:rPr lang="en-US" altLang="ja-JP" sz="1200">
                <a:solidFill/>
                <a:latin typeface="メイリオ" panose="020B0604030504040204" pitchFamily="50" charset="-128"/>
                <a:ea typeface="メイリオ" panose="020B0604030504040204" pitchFamily="50" charset="-128"/>
              </a:rPr>
              <a:t>】</a:t>
            </a:r>
          </a:p>
          <a:p>
            <a:pPr>
              <a:lnSpc>
                <a:spcPct val="110000"/>
              </a:lnSpc>
              <a:spcAft>
                <a:spcPts val="200"/>
              </a:spcAft>
              <a:defRPr sz="1200">
                <a:latin typeface="Meiryo"/>
              </a:defRPr>
            </a:pPr>
            <a:r>
              <a:rPr lang="en-US" altLang="ja-JP" sz="1200">
                <a:solidFill/>
                <a:latin typeface="メイリオ" panose="020B0604030504040204" pitchFamily="50" charset="-128"/>
                <a:ea typeface="メイリオ" panose="020B0604030504040204" pitchFamily="50" charset="-128"/>
              </a:rPr>
              <a:t>✓ </a:t>
            </a:r>
            <a:r>
              <a:rPr lang="ja-JP" altLang="en-US" sz="1200">
                <a:solidFill/>
                <a:latin typeface="メイリオ" panose="020B0604030504040204" pitchFamily="50" charset="-128"/>
                <a:ea typeface="メイリオ" panose="020B0604030504040204" pitchFamily="50" charset="-128"/>
              </a:rPr>
              <a:t>スクラム開発実績（</a:t>
            </a:r>
            <a:r>
              <a:rPr lang="en-US" altLang="ja-JP" sz="1200">
                <a:solidFill/>
                <a:latin typeface="メイリオ" panose="020B0604030504040204" pitchFamily="50" charset="-128"/>
                <a:ea typeface="メイリオ" panose="020B0604030504040204" pitchFamily="50" charset="-128"/>
              </a:rPr>
              <a:t>2</a:t>
            </a:r>
            <a:r>
              <a:rPr lang="ja-JP" altLang="en-US" sz="1200">
                <a:solidFill/>
                <a:latin typeface="メイリオ" panose="020B0604030504040204" pitchFamily="50" charset="-128"/>
                <a:ea typeface="メイリオ" panose="020B0604030504040204" pitchFamily="50" charset="-128"/>
              </a:rPr>
              <a:t>週間スプリント・</a:t>
            </a:r>
            <a:r>
              <a:rPr lang="en-US" altLang="ja-JP" sz="1200">
                <a:solidFill/>
                <a:latin typeface="メイリオ" panose="020B0604030504040204" pitchFamily="50" charset="-128"/>
                <a:ea typeface="メイリオ" panose="020B0604030504040204" pitchFamily="50" charset="-128"/>
              </a:rPr>
              <a:t>MVP</a:t>
            </a:r>
            <a:r>
              <a:rPr lang="ja-JP" altLang="en-US" sz="1200">
                <a:solidFill/>
                <a:latin typeface="メイリオ" panose="020B0604030504040204" pitchFamily="50" charset="-128"/>
                <a:ea typeface="メイリオ" panose="020B0604030504040204" pitchFamily="50" charset="-128"/>
              </a:rPr>
              <a:t>方式）</a:t>
            </a:r>
          </a:p>
          <a:p>
            <a:pPr>
              <a:lnSpc>
                <a:spcPct val="110000"/>
              </a:lnSpc>
              <a:spcAft>
                <a:spcPts val="200"/>
              </a:spcAft>
              <a:defRPr sz="1200">
                <a:latin typeface="Meiryo"/>
              </a:defRPr>
            </a:pPr>
            <a:r>
              <a:rPr lang="ja-JP" altLang="en-US" sz="1200">
                <a:solidFill/>
                <a:latin typeface="メイリオ" panose="020B0604030504040204" pitchFamily="50" charset="-128"/>
                <a:ea typeface="メイリオ" panose="020B0604030504040204" pitchFamily="50" charset="-128"/>
              </a:rPr>
              <a:t>✓ 出光の開発標準・品質基準への理解</a:t>
            </a: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【3. </a:t>
            </a:r>
            <a:r>
              <a:rPr lang="ja-JP" altLang="en-US" sz="1200">
                <a:solidFill/>
                <a:latin typeface="メイリオ" panose="020B0604030504040204" pitchFamily="50" charset="-128"/>
                <a:ea typeface="メイリオ" panose="020B0604030504040204" pitchFamily="50" charset="-128"/>
              </a:rPr>
              <a:t>他社比での優位性</a:t>
            </a:r>
            <a:r>
              <a:rPr lang="en-US" altLang="ja-JP" sz="1200">
                <a:solidFill/>
                <a:latin typeface="メイリオ" panose="020B0604030504040204" pitchFamily="50" charset="-128"/>
                <a:ea typeface="メイリオ" panose="020B0604030504040204" pitchFamily="50" charset="-128"/>
              </a:rPr>
              <a:t>】</a:t>
            </a:r>
            <a:endParaRPr lang="ja-JP" altLang="en-US" sz="1200">
              <a:solidFill/>
              <a:latin typeface="メイリオ" panose="020B0604030504040204" pitchFamily="50" charset="-128"/>
              <a:ea typeface="メイリオ" panose="020B0604030504040204" pitchFamily="50" charset="-128"/>
            </a:endParaRPr>
          </a:p>
          <a:p>
            <a:pPr>
              <a:lnSpc>
                <a:spcPct val="110000"/>
              </a:lnSpc>
              <a:spcAft>
                <a:spcPts val="200"/>
              </a:spcAft>
              <a:defRPr sz="1200">
                <a:latin typeface="Meiryo"/>
              </a:defRPr>
            </a:pPr>
            <a:r>
              <a:rPr lang="ja-JP" altLang="en-US" sz="1200">
                <a:solidFill/>
                <a:latin typeface="メイリオ" panose="020B0604030504040204" pitchFamily="50" charset="-128"/>
                <a:ea typeface="メイリオ" panose="020B0604030504040204" pitchFamily="50" charset="-128"/>
              </a:rPr>
              <a:t>✓ 他社の場合、コード解析に数ヶ月要する→期間・コスト削減</a:t>
            </a:r>
          </a:p>
          <a:p>
            <a:pPr>
              <a:lnSpc>
                <a:spcPct val="110000"/>
              </a:lnSpc>
              <a:spcAft>
                <a:spcPts val="200"/>
              </a:spcAft>
              <a:defRPr sz="1200">
                <a:latin typeface="Meiryo"/>
              </a:defRPr>
            </a:pPr>
            <a:r>
              <a:rPr lang="ja-JP" altLang="en-US" sz="1200">
                <a:solidFill/>
                <a:latin typeface="メイリオ" panose="020B0604030504040204" pitchFamily="50" charset="-128"/>
                <a:ea typeface="メイリオ" panose="020B0604030504040204" pitchFamily="50" charset="-128"/>
              </a:rPr>
              <a:t>✓ 債権管理統合システムの要件定義を実施しているベンダーであり、総務部の目指したい将来像を把握している。</a:t>
            </a:r>
            <a:br>
              <a:rPr lang="ja-JP" altLang="en-US" sz="1200">
                <a:solidFill/>
                <a:latin typeface="メイリオ" panose="020B0604030504040204" pitchFamily="50" charset="-128"/>
                <a:ea typeface="メイリオ" panose="020B0604030504040204" pitchFamily="50" charset="-128"/>
              </a:rPr>
            </a:b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a:t>
            </a:r>
            <a:r>
              <a:rPr lang="ja-JP" altLang="en-US" sz="1200">
                <a:solidFill/>
                <a:latin typeface="メイリオ" panose="020B0604030504040204" pitchFamily="50" charset="-128"/>
                <a:ea typeface="メイリオ" panose="020B0604030504040204" pitchFamily="50" charset="-128"/>
              </a:rPr>
              <a:t>当時対応していたメンバーがプロジェクト可能</a:t>
            </a:r>
            <a:r>
              <a:rPr lang="en-US" altLang="ja-JP" sz="1200">
                <a:solidFill/>
                <a:latin typeface="メイリオ" panose="020B0604030504040204" pitchFamily="50" charset="-128"/>
                <a:ea typeface="メイリオ" panose="020B0604030504040204" pitchFamily="50" charset="-128"/>
              </a:rPr>
              <a:t>(</a:t>
            </a:r>
            <a:r>
              <a:rPr lang="ja-JP" altLang="en-US" sz="1200">
                <a:solidFill/>
                <a:latin typeface="メイリオ" panose="020B0604030504040204" pitchFamily="50" charset="-128"/>
                <a:ea typeface="メイリオ" panose="020B0604030504040204" pitchFamily="50" charset="-128"/>
              </a:rPr>
              <a:t>川名</a:t>
            </a:r>
            <a:r>
              <a:rPr lang="en-US" altLang="ja-JP" sz="1200">
                <a:solidFill/>
                <a:latin typeface="メイリオ" panose="020B0604030504040204" pitchFamily="50" charset="-128"/>
                <a:ea typeface="メイリオ" panose="020B0604030504040204" pitchFamily="50" charset="-128"/>
              </a:rPr>
              <a:t>)</a:t>
            </a:r>
          </a:p>
          <a:p>
            <a:pPr>
              <a:lnSpc>
                <a:spcPct val="110000"/>
              </a:lnSpc>
              <a:spcAft>
                <a:spcPts val="200"/>
              </a:spcAft>
              <a:defRPr sz="1200">
                <a:latin typeface="Meiryo"/>
              </a:defRPr>
            </a:pPr>
            <a:r>
              <a:rPr lang="ja-JP" altLang="en-US" sz="1200">
                <a:solidFill/>
                <a:latin typeface="メイリオ" panose="020B0604030504040204" pitchFamily="50" charset="-128"/>
                <a:ea typeface="メイリオ" panose="020B0604030504040204" pitchFamily="50" charset="-128"/>
              </a:rPr>
              <a:t>✓ オフショア開発に強みを持っており、高品質かつ、低コストでの開発が可能</a:t>
            </a:r>
            <a:endParaRPr lang="ja-JP" altLang="en-US"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【4. </a:t>
            </a:r>
            <a:r>
              <a:rPr lang="en-US" altLang="ja-JP" sz="1200" err="1">
                <a:solidFill/>
                <a:latin typeface="メイリオ" panose="020B0604030504040204" pitchFamily="50" charset="-128"/>
                <a:ea typeface="メイリオ" panose="020B0604030504040204" pitchFamily="50" charset="-128"/>
              </a:rPr>
              <a:t>DI</a:t>
            </a:r>
            <a:r>
              <a:rPr lang="ja-JP" altLang="en-US" sz="1200" err="1">
                <a:solidFill/>
                <a:latin typeface="メイリオ" panose="020B0604030504040204" pitchFamily="50" charset="-128"/>
                <a:ea typeface="メイリオ" panose="020B0604030504040204" pitchFamily="50" charset="-128"/>
              </a:rPr>
              <a:t>部主導によるリスク対策</a:t>
            </a:r>
            <a:r>
              <a:rPr lang="en-US" altLang="ja-JP" sz="1200">
                <a:solidFill/>
                <a:latin typeface="メイリオ" panose="020B0604030504040204" pitchFamily="50" charset="-128"/>
                <a:ea typeface="メイリオ" panose="020B0604030504040204" pitchFamily="50" charset="-128"/>
              </a:rPr>
              <a:t>】</a:t>
            </a:r>
          </a:p>
          <a:p>
            <a:pPr>
              <a:lnSpc>
                <a:spcPct val="110000"/>
              </a:lnSpc>
              <a:spcAft>
                <a:spcPts val="200"/>
              </a:spcAft>
              <a:defRPr sz="1200">
                <a:latin typeface="Meiryo"/>
              </a:defRPr>
            </a:pP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現状課題：</a:t>
            </a:r>
            <a:r>
              <a:rPr lang="en-US" altLang="ja-JP" sz="1200" err="1">
                <a:solidFill/>
                <a:latin typeface="メイリオ" panose="020B0604030504040204" pitchFamily="50" charset="-128"/>
                <a:ea typeface="メイリオ" panose="020B0604030504040204" pitchFamily="50" charset="-128"/>
              </a:rPr>
              <a:t>EXE</a:t>
            </a:r>
            <a:r>
              <a:rPr lang="ja-JP" altLang="en-US" sz="1200" err="1">
                <a:solidFill/>
                <a:latin typeface="メイリオ" panose="020B0604030504040204" pitchFamily="50" charset="-128"/>
                <a:ea typeface="メイリオ" panose="020B0604030504040204" pitchFamily="50" charset="-128"/>
              </a:rPr>
              <a:t>は総務部業務フロー全体を把握しきれていない</a:t>
            </a:r>
            <a:endParaRPr sz="1200">
              <a:latin typeface="メイリオ" panose="020B0604030504040204" pitchFamily="50" charset="-128"/>
              <a:ea typeface="メイリオ" panose="020B0604030504040204" pitchFamily="50" charset="-128"/>
            </a:endParaRPr>
          </a:p>
          <a:p>
            <a:pPr>
              <a:lnSpc>
                <a:spcPct val="110000"/>
              </a:lnSpc>
              <a:spcAft>
                <a:spcPts val="200"/>
              </a:spcAft>
              <a:defRPr sz="1200">
                <a:latin typeface="Meiryo"/>
              </a:defRPr>
            </a:pPr>
            <a:r>
              <a:rPr lang="ja-JP" altLang="en-US"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対策：</a:t>
            </a:r>
            <a:r>
              <a:rPr lang="en-US" altLang="ja-JP" sz="1200" err="1">
                <a:solidFill/>
                <a:latin typeface="メイリオ" panose="020B0604030504040204" pitchFamily="50" charset="-128"/>
                <a:ea typeface="メイリオ" panose="020B0604030504040204" pitchFamily="50" charset="-128"/>
              </a:rPr>
              <a:t>DI</a:t>
            </a:r>
            <a:r>
              <a:rPr lang="ja-JP" altLang="en-US" sz="1200" err="1">
                <a:solidFill/>
                <a:latin typeface="メイリオ" panose="020B0604030504040204" pitchFamily="50" charset="-128"/>
                <a:ea typeface="メイリオ" panose="020B0604030504040204" pitchFamily="50" charset="-128"/>
              </a:rPr>
              <a:t>部が橋渡し役として業務要件整理・品質チェック</a:t>
            </a:r>
            <a:endParaRPr sz="1200">
              <a:latin typeface="メイリオ" panose="020B0604030504040204" pitchFamily="50" charset="-128"/>
              <a:ea typeface="メイリオ" panose="020B0604030504040204" pitchFamily="50" charset="-128"/>
            </a:endParaRPr>
          </a:p>
          <a:p>
            <a:pPr>
              <a:lnSpc>
                <a:spcPct val="110000"/>
              </a:lnSpc>
              <a:spcAft>
                <a:spcPts val="200"/>
              </a:spcAft>
              <a:defRPr sz="1200">
                <a:latin typeface="Meiryo"/>
              </a:defRPr>
            </a:pPr>
            <a:r>
              <a:rPr lang="ja-JP" altLang="en-US"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三者体制（総務部・</a:t>
            </a:r>
            <a:r>
              <a:rPr lang="en-US" altLang="ja-JP" sz="1200" err="1">
                <a:solidFill/>
                <a:latin typeface="メイリオ" panose="020B0604030504040204" pitchFamily="50" charset="-128"/>
                <a:ea typeface="メイリオ" panose="020B0604030504040204" pitchFamily="50" charset="-128"/>
              </a:rPr>
              <a:t>DI</a:t>
            </a:r>
            <a:r>
              <a:rPr lang="ja-JP" altLang="en-US" sz="1200" err="1">
                <a:solidFill/>
                <a:latin typeface="メイリオ" panose="020B0604030504040204" pitchFamily="50" charset="-128"/>
                <a:ea typeface="メイリオ" panose="020B0604030504040204" pitchFamily="50" charset="-128"/>
              </a:rPr>
              <a:t>部・</a:t>
            </a:r>
            <a:r>
              <a:rPr lang="en-US" altLang="ja-JP" sz="1200" err="1">
                <a:solidFill/>
                <a:latin typeface="メイリオ" panose="020B0604030504040204" pitchFamily="50" charset="-128"/>
                <a:ea typeface="メイリオ" panose="020B0604030504040204" pitchFamily="50" charset="-128"/>
              </a:rPr>
              <a:t>EXE</a:t>
            </a:r>
            <a:r>
              <a:rPr lang="ja-JP" altLang="en-US" sz="1200" err="1">
                <a:solidFill/>
                <a:latin typeface="メイリオ" panose="020B0604030504040204" pitchFamily="50" charset="-128"/>
                <a:ea typeface="メイリオ" panose="020B0604030504040204" pitchFamily="50" charset="-128"/>
              </a:rPr>
              <a:t>）で課題を補完</a:t>
            </a:r>
            <a:endParaRPr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a:t>
            </a:r>
            <a:r>
              <a:rPr lang="ja-JP" altLang="en-US" sz="1200" err="1">
                <a:solidFill/>
                <a:latin typeface="メイリオ" panose="020B0604030504040204" pitchFamily="50" charset="-128"/>
                <a:ea typeface="メイリオ" panose="020B0604030504040204" pitchFamily="50" charset="-128"/>
              </a:rPr>
              <a:t>結論</a:t>
            </a:r>
            <a:r>
              <a:rPr lang="en-US" altLang="ja-JP" sz="1200">
                <a:solidFill/>
                <a:latin typeface="メイリオ" panose="020B0604030504040204" pitchFamily="50" charset="-128"/>
                <a:ea typeface="メイリオ" panose="020B0604030504040204" pitchFamily="50" charset="-128"/>
              </a:rPr>
              <a:t>】</a:t>
            </a:r>
          </a:p>
          <a:p>
            <a:pPr>
              <a:lnSpc>
                <a:spcPct val="110000"/>
              </a:lnSpc>
              <a:defRPr sz="1200">
                <a:latin typeface="Meiryo"/>
              </a:defRPr>
            </a:pPr>
            <a:r>
              <a:rPr lang="ja-JP" altLang="en-US" sz="1200" err="1">
                <a:solidFill/>
                <a:latin typeface="メイリオ" panose="020B0604030504040204" pitchFamily="50" charset="-128"/>
                <a:ea typeface="メイリオ" panose="020B0604030504040204" pitchFamily="50" charset="-128"/>
              </a:rPr>
              <a:t>既存資産・実績を活用し、</a:t>
            </a:r>
            <a:r>
              <a:rPr lang="en-US" altLang="ja-JP" sz="1200" err="1">
                <a:solidFill/>
                <a:latin typeface="メイリオ" panose="020B0604030504040204" pitchFamily="50" charset="-128"/>
                <a:ea typeface="メイリオ" panose="020B0604030504040204" pitchFamily="50" charset="-128"/>
              </a:rPr>
              <a:t>DI</a:t>
            </a:r>
            <a:r>
              <a:rPr lang="ja-JP" altLang="en-US" sz="1200">
                <a:solidFill/>
                <a:latin typeface="メイリオ" panose="020B0604030504040204" pitchFamily="50" charset="-128"/>
                <a:ea typeface="メイリオ" panose="020B0604030504040204" pitchFamily="50" charset="-128"/>
              </a:rPr>
              <a:t>部主導で課題補完することで最も低リスク・短期間に推進できる。</a:t>
            </a:r>
            <a:endParaRPr lang="en-US" altLang="ja-JP" sz="1200">
              <a:solidFill/>
              <a:latin typeface="メイリオ" panose="020B0604030504040204" pitchFamily="50" charset="-128"/>
              <a:ea typeface="メイリオ" panose="020B0604030504040204" pitchFamily="50" charset="-128"/>
            </a:endParaRP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また、</a:t>
            </a:r>
            <a:r>
              <a:rPr lang="en-US" altLang="ja-JP" sz="1200">
                <a:solidFill/>
                <a:latin typeface="メイリオ" panose="020B0604030504040204" pitchFamily="50" charset="-128"/>
                <a:ea typeface="メイリオ" panose="020B0604030504040204" pitchFamily="50" charset="-128"/>
              </a:rPr>
              <a:t>SDM</a:t>
            </a:r>
            <a:r>
              <a:rPr lang="ja-JP" altLang="en-US" sz="1200">
                <a:solidFill/>
                <a:latin typeface="メイリオ" panose="020B0604030504040204" pitchFamily="50" charset="-128"/>
                <a:ea typeface="メイリオ" panose="020B0604030504040204" pitchFamily="50" charset="-128"/>
              </a:rPr>
              <a:t>くんでの実績から出光にあったアジャイル開発の推進が可能と判断。</a:t>
            </a:r>
            <a:r>
              <a:rPr lang="en-US" altLang="ja-JP" sz="1200">
                <a:latin typeface="メイリオ" panose="020B0604030504040204" pitchFamily="50" charset="-128"/>
                <a:ea typeface="メイリオ" panose="020B0604030504040204" pitchFamily="50" charset="-128"/>
              </a:rPr>
              <a:t>※SDM</a:t>
            </a:r>
            <a:r>
              <a:rPr lang="ja-JP" altLang="en-US" sz="1200">
                <a:latin typeface="メイリオ" panose="020B0604030504040204" pitchFamily="50" charset="-128"/>
                <a:ea typeface="メイリオ" panose="020B0604030504040204" pitchFamily="50" charset="-128"/>
              </a:rPr>
              <a:t>くんので実績は</a:t>
            </a:r>
            <a:r>
              <a:rPr lang="en-US" altLang="ja-JP" sz="1200">
                <a:latin typeface="メイリオ" panose="020B0604030504040204" pitchFamily="50" charset="-128"/>
                <a:ea typeface="メイリオ" panose="020B0604030504040204" pitchFamily="50" charset="-128"/>
              </a:rPr>
              <a:t>Appendix</a:t>
            </a:r>
            <a:r>
              <a:rPr lang="ja-JP" altLang="en-US" sz="1200">
                <a:latin typeface="メイリオ" panose="020B0604030504040204" pitchFamily="50" charset="-128"/>
                <a:ea typeface="メイリオ" panose="020B0604030504040204" pitchFamily="50" charset="-128"/>
              </a:rPr>
              <a:t>参照</a:t>
            </a:r>
            <a:endParaRPr sz="12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301550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DFE02-87D1-ED9E-EF9E-B75FA5DD3B1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5B011DD-C03A-D8FE-D9CF-06637D09026A}"/>
              </a:ext>
            </a:extLst>
          </p:cNvPr>
          <p:cNvSpPr>
            <a:spLocks noGrp="1"/>
          </p:cNvSpPr>
          <p:nvPr>
            <p:ph type="title"/>
          </p:nvPr>
        </p:nvSpPr>
        <p:spPr>
          <a:xfrm>
            <a:off x="2640001" y="3042380"/>
            <a:ext cx="7703999" cy="360000"/>
          </a:xfrm>
        </p:spPr>
        <p:txBody>
          <a:bodyPr/>
          <a:lstStyle/>
          <a:p>
            <a:r>
              <a:rPr lang="en-US" altLang="ja-JP">
                <a:solidFill/>
                <a:latin typeface="メイリオ" panose="020B0604030504040204" pitchFamily="50" charset="-128"/>
                <a:ea typeface="メイリオ" panose="020B0604030504040204" pitchFamily="50" charset="-128"/>
              </a:rPr>
              <a:t>4. </a:t>
            </a:r>
            <a:r>
              <a:rPr lang="ja-JP" altLang="en-US">
                <a:solidFill/>
                <a:latin typeface="メイリオ" panose="020B0604030504040204" pitchFamily="50" charset="-128"/>
                <a:ea typeface="メイリオ" panose="020B0604030504040204" pitchFamily="50" charset="-128"/>
              </a:rPr>
              <a:t>新システムとしての主な要件</a:t>
            </a:r>
            <a:endParaRPr kumimoji="1" lang="ja-JP" altLang="en-US">
              <a:latin typeface="メイリオ" panose="020B0604030504040204" pitchFamily="50" charset="-128"/>
              <a:ea typeface="メイリオ" panose="020B0604030504040204" pitchFamily="50" charset="-128"/>
            </a:endParaRPr>
          </a:p>
        </p:txBody>
      </p:sp>
      <p:sp>
        <p:nvSpPr>
          <p:cNvPr id="3" name="スライド番号プレースホルダー 2">
            <a:extLst>
              <a:ext uri="{FF2B5EF4-FFF2-40B4-BE49-F238E27FC236}">
                <a16:creationId xmlns:a16="http://schemas.microsoft.com/office/drawing/2014/main" id="{6E6E70F6-781A-BD83-893B-E01AA0D99D6A}"/>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16</a:t>
            </a:fld>
            <a:endParaRPr kumimoji="1" lang="ja-JP"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9155958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C605E-BFB5-E6AE-A73D-AD777F28C78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6C0DD2E-26B2-C29D-F527-DFDB42D82EC0}"/>
              </a:ext>
            </a:extLst>
          </p:cNvPr>
          <p:cNvSpPr>
            <a:spLocks noGrp="1"/>
          </p:cNvSpPr>
          <p:nvPr>
            <p:ph type="title"/>
          </p:nvPr>
        </p:nvSpPr>
        <p:spPr/>
        <p:txBody>
          <a:bodyPr>
            <a:noAutofit/>
          </a:bodyPr>
          <a:lstStyle/>
          <a:p>
            <a:r>
              <a:rPr kumimoji="1" lang="en-US" altLang="ja-JP" sz="2400">
                <a:solidFill/>
              </a:rPr>
              <a:t>4-1. Web</a:t>
            </a:r>
            <a:r>
              <a:rPr kumimoji="1" lang="ja-JP" altLang="en-US" sz="2400">
                <a:solidFill/>
              </a:rPr>
              <a:t>システム化で総務部の業務が変わる</a:t>
            </a:r>
            <a:r>
              <a:rPr kumimoji="1" lang="en-US" altLang="ja-JP" sz="2400">
                <a:solidFill/>
              </a:rPr>
              <a:t>4</a:t>
            </a:r>
            <a:r>
              <a:rPr kumimoji="1" lang="ja-JP" altLang="en-US" sz="2400">
                <a:solidFill/>
              </a:rPr>
              <a:t>つのこと</a:t>
            </a:r>
          </a:p>
        </p:txBody>
      </p:sp>
      <p:sp>
        <p:nvSpPr>
          <p:cNvPr id="4" name="スライド番号プレースホルダー 3">
            <a:extLst>
              <a:ext uri="{FF2B5EF4-FFF2-40B4-BE49-F238E27FC236}">
                <a16:creationId xmlns:a16="http://schemas.microsoft.com/office/drawing/2014/main" id="{0D5C5261-506A-8BC5-B0A6-9DE9186BF791}"/>
              </a:ext>
            </a:extLst>
          </p:cNvPr>
          <p:cNvSpPr>
            <a:spLocks noGrp="1"/>
          </p:cNvSpPr>
          <p:nvPr>
            <p:ph type="sldNum" sz="quarter" idx="12"/>
          </p:nvPr>
        </p:nvSpPr>
        <p:spPr/>
        <p:txBody>
          <a:bodyPr/>
          <a:lstStyle/>
          <a:p>
            <a:fld id="{59F857F7-C215-C24D-8BD9-19720E902953}" type="slidenum">
              <a:rPr kumimoji="1" lang="ja-JP" altLang="en-US" smtClean="0"/>
              <a:pPr/>
              <a:t>17</a:t>
            </a:fld>
            <a:endParaRPr kumimoji="1" lang="ja-JP" altLang="en-US"/>
          </a:p>
        </p:txBody>
      </p:sp>
      <p:sp>
        <p:nvSpPr>
          <p:cNvPr id="3" name="TextBox 2">
            <a:extLst>
              <a:ext uri="{FF2B5EF4-FFF2-40B4-BE49-F238E27FC236}">
                <a16:creationId xmlns:a16="http://schemas.microsoft.com/office/drawing/2014/main" id="{96261101-08F3-D015-4FF5-9285C14EC76C}"/>
              </a:ext>
            </a:extLst>
          </p:cNvPr>
          <p:cNvSpPr txBox="1"/>
          <p:nvPr/>
        </p:nvSpPr>
        <p:spPr>
          <a:xfrm>
            <a:off x="457199" y="1143000"/>
            <a:ext cx="5838825" cy="3880037"/>
          </a:xfrm>
          <a:prstGeom prst="rect">
            <a:avLst/>
          </a:prstGeom>
          <a:noFill/>
        </p:spPr>
        <p:txBody>
          <a:bodyPr wrap="square" lIns="137160" rIns="137160">
            <a:spAutoFit/>
          </a:bodyPr>
          <a:lstStyle/>
          <a:p>
            <a:pPr>
              <a:lnSpc>
                <a:spcPct val="110000"/>
              </a:lnSpc>
              <a:defRPr sz="1200">
                <a:latin typeface="Meiryo"/>
              </a:defRPr>
            </a:pPr>
            <a:r>
              <a:rPr lang="ja-JP" altLang="en-US" sz="1200" err="1">
                <a:solidFill/>
                <a:latin typeface="メイリオ" panose="020B0604030504040204" pitchFamily="50" charset="-128"/>
                <a:ea typeface="メイリオ" panose="020B0604030504040204" pitchFamily="50" charset="-128"/>
              </a:rPr>
              <a:t>総務部にとって、</a:t>
            </a:r>
            <a:r>
              <a:rPr lang="en-US" altLang="ja-JP" sz="1200" err="1">
                <a:solidFill/>
                <a:latin typeface="メイリオ" panose="020B0604030504040204" pitchFamily="50" charset="-128"/>
                <a:ea typeface="メイリオ" panose="020B0604030504040204" pitchFamily="50" charset="-128"/>
              </a:rPr>
              <a:t>Web</a:t>
            </a:r>
            <a:r>
              <a:rPr lang="ja-JP" altLang="en-US" sz="1200" err="1">
                <a:solidFill/>
                <a:latin typeface="メイリオ" panose="020B0604030504040204" pitchFamily="50" charset="-128"/>
                <a:ea typeface="メイリオ" panose="020B0604030504040204" pitchFamily="50" charset="-128"/>
              </a:rPr>
              <a:t>システム化で実現する具体的な変化</a:t>
            </a:r>
            <a:endParaRPr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【① </a:t>
            </a:r>
            <a:r>
              <a:rPr lang="ja-JP" altLang="en-US" sz="1200" err="1">
                <a:solidFill/>
                <a:latin typeface="メイリオ" panose="020B0604030504040204" pitchFamily="50" charset="-128"/>
                <a:ea typeface="メイリオ" panose="020B0604030504040204" pitchFamily="50" charset="-128"/>
              </a:rPr>
              <a:t>エラーが起きても、すぐに原因が分かる</a:t>
            </a:r>
            <a:r>
              <a:rPr lang="en-US" altLang="ja-JP" sz="1200">
                <a:solidFill/>
                <a:latin typeface="メイリオ" panose="020B0604030504040204" pitchFamily="50" charset="-128"/>
                <a:ea typeface="メイリオ" panose="020B0604030504040204" pitchFamily="50" charset="-128"/>
              </a:rPr>
              <a:t>】</a:t>
            </a: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Aft>
                <a:spcPts val="200"/>
              </a:spcAft>
              <a:defRPr sz="12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Zabbix 24</a:t>
            </a:r>
            <a:r>
              <a:rPr lang="ja-JP" altLang="en-US" sz="1200">
                <a:solidFill/>
                <a:latin typeface="メイリオ" panose="020B0604030504040204" pitchFamily="50" charset="-128"/>
                <a:ea typeface="メイリオ" panose="020B0604030504040204" pitchFamily="50" charset="-128"/>
              </a:rPr>
              <a:t>時間監視システム</a:t>
            </a: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エラー発生時、</a:t>
            </a:r>
            <a:r>
              <a:rPr lang="en-US" altLang="ja-JP" sz="1200" err="1">
                <a:solidFill/>
                <a:latin typeface="メイリオ" panose="020B0604030504040204" pitchFamily="50" charset="-128"/>
                <a:ea typeface="メイリオ" panose="020B0604030504040204" pitchFamily="50" charset="-128"/>
              </a:rPr>
              <a:t>DI</a:t>
            </a:r>
            <a:r>
              <a:rPr lang="ja-JP" altLang="en-US" sz="1200" err="1">
                <a:solidFill/>
                <a:latin typeface="メイリオ" panose="020B0604030504040204" pitchFamily="50" charset="-128"/>
                <a:ea typeface="メイリオ" panose="020B0604030504040204" pitchFamily="50" charset="-128"/>
              </a:rPr>
              <a:t>部に即座に通知</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詳細ログで「どの画面で</a:t>
            </a:r>
            <a:r>
              <a:rPr lang="ja-JP" altLang="en-US" sz="1200">
                <a:solidFill/>
                <a:latin typeface="メイリオ" panose="020B0604030504040204" pitchFamily="50" charset="-128"/>
                <a:ea typeface="メイリオ" panose="020B0604030504040204" pitchFamily="50" charset="-128"/>
              </a:rPr>
              <a:t>」「</a:t>
            </a:r>
            <a:r>
              <a:rPr lang="ja-JP" altLang="en-US" sz="1200" err="1">
                <a:solidFill/>
                <a:latin typeface="メイリオ" panose="020B0604030504040204" pitchFamily="50" charset="-128"/>
                <a:ea typeface="メイリオ" panose="020B0604030504040204" pitchFamily="50" charset="-128"/>
              </a:rPr>
              <a:t>誰が</a:t>
            </a:r>
            <a:r>
              <a:rPr lang="ja-JP" altLang="en-US" sz="1200">
                <a:solidFill/>
                <a:latin typeface="メイリオ" panose="020B0604030504040204" pitchFamily="50" charset="-128"/>
                <a:ea typeface="メイリオ" panose="020B0604030504040204" pitchFamily="50" charset="-128"/>
              </a:rPr>
              <a:t>」「</a:t>
            </a:r>
            <a:r>
              <a:rPr lang="ja-JP" altLang="en-US" sz="1200" err="1">
                <a:solidFill/>
                <a:latin typeface="メイリオ" panose="020B0604030504040204" pitchFamily="50" charset="-128"/>
                <a:ea typeface="メイリオ" panose="020B0604030504040204" pitchFamily="50" charset="-128"/>
              </a:rPr>
              <a:t>何をした時」に起きたか一目瞭然</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外部ベンダーへの問い合わせが不要に</a:t>
            </a:r>
            <a:endParaRPr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【② </a:t>
            </a:r>
            <a:r>
              <a:rPr lang="ja-JP" altLang="en-US" sz="1200" err="1">
                <a:solidFill/>
                <a:latin typeface="メイリオ" panose="020B0604030504040204" pitchFamily="50" charset="-128"/>
                <a:ea typeface="メイリオ" panose="020B0604030504040204" pitchFamily="50" charset="-128"/>
              </a:rPr>
              <a:t>出光ネットワーク内なら、どの端末からでもアクセス可能</a:t>
            </a:r>
            <a:r>
              <a:rPr lang="en-US" altLang="ja-JP" sz="1200">
                <a:solidFill/>
                <a:latin typeface="メイリオ" panose="020B0604030504040204" pitchFamily="50" charset="-128"/>
                <a:ea typeface="メイリオ" panose="020B0604030504040204" pitchFamily="50" charset="-128"/>
              </a:rPr>
              <a:t>】</a:t>
            </a: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Aft>
                <a:spcPts val="200"/>
              </a:spcAft>
              <a:defRPr sz="12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err="1">
                <a:solidFill/>
                <a:latin typeface="メイリオ" panose="020B0604030504040204" pitchFamily="50" charset="-128"/>
                <a:ea typeface="メイリオ" panose="020B0604030504040204" pitchFamily="50" charset="-128"/>
              </a:rPr>
              <a:t>Web</a:t>
            </a:r>
            <a:r>
              <a:rPr lang="ja-JP" altLang="en-US" sz="1200" err="1">
                <a:solidFill/>
                <a:latin typeface="メイリオ" panose="020B0604030504040204" pitchFamily="50" charset="-128"/>
                <a:ea typeface="メイリオ" panose="020B0604030504040204" pitchFamily="50" charset="-128"/>
              </a:rPr>
              <a:t>画面で、いつでもどこでも</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会議室の</a:t>
            </a:r>
            <a:r>
              <a:rPr lang="en-US" altLang="ja-JP" sz="1200" err="1">
                <a:solidFill/>
                <a:latin typeface="メイリオ" panose="020B0604030504040204" pitchFamily="50" charset="-128"/>
                <a:ea typeface="メイリオ" panose="020B0604030504040204" pitchFamily="50" charset="-128"/>
              </a:rPr>
              <a:t>PC</a:t>
            </a:r>
            <a:r>
              <a:rPr lang="ja-JP" altLang="en-US" sz="1200" err="1">
                <a:solidFill/>
                <a:latin typeface="メイリオ" panose="020B0604030504040204" pitchFamily="50" charset="-128"/>
                <a:ea typeface="メイリオ" panose="020B0604030504040204" pitchFamily="50" charset="-128"/>
              </a:rPr>
              <a:t>、自席の</a:t>
            </a:r>
            <a:r>
              <a:rPr lang="en-US" altLang="ja-JP" sz="1200" err="1">
                <a:solidFill/>
                <a:latin typeface="メイリオ" panose="020B0604030504040204" pitchFamily="50" charset="-128"/>
                <a:ea typeface="メイリオ" panose="020B0604030504040204" pitchFamily="50" charset="-128"/>
              </a:rPr>
              <a:t>PC</a:t>
            </a:r>
            <a:r>
              <a:rPr lang="ja-JP" altLang="en-US" sz="1200" err="1">
                <a:solidFill/>
                <a:latin typeface="メイリオ" panose="020B0604030504040204" pitchFamily="50" charset="-128"/>
                <a:ea typeface="メイリオ" panose="020B0604030504040204" pitchFamily="50" charset="-128"/>
              </a:rPr>
              <a:t>、どこからでも同じ画面</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マクロが入った</a:t>
            </a:r>
            <a:r>
              <a:rPr lang="en-US" altLang="ja-JP" sz="1200" err="1">
                <a:solidFill/>
                <a:latin typeface="メイリオ" panose="020B0604030504040204" pitchFamily="50" charset="-128"/>
                <a:ea typeface="メイリオ" panose="020B0604030504040204" pitchFamily="50" charset="-128"/>
              </a:rPr>
              <a:t>Excel</a:t>
            </a:r>
            <a:r>
              <a:rPr lang="ja-JP" altLang="en-US" sz="1200" err="1">
                <a:solidFill/>
                <a:latin typeface="メイリオ" panose="020B0604030504040204" pitchFamily="50" charset="-128"/>
                <a:ea typeface="メイリオ" panose="020B0604030504040204" pitchFamily="50" charset="-128"/>
              </a:rPr>
              <a:t>ファイルを探す手間が不要</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複数人が同時にアクセス可能（マクロの待ち時間ゼロ</a:t>
            </a:r>
            <a:r>
              <a:rPr lang="ja-JP" altLang="en-US" sz="1200">
                <a:solidFill/>
                <a:latin typeface="メイリオ" panose="020B0604030504040204" pitchFamily="50" charset="-128"/>
                <a:ea typeface="メイリオ" panose="020B0604030504040204" pitchFamily="50" charset="-128"/>
              </a:rPr>
              <a:t>）</a:t>
            </a: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p:txBody>
      </p:sp>
      <p:sp>
        <p:nvSpPr>
          <p:cNvPr id="6" name="TextBox 2">
            <a:extLst>
              <a:ext uri="{FF2B5EF4-FFF2-40B4-BE49-F238E27FC236}">
                <a16:creationId xmlns:a16="http://schemas.microsoft.com/office/drawing/2014/main" id="{735BB92A-FFD8-E594-CFCC-107975AB26AB}"/>
              </a:ext>
            </a:extLst>
          </p:cNvPr>
          <p:cNvSpPr txBox="1"/>
          <p:nvPr/>
        </p:nvSpPr>
        <p:spPr>
          <a:xfrm>
            <a:off x="6562725" y="1361114"/>
            <a:ext cx="5642994" cy="3393237"/>
          </a:xfrm>
          <a:prstGeom prst="rect">
            <a:avLst/>
          </a:prstGeom>
          <a:noFill/>
        </p:spPr>
        <p:txBody>
          <a:bodyPr wrap="square" lIns="137160" rIns="137160">
            <a:spAutoFit/>
          </a:bodyPr>
          <a:lstStyle/>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【③ </a:t>
            </a:r>
            <a:r>
              <a:rPr lang="ja-JP" altLang="en-US" sz="1200" err="1">
                <a:solidFill/>
                <a:latin typeface="メイリオ" panose="020B0604030504040204" pitchFamily="50" charset="-128"/>
                <a:ea typeface="メイリオ" panose="020B0604030504040204" pitchFamily="50" charset="-128"/>
              </a:rPr>
              <a:t>申請書の記載ミスを、入力時点で自動チェック</a:t>
            </a:r>
            <a:r>
              <a:rPr lang="en-US" altLang="ja-JP" sz="1200">
                <a:solidFill/>
                <a:latin typeface="メイリオ" panose="020B0604030504040204" pitchFamily="50" charset="-128"/>
                <a:ea typeface="メイリオ" panose="020B0604030504040204" pitchFamily="50" charset="-128"/>
              </a:rPr>
              <a:t>】</a:t>
            </a: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Aft>
                <a:spcPts val="200"/>
              </a:spcAft>
              <a:defRPr sz="1200">
                <a:latin typeface="Meiryo"/>
              </a:defRPr>
            </a:pPr>
            <a:r>
              <a:rPr lang="ja-JP" altLang="en-US"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リアルタイム入力検証</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a:solidFill/>
                <a:latin typeface="メイリオ" panose="020B0604030504040204" pitchFamily="50" charset="-128"/>
                <a:ea typeface="メイリオ" panose="020B0604030504040204" pitchFamily="50" charset="-128"/>
              </a:rPr>
              <a:t>「</a:t>
            </a:r>
            <a:r>
              <a:rPr lang="ja-JP" altLang="en-US" sz="1200" err="1">
                <a:solidFill/>
                <a:latin typeface="メイリオ" panose="020B0604030504040204" pitchFamily="50" charset="-128"/>
                <a:ea typeface="メイリオ" panose="020B0604030504040204" pitchFamily="50" charset="-128"/>
              </a:rPr>
              <a:t>この項目は必須です</a:t>
            </a:r>
            <a:r>
              <a:rPr lang="ja-JP" altLang="en-US" sz="1200">
                <a:solidFill/>
                <a:latin typeface="メイリオ" panose="020B0604030504040204" pitchFamily="50" charset="-128"/>
                <a:ea typeface="メイリオ" panose="020B0604030504040204" pitchFamily="50" charset="-128"/>
              </a:rPr>
              <a:t>」「</a:t>
            </a:r>
            <a:r>
              <a:rPr lang="ja-JP" altLang="en-US" sz="1200" err="1">
                <a:solidFill/>
                <a:latin typeface="メイリオ" panose="020B0604030504040204" pitchFamily="50" charset="-128"/>
                <a:ea typeface="メイリオ" panose="020B0604030504040204" pitchFamily="50" charset="-128"/>
              </a:rPr>
              <a:t>数値が範囲外です」と即座にエラー表示</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各事業部からの予期しない入力を事前に防ぐ</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マクロ実行後のエラー対応が激減</a:t>
            </a:r>
            <a:endParaRPr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【④ </a:t>
            </a:r>
            <a:r>
              <a:rPr lang="ja-JP" altLang="en-US" sz="1200" err="1">
                <a:solidFill/>
                <a:latin typeface="メイリオ" panose="020B0604030504040204" pitchFamily="50" charset="-128"/>
                <a:ea typeface="メイリオ" panose="020B0604030504040204" pitchFamily="50" charset="-128"/>
              </a:rPr>
              <a:t>将来の業務変化に、迅速に対応可能</a:t>
            </a:r>
            <a:r>
              <a:rPr lang="en-US" altLang="ja-JP" sz="1200">
                <a:solidFill/>
                <a:latin typeface="メイリオ" panose="020B0604030504040204" pitchFamily="50" charset="-128"/>
                <a:ea typeface="メイリオ" panose="020B0604030504040204" pitchFamily="50" charset="-128"/>
              </a:rPr>
              <a:t>】</a:t>
            </a: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Aft>
                <a:spcPts val="200"/>
              </a:spcAft>
              <a:defRPr sz="12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err="1">
                <a:solidFill/>
                <a:latin typeface="メイリオ" panose="020B0604030504040204" pitchFamily="50" charset="-128"/>
                <a:ea typeface="メイリオ" panose="020B0604030504040204" pitchFamily="50" charset="-128"/>
              </a:rPr>
              <a:t>Azure</a:t>
            </a:r>
            <a:r>
              <a:rPr lang="ja-JP" altLang="en-US" sz="1200" err="1">
                <a:solidFill/>
                <a:latin typeface="メイリオ" panose="020B0604030504040204" pitchFamily="50" charset="-128"/>
                <a:ea typeface="メイリオ" panose="020B0604030504040204" pitchFamily="50" charset="-128"/>
              </a:rPr>
              <a:t>基盤で柔軟な機能拡張</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取引先条件や計算式の変更に、数週間で対応（現状は実質不可能</a:t>
            </a:r>
            <a:r>
              <a:rPr lang="ja-JP" altLang="en-US" sz="1200">
                <a:solidFill/>
                <a:latin typeface="メイリオ" panose="020B0604030504040204" pitchFamily="50" charset="-128"/>
                <a:ea typeface="メイリオ" panose="020B0604030504040204" pitchFamily="50" charset="-128"/>
              </a:rPr>
              <a:t>）</a:t>
            </a: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Wave2</a:t>
            </a:r>
            <a:r>
              <a:rPr lang="ja-JP" altLang="en-US" sz="1200">
                <a:solidFill/>
                <a:latin typeface="メイリオ" panose="020B0604030504040204" pitchFamily="50" charset="-128"/>
                <a:ea typeface="メイリオ" panose="020B0604030504040204" pitchFamily="50" charset="-128"/>
              </a:rPr>
              <a:t>で外部データの</a:t>
            </a:r>
            <a:r>
              <a:rPr lang="en-US" altLang="ja-JP" sz="1200">
                <a:solidFill/>
                <a:latin typeface="メイリオ" panose="020B0604030504040204" pitchFamily="50" charset="-128"/>
                <a:ea typeface="メイリオ" panose="020B0604030504040204" pitchFamily="50" charset="-128"/>
              </a:rPr>
              <a:t>API</a:t>
            </a:r>
            <a:r>
              <a:rPr lang="ja-JP" altLang="en-US" sz="1200">
                <a:solidFill/>
                <a:latin typeface="メイリオ" panose="020B0604030504040204" pitchFamily="50" charset="-128"/>
                <a:ea typeface="メイリオ" panose="020B0604030504040204" pitchFamily="50" charset="-128"/>
              </a:rPr>
              <a:t>自動連携など、段階的に機能追加</a:t>
            </a: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出光興産の次期アーキテクチャに適合した将来性のある基盤</a:t>
            </a:r>
            <a:endParaRPr sz="12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2791206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CD089-4780-63D1-BC4D-3F6FE462DFB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E7812E7-E17A-1078-5029-34189D7B3AEF}"/>
              </a:ext>
            </a:extLst>
          </p:cNvPr>
          <p:cNvSpPr>
            <a:spLocks noGrp="1"/>
          </p:cNvSpPr>
          <p:nvPr>
            <p:ph type="title"/>
          </p:nvPr>
        </p:nvSpPr>
        <p:spPr/>
        <p:txBody>
          <a:bodyPr>
            <a:noAutofit/>
          </a:bodyPr>
          <a:lstStyle/>
          <a:p>
            <a:r>
              <a:rPr kumimoji="1" lang="en-US" altLang="ja-JP" sz="2400">
                <a:solidFill/>
              </a:rPr>
              <a:t>4-2. </a:t>
            </a:r>
            <a:r>
              <a:rPr kumimoji="1" lang="ja-JP" altLang="en-US" sz="2400">
                <a:solidFill/>
              </a:rPr>
              <a:t>主要機能</a:t>
            </a:r>
          </a:p>
        </p:txBody>
      </p:sp>
      <p:sp>
        <p:nvSpPr>
          <p:cNvPr id="4" name="スライド番号プレースホルダー 3">
            <a:extLst>
              <a:ext uri="{FF2B5EF4-FFF2-40B4-BE49-F238E27FC236}">
                <a16:creationId xmlns:a16="http://schemas.microsoft.com/office/drawing/2014/main" id="{94786159-B403-C65E-5275-5F0A66CF5467}"/>
              </a:ext>
            </a:extLst>
          </p:cNvPr>
          <p:cNvSpPr>
            <a:spLocks noGrp="1"/>
          </p:cNvSpPr>
          <p:nvPr>
            <p:ph type="sldNum" sz="quarter" idx="12"/>
          </p:nvPr>
        </p:nvSpPr>
        <p:spPr/>
        <p:txBody>
          <a:bodyPr/>
          <a:lstStyle/>
          <a:p>
            <a:fld id="{59F857F7-C215-C24D-8BD9-19720E902953}" type="slidenum">
              <a:rPr kumimoji="1" lang="ja-JP" altLang="en-US" smtClean="0"/>
              <a:pPr/>
              <a:t>18</a:t>
            </a:fld>
            <a:endParaRPr kumimoji="1" lang="ja-JP" altLang="en-US"/>
          </a:p>
        </p:txBody>
      </p:sp>
      <p:sp>
        <p:nvSpPr>
          <p:cNvPr id="6" name="TextBox 2">
            <a:extLst>
              <a:ext uri="{FF2B5EF4-FFF2-40B4-BE49-F238E27FC236}">
                <a16:creationId xmlns:a16="http://schemas.microsoft.com/office/drawing/2014/main" id="{A4634598-3EEB-035E-98AA-7DC6544B4564}"/>
              </a:ext>
            </a:extLst>
          </p:cNvPr>
          <p:cNvSpPr txBox="1"/>
          <p:nvPr/>
        </p:nvSpPr>
        <p:spPr>
          <a:xfrm>
            <a:off x="457200" y="1143000"/>
            <a:ext cx="11247120" cy="4188839"/>
          </a:xfrm>
          <a:prstGeom prst="rect">
            <a:avLst/>
          </a:prstGeom>
          <a:noFill/>
        </p:spPr>
        <p:txBody>
          <a:bodyPr wrap="square" lIns="137160" rIns="137160">
            <a:spAutoFit/>
          </a:bodyPr>
          <a:lstStyle/>
          <a:p>
            <a:pPr>
              <a:lnSpc>
                <a:spcPct val="110000"/>
              </a:lnSpc>
              <a:spcBef>
                <a:spcPts val="0"/>
              </a:spcBef>
              <a:spcAft>
                <a:spcPts val="400"/>
              </a:spcAft>
              <a:defRPr sz="14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【1. </a:t>
            </a:r>
            <a:r>
              <a:rPr lang="ja-JP" altLang="en-US" sz="1200" err="1">
                <a:solidFill/>
                <a:latin typeface="メイリオ" panose="020B0604030504040204" pitchFamily="50" charset="-128"/>
                <a:ea typeface="メイリオ" panose="020B0604030504040204" pitchFamily="50" charset="-128"/>
              </a:rPr>
              <a:t>ユーザー認証・権限管理</a:t>
            </a:r>
            <a:r>
              <a:rPr lang="en-US" altLang="ja-JP" sz="1200">
                <a:solidFill/>
                <a:latin typeface="メイリオ" panose="020B0604030504040204" pitchFamily="50" charset="-128"/>
                <a:ea typeface="メイリオ" panose="020B0604030504040204" pitchFamily="50" charset="-128"/>
              </a:rPr>
              <a:t>】</a:t>
            </a:r>
          </a:p>
          <a:p>
            <a:pPr>
              <a:lnSpc>
                <a:spcPct val="110000"/>
              </a:lnSpc>
              <a:spcAft>
                <a:spcPts val="200"/>
              </a:spcAft>
              <a:defRPr sz="1200">
                <a:latin typeface="Meiryo"/>
              </a:defRPr>
            </a:pP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社内認証システム連携</a:t>
            </a:r>
            <a:r>
              <a:rPr lang="en-US" altLang="ja-JP" sz="1200">
                <a:solidFill/>
                <a:latin typeface="メイリオ" panose="020B0604030504040204" pitchFamily="50" charset="-128"/>
                <a:ea typeface="メイリオ" panose="020B0604030504040204" pitchFamily="50" charset="-128"/>
              </a:rPr>
              <a:t>(SSO)</a:t>
            </a:r>
            <a:r>
              <a:rPr lang="ja-JP" altLang="en-US" sz="1200">
                <a:solidFill/>
                <a:latin typeface="メイリオ" panose="020B0604030504040204" pitchFamily="50" charset="-128"/>
                <a:ea typeface="メイリオ" panose="020B0604030504040204" pitchFamily="50" charset="-128"/>
              </a:rPr>
              <a:t>、</a:t>
            </a:r>
            <a:r>
              <a:rPr lang="ja-JP" altLang="en-US" sz="1200" err="1">
                <a:solidFill/>
                <a:latin typeface="メイリオ" panose="020B0604030504040204" pitchFamily="50" charset="-128"/>
                <a:ea typeface="メイリオ" panose="020B0604030504040204" pitchFamily="50" charset="-128"/>
              </a:rPr>
              <a:t>権限設定</a:t>
            </a:r>
            <a:r>
              <a:rPr lang="en-US" altLang="ja-JP" sz="1200">
                <a:solidFill/>
                <a:latin typeface="メイリオ" panose="020B0604030504040204" pitchFamily="50" charset="-128"/>
                <a:ea typeface="メイリオ" panose="020B0604030504040204" pitchFamily="50" charset="-128"/>
              </a:rPr>
              <a:t>(IDM)</a:t>
            </a:r>
            <a:endParaRPr lang="ja-JP" altLang="en-US" sz="1200">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【2. </a:t>
            </a:r>
            <a:r>
              <a:rPr lang="ja-JP" altLang="en-US" sz="1200" err="1">
                <a:solidFill/>
                <a:latin typeface="メイリオ" panose="020B0604030504040204" pitchFamily="50" charset="-128"/>
                <a:ea typeface="メイリオ" panose="020B0604030504040204" pitchFamily="50" charset="-128"/>
              </a:rPr>
              <a:t>データ入力・管理機能</a:t>
            </a:r>
            <a:r>
              <a:rPr lang="en-US" altLang="ja-JP" sz="1200">
                <a:solidFill/>
                <a:latin typeface="メイリオ" panose="020B0604030504040204" pitchFamily="50" charset="-128"/>
                <a:ea typeface="メイリオ" panose="020B0604030504040204" pitchFamily="50" charset="-128"/>
              </a:rPr>
              <a:t>】</a:t>
            </a:r>
          </a:p>
          <a:p>
            <a:pPr>
              <a:lnSpc>
                <a:spcPct val="110000"/>
              </a:lnSpc>
              <a:spcAft>
                <a:spcPts val="200"/>
              </a:spcAft>
              <a:defRPr sz="1200">
                <a:latin typeface="Meiryo"/>
              </a:defRPr>
            </a:pPr>
            <a:r>
              <a:rPr lang="en-US" altLang="ja-JP" sz="1200">
                <a:solidFill/>
                <a:latin typeface="メイリオ" panose="020B0604030504040204" pitchFamily="50" charset="-128"/>
                <a:ea typeface="メイリオ" panose="020B0604030504040204" pitchFamily="50" charset="-128"/>
              </a:rPr>
              <a:t>• </a:t>
            </a:r>
            <a:r>
              <a:rPr lang="en-US" altLang="ja-JP" sz="1200" err="1">
                <a:solidFill/>
                <a:latin typeface="メイリオ" panose="020B0604030504040204" pitchFamily="50" charset="-128"/>
                <a:ea typeface="メイリオ" panose="020B0604030504040204" pitchFamily="50" charset="-128"/>
              </a:rPr>
              <a:t>Web</a:t>
            </a:r>
            <a:r>
              <a:rPr lang="ja-JP" altLang="en-US" sz="1200" err="1">
                <a:solidFill/>
                <a:latin typeface="メイリオ" panose="020B0604030504040204" pitchFamily="50" charset="-128"/>
                <a:ea typeface="メイリオ" panose="020B0604030504040204" pitchFamily="50" charset="-128"/>
              </a:rPr>
              <a:t>画面でのデータ入力、リアルタイム検証</a:t>
            </a:r>
            <a:endParaRPr lang="ja-JP" altLang="en-US" sz="1200">
              <a:latin typeface="メイリオ" panose="020B0604030504040204" pitchFamily="50" charset="-128"/>
              <a:ea typeface="メイリオ" panose="020B0604030504040204" pitchFamily="50" charset="-128"/>
            </a:endParaRPr>
          </a:p>
          <a:p>
            <a:pPr>
              <a:lnSpc>
                <a:spcPct val="110000"/>
              </a:lnSpc>
              <a:spcAft>
                <a:spcPts val="200"/>
              </a:spcAft>
              <a:defRPr sz="1200">
                <a:latin typeface="Meiryo"/>
              </a:defRPr>
            </a:pPr>
            <a:r>
              <a:rPr lang="en-US" altLang="ja-JP" sz="1200">
                <a:solidFill/>
                <a:latin typeface="メイリオ" panose="020B0604030504040204" pitchFamily="50" charset="-128"/>
                <a:ea typeface="メイリオ" panose="020B0604030504040204" pitchFamily="50" charset="-128"/>
              </a:rPr>
              <a:t>• </a:t>
            </a:r>
            <a:r>
              <a:rPr lang="en-US" altLang="ja-JP" sz="1200" err="1">
                <a:solidFill/>
                <a:latin typeface="メイリオ" panose="020B0604030504040204" pitchFamily="50" charset="-128"/>
                <a:ea typeface="メイリオ" panose="020B0604030504040204" pitchFamily="50" charset="-128"/>
              </a:rPr>
              <a:t>Excel</a:t>
            </a:r>
            <a:r>
              <a:rPr lang="ja-JP" altLang="en-US" sz="1200" err="1">
                <a:solidFill/>
                <a:latin typeface="メイリオ" panose="020B0604030504040204" pitchFamily="50" charset="-128"/>
                <a:ea typeface="メイリオ" panose="020B0604030504040204" pitchFamily="50" charset="-128"/>
              </a:rPr>
              <a:t>ファイル一括取り込み、履歴管理、途中保存</a:t>
            </a:r>
            <a:endParaRPr lang="ja-JP" altLang="en-US"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lang="ja-JP" altLang="en-US" sz="1200">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【3. </a:t>
            </a:r>
            <a:r>
              <a:rPr lang="ja-JP" altLang="en-US" sz="1200" err="1">
                <a:solidFill/>
                <a:latin typeface="メイリオ" panose="020B0604030504040204" pitchFamily="50" charset="-128"/>
                <a:ea typeface="メイリオ" panose="020B0604030504040204" pitchFamily="50" charset="-128"/>
              </a:rPr>
              <a:t>自動処理機能</a:t>
            </a:r>
            <a:r>
              <a:rPr lang="en-US" altLang="ja-JP" sz="1200">
                <a:solidFill/>
                <a:latin typeface="メイリオ" panose="020B0604030504040204" pitchFamily="50" charset="-128"/>
                <a:ea typeface="メイリオ" panose="020B0604030504040204" pitchFamily="50" charset="-128"/>
              </a:rPr>
              <a:t>】</a:t>
            </a:r>
          </a:p>
          <a:p>
            <a:pPr>
              <a:lnSpc>
                <a:spcPct val="110000"/>
              </a:lnSpc>
              <a:spcAft>
                <a:spcPts val="200"/>
              </a:spcAft>
              <a:defRPr sz="1200">
                <a:latin typeface="Meiryo"/>
              </a:defRPr>
            </a:pPr>
            <a:r>
              <a:rPr lang="en-US" altLang="ja-JP" sz="1200">
                <a:solidFill/>
                <a:latin typeface="メイリオ" panose="020B0604030504040204" pitchFamily="50" charset="-128"/>
                <a:ea typeface="メイリオ" panose="020B0604030504040204" pitchFamily="50" charset="-128"/>
              </a:rPr>
              <a:t>• </a:t>
            </a:r>
            <a:r>
              <a:rPr lang="ja-JP" altLang="en-US" sz="1200">
                <a:solidFill/>
                <a:latin typeface="メイリオ" panose="020B0604030504040204" pitchFamily="50" charset="-128"/>
                <a:ea typeface="メイリオ" panose="020B0604030504040204" pitchFamily="50" charset="-128"/>
              </a:rPr>
              <a:t>外部データ取込（</a:t>
            </a:r>
            <a:r>
              <a:rPr lang="en-US" altLang="ja-JP" sz="1200">
                <a:solidFill/>
                <a:latin typeface="メイリオ" panose="020B0604030504040204" pitchFamily="50" charset="-128"/>
                <a:ea typeface="メイリオ" panose="020B0604030504040204" pitchFamily="50" charset="-128"/>
              </a:rPr>
              <a:t>Wave1: </a:t>
            </a:r>
            <a:r>
              <a:rPr lang="ja-JP" altLang="en-US" sz="1200">
                <a:solidFill/>
                <a:latin typeface="メイリオ" panose="020B0604030504040204" pitchFamily="50" charset="-128"/>
                <a:ea typeface="メイリオ" panose="020B0604030504040204" pitchFamily="50" charset="-128"/>
              </a:rPr>
              <a:t>手動／</a:t>
            </a:r>
            <a:r>
              <a:rPr lang="en-US" altLang="ja-JP" sz="1200">
                <a:solidFill/>
                <a:latin typeface="メイリオ" panose="020B0604030504040204" pitchFamily="50" charset="-128"/>
                <a:ea typeface="メイリオ" panose="020B0604030504040204" pitchFamily="50" charset="-128"/>
              </a:rPr>
              <a:t>Wave2: </a:t>
            </a:r>
            <a:r>
              <a:rPr lang="en-US" altLang="ja-JP" sz="1200" err="1">
                <a:solidFill/>
                <a:latin typeface="メイリオ" panose="020B0604030504040204" pitchFamily="50" charset="-128"/>
                <a:ea typeface="メイリオ" panose="020B0604030504040204" pitchFamily="50" charset="-128"/>
              </a:rPr>
              <a:t>API</a:t>
            </a:r>
            <a:r>
              <a:rPr lang="ja-JP" altLang="en-US" sz="1200" err="1">
                <a:solidFill/>
                <a:latin typeface="メイリオ" panose="020B0604030504040204" pitchFamily="50" charset="-128"/>
                <a:ea typeface="メイリオ" panose="020B0604030504040204" pitchFamily="50" charset="-128"/>
              </a:rPr>
              <a:t>自動連携</a:t>
            </a:r>
            <a:r>
              <a:rPr lang="ja-JP" altLang="en-US" sz="1200">
                <a:solidFill/>
                <a:latin typeface="メイリオ" panose="020B0604030504040204" pitchFamily="50" charset="-128"/>
                <a:ea typeface="メイリオ" panose="020B0604030504040204" pitchFamily="50" charset="-128"/>
              </a:rPr>
              <a:t>）</a:t>
            </a:r>
          </a:p>
          <a:p>
            <a:pPr>
              <a:lnSpc>
                <a:spcPct val="110000"/>
              </a:lnSpc>
              <a:spcAft>
                <a:spcPts val="200"/>
              </a:spcAft>
              <a:defRPr sz="1200">
                <a:latin typeface="Meiryo"/>
              </a:defRPr>
            </a:pP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債権管理等級・与信限度額の自動計算</a:t>
            </a:r>
            <a:endParaRPr lang="ja-JP" altLang="en-US" sz="1200">
              <a:latin typeface="メイリオ" panose="020B0604030504040204" pitchFamily="50" charset="-128"/>
              <a:ea typeface="メイリオ" panose="020B0604030504040204" pitchFamily="50" charset="-128"/>
            </a:endParaRPr>
          </a:p>
          <a:p>
            <a:pPr>
              <a:lnSpc>
                <a:spcPct val="110000"/>
              </a:lnSpc>
              <a:spcAft>
                <a:spcPts val="200"/>
              </a:spcAft>
              <a:defRPr sz="1200">
                <a:latin typeface="Meiryo"/>
              </a:defRPr>
            </a:pP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夜間自動バッチ処理、詳細ログ・アラート</a:t>
            </a:r>
            <a:endParaRPr lang="ja-JP" altLang="en-US"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lang="ja-JP" altLang="en-US" sz="1200">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【4. </a:t>
            </a:r>
            <a:r>
              <a:rPr lang="ja-JP" altLang="en-US" sz="1200">
                <a:solidFill/>
                <a:latin typeface="メイリオ" panose="020B0604030504040204" pitchFamily="50" charset="-128"/>
                <a:ea typeface="メイリオ" panose="020B0604030504040204" pitchFamily="50" charset="-128"/>
              </a:rPr>
              <a:t>ワークフロー機能</a:t>
            </a:r>
            <a:r>
              <a:rPr lang="en-US" altLang="ja-JP" sz="1200">
                <a:solidFill/>
                <a:latin typeface="メイリオ" panose="020B0604030504040204" pitchFamily="50" charset="-128"/>
                <a:ea typeface="メイリオ" panose="020B0604030504040204" pitchFamily="50" charset="-128"/>
              </a:rPr>
              <a:t>】</a:t>
            </a:r>
          </a:p>
          <a:p>
            <a:pPr>
              <a:lnSpc>
                <a:spcPct val="110000"/>
              </a:lnSpc>
              <a:spcAft>
                <a:spcPts val="200"/>
              </a:spcAft>
              <a:defRPr sz="1200">
                <a:latin typeface="Meiryo"/>
              </a:defRPr>
            </a:pPr>
            <a:r>
              <a:rPr lang="en-US" altLang="ja-JP" sz="1200">
                <a:solidFill/>
                <a:latin typeface="メイリオ" panose="020B0604030504040204" pitchFamily="50" charset="-128"/>
                <a:ea typeface="メイリオ" panose="020B0604030504040204" pitchFamily="50" charset="-128"/>
              </a:rPr>
              <a:t>• </a:t>
            </a:r>
            <a:r>
              <a:rPr lang="ja-JP" altLang="en-US" sz="1200">
                <a:solidFill/>
                <a:latin typeface="メイリオ" panose="020B0604030504040204" pitchFamily="50" charset="-128"/>
                <a:ea typeface="メイリオ" panose="020B0604030504040204" pitchFamily="50" charset="-128"/>
              </a:rPr>
              <a:t>承認申請</a:t>
            </a:r>
            <a:r>
              <a:rPr lang="en-US" altLang="ja-JP" sz="1200">
                <a:solidFill/>
                <a:latin typeface="メイリオ" panose="020B0604030504040204" pitchFamily="50" charset="-128"/>
                <a:ea typeface="メイリオ" panose="020B0604030504040204" pitchFamily="50" charset="-128"/>
              </a:rPr>
              <a:t>(</a:t>
            </a:r>
            <a:r>
              <a:rPr lang="ja-JP" altLang="en-US" sz="1200">
                <a:solidFill/>
                <a:latin typeface="メイリオ" panose="020B0604030504040204" pitchFamily="50" charset="-128"/>
                <a:ea typeface="メイリオ" panose="020B0604030504040204" pitchFamily="50" charset="-128"/>
              </a:rPr>
              <a:t>汎用ワークフロー</a:t>
            </a:r>
            <a:r>
              <a:rPr lang="en-US" altLang="ja-JP" sz="1200">
                <a:solidFill/>
                <a:latin typeface="メイリオ" panose="020B0604030504040204" pitchFamily="50" charset="-128"/>
                <a:ea typeface="メイリオ" panose="020B0604030504040204" pitchFamily="50" charset="-128"/>
              </a:rPr>
              <a:t>/Box</a:t>
            </a:r>
            <a:r>
              <a:rPr lang="ja-JP" altLang="en-US" sz="1200">
                <a:solidFill/>
                <a:latin typeface="メイリオ" panose="020B0604030504040204" pitchFamily="50" charset="-128"/>
                <a:ea typeface="メイリオ" panose="020B0604030504040204" pitchFamily="50" charset="-128"/>
              </a:rPr>
              <a:t>連携</a:t>
            </a:r>
            <a:r>
              <a:rPr lang="en-US" altLang="ja-JP" sz="1200">
                <a:solidFill/>
                <a:latin typeface="メイリオ" panose="020B0604030504040204" pitchFamily="50" charset="-128"/>
                <a:ea typeface="メイリオ" panose="020B0604030504040204" pitchFamily="50" charset="-128"/>
              </a:rPr>
              <a:t>)</a:t>
            </a:r>
            <a:r>
              <a:rPr lang="ja-JP" altLang="en-US" sz="1200">
                <a:solidFill/>
                <a:latin typeface="メイリオ" panose="020B0604030504040204" pitchFamily="50" charset="-128"/>
                <a:ea typeface="メイリオ" panose="020B0604030504040204" pitchFamily="50" charset="-128"/>
              </a:rPr>
              <a:t>、メール、差し戻し機能</a:t>
            </a:r>
            <a:endParaRPr lang="ja-JP" altLang="en-US"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lang="ja-JP" altLang="en-US" sz="1200">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【5. </a:t>
            </a:r>
            <a:r>
              <a:rPr lang="ja-JP" altLang="en-US" sz="1200" err="1">
                <a:solidFill/>
                <a:latin typeface="メイリオ" panose="020B0604030504040204" pitchFamily="50" charset="-128"/>
                <a:ea typeface="メイリオ" panose="020B0604030504040204" pitchFamily="50" charset="-128"/>
              </a:rPr>
              <a:t>レポート出力機能</a:t>
            </a:r>
            <a:r>
              <a:rPr lang="en-US" altLang="ja-JP" sz="1200">
                <a:solidFill/>
                <a:latin typeface="メイリオ" panose="020B0604030504040204" pitchFamily="50" charset="-128"/>
                <a:ea typeface="メイリオ" panose="020B0604030504040204" pitchFamily="50" charset="-128"/>
              </a:rPr>
              <a:t>】</a:t>
            </a:r>
          </a:p>
          <a:p>
            <a:pPr>
              <a:lnSpc>
                <a:spcPct val="110000"/>
              </a:lnSpc>
              <a:spcAft>
                <a:spcPts val="200"/>
              </a:spcAft>
              <a:defRPr sz="1200">
                <a:latin typeface="Meiryo"/>
              </a:defRPr>
            </a:pPr>
            <a:r>
              <a:rPr lang="en-US" altLang="ja-JP" sz="1200">
                <a:solidFill/>
                <a:latin typeface="メイリオ" panose="020B0604030504040204" pitchFamily="50" charset="-128"/>
                <a:ea typeface="メイリオ" panose="020B0604030504040204" pitchFamily="50" charset="-128"/>
              </a:rPr>
              <a:t>• </a:t>
            </a:r>
            <a:r>
              <a:rPr lang="en-US" altLang="ja-JP" sz="1200" err="1">
                <a:solidFill/>
                <a:latin typeface="メイリオ" panose="020B0604030504040204" pitchFamily="50" charset="-128"/>
                <a:ea typeface="メイリオ" panose="020B0604030504040204" pitchFamily="50" charset="-128"/>
              </a:rPr>
              <a:t>Excel</a:t>
            </a:r>
            <a:r>
              <a:rPr lang="ja-JP" altLang="en-US" sz="1200" err="1">
                <a:solidFill/>
                <a:latin typeface="メイリオ" panose="020B0604030504040204" pitchFamily="50" charset="-128"/>
                <a:ea typeface="メイリオ" panose="020B0604030504040204" pitchFamily="50" charset="-128"/>
              </a:rPr>
              <a:t>出力、カスタムレポート</a:t>
            </a:r>
            <a:r>
              <a:rPr lang="ja-JP" altLang="en-US" sz="1200">
                <a:solidFill/>
                <a:latin typeface="メイリオ" panose="020B0604030504040204" pitchFamily="50" charset="-128"/>
                <a:ea typeface="メイリオ" panose="020B0604030504040204" pitchFamily="50" charset="-128"/>
              </a:rPr>
              <a:t>（</a:t>
            </a:r>
            <a:r>
              <a:rPr lang="en-US" altLang="ja-JP" sz="1200">
                <a:solidFill/>
                <a:latin typeface="メイリオ" panose="020B0604030504040204" pitchFamily="50" charset="-128"/>
                <a:ea typeface="メイリオ" panose="020B0604030504040204" pitchFamily="50" charset="-128"/>
              </a:rPr>
              <a:t>Wave1: </a:t>
            </a:r>
            <a:r>
              <a:rPr lang="ja-JP" altLang="en-US" sz="1200">
                <a:solidFill/>
                <a:latin typeface="メイリオ" panose="020B0604030504040204" pitchFamily="50" charset="-128"/>
                <a:ea typeface="メイリオ" panose="020B0604030504040204" pitchFamily="50" charset="-128"/>
              </a:rPr>
              <a:t>現行マクロと同等／</a:t>
            </a:r>
            <a:r>
              <a:rPr lang="en-US" altLang="ja-JP" sz="1200">
                <a:solidFill/>
                <a:latin typeface="メイリオ" panose="020B0604030504040204" pitchFamily="50" charset="-128"/>
                <a:ea typeface="メイリオ" panose="020B0604030504040204" pitchFamily="50" charset="-128"/>
              </a:rPr>
              <a:t>Wave2: </a:t>
            </a:r>
            <a:r>
              <a:rPr lang="ja-JP" altLang="en-US" sz="1200">
                <a:solidFill/>
                <a:latin typeface="メイリオ" panose="020B0604030504040204" pitchFamily="50" charset="-128"/>
                <a:ea typeface="メイリオ" panose="020B0604030504040204" pitchFamily="50" charset="-128"/>
              </a:rPr>
              <a:t>業務にあった最適な形式）</a:t>
            </a:r>
            <a:endParaRPr lang="ja-JP" altLang="en-US" sz="12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917622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A6DB2-2D4D-DE83-1F41-65CD808D020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50589F4-1890-5C3B-FB61-934F0B071C27}"/>
              </a:ext>
            </a:extLst>
          </p:cNvPr>
          <p:cNvSpPr>
            <a:spLocks noGrp="1"/>
          </p:cNvSpPr>
          <p:nvPr>
            <p:ph type="title"/>
          </p:nvPr>
        </p:nvSpPr>
        <p:spPr>
          <a:xfrm>
            <a:off x="2640001" y="3042380"/>
            <a:ext cx="7703999" cy="360000"/>
          </a:xfrm>
        </p:spPr>
        <p:txBody>
          <a:bodyPr/>
          <a:lstStyle/>
          <a:p>
            <a:r>
              <a:rPr lang="en-US" altLang="ja-JP">
                <a:solidFill/>
                <a:latin typeface="メイリオ" panose="020B0604030504040204" pitchFamily="50" charset="-128"/>
                <a:ea typeface="メイリオ" panose="020B0604030504040204" pitchFamily="50" charset="-128"/>
              </a:rPr>
              <a:t>5. </a:t>
            </a:r>
            <a:r>
              <a:rPr lang="ja-JP" altLang="en-US">
                <a:solidFill/>
                <a:latin typeface="メイリオ" panose="020B0604030504040204" pitchFamily="50" charset="-128"/>
                <a:ea typeface="メイリオ" panose="020B0604030504040204" pitchFamily="50" charset="-128"/>
              </a:rPr>
              <a:t>スクラム開発アプローチ</a:t>
            </a:r>
            <a:endParaRPr kumimoji="1" lang="ja-JP" altLang="en-US">
              <a:latin typeface="メイリオ" panose="020B0604030504040204" pitchFamily="50" charset="-128"/>
              <a:ea typeface="メイリオ" panose="020B0604030504040204" pitchFamily="50" charset="-128"/>
            </a:endParaRPr>
          </a:p>
        </p:txBody>
      </p:sp>
      <p:sp>
        <p:nvSpPr>
          <p:cNvPr id="3" name="スライド番号プレースホルダー 2">
            <a:extLst>
              <a:ext uri="{FF2B5EF4-FFF2-40B4-BE49-F238E27FC236}">
                <a16:creationId xmlns:a16="http://schemas.microsoft.com/office/drawing/2014/main" id="{5ED571BA-6DFD-1989-C2A1-02B283FE093F}"/>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19</a:t>
            </a:fld>
            <a:endParaRPr kumimoji="1" lang="ja-JP"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1257295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48C9A-C7FD-9957-5568-B8E45C108D2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09EC93F-0309-67FE-0885-94DA4C14A228}"/>
              </a:ext>
            </a:extLst>
          </p:cNvPr>
          <p:cNvSpPr>
            <a:spLocks noGrp="1"/>
          </p:cNvSpPr>
          <p:nvPr>
            <p:ph type="title"/>
          </p:nvPr>
        </p:nvSpPr>
        <p:spPr/>
        <p:txBody>
          <a:bodyPr>
            <a:noAutofit/>
          </a:bodyPr>
          <a:lstStyle/>
          <a:p>
            <a:r>
              <a:rPr kumimoji="1" lang="en-US" altLang="ja-JP" sz="2400">
                <a:solidFill/>
              </a:rPr>
              <a:t>5-1. </a:t>
            </a:r>
            <a:r>
              <a:rPr kumimoji="1" lang="ja-JP" altLang="en-US" sz="2400">
                <a:solidFill/>
              </a:rPr>
              <a:t>スクラム開発の進め方</a:t>
            </a:r>
          </a:p>
        </p:txBody>
      </p:sp>
      <p:sp>
        <p:nvSpPr>
          <p:cNvPr id="4" name="スライド番号プレースホルダー 3">
            <a:extLst>
              <a:ext uri="{FF2B5EF4-FFF2-40B4-BE49-F238E27FC236}">
                <a16:creationId xmlns:a16="http://schemas.microsoft.com/office/drawing/2014/main" id="{7E6F7E1A-D893-AF3C-90F4-B909124E7698}"/>
              </a:ext>
            </a:extLst>
          </p:cNvPr>
          <p:cNvSpPr>
            <a:spLocks noGrp="1"/>
          </p:cNvSpPr>
          <p:nvPr>
            <p:ph type="sldNum" sz="quarter" idx="12"/>
          </p:nvPr>
        </p:nvSpPr>
        <p:spPr/>
        <p:txBody>
          <a:bodyPr/>
          <a:lstStyle/>
          <a:p>
            <a:fld id="{59F857F7-C215-C24D-8BD9-19720E902953}" type="slidenum">
              <a:rPr kumimoji="1" lang="ja-JP" altLang="en-US" smtClean="0"/>
              <a:pPr/>
              <a:t>20</a:t>
            </a:fld>
            <a:endParaRPr kumimoji="1" lang="ja-JP" altLang="en-US"/>
          </a:p>
        </p:txBody>
      </p:sp>
      <p:sp>
        <p:nvSpPr>
          <p:cNvPr id="5" name="TextBox 2">
            <a:extLst>
              <a:ext uri="{FF2B5EF4-FFF2-40B4-BE49-F238E27FC236}">
                <a16:creationId xmlns:a16="http://schemas.microsoft.com/office/drawing/2014/main" id="{7FFFC5B9-3085-8597-698C-1DD813A3160B}"/>
              </a:ext>
            </a:extLst>
          </p:cNvPr>
          <p:cNvSpPr txBox="1"/>
          <p:nvPr/>
        </p:nvSpPr>
        <p:spPr>
          <a:xfrm>
            <a:off x="457200" y="1143000"/>
            <a:ext cx="11247120" cy="5734903"/>
          </a:xfrm>
          <a:prstGeom prst="rect">
            <a:avLst/>
          </a:prstGeom>
          <a:noFill/>
        </p:spPr>
        <p:txBody>
          <a:bodyPr wrap="square" lIns="137160" rIns="137160">
            <a:spAutoFit/>
          </a:bodyPr>
          <a:lstStyle/>
          <a:p>
            <a:pPr>
              <a:lnSpc>
                <a:spcPct val="110000"/>
              </a:lnSpc>
              <a:spcBef>
                <a:spcPts val="800"/>
              </a:spcBef>
              <a:spcAft>
                <a:spcPts val="400"/>
              </a:spcAft>
              <a:defRPr sz="1400" b="1">
                <a:solidFill>
                  <a:srgbClr val="00338D"/>
                </a:solidFill>
                <a:latin typeface="Meiryo"/>
              </a:defRPr>
            </a:pPr>
            <a:r>
              <a:rPr lang="ja-JP" altLang="en-US" sz="1200">
                <a:solidFill/>
                <a:latin typeface="メイリオ" panose="020B0604030504040204" pitchFamily="50" charset="-128"/>
                <a:ea typeface="メイリオ" panose="020B0604030504040204" pitchFamily="50" charset="-128"/>
              </a:rPr>
              <a:t>■ スクラム開発を採用する理由</a:t>
            </a:r>
            <a:br>
              <a:rPr lang="en-US" altLang="ja-JP" sz="1200">
                <a:solidFill/>
                <a:latin typeface="メイリオ" panose="020B0604030504040204" pitchFamily="50" charset="-128"/>
                <a:ea typeface="メイリオ" panose="020B0604030504040204" pitchFamily="50" charset="-128"/>
              </a:rPr>
            </a:br>
            <a:r>
              <a:rPr lang="ja-JP" altLang="en-US" sz="1200">
                <a:solidFill/>
                <a:latin typeface="メイリオ" panose="020B0604030504040204" pitchFamily="50" charset="-128"/>
                <a:ea typeface="メイリオ" panose="020B0604030504040204" pitchFamily="50" charset="-128"/>
              </a:rPr>
              <a:t>● 不確実性の高い作業に対応</a:t>
            </a:r>
            <a:endParaRPr lang="ja-JP" altLang="en-US"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短い周期での実現可能性を探求</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評価とフィードバックに基づいて迅速に適応</a:t>
            </a:r>
            <a:endParaRPr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600"/>
              </a:spcBef>
              <a:spcAft>
                <a:spcPts val="300"/>
              </a:spcAft>
              <a:defRPr sz="1300" b="1">
                <a:solidFill>
                  <a:srgbClr val="FF6600"/>
                </a:solidFill>
                <a:latin typeface="Meiryo"/>
              </a:defRPr>
            </a:pPr>
            <a:r>
              <a:rPr lang="ja-JP" altLang="en-US"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早期の価値提供</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- 2</a:t>
            </a:r>
            <a:r>
              <a:rPr lang="ja-JP" altLang="en-US" sz="1200">
                <a:solidFill/>
                <a:latin typeface="メイリオ" panose="020B0604030504040204" pitchFamily="50" charset="-128"/>
                <a:ea typeface="メイリオ" panose="020B0604030504040204" pitchFamily="50" charset="-128"/>
              </a:rPr>
              <a:t>週間ごとに動くソフトウェアをリリース</a:t>
            </a: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ユーザーフィードバックを次スプリントに反映</a:t>
            </a:r>
            <a:endParaRPr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a:t>
            </a:r>
            <a:r>
              <a:rPr lang="ja-JP" altLang="en-US" sz="1200">
                <a:solidFill/>
                <a:latin typeface="メイリオ" panose="020B0604030504040204" pitchFamily="50" charset="-128"/>
                <a:ea typeface="メイリオ" panose="020B0604030504040204" pitchFamily="50" charset="-128"/>
              </a:rPr>
              <a:t>スクラムの基本構造</a:t>
            </a:r>
            <a:r>
              <a:rPr lang="en-US" altLang="ja-JP" sz="1200">
                <a:solidFill/>
                <a:latin typeface="メイリオ" panose="020B0604030504040204" pitchFamily="50" charset="-128"/>
                <a:ea typeface="メイリオ" panose="020B0604030504040204" pitchFamily="50" charset="-128"/>
              </a:rPr>
              <a:t>】</a:t>
            </a:r>
            <a:endParaRPr lang="ja-JP" altLang="en-US" sz="1200">
              <a:latin typeface="メイリオ" panose="020B0604030504040204" pitchFamily="50" charset="-128"/>
              <a:ea typeface="メイリオ" panose="020B0604030504040204" pitchFamily="50" charset="-128"/>
            </a:endParaRPr>
          </a:p>
          <a:p>
            <a:pPr>
              <a:lnSpc>
                <a:spcPct val="110000"/>
              </a:lnSpc>
              <a:spcAft>
                <a:spcPts val="200"/>
              </a:spcAft>
              <a:defRPr sz="1200">
                <a:latin typeface="Meiryo"/>
              </a:defRPr>
            </a:pPr>
            <a:r>
              <a:rPr lang="ja-JP" altLang="en-US"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プロダクトバックログ</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開発すべき機能のリスト（優先順位付き</a:t>
            </a:r>
            <a:r>
              <a:rPr lang="ja-JP" altLang="en-US" sz="1200">
                <a:solidFill/>
                <a:latin typeface="メイリオ" panose="020B0604030504040204" pitchFamily="50" charset="-128"/>
                <a:ea typeface="メイリオ" panose="020B0604030504040204" pitchFamily="50" charset="-128"/>
              </a:rPr>
              <a:t>）</a:t>
            </a: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プロダクトオーナ</a:t>
            </a:r>
            <a:r>
              <a:rPr lang="ja-JP" altLang="en-US" sz="1200">
                <a:solidFill/>
                <a:latin typeface="メイリオ" panose="020B0604030504040204" pitchFamily="50" charset="-128"/>
                <a:ea typeface="メイリオ" panose="020B0604030504040204" pitchFamily="50" charset="-128"/>
              </a:rPr>
              <a:t>ー（</a:t>
            </a:r>
            <a:r>
              <a:rPr lang="ja-JP" altLang="en-US" sz="1200" err="1">
                <a:solidFill/>
                <a:latin typeface="メイリオ" panose="020B0604030504040204" pitchFamily="50" charset="-128"/>
                <a:ea typeface="メイリオ" panose="020B0604030504040204" pitchFamily="50" charset="-128"/>
              </a:rPr>
              <a:t>総務部）が優先順位を決定</a:t>
            </a:r>
            <a:endParaRPr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Aft>
                <a:spcPts val="200"/>
              </a:spcAft>
              <a:defRPr sz="1200">
                <a:latin typeface="Meiryo"/>
              </a:defRPr>
            </a:pPr>
            <a:r>
              <a:rPr lang="ja-JP" altLang="en-US" sz="1200">
                <a:solidFill/>
                <a:latin typeface="メイリオ" panose="020B0604030504040204" pitchFamily="50" charset="-128"/>
                <a:ea typeface="メイリオ" panose="020B0604030504040204" pitchFamily="50" charset="-128"/>
              </a:rPr>
              <a:t>✓ スプリント（</a:t>
            </a:r>
            <a:r>
              <a:rPr lang="en-US" altLang="ja-JP" sz="1200">
                <a:solidFill/>
                <a:latin typeface="メイリオ" panose="020B0604030504040204" pitchFamily="50" charset="-128"/>
                <a:ea typeface="メイリオ" panose="020B0604030504040204" pitchFamily="50" charset="-128"/>
              </a:rPr>
              <a:t>2</a:t>
            </a:r>
            <a:r>
              <a:rPr lang="ja-JP" altLang="en-US" sz="1200">
                <a:solidFill/>
                <a:latin typeface="メイリオ" panose="020B0604030504040204" pitchFamily="50" charset="-128"/>
                <a:ea typeface="メイリオ" panose="020B0604030504040204" pitchFamily="50" charset="-128"/>
              </a:rPr>
              <a:t>週間サイクル）</a:t>
            </a: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計画</a:t>
            </a:r>
            <a:r>
              <a:rPr lang="ja-JP" altLang="en-US" sz="1200">
                <a:solidFill/>
                <a:latin typeface="メイリオ" panose="020B0604030504040204" pitchFamily="50" charset="-128"/>
                <a:ea typeface="メイリオ" panose="020B0604030504040204" pitchFamily="50" charset="-128"/>
              </a:rPr>
              <a:t> → </a:t>
            </a:r>
            <a:r>
              <a:rPr lang="ja-JP" altLang="en-US" sz="1200" err="1">
                <a:solidFill/>
                <a:latin typeface="メイリオ" panose="020B0604030504040204" pitchFamily="50" charset="-128"/>
                <a:ea typeface="メイリオ" panose="020B0604030504040204" pitchFamily="50" charset="-128"/>
              </a:rPr>
              <a:t>開発</a:t>
            </a:r>
            <a:r>
              <a:rPr lang="ja-JP" altLang="en-US" sz="1200">
                <a:solidFill/>
                <a:latin typeface="メイリオ" panose="020B0604030504040204" pitchFamily="50" charset="-128"/>
                <a:ea typeface="メイリオ" panose="020B0604030504040204" pitchFamily="50" charset="-128"/>
              </a:rPr>
              <a:t> → </a:t>
            </a:r>
            <a:r>
              <a:rPr lang="ja-JP" altLang="en-US" sz="1200" err="1">
                <a:solidFill/>
                <a:latin typeface="メイリオ" panose="020B0604030504040204" pitchFamily="50" charset="-128"/>
                <a:ea typeface="メイリオ" panose="020B0604030504040204" pitchFamily="50" charset="-128"/>
              </a:rPr>
              <a:t>レビュ</a:t>
            </a:r>
            <a:r>
              <a:rPr lang="ja-JP" altLang="en-US" sz="1200">
                <a:solidFill/>
                <a:latin typeface="メイリオ" panose="020B0604030504040204" pitchFamily="50" charset="-128"/>
                <a:ea typeface="メイリオ" panose="020B0604030504040204" pitchFamily="50" charset="-128"/>
              </a:rPr>
              <a:t>ー → </a:t>
            </a:r>
            <a:r>
              <a:rPr lang="ja-JP" altLang="en-US" sz="1200" err="1">
                <a:solidFill/>
                <a:latin typeface="メイリオ" panose="020B0604030504040204" pitchFamily="50" charset="-128"/>
                <a:ea typeface="メイリオ" panose="020B0604030504040204" pitchFamily="50" charset="-128"/>
              </a:rPr>
              <a:t>振り返り</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各スプリント終了時にデモ実施</a:t>
            </a:r>
            <a:endParaRPr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Aft>
                <a:spcPts val="200"/>
              </a:spcAft>
              <a:defRPr sz="1200">
                <a:latin typeface="Meiryo"/>
              </a:defRPr>
            </a:pPr>
            <a:r>
              <a:rPr lang="en-US" sz="1200">
                <a:solidFill/>
                <a:latin typeface="メイリオ" panose="020B0604030504040204" pitchFamily="50" charset="-128"/>
                <a:ea typeface="メイリオ" panose="020B0604030504040204" pitchFamily="50" charset="-128"/>
              </a:rPr>
              <a:t>✓ </a:t>
            </a:r>
            <a:r>
              <a:rPr lang="en-US" sz="1200" err="1">
                <a:solidFill/>
                <a:latin typeface="メイリオ" panose="020B0604030504040204" pitchFamily="50" charset="-128"/>
                <a:ea typeface="メイリオ" panose="020B0604030504040204" pitchFamily="50" charset="-128"/>
              </a:rPr>
              <a:t>MVP（Minimum</a:t>
            </a:r>
            <a:r>
              <a:rPr lang="en-US" sz="1200">
                <a:solidFill/>
                <a:latin typeface="メイリオ" panose="020B0604030504040204" pitchFamily="50" charset="-128"/>
                <a:ea typeface="メイリオ" panose="020B0604030504040204" pitchFamily="50" charset="-128"/>
              </a:rPr>
              <a:t> Viable Product）</a:t>
            </a:r>
          </a:p>
          <a:p>
            <a:pPr lvl="1">
              <a:lnSpc>
                <a:spcPct val="110000"/>
              </a:lnSpc>
              <a:spcAft>
                <a:spcPts val="100"/>
              </a:spcAft>
              <a:defRPr sz="1100">
                <a:latin typeface="Meiryo"/>
              </a:defRPr>
            </a:pPr>
            <a:r>
              <a:rPr lang="en-US" sz="1200">
                <a:solidFill/>
                <a:latin typeface="メイリオ" panose="020B0604030504040204" pitchFamily="50" charset="-128"/>
                <a:ea typeface="メイリオ" panose="020B0604030504040204" pitchFamily="50" charset="-128"/>
              </a:rPr>
              <a:t>  - </a:t>
            </a:r>
            <a:r>
              <a:rPr lang="ja-JP" altLang="en-US" sz="1200" err="1">
                <a:solidFill/>
                <a:latin typeface="メイリオ" panose="020B0604030504040204" pitchFamily="50" charset="-128"/>
                <a:ea typeface="メイリオ" panose="020B0604030504040204" pitchFamily="50" charset="-128"/>
              </a:rPr>
              <a:t>最小限の機能で早期にリリース</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フィードバックを基に改善</a:t>
            </a:r>
            <a:endParaRPr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sz="1200">
              <a:latin typeface="メイリオ" panose="020B0604030504040204" pitchFamily="50" charset="-128"/>
              <a:ea typeface="メイリオ" panose="020B0604030504040204" pitchFamily="50" charset="-128"/>
            </a:endParaRPr>
          </a:p>
          <a:p>
            <a:pPr>
              <a:lnSpc>
                <a:spcPct val="110000"/>
              </a:lnSpc>
              <a:spcAft>
                <a:spcPts val="200"/>
              </a:spcAft>
              <a:defRPr sz="1200">
                <a:latin typeface="Meiryo"/>
              </a:defRPr>
            </a:pPr>
            <a:r>
              <a:rPr lang="ja-JP" altLang="en-US"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継続的な改善</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スプリントごとに振り返り、次に活かす</a:t>
            </a:r>
            <a:endParaRPr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プロセス改善を継続的に実施</a:t>
            </a:r>
            <a:endParaRPr sz="12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9013442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60346-4447-43A5-A595-E943E6F5BCD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A495F4D-DDC0-7814-9A0C-4EB50E795F94}"/>
              </a:ext>
            </a:extLst>
          </p:cNvPr>
          <p:cNvSpPr>
            <a:spLocks noGrp="1"/>
          </p:cNvSpPr>
          <p:nvPr>
            <p:ph type="title"/>
          </p:nvPr>
        </p:nvSpPr>
        <p:spPr/>
        <p:txBody>
          <a:bodyPr>
            <a:noAutofit/>
          </a:bodyPr>
          <a:lstStyle/>
          <a:p>
            <a:r>
              <a:rPr kumimoji="1" lang="en-US" altLang="ja-JP" sz="2400">
                <a:solidFill/>
                <a:latin typeface="メイリオ" panose="020B0604030504040204" pitchFamily="50" charset="-128"/>
                <a:ea typeface="メイリオ" panose="020B0604030504040204" pitchFamily="50" charset="-128"/>
              </a:rPr>
              <a:t>5-2. </a:t>
            </a:r>
            <a:r>
              <a:rPr kumimoji="1" lang="ja-JP" altLang="en-US" sz="2400">
                <a:solidFill/>
                <a:latin typeface="メイリオ" panose="020B0604030504040204" pitchFamily="50" charset="-128"/>
                <a:ea typeface="メイリオ" panose="020B0604030504040204" pitchFamily="50" charset="-128"/>
              </a:rPr>
              <a:t>スクラム開発における</a:t>
            </a:r>
            <a:r>
              <a:rPr kumimoji="1" lang="en-US" altLang="ja-JP" sz="2400">
                <a:solidFill/>
                <a:latin typeface="メイリオ" panose="020B0604030504040204" pitchFamily="50" charset="-128"/>
                <a:ea typeface="メイリオ" panose="020B0604030504040204" pitchFamily="50" charset="-128"/>
              </a:rPr>
              <a:t>6</a:t>
            </a:r>
            <a:r>
              <a:rPr kumimoji="1" lang="ja-JP" altLang="en-US" sz="2400">
                <a:solidFill/>
                <a:latin typeface="メイリオ" panose="020B0604030504040204" pitchFamily="50" charset="-128"/>
                <a:ea typeface="メイリオ" panose="020B0604030504040204" pitchFamily="50" charset="-128"/>
              </a:rPr>
              <a:t>つの重要管理項目</a:t>
            </a:r>
          </a:p>
        </p:txBody>
      </p:sp>
      <p:sp>
        <p:nvSpPr>
          <p:cNvPr id="4" name="スライド番号プレースホルダー 3">
            <a:extLst>
              <a:ext uri="{FF2B5EF4-FFF2-40B4-BE49-F238E27FC236}">
                <a16:creationId xmlns:a16="http://schemas.microsoft.com/office/drawing/2014/main" id="{DFC9093E-C4EC-CD85-0613-6FA9737A5745}"/>
              </a:ext>
            </a:extLst>
          </p:cNvPr>
          <p:cNvSpPr>
            <a:spLocks noGrp="1"/>
          </p:cNvSpPr>
          <p:nvPr>
            <p:ph type="sldNum" sz="quarter" idx="12"/>
          </p:nvPr>
        </p:nvSpPr>
        <p:spPr/>
        <p:txBody>
          <a:bodyPr/>
          <a:lstStyle/>
          <a:p>
            <a:fld id="{59F857F7-C215-C24D-8BD9-19720E902953}" type="slidenum">
              <a:rPr kumimoji="1" lang="ja-JP" altLang="en-US" smtClean="0">
                <a:latin typeface="メイリオ" panose="020B0604030504040204" pitchFamily="50" charset="-128"/>
                <a:ea typeface="メイリオ" panose="020B0604030504040204" pitchFamily="50" charset="-128"/>
              </a:rPr>
              <a:pPr/>
              <a:t>21</a:t>
            </a:fld>
            <a:endParaRPr kumimoji="1" lang="ja-JP" altLang="en-US">
              <a:latin typeface="メイリオ" panose="020B0604030504040204" pitchFamily="50" charset="-128"/>
              <a:ea typeface="メイリオ" panose="020B0604030504040204" pitchFamily="50" charset="-128"/>
            </a:endParaRPr>
          </a:p>
        </p:txBody>
      </p:sp>
      <p:sp>
        <p:nvSpPr>
          <p:cNvPr id="3" name="TextBox 2">
            <a:extLst>
              <a:ext uri="{FF2B5EF4-FFF2-40B4-BE49-F238E27FC236}">
                <a16:creationId xmlns:a16="http://schemas.microsoft.com/office/drawing/2014/main" id="{0829F6E4-25E4-0B88-2F4C-831515FB429A}"/>
              </a:ext>
            </a:extLst>
          </p:cNvPr>
          <p:cNvSpPr txBox="1"/>
          <p:nvPr/>
        </p:nvSpPr>
        <p:spPr>
          <a:xfrm>
            <a:off x="457200" y="1143000"/>
            <a:ext cx="11247120" cy="448328"/>
          </a:xfrm>
          <a:prstGeom prst="rect">
            <a:avLst/>
          </a:prstGeom>
          <a:noFill/>
        </p:spPr>
        <p:txBody>
          <a:bodyPr wrap="square" lIns="137160" rIns="137160">
            <a:spAutoFit/>
          </a:bodyPr>
          <a:lstStyle/>
          <a:p>
            <a:pPr>
              <a:lnSpc>
                <a:spcPct val="110000"/>
              </a:lnSpc>
              <a:spcBef>
                <a:spcPts val="0"/>
              </a:spcBef>
              <a:spcAft>
                <a:spcPts val="400"/>
              </a:spcAft>
              <a:defRPr sz="1400" b="1">
                <a:solidFill>
                  <a:srgbClr val="00338D"/>
                </a:solidFill>
                <a:latin typeface="Meiryo"/>
              </a:defRPr>
            </a:pPr>
            <a:r>
              <a:rPr lang="en-US" altLang="ja-JP">
                <a:solidFill/>
                <a:latin typeface="メイリオ" panose="020B0604030504040204" pitchFamily="50" charset="-128"/>
                <a:ea typeface="メイリオ" panose="020B0604030504040204" pitchFamily="50" charset="-128"/>
              </a:rPr>
              <a:t>【</a:t>
            </a:r>
            <a:r>
              <a:rPr lang="ja-JP" altLang="en-US">
                <a:solidFill/>
                <a:latin typeface="メイリオ" panose="020B0604030504040204" pitchFamily="50" charset="-128"/>
                <a:ea typeface="メイリオ" panose="020B0604030504040204" pitchFamily="50" charset="-128"/>
              </a:rPr>
              <a:t>プロジェクト管理の</a:t>
            </a:r>
            <a:r>
              <a:rPr lang="en-US" altLang="ja-JP">
                <a:solidFill/>
                <a:latin typeface="メイリオ" panose="020B0604030504040204" pitchFamily="50" charset="-128"/>
                <a:ea typeface="メイリオ" panose="020B0604030504040204" pitchFamily="50" charset="-128"/>
              </a:rPr>
              <a:t>6</a:t>
            </a:r>
            <a:r>
              <a:rPr lang="ja-JP" altLang="en-US">
                <a:solidFill/>
                <a:latin typeface="メイリオ" panose="020B0604030504040204" pitchFamily="50" charset="-128"/>
                <a:ea typeface="メイリオ" panose="020B0604030504040204" pitchFamily="50" charset="-128"/>
              </a:rPr>
              <a:t>つの重要項目</a:t>
            </a:r>
            <a:r>
              <a:rPr lang="en-US" altLang="ja-JP">
                <a:solidFill/>
                <a:latin typeface="メイリオ" panose="020B0604030504040204" pitchFamily="50" charset="-128"/>
                <a:ea typeface="メイリオ" panose="020B0604030504040204" pitchFamily="50" charset="-128"/>
              </a:rPr>
              <a:t>】</a:t>
            </a:r>
          </a:p>
          <a:p>
            <a:pPr>
              <a:lnSpc>
                <a:spcPct val="110000"/>
              </a:lnSpc>
              <a:defRPr sz="400">
                <a:latin typeface="Meiryo"/>
              </a:defRPr>
            </a:pPr>
            <a:endParaRPr>
              <a:latin typeface="メイリオ" panose="020B0604030504040204" pitchFamily="50" charset="-128"/>
              <a:ea typeface="メイリオ" panose="020B0604030504040204" pitchFamily="50" charset="-128"/>
            </a:endParaRPr>
          </a:p>
        </p:txBody>
      </p:sp>
      <p:sp>
        <p:nvSpPr>
          <p:cNvPr id="100" name="楕円 99">
            <a:extLst>
              <a:ext uri="{FF2B5EF4-FFF2-40B4-BE49-F238E27FC236}">
                <a16:creationId xmlns:a16="http://schemas.microsoft.com/office/drawing/2014/main" id="{8FD9E77E-D60D-5098-EB02-59E9B959A96B}"/>
              </a:ext>
            </a:extLst>
          </p:cNvPr>
          <p:cNvSpPr>
            <a:spLocks noChangeAspect="1"/>
          </p:cNvSpPr>
          <p:nvPr/>
        </p:nvSpPr>
        <p:spPr>
          <a:xfrm>
            <a:off x="4950080" y="2501400"/>
            <a:ext cx="2016000" cy="2016000"/>
          </a:xfrm>
          <a:prstGeom prst="ellipse">
            <a:avLst/>
          </a:prstGeom>
          <a:solidFill>
            <a:schemeClr val="bg1"/>
          </a:solidFill>
          <a:ln w="1905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latin typeface="メイリオ" panose="020B0604030504040204" pitchFamily="50" charset="-128"/>
              <a:ea typeface="メイリオ" panose="020B0604030504040204" pitchFamily="50" charset="-128"/>
            </a:endParaRPr>
          </a:p>
        </p:txBody>
      </p:sp>
      <p:sp>
        <p:nvSpPr>
          <p:cNvPr id="101" name="六角形 100">
            <a:extLst>
              <a:ext uri="{FF2B5EF4-FFF2-40B4-BE49-F238E27FC236}">
                <a16:creationId xmlns:a16="http://schemas.microsoft.com/office/drawing/2014/main" id="{60EAAE22-811A-95A4-5176-C7B31C422509}"/>
              </a:ext>
            </a:extLst>
          </p:cNvPr>
          <p:cNvSpPr>
            <a:spLocks/>
          </p:cNvSpPr>
          <p:nvPr/>
        </p:nvSpPr>
        <p:spPr>
          <a:xfrm>
            <a:off x="4914080" y="2645400"/>
            <a:ext cx="2088000" cy="1728000"/>
          </a:xfrm>
          <a:prstGeom prst="hexagon">
            <a:avLst/>
          </a:prstGeom>
          <a:solidFill>
            <a:schemeClr val="bg1">
              <a:alpha val="50196"/>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tIns="0" bIns="216000" rtlCol="0" anchor="t"/>
          <a:lstStyle/>
          <a:p>
            <a:pPr algn="ctr">
              <a:spcBef>
                <a:spcPts val="600"/>
              </a:spcBef>
            </a:pPr>
            <a:r>
              <a:rPr kumimoji="1" lang="ja-JP" altLang="en-US" sz="1600" u="sng">
                <a:solidFill>
                  <a:schemeClr val="tx1"/>
                </a:solidFill>
                <a:latin typeface="メイリオ" panose="020B0604030504040204" pitchFamily="50" charset="-128"/>
                <a:ea typeface="メイリオ" panose="020B0604030504040204" pitchFamily="50" charset="-128"/>
              </a:rPr>
              <a:t>プロジェクト管理</a:t>
            </a:r>
            <a:endParaRPr kumimoji="1" lang="en-US" altLang="ja-JP" sz="1600" u="sng">
              <a:solidFill>
                <a:schemeClr val="tx1"/>
              </a:solidFill>
              <a:latin typeface="メイリオ" panose="020B0604030504040204" pitchFamily="50" charset="-128"/>
              <a:ea typeface="メイリオ" panose="020B0604030504040204" pitchFamily="50" charset="-128"/>
            </a:endParaRPr>
          </a:p>
          <a:p>
            <a:pPr algn="ctr">
              <a:spcBef>
                <a:spcPts val="600"/>
              </a:spcBef>
            </a:pPr>
            <a:r>
              <a:rPr kumimoji="1" lang="en-US" altLang="ja-JP" sz="1600" b="1">
                <a:solidFill>
                  <a:schemeClr val="tx1"/>
                </a:solidFill>
                <a:latin typeface="メイリオ" panose="020B0604030504040204" pitchFamily="50" charset="-128"/>
                <a:ea typeface="メイリオ" panose="020B0604030504040204" pitchFamily="50" charset="-128"/>
              </a:rPr>
              <a:t>6</a:t>
            </a:r>
            <a:r>
              <a:rPr kumimoji="1" lang="ja-JP" altLang="en-US" sz="1600" b="1">
                <a:solidFill>
                  <a:schemeClr val="tx1"/>
                </a:solidFill>
                <a:latin typeface="メイリオ" panose="020B0604030504040204" pitchFamily="50" charset="-128"/>
                <a:ea typeface="メイリオ" panose="020B0604030504040204" pitchFamily="50" charset="-128"/>
              </a:rPr>
              <a:t>つの</a:t>
            </a:r>
            <a:br>
              <a:rPr kumimoji="1" lang="en-US" altLang="ja-JP" sz="1600" b="1">
                <a:solidFill>
                  <a:schemeClr val="tx1"/>
                </a:solidFill>
                <a:latin typeface="メイリオ" panose="020B0604030504040204" pitchFamily="50" charset="-128"/>
                <a:ea typeface="メイリオ" panose="020B0604030504040204" pitchFamily="50" charset="-128"/>
              </a:rPr>
            </a:br>
            <a:r>
              <a:rPr kumimoji="1" lang="ja-JP" altLang="en-US" sz="1600" b="1">
                <a:solidFill>
                  <a:schemeClr val="tx1"/>
                </a:solidFill>
                <a:latin typeface="メイリオ" panose="020B0604030504040204" pitchFamily="50" charset="-128"/>
                <a:ea typeface="メイリオ" panose="020B0604030504040204" pitchFamily="50" charset="-128"/>
              </a:rPr>
              <a:t>重要管理項目</a:t>
            </a:r>
          </a:p>
        </p:txBody>
      </p:sp>
      <p:sp>
        <p:nvSpPr>
          <p:cNvPr id="102" name="楕円 101">
            <a:extLst>
              <a:ext uri="{FF2B5EF4-FFF2-40B4-BE49-F238E27FC236}">
                <a16:creationId xmlns:a16="http://schemas.microsoft.com/office/drawing/2014/main" id="{3E43DAB9-39EF-D97F-4F2E-102E82EFE3E7}"/>
              </a:ext>
            </a:extLst>
          </p:cNvPr>
          <p:cNvSpPr>
            <a:spLocks noChangeAspect="1"/>
          </p:cNvSpPr>
          <p:nvPr/>
        </p:nvSpPr>
        <p:spPr>
          <a:xfrm>
            <a:off x="5202080" y="2501400"/>
            <a:ext cx="216000" cy="216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latin typeface="メイリオ" panose="020B0604030504040204" pitchFamily="50" charset="-128"/>
              <a:ea typeface="メイリオ" panose="020B0604030504040204" pitchFamily="50" charset="-128"/>
            </a:endParaRPr>
          </a:p>
        </p:txBody>
      </p:sp>
      <p:sp>
        <p:nvSpPr>
          <p:cNvPr id="103" name="楕円 102">
            <a:extLst>
              <a:ext uri="{FF2B5EF4-FFF2-40B4-BE49-F238E27FC236}">
                <a16:creationId xmlns:a16="http://schemas.microsoft.com/office/drawing/2014/main" id="{A1046407-8996-C448-EF3D-9F424B4740A7}"/>
              </a:ext>
            </a:extLst>
          </p:cNvPr>
          <p:cNvSpPr>
            <a:spLocks noChangeAspect="1"/>
          </p:cNvSpPr>
          <p:nvPr/>
        </p:nvSpPr>
        <p:spPr>
          <a:xfrm>
            <a:off x="6498080" y="2501400"/>
            <a:ext cx="216000" cy="2160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latin typeface="メイリオ" panose="020B0604030504040204" pitchFamily="50" charset="-128"/>
              <a:ea typeface="メイリオ" panose="020B0604030504040204" pitchFamily="50" charset="-128"/>
            </a:endParaRPr>
          </a:p>
        </p:txBody>
      </p:sp>
      <p:sp>
        <p:nvSpPr>
          <p:cNvPr id="104" name="楕円 103">
            <a:extLst>
              <a:ext uri="{FF2B5EF4-FFF2-40B4-BE49-F238E27FC236}">
                <a16:creationId xmlns:a16="http://schemas.microsoft.com/office/drawing/2014/main" id="{F85D5AB0-75EC-F68C-2753-69CC54972581}"/>
              </a:ext>
            </a:extLst>
          </p:cNvPr>
          <p:cNvSpPr>
            <a:spLocks noChangeAspect="1"/>
          </p:cNvSpPr>
          <p:nvPr/>
        </p:nvSpPr>
        <p:spPr>
          <a:xfrm>
            <a:off x="6966080" y="3401400"/>
            <a:ext cx="216000" cy="21600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latin typeface="メイリオ" panose="020B0604030504040204" pitchFamily="50" charset="-128"/>
              <a:ea typeface="メイリオ" panose="020B0604030504040204" pitchFamily="50" charset="-128"/>
            </a:endParaRPr>
          </a:p>
        </p:txBody>
      </p:sp>
      <p:sp>
        <p:nvSpPr>
          <p:cNvPr id="105" name="楕円 104">
            <a:extLst>
              <a:ext uri="{FF2B5EF4-FFF2-40B4-BE49-F238E27FC236}">
                <a16:creationId xmlns:a16="http://schemas.microsoft.com/office/drawing/2014/main" id="{894EDB78-A664-AF87-E294-0ADC8D7D5F7B}"/>
              </a:ext>
            </a:extLst>
          </p:cNvPr>
          <p:cNvSpPr>
            <a:spLocks noChangeAspect="1"/>
          </p:cNvSpPr>
          <p:nvPr/>
        </p:nvSpPr>
        <p:spPr>
          <a:xfrm>
            <a:off x="4734080" y="3401400"/>
            <a:ext cx="216000" cy="21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latin typeface="メイリオ" panose="020B0604030504040204" pitchFamily="50" charset="-128"/>
              <a:ea typeface="メイリオ" panose="020B0604030504040204" pitchFamily="50" charset="-128"/>
            </a:endParaRPr>
          </a:p>
        </p:txBody>
      </p:sp>
      <p:sp>
        <p:nvSpPr>
          <p:cNvPr id="106" name="楕円 105">
            <a:extLst>
              <a:ext uri="{FF2B5EF4-FFF2-40B4-BE49-F238E27FC236}">
                <a16:creationId xmlns:a16="http://schemas.microsoft.com/office/drawing/2014/main" id="{7A739415-0F32-2342-C40E-CD4B71DCE59D}"/>
              </a:ext>
            </a:extLst>
          </p:cNvPr>
          <p:cNvSpPr>
            <a:spLocks noChangeAspect="1"/>
          </p:cNvSpPr>
          <p:nvPr/>
        </p:nvSpPr>
        <p:spPr>
          <a:xfrm>
            <a:off x="5202080" y="4301400"/>
            <a:ext cx="216000" cy="216000"/>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latin typeface="メイリオ" panose="020B0604030504040204" pitchFamily="50" charset="-128"/>
              <a:ea typeface="メイリオ" panose="020B0604030504040204" pitchFamily="50" charset="-128"/>
            </a:endParaRPr>
          </a:p>
        </p:txBody>
      </p:sp>
      <p:sp>
        <p:nvSpPr>
          <p:cNvPr id="107" name="楕円 106">
            <a:extLst>
              <a:ext uri="{FF2B5EF4-FFF2-40B4-BE49-F238E27FC236}">
                <a16:creationId xmlns:a16="http://schemas.microsoft.com/office/drawing/2014/main" id="{A3C6FC98-4000-5E5F-DA40-32A8B8688B12}"/>
              </a:ext>
            </a:extLst>
          </p:cNvPr>
          <p:cNvSpPr>
            <a:spLocks noChangeAspect="1"/>
          </p:cNvSpPr>
          <p:nvPr/>
        </p:nvSpPr>
        <p:spPr>
          <a:xfrm>
            <a:off x="6498080" y="4301400"/>
            <a:ext cx="216000" cy="216000"/>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latin typeface="メイリオ" panose="020B0604030504040204" pitchFamily="50" charset="-128"/>
              <a:ea typeface="メイリオ" panose="020B0604030504040204" pitchFamily="50" charset="-128"/>
            </a:endParaRPr>
          </a:p>
        </p:txBody>
      </p:sp>
      <p:grpSp>
        <p:nvGrpSpPr>
          <p:cNvPr id="108" name="グループ化 107">
            <a:extLst>
              <a:ext uri="{FF2B5EF4-FFF2-40B4-BE49-F238E27FC236}">
                <a16:creationId xmlns:a16="http://schemas.microsoft.com/office/drawing/2014/main" id="{5110578C-6505-04B7-63B2-A0B6EE34C446}"/>
              </a:ext>
            </a:extLst>
          </p:cNvPr>
          <p:cNvGrpSpPr/>
          <p:nvPr/>
        </p:nvGrpSpPr>
        <p:grpSpPr>
          <a:xfrm>
            <a:off x="7434679" y="1889400"/>
            <a:ext cx="3676666" cy="1152000"/>
            <a:chOff x="6048000" y="2520000"/>
            <a:chExt cx="3130951" cy="1152000"/>
          </a:xfrm>
        </p:grpSpPr>
        <p:sp>
          <p:nvSpPr>
            <p:cNvPr id="109" name="正方形/長方形 108">
              <a:extLst>
                <a:ext uri="{FF2B5EF4-FFF2-40B4-BE49-F238E27FC236}">
                  <a16:creationId xmlns:a16="http://schemas.microsoft.com/office/drawing/2014/main" id="{28DEFDD0-462F-1C14-3D8B-37715B7D5F4F}"/>
                </a:ext>
              </a:extLst>
            </p:cNvPr>
            <p:cNvSpPr/>
            <p:nvPr/>
          </p:nvSpPr>
          <p:spPr>
            <a:xfrm>
              <a:off x="6120000" y="2880000"/>
              <a:ext cx="2736000" cy="36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sz="1600">
                <a:latin typeface="メイリオ" panose="020B0604030504040204" pitchFamily="50" charset="-128"/>
                <a:ea typeface="メイリオ" panose="020B0604030504040204" pitchFamily="50" charset="-128"/>
              </a:endParaRPr>
            </a:p>
          </p:txBody>
        </p:sp>
        <p:sp>
          <p:nvSpPr>
            <p:cNvPr id="110" name="テキスト ボックス 109">
              <a:extLst>
                <a:ext uri="{FF2B5EF4-FFF2-40B4-BE49-F238E27FC236}">
                  <a16:creationId xmlns:a16="http://schemas.microsoft.com/office/drawing/2014/main" id="{E8E05EC7-D62D-6999-0487-9F85195FC39F}"/>
                </a:ext>
              </a:extLst>
            </p:cNvPr>
            <p:cNvSpPr txBox="1"/>
            <p:nvPr/>
          </p:nvSpPr>
          <p:spPr>
            <a:xfrm>
              <a:off x="6048000" y="2520000"/>
              <a:ext cx="2880000" cy="360000"/>
            </a:xfrm>
            <a:prstGeom prst="rect">
              <a:avLst/>
            </a:prstGeom>
            <a:noFill/>
          </p:spPr>
          <p:txBody>
            <a:bodyPr wrap="none" rtlCol="0" anchor="ctr">
              <a:noAutofit/>
            </a:bodyPr>
            <a:lstStyle/>
            <a:p>
              <a:pPr>
                <a:spcBef>
                  <a:spcPts val="600"/>
                </a:spcBef>
              </a:pPr>
              <a:r>
                <a:rPr lang="ja-JP" altLang="en-US" sz="1600" b="1">
                  <a:latin typeface="メイリオ" panose="020B0604030504040204" pitchFamily="50" charset="-128"/>
                  <a:ea typeface="メイリオ" panose="020B0604030504040204" pitchFamily="50" charset="-128"/>
                </a:rPr>
                <a:t>体制</a:t>
              </a:r>
              <a:r>
                <a:rPr kumimoji="1" lang="ja-JP" altLang="en-US" sz="1600" b="1">
                  <a:latin typeface="メイリオ" panose="020B0604030504040204" pitchFamily="50" charset="-128"/>
                  <a:ea typeface="メイリオ" panose="020B0604030504040204" pitchFamily="50" charset="-128"/>
                </a:rPr>
                <a:t>管理</a:t>
              </a:r>
            </a:p>
          </p:txBody>
        </p:sp>
        <p:sp>
          <p:nvSpPr>
            <p:cNvPr id="111" name="テキスト ボックス 110">
              <a:extLst>
                <a:ext uri="{FF2B5EF4-FFF2-40B4-BE49-F238E27FC236}">
                  <a16:creationId xmlns:a16="http://schemas.microsoft.com/office/drawing/2014/main" id="{5915F7DD-6620-18C7-2A01-163710BAA666}"/>
                </a:ext>
              </a:extLst>
            </p:cNvPr>
            <p:cNvSpPr txBox="1"/>
            <p:nvPr/>
          </p:nvSpPr>
          <p:spPr>
            <a:xfrm>
              <a:off x="6048000" y="2952000"/>
              <a:ext cx="3130951" cy="720000"/>
            </a:xfrm>
            <a:prstGeom prst="rect">
              <a:avLst/>
            </a:prstGeom>
            <a:noFill/>
          </p:spPr>
          <p:txBody>
            <a:bodyPr wrap="square" rtlCol="0" anchor="t">
              <a:noAutofit/>
            </a:bodyPr>
            <a:lstStyle/>
            <a:p>
              <a:pPr>
                <a:spcBef>
                  <a:spcPts val="600"/>
                </a:spcBef>
              </a:pPr>
              <a:r>
                <a:rPr lang="ja-JP" altLang="en-US" sz="1600">
                  <a:latin typeface="メイリオ" panose="020B0604030504040204" pitchFamily="50" charset="-128"/>
                  <a:ea typeface="メイリオ" panose="020B0604030504040204" pitchFamily="50" charset="-128"/>
                </a:rPr>
                <a:t>プロジェクトの進行に必要な体制を構築・維持し、最適なパフォーマンスが発揮できるよう管理します。</a:t>
              </a:r>
              <a:endParaRPr lang="en-US" altLang="ja-JP" sz="1600">
                <a:latin typeface="メイリオ" panose="020B0604030504040204" pitchFamily="50" charset="-128"/>
                <a:ea typeface="メイリオ" panose="020B0604030504040204" pitchFamily="50" charset="-128"/>
              </a:endParaRPr>
            </a:p>
          </p:txBody>
        </p:sp>
      </p:grpSp>
      <p:grpSp>
        <p:nvGrpSpPr>
          <p:cNvPr id="112" name="グループ化 111">
            <a:extLst>
              <a:ext uri="{FF2B5EF4-FFF2-40B4-BE49-F238E27FC236}">
                <a16:creationId xmlns:a16="http://schemas.microsoft.com/office/drawing/2014/main" id="{6B8785E1-8422-5FC3-7A39-5743ABBB271B}"/>
              </a:ext>
            </a:extLst>
          </p:cNvPr>
          <p:cNvGrpSpPr/>
          <p:nvPr/>
        </p:nvGrpSpPr>
        <p:grpSpPr>
          <a:xfrm>
            <a:off x="1076211" y="1889400"/>
            <a:ext cx="3466524" cy="1152000"/>
            <a:chOff x="216000" y="2520000"/>
            <a:chExt cx="2952000" cy="1152000"/>
          </a:xfrm>
        </p:grpSpPr>
        <p:sp>
          <p:nvSpPr>
            <p:cNvPr id="113" name="正方形/長方形 112">
              <a:extLst>
                <a:ext uri="{FF2B5EF4-FFF2-40B4-BE49-F238E27FC236}">
                  <a16:creationId xmlns:a16="http://schemas.microsoft.com/office/drawing/2014/main" id="{A2D76912-EF6B-6362-3F8C-7EE0ACE71174}"/>
                </a:ext>
              </a:extLst>
            </p:cNvPr>
            <p:cNvSpPr/>
            <p:nvPr/>
          </p:nvSpPr>
          <p:spPr>
            <a:xfrm>
              <a:off x="288000" y="2880000"/>
              <a:ext cx="2736000" cy="36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sz="1600">
                <a:latin typeface="メイリオ" panose="020B0604030504040204" pitchFamily="50" charset="-128"/>
                <a:ea typeface="メイリオ" panose="020B0604030504040204" pitchFamily="50" charset="-128"/>
              </a:endParaRPr>
            </a:p>
          </p:txBody>
        </p:sp>
        <p:sp>
          <p:nvSpPr>
            <p:cNvPr id="114" name="テキスト ボックス 113">
              <a:extLst>
                <a:ext uri="{FF2B5EF4-FFF2-40B4-BE49-F238E27FC236}">
                  <a16:creationId xmlns:a16="http://schemas.microsoft.com/office/drawing/2014/main" id="{0A18B53E-4DB3-D30D-5175-7E2DB41092C8}"/>
                </a:ext>
              </a:extLst>
            </p:cNvPr>
            <p:cNvSpPr txBox="1"/>
            <p:nvPr/>
          </p:nvSpPr>
          <p:spPr>
            <a:xfrm>
              <a:off x="216000" y="2520000"/>
              <a:ext cx="2880000" cy="360000"/>
            </a:xfrm>
            <a:prstGeom prst="rect">
              <a:avLst/>
            </a:prstGeom>
            <a:noFill/>
          </p:spPr>
          <p:txBody>
            <a:bodyPr wrap="none" rtlCol="0" anchor="ctr">
              <a:noAutofit/>
            </a:bodyPr>
            <a:lstStyle/>
            <a:p>
              <a:pPr algn="r">
                <a:spcBef>
                  <a:spcPts val="600"/>
                </a:spcBef>
              </a:pPr>
              <a:r>
                <a:rPr kumimoji="1" lang="ja-JP" altLang="en-US" sz="1600" b="1">
                  <a:latin typeface="メイリオ" panose="020B0604030504040204" pitchFamily="50" charset="-128"/>
                  <a:ea typeface="メイリオ" panose="020B0604030504040204" pitchFamily="50" charset="-128"/>
                </a:rPr>
                <a:t>コミュニケーション管理</a:t>
              </a:r>
            </a:p>
          </p:txBody>
        </p:sp>
        <p:sp>
          <p:nvSpPr>
            <p:cNvPr id="115" name="テキスト ボックス 114">
              <a:extLst>
                <a:ext uri="{FF2B5EF4-FFF2-40B4-BE49-F238E27FC236}">
                  <a16:creationId xmlns:a16="http://schemas.microsoft.com/office/drawing/2014/main" id="{B7B67DE1-8D4C-2BC6-7B2E-196A9900A970}"/>
                </a:ext>
              </a:extLst>
            </p:cNvPr>
            <p:cNvSpPr txBox="1"/>
            <p:nvPr/>
          </p:nvSpPr>
          <p:spPr>
            <a:xfrm>
              <a:off x="288000" y="2952000"/>
              <a:ext cx="2880000" cy="720000"/>
            </a:xfrm>
            <a:prstGeom prst="rect">
              <a:avLst/>
            </a:prstGeom>
            <a:noFill/>
          </p:spPr>
          <p:txBody>
            <a:bodyPr wrap="square" rtlCol="0" anchor="t">
              <a:noAutofit/>
            </a:bodyPr>
            <a:lstStyle/>
            <a:p>
              <a:r>
                <a:rPr kumimoji="1" lang="ja-JP" altLang="en-US" sz="1600">
                  <a:latin typeface="メイリオ" panose="020B0604030504040204" pitchFamily="50" charset="-128"/>
                  <a:ea typeface="メイリオ" panose="020B0604030504040204" pitchFamily="50" charset="-128"/>
                </a:rPr>
                <a:t>プロジェクトメンバーおよび貴社担当者とのコミュニケーションの管理を実施します。</a:t>
              </a:r>
              <a:endParaRPr kumimoji="1" lang="en-US" altLang="ja-JP" sz="1600">
                <a:latin typeface="メイリオ" panose="020B0604030504040204" pitchFamily="50" charset="-128"/>
                <a:ea typeface="メイリオ" panose="020B0604030504040204" pitchFamily="50" charset="-128"/>
              </a:endParaRPr>
            </a:p>
          </p:txBody>
        </p:sp>
      </p:grpSp>
      <p:grpSp>
        <p:nvGrpSpPr>
          <p:cNvPr id="116" name="グループ化 115">
            <a:extLst>
              <a:ext uri="{FF2B5EF4-FFF2-40B4-BE49-F238E27FC236}">
                <a16:creationId xmlns:a16="http://schemas.microsoft.com/office/drawing/2014/main" id="{90923F0D-7320-8070-78CA-B741FD5BA88D}"/>
              </a:ext>
            </a:extLst>
          </p:cNvPr>
          <p:cNvGrpSpPr/>
          <p:nvPr/>
        </p:nvGrpSpPr>
        <p:grpSpPr>
          <a:xfrm>
            <a:off x="7434683" y="3113400"/>
            <a:ext cx="3684688" cy="1152000"/>
            <a:chOff x="6048000" y="3816000"/>
            <a:chExt cx="3137781" cy="1152000"/>
          </a:xfrm>
        </p:grpSpPr>
        <p:sp>
          <p:nvSpPr>
            <p:cNvPr id="117" name="正方形/長方形 116">
              <a:extLst>
                <a:ext uri="{FF2B5EF4-FFF2-40B4-BE49-F238E27FC236}">
                  <a16:creationId xmlns:a16="http://schemas.microsoft.com/office/drawing/2014/main" id="{CCB6376F-43A8-209D-DB80-76DF032B06BD}"/>
                </a:ext>
              </a:extLst>
            </p:cNvPr>
            <p:cNvSpPr/>
            <p:nvPr/>
          </p:nvSpPr>
          <p:spPr>
            <a:xfrm>
              <a:off x="6120000" y="4176000"/>
              <a:ext cx="2736000" cy="36000"/>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sz="1600">
                <a:latin typeface="メイリオ" panose="020B0604030504040204" pitchFamily="50" charset="-128"/>
                <a:ea typeface="メイリオ" panose="020B0604030504040204" pitchFamily="50" charset="-128"/>
              </a:endParaRPr>
            </a:p>
          </p:txBody>
        </p:sp>
        <p:sp>
          <p:nvSpPr>
            <p:cNvPr id="118" name="テキスト ボックス 117">
              <a:extLst>
                <a:ext uri="{FF2B5EF4-FFF2-40B4-BE49-F238E27FC236}">
                  <a16:creationId xmlns:a16="http://schemas.microsoft.com/office/drawing/2014/main" id="{D5665347-4E4A-39C3-35E1-DE2C0E68C95D}"/>
                </a:ext>
              </a:extLst>
            </p:cNvPr>
            <p:cNvSpPr txBox="1"/>
            <p:nvPr/>
          </p:nvSpPr>
          <p:spPr>
            <a:xfrm>
              <a:off x="6048000" y="3816000"/>
              <a:ext cx="2880000" cy="360000"/>
            </a:xfrm>
            <a:prstGeom prst="rect">
              <a:avLst/>
            </a:prstGeom>
            <a:noFill/>
          </p:spPr>
          <p:txBody>
            <a:bodyPr wrap="none" rtlCol="0" anchor="ctr">
              <a:noAutofit/>
            </a:bodyPr>
            <a:lstStyle/>
            <a:p>
              <a:pPr>
                <a:spcBef>
                  <a:spcPts val="600"/>
                </a:spcBef>
              </a:pPr>
              <a:r>
                <a:rPr lang="ja-JP" altLang="en-US" sz="1600" b="1">
                  <a:latin typeface="メイリオ" panose="020B0604030504040204" pitchFamily="50" charset="-128"/>
                  <a:ea typeface="メイリオ" panose="020B0604030504040204" pitchFamily="50" charset="-128"/>
                </a:rPr>
                <a:t>リスク</a:t>
              </a:r>
              <a:r>
                <a:rPr kumimoji="1" lang="ja-JP" altLang="en-US" sz="1600" b="1">
                  <a:latin typeface="メイリオ" panose="020B0604030504040204" pitchFamily="50" charset="-128"/>
                  <a:ea typeface="メイリオ" panose="020B0604030504040204" pitchFamily="50" charset="-128"/>
                </a:rPr>
                <a:t>管理</a:t>
              </a:r>
            </a:p>
          </p:txBody>
        </p:sp>
        <p:sp>
          <p:nvSpPr>
            <p:cNvPr id="119" name="テキスト ボックス 118">
              <a:extLst>
                <a:ext uri="{FF2B5EF4-FFF2-40B4-BE49-F238E27FC236}">
                  <a16:creationId xmlns:a16="http://schemas.microsoft.com/office/drawing/2014/main" id="{9BCB6A0C-EA67-D049-2FB0-50B7B5FA99CC}"/>
                </a:ext>
              </a:extLst>
            </p:cNvPr>
            <p:cNvSpPr txBox="1"/>
            <p:nvPr/>
          </p:nvSpPr>
          <p:spPr>
            <a:xfrm>
              <a:off x="6110222" y="4258438"/>
              <a:ext cx="3075559" cy="709562"/>
            </a:xfrm>
            <a:prstGeom prst="rect">
              <a:avLst/>
            </a:prstGeom>
            <a:noFill/>
          </p:spPr>
          <p:txBody>
            <a:bodyPr wrap="square" rtlCol="0" anchor="t">
              <a:noAutofit/>
            </a:bodyPr>
            <a:lstStyle/>
            <a:p>
              <a:pPr>
                <a:spcBef>
                  <a:spcPts val="600"/>
                </a:spcBef>
              </a:pPr>
              <a:r>
                <a:rPr lang="ja-JP" altLang="en-US" sz="1600">
                  <a:latin typeface="メイリオ" panose="020B0604030504040204" pitchFamily="50" charset="-128"/>
                  <a:ea typeface="メイリオ" panose="020B0604030504040204" pitchFamily="50" charset="-128"/>
                </a:rPr>
                <a:t>リスクを特定し早期の対応を検討します。対策が必要なものはプロダクトバックログにて管理します。</a:t>
              </a:r>
              <a:endParaRPr lang="en-US" altLang="ja-JP" sz="1600">
                <a:latin typeface="メイリオ" panose="020B0604030504040204" pitchFamily="50" charset="-128"/>
                <a:ea typeface="メイリオ" panose="020B0604030504040204" pitchFamily="50" charset="-128"/>
              </a:endParaRPr>
            </a:p>
          </p:txBody>
        </p:sp>
      </p:grpSp>
      <p:grpSp>
        <p:nvGrpSpPr>
          <p:cNvPr id="120" name="グループ化 119">
            <a:extLst>
              <a:ext uri="{FF2B5EF4-FFF2-40B4-BE49-F238E27FC236}">
                <a16:creationId xmlns:a16="http://schemas.microsoft.com/office/drawing/2014/main" id="{4636C84E-D3FB-1E91-58C7-E388ABEB1513}"/>
              </a:ext>
            </a:extLst>
          </p:cNvPr>
          <p:cNvGrpSpPr/>
          <p:nvPr/>
        </p:nvGrpSpPr>
        <p:grpSpPr>
          <a:xfrm>
            <a:off x="7434679" y="4337400"/>
            <a:ext cx="3381975" cy="1152000"/>
            <a:chOff x="6048000" y="5112000"/>
            <a:chExt cx="2880000" cy="1152000"/>
          </a:xfrm>
        </p:grpSpPr>
        <p:sp>
          <p:nvSpPr>
            <p:cNvPr id="121" name="正方形/長方形 120">
              <a:extLst>
                <a:ext uri="{FF2B5EF4-FFF2-40B4-BE49-F238E27FC236}">
                  <a16:creationId xmlns:a16="http://schemas.microsoft.com/office/drawing/2014/main" id="{DD36655E-D51C-CA19-7F41-1C4E232BAD95}"/>
                </a:ext>
              </a:extLst>
            </p:cNvPr>
            <p:cNvSpPr/>
            <p:nvPr/>
          </p:nvSpPr>
          <p:spPr>
            <a:xfrm>
              <a:off x="6120000" y="5472000"/>
              <a:ext cx="2736000" cy="3600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sz="1600">
                <a:latin typeface="メイリオ" panose="020B0604030504040204" pitchFamily="50" charset="-128"/>
                <a:ea typeface="メイリオ" panose="020B0604030504040204" pitchFamily="50" charset="-128"/>
              </a:endParaRPr>
            </a:p>
          </p:txBody>
        </p:sp>
        <p:sp>
          <p:nvSpPr>
            <p:cNvPr id="122" name="テキスト ボックス 121">
              <a:extLst>
                <a:ext uri="{FF2B5EF4-FFF2-40B4-BE49-F238E27FC236}">
                  <a16:creationId xmlns:a16="http://schemas.microsoft.com/office/drawing/2014/main" id="{95C5B5A3-FC2A-30D2-E388-FF8605A25C32}"/>
                </a:ext>
              </a:extLst>
            </p:cNvPr>
            <p:cNvSpPr txBox="1"/>
            <p:nvPr/>
          </p:nvSpPr>
          <p:spPr>
            <a:xfrm>
              <a:off x="6048000" y="5112000"/>
              <a:ext cx="2880000" cy="360000"/>
            </a:xfrm>
            <a:prstGeom prst="rect">
              <a:avLst/>
            </a:prstGeom>
            <a:noFill/>
          </p:spPr>
          <p:txBody>
            <a:bodyPr wrap="none" rtlCol="0" anchor="ctr">
              <a:noAutofit/>
            </a:bodyPr>
            <a:lstStyle/>
            <a:p>
              <a:pPr>
                <a:spcBef>
                  <a:spcPts val="600"/>
                </a:spcBef>
              </a:pPr>
              <a:r>
                <a:rPr lang="ja-JP" altLang="en-US" sz="1600" b="1">
                  <a:latin typeface="メイリオ" panose="020B0604030504040204" pitchFamily="50" charset="-128"/>
                  <a:ea typeface="メイリオ" panose="020B0604030504040204" pitchFamily="50" charset="-128"/>
                </a:rPr>
                <a:t>変更</a:t>
              </a:r>
              <a:r>
                <a:rPr kumimoji="1" lang="ja-JP" altLang="en-US" sz="1600" b="1">
                  <a:latin typeface="メイリオ" panose="020B0604030504040204" pitchFamily="50" charset="-128"/>
                  <a:ea typeface="メイリオ" panose="020B0604030504040204" pitchFamily="50" charset="-128"/>
                </a:rPr>
                <a:t>管理</a:t>
              </a:r>
            </a:p>
          </p:txBody>
        </p:sp>
        <p:sp>
          <p:nvSpPr>
            <p:cNvPr id="123" name="テキスト ボックス 122">
              <a:extLst>
                <a:ext uri="{FF2B5EF4-FFF2-40B4-BE49-F238E27FC236}">
                  <a16:creationId xmlns:a16="http://schemas.microsoft.com/office/drawing/2014/main" id="{5B1D307D-39D4-80FA-BFB8-73D7B2B7C259}"/>
                </a:ext>
              </a:extLst>
            </p:cNvPr>
            <p:cNvSpPr txBox="1"/>
            <p:nvPr/>
          </p:nvSpPr>
          <p:spPr>
            <a:xfrm>
              <a:off x="6048000" y="5544000"/>
              <a:ext cx="2880000" cy="720000"/>
            </a:xfrm>
            <a:prstGeom prst="rect">
              <a:avLst/>
            </a:prstGeom>
            <a:noFill/>
          </p:spPr>
          <p:txBody>
            <a:bodyPr wrap="square" rtlCol="0" anchor="t">
              <a:noAutofit/>
            </a:bodyPr>
            <a:lstStyle/>
            <a:p>
              <a:pPr>
                <a:spcBef>
                  <a:spcPts val="600"/>
                </a:spcBef>
              </a:pPr>
              <a:r>
                <a:rPr kumimoji="1" lang="ja-JP" altLang="en-US" sz="1600">
                  <a:solidFill>
                    <a:schemeClr val="tx1"/>
                  </a:solidFill>
                  <a:latin typeface="メイリオ" panose="020B0604030504040204" pitchFamily="50" charset="-128"/>
                  <a:ea typeface="メイリオ" panose="020B0604030504040204" pitchFamily="50" charset="-128"/>
                </a:rPr>
                <a:t>発生した変更に対し、影響度を分析し、対応の優先順位を決定します。変更はプロダクトバックログにて管理します。</a:t>
              </a:r>
              <a:endParaRPr kumimoji="1" lang="en-US" altLang="ja-JP" sz="1600">
                <a:latin typeface="メイリオ" panose="020B0604030504040204" pitchFamily="50" charset="-128"/>
                <a:ea typeface="メイリオ" panose="020B0604030504040204" pitchFamily="50" charset="-128"/>
              </a:endParaRPr>
            </a:p>
          </p:txBody>
        </p:sp>
      </p:grpSp>
      <p:grpSp>
        <p:nvGrpSpPr>
          <p:cNvPr id="124" name="グループ化 123">
            <a:extLst>
              <a:ext uri="{FF2B5EF4-FFF2-40B4-BE49-F238E27FC236}">
                <a16:creationId xmlns:a16="http://schemas.microsoft.com/office/drawing/2014/main" id="{40547CBF-19B9-6C39-6656-CBA54243CDF2}"/>
              </a:ext>
            </a:extLst>
          </p:cNvPr>
          <p:cNvGrpSpPr/>
          <p:nvPr/>
        </p:nvGrpSpPr>
        <p:grpSpPr>
          <a:xfrm>
            <a:off x="1076211" y="3113400"/>
            <a:ext cx="3466524" cy="1152000"/>
            <a:chOff x="216000" y="3816000"/>
            <a:chExt cx="2952000" cy="1152000"/>
          </a:xfrm>
        </p:grpSpPr>
        <p:sp>
          <p:nvSpPr>
            <p:cNvPr id="125" name="正方形/長方形 124">
              <a:extLst>
                <a:ext uri="{FF2B5EF4-FFF2-40B4-BE49-F238E27FC236}">
                  <a16:creationId xmlns:a16="http://schemas.microsoft.com/office/drawing/2014/main" id="{34520663-6217-13C0-76DB-7A4F4D934A5C}"/>
                </a:ext>
              </a:extLst>
            </p:cNvPr>
            <p:cNvSpPr/>
            <p:nvPr/>
          </p:nvSpPr>
          <p:spPr>
            <a:xfrm>
              <a:off x="288000" y="4176000"/>
              <a:ext cx="2736000" cy="360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sz="1600">
                <a:latin typeface="メイリオ" panose="020B0604030504040204" pitchFamily="50" charset="-128"/>
                <a:ea typeface="メイリオ" panose="020B0604030504040204" pitchFamily="50" charset="-128"/>
              </a:endParaRPr>
            </a:p>
          </p:txBody>
        </p:sp>
        <p:sp>
          <p:nvSpPr>
            <p:cNvPr id="126" name="テキスト ボックス 125">
              <a:extLst>
                <a:ext uri="{FF2B5EF4-FFF2-40B4-BE49-F238E27FC236}">
                  <a16:creationId xmlns:a16="http://schemas.microsoft.com/office/drawing/2014/main" id="{6D6D6191-6415-9FB7-4B71-EF74733D476C}"/>
                </a:ext>
              </a:extLst>
            </p:cNvPr>
            <p:cNvSpPr txBox="1"/>
            <p:nvPr/>
          </p:nvSpPr>
          <p:spPr>
            <a:xfrm>
              <a:off x="216000" y="3816000"/>
              <a:ext cx="2880000" cy="360000"/>
            </a:xfrm>
            <a:prstGeom prst="rect">
              <a:avLst/>
            </a:prstGeom>
            <a:noFill/>
          </p:spPr>
          <p:txBody>
            <a:bodyPr wrap="none" rtlCol="0" anchor="ctr">
              <a:noAutofit/>
            </a:bodyPr>
            <a:lstStyle/>
            <a:p>
              <a:pPr algn="r">
                <a:spcBef>
                  <a:spcPts val="600"/>
                </a:spcBef>
              </a:pPr>
              <a:r>
                <a:rPr lang="ja-JP" altLang="en-US" sz="1600" b="1">
                  <a:latin typeface="メイリオ" panose="020B0604030504040204" pitchFamily="50" charset="-128"/>
                  <a:ea typeface="メイリオ" panose="020B0604030504040204" pitchFamily="50" charset="-128"/>
                </a:rPr>
                <a:t>作業</a:t>
              </a:r>
              <a:r>
                <a:rPr kumimoji="1" lang="ja-JP" altLang="en-US" sz="1600" b="1">
                  <a:latin typeface="メイリオ" panose="020B0604030504040204" pitchFamily="50" charset="-128"/>
                  <a:ea typeface="メイリオ" panose="020B0604030504040204" pitchFamily="50" charset="-128"/>
                </a:rPr>
                <a:t>管理</a:t>
              </a:r>
            </a:p>
          </p:txBody>
        </p:sp>
        <p:sp>
          <p:nvSpPr>
            <p:cNvPr id="127" name="テキスト ボックス 126">
              <a:extLst>
                <a:ext uri="{FF2B5EF4-FFF2-40B4-BE49-F238E27FC236}">
                  <a16:creationId xmlns:a16="http://schemas.microsoft.com/office/drawing/2014/main" id="{F17B2AEA-0183-645C-5755-1E117BE0F3F4}"/>
                </a:ext>
              </a:extLst>
            </p:cNvPr>
            <p:cNvSpPr txBox="1"/>
            <p:nvPr/>
          </p:nvSpPr>
          <p:spPr>
            <a:xfrm>
              <a:off x="288000" y="4248000"/>
              <a:ext cx="2880000" cy="720000"/>
            </a:xfrm>
            <a:prstGeom prst="rect">
              <a:avLst/>
            </a:prstGeom>
            <a:noFill/>
          </p:spPr>
          <p:txBody>
            <a:bodyPr wrap="square" rtlCol="0" anchor="t">
              <a:noAutofit/>
            </a:bodyPr>
            <a:lstStyle/>
            <a:p>
              <a:r>
                <a:rPr lang="ja-JP" altLang="en-US" sz="1600">
                  <a:latin typeface="メイリオ" panose="020B0604030504040204" pitchFamily="50" charset="-128"/>
                  <a:ea typeface="メイリオ" panose="020B0604030504040204" pitchFamily="50" charset="-128"/>
                </a:rPr>
                <a:t>スクラム開発のルールに従いプロダクトバックログを活用した進捗管理及び実績の評価を行います。</a:t>
              </a:r>
              <a:endParaRPr lang="en-US" altLang="ja-JP" sz="1600">
                <a:latin typeface="メイリオ" panose="020B0604030504040204" pitchFamily="50" charset="-128"/>
                <a:ea typeface="メイリオ" panose="020B0604030504040204" pitchFamily="50" charset="-128"/>
              </a:endParaRPr>
            </a:p>
          </p:txBody>
        </p:sp>
      </p:grpSp>
      <p:grpSp>
        <p:nvGrpSpPr>
          <p:cNvPr id="128" name="グループ化 127">
            <a:extLst>
              <a:ext uri="{FF2B5EF4-FFF2-40B4-BE49-F238E27FC236}">
                <a16:creationId xmlns:a16="http://schemas.microsoft.com/office/drawing/2014/main" id="{7F0D665D-31C2-26DD-D112-0D15DEC6F720}"/>
              </a:ext>
            </a:extLst>
          </p:cNvPr>
          <p:cNvGrpSpPr/>
          <p:nvPr/>
        </p:nvGrpSpPr>
        <p:grpSpPr>
          <a:xfrm>
            <a:off x="1076211" y="4337400"/>
            <a:ext cx="3466524" cy="1152000"/>
            <a:chOff x="216000" y="5112000"/>
            <a:chExt cx="2952000" cy="1152000"/>
          </a:xfrm>
        </p:grpSpPr>
        <p:sp>
          <p:nvSpPr>
            <p:cNvPr id="129" name="正方形/長方形 128">
              <a:extLst>
                <a:ext uri="{FF2B5EF4-FFF2-40B4-BE49-F238E27FC236}">
                  <a16:creationId xmlns:a16="http://schemas.microsoft.com/office/drawing/2014/main" id="{56CBF2FC-D4E1-125D-72F6-E143E543E3B0}"/>
                </a:ext>
              </a:extLst>
            </p:cNvPr>
            <p:cNvSpPr/>
            <p:nvPr/>
          </p:nvSpPr>
          <p:spPr>
            <a:xfrm>
              <a:off x="288000" y="5472000"/>
              <a:ext cx="2736000" cy="36000"/>
            </a:xfrm>
            <a:prstGeom prst="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sz="1600">
                <a:latin typeface="メイリオ" panose="020B0604030504040204" pitchFamily="50" charset="-128"/>
                <a:ea typeface="メイリオ" panose="020B0604030504040204" pitchFamily="50" charset="-128"/>
              </a:endParaRPr>
            </a:p>
          </p:txBody>
        </p:sp>
        <p:sp>
          <p:nvSpPr>
            <p:cNvPr id="130" name="テキスト ボックス 129">
              <a:extLst>
                <a:ext uri="{FF2B5EF4-FFF2-40B4-BE49-F238E27FC236}">
                  <a16:creationId xmlns:a16="http://schemas.microsoft.com/office/drawing/2014/main" id="{77B437E0-FCF4-D3B2-0E56-AAE6DC0A46EA}"/>
                </a:ext>
              </a:extLst>
            </p:cNvPr>
            <p:cNvSpPr txBox="1"/>
            <p:nvPr/>
          </p:nvSpPr>
          <p:spPr>
            <a:xfrm>
              <a:off x="216000" y="5112000"/>
              <a:ext cx="2880000" cy="360000"/>
            </a:xfrm>
            <a:prstGeom prst="rect">
              <a:avLst/>
            </a:prstGeom>
            <a:noFill/>
          </p:spPr>
          <p:txBody>
            <a:bodyPr wrap="none" rtlCol="0" anchor="ctr">
              <a:noAutofit/>
            </a:bodyPr>
            <a:lstStyle/>
            <a:p>
              <a:pPr algn="r">
                <a:spcBef>
                  <a:spcPts val="600"/>
                </a:spcBef>
              </a:pPr>
              <a:r>
                <a:rPr lang="ja-JP" altLang="en-US" sz="1600" b="1">
                  <a:latin typeface="メイリオ" panose="020B0604030504040204" pitchFamily="50" charset="-128"/>
                  <a:ea typeface="メイリオ" panose="020B0604030504040204" pitchFamily="50" charset="-128"/>
                </a:rPr>
                <a:t>課題</a:t>
              </a:r>
              <a:r>
                <a:rPr kumimoji="1" lang="ja-JP" altLang="en-US" sz="1600" b="1">
                  <a:latin typeface="メイリオ" panose="020B0604030504040204" pitchFamily="50" charset="-128"/>
                  <a:ea typeface="メイリオ" panose="020B0604030504040204" pitchFamily="50" charset="-128"/>
                </a:rPr>
                <a:t>管理</a:t>
              </a:r>
            </a:p>
          </p:txBody>
        </p:sp>
        <p:sp>
          <p:nvSpPr>
            <p:cNvPr id="131" name="テキスト ボックス 130">
              <a:extLst>
                <a:ext uri="{FF2B5EF4-FFF2-40B4-BE49-F238E27FC236}">
                  <a16:creationId xmlns:a16="http://schemas.microsoft.com/office/drawing/2014/main" id="{F2FCF6E4-89EC-CC5D-A2EE-A8DD8A35FC4B}"/>
                </a:ext>
              </a:extLst>
            </p:cNvPr>
            <p:cNvSpPr txBox="1"/>
            <p:nvPr/>
          </p:nvSpPr>
          <p:spPr>
            <a:xfrm>
              <a:off x="288000" y="5544000"/>
              <a:ext cx="2880000" cy="720000"/>
            </a:xfrm>
            <a:prstGeom prst="rect">
              <a:avLst/>
            </a:prstGeom>
            <a:noFill/>
          </p:spPr>
          <p:txBody>
            <a:bodyPr wrap="square" rtlCol="0" anchor="t">
              <a:noAutofit/>
            </a:bodyPr>
            <a:lstStyle/>
            <a:p>
              <a:pPr>
                <a:spcBef>
                  <a:spcPts val="600"/>
                </a:spcBef>
              </a:pPr>
              <a:r>
                <a:rPr kumimoji="1" lang="ja-JP" altLang="en-US" sz="1600">
                  <a:latin typeface="メイリオ" panose="020B0604030504040204" pitchFamily="50" charset="-128"/>
                  <a:ea typeface="メイリオ" panose="020B0604030504040204" pitchFamily="50" charset="-128"/>
                </a:rPr>
                <a:t>顕在化した課題を解決に向けた取り組みを管理します。課題はプロダクトバックログにて管理します。</a:t>
              </a:r>
            </a:p>
          </p:txBody>
        </p:sp>
      </p:grpSp>
      <p:cxnSp>
        <p:nvCxnSpPr>
          <p:cNvPr id="132" name="直線コネクタ 131">
            <a:extLst>
              <a:ext uri="{FF2B5EF4-FFF2-40B4-BE49-F238E27FC236}">
                <a16:creationId xmlns:a16="http://schemas.microsoft.com/office/drawing/2014/main" id="{1D6AFAAA-B13D-42D6-DAA3-2F7E1AF4962E}"/>
              </a:ext>
            </a:extLst>
          </p:cNvPr>
          <p:cNvCxnSpPr>
            <a:cxnSpLocks/>
            <a:stCxn id="102" idx="1"/>
          </p:cNvCxnSpPr>
          <p:nvPr/>
        </p:nvCxnSpPr>
        <p:spPr>
          <a:xfrm flipH="1" flipV="1">
            <a:off x="4410680" y="2267400"/>
            <a:ext cx="823032" cy="26563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3" name="直線コネクタ 132">
            <a:extLst>
              <a:ext uri="{FF2B5EF4-FFF2-40B4-BE49-F238E27FC236}">
                <a16:creationId xmlns:a16="http://schemas.microsoft.com/office/drawing/2014/main" id="{A9C9D31C-EC09-C622-4F8A-E89AF84AC70C}"/>
              </a:ext>
            </a:extLst>
          </p:cNvPr>
          <p:cNvCxnSpPr>
            <a:cxnSpLocks/>
            <a:stCxn id="105" idx="2"/>
          </p:cNvCxnSpPr>
          <p:nvPr/>
        </p:nvCxnSpPr>
        <p:spPr>
          <a:xfrm flipH="1" flipV="1">
            <a:off x="4410680" y="3491400"/>
            <a:ext cx="323400" cy="180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4" name="直線コネクタ 133">
            <a:extLst>
              <a:ext uri="{FF2B5EF4-FFF2-40B4-BE49-F238E27FC236}">
                <a16:creationId xmlns:a16="http://schemas.microsoft.com/office/drawing/2014/main" id="{214541C0-407B-DA33-47E4-06A6C2882696}"/>
              </a:ext>
            </a:extLst>
          </p:cNvPr>
          <p:cNvCxnSpPr>
            <a:cxnSpLocks/>
            <a:stCxn id="106" idx="2"/>
          </p:cNvCxnSpPr>
          <p:nvPr/>
        </p:nvCxnSpPr>
        <p:spPr>
          <a:xfrm flipH="1">
            <a:off x="4410680" y="4409400"/>
            <a:ext cx="791400" cy="306000"/>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35" name="直線コネクタ 134">
            <a:extLst>
              <a:ext uri="{FF2B5EF4-FFF2-40B4-BE49-F238E27FC236}">
                <a16:creationId xmlns:a16="http://schemas.microsoft.com/office/drawing/2014/main" id="{5AF82237-6E31-59FE-44CE-3048CF69CF33}"/>
              </a:ext>
            </a:extLst>
          </p:cNvPr>
          <p:cNvCxnSpPr>
            <a:cxnSpLocks/>
            <a:stCxn id="104" idx="6"/>
          </p:cNvCxnSpPr>
          <p:nvPr/>
        </p:nvCxnSpPr>
        <p:spPr>
          <a:xfrm flipV="1">
            <a:off x="7182080" y="3491400"/>
            <a:ext cx="337148" cy="1800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36" name="直線コネクタ 135">
            <a:extLst>
              <a:ext uri="{FF2B5EF4-FFF2-40B4-BE49-F238E27FC236}">
                <a16:creationId xmlns:a16="http://schemas.microsoft.com/office/drawing/2014/main" id="{5EB7453F-D541-9FEB-0A1F-2AD4C0813611}"/>
              </a:ext>
            </a:extLst>
          </p:cNvPr>
          <p:cNvCxnSpPr>
            <a:cxnSpLocks/>
            <a:stCxn id="107" idx="6"/>
            <a:endCxn id="121" idx="1"/>
          </p:cNvCxnSpPr>
          <p:nvPr/>
        </p:nvCxnSpPr>
        <p:spPr>
          <a:xfrm>
            <a:off x="6714080" y="4409400"/>
            <a:ext cx="805148" cy="30600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7" name="直線コネクタ 136">
            <a:extLst>
              <a:ext uri="{FF2B5EF4-FFF2-40B4-BE49-F238E27FC236}">
                <a16:creationId xmlns:a16="http://schemas.microsoft.com/office/drawing/2014/main" id="{77914B0D-F8DF-8BE7-B72F-6FFB93EB0AC9}"/>
              </a:ext>
            </a:extLst>
          </p:cNvPr>
          <p:cNvCxnSpPr>
            <a:cxnSpLocks/>
            <a:stCxn id="103" idx="7"/>
            <a:endCxn id="109" idx="1"/>
          </p:cNvCxnSpPr>
          <p:nvPr/>
        </p:nvCxnSpPr>
        <p:spPr>
          <a:xfrm flipV="1">
            <a:off x="6682448" y="2267400"/>
            <a:ext cx="836780" cy="265632"/>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138" name="グループ化 137">
            <a:extLst>
              <a:ext uri="{FF2B5EF4-FFF2-40B4-BE49-F238E27FC236}">
                <a16:creationId xmlns:a16="http://schemas.microsoft.com/office/drawing/2014/main" id="{6F88B564-792C-DACA-96E8-51EF68327684}"/>
              </a:ext>
            </a:extLst>
          </p:cNvPr>
          <p:cNvGrpSpPr/>
          <p:nvPr/>
        </p:nvGrpSpPr>
        <p:grpSpPr>
          <a:xfrm>
            <a:off x="5490680" y="3905400"/>
            <a:ext cx="936000" cy="1152000"/>
            <a:chOff x="4104000" y="5220000"/>
            <a:chExt cx="936000" cy="1152000"/>
          </a:xfrm>
        </p:grpSpPr>
        <p:pic>
          <p:nvPicPr>
            <p:cNvPr id="139" name="グラフィックス 138" descr="リスト 枠線">
              <a:extLst>
                <a:ext uri="{FF2B5EF4-FFF2-40B4-BE49-F238E27FC236}">
                  <a16:creationId xmlns:a16="http://schemas.microsoft.com/office/drawing/2014/main" id="{28BFB58A-3729-DC97-EC8A-89F6BF3E8BF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14800" y="5220000"/>
              <a:ext cx="914400" cy="914400"/>
            </a:xfrm>
            <a:prstGeom prst="rect">
              <a:avLst/>
            </a:prstGeom>
          </p:spPr>
        </p:pic>
        <p:sp>
          <p:nvSpPr>
            <p:cNvPr id="140" name="テキスト ボックス 139">
              <a:extLst>
                <a:ext uri="{FF2B5EF4-FFF2-40B4-BE49-F238E27FC236}">
                  <a16:creationId xmlns:a16="http://schemas.microsoft.com/office/drawing/2014/main" id="{9210821F-31D9-6B08-ED8D-477351E25150}"/>
                </a:ext>
              </a:extLst>
            </p:cNvPr>
            <p:cNvSpPr txBox="1"/>
            <p:nvPr/>
          </p:nvSpPr>
          <p:spPr>
            <a:xfrm>
              <a:off x="4104000" y="6084000"/>
              <a:ext cx="936000" cy="288000"/>
            </a:xfrm>
            <a:prstGeom prst="rect">
              <a:avLst/>
            </a:prstGeom>
            <a:noFill/>
          </p:spPr>
          <p:txBody>
            <a:bodyPr wrap="none" rtlCol="0">
              <a:noAutofit/>
            </a:bodyPr>
            <a:lstStyle/>
            <a:p>
              <a:pPr algn="ctr">
                <a:spcBef>
                  <a:spcPts val="0"/>
                </a:spcBef>
              </a:pPr>
              <a:r>
                <a:rPr lang="ja-JP" altLang="en-US" sz="1600" b="1">
                  <a:latin typeface="メイリオ" panose="020B0604030504040204" pitchFamily="50" charset="-128"/>
                  <a:ea typeface="メイリオ" panose="020B0604030504040204" pitchFamily="50" charset="-128"/>
                  <a:cs typeface="Times New Roman" panose="02020603050405020304" pitchFamily="18" charset="0"/>
                </a:rPr>
                <a:t>プロダクト</a:t>
              </a:r>
              <a:r>
                <a:rPr kumimoji="1" lang="ja-JP" altLang="en-US" sz="1600" b="1" kern="1200">
                  <a:effectLst/>
                  <a:latin typeface="メイリオ" panose="020B0604030504040204" pitchFamily="50" charset="-128"/>
                  <a:ea typeface="メイリオ" panose="020B0604030504040204" pitchFamily="50" charset="-128"/>
                  <a:cs typeface="Times New Roman" panose="02020603050405020304" pitchFamily="18" charset="0"/>
                </a:rPr>
                <a:t>バックログ</a:t>
              </a:r>
              <a:endParaRPr kumimoji="1" lang="en-US" altLang="ja-JP" sz="1600" b="1" kern="1200">
                <a:effectLst/>
                <a:latin typeface="メイリオ" panose="020B0604030504040204" pitchFamily="50" charset="-128"/>
                <a:ea typeface="メイリオ" panose="020B0604030504040204" pitchFamily="50" charset="-128"/>
                <a:cs typeface="Times New Roman" panose="02020603050405020304" pitchFamily="18" charset="0"/>
              </a:endParaRPr>
            </a:p>
          </p:txBody>
        </p:sp>
      </p:grpSp>
    </p:spTree>
    <p:extLst>
      <p:ext uri="{BB962C8B-B14F-4D97-AF65-F5344CB8AC3E}">
        <p14:creationId xmlns:p14="http://schemas.microsoft.com/office/powerpoint/2010/main" val="14906597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46B58-E9C8-7E31-3ADA-FC6B17A7F8C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F202678-9731-11D2-23F3-DB3C0F0D6258}"/>
              </a:ext>
            </a:extLst>
          </p:cNvPr>
          <p:cNvSpPr>
            <a:spLocks noGrp="1"/>
          </p:cNvSpPr>
          <p:nvPr>
            <p:ph type="title"/>
          </p:nvPr>
        </p:nvSpPr>
        <p:spPr/>
        <p:txBody>
          <a:bodyPr>
            <a:noAutofit/>
          </a:bodyPr>
          <a:lstStyle/>
          <a:p>
            <a:r>
              <a:rPr kumimoji="1" lang="en-US" altLang="ja-JP" sz="2400">
                <a:solidFill/>
              </a:rPr>
              <a:t>5-3. </a:t>
            </a:r>
            <a:r>
              <a:rPr kumimoji="1" lang="ja-JP" altLang="en-US" sz="2400">
                <a:solidFill/>
              </a:rPr>
              <a:t>会議体（スクラム開発）</a:t>
            </a:r>
          </a:p>
        </p:txBody>
      </p:sp>
      <p:sp>
        <p:nvSpPr>
          <p:cNvPr id="4" name="スライド番号プレースホルダー 3">
            <a:extLst>
              <a:ext uri="{FF2B5EF4-FFF2-40B4-BE49-F238E27FC236}">
                <a16:creationId xmlns:a16="http://schemas.microsoft.com/office/drawing/2014/main" id="{CB43EBDA-82B0-DCCB-DDE7-ABA85E8D2C22}"/>
              </a:ext>
            </a:extLst>
          </p:cNvPr>
          <p:cNvSpPr>
            <a:spLocks noGrp="1"/>
          </p:cNvSpPr>
          <p:nvPr>
            <p:ph type="sldNum" sz="quarter" idx="12"/>
          </p:nvPr>
        </p:nvSpPr>
        <p:spPr/>
        <p:txBody>
          <a:bodyPr/>
          <a:lstStyle/>
          <a:p>
            <a:fld id="{59F857F7-C215-C24D-8BD9-19720E902953}" type="slidenum">
              <a:rPr kumimoji="1" lang="ja-JP" altLang="en-US" smtClean="0"/>
              <a:pPr/>
              <a:t>22</a:t>
            </a:fld>
            <a:endParaRPr kumimoji="1" lang="ja-JP" altLang="en-US"/>
          </a:p>
        </p:txBody>
      </p:sp>
      <p:sp>
        <p:nvSpPr>
          <p:cNvPr id="5" name="TextBox 2">
            <a:extLst>
              <a:ext uri="{FF2B5EF4-FFF2-40B4-BE49-F238E27FC236}">
                <a16:creationId xmlns:a16="http://schemas.microsoft.com/office/drawing/2014/main" id="{4CA9AE9C-6CC8-7AD5-9E39-4FC29C81C3FC}"/>
              </a:ext>
            </a:extLst>
          </p:cNvPr>
          <p:cNvSpPr txBox="1"/>
          <p:nvPr/>
        </p:nvSpPr>
        <p:spPr>
          <a:xfrm>
            <a:off x="457200" y="1143000"/>
            <a:ext cx="11247120" cy="4766433"/>
          </a:xfrm>
          <a:prstGeom prst="rect">
            <a:avLst/>
          </a:prstGeom>
          <a:noFill/>
        </p:spPr>
        <p:txBody>
          <a:bodyPr wrap="square" lIns="137160" rIns="137160">
            <a:spAutoFit/>
          </a:bodyPr>
          <a:lstStyle/>
          <a:p>
            <a:pPr>
              <a:lnSpc>
                <a:spcPct val="110000"/>
              </a:lnSpc>
              <a:spcBef>
                <a:spcPts val="0"/>
              </a:spcBef>
              <a:spcAft>
                <a:spcPts val="400"/>
              </a:spcAft>
              <a:defRPr sz="14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a:t>
            </a:r>
            <a:r>
              <a:rPr lang="ja-JP" altLang="en-US" sz="1200" err="1">
                <a:solidFill/>
                <a:latin typeface="メイリオ" panose="020B0604030504040204" pitchFamily="50" charset="-128"/>
                <a:ea typeface="メイリオ" panose="020B0604030504040204" pitchFamily="50" charset="-128"/>
              </a:rPr>
              <a:t>定例会議</a:t>
            </a:r>
            <a:r>
              <a:rPr lang="en-US" altLang="ja-JP" sz="1200">
                <a:solidFill/>
                <a:latin typeface="メイリオ" panose="020B0604030504040204" pitchFamily="50" charset="-128"/>
                <a:ea typeface="メイリオ" panose="020B0604030504040204" pitchFamily="50" charset="-128"/>
              </a:rPr>
              <a:t>】</a:t>
            </a:r>
          </a:p>
          <a:p>
            <a:pPr>
              <a:lnSpc>
                <a:spcPct val="110000"/>
              </a:lnSpc>
              <a:defRPr sz="400">
                <a:latin typeface="Meiryo"/>
              </a:defRPr>
            </a:pPr>
            <a:endParaRPr lang="ja-JP" altLang="en-US" sz="1200">
              <a:latin typeface="メイリオ" panose="020B0604030504040204" pitchFamily="50" charset="-128"/>
              <a:ea typeface="メイリオ" panose="020B0604030504040204" pitchFamily="50" charset="-128"/>
            </a:endParaRPr>
          </a:p>
          <a:p>
            <a:pPr>
              <a:lnSpc>
                <a:spcPct val="110000"/>
              </a:lnSpc>
              <a:defRPr sz="1200">
                <a:latin typeface="Meiryo"/>
              </a:defRPr>
            </a:pPr>
            <a:r>
              <a:rPr lang="en-US" altLang="ja-JP" sz="1200">
                <a:solidFill/>
                <a:latin typeface="メイリオ" panose="020B0604030504040204" pitchFamily="50" charset="-128"/>
                <a:ea typeface="メイリオ" panose="020B0604030504040204" pitchFamily="50" charset="-128"/>
              </a:rPr>
              <a:t>1. </a:t>
            </a:r>
            <a:r>
              <a:rPr lang="ja-JP" altLang="en-US" sz="1200">
                <a:solidFill/>
                <a:latin typeface="メイリオ" panose="020B0604030504040204" pitchFamily="50" charset="-128"/>
                <a:ea typeface="メイリオ" panose="020B0604030504040204" pitchFamily="50" charset="-128"/>
              </a:rPr>
              <a:t>デイリースタンドアップ（毎日</a:t>
            </a:r>
            <a:r>
              <a:rPr lang="en-US" altLang="ja-JP" sz="1200">
                <a:solidFill/>
                <a:latin typeface="メイリオ" panose="020B0604030504040204" pitchFamily="50" charset="-128"/>
                <a:ea typeface="メイリオ" panose="020B0604030504040204" pitchFamily="50" charset="-128"/>
              </a:rPr>
              <a:t>15</a:t>
            </a:r>
            <a:r>
              <a:rPr lang="ja-JP" altLang="en-US" sz="1200">
                <a:solidFill/>
                <a:latin typeface="メイリオ" panose="020B0604030504040204" pitchFamily="50" charset="-128"/>
                <a:ea typeface="メイリオ" panose="020B0604030504040204" pitchFamily="50" charset="-128"/>
              </a:rPr>
              <a:t>分）</a:t>
            </a: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a:solidFill/>
                <a:latin typeface="メイリオ" panose="020B0604030504040204" pitchFamily="50" charset="-128"/>
                <a:ea typeface="メイリオ" panose="020B0604030504040204" pitchFamily="50" charset="-128"/>
              </a:rPr>
              <a:t>実施：毎朝</a:t>
            </a:r>
            <a:r>
              <a:rPr lang="en-US" altLang="ja-JP" sz="1200">
                <a:solidFill/>
                <a:latin typeface="メイリオ" panose="020B0604030504040204" pitchFamily="50" charset="-128"/>
                <a:ea typeface="メイリオ" panose="020B0604030504040204" pitchFamily="50" charset="-128"/>
              </a:rPr>
              <a:t>9:00</a:t>
            </a:r>
            <a:r>
              <a:rPr lang="ja-JP" altLang="en-US" sz="1200">
                <a:solidFill/>
                <a:latin typeface="メイリオ" panose="020B0604030504040204" pitchFamily="50" charset="-128"/>
                <a:ea typeface="メイリオ" panose="020B0604030504040204" pitchFamily="50" charset="-128"/>
              </a:rPr>
              <a:t>～</a:t>
            </a:r>
            <a:r>
              <a:rPr lang="en-US" altLang="ja-JP" sz="1200">
                <a:solidFill/>
                <a:latin typeface="メイリオ" panose="020B0604030504040204" pitchFamily="50" charset="-128"/>
                <a:ea typeface="メイリオ" panose="020B0604030504040204" pitchFamily="50" charset="-128"/>
              </a:rPr>
              <a:t>9:15</a:t>
            </a:r>
            <a:r>
              <a:rPr lang="ja-JP" altLang="en-US" sz="1200">
                <a:solidFill/>
                <a:latin typeface="メイリオ" panose="020B0604030504040204" pitchFamily="50" charset="-128"/>
                <a:ea typeface="メイリオ" panose="020B0604030504040204" pitchFamily="50" charset="-128"/>
              </a:rPr>
              <a:t>（</a:t>
            </a:r>
            <a:r>
              <a:rPr lang="en-US" altLang="ja-JP" sz="1200">
                <a:solidFill/>
                <a:latin typeface="メイリオ" panose="020B0604030504040204" pitchFamily="50" charset="-128"/>
                <a:ea typeface="メイリオ" panose="020B0604030504040204" pitchFamily="50" charset="-128"/>
              </a:rPr>
              <a:t>Web</a:t>
            </a:r>
            <a:r>
              <a:rPr lang="ja-JP" altLang="en-US" sz="1200">
                <a:solidFill/>
                <a:latin typeface="メイリオ" panose="020B0604030504040204" pitchFamily="50" charset="-128"/>
                <a:ea typeface="メイリオ" panose="020B0604030504040204" pitchFamily="50" charset="-128"/>
              </a:rPr>
              <a:t>会議）</a:t>
            </a: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参加</a:t>
            </a:r>
            <a:r>
              <a:rPr lang="ja-JP" altLang="en-US" sz="1200">
                <a:solidFill/>
                <a:latin typeface="メイリオ" panose="020B0604030504040204" pitchFamily="50" charset="-128"/>
                <a:ea typeface="メイリオ" panose="020B0604030504040204" pitchFamily="50" charset="-128"/>
              </a:rPr>
              <a:t>：プロダクトオーナー</a:t>
            </a:r>
            <a:r>
              <a:rPr lang="en-US" altLang="ja-JP" sz="1200">
                <a:solidFill/>
                <a:latin typeface="メイリオ" panose="020B0604030504040204" pitchFamily="50" charset="-128"/>
                <a:ea typeface="メイリオ" panose="020B0604030504040204" pitchFamily="50" charset="-128"/>
              </a:rPr>
              <a:t>(</a:t>
            </a:r>
            <a:r>
              <a:rPr lang="ja-JP" altLang="en-US" sz="1200">
                <a:solidFill/>
                <a:latin typeface="メイリオ" panose="020B0604030504040204" pitchFamily="50" charset="-128"/>
                <a:ea typeface="メイリオ" panose="020B0604030504040204" pitchFamily="50" charset="-128"/>
              </a:rPr>
              <a:t>総務部</a:t>
            </a:r>
            <a:r>
              <a:rPr lang="en-US" altLang="ja-JP" sz="1200">
                <a:solidFill/>
                <a:latin typeface="メイリオ" panose="020B0604030504040204" pitchFamily="50" charset="-128"/>
                <a:ea typeface="メイリオ" panose="020B0604030504040204" pitchFamily="50" charset="-128"/>
              </a:rPr>
              <a:t>)</a:t>
            </a:r>
            <a:r>
              <a:rPr lang="ja-JP" altLang="en-US" sz="1200">
                <a:solidFill/>
                <a:latin typeface="メイリオ" panose="020B0604030504040204" pitchFamily="50" charset="-128"/>
                <a:ea typeface="メイリオ" panose="020B0604030504040204" pitchFamily="50" charset="-128"/>
              </a:rPr>
              <a:t>、スクラムマスター</a:t>
            </a:r>
            <a:r>
              <a:rPr lang="en-US" altLang="ja-JP" sz="1200">
                <a:solidFill/>
                <a:latin typeface="メイリオ" panose="020B0604030504040204" pitchFamily="50" charset="-128"/>
                <a:ea typeface="メイリオ" panose="020B0604030504040204" pitchFamily="50" charset="-128"/>
              </a:rPr>
              <a:t>(DI</a:t>
            </a:r>
            <a:r>
              <a:rPr lang="ja-JP" altLang="en-US" sz="1200">
                <a:solidFill/>
                <a:latin typeface="メイリオ" panose="020B0604030504040204" pitchFamily="50" charset="-128"/>
                <a:ea typeface="メイリオ" panose="020B0604030504040204" pitchFamily="50" charset="-128"/>
              </a:rPr>
              <a:t>部</a:t>
            </a:r>
            <a:r>
              <a:rPr lang="en-US" altLang="ja-JP" sz="1200">
                <a:solidFill/>
                <a:latin typeface="メイリオ" panose="020B0604030504040204" pitchFamily="50" charset="-128"/>
                <a:ea typeface="メイリオ" panose="020B0604030504040204" pitchFamily="50" charset="-128"/>
              </a:rPr>
              <a:t>)</a:t>
            </a:r>
            <a:r>
              <a:rPr lang="ja-JP" altLang="en-US" sz="1200">
                <a:solidFill/>
                <a:latin typeface="メイリオ" panose="020B0604030504040204" pitchFamily="50" charset="-128"/>
                <a:ea typeface="メイリオ" panose="020B0604030504040204" pitchFamily="50" charset="-128"/>
              </a:rPr>
              <a:t>、開発チーム</a:t>
            </a:r>
            <a:r>
              <a:rPr lang="en-US" altLang="ja-JP" sz="1200">
                <a:solidFill/>
                <a:latin typeface="メイリオ" panose="020B0604030504040204" pitchFamily="50" charset="-128"/>
                <a:ea typeface="メイリオ" panose="020B0604030504040204" pitchFamily="50" charset="-128"/>
              </a:rPr>
              <a:t>(EXE) ※</a:t>
            </a:r>
            <a:r>
              <a:rPr lang="ja-JP" altLang="en-US" sz="1200">
                <a:solidFill/>
                <a:latin typeface="メイリオ" panose="020B0604030504040204" pitchFamily="50" charset="-128"/>
                <a:ea typeface="メイリオ" panose="020B0604030504040204" pitchFamily="50" charset="-128"/>
              </a:rPr>
              <a:t>総務部は可能な範囲で</a:t>
            </a: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内容：昨日の進捗、今日の予定、障害事項</a:t>
            </a:r>
            <a:endParaRPr lang="ja-JP" altLang="en-US"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lang="ja-JP" altLang="en-US" sz="1200">
              <a:latin typeface="メイリオ" panose="020B0604030504040204" pitchFamily="50" charset="-128"/>
              <a:ea typeface="メイリオ" panose="020B0604030504040204" pitchFamily="50" charset="-128"/>
            </a:endParaRPr>
          </a:p>
          <a:p>
            <a:pPr>
              <a:lnSpc>
                <a:spcPct val="110000"/>
              </a:lnSpc>
              <a:defRPr sz="1200">
                <a:latin typeface="Meiryo"/>
              </a:defRPr>
            </a:pPr>
            <a:r>
              <a:rPr lang="en-US" altLang="ja-JP" sz="1200">
                <a:solidFill/>
                <a:latin typeface="メイリオ" panose="020B0604030504040204" pitchFamily="50" charset="-128"/>
                <a:ea typeface="メイリオ" panose="020B0604030504040204" pitchFamily="50" charset="-128"/>
              </a:rPr>
              <a:t>2. </a:t>
            </a:r>
            <a:r>
              <a:rPr lang="ja-JP" altLang="en-US" sz="1200">
                <a:solidFill/>
                <a:latin typeface="メイリオ" panose="020B0604030504040204" pitchFamily="50" charset="-128"/>
                <a:ea typeface="メイリオ" panose="020B0604030504040204" pitchFamily="50" charset="-128"/>
              </a:rPr>
              <a:t>スプリントプランニング（</a:t>
            </a:r>
            <a:r>
              <a:rPr lang="en-US" altLang="ja-JP" sz="1200">
                <a:solidFill/>
                <a:latin typeface="メイリオ" panose="020B0604030504040204" pitchFamily="50" charset="-128"/>
                <a:ea typeface="メイリオ" panose="020B0604030504040204" pitchFamily="50" charset="-128"/>
              </a:rPr>
              <a:t>2</a:t>
            </a:r>
            <a:r>
              <a:rPr lang="ja-JP" altLang="en-US" sz="1200">
                <a:solidFill/>
                <a:latin typeface="メイリオ" panose="020B0604030504040204" pitchFamily="50" charset="-128"/>
                <a:ea typeface="メイリオ" panose="020B0604030504040204" pitchFamily="50" charset="-128"/>
              </a:rPr>
              <a:t>週間毎、</a:t>
            </a:r>
            <a:r>
              <a:rPr lang="en-US" altLang="ja-JP" sz="1200">
                <a:solidFill/>
                <a:latin typeface="メイリオ" panose="020B0604030504040204" pitchFamily="50" charset="-128"/>
                <a:ea typeface="メイリオ" panose="020B0604030504040204" pitchFamily="50" charset="-128"/>
              </a:rPr>
              <a:t>2</a:t>
            </a:r>
            <a:r>
              <a:rPr lang="ja-JP" altLang="en-US" sz="1200">
                <a:solidFill/>
                <a:latin typeface="メイリオ" panose="020B0604030504040204" pitchFamily="50" charset="-128"/>
                <a:ea typeface="メイリオ" panose="020B0604030504040204" pitchFamily="50" charset="-128"/>
              </a:rPr>
              <a:t>時間）</a:t>
            </a: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実施：スプリント初日</a:t>
            </a:r>
            <a:endParaRPr lang="ja-JP" altLang="en-US"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参加：プロダクトオーナ</a:t>
            </a:r>
            <a:r>
              <a:rPr lang="ja-JP" altLang="en-US" sz="1200">
                <a:solidFill/>
                <a:latin typeface="メイリオ" panose="020B0604030504040204" pitchFamily="50" charset="-128"/>
                <a:ea typeface="メイリオ" panose="020B0604030504040204" pitchFamily="50" charset="-128"/>
              </a:rPr>
              <a:t>ー</a:t>
            </a:r>
            <a:r>
              <a:rPr lang="en-US" altLang="ja-JP" sz="1200">
                <a:solidFill/>
                <a:latin typeface="メイリオ" panose="020B0604030504040204" pitchFamily="50" charset="-128"/>
                <a:ea typeface="メイリオ" panose="020B0604030504040204" pitchFamily="50" charset="-128"/>
              </a:rPr>
              <a:t>(</a:t>
            </a:r>
            <a:r>
              <a:rPr lang="ja-JP" altLang="en-US" sz="1200">
                <a:solidFill/>
                <a:latin typeface="メイリオ" panose="020B0604030504040204" pitchFamily="50" charset="-128"/>
                <a:ea typeface="メイリオ" panose="020B0604030504040204" pitchFamily="50" charset="-128"/>
              </a:rPr>
              <a:t>総務部</a:t>
            </a:r>
            <a:r>
              <a:rPr lang="en-US" altLang="ja-JP" sz="1200">
                <a:solidFill/>
                <a:latin typeface="メイリオ" panose="020B0604030504040204" pitchFamily="50" charset="-128"/>
                <a:ea typeface="メイリオ" panose="020B0604030504040204" pitchFamily="50" charset="-128"/>
              </a:rPr>
              <a:t>)</a:t>
            </a:r>
            <a:r>
              <a:rPr lang="ja-JP" altLang="en-US" sz="1200">
                <a:solidFill/>
                <a:latin typeface="メイリオ" panose="020B0604030504040204" pitchFamily="50" charset="-128"/>
                <a:ea typeface="メイリオ" panose="020B0604030504040204" pitchFamily="50" charset="-128"/>
              </a:rPr>
              <a:t>、</a:t>
            </a:r>
            <a:r>
              <a:rPr lang="ja-JP" altLang="en-US" sz="1200" err="1">
                <a:solidFill/>
                <a:latin typeface="メイリオ" panose="020B0604030504040204" pitchFamily="50" charset="-128"/>
                <a:ea typeface="メイリオ" panose="020B0604030504040204" pitchFamily="50" charset="-128"/>
              </a:rPr>
              <a:t>スクラムマスタ</a:t>
            </a:r>
            <a:r>
              <a:rPr lang="ja-JP" altLang="en-US" sz="1200">
                <a:solidFill/>
                <a:latin typeface="メイリオ" panose="020B0604030504040204" pitchFamily="50" charset="-128"/>
                <a:ea typeface="メイリオ" panose="020B0604030504040204" pitchFamily="50" charset="-128"/>
              </a:rPr>
              <a:t>ー</a:t>
            </a:r>
            <a:r>
              <a:rPr lang="en-US" altLang="ja-JP" sz="1200">
                <a:solidFill/>
                <a:latin typeface="メイリオ" panose="020B0604030504040204" pitchFamily="50" charset="-128"/>
                <a:ea typeface="メイリオ" panose="020B0604030504040204" pitchFamily="50" charset="-128"/>
              </a:rPr>
              <a:t>(DI</a:t>
            </a:r>
            <a:r>
              <a:rPr lang="ja-JP" altLang="en-US" sz="1200">
                <a:solidFill/>
                <a:latin typeface="メイリオ" panose="020B0604030504040204" pitchFamily="50" charset="-128"/>
                <a:ea typeface="メイリオ" panose="020B0604030504040204" pitchFamily="50" charset="-128"/>
              </a:rPr>
              <a:t>部</a:t>
            </a:r>
            <a:r>
              <a:rPr lang="en-US" altLang="ja-JP" sz="1200">
                <a:solidFill/>
                <a:latin typeface="メイリオ" panose="020B0604030504040204" pitchFamily="50" charset="-128"/>
                <a:ea typeface="メイリオ" panose="020B0604030504040204" pitchFamily="50" charset="-128"/>
              </a:rPr>
              <a:t>)</a:t>
            </a:r>
            <a:r>
              <a:rPr lang="ja-JP" altLang="en-US" sz="1200">
                <a:solidFill/>
                <a:latin typeface="メイリオ" panose="020B0604030504040204" pitchFamily="50" charset="-128"/>
                <a:ea typeface="メイリオ" panose="020B0604030504040204" pitchFamily="50" charset="-128"/>
              </a:rPr>
              <a:t>、</a:t>
            </a:r>
            <a:r>
              <a:rPr lang="ja-JP" altLang="en-US" sz="1200" err="1">
                <a:solidFill/>
                <a:latin typeface="メイリオ" panose="020B0604030504040204" pitchFamily="50" charset="-128"/>
                <a:ea typeface="メイリオ" panose="020B0604030504040204" pitchFamily="50" charset="-128"/>
              </a:rPr>
              <a:t>開発チーム</a:t>
            </a:r>
            <a:r>
              <a:rPr lang="en-US" altLang="ja-JP" sz="1200">
                <a:solidFill/>
                <a:latin typeface="メイリオ" panose="020B0604030504040204" pitchFamily="50" charset="-128"/>
                <a:ea typeface="メイリオ" panose="020B0604030504040204" pitchFamily="50" charset="-128"/>
              </a:rPr>
              <a:t>(EXE)</a:t>
            </a:r>
            <a:endParaRPr lang="ja-JP" altLang="en-US"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内容：次スプリントの計画、タスク選定、見積もり</a:t>
            </a:r>
            <a:endParaRPr lang="ja-JP" altLang="en-US"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lang="ja-JP" altLang="en-US" sz="1200">
              <a:latin typeface="メイリオ" panose="020B0604030504040204" pitchFamily="50" charset="-128"/>
              <a:ea typeface="メイリオ" panose="020B0604030504040204" pitchFamily="50" charset="-128"/>
            </a:endParaRPr>
          </a:p>
          <a:p>
            <a:pPr>
              <a:lnSpc>
                <a:spcPct val="110000"/>
              </a:lnSpc>
              <a:defRPr sz="1200">
                <a:latin typeface="Meiryo"/>
              </a:defRPr>
            </a:pPr>
            <a:r>
              <a:rPr lang="en-US" altLang="ja-JP" sz="1200">
                <a:solidFill/>
                <a:latin typeface="メイリオ" panose="020B0604030504040204" pitchFamily="50" charset="-128"/>
                <a:ea typeface="メイリオ" panose="020B0604030504040204" pitchFamily="50" charset="-128"/>
              </a:rPr>
              <a:t>3. </a:t>
            </a:r>
            <a:r>
              <a:rPr lang="ja-JP" altLang="en-US" sz="1200" err="1">
                <a:solidFill/>
                <a:latin typeface="メイリオ" panose="020B0604030504040204" pitchFamily="50" charset="-128"/>
                <a:ea typeface="メイリオ" panose="020B0604030504040204" pitchFamily="50" charset="-128"/>
              </a:rPr>
              <a:t>スプリントレビュ</a:t>
            </a:r>
            <a:r>
              <a:rPr lang="ja-JP" altLang="en-US" sz="1200">
                <a:solidFill/>
                <a:latin typeface="メイリオ" panose="020B0604030504040204" pitchFamily="50" charset="-128"/>
                <a:ea typeface="メイリオ" panose="020B0604030504040204" pitchFamily="50" charset="-128"/>
              </a:rPr>
              <a:t>ー（</a:t>
            </a:r>
            <a:r>
              <a:rPr lang="en-US" altLang="ja-JP" sz="1200">
                <a:solidFill/>
                <a:latin typeface="メイリオ" panose="020B0604030504040204" pitchFamily="50" charset="-128"/>
                <a:ea typeface="メイリオ" panose="020B0604030504040204" pitchFamily="50" charset="-128"/>
              </a:rPr>
              <a:t>2</a:t>
            </a:r>
            <a:r>
              <a:rPr lang="ja-JP" altLang="en-US" sz="1200">
                <a:solidFill/>
                <a:latin typeface="メイリオ" panose="020B0604030504040204" pitchFamily="50" charset="-128"/>
                <a:ea typeface="メイリオ" panose="020B0604030504040204" pitchFamily="50" charset="-128"/>
              </a:rPr>
              <a:t>週間毎、</a:t>
            </a:r>
            <a:r>
              <a:rPr lang="en-US" altLang="ja-JP" sz="1200">
                <a:solidFill/>
                <a:latin typeface="メイリオ" panose="020B0604030504040204" pitchFamily="50" charset="-128"/>
                <a:ea typeface="メイリオ" panose="020B0604030504040204" pitchFamily="50" charset="-128"/>
              </a:rPr>
              <a:t>1</a:t>
            </a:r>
            <a:r>
              <a:rPr lang="ja-JP" altLang="en-US" sz="1200">
                <a:solidFill/>
                <a:latin typeface="メイリオ" panose="020B0604030504040204" pitchFamily="50" charset="-128"/>
                <a:ea typeface="メイリオ" panose="020B0604030504040204" pitchFamily="50" charset="-128"/>
              </a:rPr>
              <a:t>時間）</a:t>
            </a: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実施：スプリント最終日</a:t>
            </a:r>
            <a:endParaRPr lang="ja-JP" altLang="en-US"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参加</a:t>
            </a:r>
            <a:r>
              <a:rPr lang="ja-JP" altLang="en-US" sz="1200">
                <a:solidFill/>
                <a:latin typeface="メイリオ" panose="020B0604030504040204" pitchFamily="50" charset="-128"/>
                <a:ea typeface="メイリオ" panose="020B0604030504040204" pitchFamily="50" charset="-128"/>
              </a:rPr>
              <a:t>：プロダクトオーナー</a:t>
            </a:r>
            <a:r>
              <a:rPr lang="en-US" altLang="ja-JP" sz="1200">
                <a:solidFill/>
                <a:latin typeface="メイリオ" panose="020B0604030504040204" pitchFamily="50" charset="-128"/>
                <a:ea typeface="メイリオ" panose="020B0604030504040204" pitchFamily="50" charset="-128"/>
              </a:rPr>
              <a:t>(</a:t>
            </a:r>
            <a:r>
              <a:rPr lang="ja-JP" altLang="en-US" sz="1200">
                <a:solidFill/>
                <a:latin typeface="メイリオ" panose="020B0604030504040204" pitchFamily="50" charset="-128"/>
                <a:ea typeface="メイリオ" panose="020B0604030504040204" pitchFamily="50" charset="-128"/>
              </a:rPr>
              <a:t>総務部</a:t>
            </a:r>
            <a:r>
              <a:rPr lang="en-US" altLang="ja-JP" sz="1200">
                <a:solidFill/>
                <a:latin typeface="メイリオ" panose="020B0604030504040204" pitchFamily="50" charset="-128"/>
                <a:ea typeface="メイリオ" panose="020B0604030504040204" pitchFamily="50" charset="-128"/>
              </a:rPr>
              <a:t>)</a:t>
            </a:r>
            <a:r>
              <a:rPr lang="ja-JP" altLang="en-US" sz="1200">
                <a:solidFill/>
                <a:latin typeface="メイリオ" panose="020B0604030504040204" pitchFamily="50" charset="-128"/>
                <a:ea typeface="メイリオ" panose="020B0604030504040204" pitchFamily="50" charset="-128"/>
              </a:rPr>
              <a:t>、スクラムマスター</a:t>
            </a:r>
            <a:r>
              <a:rPr lang="en-US" altLang="ja-JP" sz="1200">
                <a:solidFill/>
                <a:latin typeface="メイリオ" panose="020B0604030504040204" pitchFamily="50" charset="-128"/>
                <a:ea typeface="メイリオ" panose="020B0604030504040204" pitchFamily="50" charset="-128"/>
              </a:rPr>
              <a:t>(DI</a:t>
            </a:r>
            <a:r>
              <a:rPr lang="ja-JP" altLang="en-US" sz="1200">
                <a:solidFill/>
                <a:latin typeface="メイリオ" panose="020B0604030504040204" pitchFamily="50" charset="-128"/>
                <a:ea typeface="メイリオ" panose="020B0604030504040204" pitchFamily="50" charset="-128"/>
              </a:rPr>
              <a:t>部</a:t>
            </a:r>
            <a:r>
              <a:rPr lang="en-US" altLang="ja-JP" sz="1200">
                <a:solidFill/>
                <a:latin typeface="メイリオ" panose="020B0604030504040204" pitchFamily="50" charset="-128"/>
                <a:ea typeface="メイリオ" panose="020B0604030504040204" pitchFamily="50" charset="-128"/>
              </a:rPr>
              <a:t>)</a:t>
            </a:r>
            <a:r>
              <a:rPr lang="ja-JP" altLang="en-US" sz="1200">
                <a:solidFill/>
                <a:latin typeface="メイリオ" panose="020B0604030504040204" pitchFamily="50" charset="-128"/>
                <a:ea typeface="メイリオ" panose="020B0604030504040204" pitchFamily="50" charset="-128"/>
              </a:rPr>
              <a:t>、開発チーム</a:t>
            </a:r>
            <a:r>
              <a:rPr lang="en-US" altLang="ja-JP" sz="1200">
                <a:solidFill/>
                <a:latin typeface="メイリオ" panose="020B0604030504040204" pitchFamily="50" charset="-128"/>
                <a:ea typeface="メイリオ" panose="020B0604030504040204" pitchFamily="50" charset="-128"/>
              </a:rPr>
              <a:t>(EXE)</a:t>
            </a:r>
            <a:endParaRPr lang="ja-JP" altLang="en-US"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内容：デモ、フィードバック収集、受入判断</a:t>
            </a:r>
            <a:endParaRPr lang="ja-JP" altLang="en-US"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lang="ja-JP" altLang="en-US" sz="1200">
              <a:latin typeface="メイリオ" panose="020B0604030504040204" pitchFamily="50" charset="-128"/>
              <a:ea typeface="メイリオ" panose="020B0604030504040204" pitchFamily="50" charset="-128"/>
            </a:endParaRPr>
          </a:p>
          <a:p>
            <a:pPr>
              <a:lnSpc>
                <a:spcPct val="110000"/>
              </a:lnSpc>
              <a:defRPr sz="1200">
                <a:latin typeface="Meiryo"/>
              </a:defRPr>
            </a:pPr>
            <a:r>
              <a:rPr lang="en-US" altLang="ja-JP" sz="1200">
                <a:solidFill/>
                <a:latin typeface="メイリオ" panose="020B0604030504040204" pitchFamily="50" charset="-128"/>
                <a:ea typeface="メイリオ" panose="020B0604030504040204" pitchFamily="50" charset="-128"/>
              </a:rPr>
              <a:t>4. </a:t>
            </a:r>
            <a:r>
              <a:rPr lang="ja-JP" altLang="en-US" sz="1200">
                <a:solidFill/>
                <a:latin typeface="メイリオ" panose="020B0604030504040204" pitchFamily="50" charset="-128"/>
                <a:ea typeface="メイリオ" panose="020B0604030504040204" pitchFamily="50" charset="-128"/>
              </a:rPr>
              <a:t>スプリントレトロスペクティブ（</a:t>
            </a:r>
            <a:r>
              <a:rPr lang="en-US" altLang="ja-JP" sz="1200">
                <a:solidFill/>
                <a:latin typeface="メイリオ" panose="020B0604030504040204" pitchFamily="50" charset="-128"/>
                <a:ea typeface="メイリオ" panose="020B0604030504040204" pitchFamily="50" charset="-128"/>
              </a:rPr>
              <a:t>2</a:t>
            </a:r>
            <a:r>
              <a:rPr lang="ja-JP" altLang="en-US" sz="1200">
                <a:solidFill/>
                <a:latin typeface="メイリオ" panose="020B0604030504040204" pitchFamily="50" charset="-128"/>
                <a:ea typeface="メイリオ" panose="020B0604030504040204" pitchFamily="50" charset="-128"/>
              </a:rPr>
              <a:t>週間毎、</a:t>
            </a:r>
            <a:r>
              <a:rPr lang="en-US" altLang="ja-JP" sz="1200">
                <a:solidFill/>
                <a:latin typeface="メイリオ" panose="020B0604030504040204" pitchFamily="50" charset="-128"/>
                <a:ea typeface="メイリオ" panose="020B0604030504040204" pitchFamily="50" charset="-128"/>
              </a:rPr>
              <a:t>1</a:t>
            </a:r>
            <a:r>
              <a:rPr lang="ja-JP" altLang="en-US" sz="1200">
                <a:solidFill/>
                <a:latin typeface="メイリオ" panose="020B0604030504040204" pitchFamily="50" charset="-128"/>
                <a:ea typeface="メイリオ" panose="020B0604030504040204" pitchFamily="50" charset="-128"/>
              </a:rPr>
              <a:t>時間）</a:t>
            </a: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実施：スプリント最終日（レビュー後</a:t>
            </a:r>
            <a:r>
              <a:rPr lang="ja-JP" altLang="en-US" sz="1200">
                <a:solidFill/>
                <a:latin typeface="メイリオ" panose="020B0604030504040204" pitchFamily="50" charset="-128"/>
                <a:ea typeface="メイリオ" panose="020B0604030504040204" pitchFamily="50" charset="-128"/>
              </a:rPr>
              <a:t>）</a:t>
            </a: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参加</a:t>
            </a:r>
            <a:r>
              <a:rPr lang="ja-JP" altLang="en-US" sz="1200">
                <a:solidFill/>
                <a:latin typeface="メイリオ" panose="020B0604030504040204" pitchFamily="50" charset="-128"/>
                <a:ea typeface="メイリオ" panose="020B0604030504040204" pitchFamily="50" charset="-128"/>
              </a:rPr>
              <a:t>：プロダクトオーナー</a:t>
            </a:r>
            <a:r>
              <a:rPr lang="en-US" altLang="ja-JP" sz="1200">
                <a:solidFill/>
                <a:latin typeface="メイリオ" panose="020B0604030504040204" pitchFamily="50" charset="-128"/>
                <a:ea typeface="メイリオ" panose="020B0604030504040204" pitchFamily="50" charset="-128"/>
              </a:rPr>
              <a:t>(</a:t>
            </a:r>
            <a:r>
              <a:rPr lang="ja-JP" altLang="en-US" sz="1200">
                <a:solidFill/>
                <a:latin typeface="メイリオ" panose="020B0604030504040204" pitchFamily="50" charset="-128"/>
                <a:ea typeface="メイリオ" panose="020B0604030504040204" pitchFamily="50" charset="-128"/>
              </a:rPr>
              <a:t>総務部</a:t>
            </a:r>
            <a:r>
              <a:rPr lang="en-US" altLang="ja-JP" sz="1200">
                <a:solidFill/>
                <a:latin typeface="メイリオ" panose="020B0604030504040204" pitchFamily="50" charset="-128"/>
                <a:ea typeface="メイリオ" panose="020B0604030504040204" pitchFamily="50" charset="-128"/>
              </a:rPr>
              <a:t>)</a:t>
            </a:r>
            <a:r>
              <a:rPr lang="ja-JP" altLang="en-US" sz="1200">
                <a:solidFill/>
                <a:latin typeface="メイリオ" panose="020B0604030504040204" pitchFamily="50" charset="-128"/>
                <a:ea typeface="メイリオ" panose="020B0604030504040204" pitchFamily="50" charset="-128"/>
              </a:rPr>
              <a:t>、スクラムマスター</a:t>
            </a:r>
            <a:r>
              <a:rPr lang="en-US" altLang="ja-JP" sz="1200">
                <a:solidFill/>
                <a:latin typeface="メイリオ" panose="020B0604030504040204" pitchFamily="50" charset="-128"/>
                <a:ea typeface="メイリオ" panose="020B0604030504040204" pitchFamily="50" charset="-128"/>
              </a:rPr>
              <a:t>(DI</a:t>
            </a:r>
            <a:r>
              <a:rPr lang="ja-JP" altLang="en-US" sz="1200">
                <a:solidFill/>
                <a:latin typeface="メイリオ" panose="020B0604030504040204" pitchFamily="50" charset="-128"/>
                <a:ea typeface="メイリオ" panose="020B0604030504040204" pitchFamily="50" charset="-128"/>
              </a:rPr>
              <a:t>部</a:t>
            </a:r>
            <a:r>
              <a:rPr lang="en-US" altLang="ja-JP" sz="1200">
                <a:solidFill/>
                <a:latin typeface="メイリオ" panose="020B0604030504040204" pitchFamily="50" charset="-128"/>
                <a:ea typeface="メイリオ" panose="020B0604030504040204" pitchFamily="50" charset="-128"/>
              </a:rPr>
              <a:t>)</a:t>
            </a:r>
            <a:r>
              <a:rPr lang="ja-JP" altLang="en-US" sz="1200">
                <a:solidFill/>
                <a:latin typeface="メイリオ" panose="020B0604030504040204" pitchFamily="50" charset="-128"/>
                <a:ea typeface="メイリオ" panose="020B0604030504040204" pitchFamily="50" charset="-128"/>
              </a:rPr>
              <a:t>、開発チーム</a:t>
            </a:r>
            <a:r>
              <a:rPr lang="en-US" altLang="ja-JP" sz="1200">
                <a:solidFill/>
                <a:latin typeface="メイリオ" panose="020B0604030504040204" pitchFamily="50" charset="-128"/>
                <a:ea typeface="メイリオ" panose="020B0604030504040204" pitchFamily="50" charset="-128"/>
              </a:rPr>
              <a:t>(EXE)</a:t>
            </a:r>
            <a:endParaRPr lang="ja-JP" altLang="en-US"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内容：振り返り、改善点の洗い出し、アクションアイテム</a:t>
            </a:r>
            <a:endParaRPr lang="ja-JP" altLang="en-US"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lang="ja-JP" altLang="en-US" sz="12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161862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BDA55-C239-CE28-8EA9-6715D86A88E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1068D58-13F7-D17D-EA91-B5A3A4CFD590}"/>
              </a:ext>
            </a:extLst>
          </p:cNvPr>
          <p:cNvSpPr>
            <a:spLocks noGrp="1"/>
          </p:cNvSpPr>
          <p:nvPr>
            <p:ph type="title"/>
          </p:nvPr>
        </p:nvSpPr>
        <p:spPr/>
        <p:txBody>
          <a:bodyPr>
            <a:noAutofit/>
          </a:bodyPr>
          <a:lstStyle/>
          <a:p>
            <a:r>
              <a:rPr kumimoji="1" lang="en-US" altLang="ja-JP" sz="2400">
                <a:solidFill/>
              </a:rPr>
              <a:t>5-4. </a:t>
            </a:r>
            <a:r>
              <a:rPr kumimoji="1" lang="ja-JP" altLang="en-US" sz="2400">
                <a:solidFill/>
              </a:rPr>
              <a:t>開発体制</a:t>
            </a:r>
          </a:p>
        </p:txBody>
      </p:sp>
      <p:sp>
        <p:nvSpPr>
          <p:cNvPr id="4" name="スライド番号プレースホルダー 3">
            <a:extLst>
              <a:ext uri="{FF2B5EF4-FFF2-40B4-BE49-F238E27FC236}">
                <a16:creationId xmlns:a16="http://schemas.microsoft.com/office/drawing/2014/main" id="{820A8834-9B73-80DD-A7CE-0B42186A5FB5}"/>
              </a:ext>
            </a:extLst>
          </p:cNvPr>
          <p:cNvSpPr>
            <a:spLocks noGrp="1"/>
          </p:cNvSpPr>
          <p:nvPr>
            <p:ph type="sldNum" sz="quarter" idx="12"/>
          </p:nvPr>
        </p:nvSpPr>
        <p:spPr/>
        <p:txBody>
          <a:bodyPr/>
          <a:lstStyle/>
          <a:p>
            <a:fld id="{59F857F7-C215-C24D-8BD9-19720E902953}" type="slidenum">
              <a:rPr kumimoji="1" lang="ja-JP" altLang="en-US" smtClean="0"/>
              <a:pPr/>
              <a:t>23</a:t>
            </a:fld>
            <a:endParaRPr kumimoji="1" lang="ja-JP" altLang="en-US"/>
          </a:p>
        </p:txBody>
      </p:sp>
      <p:sp>
        <p:nvSpPr>
          <p:cNvPr id="3" name="TextBox 2">
            <a:extLst>
              <a:ext uri="{FF2B5EF4-FFF2-40B4-BE49-F238E27FC236}">
                <a16:creationId xmlns:a16="http://schemas.microsoft.com/office/drawing/2014/main" id="{B7187756-3551-62D0-C2DD-B28A34F67420}"/>
              </a:ext>
            </a:extLst>
          </p:cNvPr>
          <p:cNvSpPr txBox="1"/>
          <p:nvPr/>
        </p:nvSpPr>
        <p:spPr>
          <a:xfrm>
            <a:off x="457200" y="1143000"/>
            <a:ext cx="11247120" cy="4633576"/>
          </a:xfrm>
          <a:prstGeom prst="rect">
            <a:avLst/>
          </a:prstGeom>
          <a:noFill/>
        </p:spPr>
        <p:txBody>
          <a:bodyPr wrap="square" lIns="137160" rIns="137160">
            <a:spAutoFit/>
          </a:bodyPr>
          <a:lstStyle/>
          <a:p>
            <a:pPr>
              <a:lnSpc>
                <a:spcPct val="110000"/>
              </a:lnSpc>
              <a:spcBef>
                <a:spcPts val="0"/>
              </a:spcBef>
              <a:spcAft>
                <a:spcPts val="400"/>
              </a:spcAft>
              <a:defRPr sz="14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a:t>
            </a:r>
            <a:r>
              <a:rPr lang="en-US" altLang="ja-JP" sz="1200" err="1">
                <a:solidFill/>
                <a:latin typeface="メイリオ" panose="020B0604030504040204" pitchFamily="50" charset="-128"/>
                <a:ea typeface="メイリオ" panose="020B0604030504040204" pitchFamily="50" charset="-128"/>
              </a:rPr>
              <a:t>DI</a:t>
            </a:r>
            <a:r>
              <a:rPr lang="ja-JP" altLang="en-US" sz="1200" err="1">
                <a:solidFill/>
                <a:latin typeface="メイリオ" panose="020B0604030504040204" pitchFamily="50" charset="-128"/>
                <a:ea typeface="メイリオ" panose="020B0604030504040204" pitchFamily="50" charset="-128"/>
              </a:rPr>
              <a:t>部を中心とした三者連携体制</a:t>
            </a:r>
            <a:r>
              <a:rPr lang="en-US" altLang="ja-JP" sz="1200">
                <a:solidFill/>
                <a:latin typeface="メイリオ" panose="020B0604030504040204" pitchFamily="50" charset="-128"/>
                <a:ea typeface="メイリオ" panose="020B0604030504040204" pitchFamily="50" charset="-128"/>
              </a:rPr>
              <a:t>】</a:t>
            </a:r>
          </a:p>
          <a:p>
            <a:pPr>
              <a:lnSpc>
                <a:spcPct val="110000"/>
              </a:lnSpc>
              <a:defRPr sz="400">
                <a:latin typeface="Meiryo"/>
              </a:defRPr>
            </a:pPr>
            <a:endParaRPr lang="ja-JP" altLang="en-US" sz="1200">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ja-JP" altLang="en-US"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出光興産側</a:t>
            </a:r>
            <a:endParaRPr lang="ja-JP" altLang="en-US" sz="1200">
              <a:latin typeface="メイリオ" panose="020B0604030504040204" pitchFamily="50" charset="-128"/>
              <a:ea typeface="メイリオ" panose="020B0604030504040204" pitchFamily="50" charset="-128"/>
            </a:endParaRPr>
          </a:p>
          <a:p>
            <a:pPr>
              <a:lnSpc>
                <a:spcPct val="110000"/>
              </a:lnSpc>
              <a:spcBef>
                <a:spcPts val="600"/>
              </a:spcBef>
              <a:spcAft>
                <a:spcPts val="300"/>
              </a:spcAft>
              <a:defRPr sz="1300" b="1">
                <a:solidFill>
                  <a:srgbClr val="FF6600"/>
                </a:solidFill>
                <a:latin typeface="Meiryo"/>
              </a:defRPr>
            </a:pPr>
            <a:r>
              <a:rPr lang="ja-JP" altLang="en-US"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プロダクトオーナ</a:t>
            </a:r>
            <a:r>
              <a:rPr lang="ja-JP" altLang="en-US" sz="1200">
                <a:solidFill/>
                <a:latin typeface="メイリオ" panose="020B0604030504040204" pitchFamily="50" charset="-128"/>
                <a:ea typeface="メイリオ" panose="020B0604030504040204" pitchFamily="50" charset="-128"/>
              </a:rPr>
              <a:t>ー（</a:t>
            </a:r>
            <a:r>
              <a:rPr lang="ja-JP" altLang="en-US" sz="1200" err="1">
                <a:solidFill/>
                <a:latin typeface="メイリオ" panose="020B0604030504040204" pitchFamily="50" charset="-128"/>
                <a:ea typeface="メイリオ" panose="020B0604030504040204" pitchFamily="50" charset="-128"/>
              </a:rPr>
              <a:t>総務部財務リスク管理課</a:t>
            </a:r>
            <a:r>
              <a:rPr lang="ja-JP" altLang="en-US" sz="1200">
                <a:solidFill/>
                <a:latin typeface="メイリオ" panose="020B0604030504040204" pitchFamily="50" charset="-128"/>
                <a:ea typeface="メイリオ" panose="020B0604030504040204" pitchFamily="50" charset="-128"/>
              </a:rPr>
              <a:t>）</a:t>
            </a: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業務要件提供・優先順位決定・受入判断</a:t>
            </a:r>
            <a:endParaRPr lang="ja-JP" altLang="en-US"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a:solidFill/>
                <a:latin typeface="メイリオ" panose="020B0604030504040204" pitchFamily="50" charset="-128"/>
                <a:ea typeface="メイリオ" panose="020B0604030504040204" pitchFamily="50" charset="-128"/>
              </a:rPr>
              <a:t>週</a:t>
            </a:r>
            <a:r>
              <a:rPr lang="en-US" altLang="ja-JP" sz="1200">
                <a:solidFill/>
                <a:latin typeface="メイリオ" panose="020B0604030504040204" pitchFamily="50" charset="-128"/>
                <a:ea typeface="メイリオ" panose="020B0604030504040204" pitchFamily="50" charset="-128"/>
              </a:rPr>
              <a:t>10</a:t>
            </a:r>
            <a:r>
              <a:rPr lang="ja-JP" altLang="en-US" sz="1200">
                <a:solidFill/>
                <a:latin typeface="メイリオ" panose="020B0604030504040204" pitchFamily="50" charset="-128"/>
                <a:ea typeface="メイリオ" panose="020B0604030504040204" pitchFamily="50" charset="-128"/>
              </a:rPr>
              <a:t>時間程度、連絡経路：総務部⇔</a:t>
            </a:r>
            <a:r>
              <a:rPr lang="en-US" altLang="ja-JP" sz="1200">
                <a:solidFill/>
                <a:latin typeface="メイリオ" panose="020B0604030504040204" pitchFamily="50" charset="-128"/>
                <a:ea typeface="メイリオ" panose="020B0604030504040204" pitchFamily="50" charset="-128"/>
              </a:rPr>
              <a:t>DI</a:t>
            </a:r>
            <a:r>
              <a:rPr lang="ja-JP" altLang="en-US" sz="1200">
                <a:solidFill/>
                <a:latin typeface="メイリオ" panose="020B0604030504040204" pitchFamily="50" charset="-128"/>
                <a:ea typeface="メイリオ" panose="020B0604030504040204" pitchFamily="50" charset="-128"/>
              </a:rPr>
              <a:t>部⇔</a:t>
            </a:r>
            <a:r>
              <a:rPr lang="en-US" altLang="ja-JP" sz="1200">
                <a:solidFill/>
                <a:latin typeface="メイリオ" panose="020B0604030504040204" pitchFamily="50" charset="-128"/>
                <a:ea typeface="メイリオ" panose="020B0604030504040204" pitchFamily="50" charset="-128"/>
              </a:rPr>
              <a:t>EXE</a:t>
            </a:r>
          </a:p>
          <a:p>
            <a:pPr>
              <a:lnSpc>
                <a:spcPct val="110000"/>
              </a:lnSpc>
              <a:defRPr sz="400">
                <a:latin typeface="Meiryo"/>
              </a:defRPr>
            </a:pPr>
            <a:endParaRPr lang="ja-JP" altLang="en-US" sz="1200">
              <a:latin typeface="メイリオ" panose="020B0604030504040204" pitchFamily="50" charset="-128"/>
              <a:ea typeface="メイリオ" panose="020B0604030504040204" pitchFamily="50" charset="-128"/>
            </a:endParaRPr>
          </a:p>
          <a:p>
            <a:pPr>
              <a:lnSpc>
                <a:spcPct val="110000"/>
              </a:lnSpc>
              <a:spcBef>
                <a:spcPts val="600"/>
              </a:spcBef>
              <a:spcAft>
                <a:spcPts val="300"/>
              </a:spcAft>
              <a:defRPr sz="1300" b="1">
                <a:solidFill>
                  <a:srgbClr val="FF6600"/>
                </a:solidFill>
                <a:latin typeface="Meiryo"/>
              </a:defRPr>
            </a:pPr>
            <a:r>
              <a:rPr lang="ja-JP" altLang="en-US" sz="1200">
                <a:solidFill/>
                <a:latin typeface="メイリオ" panose="020B0604030504040204" pitchFamily="50" charset="-128"/>
                <a:ea typeface="メイリオ" panose="020B0604030504040204" pitchFamily="50" charset="-128"/>
              </a:rPr>
              <a:t>●スクラムマスター （</a:t>
            </a:r>
            <a:r>
              <a:rPr lang="en-US" altLang="ja-JP" sz="1200" err="1">
                <a:solidFill/>
                <a:latin typeface="メイリオ" panose="020B0604030504040204" pitchFamily="50" charset="-128"/>
                <a:ea typeface="メイリオ" panose="020B0604030504040204" pitchFamily="50" charset="-128"/>
              </a:rPr>
              <a:t>DI</a:t>
            </a:r>
            <a:r>
              <a:rPr lang="ja-JP" altLang="en-US" sz="1200" err="1">
                <a:solidFill/>
                <a:latin typeface="メイリオ" panose="020B0604030504040204" pitchFamily="50" charset="-128"/>
                <a:ea typeface="メイリオ" panose="020B0604030504040204" pitchFamily="50" charset="-128"/>
              </a:rPr>
              <a:t>部</a:t>
            </a:r>
            <a:r>
              <a:rPr lang="ja-JP" altLang="en-US" sz="1200">
                <a:solidFill/>
                <a:latin typeface="メイリオ" panose="020B0604030504040204" pitchFamily="50" charset="-128"/>
                <a:ea typeface="メイリオ" panose="020B0604030504040204" pitchFamily="50" charset="-128"/>
              </a:rPr>
              <a:t>）：プロジェクト管理・品質管理 ★</a:t>
            </a:r>
            <a:r>
              <a:rPr lang="ja-JP" altLang="en-US" sz="1200" err="1">
                <a:solidFill/>
                <a:latin typeface="メイリオ" panose="020B0604030504040204" pitchFamily="50" charset="-128"/>
                <a:ea typeface="メイリオ" panose="020B0604030504040204" pitchFamily="50" charset="-128"/>
              </a:rPr>
              <a:t>主導</a:t>
            </a:r>
            <a:endParaRPr lang="ja-JP" altLang="en-US"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プロジェクト統括・橋渡し役・品質チェック・運用管理</a:t>
            </a:r>
            <a:endParaRPr lang="ja-JP" altLang="en-US" sz="1200">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a:solidFill/>
                <a:latin typeface="メイリオ" panose="020B0604030504040204" pitchFamily="50" charset="-128"/>
                <a:ea typeface="メイリオ" panose="020B0604030504040204" pitchFamily="50" charset="-128"/>
              </a:rPr>
              <a:t>週</a:t>
            </a:r>
            <a:r>
              <a:rPr lang="en-US" altLang="ja-JP" sz="1200">
                <a:solidFill/>
                <a:latin typeface="メイリオ" panose="020B0604030504040204" pitchFamily="50" charset="-128"/>
                <a:ea typeface="メイリオ" panose="020B0604030504040204" pitchFamily="50" charset="-128"/>
              </a:rPr>
              <a:t>20</a:t>
            </a:r>
            <a:r>
              <a:rPr lang="ja-JP" altLang="en-US" sz="1200">
                <a:solidFill/>
                <a:latin typeface="メイリオ" panose="020B0604030504040204" pitchFamily="50" charset="-128"/>
                <a:ea typeface="メイリオ" panose="020B0604030504040204" pitchFamily="50" charset="-128"/>
              </a:rPr>
              <a:t>時間程度、総務部と</a:t>
            </a:r>
            <a:r>
              <a:rPr lang="en-US" altLang="ja-JP" sz="1200">
                <a:solidFill/>
                <a:latin typeface="メイリオ" panose="020B0604030504040204" pitchFamily="50" charset="-128"/>
                <a:ea typeface="メイリオ" panose="020B0604030504040204" pitchFamily="50" charset="-128"/>
              </a:rPr>
              <a:t>EXE</a:t>
            </a:r>
            <a:r>
              <a:rPr lang="ja-JP" altLang="en-US" sz="1200">
                <a:solidFill/>
                <a:latin typeface="メイリオ" panose="020B0604030504040204" pitchFamily="50" charset="-128"/>
                <a:ea typeface="メイリオ" panose="020B0604030504040204" pitchFamily="50" charset="-128"/>
              </a:rPr>
              <a:t>の間に入りプロジェクト主導</a:t>
            </a:r>
          </a:p>
          <a:p>
            <a:pPr lvl="1">
              <a:lnSpc>
                <a:spcPct val="11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総務部要望を技術的に整理、</a:t>
            </a:r>
            <a:r>
              <a:rPr lang="en-US" altLang="ja-JP" sz="1200" err="1">
                <a:solidFill/>
                <a:latin typeface="メイリオ" panose="020B0604030504040204" pitchFamily="50" charset="-128"/>
                <a:ea typeface="メイリオ" panose="020B0604030504040204" pitchFamily="50" charset="-128"/>
              </a:rPr>
              <a:t>EXE</a:t>
            </a:r>
            <a:r>
              <a:rPr lang="ja-JP" altLang="en-US" sz="1200" err="1">
                <a:solidFill/>
                <a:latin typeface="メイリオ" panose="020B0604030504040204" pitchFamily="50" charset="-128"/>
                <a:ea typeface="メイリオ" panose="020B0604030504040204" pitchFamily="50" charset="-128"/>
              </a:rPr>
              <a:t>説明を総務部に翻訳、開発品質チェック</a:t>
            </a:r>
            <a:endParaRPr lang="ja-JP" altLang="en-US"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lang="ja-JP" altLang="en-US" sz="1200">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ja-JP" altLang="en-US"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ベンダー側（システムエグゼ想定</a:t>
            </a:r>
            <a:r>
              <a:rPr lang="ja-JP" altLang="en-US" sz="1200">
                <a:solidFill/>
                <a:latin typeface="メイリオ" panose="020B0604030504040204" pitchFamily="50" charset="-128"/>
                <a:ea typeface="メイリオ" panose="020B0604030504040204" pitchFamily="50" charset="-128"/>
              </a:rPr>
              <a:t>）</a:t>
            </a:r>
          </a:p>
          <a:p>
            <a:pPr>
              <a:lnSpc>
                <a:spcPct val="110000"/>
              </a:lnSpc>
              <a:spcBef>
                <a:spcPts val="600"/>
              </a:spcBef>
              <a:spcAft>
                <a:spcPts val="300"/>
              </a:spcAft>
              <a:defRPr sz="1300" b="1">
                <a:solidFill>
                  <a:srgbClr val="FF6600"/>
                </a:solidFill>
                <a:latin typeface="Meiryo"/>
              </a:defRPr>
            </a:pPr>
            <a:r>
              <a:rPr lang="ja-JP" altLang="en-US"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スクラムマスタ</a:t>
            </a:r>
            <a:r>
              <a:rPr lang="ja-JP" altLang="en-US" sz="1200">
                <a:solidFill/>
                <a:latin typeface="メイリオ" panose="020B0604030504040204" pitchFamily="50" charset="-128"/>
                <a:ea typeface="メイリオ" panose="020B0604030504040204" pitchFamily="50" charset="-128"/>
              </a:rPr>
              <a:t>ー（</a:t>
            </a:r>
            <a:r>
              <a:rPr lang="en-US" altLang="ja-JP" sz="1200">
                <a:solidFill/>
                <a:latin typeface="メイリオ" panose="020B0604030504040204" pitchFamily="50" charset="-128"/>
                <a:ea typeface="メイリオ" panose="020B0604030504040204" pitchFamily="50" charset="-128"/>
              </a:rPr>
              <a:t>PM</a:t>
            </a:r>
            <a:r>
              <a:rPr lang="ja-JP" altLang="en-US" sz="1200">
                <a:solidFill/>
                <a:latin typeface="メイリオ" panose="020B0604030504040204" pitchFamily="50" charset="-128"/>
                <a:ea typeface="メイリオ" panose="020B0604030504040204" pitchFamily="50" charset="-128"/>
              </a:rPr>
              <a:t>、</a:t>
            </a:r>
            <a:r>
              <a:rPr lang="en-US" altLang="ja-JP" sz="1200">
                <a:solidFill/>
                <a:latin typeface="メイリオ" panose="020B0604030504040204" pitchFamily="50" charset="-128"/>
                <a:ea typeface="メイリオ" panose="020B0604030504040204" pitchFamily="50" charset="-128"/>
              </a:rPr>
              <a:t>1</a:t>
            </a:r>
            <a:r>
              <a:rPr lang="ja-JP" altLang="en-US" sz="1200">
                <a:solidFill/>
                <a:latin typeface="メイリオ" panose="020B0604030504040204" pitchFamily="50" charset="-128"/>
                <a:ea typeface="メイリオ" panose="020B0604030504040204" pitchFamily="50" charset="-128"/>
              </a:rPr>
              <a:t>名）：</a:t>
            </a:r>
            <a:r>
              <a:rPr lang="ja-JP" altLang="en-US" sz="1200" err="1">
                <a:solidFill/>
                <a:latin typeface="メイリオ" panose="020B0604030504040204" pitchFamily="50" charset="-128"/>
                <a:ea typeface="メイリオ" panose="020B0604030504040204" pitchFamily="50" charset="-128"/>
              </a:rPr>
              <a:t>開発推進・課題解決、</a:t>
            </a:r>
            <a:r>
              <a:rPr lang="en-US" altLang="ja-JP" sz="1200" err="1">
                <a:solidFill/>
                <a:latin typeface="メイリオ" panose="020B0604030504040204" pitchFamily="50" charset="-128"/>
                <a:ea typeface="メイリオ" panose="020B0604030504040204" pitchFamily="50" charset="-128"/>
              </a:rPr>
              <a:t>DI</a:t>
            </a:r>
            <a:r>
              <a:rPr lang="ja-JP" altLang="en-US" sz="1200" err="1">
                <a:solidFill/>
                <a:latin typeface="メイリオ" panose="020B0604030504040204" pitchFamily="50" charset="-128"/>
                <a:ea typeface="メイリオ" panose="020B0604030504040204" pitchFamily="50" charset="-128"/>
              </a:rPr>
              <a:t>部へ報告</a:t>
            </a:r>
            <a:endParaRPr lang="ja-JP" altLang="en-US" sz="1200">
              <a:latin typeface="メイリオ" panose="020B0604030504040204" pitchFamily="50" charset="-128"/>
              <a:ea typeface="メイリオ" panose="020B0604030504040204" pitchFamily="50" charset="-128"/>
            </a:endParaRPr>
          </a:p>
          <a:p>
            <a:pPr>
              <a:lnSpc>
                <a:spcPct val="110000"/>
              </a:lnSpc>
              <a:spcBef>
                <a:spcPts val="600"/>
              </a:spcBef>
              <a:spcAft>
                <a:spcPts val="300"/>
              </a:spcAft>
              <a:defRPr sz="1300" b="1">
                <a:solidFill>
                  <a:srgbClr val="FF6600"/>
                </a:solidFill>
                <a:latin typeface="Meiryo"/>
              </a:defRPr>
            </a:pPr>
            <a:r>
              <a:rPr lang="ja-JP" altLang="en-US" sz="1200">
                <a:solidFill/>
                <a:latin typeface="メイリオ" panose="020B0604030504040204" pitchFamily="50" charset="-128"/>
                <a:ea typeface="メイリオ" panose="020B0604030504040204" pitchFamily="50" charset="-128"/>
              </a:rPr>
              <a:t>● 開発チーム（</a:t>
            </a:r>
            <a:r>
              <a:rPr lang="en-US" altLang="ja-JP" sz="1200">
                <a:solidFill/>
                <a:latin typeface="メイリオ" panose="020B0604030504040204" pitchFamily="50" charset="-128"/>
                <a:ea typeface="メイリオ" panose="020B0604030504040204" pitchFamily="50" charset="-128"/>
              </a:rPr>
              <a:t>5</a:t>
            </a:r>
            <a:r>
              <a:rPr lang="ja-JP" altLang="en-US" sz="1200">
                <a:solidFill/>
                <a:latin typeface="メイリオ" panose="020B0604030504040204" pitchFamily="50" charset="-128"/>
                <a:ea typeface="メイリオ" panose="020B0604030504040204" pitchFamily="50" charset="-128"/>
              </a:rPr>
              <a:t>名）：</a:t>
            </a:r>
            <a:r>
              <a:rPr lang="en-US" altLang="ja-JP" sz="1200">
                <a:solidFill/>
                <a:latin typeface="メイリオ" panose="020B0604030504040204" pitchFamily="50" charset="-128"/>
                <a:ea typeface="メイリオ" panose="020B0604030504040204" pitchFamily="50" charset="-128"/>
              </a:rPr>
              <a:t>SE</a:t>
            </a: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2</a:t>
            </a:r>
            <a:r>
              <a:rPr lang="ja-JP" altLang="en-US" sz="1200">
                <a:solidFill/>
                <a:latin typeface="メイリオ" panose="020B0604030504040204" pitchFamily="50" charset="-128"/>
                <a:ea typeface="メイリオ" panose="020B0604030504040204" pitchFamily="50" charset="-128"/>
              </a:rPr>
              <a:t>名・ブリッジ</a:t>
            </a:r>
            <a:r>
              <a:rPr lang="en-US" altLang="ja-JP" sz="1200">
                <a:solidFill/>
                <a:latin typeface="メイリオ" panose="020B0604030504040204" pitchFamily="50" charset="-128"/>
                <a:ea typeface="メイリオ" panose="020B0604030504040204" pitchFamily="50" charset="-128"/>
              </a:rPr>
              <a:t>SE</a:t>
            </a: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1</a:t>
            </a:r>
            <a:r>
              <a:rPr lang="ja-JP" altLang="en-US" sz="1200">
                <a:solidFill/>
                <a:latin typeface="メイリオ" panose="020B0604030504040204" pitchFamily="50" charset="-128"/>
                <a:ea typeface="メイリオ" panose="020B0604030504040204" pitchFamily="50" charset="-128"/>
              </a:rPr>
              <a:t>名・オフショア </a:t>
            </a:r>
            <a:r>
              <a:rPr lang="en-US" altLang="ja-JP" sz="1200">
                <a:solidFill/>
                <a:latin typeface="メイリオ" panose="020B0604030504040204" pitchFamily="50" charset="-128"/>
                <a:ea typeface="メイリオ" panose="020B0604030504040204" pitchFamily="50" charset="-128"/>
              </a:rPr>
              <a:t>2</a:t>
            </a:r>
            <a:r>
              <a:rPr lang="ja-JP" altLang="en-US" sz="1200">
                <a:solidFill/>
                <a:latin typeface="メイリオ" panose="020B0604030504040204" pitchFamily="50" charset="-128"/>
                <a:ea typeface="メイリオ" panose="020B0604030504040204" pitchFamily="50" charset="-128"/>
              </a:rPr>
              <a:t>名</a:t>
            </a:r>
          </a:p>
          <a:p>
            <a:pPr>
              <a:lnSpc>
                <a:spcPct val="110000"/>
              </a:lnSpc>
              <a:defRPr sz="400">
                <a:latin typeface="Meiryo"/>
              </a:defRPr>
            </a:pPr>
            <a:endParaRPr lang="ja-JP" altLang="en-US" sz="1200">
              <a:latin typeface="メイリオ" panose="020B0604030504040204" pitchFamily="50" charset="-128"/>
              <a:ea typeface="メイリオ" panose="020B0604030504040204" pitchFamily="50" charset="-128"/>
            </a:endParaRP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合計：</a:t>
            </a:r>
            <a:r>
              <a:rPr lang="en-US" altLang="ja-JP" sz="1200">
                <a:solidFill/>
                <a:latin typeface="メイリオ" panose="020B0604030504040204" pitchFamily="50" charset="-128"/>
                <a:ea typeface="メイリオ" panose="020B0604030504040204" pitchFamily="50" charset="-128"/>
              </a:rPr>
              <a:t>6</a:t>
            </a:r>
            <a:r>
              <a:rPr lang="ja-JP" altLang="en-US" sz="1200">
                <a:solidFill/>
                <a:latin typeface="メイリオ" panose="020B0604030504040204" pitchFamily="50" charset="-128"/>
                <a:ea typeface="メイリオ" panose="020B0604030504040204" pitchFamily="50" charset="-128"/>
              </a:rPr>
              <a:t>名体制（</a:t>
            </a:r>
            <a:r>
              <a:rPr lang="en-US" altLang="ja-JP" sz="1200">
                <a:solidFill/>
                <a:latin typeface="メイリオ" panose="020B0604030504040204" pitchFamily="50" charset="-128"/>
                <a:ea typeface="メイリオ" panose="020B0604030504040204" pitchFamily="50" charset="-128"/>
              </a:rPr>
              <a:t>EXE</a:t>
            </a:r>
            <a:r>
              <a:rPr lang="ja-JP" altLang="en-US" sz="1200">
                <a:solidFill/>
                <a:latin typeface="メイリオ" panose="020B0604030504040204" pitchFamily="50" charset="-128"/>
                <a:ea typeface="メイリオ" panose="020B0604030504040204" pitchFamily="50" charset="-128"/>
              </a:rPr>
              <a:t>）</a:t>
            </a:r>
            <a:r>
              <a:rPr lang="en-US" altLang="ja-JP" sz="1200">
                <a:solidFill/>
                <a:latin typeface="メイリオ" panose="020B0604030504040204" pitchFamily="50" charset="-128"/>
                <a:ea typeface="メイリオ" panose="020B0604030504040204" pitchFamily="50" charset="-128"/>
              </a:rPr>
              <a:t>+ </a:t>
            </a:r>
            <a:r>
              <a:rPr lang="en-US" altLang="ja-JP" sz="1200" err="1">
                <a:solidFill/>
                <a:latin typeface="メイリオ" panose="020B0604030504040204" pitchFamily="50" charset="-128"/>
                <a:ea typeface="メイリオ" panose="020B0604030504040204" pitchFamily="50" charset="-128"/>
              </a:rPr>
              <a:t>DI</a:t>
            </a:r>
            <a:r>
              <a:rPr lang="ja-JP" altLang="en-US" sz="1200" err="1">
                <a:solidFill/>
                <a:latin typeface="メイリオ" panose="020B0604030504040204" pitchFamily="50" charset="-128"/>
                <a:ea typeface="メイリオ" panose="020B0604030504040204" pitchFamily="50" charset="-128"/>
              </a:rPr>
              <a:t>部</a:t>
            </a:r>
            <a:endParaRPr lang="ja-JP" altLang="en-US" sz="1200">
              <a:latin typeface="メイリオ" panose="020B0604030504040204" pitchFamily="50" charset="-128"/>
              <a:ea typeface="メイリオ" panose="020B0604030504040204" pitchFamily="50" charset="-128"/>
            </a:endParaRPr>
          </a:p>
          <a:p>
            <a:pPr>
              <a:lnSpc>
                <a:spcPct val="110000"/>
              </a:lnSpc>
              <a:defRPr sz="1200">
                <a:latin typeface="Meiryo"/>
              </a:defRPr>
            </a:pPr>
            <a:r>
              <a:rPr lang="en-US" altLang="ja-JP" sz="1200">
                <a:solidFill/>
                <a:latin typeface="メイリオ" panose="020B0604030504040204" pitchFamily="50" charset="-128"/>
                <a:ea typeface="メイリオ" panose="020B0604030504040204" pitchFamily="50" charset="-128"/>
              </a:rPr>
              <a:t>※ </a:t>
            </a:r>
            <a:r>
              <a:rPr lang="ja-JP" altLang="en-US" sz="1200">
                <a:solidFill/>
                <a:latin typeface="メイリオ" panose="020B0604030504040204" pitchFamily="50" charset="-128"/>
                <a:ea typeface="メイリオ" panose="020B0604030504040204" pitchFamily="50" charset="-128"/>
              </a:rPr>
              <a:t>体制は状況により変動、</a:t>
            </a:r>
            <a:r>
              <a:rPr lang="en-US" altLang="ja-JP" sz="1200">
                <a:solidFill/>
                <a:latin typeface="メイリオ" panose="020B0604030504040204" pitchFamily="50" charset="-128"/>
                <a:ea typeface="メイリオ" panose="020B0604030504040204" pitchFamily="50" charset="-128"/>
              </a:rPr>
              <a:t>Wave2</a:t>
            </a:r>
            <a:r>
              <a:rPr lang="ja-JP" altLang="en-US" sz="1200">
                <a:solidFill/>
                <a:latin typeface="メイリオ" panose="020B0604030504040204" pitchFamily="50" charset="-128"/>
                <a:ea typeface="メイリオ" panose="020B0604030504040204" pitchFamily="50" charset="-128"/>
              </a:rPr>
              <a:t>で最適化</a:t>
            </a:r>
          </a:p>
        </p:txBody>
      </p:sp>
    </p:spTree>
    <p:extLst>
      <p:ext uri="{BB962C8B-B14F-4D97-AF65-F5344CB8AC3E}">
        <p14:creationId xmlns:p14="http://schemas.microsoft.com/office/powerpoint/2010/main" val="6981594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F9109-33CB-0D76-CC26-036496A0987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967F77F-76F6-7408-D73A-090DCBB37AFD}"/>
              </a:ext>
            </a:extLst>
          </p:cNvPr>
          <p:cNvSpPr>
            <a:spLocks noGrp="1"/>
          </p:cNvSpPr>
          <p:nvPr>
            <p:ph type="title"/>
          </p:nvPr>
        </p:nvSpPr>
        <p:spPr>
          <a:xfrm>
            <a:off x="2640001" y="3042380"/>
            <a:ext cx="7703999" cy="360000"/>
          </a:xfrm>
        </p:spPr>
        <p:txBody>
          <a:bodyPr/>
          <a:lstStyle/>
          <a:p>
            <a:r>
              <a:rPr kumimoji="1" lang="en-US" altLang="ja-JP">
                <a:solidFill/>
                <a:latin typeface="メイリオ" panose="020B0604030504040204" pitchFamily="50" charset="-128"/>
                <a:ea typeface="メイリオ" panose="020B0604030504040204" pitchFamily="50" charset="-128"/>
              </a:rPr>
              <a:t>6. </a:t>
            </a:r>
            <a:r>
              <a:rPr kumimoji="1" lang="ja-JP" altLang="en-US">
                <a:solidFill/>
                <a:latin typeface="メイリオ" panose="020B0604030504040204" pitchFamily="50" charset="-128"/>
                <a:ea typeface="メイリオ" panose="020B0604030504040204" pitchFamily="50" charset="-128"/>
              </a:rPr>
              <a:t>期待される効果と予算</a:t>
            </a:r>
          </a:p>
        </p:txBody>
      </p:sp>
      <p:sp>
        <p:nvSpPr>
          <p:cNvPr id="3" name="スライド番号プレースホルダー 2">
            <a:extLst>
              <a:ext uri="{FF2B5EF4-FFF2-40B4-BE49-F238E27FC236}">
                <a16:creationId xmlns:a16="http://schemas.microsoft.com/office/drawing/2014/main" id="{379F79BF-8D16-B6DD-37A7-36848110EBA9}"/>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24</a:t>
            </a:fld>
            <a:endParaRPr kumimoji="1" lang="ja-JP"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3828677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7F934-2BA0-3D7C-3774-1D878F60701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311A05F-AF98-BBFE-8AEC-5B88FF2D971B}"/>
              </a:ext>
            </a:extLst>
          </p:cNvPr>
          <p:cNvSpPr>
            <a:spLocks noGrp="1"/>
          </p:cNvSpPr>
          <p:nvPr>
            <p:ph type="title"/>
          </p:nvPr>
        </p:nvSpPr>
        <p:spPr/>
        <p:txBody>
          <a:bodyPr>
            <a:noAutofit/>
          </a:bodyPr>
          <a:lstStyle/>
          <a:p>
            <a:r>
              <a:rPr kumimoji="1" lang="en-US" altLang="ja-JP" sz="2400">
                <a:solidFill/>
              </a:rPr>
              <a:t>6-1. </a:t>
            </a:r>
            <a:r>
              <a:rPr kumimoji="1" lang="ja-JP" altLang="en-US" sz="2400">
                <a:solidFill/>
              </a:rPr>
              <a:t>定量的効果（総務部の業務負担軽減）</a:t>
            </a:r>
            <a:endParaRPr kumimoji="1" lang="ja-JP" altLang="en-US" sz="2400"/>
          </a:p>
        </p:txBody>
      </p:sp>
      <p:sp>
        <p:nvSpPr>
          <p:cNvPr id="4" name="スライド番号プレースホルダー 3">
            <a:extLst>
              <a:ext uri="{FF2B5EF4-FFF2-40B4-BE49-F238E27FC236}">
                <a16:creationId xmlns:a16="http://schemas.microsoft.com/office/drawing/2014/main" id="{D98E3AE0-276E-2EE9-55BB-82C9553AC749}"/>
              </a:ext>
            </a:extLst>
          </p:cNvPr>
          <p:cNvSpPr>
            <a:spLocks noGrp="1"/>
          </p:cNvSpPr>
          <p:nvPr>
            <p:ph type="sldNum" sz="quarter" idx="12"/>
          </p:nvPr>
        </p:nvSpPr>
        <p:spPr/>
        <p:txBody>
          <a:bodyPr/>
          <a:lstStyle/>
          <a:p>
            <a:fld id="{59F857F7-C215-C24D-8BD9-19720E902953}" type="slidenum">
              <a:rPr kumimoji="1" lang="ja-JP" altLang="en-US" smtClean="0"/>
              <a:pPr/>
              <a:t>25</a:t>
            </a:fld>
            <a:endParaRPr kumimoji="1" lang="ja-JP" altLang="en-US"/>
          </a:p>
        </p:txBody>
      </p:sp>
      <p:sp>
        <p:nvSpPr>
          <p:cNvPr id="5" name="TextBox 2">
            <a:extLst>
              <a:ext uri="{FF2B5EF4-FFF2-40B4-BE49-F238E27FC236}">
                <a16:creationId xmlns:a16="http://schemas.microsoft.com/office/drawing/2014/main" id="{59614B8B-A502-0666-6B4B-ECD22B7CA723}"/>
              </a:ext>
            </a:extLst>
          </p:cNvPr>
          <p:cNvSpPr txBox="1"/>
          <p:nvPr/>
        </p:nvSpPr>
        <p:spPr>
          <a:xfrm>
            <a:off x="457200" y="1143000"/>
            <a:ext cx="11247120" cy="5310685"/>
          </a:xfrm>
          <a:prstGeom prst="rect">
            <a:avLst/>
          </a:prstGeom>
          <a:noFill/>
        </p:spPr>
        <p:txBody>
          <a:bodyPr wrap="square" lIns="137160" rIns="137160">
            <a:spAutoFit/>
          </a:bodyPr>
          <a:lstStyle/>
          <a:p>
            <a:pPr>
              <a:lnSpc>
                <a:spcPct val="110000"/>
              </a:lnSpc>
              <a:defRPr sz="1200">
                <a:latin typeface="Meiryo"/>
              </a:defRPr>
            </a:pPr>
            <a:r>
              <a:rPr lang="ja-JP" altLang="en-US" err="1">
                <a:solidFill/>
                <a:latin typeface="メイリオ" panose="020B0604030504040204" pitchFamily="50" charset="-128"/>
                <a:ea typeface="メイリオ" panose="020B0604030504040204" pitchFamily="50" charset="-128"/>
              </a:rPr>
              <a:t>現状推定値に基づく削減効果試算</a:t>
            </a:r>
            <a:r>
              <a:rPr lang="ja-JP" altLang="en-US">
                <a:solidFill/>
                <a:latin typeface="メイリオ" panose="020B0604030504040204" pitchFamily="50" charset="-128"/>
                <a:ea typeface="メイリオ" panose="020B0604030504040204" pitchFamily="50" charset="-128"/>
              </a:rPr>
              <a:t>　</a:t>
            </a:r>
            <a:r>
              <a:rPr lang="en-US" altLang="ja-JP">
                <a:solidFill/>
                <a:latin typeface="メイリオ" panose="020B0604030504040204" pitchFamily="50" charset="-128"/>
                <a:ea typeface="メイリオ" panose="020B0604030504040204" pitchFamily="50" charset="-128"/>
              </a:rPr>
              <a:t>※</a:t>
            </a:r>
            <a:r>
              <a:rPr lang="ja-JP" altLang="en-US" err="1">
                <a:solidFill/>
                <a:latin typeface="メイリオ" panose="020B0604030504040204" pitchFamily="50" charset="-128"/>
                <a:ea typeface="メイリオ" panose="020B0604030504040204" pitchFamily="50" charset="-128"/>
              </a:rPr>
              <a:t>詳細は総務部ヒアリングで精緻化</a:t>
            </a:r>
            <a:endParaRPr>
              <a:latin typeface="メイリオ" panose="020B0604030504040204" pitchFamily="50" charset="-128"/>
              <a:ea typeface="メイリオ" panose="020B0604030504040204" pitchFamily="50" charset="-128"/>
            </a:endParaRPr>
          </a:p>
          <a:p>
            <a:pPr>
              <a:lnSpc>
                <a:spcPct val="110000"/>
              </a:lnSpc>
              <a:defRPr sz="400">
                <a:latin typeface="Meiryo"/>
              </a:defRPr>
            </a:pPr>
            <a:endParaRPr>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a:solidFill/>
                <a:latin typeface="メイリオ" panose="020B0604030504040204" pitchFamily="50" charset="-128"/>
                <a:ea typeface="メイリオ" panose="020B0604030504040204" pitchFamily="50" charset="-128"/>
              </a:rPr>
              <a:t>【1. </a:t>
            </a:r>
            <a:r>
              <a:rPr lang="ja-JP" altLang="en-US">
                <a:solidFill/>
                <a:latin typeface="メイリオ" panose="020B0604030504040204" pitchFamily="50" charset="-128"/>
                <a:ea typeface="メイリオ" panose="020B0604030504040204" pitchFamily="50" charset="-128"/>
              </a:rPr>
              <a:t>エラー対応時間：年間</a:t>
            </a:r>
            <a:r>
              <a:rPr lang="en-US" altLang="ja-JP">
                <a:solidFill/>
                <a:latin typeface="メイリオ" panose="020B0604030504040204" pitchFamily="50" charset="-128"/>
                <a:ea typeface="メイリオ" panose="020B0604030504040204" pitchFamily="50" charset="-128"/>
              </a:rPr>
              <a:t>84</a:t>
            </a:r>
            <a:r>
              <a:rPr lang="ja-JP" altLang="en-US">
                <a:solidFill/>
                <a:latin typeface="メイリオ" panose="020B0604030504040204" pitchFamily="50" charset="-128"/>
                <a:ea typeface="メイリオ" panose="020B0604030504040204" pitchFamily="50" charset="-128"/>
              </a:rPr>
              <a:t>～</a:t>
            </a:r>
            <a:r>
              <a:rPr lang="en-US" altLang="ja-JP">
                <a:solidFill/>
                <a:latin typeface="メイリオ" panose="020B0604030504040204" pitchFamily="50" charset="-128"/>
                <a:ea typeface="メイリオ" panose="020B0604030504040204" pitchFamily="50" charset="-128"/>
              </a:rPr>
              <a:t>216</a:t>
            </a:r>
            <a:r>
              <a:rPr lang="ja-JP" altLang="en-US">
                <a:solidFill/>
                <a:latin typeface="メイリオ" panose="020B0604030504040204" pitchFamily="50" charset="-128"/>
                <a:ea typeface="メイリオ" panose="020B0604030504040204" pitchFamily="50" charset="-128"/>
              </a:rPr>
              <a:t>時間削減（</a:t>
            </a:r>
            <a:r>
              <a:rPr lang="en-US" altLang="ja-JP">
                <a:solidFill/>
                <a:latin typeface="メイリオ" panose="020B0604030504040204" pitchFamily="50" charset="-128"/>
                <a:ea typeface="メイリオ" panose="020B0604030504040204" pitchFamily="50" charset="-128"/>
              </a:rPr>
              <a:t>70</a:t>
            </a:r>
            <a:r>
              <a:rPr lang="ja-JP" altLang="en-US">
                <a:solidFill/>
                <a:latin typeface="メイリオ" panose="020B0604030504040204" pitchFamily="50" charset="-128"/>
                <a:ea typeface="メイリオ" panose="020B0604030504040204" pitchFamily="50" charset="-128"/>
              </a:rPr>
              <a:t>～</a:t>
            </a:r>
            <a:r>
              <a:rPr lang="en-US" altLang="ja-JP">
                <a:solidFill/>
                <a:latin typeface="メイリオ" panose="020B0604030504040204" pitchFamily="50" charset="-128"/>
                <a:ea typeface="メイリオ" panose="020B0604030504040204" pitchFamily="50" charset="-128"/>
              </a:rPr>
              <a:t>90%</a:t>
            </a:r>
            <a:r>
              <a:rPr lang="ja-JP" altLang="en-US">
                <a:solidFill/>
                <a:latin typeface="メイリオ" panose="020B0604030504040204" pitchFamily="50" charset="-128"/>
                <a:ea typeface="メイリオ" panose="020B0604030504040204" pitchFamily="50" charset="-128"/>
              </a:rPr>
              <a:t>）</a:t>
            </a:r>
            <a:r>
              <a:rPr lang="en-US" altLang="ja-JP">
                <a:solidFill/>
                <a:latin typeface="メイリオ" panose="020B0604030504040204" pitchFamily="50" charset="-128"/>
                <a:ea typeface="メイリオ" panose="020B0604030504040204" pitchFamily="50" charset="-128"/>
              </a:rPr>
              <a:t>】</a:t>
            </a:r>
          </a:p>
          <a:p>
            <a:pPr>
              <a:lnSpc>
                <a:spcPct val="110000"/>
              </a:lnSpc>
              <a:spcBef>
                <a:spcPts val="600"/>
              </a:spcBef>
              <a:spcAft>
                <a:spcPts val="300"/>
              </a:spcAft>
              <a:defRPr sz="1300" b="1">
                <a:solidFill>
                  <a:srgbClr val="FF6600"/>
                </a:solidFill>
                <a:latin typeface="Meiryo"/>
              </a:defRPr>
            </a:pPr>
            <a:r>
              <a:rPr lang="en-US" altLang="ja-JP">
                <a:solidFill/>
                <a:latin typeface="メイリオ" panose="020B0604030504040204" pitchFamily="50" charset="-128"/>
                <a:ea typeface="メイリオ" panose="020B0604030504040204" pitchFamily="50" charset="-128"/>
              </a:rPr>
              <a:t>● </a:t>
            </a:r>
            <a:r>
              <a:rPr lang="ja-JP" altLang="en-US">
                <a:solidFill/>
                <a:latin typeface="メイリオ" panose="020B0604030504040204" pitchFamily="50" charset="-128"/>
                <a:ea typeface="メイリオ" panose="020B0604030504040204" pitchFamily="50" charset="-128"/>
              </a:rPr>
              <a:t>現状推定：月</a:t>
            </a:r>
            <a:r>
              <a:rPr lang="en-US" altLang="ja-JP">
                <a:solidFill/>
                <a:latin typeface="メイリオ" panose="020B0604030504040204" pitchFamily="50" charset="-128"/>
                <a:ea typeface="メイリオ" panose="020B0604030504040204" pitchFamily="50" charset="-128"/>
              </a:rPr>
              <a:t>10</a:t>
            </a:r>
            <a:r>
              <a:rPr lang="ja-JP" altLang="en-US">
                <a:solidFill/>
                <a:latin typeface="メイリオ" panose="020B0604030504040204" pitchFamily="50" charset="-128"/>
                <a:ea typeface="メイリオ" panose="020B0604030504040204" pitchFamily="50" charset="-128"/>
              </a:rPr>
              <a:t>～</a:t>
            </a:r>
            <a:r>
              <a:rPr lang="en-US" altLang="ja-JP">
                <a:solidFill/>
                <a:latin typeface="メイリオ" panose="020B0604030504040204" pitchFamily="50" charset="-128"/>
                <a:ea typeface="メイリオ" panose="020B0604030504040204" pitchFamily="50" charset="-128"/>
              </a:rPr>
              <a:t>20</a:t>
            </a:r>
            <a:r>
              <a:rPr lang="ja-JP" altLang="en-US">
                <a:solidFill/>
                <a:latin typeface="メイリオ" panose="020B0604030504040204" pitchFamily="50" charset="-128"/>
                <a:ea typeface="メイリオ" panose="020B0604030504040204" pitchFamily="50" charset="-128"/>
              </a:rPr>
              <a:t>時間、年間</a:t>
            </a:r>
            <a:r>
              <a:rPr lang="en-US" altLang="ja-JP">
                <a:solidFill/>
                <a:latin typeface="メイリオ" panose="020B0604030504040204" pitchFamily="50" charset="-128"/>
                <a:ea typeface="メイリオ" panose="020B0604030504040204" pitchFamily="50" charset="-128"/>
              </a:rPr>
              <a:t>120</a:t>
            </a:r>
            <a:r>
              <a:rPr lang="ja-JP" altLang="en-US">
                <a:solidFill/>
                <a:latin typeface="メイリオ" panose="020B0604030504040204" pitchFamily="50" charset="-128"/>
                <a:ea typeface="メイリオ" panose="020B0604030504040204" pitchFamily="50" charset="-128"/>
              </a:rPr>
              <a:t>～</a:t>
            </a:r>
            <a:r>
              <a:rPr lang="en-US" altLang="ja-JP">
                <a:solidFill/>
                <a:latin typeface="メイリオ" panose="020B0604030504040204" pitchFamily="50" charset="-128"/>
                <a:ea typeface="メイリオ" panose="020B0604030504040204" pitchFamily="50" charset="-128"/>
              </a:rPr>
              <a:t>240</a:t>
            </a:r>
            <a:r>
              <a:rPr lang="ja-JP" altLang="en-US">
                <a:solidFill/>
                <a:latin typeface="メイリオ" panose="020B0604030504040204" pitchFamily="50" charset="-128"/>
                <a:ea typeface="メイリオ" panose="020B0604030504040204" pitchFamily="50" charset="-128"/>
              </a:rPr>
              <a:t>時間</a:t>
            </a:r>
          </a:p>
          <a:p>
            <a:pPr lvl="1">
              <a:lnSpc>
                <a:spcPct val="110000"/>
              </a:lnSpc>
              <a:spcAft>
                <a:spcPts val="100"/>
              </a:spcAft>
              <a:defRPr sz="1100">
                <a:latin typeface="Meiryo"/>
              </a:defRPr>
            </a:pPr>
            <a:r>
              <a:rPr lang="ja-JP" altLang="en-US">
                <a:solidFill/>
                <a:latin typeface="メイリオ" panose="020B0604030504040204" pitchFamily="50" charset="-128"/>
                <a:ea typeface="メイリオ" panose="020B0604030504040204" pitchFamily="50" charset="-128"/>
              </a:rPr>
              <a:t>  </a:t>
            </a:r>
            <a:r>
              <a:rPr lang="en-US" altLang="ja-JP">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マクロエラー調査、原因特定、外部ベンダー問合せ、修正・再実行</a:t>
            </a:r>
            <a:endParaRPr>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a:solidFill/>
                <a:latin typeface="メイリオ" panose="020B0604030504040204" pitchFamily="50" charset="-128"/>
                <a:ea typeface="メイリオ" panose="020B0604030504040204" pitchFamily="50" charset="-128"/>
              </a:rPr>
              <a:t>  </a:t>
            </a:r>
            <a:r>
              <a:rPr lang="en-US" altLang="ja-JP">
                <a:solidFill/>
                <a:latin typeface="メイリオ" panose="020B0604030504040204" pitchFamily="50" charset="-128"/>
                <a:ea typeface="メイリオ" panose="020B0604030504040204" pitchFamily="50" charset="-128"/>
              </a:rPr>
              <a:t>- </a:t>
            </a:r>
            <a:r>
              <a:rPr lang="ja-JP" altLang="en-US">
                <a:solidFill/>
                <a:latin typeface="メイリオ" panose="020B0604030504040204" pitchFamily="50" charset="-128"/>
                <a:ea typeface="メイリオ" panose="020B0604030504040204" pitchFamily="50" charset="-128"/>
              </a:rPr>
              <a:t>担当者</a:t>
            </a:r>
            <a:r>
              <a:rPr lang="en-US" altLang="ja-JP">
                <a:solidFill/>
                <a:latin typeface="メイリオ" panose="020B0604030504040204" pitchFamily="50" charset="-128"/>
                <a:ea typeface="メイリオ" panose="020B0604030504040204" pitchFamily="50" charset="-128"/>
              </a:rPr>
              <a:t>1</a:t>
            </a:r>
            <a:r>
              <a:rPr lang="ja-JP" altLang="en-US">
                <a:solidFill/>
                <a:latin typeface="メイリオ" panose="020B0604030504040204" pitchFamily="50" charset="-128"/>
                <a:ea typeface="メイリオ" panose="020B0604030504040204" pitchFamily="50" charset="-128"/>
              </a:rPr>
              <a:t>名の業務時間の約</a:t>
            </a:r>
            <a:r>
              <a:rPr lang="en-US" altLang="ja-JP">
                <a:solidFill/>
                <a:latin typeface="メイリオ" panose="020B0604030504040204" pitchFamily="50" charset="-128"/>
                <a:ea typeface="メイリオ" panose="020B0604030504040204" pitchFamily="50" charset="-128"/>
              </a:rPr>
              <a:t>7</a:t>
            </a:r>
            <a:r>
              <a:rPr lang="ja-JP" altLang="en-US">
                <a:solidFill/>
                <a:latin typeface="メイリオ" panose="020B0604030504040204" pitchFamily="50" charset="-128"/>
                <a:ea typeface="メイリオ" panose="020B0604030504040204" pitchFamily="50" charset="-128"/>
              </a:rPr>
              <a:t>～</a:t>
            </a:r>
            <a:r>
              <a:rPr lang="en-US" altLang="ja-JP">
                <a:solidFill/>
                <a:latin typeface="メイリオ" panose="020B0604030504040204" pitchFamily="50" charset="-128"/>
                <a:ea typeface="メイリオ" panose="020B0604030504040204" pitchFamily="50" charset="-128"/>
              </a:rPr>
              <a:t>15%</a:t>
            </a:r>
          </a:p>
          <a:p>
            <a:pPr>
              <a:lnSpc>
                <a:spcPct val="110000"/>
              </a:lnSpc>
              <a:defRPr sz="400">
                <a:latin typeface="Meiryo"/>
              </a:defRPr>
            </a:pPr>
            <a:endParaRPr>
              <a:latin typeface="メイリオ" panose="020B0604030504040204" pitchFamily="50" charset="-128"/>
              <a:ea typeface="メイリオ" panose="020B0604030504040204" pitchFamily="50" charset="-128"/>
            </a:endParaRPr>
          </a:p>
          <a:p>
            <a:pPr>
              <a:lnSpc>
                <a:spcPct val="110000"/>
              </a:lnSpc>
              <a:spcBef>
                <a:spcPts val="600"/>
              </a:spcBef>
              <a:spcAft>
                <a:spcPts val="300"/>
              </a:spcAft>
              <a:defRPr sz="1300" b="1">
                <a:solidFill>
                  <a:srgbClr val="FF6600"/>
                </a:solidFill>
                <a:latin typeface="Meiryo"/>
              </a:defRPr>
            </a:pPr>
            <a:r>
              <a:rPr lang="ja-JP" altLang="en-US">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削減施策：</a:t>
            </a:r>
            <a:r>
              <a:rPr lang="en-US" altLang="ja-JP" err="1">
                <a:solidFill/>
                <a:latin typeface="メイリオ" panose="020B0604030504040204" pitchFamily="50" charset="-128"/>
                <a:ea typeface="メイリオ" panose="020B0604030504040204" pitchFamily="50" charset="-128"/>
              </a:rPr>
              <a:t>Zabbix</a:t>
            </a:r>
            <a:r>
              <a:rPr lang="ja-JP" altLang="en-US">
                <a:solidFill/>
                <a:latin typeface="メイリオ" panose="020B0604030504040204" pitchFamily="50" charset="-128"/>
                <a:ea typeface="メイリオ" panose="020B0604030504040204" pitchFamily="50" charset="-128"/>
              </a:rPr>
              <a:t> </a:t>
            </a:r>
            <a:r>
              <a:rPr lang="en-US" altLang="ja-JP">
                <a:solidFill/>
                <a:latin typeface="メイリオ" panose="020B0604030504040204" pitchFamily="50" charset="-128"/>
                <a:ea typeface="メイリオ" panose="020B0604030504040204" pitchFamily="50" charset="-128"/>
              </a:rPr>
              <a:t>24</a:t>
            </a:r>
            <a:r>
              <a:rPr lang="ja-JP" altLang="en-US">
                <a:solidFill/>
                <a:latin typeface="メイリオ" panose="020B0604030504040204" pitchFamily="50" charset="-128"/>
                <a:ea typeface="メイリオ" panose="020B0604030504040204" pitchFamily="50" charset="-128"/>
              </a:rPr>
              <a:t>時間監視 </a:t>
            </a:r>
            <a:r>
              <a:rPr lang="en-US" altLang="ja-JP">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リアルタイム入力検証</a:t>
            </a:r>
            <a:endParaRPr>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ja-JP" altLang="en-US">
                <a:solidFill/>
                <a:latin typeface="メイリオ" panose="020B0604030504040204" pitchFamily="50" charset="-128"/>
                <a:ea typeface="メイリオ" panose="020B0604030504040204" pitchFamily="50" charset="-128"/>
              </a:rPr>
              <a:t>  </a:t>
            </a:r>
            <a:r>
              <a:rPr lang="en-US" altLang="ja-JP">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エラー原因を即座に特定、外部ベンダー問合せ不要</a:t>
            </a:r>
            <a:endParaRPr>
              <a:latin typeface="メイリオ" panose="020B0604030504040204" pitchFamily="50" charset="-128"/>
              <a:ea typeface="メイリオ" panose="020B0604030504040204" pitchFamily="50" charset="-128"/>
            </a:endParaRPr>
          </a:p>
          <a:p>
            <a:pPr lvl="1">
              <a:lnSpc>
                <a:spcPct val="110000"/>
              </a:lnSpc>
              <a:spcAft>
                <a:spcPts val="100"/>
              </a:spcAft>
              <a:defRPr sz="1100">
                <a:latin typeface="Meiryo"/>
              </a:defRPr>
            </a:pPr>
            <a:r>
              <a:rPr lang="zh-TW" altLang="en-US">
                <a:solidFill/>
                <a:latin typeface="メイリオ" panose="020B0604030504040204" pitchFamily="50" charset="-128"/>
                <a:ea typeface="メイリオ" panose="020B0604030504040204" pitchFamily="50" charset="-128"/>
              </a:rPr>
              <a:t>  </a:t>
            </a:r>
            <a:r>
              <a:rPr lang="en-US" altLang="zh-TW">
                <a:solidFill/>
                <a:latin typeface="メイリオ" panose="020B0604030504040204" pitchFamily="50" charset="-128"/>
                <a:ea typeface="メイリオ" panose="020B0604030504040204" pitchFamily="50" charset="-128"/>
              </a:rPr>
              <a:t>- </a:t>
            </a:r>
            <a:r>
              <a:rPr lang="zh-TW" altLang="en-US">
                <a:solidFill/>
                <a:latin typeface="メイリオ" panose="020B0604030504040204" pitchFamily="50" charset="-128"/>
                <a:ea typeface="メイリオ" panose="020B0604030504040204" pitchFamily="50" charset="-128"/>
              </a:rPr>
              <a:t>削減後：年間</a:t>
            </a:r>
            <a:r>
              <a:rPr lang="en-US" altLang="zh-TW">
                <a:solidFill/>
                <a:latin typeface="メイリオ" panose="020B0604030504040204" pitchFamily="50" charset="-128"/>
                <a:ea typeface="メイリオ" panose="020B0604030504040204" pitchFamily="50" charset="-128"/>
              </a:rPr>
              <a:t>24</a:t>
            </a:r>
            <a:r>
              <a:rPr lang="zh-TW" altLang="en-US">
                <a:solidFill/>
                <a:latin typeface="メイリオ" panose="020B0604030504040204" pitchFamily="50" charset="-128"/>
                <a:ea typeface="メイリオ" panose="020B0604030504040204" pitchFamily="50" charset="-128"/>
              </a:rPr>
              <a:t>～</a:t>
            </a:r>
            <a:r>
              <a:rPr lang="en-US" altLang="zh-TW">
                <a:solidFill/>
                <a:latin typeface="メイリオ" panose="020B0604030504040204" pitchFamily="50" charset="-128"/>
                <a:ea typeface="メイリオ" panose="020B0604030504040204" pitchFamily="50" charset="-128"/>
              </a:rPr>
              <a:t>72</a:t>
            </a:r>
            <a:r>
              <a:rPr lang="zh-TW" altLang="en-US">
                <a:solidFill/>
                <a:latin typeface="メイリオ" panose="020B0604030504040204" pitchFamily="50" charset="-128"/>
                <a:ea typeface="メイリオ" panose="020B0604030504040204" pitchFamily="50" charset="-128"/>
              </a:rPr>
              <a:t>時間（削減率</a:t>
            </a:r>
            <a:r>
              <a:rPr lang="en-US" altLang="zh-TW">
                <a:solidFill/>
                <a:latin typeface="メイリオ" panose="020B0604030504040204" pitchFamily="50" charset="-128"/>
                <a:ea typeface="メイリオ" panose="020B0604030504040204" pitchFamily="50" charset="-128"/>
              </a:rPr>
              <a:t>70</a:t>
            </a:r>
            <a:r>
              <a:rPr lang="zh-TW" altLang="en-US">
                <a:solidFill/>
                <a:latin typeface="メイリオ" panose="020B0604030504040204" pitchFamily="50" charset="-128"/>
                <a:ea typeface="メイリオ" panose="020B0604030504040204" pitchFamily="50" charset="-128"/>
              </a:rPr>
              <a:t>～</a:t>
            </a:r>
            <a:r>
              <a:rPr lang="en-US" altLang="zh-TW">
                <a:solidFill/>
                <a:latin typeface="メイリオ" panose="020B0604030504040204" pitchFamily="50" charset="-128"/>
                <a:ea typeface="メイリオ" panose="020B0604030504040204" pitchFamily="50" charset="-128"/>
              </a:rPr>
              <a:t>90%</a:t>
            </a:r>
            <a:r>
              <a:rPr lang="zh-TW" altLang="en-US">
                <a:solidFill/>
                <a:latin typeface="メイリオ" panose="020B0604030504040204" pitchFamily="50" charset="-128"/>
                <a:ea typeface="メイリオ" panose="020B0604030504040204" pitchFamily="50" charset="-128"/>
              </a:rPr>
              <a:t>）</a:t>
            </a:r>
          </a:p>
          <a:p>
            <a:pPr>
              <a:lnSpc>
                <a:spcPct val="110000"/>
              </a:lnSpc>
              <a:defRPr sz="400">
                <a:latin typeface="Meiryo"/>
              </a:defRPr>
            </a:pPr>
            <a:endParaRPr>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a:solidFill/>
                <a:latin typeface="メイリオ" panose="020B0604030504040204" pitchFamily="50" charset="-128"/>
                <a:ea typeface="メイリオ" panose="020B0604030504040204" pitchFamily="50" charset="-128"/>
              </a:rPr>
              <a:t>【2. </a:t>
            </a:r>
            <a:r>
              <a:rPr lang="ja-JP" altLang="en-US">
                <a:solidFill/>
                <a:latin typeface="メイリオ" panose="020B0604030504040204" pitchFamily="50" charset="-128"/>
                <a:ea typeface="メイリオ" panose="020B0604030504040204" pitchFamily="50" charset="-128"/>
              </a:rPr>
              <a:t>データ処理時間：年間</a:t>
            </a:r>
            <a:r>
              <a:rPr lang="en-US" altLang="ja-JP">
                <a:solidFill/>
                <a:latin typeface="メイリオ" panose="020B0604030504040204" pitchFamily="50" charset="-128"/>
                <a:ea typeface="メイリオ" panose="020B0604030504040204" pitchFamily="50" charset="-128"/>
              </a:rPr>
              <a:t>160</a:t>
            </a:r>
            <a:r>
              <a:rPr lang="ja-JP" altLang="en-US">
                <a:solidFill/>
                <a:latin typeface="メイリオ" panose="020B0604030504040204" pitchFamily="50" charset="-128"/>
                <a:ea typeface="メイリオ" panose="020B0604030504040204" pitchFamily="50" charset="-128"/>
              </a:rPr>
              <a:t>～</a:t>
            </a:r>
            <a:r>
              <a:rPr lang="en-US" altLang="ja-JP">
                <a:solidFill/>
                <a:latin typeface="メイリオ" panose="020B0604030504040204" pitchFamily="50" charset="-128"/>
                <a:ea typeface="メイリオ" panose="020B0604030504040204" pitchFamily="50" charset="-128"/>
              </a:rPr>
              <a:t>180</a:t>
            </a:r>
            <a:r>
              <a:rPr lang="ja-JP" altLang="en-US">
                <a:solidFill/>
                <a:latin typeface="メイリオ" panose="020B0604030504040204" pitchFamily="50" charset="-128"/>
                <a:ea typeface="メイリオ" panose="020B0604030504040204" pitchFamily="50" charset="-128"/>
              </a:rPr>
              <a:t>時間削減（</a:t>
            </a:r>
            <a:r>
              <a:rPr lang="en-US" altLang="ja-JP">
                <a:solidFill/>
                <a:latin typeface="メイリオ" panose="020B0604030504040204" pitchFamily="50" charset="-128"/>
                <a:ea typeface="メイリオ" panose="020B0604030504040204" pitchFamily="50" charset="-128"/>
              </a:rPr>
              <a:t>80</a:t>
            </a:r>
            <a:r>
              <a:rPr lang="ja-JP" altLang="en-US">
                <a:solidFill/>
                <a:latin typeface="メイリオ" panose="020B0604030504040204" pitchFamily="50" charset="-128"/>
                <a:ea typeface="メイリオ" panose="020B0604030504040204" pitchFamily="50" charset="-128"/>
              </a:rPr>
              <a:t>～</a:t>
            </a:r>
            <a:r>
              <a:rPr lang="en-US" altLang="ja-JP">
                <a:solidFill/>
                <a:latin typeface="メイリオ" panose="020B0604030504040204" pitchFamily="50" charset="-128"/>
                <a:ea typeface="メイリオ" panose="020B0604030504040204" pitchFamily="50" charset="-128"/>
              </a:rPr>
              <a:t>90%</a:t>
            </a:r>
            <a:r>
              <a:rPr lang="ja-JP" altLang="en-US">
                <a:solidFill/>
                <a:latin typeface="メイリオ" panose="020B0604030504040204" pitchFamily="50" charset="-128"/>
                <a:ea typeface="メイリオ" panose="020B0604030504040204" pitchFamily="50" charset="-128"/>
              </a:rPr>
              <a:t>）</a:t>
            </a:r>
            <a:r>
              <a:rPr lang="en-US" altLang="ja-JP">
                <a:solidFill/>
                <a:latin typeface="メイリオ" panose="020B0604030504040204" pitchFamily="50" charset="-128"/>
                <a:ea typeface="メイリオ" panose="020B0604030504040204" pitchFamily="50" charset="-128"/>
              </a:rPr>
              <a:t>】</a:t>
            </a:r>
          </a:p>
          <a:p>
            <a:pPr>
              <a:lnSpc>
                <a:spcPct val="110000"/>
              </a:lnSpc>
              <a:spcBef>
                <a:spcPts val="600"/>
              </a:spcBef>
              <a:spcAft>
                <a:spcPts val="300"/>
              </a:spcAft>
              <a:defRPr sz="1300" b="1">
                <a:solidFill>
                  <a:srgbClr val="FF6600"/>
                </a:solidFill>
                <a:latin typeface="Meiryo"/>
              </a:defRPr>
            </a:pPr>
            <a:r>
              <a:rPr lang="en-US" altLang="ja-JP">
                <a:solidFill/>
                <a:latin typeface="メイリオ" panose="020B0604030504040204" pitchFamily="50" charset="-128"/>
                <a:ea typeface="メイリオ" panose="020B0604030504040204" pitchFamily="50" charset="-128"/>
              </a:rPr>
              <a:t>● </a:t>
            </a:r>
            <a:r>
              <a:rPr lang="ja-JP" altLang="en-US">
                <a:solidFill/>
                <a:latin typeface="メイリオ" panose="020B0604030504040204" pitchFamily="50" charset="-128"/>
                <a:ea typeface="メイリオ" panose="020B0604030504040204" pitchFamily="50" charset="-128"/>
              </a:rPr>
              <a:t>現状推定：月</a:t>
            </a:r>
            <a:r>
              <a:rPr lang="en-US" altLang="ja-JP">
                <a:solidFill/>
                <a:latin typeface="メイリオ" panose="020B0604030504040204" pitchFamily="50" charset="-128"/>
                <a:ea typeface="メイリオ" panose="020B0604030504040204" pitchFamily="50" charset="-128"/>
              </a:rPr>
              <a:t>16</a:t>
            </a:r>
            <a:r>
              <a:rPr lang="ja-JP" altLang="en-US">
                <a:solidFill/>
                <a:latin typeface="メイリオ" panose="020B0604030504040204" pitchFamily="50" charset="-128"/>
                <a:ea typeface="メイリオ" panose="020B0604030504040204" pitchFamily="50" charset="-128"/>
              </a:rPr>
              <a:t>～</a:t>
            </a:r>
            <a:r>
              <a:rPr lang="en-US" altLang="ja-JP">
                <a:solidFill/>
                <a:latin typeface="メイリオ" panose="020B0604030504040204" pitchFamily="50" charset="-128"/>
                <a:ea typeface="メイリオ" panose="020B0604030504040204" pitchFamily="50" charset="-128"/>
              </a:rPr>
              <a:t>20</a:t>
            </a:r>
            <a:r>
              <a:rPr lang="ja-JP" altLang="en-US">
                <a:solidFill/>
                <a:latin typeface="メイリオ" panose="020B0604030504040204" pitchFamily="50" charset="-128"/>
                <a:ea typeface="メイリオ" panose="020B0604030504040204" pitchFamily="50" charset="-128"/>
              </a:rPr>
              <a:t>時間、年間</a:t>
            </a:r>
            <a:r>
              <a:rPr lang="en-US" altLang="ja-JP">
                <a:solidFill/>
                <a:latin typeface="メイリオ" panose="020B0604030504040204" pitchFamily="50" charset="-128"/>
                <a:ea typeface="メイリオ" panose="020B0604030504040204" pitchFamily="50" charset="-128"/>
              </a:rPr>
              <a:t>200</a:t>
            </a:r>
            <a:r>
              <a:rPr lang="ja-JP" altLang="en-US">
                <a:solidFill/>
                <a:latin typeface="メイリオ" panose="020B0604030504040204" pitchFamily="50" charset="-128"/>
                <a:ea typeface="メイリオ" panose="020B0604030504040204" pitchFamily="50" charset="-128"/>
              </a:rPr>
              <a:t>時間</a:t>
            </a:r>
          </a:p>
          <a:p>
            <a:pPr lvl="1">
              <a:lnSpc>
                <a:spcPct val="110000"/>
              </a:lnSpc>
              <a:spcAft>
                <a:spcPts val="100"/>
              </a:spcAft>
              <a:defRPr sz="1100">
                <a:latin typeface="Meiryo"/>
              </a:defRPr>
            </a:pPr>
            <a:r>
              <a:rPr lang="ja-JP" altLang="en-US">
                <a:solidFill/>
                <a:latin typeface="メイリオ" panose="020B0604030504040204" pitchFamily="50" charset="-128"/>
                <a:ea typeface="メイリオ" panose="020B0604030504040204" pitchFamily="50" charset="-128"/>
              </a:rPr>
              <a:t>  </a:t>
            </a:r>
            <a:r>
              <a:rPr lang="en-US" altLang="ja-JP">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手動マクロ実行、データ確認、整合性チェック、レポート作成</a:t>
            </a:r>
            <a:endParaRPr>
              <a:latin typeface="メイリオ" panose="020B0604030504040204" pitchFamily="50" charset="-128"/>
              <a:ea typeface="メイリオ" panose="020B0604030504040204" pitchFamily="50" charset="-128"/>
            </a:endParaRPr>
          </a:p>
          <a:p>
            <a:pPr>
              <a:lnSpc>
                <a:spcPct val="110000"/>
              </a:lnSpc>
              <a:defRPr sz="400">
                <a:latin typeface="Meiryo"/>
              </a:defRPr>
            </a:pPr>
            <a:endParaRPr>
              <a:latin typeface="メイリオ" panose="020B0604030504040204" pitchFamily="50" charset="-128"/>
              <a:ea typeface="メイリオ" panose="020B0604030504040204" pitchFamily="50" charset="-128"/>
            </a:endParaRPr>
          </a:p>
          <a:p>
            <a:pPr>
              <a:lnSpc>
                <a:spcPct val="110000"/>
              </a:lnSpc>
              <a:spcBef>
                <a:spcPts val="600"/>
              </a:spcBef>
              <a:spcAft>
                <a:spcPts val="300"/>
              </a:spcAft>
              <a:defRPr sz="1300" b="1">
                <a:solidFill>
                  <a:srgbClr val="FF6600"/>
                </a:solidFill>
                <a:latin typeface="Meiryo"/>
              </a:defRPr>
            </a:pPr>
            <a:r>
              <a:rPr lang="ja-JP" altLang="en-US">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削減施策：</a:t>
            </a:r>
            <a:r>
              <a:rPr lang="en-US" err="1">
                <a:solidFill/>
                <a:latin typeface="メイリオ" panose="020B0604030504040204" pitchFamily="50" charset="-128"/>
                <a:ea typeface="メイリオ" panose="020B0604030504040204" pitchFamily="50" charset="-128"/>
              </a:rPr>
              <a:t>Azure</a:t>
            </a:r>
            <a:r>
              <a:rPr lang="en-US">
                <a:solidFill/>
                <a:latin typeface="メイリオ" panose="020B0604030504040204" pitchFamily="50" charset="-128"/>
                <a:ea typeface="メイリオ" panose="020B0604030504040204" pitchFamily="50" charset="-128"/>
              </a:rPr>
              <a:t> Functions </a:t>
            </a:r>
            <a:r>
              <a:rPr lang="ja-JP" altLang="en-US" err="1">
                <a:solidFill/>
                <a:latin typeface="メイリオ" panose="020B0604030504040204" pitchFamily="50" charset="-128"/>
                <a:ea typeface="メイリオ" panose="020B0604030504040204" pitchFamily="50" charset="-128"/>
              </a:rPr>
              <a:t>自動バッチ（夜間実行</a:t>
            </a:r>
            <a:r>
              <a:rPr lang="ja-JP" altLang="en-US">
                <a:solidFill/>
                <a:latin typeface="メイリオ" panose="020B0604030504040204" pitchFamily="50" charset="-128"/>
                <a:ea typeface="メイリオ" panose="020B0604030504040204" pitchFamily="50" charset="-128"/>
              </a:rPr>
              <a:t>）</a:t>
            </a:r>
          </a:p>
          <a:p>
            <a:pPr lvl="1">
              <a:lnSpc>
                <a:spcPct val="110000"/>
              </a:lnSpc>
              <a:spcAft>
                <a:spcPts val="100"/>
              </a:spcAft>
              <a:defRPr sz="1100">
                <a:latin typeface="Meiryo"/>
              </a:defRPr>
            </a:pPr>
            <a:r>
              <a:rPr lang="ja-JP" altLang="en-US">
                <a:solidFill/>
                <a:latin typeface="メイリオ" panose="020B0604030504040204" pitchFamily="50" charset="-128"/>
                <a:ea typeface="メイリオ" panose="020B0604030504040204" pitchFamily="50" charset="-128"/>
              </a:rPr>
              <a:t>  </a:t>
            </a:r>
            <a:r>
              <a:rPr lang="en-US" altLang="ja-JP">
                <a:solidFill/>
                <a:latin typeface="メイリオ" panose="020B0604030504040204" pitchFamily="50" charset="-128"/>
                <a:ea typeface="メイリオ" panose="020B0604030504040204" pitchFamily="50" charset="-128"/>
              </a:rPr>
              <a:t>- </a:t>
            </a:r>
            <a:r>
              <a:rPr lang="ja-JP" altLang="en-US">
                <a:solidFill/>
                <a:latin typeface="メイリオ" panose="020B0604030504040204" pitchFamily="50" charset="-128"/>
                <a:ea typeface="メイリオ" panose="020B0604030504040204" pitchFamily="50" charset="-128"/>
              </a:rPr>
              <a:t>削減後：年間</a:t>
            </a:r>
            <a:r>
              <a:rPr lang="en-US" altLang="ja-JP">
                <a:solidFill/>
                <a:latin typeface="メイリオ" panose="020B0604030504040204" pitchFamily="50" charset="-128"/>
                <a:ea typeface="メイリオ" panose="020B0604030504040204" pitchFamily="50" charset="-128"/>
              </a:rPr>
              <a:t>20</a:t>
            </a:r>
            <a:r>
              <a:rPr lang="ja-JP" altLang="en-US">
                <a:solidFill/>
                <a:latin typeface="メイリオ" panose="020B0604030504040204" pitchFamily="50" charset="-128"/>
                <a:ea typeface="メイリオ" panose="020B0604030504040204" pitchFamily="50" charset="-128"/>
              </a:rPr>
              <a:t>～</a:t>
            </a:r>
            <a:r>
              <a:rPr lang="en-US" altLang="ja-JP">
                <a:solidFill/>
                <a:latin typeface="メイリオ" panose="020B0604030504040204" pitchFamily="50" charset="-128"/>
                <a:ea typeface="メイリオ" panose="020B0604030504040204" pitchFamily="50" charset="-128"/>
              </a:rPr>
              <a:t>40</a:t>
            </a:r>
            <a:r>
              <a:rPr lang="ja-JP" altLang="en-US">
                <a:solidFill/>
                <a:latin typeface="メイリオ" panose="020B0604030504040204" pitchFamily="50" charset="-128"/>
                <a:ea typeface="メイリオ" panose="020B0604030504040204" pitchFamily="50" charset="-128"/>
              </a:rPr>
              <a:t>時間（削減率</a:t>
            </a:r>
            <a:r>
              <a:rPr lang="en-US" altLang="ja-JP">
                <a:solidFill/>
                <a:latin typeface="メイリオ" panose="020B0604030504040204" pitchFamily="50" charset="-128"/>
                <a:ea typeface="メイリオ" panose="020B0604030504040204" pitchFamily="50" charset="-128"/>
              </a:rPr>
              <a:t>80</a:t>
            </a:r>
            <a:r>
              <a:rPr lang="ja-JP" altLang="en-US">
                <a:solidFill/>
                <a:latin typeface="メイリオ" panose="020B0604030504040204" pitchFamily="50" charset="-128"/>
                <a:ea typeface="メイリオ" panose="020B0604030504040204" pitchFamily="50" charset="-128"/>
              </a:rPr>
              <a:t>～</a:t>
            </a:r>
            <a:r>
              <a:rPr lang="en-US" altLang="ja-JP">
                <a:solidFill/>
                <a:latin typeface="メイリオ" panose="020B0604030504040204" pitchFamily="50" charset="-128"/>
                <a:ea typeface="メイリオ" panose="020B0604030504040204" pitchFamily="50" charset="-128"/>
              </a:rPr>
              <a:t>90%</a:t>
            </a:r>
            <a:r>
              <a:rPr lang="ja-JP" altLang="en-US">
                <a:solidFill/>
                <a:latin typeface="メイリオ" panose="020B0604030504040204" pitchFamily="50" charset="-128"/>
                <a:ea typeface="メイリオ" panose="020B0604030504040204" pitchFamily="50" charset="-128"/>
              </a:rPr>
              <a:t>）</a:t>
            </a:r>
          </a:p>
          <a:p>
            <a:pPr>
              <a:lnSpc>
                <a:spcPct val="110000"/>
              </a:lnSpc>
              <a:defRPr sz="400">
                <a:latin typeface="Meiryo"/>
              </a:defRPr>
            </a:pPr>
            <a:endParaRPr>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a:solidFill/>
                <a:latin typeface="メイリオ" panose="020B0604030504040204" pitchFamily="50" charset="-128"/>
                <a:ea typeface="メイリオ" panose="020B0604030504040204" pitchFamily="50" charset="-128"/>
              </a:rPr>
              <a:t>【3. </a:t>
            </a:r>
            <a:r>
              <a:rPr lang="ja-JP" altLang="en-US" err="1">
                <a:solidFill/>
                <a:latin typeface="メイリオ" panose="020B0604030504040204" pitchFamily="50" charset="-128"/>
                <a:ea typeface="メイリオ" panose="020B0604030504040204" pitchFamily="50" charset="-128"/>
              </a:rPr>
              <a:t>合計削減効果（推定</a:t>
            </a:r>
            <a:r>
              <a:rPr lang="ja-JP" altLang="en-US">
                <a:solidFill/>
                <a:latin typeface="メイリオ" panose="020B0604030504040204" pitchFamily="50" charset="-128"/>
                <a:ea typeface="メイリオ" panose="020B0604030504040204" pitchFamily="50" charset="-128"/>
              </a:rPr>
              <a:t>）</a:t>
            </a:r>
            <a:r>
              <a:rPr lang="en-US" altLang="ja-JP">
                <a:solidFill/>
                <a:latin typeface="メイリオ" panose="020B0604030504040204" pitchFamily="50" charset="-128"/>
                <a:ea typeface="メイリオ" panose="020B0604030504040204" pitchFamily="50" charset="-128"/>
              </a:rPr>
              <a:t>】</a:t>
            </a:r>
          </a:p>
          <a:p>
            <a:pPr>
              <a:lnSpc>
                <a:spcPct val="110000"/>
              </a:lnSpc>
              <a:spcBef>
                <a:spcPts val="600"/>
              </a:spcBef>
              <a:spcAft>
                <a:spcPts val="300"/>
              </a:spcAft>
              <a:defRPr sz="1300" b="1">
                <a:solidFill>
                  <a:srgbClr val="FF6600"/>
                </a:solidFill>
                <a:latin typeface="Meiryo"/>
              </a:defRPr>
            </a:pPr>
            <a:r>
              <a:rPr lang="en-US" altLang="ja-JP">
                <a:solidFill/>
                <a:latin typeface="メイリオ" panose="020B0604030504040204" pitchFamily="50" charset="-128"/>
                <a:ea typeface="メイリオ" panose="020B0604030504040204" pitchFamily="50" charset="-128"/>
              </a:rPr>
              <a:t>● </a:t>
            </a:r>
            <a:r>
              <a:rPr lang="ja-JP" altLang="en-US">
                <a:solidFill/>
                <a:latin typeface="メイリオ" panose="020B0604030504040204" pitchFamily="50" charset="-128"/>
                <a:ea typeface="メイリオ" panose="020B0604030504040204" pitchFamily="50" charset="-128"/>
              </a:rPr>
              <a:t>年間</a:t>
            </a:r>
            <a:r>
              <a:rPr lang="en-US" altLang="ja-JP">
                <a:solidFill/>
                <a:latin typeface="メイリオ" panose="020B0604030504040204" pitchFamily="50" charset="-128"/>
                <a:ea typeface="メイリオ" panose="020B0604030504040204" pitchFamily="50" charset="-128"/>
              </a:rPr>
              <a:t>244</a:t>
            </a:r>
            <a:r>
              <a:rPr lang="ja-JP" altLang="en-US">
                <a:solidFill/>
                <a:latin typeface="メイリオ" panose="020B0604030504040204" pitchFamily="50" charset="-128"/>
                <a:ea typeface="メイリオ" panose="020B0604030504040204" pitchFamily="50" charset="-128"/>
              </a:rPr>
              <a:t>～</a:t>
            </a:r>
            <a:r>
              <a:rPr lang="en-US" altLang="ja-JP">
                <a:solidFill/>
                <a:latin typeface="メイリオ" panose="020B0604030504040204" pitchFamily="50" charset="-128"/>
                <a:ea typeface="メイリオ" panose="020B0604030504040204" pitchFamily="50" charset="-128"/>
              </a:rPr>
              <a:t>396</a:t>
            </a:r>
            <a:r>
              <a:rPr lang="ja-JP" altLang="en-US">
                <a:solidFill/>
                <a:latin typeface="メイリオ" panose="020B0604030504040204" pitchFamily="50" charset="-128"/>
                <a:ea typeface="メイリオ" panose="020B0604030504040204" pitchFamily="50" charset="-128"/>
              </a:rPr>
              <a:t>時間削減</a:t>
            </a:r>
          </a:p>
          <a:p>
            <a:pPr>
              <a:lnSpc>
                <a:spcPct val="110000"/>
              </a:lnSpc>
              <a:spcBef>
                <a:spcPts val="600"/>
              </a:spcBef>
              <a:spcAft>
                <a:spcPts val="300"/>
              </a:spcAft>
              <a:defRPr sz="1300" b="1">
                <a:solidFill>
                  <a:srgbClr val="FF6600"/>
                </a:solidFill>
                <a:latin typeface="Meiryo"/>
              </a:defRPr>
            </a:pPr>
            <a:r>
              <a:rPr lang="ja-JP" altLang="en-US">
                <a:solidFill/>
                <a:latin typeface="メイリオ" panose="020B0604030504040204" pitchFamily="50" charset="-128"/>
                <a:ea typeface="メイリオ" panose="020B0604030504040204" pitchFamily="50" charset="-128"/>
              </a:rPr>
              <a:t>● 担当者</a:t>
            </a:r>
            <a:r>
              <a:rPr lang="en-US" altLang="ja-JP">
                <a:solidFill/>
                <a:latin typeface="メイリオ" panose="020B0604030504040204" pitchFamily="50" charset="-128"/>
                <a:ea typeface="メイリオ" panose="020B0604030504040204" pitchFamily="50" charset="-128"/>
              </a:rPr>
              <a:t>1</a:t>
            </a:r>
            <a:r>
              <a:rPr lang="ja-JP" altLang="en-US">
                <a:solidFill/>
                <a:latin typeface="メイリオ" panose="020B0604030504040204" pitchFamily="50" charset="-128"/>
                <a:ea typeface="メイリオ" panose="020B0604030504040204" pitchFamily="50" charset="-128"/>
              </a:rPr>
              <a:t>名の業務時間の約</a:t>
            </a:r>
            <a:r>
              <a:rPr lang="en-US" altLang="ja-JP">
                <a:solidFill/>
                <a:latin typeface="メイリオ" panose="020B0604030504040204" pitchFamily="50" charset="-128"/>
                <a:ea typeface="メイリオ" panose="020B0604030504040204" pitchFamily="50" charset="-128"/>
              </a:rPr>
              <a:t>15</a:t>
            </a:r>
            <a:r>
              <a:rPr lang="ja-JP" altLang="en-US">
                <a:solidFill/>
                <a:latin typeface="メイリオ" panose="020B0604030504040204" pitchFamily="50" charset="-128"/>
                <a:ea typeface="メイリオ" panose="020B0604030504040204" pitchFamily="50" charset="-128"/>
              </a:rPr>
              <a:t>～</a:t>
            </a:r>
            <a:r>
              <a:rPr lang="en-US" altLang="ja-JP">
                <a:solidFill/>
                <a:latin typeface="メイリオ" panose="020B0604030504040204" pitchFamily="50" charset="-128"/>
                <a:ea typeface="メイリオ" panose="020B0604030504040204" pitchFamily="50" charset="-128"/>
              </a:rPr>
              <a:t>25%</a:t>
            </a:r>
            <a:r>
              <a:rPr lang="ja-JP" altLang="en-US">
                <a:solidFill/>
                <a:latin typeface="メイリオ" panose="020B0604030504040204" pitchFamily="50" charset="-128"/>
                <a:ea typeface="メイリオ" panose="020B0604030504040204" pitchFamily="50" charset="-128"/>
              </a:rPr>
              <a:t>を削減</a:t>
            </a:r>
          </a:p>
          <a:p>
            <a:pPr>
              <a:lnSpc>
                <a:spcPct val="110000"/>
              </a:lnSpc>
              <a:spcBef>
                <a:spcPts val="600"/>
              </a:spcBef>
              <a:spcAft>
                <a:spcPts val="300"/>
              </a:spcAft>
              <a:defRPr sz="1300" b="1">
                <a:solidFill>
                  <a:srgbClr val="FF6600"/>
                </a:solidFill>
                <a:latin typeface="Meiryo"/>
              </a:defRPr>
            </a:pPr>
            <a:r>
              <a:rPr lang="ja-JP" altLang="en-US">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削減工数を、より付加価値の高い業務に再配分可能</a:t>
            </a:r>
            <a:endParaRPr>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465820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FB225-AEED-4875-4356-6198CB52F14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CB8A634-D1D2-B065-0ED6-49DACCE1B2BA}"/>
              </a:ext>
            </a:extLst>
          </p:cNvPr>
          <p:cNvSpPr>
            <a:spLocks noGrp="1"/>
          </p:cNvSpPr>
          <p:nvPr>
            <p:ph type="title"/>
          </p:nvPr>
        </p:nvSpPr>
        <p:spPr/>
        <p:txBody>
          <a:bodyPr>
            <a:noAutofit/>
          </a:bodyPr>
          <a:lstStyle/>
          <a:p>
            <a:r>
              <a:rPr kumimoji="1" lang="en-US" altLang="ja-JP" sz="2400">
                <a:solidFill/>
              </a:rPr>
              <a:t>6-2. </a:t>
            </a:r>
            <a:r>
              <a:rPr kumimoji="1" lang="ja-JP" altLang="en-US" sz="2400">
                <a:solidFill/>
              </a:rPr>
              <a:t>定性的効果</a:t>
            </a:r>
          </a:p>
        </p:txBody>
      </p:sp>
      <p:sp>
        <p:nvSpPr>
          <p:cNvPr id="4" name="スライド番号プレースホルダー 3">
            <a:extLst>
              <a:ext uri="{FF2B5EF4-FFF2-40B4-BE49-F238E27FC236}">
                <a16:creationId xmlns:a16="http://schemas.microsoft.com/office/drawing/2014/main" id="{8A616ACA-8980-B55F-44BB-F7D8932B7AB5}"/>
              </a:ext>
            </a:extLst>
          </p:cNvPr>
          <p:cNvSpPr>
            <a:spLocks noGrp="1"/>
          </p:cNvSpPr>
          <p:nvPr>
            <p:ph type="sldNum" sz="quarter" idx="12"/>
          </p:nvPr>
        </p:nvSpPr>
        <p:spPr/>
        <p:txBody>
          <a:bodyPr/>
          <a:lstStyle/>
          <a:p>
            <a:fld id="{59F857F7-C215-C24D-8BD9-19720E902953}" type="slidenum">
              <a:rPr kumimoji="1" lang="ja-JP" altLang="en-US" smtClean="0"/>
              <a:pPr/>
              <a:t>26</a:t>
            </a:fld>
            <a:endParaRPr kumimoji="1" lang="ja-JP" altLang="en-US"/>
          </a:p>
        </p:txBody>
      </p:sp>
      <p:sp>
        <p:nvSpPr>
          <p:cNvPr id="3" name="TextBox 2">
            <a:extLst>
              <a:ext uri="{FF2B5EF4-FFF2-40B4-BE49-F238E27FC236}">
                <a16:creationId xmlns:a16="http://schemas.microsoft.com/office/drawing/2014/main" id="{F5194638-6430-0733-C577-42445814722E}"/>
              </a:ext>
            </a:extLst>
          </p:cNvPr>
          <p:cNvSpPr txBox="1"/>
          <p:nvPr/>
        </p:nvSpPr>
        <p:spPr>
          <a:xfrm>
            <a:off x="457200" y="1143000"/>
            <a:ext cx="11247120" cy="4248342"/>
          </a:xfrm>
          <a:prstGeom prst="rect">
            <a:avLst/>
          </a:prstGeom>
          <a:noFill/>
        </p:spPr>
        <p:txBody>
          <a:bodyPr wrap="square" lIns="137160" rIns="137160">
            <a:spAutoFit/>
          </a:bodyPr>
          <a:lstStyle/>
          <a:p>
            <a:pPr>
              <a:lnSpc>
                <a:spcPct val="110000"/>
              </a:lnSpc>
              <a:spcBef>
                <a:spcPts val="0"/>
              </a:spcBef>
              <a:spcAft>
                <a:spcPts val="400"/>
              </a:spcAft>
              <a:defRPr sz="1400" b="1">
                <a:solidFill>
                  <a:srgbClr val="00338D"/>
                </a:solidFill>
                <a:latin typeface="Meiryo"/>
              </a:defRPr>
            </a:pPr>
            <a:r>
              <a:rPr lang="en-US" altLang="ja-JP">
                <a:solidFill/>
                <a:latin typeface="メイリオ" panose="020B0604030504040204" pitchFamily="50" charset="-128"/>
                <a:ea typeface="メイリオ" panose="020B0604030504040204" pitchFamily="50" charset="-128"/>
              </a:rPr>
              <a:t>【</a:t>
            </a:r>
            <a:r>
              <a:rPr lang="ja-JP" altLang="en-US" err="1">
                <a:solidFill/>
                <a:latin typeface="メイリオ" panose="020B0604030504040204" pitchFamily="50" charset="-128"/>
                <a:ea typeface="メイリオ" panose="020B0604030504040204" pitchFamily="50" charset="-128"/>
              </a:rPr>
              <a:t>業務品質の向上</a:t>
            </a:r>
            <a:r>
              <a:rPr lang="en-US" altLang="ja-JP">
                <a:solidFill/>
                <a:latin typeface="メイリオ" panose="020B0604030504040204" pitchFamily="50" charset="-128"/>
                <a:ea typeface="メイリオ" panose="020B0604030504040204" pitchFamily="50" charset="-128"/>
              </a:rPr>
              <a:t>】</a:t>
            </a:r>
          </a:p>
          <a:p>
            <a:pPr>
              <a:lnSpc>
                <a:spcPct val="110000"/>
              </a:lnSpc>
              <a:spcAft>
                <a:spcPts val="200"/>
              </a:spcAft>
              <a:defRPr sz="1200">
                <a:latin typeface="Meiryo"/>
              </a:defRPr>
            </a:pPr>
            <a:r>
              <a:rPr lang="en-US" altLang="ja-JP">
                <a:solidFill/>
                <a:latin typeface="メイリオ" panose="020B0604030504040204" pitchFamily="50" charset="-128"/>
                <a:ea typeface="メイリオ" panose="020B0604030504040204" pitchFamily="50" charset="-128"/>
              </a:rPr>
              <a:t>✓ </a:t>
            </a:r>
            <a:r>
              <a:rPr lang="ja-JP" altLang="en-US">
                <a:solidFill/>
                <a:latin typeface="メイリオ" panose="020B0604030504040204" pitchFamily="50" charset="-128"/>
                <a:ea typeface="メイリオ" panose="020B0604030504040204" pitchFamily="50" charset="-128"/>
              </a:rPr>
              <a:t>エラー発生率の大幅削減（</a:t>
            </a:r>
            <a:r>
              <a:rPr lang="en-US" altLang="ja-JP">
                <a:solidFill/>
                <a:latin typeface="メイリオ" panose="020B0604030504040204" pitchFamily="50" charset="-128"/>
                <a:ea typeface="メイリオ" panose="020B0604030504040204" pitchFamily="50" charset="-128"/>
              </a:rPr>
              <a:t>90%</a:t>
            </a:r>
            <a:r>
              <a:rPr lang="ja-JP" altLang="en-US">
                <a:solidFill/>
                <a:latin typeface="メイリオ" panose="020B0604030504040204" pitchFamily="50" charset="-128"/>
                <a:ea typeface="メイリオ" panose="020B0604030504040204" pitchFamily="50" charset="-128"/>
              </a:rPr>
              <a:t>削減目標）</a:t>
            </a:r>
          </a:p>
          <a:p>
            <a:pPr>
              <a:lnSpc>
                <a:spcPct val="110000"/>
              </a:lnSpc>
              <a:spcAft>
                <a:spcPts val="200"/>
              </a:spcAft>
              <a:defRPr sz="1200">
                <a:latin typeface="Meiryo"/>
              </a:defRPr>
            </a:pPr>
            <a:r>
              <a:rPr lang="ja-JP" altLang="en-US">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データ品質向上・処理の正確性確保・監査証跡自動記録</a:t>
            </a:r>
            <a:endParaRPr lang="ja-JP" altLang="en-US">
              <a:latin typeface="メイリオ" panose="020B0604030504040204" pitchFamily="50" charset="-128"/>
              <a:ea typeface="メイリオ" panose="020B0604030504040204" pitchFamily="50" charset="-128"/>
            </a:endParaRPr>
          </a:p>
          <a:p>
            <a:pPr>
              <a:lnSpc>
                <a:spcPct val="110000"/>
              </a:lnSpc>
              <a:defRPr sz="400">
                <a:latin typeface="Meiryo"/>
              </a:defRPr>
            </a:pPr>
            <a:endParaRPr lang="ja-JP" altLang="en-US">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a:solidFill/>
                <a:latin typeface="メイリオ" panose="020B0604030504040204" pitchFamily="50" charset="-128"/>
                <a:ea typeface="メイリオ" panose="020B0604030504040204" pitchFamily="50" charset="-128"/>
              </a:rPr>
              <a:t>【</a:t>
            </a:r>
            <a:r>
              <a:rPr lang="ja-JP" altLang="en-US" err="1">
                <a:solidFill/>
                <a:latin typeface="メイリオ" panose="020B0604030504040204" pitchFamily="50" charset="-128"/>
                <a:ea typeface="メイリオ" panose="020B0604030504040204" pitchFamily="50" charset="-128"/>
              </a:rPr>
              <a:t>ユーザビリティの向上</a:t>
            </a:r>
            <a:r>
              <a:rPr lang="en-US" altLang="ja-JP">
                <a:solidFill/>
                <a:latin typeface="メイリオ" panose="020B0604030504040204" pitchFamily="50" charset="-128"/>
                <a:ea typeface="メイリオ" panose="020B0604030504040204" pitchFamily="50" charset="-128"/>
              </a:rPr>
              <a:t>】</a:t>
            </a:r>
          </a:p>
          <a:p>
            <a:pPr>
              <a:lnSpc>
                <a:spcPct val="110000"/>
              </a:lnSpc>
              <a:spcAft>
                <a:spcPts val="200"/>
              </a:spcAft>
              <a:defRPr sz="1200">
                <a:latin typeface="Meiryo"/>
              </a:defRPr>
            </a:pPr>
            <a:r>
              <a:rPr lang="en-US" altLang="ja-JP">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直感的な操作性（</a:t>
            </a:r>
            <a:r>
              <a:rPr lang="en-US" altLang="ja-JP" err="1">
                <a:solidFill/>
                <a:latin typeface="メイリオ" panose="020B0604030504040204" pitchFamily="50" charset="-128"/>
                <a:ea typeface="メイリオ" panose="020B0604030504040204" pitchFamily="50" charset="-128"/>
              </a:rPr>
              <a:t>Web</a:t>
            </a:r>
            <a:r>
              <a:rPr lang="ja-JP" altLang="en-US" err="1">
                <a:solidFill/>
                <a:latin typeface="メイリオ" panose="020B0604030504040204" pitchFamily="50" charset="-128"/>
                <a:ea typeface="メイリオ" panose="020B0604030504040204" pitchFamily="50" charset="-128"/>
              </a:rPr>
              <a:t>アプリ</a:t>
            </a:r>
            <a:r>
              <a:rPr lang="ja-JP" altLang="en-US">
                <a:solidFill/>
                <a:latin typeface="メイリオ" panose="020B0604030504040204" pitchFamily="50" charset="-128"/>
                <a:ea typeface="メイリオ" panose="020B0604030504040204" pitchFamily="50" charset="-128"/>
              </a:rPr>
              <a:t>）・</a:t>
            </a:r>
            <a:r>
              <a:rPr lang="ja-JP" altLang="en-US" err="1">
                <a:solidFill/>
                <a:latin typeface="メイリオ" panose="020B0604030504040204" pitchFamily="50" charset="-128"/>
                <a:ea typeface="メイリオ" panose="020B0604030504040204" pitchFamily="50" charset="-128"/>
              </a:rPr>
              <a:t>リアルタイム進捗確認</a:t>
            </a:r>
            <a:endParaRPr lang="ja-JP" altLang="en-US">
              <a:latin typeface="メイリオ" panose="020B0604030504040204" pitchFamily="50" charset="-128"/>
              <a:ea typeface="メイリオ" panose="020B0604030504040204" pitchFamily="50" charset="-128"/>
            </a:endParaRPr>
          </a:p>
          <a:p>
            <a:pPr>
              <a:lnSpc>
                <a:spcPct val="110000"/>
              </a:lnSpc>
              <a:defRPr sz="400">
                <a:latin typeface="Meiryo"/>
              </a:defRPr>
            </a:pPr>
            <a:endParaRPr lang="ja-JP" altLang="en-US">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a:solidFill/>
                <a:latin typeface="メイリオ" panose="020B0604030504040204" pitchFamily="50" charset="-128"/>
                <a:ea typeface="メイリオ" panose="020B0604030504040204" pitchFamily="50" charset="-128"/>
              </a:rPr>
              <a:t>【</a:t>
            </a:r>
            <a:r>
              <a:rPr lang="ja-JP" altLang="en-US" err="1">
                <a:solidFill/>
                <a:latin typeface="メイリオ" panose="020B0604030504040204" pitchFamily="50" charset="-128"/>
                <a:ea typeface="メイリオ" panose="020B0604030504040204" pitchFamily="50" charset="-128"/>
              </a:rPr>
              <a:t>属人化の解消</a:t>
            </a:r>
            <a:r>
              <a:rPr lang="en-US" altLang="ja-JP">
                <a:solidFill/>
                <a:latin typeface="メイリオ" panose="020B0604030504040204" pitchFamily="50" charset="-128"/>
                <a:ea typeface="メイリオ" panose="020B0604030504040204" pitchFamily="50" charset="-128"/>
              </a:rPr>
              <a:t>】</a:t>
            </a:r>
          </a:p>
          <a:p>
            <a:pPr>
              <a:lnSpc>
                <a:spcPct val="110000"/>
              </a:lnSpc>
              <a:spcAft>
                <a:spcPts val="200"/>
              </a:spcAft>
              <a:defRPr sz="1200">
                <a:latin typeface="Meiryo"/>
              </a:defRPr>
            </a:pPr>
            <a:r>
              <a:rPr lang="en-US" altLang="ja-JP">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業務の標準化・可視化、ナレッジ一元管理</a:t>
            </a:r>
            <a:endParaRPr lang="ja-JP" altLang="en-US">
              <a:latin typeface="メイリオ" panose="020B0604030504040204" pitchFamily="50" charset="-128"/>
              <a:ea typeface="メイリオ" panose="020B0604030504040204" pitchFamily="50" charset="-128"/>
            </a:endParaRPr>
          </a:p>
          <a:p>
            <a:pPr>
              <a:lnSpc>
                <a:spcPct val="110000"/>
              </a:lnSpc>
              <a:spcAft>
                <a:spcPts val="200"/>
              </a:spcAft>
              <a:defRPr sz="1200">
                <a:latin typeface="Meiryo"/>
              </a:defRPr>
            </a:pPr>
            <a:r>
              <a:rPr lang="ja-JP" altLang="en-US">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担当者不在時の業務継続、新人教育の効率化</a:t>
            </a:r>
            <a:endParaRPr lang="ja-JP" altLang="en-US">
              <a:latin typeface="メイリオ" panose="020B0604030504040204" pitchFamily="50" charset="-128"/>
              <a:ea typeface="メイリオ" panose="020B0604030504040204" pitchFamily="50" charset="-128"/>
            </a:endParaRPr>
          </a:p>
          <a:p>
            <a:pPr>
              <a:lnSpc>
                <a:spcPct val="110000"/>
              </a:lnSpc>
              <a:defRPr sz="400">
                <a:latin typeface="Meiryo"/>
              </a:defRPr>
            </a:pPr>
            <a:endParaRPr lang="ja-JP" altLang="en-US">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a:solidFill/>
                <a:latin typeface="メイリオ" panose="020B0604030504040204" pitchFamily="50" charset="-128"/>
                <a:ea typeface="メイリオ" panose="020B0604030504040204" pitchFamily="50" charset="-128"/>
              </a:rPr>
              <a:t>【</a:t>
            </a:r>
            <a:r>
              <a:rPr lang="ja-JP" altLang="en-US" err="1">
                <a:solidFill/>
                <a:latin typeface="メイリオ" panose="020B0604030504040204" pitchFamily="50" charset="-128"/>
                <a:ea typeface="メイリオ" panose="020B0604030504040204" pitchFamily="50" charset="-128"/>
              </a:rPr>
              <a:t>将来への投資</a:t>
            </a:r>
            <a:r>
              <a:rPr lang="en-US" altLang="ja-JP">
                <a:solidFill/>
                <a:latin typeface="メイリオ" panose="020B0604030504040204" pitchFamily="50" charset="-128"/>
                <a:ea typeface="メイリオ" panose="020B0604030504040204" pitchFamily="50" charset="-128"/>
              </a:rPr>
              <a:t>】</a:t>
            </a:r>
          </a:p>
          <a:p>
            <a:pPr>
              <a:lnSpc>
                <a:spcPct val="110000"/>
              </a:lnSpc>
              <a:spcAft>
                <a:spcPts val="200"/>
              </a:spcAft>
              <a:defRPr sz="1200">
                <a:latin typeface="Meiryo"/>
              </a:defRPr>
            </a:pPr>
            <a:r>
              <a:rPr lang="en-US" altLang="ja-JP">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出光次期アーキへの適合、拡張性の確保</a:t>
            </a:r>
            <a:endParaRPr lang="ja-JP" altLang="en-US">
              <a:latin typeface="メイリオ" panose="020B0604030504040204" pitchFamily="50" charset="-128"/>
              <a:ea typeface="メイリオ" panose="020B0604030504040204" pitchFamily="50" charset="-128"/>
            </a:endParaRPr>
          </a:p>
          <a:p>
            <a:pPr>
              <a:lnSpc>
                <a:spcPct val="110000"/>
              </a:lnSpc>
              <a:spcAft>
                <a:spcPts val="200"/>
              </a:spcAft>
              <a:defRPr sz="1200">
                <a:latin typeface="Meiryo"/>
              </a:defRPr>
            </a:pPr>
            <a:r>
              <a:rPr lang="ja-JP" altLang="en-US">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最新技術対応、データ活用高度化（</a:t>
            </a:r>
            <a:r>
              <a:rPr lang="en-US" altLang="ja-JP" err="1">
                <a:solidFill/>
                <a:latin typeface="メイリオ" panose="020B0604030504040204" pitchFamily="50" charset="-128"/>
                <a:ea typeface="メイリオ" panose="020B0604030504040204" pitchFamily="50" charset="-128"/>
              </a:rPr>
              <a:t>AI</a:t>
            </a:r>
            <a:r>
              <a:rPr lang="en-US" altLang="ja-JP">
                <a:solidFill/>
                <a:latin typeface="メイリオ" panose="020B0604030504040204" pitchFamily="50" charset="-128"/>
                <a:ea typeface="メイリオ" panose="020B0604030504040204" pitchFamily="50" charset="-128"/>
              </a:rPr>
              <a:t>/</a:t>
            </a:r>
            <a:r>
              <a:rPr lang="en-US" altLang="ja-JP" err="1">
                <a:solidFill/>
                <a:latin typeface="メイリオ" panose="020B0604030504040204" pitchFamily="50" charset="-128"/>
                <a:ea typeface="メイリオ" panose="020B0604030504040204" pitchFamily="50" charset="-128"/>
              </a:rPr>
              <a:t>BI</a:t>
            </a:r>
            <a:r>
              <a:rPr lang="ja-JP" altLang="en-US" err="1">
                <a:solidFill/>
                <a:latin typeface="メイリオ" panose="020B0604030504040204" pitchFamily="50" charset="-128"/>
                <a:ea typeface="メイリオ" panose="020B0604030504040204" pitchFamily="50" charset="-128"/>
              </a:rPr>
              <a:t>連携</a:t>
            </a:r>
            <a:r>
              <a:rPr lang="ja-JP" altLang="en-US">
                <a:solidFill/>
                <a:latin typeface="メイリオ" panose="020B0604030504040204" pitchFamily="50" charset="-128"/>
                <a:ea typeface="メイリオ" panose="020B0604030504040204" pitchFamily="50" charset="-128"/>
              </a:rPr>
              <a:t>）</a:t>
            </a:r>
          </a:p>
          <a:p>
            <a:pPr>
              <a:lnSpc>
                <a:spcPct val="110000"/>
              </a:lnSpc>
              <a:defRPr sz="400">
                <a:latin typeface="Meiryo"/>
              </a:defRPr>
            </a:pPr>
            <a:endParaRPr lang="ja-JP" altLang="en-US">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a:solidFill/>
                <a:latin typeface="メイリオ" panose="020B0604030504040204" pitchFamily="50" charset="-128"/>
                <a:ea typeface="メイリオ" panose="020B0604030504040204" pitchFamily="50" charset="-128"/>
              </a:rPr>
              <a:t>【</a:t>
            </a:r>
            <a:r>
              <a:rPr lang="ja-JP" altLang="en-US" err="1">
                <a:solidFill/>
                <a:latin typeface="メイリオ" panose="020B0604030504040204" pitchFamily="50" charset="-128"/>
                <a:ea typeface="メイリオ" panose="020B0604030504040204" pitchFamily="50" charset="-128"/>
              </a:rPr>
              <a:t>セキュリティ・コンプライアンス</a:t>
            </a:r>
            <a:r>
              <a:rPr lang="en-US" altLang="ja-JP">
                <a:solidFill/>
                <a:latin typeface="メイリオ" panose="020B0604030504040204" pitchFamily="50" charset="-128"/>
                <a:ea typeface="メイリオ" panose="020B0604030504040204" pitchFamily="50" charset="-128"/>
              </a:rPr>
              <a:t>】</a:t>
            </a:r>
          </a:p>
          <a:p>
            <a:pPr>
              <a:lnSpc>
                <a:spcPct val="110000"/>
              </a:lnSpc>
              <a:spcAft>
                <a:spcPts val="200"/>
              </a:spcAft>
              <a:defRPr sz="1200">
                <a:latin typeface="Meiryo"/>
              </a:defRPr>
            </a:pPr>
            <a:r>
              <a:rPr lang="en-US" altLang="ja-JP">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エンタープライズレベルのセキュリティ</a:t>
            </a:r>
            <a:endParaRPr lang="ja-JP" altLang="en-US">
              <a:latin typeface="メイリオ" panose="020B0604030504040204" pitchFamily="50" charset="-128"/>
              <a:ea typeface="メイリオ" panose="020B0604030504040204" pitchFamily="50" charset="-128"/>
            </a:endParaRPr>
          </a:p>
          <a:p>
            <a:pPr>
              <a:lnSpc>
                <a:spcPct val="110000"/>
              </a:lnSpc>
              <a:spcAft>
                <a:spcPts val="200"/>
              </a:spcAft>
              <a:defRPr sz="1200">
                <a:latin typeface="Meiryo"/>
              </a:defRPr>
            </a:pPr>
            <a:r>
              <a:rPr lang="ja-JP" altLang="en-US">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アクセス制御強化、監査対応の容易化</a:t>
            </a:r>
            <a:endParaRPr lang="ja-JP" altLang="en-US">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7481423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FE9D7-1117-621E-F6BE-FE48F055937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473CE3B-54A6-081B-A1C1-302135042BF1}"/>
              </a:ext>
            </a:extLst>
          </p:cNvPr>
          <p:cNvSpPr>
            <a:spLocks noGrp="1"/>
          </p:cNvSpPr>
          <p:nvPr>
            <p:ph type="title"/>
          </p:nvPr>
        </p:nvSpPr>
        <p:spPr/>
        <p:txBody>
          <a:bodyPr>
            <a:noAutofit/>
          </a:bodyPr>
          <a:lstStyle/>
          <a:p>
            <a:r>
              <a:rPr kumimoji="1" lang="en-US" altLang="zh-TW" sz="2400">
                <a:solidFill/>
              </a:rPr>
              <a:t>6-3. </a:t>
            </a:r>
            <a:r>
              <a:rPr kumimoji="1" lang="zh-TW" altLang="en-US" sz="2400">
                <a:solidFill/>
              </a:rPr>
              <a:t>概算予算（要詳細見積）</a:t>
            </a:r>
            <a:endParaRPr kumimoji="1" lang="zh-TW" altLang="en-US" sz="2400"/>
          </a:p>
        </p:txBody>
      </p:sp>
      <p:sp>
        <p:nvSpPr>
          <p:cNvPr id="4" name="スライド番号プレースホルダー 3">
            <a:extLst>
              <a:ext uri="{FF2B5EF4-FFF2-40B4-BE49-F238E27FC236}">
                <a16:creationId xmlns:a16="http://schemas.microsoft.com/office/drawing/2014/main" id="{EA544E6D-5B95-1394-A1BB-74EF27C110B4}"/>
              </a:ext>
            </a:extLst>
          </p:cNvPr>
          <p:cNvSpPr>
            <a:spLocks noGrp="1"/>
          </p:cNvSpPr>
          <p:nvPr>
            <p:ph type="sldNum" sz="quarter" idx="12"/>
          </p:nvPr>
        </p:nvSpPr>
        <p:spPr/>
        <p:txBody>
          <a:bodyPr/>
          <a:lstStyle/>
          <a:p>
            <a:fld id="{59F857F7-C215-C24D-8BD9-19720E902953}" type="slidenum">
              <a:rPr kumimoji="1" lang="ja-JP" altLang="en-US" smtClean="0"/>
              <a:pPr/>
              <a:t>27</a:t>
            </a:fld>
            <a:endParaRPr kumimoji="1" lang="ja-JP" altLang="en-US"/>
          </a:p>
        </p:txBody>
      </p:sp>
      <p:sp>
        <p:nvSpPr>
          <p:cNvPr id="5" name="TextBox 2">
            <a:extLst>
              <a:ext uri="{FF2B5EF4-FFF2-40B4-BE49-F238E27FC236}">
                <a16:creationId xmlns:a16="http://schemas.microsoft.com/office/drawing/2014/main" id="{9498C3DA-3252-16ED-B82E-4FA38AC2FB8E}"/>
              </a:ext>
            </a:extLst>
          </p:cNvPr>
          <p:cNvSpPr txBox="1"/>
          <p:nvPr/>
        </p:nvSpPr>
        <p:spPr>
          <a:xfrm>
            <a:off x="457200" y="1143000"/>
            <a:ext cx="11247120" cy="2888996"/>
          </a:xfrm>
          <a:prstGeom prst="rect">
            <a:avLst/>
          </a:prstGeom>
          <a:noFill/>
        </p:spPr>
        <p:txBody>
          <a:bodyPr wrap="square" lIns="137160" rIns="137160">
            <a:spAutoFit/>
          </a:bodyPr>
          <a:lstStyle/>
          <a:p>
            <a:pPr>
              <a:lnSpc>
                <a:spcPct val="110000"/>
              </a:lnSpc>
              <a:spcBef>
                <a:spcPts val="0"/>
              </a:spcBef>
              <a:spcAft>
                <a:spcPts val="400"/>
              </a:spcAft>
              <a:defRPr sz="14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a:t>
            </a:r>
            <a:r>
              <a:rPr lang="ja-JP" altLang="en-US" sz="1200" err="1">
                <a:solidFill/>
                <a:latin typeface="メイリオ" panose="020B0604030504040204" pitchFamily="50" charset="-128"/>
                <a:ea typeface="メイリオ" panose="020B0604030504040204" pitchFamily="50" charset="-128"/>
              </a:rPr>
              <a:t>初期開発費用</a:t>
            </a:r>
            <a:r>
              <a:rPr lang="en-US" altLang="ja-JP" sz="1200">
                <a:solidFill/>
                <a:latin typeface="メイリオ" panose="020B0604030504040204" pitchFamily="50" charset="-128"/>
                <a:ea typeface="メイリオ" panose="020B0604030504040204" pitchFamily="50" charset="-128"/>
              </a:rPr>
              <a:t>】</a:t>
            </a: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a:t>
            </a:r>
            <a:r>
              <a:rPr lang="ja-JP" altLang="en-US" sz="1200">
                <a:solidFill/>
                <a:latin typeface="メイリオ" panose="020B0604030504040204" pitchFamily="50" charset="-128"/>
                <a:ea typeface="メイリオ" panose="020B0604030504040204" pitchFamily="50" charset="-128"/>
              </a:rPr>
              <a:t>詳細は「 </a:t>
            </a:r>
            <a:r>
              <a:rPr lang="en-US" altLang="ja-JP" sz="1200">
                <a:solidFill/>
                <a:latin typeface="メイリオ" panose="020B0604030504040204" pitchFamily="50" charset="-128"/>
                <a:ea typeface="メイリオ" panose="020B0604030504040204" pitchFamily="50" charset="-128"/>
              </a:rPr>
              <a:t>Appendix </a:t>
            </a:r>
            <a:r>
              <a:rPr lang="ja-JP" altLang="en-US" sz="1200">
                <a:solidFill/>
                <a:latin typeface="メイリオ" panose="020B0604030504040204" pitchFamily="50" charset="-128"/>
                <a:ea typeface="メイリオ" panose="020B0604030504040204" pitchFamily="50" charset="-128"/>
              </a:rPr>
              <a:t>」参照</a:t>
            </a:r>
            <a:endParaRPr lang="ja-JP" altLang="en-US"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lang="ja-JP" altLang="en-US" sz="1200">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Wave1</a:t>
            </a:r>
            <a:r>
              <a:rPr lang="ja-JP" altLang="en-US" sz="1200">
                <a:solidFill/>
                <a:latin typeface="メイリオ" panose="020B0604030504040204" pitchFamily="50" charset="-128"/>
                <a:ea typeface="メイリオ" panose="020B0604030504040204" pitchFamily="50" charset="-128"/>
              </a:rPr>
              <a:t>：基本機能（</a:t>
            </a:r>
            <a:r>
              <a:rPr lang="en-US" altLang="ja-JP" sz="1200">
                <a:solidFill/>
                <a:latin typeface="メイリオ" panose="020B0604030504040204" pitchFamily="50" charset="-128"/>
                <a:ea typeface="メイリオ" panose="020B0604030504040204" pitchFamily="50" charset="-128"/>
              </a:rPr>
              <a:t>7</a:t>
            </a:r>
            <a:r>
              <a:rPr lang="ja-JP" altLang="en-US" sz="1200">
                <a:solidFill/>
                <a:latin typeface="メイリオ" panose="020B0604030504040204" pitchFamily="50" charset="-128"/>
                <a:ea typeface="メイリオ" panose="020B0604030504040204" pitchFamily="50" charset="-128"/>
              </a:rPr>
              <a:t>ヶ月）</a:t>
            </a: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a:solidFill/>
                <a:latin typeface="メイリオ" panose="020B0604030504040204" pitchFamily="50" charset="-128"/>
                <a:ea typeface="メイリオ" panose="020B0604030504040204" pitchFamily="50" charset="-128"/>
              </a:rPr>
              <a:t>準備（</a:t>
            </a:r>
            <a:r>
              <a:rPr lang="en-US" altLang="ja-JP" sz="1200">
                <a:solidFill/>
                <a:latin typeface="メイリオ" panose="020B0604030504040204" pitchFamily="50" charset="-128"/>
                <a:ea typeface="メイリオ" panose="020B0604030504040204" pitchFamily="50" charset="-128"/>
              </a:rPr>
              <a:t>1</a:t>
            </a:r>
            <a:r>
              <a:rPr lang="ja-JP" altLang="en-US" sz="1200">
                <a:solidFill/>
                <a:latin typeface="メイリオ" panose="020B0604030504040204" pitchFamily="50" charset="-128"/>
                <a:ea typeface="メイリオ" panose="020B0604030504040204" pitchFamily="50" charset="-128"/>
              </a:rPr>
              <a:t>ヶ月）：</a:t>
            </a:r>
            <a:r>
              <a:rPr lang="ja-JP" altLang="en-US" sz="1200" err="1">
                <a:solidFill/>
                <a:latin typeface="メイリオ" panose="020B0604030504040204" pitchFamily="50" charset="-128"/>
                <a:ea typeface="メイリオ" panose="020B0604030504040204" pitchFamily="50" charset="-128"/>
              </a:rPr>
              <a:t>要件定義・設計・</a:t>
            </a:r>
            <a:r>
              <a:rPr lang="en-US" altLang="ja-JP" sz="1200" err="1">
                <a:solidFill/>
                <a:latin typeface="メイリオ" panose="020B0604030504040204" pitchFamily="50" charset="-128"/>
                <a:ea typeface="メイリオ" panose="020B0604030504040204" pitchFamily="50" charset="-128"/>
              </a:rPr>
              <a:t>Azure</a:t>
            </a:r>
            <a:r>
              <a:rPr lang="ja-JP" altLang="en-US" sz="1200" err="1">
                <a:solidFill/>
                <a:latin typeface="メイリオ" panose="020B0604030504040204" pitchFamily="50" charset="-128"/>
                <a:ea typeface="メイリオ" panose="020B0604030504040204" pitchFamily="50" charset="-128"/>
              </a:rPr>
              <a:t>環境構築</a:t>
            </a:r>
            <a:r>
              <a:rPr lang="ja-JP" altLang="en-US" sz="1200">
                <a:solidFill/>
                <a:latin typeface="メイリオ" panose="020B0604030504040204" pitchFamily="50" charset="-128"/>
                <a:ea typeface="メイリオ" panose="020B0604030504040204" pitchFamily="50" charset="-128"/>
              </a:rPr>
              <a:t> → </a:t>
            </a:r>
            <a:r>
              <a:rPr lang="en-US" altLang="ja-JP" sz="1200">
                <a:solidFill/>
                <a:latin typeface="メイリオ" panose="020B0604030504040204" pitchFamily="50" charset="-128"/>
                <a:ea typeface="メイリオ" panose="020B0604030504040204" pitchFamily="50" charset="-128"/>
              </a:rPr>
              <a:t>190</a:t>
            </a:r>
            <a:r>
              <a:rPr lang="ja-JP" altLang="en-US" sz="1200">
                <a:solidFill/>
                <a:latin typeface="メイリオ" panose="020B0604030504040204" pitchFamily="50" charset="-128"/>
                <a:ea typeface="メイリオ" panose="020B0604030504040204" pitchFamily="50" charset="-128"/>
              </a:rPr>
              <a:t>万円</a:t>
            </a: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a:t>
            </a:r>
            <a:r>
              <a:rPr lang="ja-JP" altLang="en-US" sz="1200">
                <a:solidFill/>
                <a:latin typeface="メイリオ" panose="020B0604030504040204" pitchFamily="50" charset="-128"/>
                <a:ea typeface="メイリオ" panose="020B0604030504040204" pitchFamily="50" charset="-128"/>
              </a:rPr>
              <a:t>スクラム</a:t>
            </a:r>
            <a:r>
              <a:rPr lang="en-US" altLang="ja-JP" sz="1200">
                <a:solidFill/>
                <a:latin typeface="メイリオ" panose="020B0604030504040204" pitchFamily="50" charset="-128"/>
                <a:ea typeface="メイリオ" panose="020B0604030504040204" pitchFamily="50" charset="-128"/>
              </a:rPr>
              <a:t>+</a:t>
            </a:r>
            <a:r>
              <a:rPr lang="ja-JP" altLang="en-US" sz="1200">
                <a:solidFill/>
                <a:latin typeface="メイリオ" panose="020B0604030504040204" pitchFamily="50" charset="-128"/>
                <a:ea typeface="メイリオ" panose="020B0604030504040204" pitchFamily="50" charset="-128"/>
              </a:rPr>
              <a:t>リリース準備・ドキュメント整備（</a:t>
            </a:r>
            <a:r>
              <a:rPr lang="en-US" altLang="ja-JP" sz="1200">
                <a:solidFill/>
                <a:latin typeface="メイリオ" panose="020B0604030504040204" pitchFamily="50" charset="-128"/>
                <a:ea typeface="メイリオ" panose="020B0604030504040204" pitchFamily="50" charset="-128"/>
              </a:rPr>
              <a:t>6</a:t>
            </a:r>
            <a:r>
              <a:rPr lang="ja-JP" altLang="en-US" sz="1200">
                <a:solidFill/>
                <a:latin typeface="メイリオ" panose="020B0604030504040204" pitchFamily="50" charset="-128"/>
                <a:ea typeface="メイリオ" panose="020B0604030504040204" pitchFamily="50" charset="-128"/>
              </a:rPr>
              <a:t>ヶ月）：</a:t>
            </a:r>
            <a:r>
              <a:rPr lang="ja-JP" altLang="en-US" sz="1200" err="1">
                <a:solidFill/>
                <a:latin typeface="メイリオ" panose="020B0604030504040204" pitchFamily="50" charset="-128"/>
                <a:ea typeface="メイリオ" panose="020B0604030504040204" pitchFamily="50" charset="-128"/>
              </a:rPr>
              <a:t>開発（</a:t>
            </a:r>
            <a:r>
              <a:rPr lang="en-US" altLang="ja-JP" sz="1200">
                <a:solidFill/>
                <a:latin typeface="メイリオ" panose="020B0604030504040204" pitchFamily="50" charset="-128"/>
                <a:ea typeface="メイリオ" panose="020B0604030504040204" pitchFamily="50" charset="-128"/>
              </a:rPr>
              <a:t>Sprint</a:t>
            </a: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1-10</a:t>
            </a:r>
            <a:r>
              <a:rPr lang="ja-JP" altLang="en-US" sz="1200">
                <a:solidFill/>
                <a:latin typeface="メイリオ" panose="020B0604030504040204" pitchFamily="50" charset="-128"/>
                <a:ea typeface="メイリオ" panose="020B0604030504040204" pitchFamily="50" charset="-128"/>
              </a:rPr>
              <a:t>）・品質保証・ドキュメント作成→ </a:t>
            </a:r>
            <a:r>
              <a:rPr lang="en-US" altLang="ja-JP" sz="1200">
                <a:solidFill/>
                <a:latin typeface="メイリオ" panose="020B0604030504040204" pitchFamily="50" charset="-128"/>
                <a:ea typeface="メイリオ" panose="020B0604030504040204" pitchFamily="50" charset="-128"/>
              </a:rPr>
              <a:t>3,000</a:t>
            </a:r>
            <a:r>
              <a:rPr lang="ja-JP" altLang="en-US" sz="1200">
                <a:solidFill/>
                <a:latin typeface="メイリオ" panose="020B0604030504040204" pitchFamily="50" charset="-128"/>
                <a:ea typeface="メイリオ" panose="020B0604030504040204" pitchFamily="50" charset="-128"/>
              </a:rPr>
              <a:t>万円</a:t>
            </a:r>
            <a:endParaRPr lang="ja-JP" altLang="en-US" sz="1200">
              <a:latin typeface="メイリオ" panose="020B0604030504040204" pitchFamily="50" charset="-128"/>
              <a:ea typeface="メイリオ" panose="020B0604030504040204" pitchFamily="50" charset="-128"/>
            </a:endParaRP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b="1">
                <a:latin typeface="メイリオ" panose="020B0604030504040204" pitchFamily="50" charset="-128"/>
                <a:ea typeface="メイリオ" panose="020B0604030504040204" pitchFamily="50" charset="-128"/>
              </a:rPr>
              <a:t>Wave1</a:t>
            </a:r>
            <a:r>
              <a:rPr lang="ja-JP" altLang="en-US" sz="1200" b="1">
                <a:latin typeface="メイリオ" panose="020B0604030504040204" pitchFamily="50" charset="-128"/>
                <a:ea typeface="メイリオ" panose="020B0604030504040204" pitchFamily="50" charset="-128"/>
              </a:rPr>
              <a:t>合計：</a:t>
            </a:r>
            <a:r>
              <a:rPr lang="en-US" altLang="ja-JP" sz="1200" b="1">
                <a:latin typeface="メイリオ" panose="020B0604030504040204" pitchFamily="50" charset="-128"/>
                <a:ea typeface="メイリオ" panose="020B0604030504040204" pitchFamily="50" charset="-128"/>
              </a:rPr>
              <a:t>3,190</a:t>
            </a:r>
            <a:r>
              <a:rPr lang="ja-JP" altLang="en-US" sz="1200" b="1">
                <a:latin typeface="メイリオ" panose="020B0604030504040204" pitchFamily="50" charset="-128"/>
                <a:ea typeface="メイリオ" panose="020B0604030504040204" pitchFamily="50" charset="-128"/>
              </a:rPr>
              <a:t>万円</a:t>
            </a:r>
          </a:p>
          <a:p>
            <a:pPr>
              <a:lnSpc>
                <a:spcPct val="110000"/>
              </a:lnSpc>
              <a:defRPr sz="400">
                <a:latin typeface="Meiryo"/>
              </a:defRPr>
            </a:pPr>
            <a:endParaRPr lang="ja-JP" altLang="en-US"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lang="ja-JP" altLang="en-US"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lang="ja-JP" altLang="en-US" sz="1200">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Wave2</a:t>
            </a:r>
            <a:r>
              <a:rPr lang="ja-JP" altLang="en-US" sz="1200">
                <a:solidFill/>
                <a:latin typeface="メイリオ" panose="020B0604030504040204" pitchFamily="50" charset="-128"/>
                <a:ea typeface="メイリオ" panose="020B0604030504040204" pitchFamily="50" charset="-128"/>
              </a:rPr>
              <a:t>：機能拡張（</a:t>
            </a:r>
            <a:r>
              <a:rPr lang="en-US" altLang="ja-JP" sz="1200">
                <a:solidFill/>
                <a:latin typeface="メイリオ" panose="020B0604030504040204" pitchFamily="50" charset="-128"/>
                <a:ea typeface="メイリオ" panose="020B0604030504040204" pitchFamily="50" charset="-128"/>
              </a:rPr>
              <a:t>7</a:t>
            </a:r>
            <a:r>
              <a:rPr lang="ja-JP" altLang="en-US" sz="1200">
                <a:solidFill/>
                <a:latin typeface="メイリオ" panose="020B0604030504040204" pitchFamily="50" charset="-128"/>
                <a:ea typeface="メイリオ" panose="020B0604030504040204" pitchFamily="50" charset="-128"/>
              </a:rPr>
              <a:t>ヶ月）</a:t>
            </a:r>
          </a:p>
          <a:p>
            <a:pPr>
              <a:lnSpc>
                <a:spcPct val="110000"/>
              </a:lnSpc>
              <a:defRPr sz="1200">
                <a:latin typeface="Meiryo"/>
              </a:defRPr>
            </a:pP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a:t>
            </a:r>
            <a:r>
              <a:rPr lang="ja-JP" altLang="en-US" sz="1200">
                <a:solidFill/>
                <a:latin typeface="メイリオ" panose="020B0604030504040204" pitchFamily="50" charset="-128"/>
                <a:ea typeface="メイリオ" panose="020B0604030504040204" pitchFamily="50" charset="-128"/>
              </a:rPr>
              <a:t>スクラム（</a:t>
            </a:r>
            <a:r>
              <a:rPr lang="en-US" altLang="ja-JP" sz="1200">
                <a:solidFill/>
                <a:latin typeface="メイリオ" panose="020B0604030504040204" pitchFamily="50" charset="-128"/>
                <a:ea typeface="メイリオ" panose="020B0604030504040204" pitchFamily="50" charset="-128"/>
              </a:rPr>
              <a:t>Sprint 11-20</a:t>
            </a:r>
            <a:r>
              <a:rPr lang="ja-JP" altLang="en-US" sz="1200">
                <a:solidFill/>
                <a:latin typeface="メイリオ" panose="020B0604030504040204" pitchFamily="50" charset="-128"/>
                <a:ea typeface="メイリオ" panose="020B0604030504040204" pitchFamily="50" charset="-128"/>
              </a:rPr>
              <a:t>）・品質保証・ドキュメント作成 </a:t>
            </a:r>
            <a:r>
              <a:rPr lang="en-US" altLang="ja-JP" sz="1200">
                <a:solidFill/>
                <a:latin typeface="メイリオ" panose="020B0604030504040204" pitchFamily="50" charset="-128"/>
                <a:ea typeface="メイリオ" panose="020B0604030504040204" pitchFamily="50" charset="-128"/>
              </a:rPr>
              <a:t>※Wave1</a:t>
            </a:r>
            <a:r>
              <a:rPr lang="ja-JP" altLang="en-US" sz="1200">
                <a:solidFill/>
                <a:latin typeface="メイリオ" panose="020B0604030504040204" pitchFamily="50" charset="-128"/>
                <a:ea typeface="メイリオ" panose="020B0604030504040204" pitchFamily="50" charset="-128"/>
              </a:rPr>
              <a:t>の結果次第で再見積もり</a:t>
            </a:r>
            <a:endParaRPr lang="ja-JP" altLang="en-US" sz="1200">
              <a:latin typeface="メイリオ" panose="020B0604030504040204" pitchFamily="50" charset="-128"/>
              <a:ea typeface="メイリオ" panose="020B0604030504040204" pitchFamily="50" charset="-128"/>
            </a:endParaRPr>
          </a:p>
          <a:p>
            <a:pPr>
              <a:lnSpc>
                <a:spcPct val="110000"/>
              </a:lnSpc>
              <a:defRPr sz="400">
                <a:latin typeface="Meiryo"/>
              </a:defRPr>
            </a:pPr>
            <a:endParaRPr lang="ja-JP" altLang="en-US" sz="12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993825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A9F97-2842-342F-65EA-46C35A61242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467BEFD-0DF5-BA91-0EC3-053B8AA1DBA5}"/>
              </a:ext>
            </a:extLst>
          </p:cNvPr>
          <p:cNvSpPr>
            <a:spLocks noGrp="1"/>
          </p:cNvSpPr>
          <p:nvPr>
            <p:ph type="title"/>
          </p:nvPr>
        </p:nvSpPr>
        <p:spPr/>
        <p:txBody>
          <a:bodyPr>
            <a:noAutofit/>
          </a:bodyPr>
          <a:lstStyle/>
          <a:p>
            <a:r>
              <a:rPr kumimoji="1" lang="en-US" altLang="ja-JP" sz="2400">
                <a:solidFill/>
              </a:rPr>
              <a:t>6-4. </a:t>
            </a:r>
            <a:r>
              <a:rPr kumimoji="1" lang="ja-JP" altLang="en-US" sz="2400">
                <a:solidFill/>
              </a:rPr>
              <a:t>リスクと対策</a:t>
            </a:r>
          </a:p>
        </p:txBody>
      </p:sp>
      <p:sp>
        <p:nvSpPr>
          <p:cNvPr id="4" name="スライド番号プレースホルダー 3">
            <a:extLst>
              <a:ext uri="{FF2B5EF4-FFF2-40B4-BE49-F238E27FC236}">
                <a16:creationId xmlns:a16="http://schemas.microsoft.com/office/drawing/2014/main" id="{EE3AF727-9AC3-9E60-7FB6-DD5EA6A70B3C}"/>
              </a:ext>
            </a:extLst>
          </p:cNvPr>
          <p:cNvSpPr>
            <a:spLocks noGrp="1"/>
          </p:cNvSpPr>
          <p:nvPr>
            <p:ph type="sldNum" sz="quarter" idx="12"/>
          </p:nvPr>
        </p:nvSpPr>
        <p:spPr/>
        <p:txBody>
          <a:bodyPr/>
          <a:lstStyle/>
          <a:p>
            <a:fld id="{59F857F7-C215-C24D-8BD9-19720E902953}" type="slidenum">
              <a:rPr kumimoji="1" lang="ja-JP" altLang="en-US" smtClean="0"/>
              <a:pPr/>
              <a:t>28</a:t>
            </a:fld>
            <a:endParaRPr kumimoji="1" lang="ja-JP" altLang="en-US"/>
          </a:p>
        </p:txBody>
      </p:sp>
      <p:graphicFrame>
        <p:nvGraphicFramePr>
          <p:cNvPr id="3" name="Table 2">
            <a:extLst>
              <a:ext uri="{FF2B5EF4-FFF2-40B4-BE49-F238E27FC236}">
                <a16:creationId xmlns:a16="http://schemas.microsoft.com/office/drawing/2014/main" id="{2FD7CBB4-D2E1-6CDA-F628-B42301752A68}"/>
              </a:ext>
            </a:extLst>
          </p:cNvPr>
          <p:cNvGraphicFramePr>
            <a:graphicFrameLocks noGrp="1"/>
          </p:cNvGraphicFramePr>
          <p:nvPr>
            <p:extLst>
              <p:ext uri="{D42A27DB-BD31-4B8C-83A1-F6EECF244321}">
                <p14:modId xmlns:p14="http://schemas.microsoft.com/office/powerpoint/2010/main" val="2290825613"/>
              </p:ext>
            </p:extLst>
          </p:nvPr>
        </p:nvGraphicFramePr>
        <p:xfrm>
          <a:off x="457200" y="1371600"/>
          <a:ext cx="11247120" cy="356400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6583680">
                  <a:extLst>
                    <a:ext uri="{9D8B030D-6E8A-4147-A177-3AD203B41FA5}">
                      <a16:colId xmlns:a16="http://schemas.microsoft.com/office/drawing/2014/main" val="20003"/>
                    </a:ext>
                  </a:extLst>
                </a:gridCol>
              </a:tblGrid>
              <a:tr h="324000">
                <a:tc>
                  <a:txBody>
                    <a:bodyPr/>
                    <a:lstStyle/>
                    <a:p>
                      <a:pPr algn="ctr">
                        <a:defRPr sz="1400" b="1">
                          <a:solidFill>
                            <a:srgbClr val="FFFFFF"/>
                          </a:solidFill>
                          <a:latin typeface="Meiryo"/>
                        </a:defRPr>
                      </a:pPr>
                      <a:r>
                        <a:rPr lang="ja-JP" altLang="en-US" sz="1200">
                          <a:solidFill>
                            <a:schemeClr val="bg1"/>
                          </a:solidFill>
                          <a:latin typeface="メイリオ" panose="020B0604030504040204" pitchFamily="50" charset="-128"/>
                          <a:ea typeface="メイリオ" panose="020B0604030504040204" pitchFamily="50" charset="-128"/>
                        </a:rPr>
                        <a:t>リスク項目</a:t>
                      </a:r>
                    </a:p>
                  </a:txBody>
                  <a:tcPr>
                    <a:solidFill>
                      <a:srgbClr val="00338D"/>
                    </a:solidFill>
                  </a:tcPr>
                </a:tc>
                <a:tc>
                  <a:txBody>
                    <a:bodyPr/>
                    <a:lstStyle/>
                    <a:p>
                      <a:pPr algn="ctr">
                        <a:defRPr sz="1400" b="1">
                          <a:solidFill>
                            <a:srgbClr val="FFFFFF"/>
                          </a:solidFill>
                          <a:latin typeface="Meiryo"/>
                        </a:defRPr>
                      </a:pPr>
                      <a:r>
                        <a:rPr lang="ja-JP" altLang="en-US" sz="1200">
                          <a:solidFill>
                            <a:schemeClr val="bg1"/>
                          </a:solidFill>
                          <a:latin typeface="メイリオ" panose="020B0604030504040204" pitchFamily="50" charset="-128"/>
                          <a:ea typeface="メイリオ" panose="020B0604030504040204" pitchFamily="50" charset="-128"/>
                        </a:rPr>
                        <a:t>レベル</a:t>
                      </a:r>
                    </a:p>
                  </a:txBody>
                  <a:tcPr>
                    <a:solidFill>
                      <a:srgbClr val="00338D"/>
                    </a:solidFill>
                  </a:tcPr>
                </a:tc>
                <a:tc>
                  <a:txBody>
                    <a:bodyPr/>
                    <a:lstStyle/>
                    <a:p>
                      <a:pPr algn="ctr">
                        <a:defRPr sz="1400" b="1">
                          <a:solidFill>
                            <a:srgbClr val="FFFFFF"/>
                          </a:solidFill>
                          <a:latin typeface="Meiryo"/>
                        </a:defRPr>
                      </a:pPr>
                      <a:r>
                        <a:rPr lang="ja-JP" altLang="en-US" sz="1200">
                          <a:solidFill>
                            <a:schemeClr val="bg1"/>
                          </a:solidFill>
                          <a:latin typeface="メイリオ" panose="020B0604030504040204" pitchFamily="50" charset="-128"/>
                          <a:ea typeface="メイリオ" panose="020B0604030504040204" pitchFamily="50" charset="-128"/>
                        </a:rPr>
                        <a:t>原因</a:t>
                      </a:r>
                    </a:p>
                  </a:txBody>
                  <a:tcPr>
                    <a:solidFill>
                      <a:srgbClr val="00338D"/>
                    </a:solidFill>
                  </a:tcPr>
                </a:tc>
                <a:tc>
                  <a:txBody>
                    <a:bodyPr/>
                    <a:lstStyle/>
                    <a:p>
                      <a:pPr algn="ctr">
                        <a:defRPr sz="1400" b="1">
                          <a:solidFill>
                            <a:srgbClr val="FFFFFF"/>
                          </a:solidFill>
                          <a:latin typeface="Meiryo"/>
                        </a:defRPr>
                      </a:pPr>
                      <a:r>
                        <a:rPr lang="ja-JP" altLang="en-US" sz="1200">
                          <a:solidFill>
                            <a:schemeClr val="bg1"/>
                          </a:solidFill>
                          <a:latin typeface="メイリオ" panose="020B0604030504040204" pitchFamily="50" charset="-128"/>
                          <a:ea typeface="メイリオ" panose="020B0604030504040204" pitchFamily="50" charset="-128"/>
                        </a:rPr>
                        <a:t>対策</a:t>
                      </a:r>
                    </a:p>
                  </a:txBody>
                  <a:tcPr>
                    <a:solidFill>
                      <a:srgbClr val="00338D"/>
                    </a:solidFill>
                  </a:tcPr>
                </a:tc>
                <a:extLst>
                  <a:ext uri="{0D108BD9-81ED-4DB2-BD59-A6C34878D82A}">
                    <a16:rowId xmlns:a16="http://schemas.microsoft.com/office/drawing/2014/main" val="10000"/>
                  </a:ext>
                </a:extLst>
              </a:tr>
              <a:tr h="648000">
                <a:tc>
                  <a:txBody>
                    <a:bodyPr/>
                    <a:lstStyle/>
                    <a:p>
                      <a:pPr algn="l">
                        <a:defRPr sz="1100">
                          <a:latin typeface="Meiryo"/>
                        </a:defRPr>
                      </a:pPr>
                      <a:r>
                        <a:rPr lang="ja-JP" altLang="en-US" sz="1200">
                          <a:solidFill/>
                          <a:latin typeface="メイリオ" panose="020B0604030504040204" pitchFamily="50" charset="-128"/>
                          <a:ea typeface="メイリオ" panose="020B0604030504040204" pitchFamily="50" charset="-128"/>
                        </a:rPr>
                        <a:t>スケジュール遅延</a:t>
                      </a:r>
                    </a:p>
                  </a:txBody>
                  <a:tcPr/>
                </a:tc>
                <a:tc>
                  <a:txBody>
                    <a:bodyPr/>
                    <a:lstStyle/>
                    <a:p>
                      <a:pPr algn="l">
                        <a:defRPr sz="1100">
                          <a:latin typeface="Meiryo"/>
                        </a:defRPr>
                      </a:pPr>
                      <a:r>
                        <a:rPr lang="ja-JP" altLang="en-US" sz="1200">
                          <a:solidFill/>
                          <a:latin typeface="メイリオ" panose="020B0604030504040204" pitchFamily="50" charset="-128"/>
                          <a:ea typeface="メイリオ" panose="020B0604030504040204" pitchFamily="50" charset="-128"/>
                        </a:rPr>
                        <a:t>中</a:t>
                      </a:r>
                    </a:p>
                  </a:txBody>
                  <a:tcPr/>
                </a:tc>
                <a:tc>
                  <a:txBody>
                    <a:bodyPr/>
                    <a:lstStyle/>
                    <a:p>
                      <a:pPr algn="l">
                        <a:defRPr sz="1100">
                          <a:latin typeface="Meiryo"/>
                        </a:defRPr>
                      </a:pPr>
                      <a:r>
                        <a:rPr lang="ja-JP" altLang="en-US" sz="1200">
                          <a:solidFill/>
                          <a:latin typeface="メイリオ" panose="020B0604030504040204" pitchFamily="50" charset="-128"/>
                          <a:ea typeface="メイリオ" panose="020B0604030504040204" pitchFamily="50" charset="-128"/>
                        </a:rPr>
                        <a:t>要件定義の遅延、技術的課題</a:t>
                      </a:r>
                    </a:p>
                  </a:txBody>
                  <a:tcPr/>
                </a:tc>
                <a:tc>
                  <a:txBody>
                    <a:bodyPr/>
                    <a:lstStyle/>
                    <a:p>
                      <a:pPr algn="l">
                        <a:defRPr sz="1100">
                          <a:latin typeface="Meiryo"/>
                        </a:defRPr>
                      </a:pPr>
                      <a:r>
                        <a:rPr lang="ja-JP" altLang="en-US" sz="1200">
                          <a:solidFill/>
                          <a:latin typeface="メイリオ" panose="020B0604030504040204" pitchFamily="50" charset="-128"/>
                          <a:ea typeface="メイリオ" panose="020B0604030504040204" pitchFamily="50" charset="-128"/>
                        </a:rPr>
                        <a:t>・スクラム開発により優先度の高い機能から実装</a:t>
                      </a:r>
                      <a:endParaRPr lang="ja-JP" altLang="en-US" sz="1200">
                        <a:latin typeface="メイリオ" panose="020B0604030504040204" pitchFamily="50" charset="-128"/>
                        <a:ea typeface="メイリオ" panose="020B0604030504040204" pitchFamily="50" charset="-128"/>
                      </a:endParaRPr>
                    </a:p>
                    <a:p>
                      <a:pPr algn="l">
                        <a:defRPr sz="1100">
                          <a:latin typeface="Meiryo"/>
                        </a:defRPr>
                      </a:pPr>
                      <a:r>
                        <a:rPr lang="ja-JP" altLang="en-US" sz="1200">
                          <a:solidFill/>
                          <a:latin typeface="メイリオ" panose="020B0604030504040204" pitchFamily="50" charset="-128"/>
                          <a:ea typeface="メイリオ" panose="020B0604030504040204" pitchFamily="50" charset="-128"/>
                        </a:rPr>
                        <a:t>・</a:t>
                      </a:r>
                      <a:r>
                        <a:rPr lang="en-US" altLang="ja-JP" sz="1200">
                          <a:solidFill/>
                          <a:latin typeface="メイリオ" panose="020B0604030504040204" pitchFamily="50" charset="-128"/>
                          <a:ea typeface="メイリオ" panose="020B0604030504040204" pitchFamily="50" charset="-128"/>
                        </a:rPr>
                        <a:t>2</a:t>
                      </a:r>
                      <a:r>
                        <a:rPr lang="ja-JP" altLang="en-US" sz="1200">
                          <a:solidFill/>
                          <a:latin typeface="メイリオ" panose="020B0604030504040204" pitchFamily="50" charset="-128"/>
                          <a:ea typeface="メイリオ" panose="020B0604030504040204" pitchFamily="50" charset="-128"/>
                        </a:rPr>
                        <a:t>週間ごとの進捗確認と軌道修正</a:t>
                      </a:r>
                    </a:p>
                    <a:p>
                      <a:pPr algn="l">
                        <a:defRPr sz="1100">
                          <a:latin typeface="Meiryo"/>
                        </a:defRPr>
                      </a:pPr>
                      <a:r>
                        <a:rPr lang="ja-JP" altLang="en-US" sz="1200">
                          <a:solidFill/>
                          <a:latin typeface="メイリオ" panose="020B0604030504040204" pitchFamily="50" charset="-128"/>
                          <a:ea typeface="メイリオ" panose="020B0604030504040204" pitchFamily="50" charset="-128"/>
                        </a:rPr>
                        <a:t>・</a:t>
                      </a:r>
                      <a:r>
                        <a:rPr lang="en-US" altLang="ja-JP" sz="1200">
                          <a:solidFill/>
                          <a:latin typeface="メイリオ" panose="020B0604030504040204" pitchFamily="50" charset="-128"/>
                          <a:ea typeface="メイリオ" panose="020B0604030504040204" pitchFamily="50" charset="-128"/>
                        </a:rPr>
                        <a:t>Wave</a:t>
                      </a:r>
                      <a:r>
                        <a:rPr lang="ja-JP" altLang="en-US" sz="1200">
                          <a:solidFill/>
                          <a:latin typeface="メイリオ" panose="020B0604030504040204" pitchFamily="50" charset="-128"/>
                          <a:ea typeface="メイリオ" panose="020B0604030504040204" pitchFamily="50" charset="-128"/>
                        </a:rPr>
                        <a:t>構成により柔軟な対応</a:t>
                      </a:r>
                      <a:endParaRPr lang="ja-JP" altLang="en-US" sz="12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1"/>
                  </a:ext>
                </a:extLst>
              </a:tr>
              <a:tr h="648000">
                <a:tc>
                  <a:txBody>
                    <a:bodyPr/>
                    <a:lstStyle/>
                    <a:p>
                      <a:pPr algn="l">
                        <a:defRPr sz="1100">
                          <a:latin typeface="Meiryo"/>
                        </a:defRPr>
                      </a:pPr>
                      <a:r>
                        <a:rPr lang="ja-JP" altLang="en-US" sz="1200">
                          <a:solidFill/>
                          <a:latin typeface="メイリオ" panose="020B0604030504040204" pitchFamily="50" charset="-128"/>
                          <a:ea typeface="メイリオ" panose="020B0604030504040204" pitchFamily="50" charset="-128"/>
                        </a:rPr>
                        <a:t>予算超過</a:t>
                      </a:r>
                      <a:endParaRPr lang="ja-JP" altLang="en-US" sz="1200">
                        <a:latin typeface="メイリオ" panose="020B0604030504040204" pitchFamily="50" charset="-128"/>
                        <a:ea typeface="メイリオ" panose="020B0604030504040204" pitchFamily="50" charset="-128"/>
                      </a:endParaRPr>
                    </a:p>
                  </a:txBody>
                  <a:tcPr/>
                </a:tc>
                <a:tc>
                  <a:txBody>
                    <a:bodyPr/>
                    <a:lstStyle/>
                    <a:p>
                      <a:pPr algn="l">
                        <a:defRPr sz="1100">
                          <a:latin typeface="Meiryo"/>
                        </a:defRPr>
                      </a:pPr>
                      <a:r>
                        <a:rPr lang="ja-JP" altLang="en-US" sz="1200">
                          <a:solidFill/>
                          <a:latin typeface="メイリオ" panose="020B0604030504040204" pitchFamily="50" charset="-128"/>
                          <a:ea typeface="メイリオ" panose="020B0604030504040204" pitchFamily="50" charset="-128"/>
                        </a:rPr>
                        <a:t>中</a:t>
                      </a:r>
                    </a:p>
                  </a:txBody>
                  <a:tcPr/>
                </a:tc>
                <a:tc>
                  <a:txBody>
                    <a:bodyPr/>
                    <a:lstStyle/>
                    <a:p>
                      <a:pPr algn="l">
                        <a:defRPr sz="1100">
                          <a:latin typeface="Meiryo"/>
                        </a:defRPr>
                      </a:pPr>
                      <a:r>
                        <a:rPr lang="ja-JP" altLang="en-US" sz="1200">
                          <a:solidFill/>
                          <a:latin typeface="メイリオ" panose="020B0604030504040204" pitchFamily="50" charset="-128"/>
                          <a:ea typeface="メイリオ" panose="020B0604030504040204" pitchFamily="50" charset="-128"/>
                        </a:rPr>
                        <a:t>要件の追加・変更、技術的課題</a:t>
                      </a:r>
                    </a:p>
                  </a:txBody>
                  <a:tcPr/>
                </a:tc>
                <a:tc>
                  <a:txBody>
                    <a:bodyPr/>
                    <a:lstStyle/>
                    <a:p>
                      <a:pPr algn="l">
                        <a:defRPr sz="1100">
                          <a:latin typeface="Meiryo"/>
                        </a:defRPr>
                      </a:pPr>
                      <a:r>
                        <a:rPr lang="ja-JP" altLang="en-US" sz="1200">
                          <a:solidFill/>
                          <a:latin typeface="メイリオ" panose="020B0604030504040204" pitchFamily="50" charset="-128"/>
                          <a:ea typeface="メイリオ" panose="020B0604030504040204" pitchFamily="50" charset="-128"/>
                        </a:rPr>
                        <a:t>・</a:t>
                      </a:r>
                      <a:r>
                        <a:rPr lang="en-US" altLang="ja-JP" sz="1200">
                          <a:solidFill/>
                          <a:latin typeface="メイリオ" panose="020B0604030504040204" pitchFamily="50" charset="-128"/>
                          <a:ea typeface="メイリオ" panose="020B0604030504040204" pitchFamily="50" charset="-128"/>
                        </a:rPr>
                        <a:t>MVP</a:t>
                      </a:r>
                      <a:r>
                        <a:rPr lang="ja-JP" altLang="en-US" sz="1200">
                          <a:solidFill/>
                          <a:latin typeface="メイリオ" panose="020B0604030504040204" pitchFamily="50" charset="-128"/>
                          <a:ea typeface="メイリオ" panose="020B0604030504040204" pitchFamily="50" charset="-128"/>
                        </a:rPr>
                        <a:t>アプローチで必須機能に絞る</a:t>
                      </a:r>
                    </a:p>
                    <a:p>
                      <a:pPr algn="l">
                        <a:defRPr sz="1100">
                          <a:latin typeface="Meiryo"/>
                        </a:defRPr>
                      </a:pPr>
                      <a:r>
                        <a:rPr lang="ja-JP" altLang="en-US" sz="1200">
                          <a:solidFill/>
                          <a:latin typeface="メイリオ" panose="020B0604030504040204" pitchFamily="50" charset="-128"/>
                          <a:ea typeface="メイリオ" panose="020B0604030504040204" pitchFamily="50" charset="-128"/>
                        </a:rPr>
                        <a:t>・準委任契約で四半期ごとに調整可能</a:t>
                      </a:r>
                    </a:p>
                    <a:p>
                      <a:pPr algn="l">
                        <a:defRPr sz="1100">
                          <a:latin typeface="Meiryo"/>
                        </a:defRPr>
                      </a:pPr>
                      <a:r>
                        <a:rPr lang="ja-JP" altLang="en-US" sz="1200">
                          <a:solidFill/>
                          <a:latin typeface="メイリオ" panose="020B0604030504040204" pitchFamily="50" charset="-128"/>
                          <a:ea typeface="メイリオ" panose="020B0604030504040204" pitchFamily="50" charset="-128"/>
                        </a:rPr>
                        <a:t>・プロダクトバックログで優先順位を明確化</a:t>
                      </a:r>
                    </a:p>
                  </a:txBody>
                  <a:tcPr/>
                </a:tc>
                <a:extLst>
                  <a:ext uri="{0D108BD9-81ED-4DB2-BD59-A6C34878D82A}">
                    <a16:rowId xmlns:a16="http://schemas.microsoft.com/office/drawing/2014/main" val="10002"/>
                  </a:ext>
                </a:extLst>
              </a:tr>
              <a:tr h="648000">
                <a:tc>
                  <a:txBody>
                    <a:bodyPr/>
                    <a:lstStyle/>
                    <a:p>
                      <a:pPr algn="l">
                        <a:defRPr sz="1100">
                          <a:latin typeface="Meiryo"/>
                        </a:defRPr>
                      </a:pPr>
                      <a:r>
                        <a:rPr lang="ja-JP" altLang="en-US" sz="1200">
                          <a:solidFill/>
                          <a:latin typeface="メイリオ" panose="020B0604030504040204" pitchFamily="50" charset="-128"/>
                          <a:ea typeface="メイリオ" panose="020B0604030504040204" pitchFamily="50" charset="-128"/>
                        </a:rPr>
                        <a:t>ユーザー受け入れ</a:t>
                      </a:r>
                      <a:endParaRPr lang="ja-JP" altLang="en-US" sz="1200">
                        <a:latin typeface="メイリオ" panose="020B0604030504040204" pitchFamily="50" charset="-128"/>
                        <a:ea typeface="メイリオ" panose="020B0604030504040204" pitchFamily="50" charset="-128"/>
                      </a:endParaRPr>
                    </a:p>
                  </a:txBody>
                  <a:tcPr/>
                </a:tc>
                <a:tc>
                  <a:txBody>
                    <a:bodyPr/>
                    <a:lstStyle/>
                    <a:p>
                      <a:pPr algn="l">
                        <a:defRPr sz="1100">
                          <a:latin typeface="Meiryo"/>
                        </a:defRPr>
                      </a:pPr>
                      <a:r>
                        <a:rPr lang="ja-JP" altLang="en-US" sz="1200">
                          <a:solidFill/>
                          <a:latin typeface="メイリオ" panose="020B0604030504040204" pitchFamily="50" charset="-128"/>
                          <a:ea typeface="メイリオ" panose="020B0604030504040204" pitchFamily="50" charset="-128"/>
                        </a:rPr>
                        <a:t>低</a:t>
                      </a:r>
                    </a:p>
                  </a:txBody>
                  <a:tcPr/>
                </a:tc>
                <a:tc>
                  <a:txBody>
                    <a:bodyPr/>
                    <a:lstStyle/>
                    <a:p>
                      <a:pPr algn="l">
                        <a:defRPr sz="1100">
                          <a:latin typeface="Meiryo"/>
                        </a:defRPr>
                      </a:pPr>
                      <a:r>
                        <a:rPr lang="en-US" altLang="ja-JP" sz="1200">
                          <a:solidFill/>
                          <a:latin typeface="メイリオ" panose="020B0604030504040204" pitchFamily="50" charset="-128"/>
                          <a:ea typeface="メイリオ" panose="020B0604030504040204" pitchFamily="50" charset="-128"/>
                        </a:rPr>
                        <a:t>UI/UX</a:t>
                      </a:r>
                      <a:r>
                        <a:rPr lang="ja-JP" altLang="en-US" sz="1200">
                          <a:solidFill/>
                          <a:latin typeface="メイリオ" panose="020B0604030504040204" pitchFamily="50" charset="-128"/>
                          <a:ea typeface="メイリオ" panose="020B0604030504040204" pitchFamily="50" charset="-128"/>
                        </a:rPr>
                        <a:t>の不満、操作性の問題</a:t>
                      </a:r>
                    </a:p>
                  </a:txBody>
                  <a:tcPr/>
                </a:tc>
                <a:tc>
                  <a:txBody>
                    <a:bodyPr/>
                    <a:lstStyle/>
                    <a:p>
                      <a:pPr algn="l">
                        <a:defRPr sz="1100">
                          <a:latin typeface="Meiryo"/>
                        </a:defRPr>
                      </a:pPr>
                      <a:r>
                        <a:rPr lang="ja-JP" altLang="en-US" sz="1200">
                          <a:solidFill/>
                          <a:latin typeface="メイリオ" panose="020B0604030504040204" pitchFamily="50" charset="-128"/>
                          <a:ea typeface="メイリオ" panose="020B0604030504040204" pitchFamily="50" charset="-128"/>
                        </a:rPr>
                        <a:t>・早期からのユーザー参画（スプリントレビュー）</a:t>
                      </a:r>
                    </a:p>
                    <a:p>
                      <a:pPr algn="l">
                        <a:defRPr sz="1100">
                          <a:latin typeface="Meiryo"/>
                        </a:defRPr>
                      </a:pPr>
                      <a:r>
                        <a:rPr lang="ja-JP" altLang="en-US" sz="1200">
                          <a:solidFill/>
                          <a:latin typeface="メイリオ" panose="020B0604030504040204" pitchFamily="50" charset="-128"/>
                          <a:ea typeface="メイリオ" panose="020B0604030504040204" pitchFamily="50" charset="-128"/>
                        </a:rPr>
                        <a:t>・プロトタイプでの事前確認</a:t>
                      </a:r>
                      <a:endParaRPr lang="ja-JP" altLang="en-US" sz="1200">
                        <a:latin typeface="メイリオ" panose="020B0604030504040204" pitchFamily="50" charset="-128"/>
                        <a:ea typeface="メイリオ" panose="020B0604030504040204" pitchFamily="50" charset="-128"/>
                      </a:endParaRPr>
                    </a:p>
                    <a:p>
                      <a:pPr algn="l">
                        <a:defRPr sz="1100">
                          <a:latin typeface="Meiryo"/>
                        </a:defRPr>
                      </a:pPr>
                      <a:r>
                        <a:rPr lang="ja-JP" altLang="en-US" sz="1200">
                          <a:solidFill/>
                          <a:latin typeface="メイリオ" panose="020B0604030504040204" pitchFamily="50" charset="-128"/>
                          <a:ea typeface="メイリオ" panose="020B0604030504040204" pitchFamily="50" charset="-128"/>
                        </a:rPr>
                        <a:t>・段階的なトレーニング実施</a:t>
                      </a:r>
                      <a:endParaRPr lang="ja-JP" altLang="en-US" sz="12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3"/>
                  </a:ext>
                </a:extLst>
              </a:tr>
              <a:tr h="648000">
                <a:tc>
                  <a:txBody>
                    <a:bodyPr/>
                    <a:lstStyle/>
                    <a:p>
                      <a:pPr algn="l">
                        <a:defRPr sz="1100">
                          <a:latin typeface="Meiryo"/>
                        </a:defRPr>
                      </a:pPr>
                      <a:r>
                        <a:rPr lang="ja-JP" altLang="en-US" sz="1200">
                          <a:solidFill/>
                          <a:latin typeface="メイリオ" panose="020B0604030504040204" pitchFamily="50" charset="-128"/>
                          <a:ea typeface="メイリオ" panose="020B0604030504040204" pitchFamily="50" charset="-128"/>
                        </a:rPr>
                        <a:t>データ移行</a:t>
                      </a:r>
                    </a:p>
                  </a:txBody>
                  <a:tcPr/>
                </a:tc>
                <a:tc>
                  <a:txBody>
                    <a:bodyPr/>
                    <a:lstStyle/>
                    <a:p>
                      <a:pPr algn="l">
                        <a:defRPr sz="1100">
                          <a:latin typeface="Meiryo"/>
                        </a:defRPr>
                      </a:pPr>
                      <a:r>
                        <a:rPr lang="ja-JP" altLang="en-US" sz="1200">
                          <a:solidFill/>
                          <a:latin typeface="メイリオ" panose="020B0604030504040204" pitchFamily="50" charset="-128"/>
                          <a:ea typeface="メイリオ" panose="020B0604030504040204" pitchFamily="50" charset="-128"/>
                        </a:rPr>
                        <a:t>中</a:t>
                      </a:r>
                    </a:p>
                  </a:txBody>
                  <a:tcPr/>
                </a:tc>
                <a:tc>
                  <a:txBody>
                    <a:bodyPr/>
                    <a:lstStyle/>
                    <a:p>
                      <a:pPr algn="l">
                        <a:defRPr sz="1100">
                          <a:latin typeface="Meiryo"/>
                        </a:defRPr>
                      </a:pPr>
                      <a:r>
                        <a:rPr lang="ja-JP" altLang="en-US" sz="1200">
                          <a:solidFill/>
                          <a:latin typeface="メイリオ" panose="020B0604030504040204" pitchFamily="50" charset="-128"/>
                          <a:ea typeface="メイリオ" panose="020B0604030504040204" pitchFamily="50" charset="-128"/>
                        </a:rPr>
                        <a:t>データ品質問題、移行ツールの不具合</a:t>
                      </a:r>
                    </a:p>
                  </a:txBody>
                  <a:tcPr/>
                </a:tc>
                <a:tc>
                  <a:txBody>
                    <a:bodyPr/>
                    <a:lstStyle/>
                    <a:p>
                      <a:pPr algn="l">
                        <a:defRPr sz="1100">
                          <a:latin typeface="Meiryo"/>
                        </a:defRPr>
                      </a:pPr>
                      <a:r>
                        <a:rPr lang="ja-JP" altLang="en-US" sz="1200">
                          <a:solidFill/>
                          <a:latin typeface="メイリオ" panose="020B0604030504040204" pitchFamily="50" charset="-128"/>
                          <a:ea typeface="メイリオ" panose="020B0604030504040204" pitchFamily="50" charset="-128"/>
                        </a:rPr>
                        <a:t>・事前検証の徹底</a:t>
                      </a:r>
                    </a:p>
                    <a:p>
                      <a:pPr algn="l">
                        <a:defRPr sz="1100">
                          <a:latin typeface="Meiryo"/>
                        </a:defRPr>
                      </a:pPr>
                      <a:r>
                        <a:rPr lang="ja-JP" altLang="en-US" sz="1200">
                          <a:solidFill/>
                          <a:latin typeface="メイリオ" panose="020B0604030504040204" pitchFamily="50" charset="-128"/>
                          <a:ea typeface="メイリオ" panose="020B0604030504040204" pitchFamily="50" charset="-128"/>
                        </a:rPr>
                        <a:t>・バックアップ体制の確保</a:t>
                      </a:r>
                    </a:p>
                    <a:p>
                      <a:pPr algn="l">
                        <a:defRPr sz="1100">
                          <a:latin typeface="Meiryo"/>
                        </a:defRPr>
                      </a:pPr>
                      <a:r>
                        <a:rPr lang="ja-JP" altLang="en-US" sz="1200">
                          <a:solidFill/>
                          <a:latin typeface="メイリオ" panose="020B0604030504040204" pitchFamily="50" charset="-128"/>
                          <a:ea typeface="メイリオ" panose="020B0604030504040204" pitchFamily="50" charset="-128"/>
                        </a:rPr>
                        <a:t>・段階的な移行（テスト移行→本番移行）</a:t>
                      </a:r>
                    </a:p>
                  </a:txBody>
                  <a:tcPr/>
                </a:tc>
                <a:extLst>
                  <a:ext uri="{0D108BD9-81ED-4DB2-BD59-A6C34878D82A}">
                    <a16:rowId xmlns:a16="http://schemas.microsoft.com/office/drawing/2014/main" val="10004"/>
                  </a:ext>
                </a:extLst>
              </a:tr>
              <a:tr h="648000">
                <a:tc>
                  <a:txBody>
                    <a:bodyPr/>
                    <a:lstStyle/>
                    <a:p>
                      <a:pPr algn="l">
                        <a:defRPr sz="1100">
                          <a:latin typeface="Meiryo"/>
                        </a:defRPr>
                      </a:pPr>
                      <a:r>
                        <a:rPr lang="ja-JP" altLang="en-US" sz="1200">
                          <a:solidFill/>
                          <a:latin typeface="メイリオ" panose="020B0604030504040204" pitchFamily="50" charset="-128"/>
                          <a:ea typeface="メイリオ" panose="020B0604030504040204" pitchFamily="50" charset="-128"/>
                        </a:rPr>
                        <a:t>システム障害</a:t>
                      </a:r>
                    </a:p>
                  </a:txBody>
                  <a:tcPr/>
                </a:tc>
                <a:tc>
                  <a:txBody>
                    <a:bodyPr/>
                    <a:lstStyle/>
                    <a:p>
                      <a:pPr algn="l">
                        <a:defRPr sz="1100">
                          <a:latin typeface="Meiryo"/>
                        </a:defRPr>
                      </a:pPr>
                      <a:r>
                        <a:rPr lang="ja-JP" altLang="en-US" sz="1200">
                          <a:solidFill/>
                          <a:latin typeface="メイリオ" panose="020B0604030504040204" pitchFamily="50" charset="-128"/>
                          <a:ea typeface="メイリオ" panose="020B0604030504040204" pitchFamily="50" charset="-128"/>
                        </a:rPr>
                        <a:t>低</a:t>
                      </a:r>
                    </a:p>
                  </a:txBody>
                  <a:tcPr/>
                </a:tc>
                <a:tc>
                  <a:txBody>
                    <a:bodyPr/>
                    <a:lstStyle/>
                    <a:p>
                      <a:pPr algn="l">
                        <a:defRPr sz="1100">
                          <a:latin typeface="Meiryo"/>
                        </a:defRPr>
                      </a:pPr>
                      <a:r>
                        <a:rPr lang="en-US" altLang="ja-JP" sz="1200">
                          <a:solidFill/>
                          <a:latin typeface="メイリオ" panose="020B0604030504040204" pitchFamily="50" charset="-128"/>
                          <a:ea typeface="メイリオ" panose="020B0604030504040204" pitchFamily="50" charset="-128"/>
                        </a:rPr>
                        <a:t>Azure</a:t>
                      </a:r>
                      <a:r>
                        <a:rPr lang="ja-JP" altLang="en-US" sz="1200">
                          <a:solidFill/>
                          <a:latin typeface="メイリオ" panose="020B0604030504040204" pitchFamily="50" charset="-128"/>
                          <a:ea typeface="メイリオ" panose="020B0604030504040204" pitchFamily="50" charset="-128"/>
                        </a:rPr>
                        <a:t>障害、アプリケーション不具合</a:t>
                      </a:r>
                    </a:p>
                  </a:txBody>
                  <a:tcPr/>
                </a:tc>
                <a:tc>
                  <a:txBody>
                    <a:bodyPr/>
                    <a:lstStyle/>
                    <a:p>
                      <a:pPr algn="l">
                        <a:defRPr sz="1100">
                          <a:latin typeface="Meiryo"/>
                        </a:defRPr>
                      </a:pPr>
                      <a:r>
                        <a:rPr lang="ja-JP" altLang="en-US" sz="1200">
                          <a:solidFill/>
                          <a:latin typeface="メイリオ" panose="020B0604030504040204" pitchFamily="50" charset="-128"/>
                          <a:ea typeface="メイリオ" panose="020B0604030504040204" pitchFamily="50" charset="-128"/>
                        </a:rPr>
                        <a:t>・</a:t>
                      </a:r>
                      <a:r>
                        <a:rPr lang="en-US" altLang="ja-JP" sz="1200">
                          <a:solidFill/>
                          <a:latin typeface="メイリオ" panose="020B0604030504040204" pitchFamily="50" charset="-128"/>
                          <a:ea typeface="メイリオ" panose="020B0604030504040204" pitchFamily="50" charset="-128"/>
                        </a:rPr>
                        <a:t>Azure</a:t>
                      </a:r>
                      <a:r>
                        <a:rPr lang="ja-JP" altLang="en-US" sz="1200">
                          <a:solidFill/>
                          <a:latin typeface="メイリオ" panose="020B0604030504040204" pitchFamily="50" charset="-128"/>
                          <a:ea typeface="メイリオ" panose="020B0604030504040204" pitchFamily="50" charset="-128"/>
                        </a:rPr>
                        <a:t>高可用性構成採用（</a:t>
                      </a:r>
                      <a:r>
                        <a:rPr lang="en-US" altLang="ja-JP" sz="1200">
                          <a:solidFill/>
                          <a:latin typeface="メイリオ" panose="020B0604030504040204" pitchFamily="50" charset="-128"/>
                          <a:ea typeface="メイリオ" panose="020B0604030504040204" pitchFamily="50" charset="-128"/>
                        </a:rPr>
                        <a:t>SLA</a:t>
                      </a: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99.95%</a:t>
                      </a:r>
                      <a:r>
                        <a:rPr lang="ja-JP" altLang="en-US" sz="1200">
                          <a:solidFill/>
                          <a:latin typeface="メイリオ" panose="020B0604030504040204" pitchFamily="50" charset="-128"/>
                          <a:ea typeface="メイリオ" panose="020B0604030504040204" pitchFamily="50" charset="-128"/>
                        </a:rPr>
                        <a:t>）</a:t>
                      </a:r>
                    </a:p>
                    <a:p>
                      <a:pPr algn="l">
                        <a:defRPr sz="1100">
                          <a:latin typeface="Meiryo"/>
                        </a:defRPr>
                      </a:pPr>
                      <a:r>
                        <a:rPr lang="ja-JP" altLang="en-US" sz="1200">
                          <a:solidFill/>
                          <a:latin typeface="メイリオ" panose="020B0604030504040204" pitchFamily="50" charset="-128"/>
                          <a:ea typeface="メイリオ" panose="020B0604030504040204" pitchFamily="50" charset="-128"/>
                        </a:rPr>
                        <a:t>・</a:t>
                      </a:r>
                      <a:r>
                        <a:rPr lang="en-US" altLang="ja-JP" sz="1200">
                          <a:solidFill/>
                          <a:latin typeface="メイリオ" panose="020B0604030504040204" pitchFamily="50" charset="-128"/>
                          <a:ea typeface="メイリオ" panose="020B0604030504040204" pitchFamily="50" charset="-128"/>
                        </a:rPr>
                        <a:t>Zabbix</a:t>
                      </a:r>
                      <a:r>
                        <a:rPr lang="ja-JP" altLang="en-US" sz="1200">
                          <a:solidFill/>
                          <a:latin typeface="メイリオ" panose="020B0604030504040204" pitchFamily="50" charset="-128"/>
                          <a:ea typeface="メイリオ" panose="020B0604030504040204" pitchFamily="50" charset="-128"/>
                        </a:rPr>
                        <a:t>での</a:t>
                      </a:r>
                      <a:r>
                        <a:rPr lang="en-US" altLang="ja-JP" sz="1200">
                          <a:solidFill/>
                          <a:latin typeface="メイリオ" panose="020B0604030504040204" pitchFamily="50" charset="-128"/>
                          <a:ea typeface="メイリオ" panose="020B0604030504040204" pitchFamily="50" charset="-128"/>
                        </a:rPr>
                        <a:t>24</a:t>
                      </a:r>
                      <a:r>
                        <a:rPr lang="ja-JP" altLang="en-US" sz="1200">
                          <a:solidFill/>
                          <a:latin typeface="メイリオ" panose="020B0604030504040204" pitchFamily="50" charset="-128"/>
                          <a:ea typeface="メイリオ" panose="020B0604030504040204" pitchFamily="50" charset="-128"/>
                        </a:rPr>
                        <a:t>時間監視</a:t>
                      </a:r>
                    </a:p>
                    <a:p>
                      <a:pPr algn="l">
                        <a:defRPr sz="1100">
                          <a:latin typeface="Meiryo"/>
                        </a:defRPr>
                      </a:pPr>
                      <a:r>
                        <a:rPr lang="ja-JP" altLang="en-US" sz="1200">
                          <a:solidFill/>
                          <a:latin typeface="メイリオ" panose="020B0604030504040204" pitchFamily="50" charset="-128"/>
                          <a:ea typeface="メイリオ" panose="020B0604030504040204" pitchFamily="50" charset="-128"/>
                        </a:rPr>
                        <a:t>・障害発生時の即座通知（メール・</a:t>
                      </a:r>
                      <a:r>
                        <a:rPr lang="en-US" altLang="ja-JP" sz="1200">
                          <a:solidFill/>
                          <a:latin typeface="メイリオ" panose="020B0604030504040204" pitchFamily="50" charset="-128"/>
                          <a:ea typeface="メイリオ" panose="020B0604030504040204" pitchFamily="50" charset="-128"/>
                        </a:rPr>
                        <a:t>Teams</a:t>
                      </a:r>
                      <a:r>
                        <a:rPr lang="ja-JP" altLang="en-US" sz="1200">
                          <a:solidFill/>
                          <a:latin typeface="メイリオ" panose="020B0604030504040204" pitchFamily="50" charset="-128"/>
                          <a:ea typeface="メイリオ" panose="020B0604030504040204" pitchFamily="50" charset="-128"/>
                        </a:rPr>
                        <a:t>）</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2750550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577D5-95BC-5084-1C7F-D1B090C0282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A337A02-25B6-0C9F-BB19-5AC435DEBD0A}"/>
              </a:ext>
            </a:extLst>
          </p:cNvPr>
          <p:cNvSpPr>
            <a:spLocks noGrp="1"/>
          </p:cNvSpPr>
          <p:nvPr>
            <p:ph type="title"/>
          </p:nvPr>
        </p:nvSpPr>
        <p:spPr>
          <a:xfrm>
            <a:off x="2640001" y="3042380"/>
            <a:ext cx="7703999" cy="360000"/>
          </a:xfrm>
        </p:spPr>
        <p:txBody>
          <a:bodyPr/>
          <a:lstStyle/>
          <a:p>
            <a:r>
              <a:rPr lang="en-US" altLang="ja-JP">
                <a:solidFill/>
                <a:latin typeface="メイリオ" panose="020B0604030504040204" pitchFamily="50" charset="-128"/>
                <a:ea typeface="メイリオ" panose="020B0604030504040204" pitchFamily="50" charset="-128"/>
              </a:rPr>
              <a:t>7. Appendix</a:t>
            </a:r>
            <a:endParaRPr kumimoji="1" lang="ja-JP" altLang="en-US">
              <a:latin typeface="メイリオ" panose="020B0604030504040204" pitchFamily="50" charset="-128"/>
              <a:ea typeface="メイリオ" panose="020B0604030504040204" pitchFamily="50" charset="-128"/>
            </a:endParaRPr>
          </a:p>
        </p:txBody>
      </p:sp>
      <p:sp>
        <p:nvSpPr>
          <p:cNvPr id="3" name="スライド番号プレースホルダー 2">
            <a:extLst>
              <a:ext uri="{FF2B5EF4-FFF2-40B4-BE49-F238E27FC236}">
                <a16:creationId xmlns:a16="http://schemas.microsoft.com/office/drawing/2014/main" id="{DC3C4A00-4283-017B-C385-001A0CAB99A7}"/>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29</a:t>
            </a:fld>
            <a:endParaRPr kumimoji="1" lang="ja-JP"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40933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1A75C-A852-A58A-4B7B-66D84B3CA82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08829BB-EDD4-651B-6BA7-AB5E6422DB79}"/>
              </a:ext>
            </a:extLst>
          </p:cNvPr>
          <p:cNvSpPr>
            <a:spLocks noGrp="1"/>
          </p:cNvSpPr>
          <p:nvPr>
            <p:ph type="title"/>
          </p:nvPr>
        </p:nvSpPr>
        <p:spPr/>
        <p:txBody>
          <a:bodyPr>
            <a:noAutofit/>
          </a:bodyPr>
          <a:lstStyle/>
          <a:p>
            <a:r>
              <a:rPr kumimoji="1" lang="en-US" altLang="ja-JP" sz="2400">
                <a:solidFill/>
              </a:rPr>
              <a:t>【</a:t>
            </a:r>
            <a:r>
              <a:rPr kumimoji="1" lang="ja-JP" altLang="en-US" sz="2400">
                <a:solidFill/>
              </a:rPr>
              <a:t>参考</a:t>
            </a:r>
            <a:r>
              <a:rPr kumimoji="1" lang="en-US" altLang="ja-JP" sz="2400">
                <a:solidFill/>
              </a:rPr>
              <a:t>】</a:t>
            </a:r>
            <a:r>
              <a:rPr kumimoji="1" lang="ja-JP" altLang="en-US" sz="2400">
                <a:solidFill/>
              </a:rPr>
              <a:t>現行マクロの機能概要</a:t>
            </a:r>
          </a:p>
        </p:txBody>
      </p:sp>
      <p:sp>
        <p:nvSpPr>
          <p:cNvPr id="4" name="スライド番号プレースホルダー 3">
            <a:extLst>
              <a:ext uri="{FF2B5EF4-FFF2-40B4-BE49-F238E27FC236}">
                <a16:creationId xmlns:a16="http://schemas.microsoft.com/office/drawing/2014/main" id="{05458904-E2C5-D3B3-DD2C-5617C265E6D9}"/>
              </a:ext>
            </a:extLst>
          </p:cNvPr>
          <p:cNvSpPr>
            <a:spLocks noGrp="1"/>
          </p:cNvSpPr>
          <p:nvPr>
            <p:ph type="sldNum" sz="quarter" idx="12"/>
          </p:nvPr>
        </p:nvSpPr>
        <p:spPr/>
        <p:txBody>
          <a:bodyPr/>
          <a:lstStyle/>
          <a:p>
            <a:fld id="{59F857F7-C215-C24D-8BD9-19720E902953}" type="slidenum">
              <a:rPr kumimoji="1" lang="ja-JP" altLang="en-US" smtClean="0"/>
              <a:pPr/>
              <a:t>30</a:t>
            </a:fld>
            <a:endParaRPr kumimoji="1" lang="ja-JP" altLang="en-US"/>
          </a:p>
        </p:txBody>
      </p:sp>
      <p:sp>
        <p:nvSpPr>
          <p:cNvPr id="3" name="TextBox 2">
            <a:extLst>
              <a:ext uri="{FF2B5EF4-FFF2-40B4-BE49-F238E27FC236}">
                <a16:creationId xmlns:a16="http://schemas.microsoft.com/office/drawing/2014/main" id="{842EF756-DCC1-2297-1B5E-715299C6584D}"/>
              </a:ext>
            </a:extLst>
          </p:cNvPr>
          <p:cNvSpPr txBox="1"/>
          <p:nvPr/>
        </p:nvSpPr>
        <p:spPr>
          <a:xfrm>
            <a:off x="457200" y="1143000"/>
            <a:ext cx="11247120" cy="3179332"/>
          </a:xfrm>
          <a:prstGeom prst="rect">
            <a:avLst/>
          </a:prstGeom>
          <a:noFill/>
        </p:spPr>
        <p:txBody>
          <a:bodyPr wrap="square">
            <a:spAutoFit/>
          </a:bodyPr>
          <a:lstStyle/>
          <a:p>
            <a:pPr>
              <a:lnSpc>
                <a:spcPct val="90000"/>
              </a:lnSpc>
              <a:defRPr sz="1100">
                <a:latin typeface="Meiryo"/>
              </a:defRPr>
            </a:pPr>
            <a:r>
              <a:rPr lang="ja-JP" altLang="en-US" sz="1200">
                <a:solidFill/>
                <a:latin typeface="メイリオ" panose="020B0604030504040204" pitchFamily="50" charset="-128"/>
                <a:ea typeface="メイリオ" panose="020B0604030504040204" pitchFamily="50" charset="-128"/>
              </a:rPr>
              <a:t>現行業務は</a:t>
            </a:r>
            <a:r>
              <a:rPr lang="en-US" altLang="ja-JP" sz="1200">
                <a:solidFill/>
                <a:latin typeface="メイリオ" panose="020B0604030504040204" pitchFamily="50" charset="-128"/>
                <a:ea typeface="メイリオ" panose="020B0604030504040204" pitchFamily="50" charset="-128"/>
              </a:rPr>
              <a:t>2</a:t>
            </a:r>
            <a:r>
              <a:rPr lang="ja-JP" altLang="en-US" sz="1200">
                <a:solidFill/>
                <a:latin typeface="メイリオ" panose="020B0604030504040204" pitchFamily="50" charset="-128"/>
                <a:ea typeface="メイリオ" panose="020B0604030504040204" pitchFamily="50" charset="-128"/>
              </a:rPr>
              <a:t>種類のマクロで運用されている</a:t>
            </a:r>
          </a:p>
          <a:p>
            <a:pPr>
              <a:lnSpc>
                <a:spcPct val="90000"/>
              </a:lnSpc>
              <a:defRPr sz="100">
                <a:latin typeface="Meiryo"/>
              </a:defRPr>
            </a:pPr>
            <a:endParaRPr lang="ja-JP" altLang="en-US" sz="1200">
              <a:latin typeface="メイリオ" panose="020B0604030504040204" pitchFamily="50" charset="-128"/>
              <a:ea typeface="メイリオ" panose="020B0604030504040204" pitchFamily="50" charset="-128"/>
            </a:endParaRPr>
          </a:p>
          <a:p>
            <a:pPr>
              <a:lnSpc>
                <a:spcPct val="90000"/>
              </a:lnSpc>
              <a:spcBef>
                <a:spcPts val="600"/>
              </a:spcBef>
              <a:spcAft>
                <a:spcPts val="300"/>
              </a:spcAft>
              <a:defRPr sz="13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a:t>
            </a:r>
            <a:r>
              <a:rPr lang="ja-JP" altLang="en-US" sz="1200" err="1">
                <a:solidFill/>
                <a:latin typeface="メイリオ" panose="020B0604030504040204" pitchFamily="50" charset="-128"/>
                <a:ea typeface="メイリオ" panose="020B0604030504040204" pitchFamily="50" charset="-128"/>
              </a:rPr>
              <a:t>一次マクロ：等級算出・与信限度額算出マクロ</a:t>
            </a:r>
            <a:r>
              <a:rPr lang="en-US" altLang="ja-JP" sz="1200">
                <a:solidFill/>
                <a:latin typeface="メイリオ" panose="020B0604030504040204" pitchFamily="50" charset="-128"/>
                <a:ea typeface="メイリオ" panose="020B0604030504040204" pitchFamily="50" charset="-128"/>
              </a:rPr>
              <a:t>】</a:t>
            </a:r>
          </a:p>
          <a:p>
            <a:pPr>
              <a:lnSpc>
                <a:spcPct val="90000"/>
              </a:lnSpc>
              <a:spcAft>
                <a:spcPts val="100"/>
              </a:spcAft>
              <a:defRPr sz="1100">
                <a:latin typeface="Meiryo"/>
              </a:defRPr>
            </a:pPr>
            <a:r>
              <a:rPr lang="en-US" altLang="ja-JP" sz="1200">
                <a:solidFill/>
                <a:latin typeface="メイリオ" panose="020B0604030504040204" pitchFamily="50" charset="-128"/>
                <a:ea typeface="メイリオ" panose="020B0604030504040204" pitchFamily="50" charset="-128"/>
              </a:rPr>
              <a:t>① </a:t>
            </a:r>
            <a:r>
              <a:rPr lang="ja-JP" altLang="en-US" sz="1200" err="1">
                <a:solidFill/>
                <a:latin typeface="メイリオ" panose="020B0604030504040204" pitchFamily="50" charset="-128"/>
                <a:ea typeface="メイリオ" panose="020B0604030504040204" pitchFamily="50" charset="-128"/>
              </a:rPr>
              <a:t>債権管理等級算出（</a:t>
            </a:r>
            <a:r>
              <a:rPr lang="en-US" altLang="ja-JP" sz="1200" err="1">
                <a:solidFill/>
                <a:latin typeface="メイリオ" panose="020B0604030504040204" pitchFamily="50" charset="-128"/>
                <a:ea typeface="メイリオ" panose="020B0604030504040204" pitchFamily="50" charset="-128"/>
              </a:rPr>
              <a:t>A</a:t>
            </a:r>
            <a:r>
              <a:rPr lang="en-US" altLang="ja-JP" sz="1200">
                <a:solidFill/>
                <a:latin typeface="メイリオ" panose="020B0604030504040204" pitchFamily="50" charset="-128"/>
                <a:ea typeface="メイリオ" panose="020B0604030504040204" pitchFamily="50" charset="-128"/>
              </a:rPr>
              <a:t>+ → E</a:t>
            </a:r>
            <a:r>
              <a:rPr lang="ja-JP" altLang="en-US" sz="1200">
                <a:solidFill/>
                <a:latin typeface="メイリオ" panose="020B0604030504040204" pitchFamily="50" charset="-128"/>
                <a:ea typeface="メイリオ" panose="020B0604030504040204" pitchFamily="50" charset="-128"/>
              </a:rPr>
              <a:t>、</a:t>
            </a:r>
            <a:r>
              <a:rPr lang="en-US" altLang="ja-JP" sz="1200">
                <a:solidFill/>
                <a:latin typeface="メイリオ" panose="020B0604030504040204" pitchFamily="50" charset="-128"/>
                <a:ea typeface="メイリオ" panose="020B0604030504040204" pitchFamily="50" charset="-128"/>
              </a:rPr>
              <a:t>9</a:t>
            </a:r>
            <a:r>
              <a:rPr lang="ja-JP" altLang="en-US" sz="1200">
                <a:solidFill/>
                <a:latin typeface="メイリオ" panose="020B0604030504040204" pitchFamily="50" charset="-128"/>
                <a:ea typeface="メイリオ" panose="020B0604030504040204" pitchFamily="50" charset="-128"/>
              </a:rPr>
              <a:t>等級）</a:t>
            </a:r>
          </a:p>
          <a:p>
            <a:pPr>
              <a:lnSpc>
                <a:spcPct val="9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② </a:t>
            </a:r>
            <a:r>
              <a:rPr lang="ja-JP" altLang="en-US" sz="1200" err="1">
                <a:solidFill/>
                <a:latin typeface="メイリオ" panose="020B0604030504040204" pitchFamily="50" charset="-128"/>
                <a:ea typeface="メイリオ" panose="020B0604030504040204" pitchFamily="50" charset="-128"/>
              </a:rPr>
              <a:t>基準与信限度額算出（理論上の与信額</a:t>
            </a:r>
            <a:r>
              <a:rPr lang="ja-JP" altLang="en-US" sz="1200">
                <a:solidFill/>
                <a:latin typeface="メイリオ" panose="020B0604030504040204" pitchFamily="50" charset="-128"/>
                <a:ea typeface="メイリオ" panose="020B0604030504040204" pitchFamily="50" charset="-128"/>
              </a:rPr>
              <a:t>）</a:t>
            </a:r>
          </a:p>
          <a:p>
            <a:pPr>
              <a:lnSpc>
                <a:spcPct val="9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③ </a:t>
            </a:r>
            <a:r>
              <a:rPr lang="ja-JP" altLang="en-US" sz="1200" err="1">
                <a:solidFill/>
                <a:latin typeface="メイリオ" panose="020B0604030504040204" pitchFamily="50" charset="-128"/>
                <a:ea typeface="メイリオ" panose="020B0604030504040204" pitchFamily="50" charset="-128"/>
              </a:rPr>
              <a:t>限度申請書作成（パターン</a:t>
            </a:r>
            <a:r>
              <a:rPr lang="en-US" altLang="ja-JP" sz="1200" err="1">
                <a:solidFill/>
                <a:latin typeface="メイリオ" panose="020B0604030504040204" pitchFamily="50" charset="-128"/>
                <a:ea typeface="メイリオ" panose="020B0604030504040204" pitchFamily="50" charset="-128"/>
              </a:rPr>
              <a:t>A</a:t>
            </a:r>
            <a:r>
              <a:rPr lang="en-US" altLang="ja-JP" sz="1200">
                <a:solidFill/>
                <a:latin typeface="メイリオ" panose="020B0604030504040204" pitchFamily="50" charset="-128"/>
                <a:ea typeface="メイリオ" panose="020B0604030504040204" pitchFamily="50" charset="-128"/>
              </a:rPr>
              <a:t>/</a:t>
            </a:r>
            <a:r>
              <a:rPr lang="en-US" altLang="ja-JP" sz="1200" err="1">
                <a:solidFill/>
                <a:latin typeface="メイリオ" panose="020B0604030504040204" pitchFamily="50" charset="-128"/>
                <a:ea typeface="メイリオ" panose="020B0604030504040204" pitchFamily="50" charset="-128"/>
              </a:rPr>
              <a:t>B</a:t>
            </a:r>
            <a:r>
              <a:rPr lang="ja-JP" altLang="en-US" sz="1200" err="1">
                <a:solidFill/>
                <a:latin typeface="メイリオ" panose="020B0604030504040204" pitchFamily="50" charset="-128"/>
                <a:ea typeface="メイリオ" panose="020B0604030504040204" pitchFamily="50" charset="-128"/>
              </a:rPr>
              <a:t>自動判定</a:t>
            </a:r>
            <a:r>
              <a:rPr lang="ja-JP" altLang="en-US" sz="1200">
                <a:solidFill/>
                <a:latin typeface="メイリオ" panose="020B0604030504040204" pitchFamily="50" charset="-128"/>
                <a:ea typeface="メイリオ" panose="020B0604030504040204" pitchFamily="50" charset="-128"/>
              </a:rPr>
              <a:t>）</a:t>
            </a:r>
          </a:p>
          <a:p>
            <a:pPr>
              <a:lnSpc>
                <a:spcPct val="90000"/>
              </a:lnSpc>
              <a:defRPr sz="100">
                <a:latin typeface="Meiryo"/>
              </a:defRPr>
            </a:pPr>
            <a:endParaRPr lang="ja-JP" altLang="en-US" sz="1200">
              <a:latin typeface="メイリオ" panose="020B0604030504040204" pitchFamily="50" charset="-128"/>
              <a:ea typeface="メイリオ" panose="020B0604030504040204" pitchFamily="50" charset="-128"/>
            </a:endParaRPr>
          </a:p>
          <a:p>
            <a:pPr>
              <a:lnSpc>
                <a:spcPct val="90000"/>
              </a:lnSpc>
              <a:spcBef>
                <a:spcPts val="600"/>
              </a:spcBef>
              <a:spcAft>
                <a:spcPts val="300"/>
              </a:spcAft>
              <a:defRPr sz="13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a:t>
            </a:r>
            <a:r>
              <a:rPr lang="ja-JP" altLang="en-US" sz="1200" err="1">
                <a:solidFill/>
                <a:latin typeface="メイリオ" panose="020B0604030504040204" pitchFamily="50" charset="-128"/>
                <a:ea typeface="メイリオ" panose="020B0604030504040204" pitchFamily="50" charset="-128"/>
              </a:rPr>
              <a:t>二次マクロ：限度申請書取込マクロ</a:t>
            </a:r>
            <a:r>
              <a:rPr lang="en-US" altLang="ja-JP" sz="1200">
                <a:solidFill/>
                <a:latin typeface="メイリオ" panose="020B0604030504040204" pitchFamily="50" charset="-128"/>
                <a:ea typeface="メイリオ" panose="020B0604030504040204" pitchFamily="50" charset="-128"/>
              </a:rPr>
              <a:t>】</a:t>
            </a:r>
          </a:p>
          <a:p>
            <a:pPr>
              <a:lnSpc>
                <a:spcPct val="90000"/>
              </a:lnSpc>
              <a:spcAft>
                <a:spcPts val="100"/>
              </a:spcAft>
              <a:defRPr sz="1100">
                <a:latin typeface="Meiryo"/>
              </a:defRPr>
            </a:pPr>
            <a:r>
              <a:rPr lang="en-US" altLang="ja-JP" sz="1200">
                <a:solidFill/>
                <a:latin typeface="メイリオ" panose="020B0604030504040204" pitchFamily="50" charset="-128"/>
                <a:ea typeface="メイリオ" panose="020B0604030504040204" pitchFamily="50" charset="-128"/>
              </a:rPr>
              <a:t>④ </a:t>
            </a:r>
            <a:r>
              <a:rPr lang="ja-JP" altLang="en-US" sz="1200" err="1">
                <a:solidFill/>
                <a:latin typeface="メイリオ" panose="020B0604030504040204" pitchFamily="50" charset="-128"/>
                <a:ea typeface="メイリオ" panose="020B0604030504040204" pitchFamily="50" charset="-128"/>
              </a:rPr>
              <a:t>ワークフロー承認後の限度申請書の自動取り込み</a:t>
            </a:r>
            <a:endParaRPr lang="ja-JP" altLang="en-US" sz="1200">
              <a:latin typeface="メイリオ" panose="020B0604030504040204" pitchFamily="50" charset="-128"/>
              <a:ea typeface="メイリオ" panose="020B0604030504040204" pitchFamily="50" charset="-128"/>
            </a:endParaRPr>
          </a:p>
          <a:p>
            <a:pPr>
              <a:lnSpc>
                <a:spcPct val="9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⑤ </a:t>
            </a:r>
            <a:r>
              <a:rPr lang="ja-JP" altLang="en-US" sz="1200" err="1">
                <a:solidFill/>
                <a:latin typeface="メイリオ" panose="020B0604030504040204" pitchFamily="50" charset="-128"/>
                <a:ea typeface="メイリオ" panose="020B0604030504040204" pitchFamily="50" charset="-128"/>
              </a:rPr>
              <a:t>取引先一覧ファイルへの自動反映</a:t>
            </a:r>
            <a:endParaRPr lang="ja-JP" altLang="en-US" sz="1200">
              <a:latin typeface="メイリオ" panose="020B0604030504040204" pitchFamily="50" charset="-128"/>
              <a:ea typeface="メイリオ" panose="020B0604030504040204" pitchFamily="50" charset="-128"/>
            </a:endParaRPr>
          </a:p>
          <a:p>
            <a:pPr>
              <a:lnSpc>
                <a:spcPct val="90000"/>
              </a:lnSpc>
              <a:spcAft>
                <a:spcPts val="100"/>
              </a:spcAft>
              <a:defRPr sz="1100">
                <a:latin typeface="Meiryo"/>
              </a:defRPr>
            </a:pPr>
            <a:r>
              <a:rPr lang="ja-JP" altLang="en-US" sz="1200">
                <a:solidFill/>
                <a:latin typeface="メイリオ" panose="020B0604030504040204" pitchFamily="50" charset="-128"/>
                <a:ea typeface="メイリオ" panose="020B0604030504040204" pitchFamily="50" charset="-128"/>
              </a:rPr>
              <a:t>⑥ </a:t>
            </a:r>
            <a:r>
              <a:rPr lang="en-US" altLang="ja-JP" sz="1200" err="1">
                <a:solidFill/>
                <a:latin typeface="メイリオ" panose="020B0604030504040204" pitchFamily="50" charset="-128"/>
                <a:ea typeface="メイリオ" panose="020B0604030504040204" pitchFamily="50" charset="-128"/>
              </a:rPr>
              <a:t>SAP</a:t>
            </a:r>
            <a:r>
              <a:rPr lang="ja-JP" altLang="en-US" sz="1200" err="1">
                <a:solidFill/>
                <a:latin typeface="メイリオ" panose="020B0604030504040204" pitchFamily="50" charset="-128"/>
                <a:ea typeface="メイリオ" panose="020B0604030504040204" pitchFamily="50" charset="-128"/>
              </a:rPr>
              <a:t>連携用</a:t>
            </a:r>
            <a:r>
              <a:rPr lang="en-US" altLang="ja-JP" sz="1200" err="1">
                <a:solidFill/>
                <a:latin typeface="メイリオ" panose="020B0604030504040204" pitchFamily="50" charset="-128"/>
                <a:ea typeface="メイリオ" panose="020B0604030504040204" pitchFamily="50" charset="-128"/>
              </a:rPr>
              <a:t>CSV</a:t>
            </a:r>
            <a:r>
              <a:rPr lang="ja-JP" altLang="en-US" sz="1200" err="1">
                <a:solidFill/>
                <a:latin typeface="メイリオ" panose="020B0604030504040204" pitchFamily="50" charset="-128"/>
                <a:ea typeface="メイリオ" panose="020B0604030504040204" pitchFamily="50" charset="-128"/>
              </a:rPr>
              <a:t>出力</a:t>
            </a:r>
            <a:endParaRPr lang="ja-JP" altLang="en-US" sz="1200">
              <a:latin typeface="メイリオ" panose="020B0604030504040204" pitchFamily="50" charset="-128"/>
              <a:ea typeface="メイリオ" panose="020B0604030504040204" pitchFamily="50" charset="-128"/>
            </a:endParaRPr>
          </a:p>
          <a:p>
            <a:pPr>
              <a:lnSpc>
                <a:spcPct val="90000"/>
              </a:lnSpc>
              <a:defRPr sz="100">
                <a:latin typeface="Meiryo"/>
              </a:defRPr>
            </a:pPr>
            <a:endParaRPr lang="ja-JP" altLang="en-US" sz="1200">
              <a:latin typeface="メイリオ" panose="020B0604030504040204" pitchFamily="50" charset="-128"/>
              <a:ea typeface="メイリオ" panose="020B0604030504040204" pitchFamily="50" charset="-128"/>
            </a:endParaRPr>
          </a:p>
          <a:p>
            <a:pPr>
              <a:lnSpc>
                <a:spcPct val="90000"/>
              </a:lnSpc>
              <a:spcBef>
                <a:spcPts val="600"/>
              </a:spcBef>
              <a:spcAft>
                <a:spcPts val="300"/>
              </a:spcAft>
              <a:defRPr sz="1300" b="1">
                <a:solidFill>
                  <a:srgbClr val="00338D"/>
                </a:solidFill>
                <a:latin typeface="Meiryo"/>
              </a:defRPr>
            </a:pPr>
            <a:r>
              <a:rPr lang="en-US" altLang="ja-JP" sz="1200">
                <a:solidFill/>
                <a:latin typeface="メイリオ" panose="020B0604030504040204" pitchFamily="50" charset="-128"/>
                <a:ea typeface="メイリオ" panose="020B0604030504040204" pitchFamily="50" charset="-128"/>
              </a:rPr>
              <a:t>【</a:t>
            </a:r>
            <a:r>
              <a:rPr lang="ja-JP" altLang="en-US" sz="1200" err="1">
                <a:solidFill/>
                <a:latin typeface="メイリオ" panose="020B0604030504040204" pitchFamily="50" charset="-128"/>
                <a:ea typeface="メイリオ" panose="020B0604030504040204" pitchFamily="50" charset="-128"/>
              </a:rPr>
              <a:t>外部データ連携</a:t>
            </a:r>
            <a:r>
              <a:rPr lang="en-US" altLang="ja-JP" sz="1200">
                <a:solidFill/>
                <a:latin typeface="メイリオ" panose="020B0604030504040204" pitchFamily="50" charset="-128"/>
                <a:ea typeface="メイリオ" panose="020B0604030504040204" pitchFamily="50" charset="-128"/>
              </a:rPr>
              <a:t>】</a:t>
            </a:r>
          </a:p>
          <a:p>
            <a:pPr>
              <a:lnSpc>
                <a:spcPct val="90000"/>
              </a:lnSpc>
              <a:defRPr sz="1100">
                <a:latin typeface="Meiryo"/>
              </a:defRPr>
            </a:pPr>
            <a:r>
              <a:rPr lang="en-US" altLang="ja-JP" sz="1200">
                <a:solidFill/>
                <a:latin typeface="メイリオ" panose="020B0604030504040204" pitchFamily="50" charset="-128"/>
                <a:ea typeface="メイリオ" panose="020B0604030504040204" pitchFamily="50" charset="-128"/>
              </a:rPr>
              <a:t>TSR-VAN2 / Direct+(D&amp;B) / </a:t>
            </a:r>
            <a:r>
              <a:rPr lang="en-US" altLang="ja-JP" sz="1200" err="1">
                <a:solidFill/>
                <a:latin typeface="メイリオ" panose="020B0604030504040204" pitchFamily="50" charset="-128"/>
                <a:ea typeface="メイリオ" panose="020B0604030504040204" pitchFamily="50" charset="-128"/>
              </a:rPr>
              <a:t>DataDrive</a:t>
            </a:r>
            <a:r>
              <a:rPr lang="en-US" altLang="ja-JP" sz="1200">
                <a:solidFill/>
                <a:latin typeface="メイリオ" panose="020B0604030504040204" pitchFamily="50" charset="-128"/>
                <a:ea typeface="メイリオ" panose="020B0604030504040204" pitchFamily="50" charset="-128"/>
              </a:rPr>
              <a:t>(</a:t>
            </a:r>
            <a:r>
              <a:rPr lang="ja-JP" altLang="en-US" sz="1200" err="1">
                <a:solidFill/>
                <a:latin typeface="メイリオ" panose="020B0604030504040204" pitchFamily="50" charset="-128"/>
                <a:ea typeface="メイリオ" panose="020B0604030504040204" pitchFamily="50" charset="-128"/>
              </a:rPr>
              <a:t>帝国</a:t>
            </a:r>
            <a:r>
              <a:rPr lang="en-US" altLang="ja-JP" sz="1200" err="1">
                <a:solidFill/>
                <a:latin typeface="メイリオ" panose="020B0604030504040204" pitchFamily="50" charset="-128"/>
                <a:ea typeface="メイリオ" panose="020B0604030504040204" pitchFamily="50" charset="-128"/>
              </a:rPr>
              <a:t>DB</a:t>
            </a:r>
            <a:r>
              <a:rPr lang="en-US" altLang="ja-JP" sz="1200">
                <a:solidFill/>
                <a:latin typeface="メイリオ" panose="020B0604030504040204" pitchFamily="50" charset="-128"/>
                <a:ea typeface="メイリオ" panose="020B0604030504040204" pitchFamily="50" charset="-128"/>
              </a:rPr>
              <a:t>) / S&amp;P/Moody's / </a:t>
            </a:r>
            <a:r>
              <a:rPr lang="ja-JP" altLang="en-US" sz="1200" err="1">
                <a:solidFill/>
                <a:latin typeface="メイリオ" panose="020B0604030504040204" pitchFamily="50" charset="-128"/>
                <a:ea typeface="メイリオ" panose="020B0604030504040204" pitchFamily="50" charset="-128"/>
              </a:rPr>
              <a:t>為替</a:t>
            </a:r>
            <a:r>
              <a:rPr lang="ja-JP" altLang="en-US" sz="1200">
                <a:solidFill/>
                <a:latin typeface="メイリオ" panose="020B0604030504040204" pitchFamily="50" charset="-128"/>
                <a:ea typeface="メイリオ" panose="020B0604030504040204" pitchFamily="50" charset="-128"/>
              </a:rPr>
              <a:t> </a:t>
            </a:r>
            <a:r>
              <a:rPr lang="en-US" altLang="ja-JP" sz="1200">
                <a:solidFill/>
                <a:latin typeface="メイリオ" panose="020B0604030504040204" pitchFamily="50" charset="-128"/>
                <a:ea typeface="メイリオ" panose="020B0604030504040204" pitchFamily="50" charset="-128"/>
              </a:rPr>
              <a:t>/ SAP</a:t>
            </a:r>
          </a:p>
          <a:p>
            <a:pPr>
              <a:lnSpc>
                <a:spcPct val="90000"/>
              </a:lnSpc>
              <a:defRPr sz="100">
                <a:latin typeface="Meiryo"/>
              </a:defRPr>
            </a:pPr>
            <a:endParaRPr lang="ja-JP" altLang="en-US" sz="1200">
              <a:latin typeface="メイリオ" panose="020B0604030504040204" pitchFamily="50" charset="-128"/>
              <a:ea typeface="メイリオ" panose="020B0604030504040204" pitchFamily="50" charset="-128"/>
            </a:endParaRPr>
          </a:p>
          <a:p>
            <a:pPr>
              <a:lnSpc>
                <a:spcPct val="90000"/>
              </a:lnSpc>
              <a:defRPr sz="1100">
                <a:latin typeface="Meiryo"/>
              </a:defRPr>
            </a:pPr>
            <a:r>
              <a:rPr lang="en-US" altLang="ja-JP" sz="1200">
                <a:solidFill/>
                <a:latin typeface="メイリオ" panose="020B0604030504040204" pitchFamily="50" charset="-128"/>
                <a:ea typeface="メイリオ" panose="020B0604030504040204" pitchFamily="50" charset="-128"/>
              </a:rPr>
              <a:t>※ </a:t>
            </a:r>
            <a:r>
              <a:rPr lang="ja-JP" altLang="en-US" sz="1200" err="1">
                <a:solidFill/>
                <a:latin typeface="メイリオ" panose="020B0604030504040204" pitchFamily="50" charset="-128"/>
                <a:ea typeface="メイリオ" panose="020B0604030504040204" pitchFamily="50" charset="-128"/>
              </a:rPr>
              <a:t>今回は両マクロの完全リプレースを実施</a:t>
            </a:r>
            <a:endParaRPr lang="ja-JP" altLang="en-US" sz="1200">
              <a:latin typeface="メイリオ" panose="020B0604030504040204" pitchFamily="50" charset="-128"/>
              <a:ea typeface="メイリオ" panose="020B0604030504040204" pitchFamily="50" charset="-128"/>
            </a:endParaRPr>
          </a:p>
        </p:txBody>
      </p:sp>
      <p:pic>
        <p:nvPicPr>
          <p:cNvPr id="6" name="Picture 3" descr="diagram_1_2_macro_functions.png">
            <a:extLst>
              <a:ext uri="{FF2B5EF4-FFF2-40B4-BE49-F238E27FC236}">
                <a16:creationId xmlns:a16="http://schemas.microsoft.com/office/drawing/2014/main" id="{3770B23C-B6BF-FAA2-E117-0537D2D8BFDD}"/>
              </a:ext>
            </a:extLst>
          </p:cNvPr>
          <p:cNvPicPr>
            <a:picLocks noChangeAspect="1"/>
          </p:cNvPicPr>
          <p:nvPr/>
        </p:nvPicPr>
        <p:blipFill>
          <a:blip r:embed="rId2"/>
          <a:stretch>
            <a:fillRect/>
          </a:stretch>
        </p:blipFill>
        <p:spPr>
          <a:xfrm>
            <a:off x="381000" y="4297680"/>
            <a:ext cx="11430000" cy="1641132"/>
          </a:xfrm>
          <a:prstGeom prst="rect">
            <a:avLst/>
          </a:prstGeom>
        </p:spPr>
      </p:pic>
    </p:spTree>
    <p:extLst>
      <p:ext uri="{BB962C8B-B14F-4D97-AF65-F5344CB8AC3E}">
        <p14:creationId xmlns:p14="http://schemas.microsoft.com/office/powerpoint/2010/main" val="29933594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5D3FB-4629-B126-108E-313A6FCC94D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CAB8A73-139E-AA49-6FA9-6CC145631739}"/>
              </a:ext>
            </a:extLst>
          </p:cNvPr>
          <p:cNvSpPr>
            <a:spLocks noGrp="1"/>
          </p:cNvSpPr>
          <p:nvPr>
            <p:ph type="title"/>
          </p:nvPr>
        </p:nvSpPr>
        <p:spPr/>
        <p:txBody>
          <a:bodyPr>
            <a:noAutofit/>
          </a:bodyPr>
          <a:lstStyle/>
          <a:p>
            <a:r>
              <a:rPr kumimoji="1" lang="en-US" altLang="ja-JP" sz="2400">
                <a:solidFill/>
              </a:rPr>
              <a:t>【</a:t>
            </a:r>
            <a:r>
              <a:rPr kumimoji="1" lang="ja-JP" altLang="en-US" sz="2400">
                <a:solidFill/>
              </a:rPr>
              <a:t>参考</a:t>
            </a:r>
            <a:r>
              <a:rPr kumimoji="1" lang="en-US" altLang="ja-JP" sz="2400">
                <a:solidFill/>
              </a:rPr>
              <a:t>】Zabbix</a:t>
            </a:r>
            <a:r>
              <a:rPr kumimoji="1" lang="ja-JP" altLang="en-US" sz="2400">
                <a:solidFill/>
              </a:rPr>
              <a:t>とは（総務部向け説明）</a:t>
            </a:r>
          </a:p>
        </p:txBody>
      </p:sp>
      <p:sp>
        <p:nvSpPr>
          <p:cNvPr id="4" name="スライド番号プレースホルダー 3">
            <a:extLst>
              <a:ext uri="{FF2B5EF4-FFF2-40B4-BE49-F238E27FC236}">
                <a16:creationId xmlns:a16="http://schemas.microsoft.com/office/drawing/2014/main" id="{AB053AF7-15FF-2EA7-A405-7E2BC2CABD2E}"/>
              </a:ext>
            </a:extLst>
          </p:cNvPr>
          <p:cNvSpPr>
            <a:spLocks noGrp="1"/>
          </p:cNvSpPr>
          <p:nvPr>
            <p:ph type="sldNum" sz="quarter" idx="12"/>
          </p:nvPr>
        </p:nvSpPr>
        <p:spPr/>
        <p:txBody>
          <a:bodyPr/>
          <a:lstStyle/>
          <a:p>
            <a:fld id="{59F857F7-C215-C24D-8BD9-19720E902953}" type="slidenum">
              <a:rPr kumimoji="1" lang="ja-JP" altLang="en-US" smtClean="0"/>
              <a:pPr/>
              <a:t>31</a:t>
            </a:fld>
            <a:endParaRPr kumimoji="1" lang="ja-JP" altLang="en-US"/>
          </a:p>
        </p:txBody>
      </p:sp>
      <p:sp>
        <p:nvSpPr>
          <p:cNvPr id="3" name="TextBox 2">
            <a:extLst>
              <a:ext uri="{FF2B5EF4-FFF2-40B4-BE49-F238E27FC236}">
                <a16:creationId xmlns:a16="http://schemas.microsoft.com/office/drawing/2014/main" id="{7D47A6E9-7147-18C9-A60F-52EF52F36261}"/>
              </a:ext>
            </a:extLst>
          </p:cNvPr>
          <p:cNvSpPr txBox="1"/>
          <p:nvPr/>
        </p:nvSpPr>
        <p:spPr>
          <a:xfrm>
            <a:off x="457200" y="1143000"/>
            <a:ext cx="11247120" cy="4853636"/>
          </a:xfrm>
          <a:prstGeom prst="rect">
            <a:avLst/>
          </a:prstGeom>
          <a:noFill/>
        </p:spPr>
        <p:txBody>
          <a:bodyPr wrap="square" lIns="137160" rIns="137160">
            <a:spAutoFit/>
          </a:bodyPr>
          <a:lstStyle/>
          <a:p>
            <a:pPr>
              <a:lnSpc>
                <a:spcPct val="110000"/>
              </a:lnSpc>
              <a:defRPr sz="1200">
                <a:latin typeface="Meiryo"/>
              </a:defRPr>
            </a:pPr>
            <a:r>
              <a:rPr lang="en-US" altLang="ja-JP">
                <a:solidFill/>
                <a:latin typeface="メイリオ" panose="020B0604030504040204" pitchFamily="50" charset="-128"/>
                <a:ea typeface="メイリオ" panose="020B0604030504040204" pitchFamily="50" charset="-128"/>
              </a:rPr>
              <a:t>Zabbix</a:t>
            </a:r>
            <a:r>
              <a:rPr lang="ja-JP" altLang="en-US">
                <a:solidFill/>
                <a:latin typeface="メイリオ" panose="020B0604030504040204" pitchFamily="50" charset="-128"/>
                <a:ea typeface="メイリオ" panose="020B0604030504040204" pitchFamily="50" charset="-128"/>
              </a:rPr>
              <a:t>はシステムを</a:t>
            </a:r>
            <a:r>
              <a:rPr lang="en-US" altLang="ja-JP">
                <a:solidFill/>
                <a:latin typeface="メイリオ" panose="020B0604030504040204" pitchFamily="50" charset="-128"/>
                <a:ea typeface="メイリオ" panose="020B0604030504040204" pitchFamily="50" charset="-128"/>
              </a:rPr>
              <a:t>24</a:t>
            </a:r>
            <a:r>
              <a:rPr lang="ja-JP" altLang="en-US">
                <a:solidFill/>
                <a:latin typeface="メイリオ" panose="020B0604030504040204" pitchFamily="50" charset="-128"/>
                <a:ea typeface="メイリオ" panose="020B0604030504040204" pitchFamily="50" charset="-128"/>
              </a:rPr>
              <a:t>時間</a:t>
            </a:r>
            <a:r>
              <a:rPr lang="en-US" altLang="ja-JP">
                <a:solidFill/>
                <a:latin typeface="メイリオ" panose="020B0604030504040204" pitchFamily="50" charset="-128"/>
                <a:ea typeface="メイリオ" panose="020B0604030504040204" pitchFamily="50" charset="-128"/>
              </a:rPr>
              <a:t>365</a:t>
            </a:r>
            <a:r>
              <a:rPr lang="ja-JP" altLang="en-US">
                <a:solidFill/>
                <a:latin typeface="メイリオ" panose="020B0604030504040204" pitchFamily="50" charset="-128"/>
                <a:ea typeface="メイリオ" panose="020B0604030504040204" pitchFamily="50" charset="-128"/>
              </a:rPr>
              <a:t>日監視する「見守りツール」</a:t>
            </a:r>
          </a:p>
          <a:p>
            <a:pPr>
              <a:lnSpc>
                <a:spcPct val="110000"/>
              </a:lnSpc>
              <a:defRPr sz="400">
                <a:latin typeface="Meiryo"/>
              </a:defRPr>
            </a:pPr>
            <a:endParaRPr lang="ja-JP" altLang="en-US">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a:solidFill/>
                <a:latin typeface="メイリオ" panose="020B0604030504040204" pitchFamily="50" charset="-128"/>
                <a:ea typeface="メイリオ" panose="020B0604030504040204" pitchFamily="50" charset="-128"/>
              </a:rPr>
              <a:t>【</a:t>
            </a:r>
            <a:r>
              <a:rPr lang="ja-JP" altLang="en-US" err="1">
                <a:solidFill/>
                <a:latin typeface="メイリオ" panose="020B0604030504040204" pitchFamily="50" charset="-128"/>
                <a:ea typeface="メイリオ" panose="020B0604030504040204" pitchFamily="50" charset="-128"/>
              </a:rPr>
              <a:t>総務部にとってのメリット</a:t>
            </a:r>
            <a:r>
              <a:rPr lang="en-US" altLang="ja-JP">
                <a:solidFill/>
                <a:latin typeface="メイリオ" panose="020B0604030504040204" pitchFamily="50" charset="-128"/>
                <a:ea typeface="メイリオ" panose="020B0604030504040204" pitchFamily="50" charset="-128"/>
              </a:rPr>
              <a:t>】</a:t>
            </a:r>
          </a:p>
          <a:p>
            <a:pPr>
              <a:lnSpc>
                <a:spcPct val="110000"/>
              </a:lnSpc>
              <a:defRPr sz="400">
                <a:latin typeface="Meiryo"/>
              </a:defRPr>
            </a:pPr>
            <a:endParaRPr lang="ja-JP" altLang="en-US">
              <a:latin typeface="メイリオ" panose="020B0604030504040204" pitchFamily="50" charset="-128"/>
              <a:ea typeface="メイリオ" panose="020B0604030504040204" pitchFamily="50" charset="-128"/>
            </a:endParaRPr>
          </a:p>
          <a:p>
            <a:pPr>
              <a:lnSpc>
                <a:spcPct val="110000"/>
              </a:lnSpc>
              <a:spcBef>
                <a:spcPts val="600"/>
              </a:spcBef>
              <a:spcAft>
                <a:spcPts val="300"/>
              </a:spcAft>
              <a:defRPr sz="1300" b="1">
                <a:solidFill>
                  <a:srgbClr val="FF6600"/>
                </a:solidFill>
                <a:latin typeface="Meiryo"/>
              </a:defRPr>
            </a:pPr>
            <a:r>
              <a:rPr lang="ja-JP" altLang="en-US">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エラー原因がすぐに分かる</a:t>
            </a:r>
            <a:endParaRPr lang="ja-JP" altLang="en-US">
              <a:latin typeface="メイリオ" panose="020B0604030504040204" pitchFamily="50" charset="-128"/>
              <a:ea typeface="メイリオ" panose="020B0604030504040204" pitchFamily="50" charset="-128"/>
            </a:endParaRPr>
          </a:p>
          <a:p>
            <a:pPr>
              <a:lnSpc>
                <a:spcPct val="110000"/>
              </a:lnSpc>
              <a:defRPr sz="1200">
                <a:latin typeface="Meiryo"/>
              </a:defRPr>
            </a:pPr>
            <a:r>
              <a:rPr lang="ja-JP" altLang="en-US">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現行：原因不明→ベンダー問合せ</a:t>
            </a:r>
            <a:endParaRPr lang="ja-JP" altLang="en-US">
              <a:latin typeface="メイリオ" panose="020B0604030504040204" pitchFamily="50" charset="-128"/>
              <a:ea typeface="メイリオ" panose="020B0604030504040204" pitchFamily="50" charset="-128"/>
            </a:endParaRPr>
          </a:p>
          <a:p>
            <a:pPr>
              <a:lnSpc>
                <a:spcPct val="110000"/>
              </a:lnSpc>
              <a:defRPr sz="1200">
                <a:latin typeface="Meiryo"/>
              </a:defRPr>
            </a:pPr>
            <a:r>
              <a:rPr lang="ja-JP" altLang="en-US">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新規：</a:t>
            </a:r>
            <a:r>
              <a:rPr lang="en-US" altLang="ja-JP" err="1">
                <a:solidFill/>
                <a:latin typeface="メイリオ" panose="020B0604030504040204" pitchFamily="50" charset="-128"/>
                <a:ea typeface="メイリオ" panose="020B0604030504040204" pitchFamily="50" charset="-128"/>
              </a:rPr>
              <a:t>Zabbix</a:t>
            </a:r>
            <a:r>
              <a:rPr lang="ja-JP" altLang="en-US" err="1">
                <a:solidFill/>
                <a:latin typeface="メイリオ" panose="020B0604030504040204" pitchFamily="50" charset="-128"/>
                <a:ea typeface="メイリオ" panose="020B0604030504040204" pitchFamily="50" charset="-128"/>
              </a:rPr>
              <a:t>に記録→即座に確認</a:t>
            </a:r>
            <a:endParaRPr lang="ja-JP" altLang="en-US">
              <a:latin typeface="メイリオ" panose="020B0604030504040204" pitchFamily="50" charset="-128"/>
              <a:ea typeface="メイリオ" panose="020B0604030504040204" pitchFamily="50" charset="-128"/>
            </a:endParaRPr>
          </a:p>
          <a:p>
            <a:pPr>
              <a:lnSpc>
                <a:spcPct val="110000"/>
              </a:lnSpc>
              <a:defRPr sz="400">
                <a:latin typeface="Meiryo"/>
              </a:defRPr>
            </a:pPr>
            <a:endParaRPr lang="ja-JP" altLang="en-US">
              <a:latin typeface="メイリオ" panose="020B0604030504040204" pitchFamily="50" charset="-128"/>
              <a:ea typeface="メイリオ" panose="020B0604030504040204" pitchFamily="50" charset="-128"/>
            </a:endParaRPr>
          </a:p>
          <a:p>
            <a:pPr>
              <a:lnSpc>
                <a:spcPct val="110000"/>
              </a:lnSpc>
              <a:spcBef>
                <a:spcPts val="600"/>
              </a:spcBef>
              <a:spcAft>
                <a:spcPts val="300"/>
              </a:spcAft>
              <a:defRPr sz="1300" b="1">
                <a:solidFill>
                  <a:srgbClr val="FF6600"/>
                </a:solidFill>
                <a:latin typeface="Meiryo"/>
              </a:defRPr>
            </a:pPr>
            <a:r>
              <a:rPr lang="ja-JP" altLang="en-US">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分かりやすいダッシュボード</a:t>
            </a:r>
            <a:endParaRPr lang="ja-JP" altLang="en-US">
              <a:latin typeface="メイリオ" panose="020B0604030504040204" pitchFamily="50" charset="-128"/>
              <a:ea typeface="メイリオ" panose="020B0604030504040204" pitchFamily="50" charset="-128"/>
            </a:endParaRPr>
          </a:p>
          <a:p>
            <a:pPr>
              <a:lnSpc>
                <a:spcPct val="110000"/>
              </a:lnSpc>
              <a:defRPr sz="1200">
                <a:latin typeface="Meiryo"/>
              </a:defRPr>
            </a:pPr>
            <a:r>
              <a:rPr lang="ja-JP" altLang="en-US">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専門知識不要・色で一目判別・グラフで時系列確認</a:t>
            </a:r>
            <a:endParaRPr lang="ja-JP" altLang="en-US">
              <a:latin typeface="メイリオ" panose="020B0604030504040204" pitchFamily="50" charset="-128"/>
              <a:ea typeface="メイリオ" panose="020B0604030504040204" pitchFamily="50" charset="-128"/>
            </a:endParaRPr>
          </a:p>
          <a:p>
            <a:pPr>
              <a:lnSpc>
                <a:spcPct val="110000"/>
              </a:lnSpc>
              <a:defRPr sz="400">
                <a:latin typeface="Meiryo"/>
              </a:defRPr>
            </a:pPr>
            <a:endParaRPr lang="ja-JP" altLang="en-US">
              <a:latin typeface="メイリオ" panose="020B0604030504040204" pitchFamily="50" charset="-128"/>
              <a:ea typeface="メイリオ" panose="020B0604030504040204" pitchFamily="50" charset="-128"/>
            </a:endParaRPr>
          </a:p>
          <a:p>
            <a:pPr>
              <a:lnSpc>
                <a:spcPct val="110000"/>
              </a:lnSpc>
              <a:spcBef>
                <a:spcPts val="600"/>
              </a:spcBef>
              <a:spcAft>
                <a:spcPts val="300"/>
              </a:spcAft>
              <a:defRPr sz="1300" b="1">
                <a:solidFill>
                  <a:srgbClr val="FF6600"/>
                </a:solidFill>
                <a:latin typeface="Meiryo"/>
              </a:defRPr>
            </a:pPr>
            <a:r>
              <a:rPr lang="ja-JP" altLang="en-US">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自動通知で素早く対応</a:t>
            </a:r>
            <a:endParaRPr lang="ja-JP" altLang="en-US">
              <a:latin typeface="メイリオ" panose="020B0604030504040204" pitchFamily="50" charset="-128"/>
              <a:ea typeface="メイリオ" panose="020B0604030504040204" pitchFamily="50" charset="-128"/>
            </a:endParaRPr>
          </a:p>
          <a:p>
            <a:pPr>
              <a:lnSpc>
                <a:spcPct val="110000"/>
              </a:lnSpc>
              <a:defRPr sz="1200">
                <a:latin typeface="Meiryo"/>
              </a:defRPr>
            </a:pPr>
            <a:r>
              <a:rPr lang="ja-JP" altLang="en-US">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エラー発生→メール・</a:t>
            </a:r>
            <a:r>
              <a:rPr lang="en-US" altLang="ja-JP" err="1">
                <a:solidFill/>
                <a:latin typeface="メイリオ" panose="020B0604030504040204" pitchFamily="50" charset="-128"/>
                <a:ea typeface="メイリオ" panose="020B0604030504040204" pitchFamily="50" charset="-128"/>
              </a:rPr>
              <a:t>Teams</a:t>
            </a:r>
            <a:r>
              <a:rPr lang="ja-JP" altLang="en-US" err="1">
                <a:solidFill/>
                <a:latin typeface="メイリオ" panose="020B0604030504040204" pitchFamily="50" charset="-128"/>
                <a:ea typeface="メイリオ" panose="020B0604030504040204" pitchFamily="50" charset="-128"/>
              </a:rPr>
              <a:t>自動通知→</a:t>
            </a:r>
            <a:r>
              <a:rPr lang="en-US" altLang="ja-JP" err="1">
                <a:solidFill/>
                <a:latin typeface="メイリオ" panose="020B0604030504040204" pitchFamily="50" charset="-128"/>
                <a:ea typeface="メイリオ" panose="020B0604030504040204" pitchFamily="50" charset="-128"/>
              </a:rPr>
              <a:t>DI</a:t>
            </a:r>
            <a:r>
              <a:rPr lang="ja-JP" altLang="en-US" err="1">
                <a:solidFill/>
                <a:latin typeface="メイリオ" panose="020B0604030504040204" pitchFamily="50" charset="-128"/>
                <a:ea typeface="メイリオ" panose="020B0604030504040204" pitchFamily="50" charset="-128"/>
              </a:rPr>
              <a:t>部へ即座エスカレーション</a:t>
            </a:r>
            <a:endParaRPr lang="ja-JP" altLang="en-US">
              <a:latin typeface="メイリオ" panose="020B0604030504040204" pitchFamily="50" charset="-128"/>
              <a:ea typeface="メイリオ" panose="020B0604030504040204" pitchFamily="50" charset="-128"/>
            </a:endParaRPr>
          </a:p>
          <a:p>
            <a:pPr>
              <a:lnSpc>
                <a:spcPct val="110000"/>
              </a:lnSpc>
              <a:defRPr sz="400">
                <a:latin typeface="Meiryo"/>
              </a:defRPr>
            </a:pPr>
            <a:endParaRPr lang="ja-JP" altLang="en-US">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a:solidFill/>
                <a:latin typeface="メイリオ" panose="020B0604030504040204" pitchFamily="50" charset="-128"/>
                <a:ea typeface="メイリオ" panose="020B0604030504040204" pitchFamily="50" charset="-128"/>
              </a:rPr>
              <a:t>【</a:t>
            </a:r>
            <a:r>
              <a:rPr lang="en-US" altLang="ja-JP" err="1">
                <a:solidFill/>
                <a:latin typeface="メイリオ" panose="020B0604030504040204" pitchFamily="50" charset="-128"/>
                <a:ea typeface="メイリオ" panose="020B0604030504040204" pitchFamily="50" charset="-128"/>
              </a:rPr>
              <a:t>Zabbix</a:t>
            </a:r>
            <a:r>
              <a:rPr lang="ja-JP" altLang="en-US" err="1">
                <a:solidFill/>
                <a:latin typeface="メイリオ" panose="020B0604030504040204" pitchFamily="50" charset="-128"/>
                <a:ea typeface="メイリオ" panose="020B0604030504040204" pitchFamily="50" charset="-128"/>
              </a:rPr>
              <a:t>の機能</a:t>
            </a:r>
            <a:r>
              <a:rPr lang="en-US" altLang="ja-JP">
                <a:solidFill/>
                <a:latin typeface="メイリオ" panose="020B0604030504040204" pitchFamily="50" charset="-128"/>
                <a:ea typeface="メイリオ" panose="020B0604030504040204" pitchFamily="50" charset="-128"/>
              </a:rPr>
              <a:t>】</a:t>
            </a:r>
          </a:p>
          <a:p>
            <a:pPr>
              <a:lnSpc>
                <a:spcPct val="110000"/>
              </a:lnSpc>
              <a:spcAft>
                <a:spcPts val="200"/>
              </a:spcAft>
              <a:defRPr sz="1200">
                <a:latin typeface="Meiryo"/>
              </a:defRPr>
            </a:pPr>
            <a:r>
              <a:rPr lang="en-US" altLang="ja-JP">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リアルタイム監視：システム正常稼働確認（</a:t>
            </a:r>
            <a:r>
              <a:rPr lang="en-US" altLang="ja-JP" err="1">
                <a:solidFill/>
                <a:latin typeface="メイリオ" panose="020B0604030504040204" pitchFamily="50" charset="-128"/>
                <a:ea typeface="メイリオ" panose="020B0604030504040204" pitchFamily="50" charset="-128"/>
              </a:rPr>
              <a:t>CPU</a:t>
            </a:r>
            <a:r>
              <a:rPr lang="ja-JP" altLang="en-US" err="1">
                <a:solidFill/>
                <a:latin typeface="メイリオ" panose="020B0604030504040204" pitchFamily="50" charset="-128"/>
                <a:ea typeface="メイリオ" panose="020B0604030504040204" pitchFamily="50" charset="-128"/>
              </a:rPr>
              <a:t>・メモリ・ディスク等</a:t>
            </a:r>
            <a:r>
              <a:rPr lang="ja-JP" altLang="en-US">
                <a:solidFill/>
                <a:latin typeface="メイリオ" panose="020B0604030504040204" pitchFamily="50" charset="-128"/>
                <a:ea typeface="メイリオ" panose="020B0604030504040204" pitchFamily="50" charset="-128"/>
              </a:rPr>
              <a:t>）</a:t>
            </a:r>
          </a:p>
          <a:p>
            <a:pPr>
              <a:lnSpc>
                <a:spcPct val="110000"/>
              </a:lnSpc>
              <a:spcAft>
                <a:spcPts val="200"/>
              </a:spcAft>
              <a:defRPr sz="1200">
                <a:latin typeface="Meiryo"/>
              </a:defRPr>
            </a:pPr>
            <a:r>
              <a:rPr lang="ja-JP" altLang="en-US">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詳細ログ記録：全処理履歴を自動記録（誰が・いつ・何を</a:t>
            </a:r>
            <a:r>
              <a:rPr lang="ja-JP" altLang="en-US">
                <a:solidFill/>
                <a:latin typeface="メイリオ" panose="020B0604030504040204" pitchFamily="50" charset="-128"/>
                <a:ea typeface="メイリオ" panose="020B0604030504040204" pitchFamily="50" charset="-128"/>
              </a:rPr>
              <a:t>）</a:t>
            </a:r>
          </a:p>
          <a:p>
            <a:pPr>
              <a:lnSpc>
                <a:spcPct val="110000"/>
              </a:lnSpc>
              <a:spcAft>
                <a:spcPts val="200"/>
              </a:spcAft>
              <a:defRPr sz="1200">
                <a:latin typeface="Meiryo"/>
              </a:defRPr>
            </a:pPr>
            <a:r>
              <a:rPr lang="ja-JP" altLang="en-US">
                <a:solidFill/>
                <a:latin typeface="メイリオ" panose="020B0604030504040204" pitchFamily="50" charset="-128"/>
                <a:ea typeface="メイリオ" panose="020B0604030504040204" pitchFamily="50" charset="-128"/>
              </a:rPr>
              <a:t>✓ </a:t>
            </a:r>
            <a:r>
              <a:rPr lang="ja-JP" altLang="en-US" err="1">
                <a:solidFill/>
                <a:latin typeface="メイリオ" panose="020B0604030504040204" pitchFamily="50" charset="-128"/>
                <a:ea typeface="メイリオ" panose="020B0604030504040204" pitchFamily="50" charset="-128"/>
              </a:rPr>
              <a:t>アラート機能：異常即座通知・障害予兆検知</a:t>
            </a:r>
            <a:endParaRPr lang="ja-JP" altLang="en-US">
              <a:latin typeface="メイリオ" panose="020B0604030504040204" pitchFamily="50" charset="-128"/>
              <a:ea typeface="メイリオ" panose="020B0604030504040204" pitchFamily="50" charset="-128"/>
            </a:endParaRPr>
          </a:p>
          <a:p>
            <a:pPr>
              <a:lnSpc>
                <a:spcPct val="110000"/>
              </a:lnSpc>
              <a:defRPr sz="400">
                <a:latin typeface="Meiryo"/>
              </a:defRPr>
            </a:pPr>
            <a:endParaRPr lang="ja-JP" altLang="en-US">
              <a:latin typeface="メイリオ" panose="020B0604030504040204" pitchFamily="50" charset="-128"/>
              <a:ea typeface="メイリオ" panose="020B0604030504040204" pitchFamily="50" charset="-128"/>
            </a:endParaRPr>
          </a:p>
          <a:p>
            <a:pPr>
              <a:lnSpc>
                <a:spcPct val="110000"/>
              </a:lnSpc>
              <a:spcBef>
                <a:spcPts val="800"/>
              </a:spcBef>
              <a:spcAft>
                <a:spcPts val="400"/>
              </a:spcAft>
              <a:defRPr sz="1400" b="1">
                <a:solidFill>
                  <a:srgbClr val="00338D"/>
                </a:solidFill>
                <a:latin typeface="Meiryo"/>
              </a:defRPr>
            </a:pPr>
            <a:r>
              <a:rPr lang="en-US" altLang="ja-JP">
                <a:solidFill/>
                <a:latin typeface="メイリオ" panose="020B0604030504040204" pitchFamily="50" charset="-128"/>
                <a:ea typeface="メイリオ" panose="020B0604030504040204" pitchFamily="50" charset="-128"/>
              </a:rPr>
              <a:t>【</a:t>
            </a:r>
            <a:r>
              <a:rPr lang="ja-JP" altLang="en-US" err="1">
                <a:solidFill/>
                <a:latin typeface="メイリオ" panose="020B0604030504040204" pitchFamily="50" charset="-128"/>
                <a:ea typeface="メイリオ" panose="020B0604030504040204" pitchFamily="50" charset="-128"/>
              </a:rPr>
              <a:t>活用イメージ</a:t>
            </a:r>
            <a:r>
              <a:rPr lang="en-US" altLang="ja-JP">
                <a:solidFill/>
                <a:latin typeface="メイリオ" panose="020B0604030504040204" pitchFamily="50" charset="-128"/>
                <a:ea typeface="メイリオ" panose="020B0604030504040204" pitchFamily="50" charset="-128"/>
              </a:rPr>
              <a:t>】</a:t>
            </a:r>
          </a:p>
          <a:p>
            <a:pPr>
              <a:lnSpc>
                <a:spcPct val="110000"/>
              </a:lnSpc>
              <a:defRPr sz="1200">
                <a:latin typeface="Meiryo"/>
              </a:defRPr>
            </a:pPr>
            <a:r>
              <a:rPr lang="en-US" altLang="ja-JP">
                <a:solidFill/>
                <a:latin typeface="メイリオ" panose="020B0604030504040204" pitchFamily="50" charset="-128"/>
                <a:ea typeface="メイリオ" panose="020B0604030504040204" pitchFamily="50" charset="-128"/>
              </a:rPr>
              <a:t>1. </a:t>
            </a:r>
            <a:r>
              <a:rPr lang="ja-JP" altLang="en-US" err="1">
                <a:solidFill/>
                <a:latin typeface="メイリオ" panose="020B0604030504040204" pitchFamily="50" charset="-128"/>
                <a:ea typeface="メイリオ" panose="020B0604030504040204" pitchFamily="50" charset="-128"/>
              </a:rPr>
              <a:t>エラー発生</a:t>
            </a:r>
            <a:r>
              <a:rPr lang="ja-JP" altLang="en-US">
                <a:solidFill/>
                <a:latin typeface="メイリオ" panose="020B0604030504040204" pitchFamily="50" charset="-128"/>
                <a:ea typeface="メイリオ" panose="020B0604030504040204" pitchFamily="50" charset="-128"/>
              </a:rPr>
              <a:t> → </a:t>
            </a:r>
            <a:r>
              <a:rPr lang="en-US" altLang="ja-JP">
                <a:solidFill/>
                <a:latin typeface="メイリオ" panose="020B0604030504040204" pitchFamily="50" charset="-128"/>
                <a:ea typeface="メイリオ" panose="020B0604030504040204" pitchFamily="50" charset="-128"/>
              </a:rPr>
              <a:t>2. </a:t>
            </a:r>
            <a:r>
              <a:rPr lang="en-US" altLang="ja-JP" err="1">
                <a:solidFill/>
                <a:latin typeface="メイリオ" panose="020B0604030504040204" pitchFamily="50" charset="-128"/>
                <a:ea typeface="メイリオ" panose="020B0604030504040204" pitchFamily="50" charset="-128"/>
              </a:rPr>
              <a:t>Zabbix</a:t>
            </a:r>
            <a:r>
              <a:rPr lang="ja-JP" altLang="en-US" err="1">
                <a:solidFill/>
                <a:latin typeface="メイリオ" panose="020B0604030504040204" pitchFamily="50" charset="-128"/>
                <a:ea typeface="メイリオ" panose="020B0604030504040204" pitchFamily="50" charset="-128"/>
              </a:rPr>
              <a:t>検知・通知</a:t>
            </a:r>
            <a:r>
              <a:rPr lang="ja-JP" altLang="en-US">
                <a:solidFill/>
                <a:latin typeface="メイリオ" panose="020B0604030504040204" pitchFamily="50" charset="-128"/>
                <a:ea typeface="メイリオ" panose="020B0604030504040204" pitchFamily="50" charset="-128"/>
              </a:rPr>
              <a:t> → </a:t>
            </a:r>
            <a:r>
              <a:rPr lang="en-US" altLang="ja-JP">
                <a:solidFill/>
                <a:latin typeface="メイリオ" panose="020B0604030504040204" pitchFamily="50" charset="-128"/>
                <a:ea typeface="メイリオ" panose="020B0604030504040204" pitchFamily="50" charset="-128"/>
              </a:rPr>
              <a:t>3. </a:t>
            </a:r>
            <a:r>
              <a:rPr lang="en-US" altLang="ja-JP" err="1">
                <a:solidFill/>
                <a:latin typeface="メイリオ" panose="020B0604030504040204" pitchFamily="50" charset="-128"/>
                <a:ea typeface="メイリオ" panose="020B0604030504040204" pitchFamily="50" charset="-128"/>
              </a:rPr>
              <a:t>DI</a:t>
            </a:r>
            <a:r>
              <a:rPr lang="ja-JP" altLang="en-US" err="1">
                <a:solidFill/>
                <a:latin typeface="メイリオ" panose="020B0604030504040204" pitchFamily="50" charset="-128"/>
                <a:ea typeface="メイリオ" panose="020B0604030504040204" pitchFamily="50" charset="-128"/>
              </a:rPr>
              <a:t>部原因確認</a:t>
            </a:r>
            <a:r>
              <a:rPr lang="ja-JP" altLang="en-US">
                <a:solidFill/>
                <a:latin typeface="メイリオ" panose="020B0604030504040204" pitchFamily="50" charset="-128"/>
                <a:ea typeface="メイリオ" panose="020B0604030504040204" pitchFamily="50" charset="-128"/>
              </a:rPr>
              <a:t> → </a:t>
            </a:r>
            <a:r>
              <a:rPr lang="en-US" altLang="ja-JP">
                <a:solidFill/>
                <a:latin typeface="メイリオ" panose="020B0604030504040204" pitchFamily="50" charset="-128"/>
                <a:ea typeface="メイリオ" panose="020B0604030504040204" pitchFamily="50" charset="-128"/>
              </a:rPr>
              <a:t>4. </a:t>
            </a:r>
            <a:r>
              <a:rPr lang="ja-JP" altLang="en-US" err="1">
                <a:solidFill/>
                <a:latin typeface="メイリオ" panose="020B0604030504040204" pitchFamily="50" charset="-128"/>
                <a:ea typeface="メイリオ" panose="020B0604030504040204" pitchFamily="50" charset="-128"/>
              </a:rPr>
              <a:t>エスカレーション</a:t>
            </a:r>
            <a:endParaRPr lang="ja-JP" altLang="en-US">
              <a:latin typeface="メイリオ" panose="020B0604030504040204" pitchFamily="50" charset="-128"/>
              <a:ea typeface="メイリオ" panose="020B0604030504040204" pitchFamily="50" charset="-128"/>
            </a:endParaRPr>
          </a:p>
          <a:p>
            <a:pPr>
              <a:lnSpc>
                <a:spcPct val="110000"/>
              </a:lnSpc>
              <a:defRPr sz="400">
                <a:latin typeface="Meiryo"/>
              </a:defRPr>
            </a:pPr>
            <a:endParaRPr lang="ja-JP" altLang="en-US">
              <a:latin typeface="メイリオ" panose="020B0604030504040204" pitchFamily="50" charset="-128"/>
              <a:ea typeface="メイリオ" panose="020B0604030504040204" pitchFamily="50" charset="-128"/>
            </a:endParaRPr>
          </a:p>
          <a:p>
            <a:pPr>
              <a:lnSpc>
                <a:spcPct val="110000"/>
              </a:lnSpc>
              <a:defRPr sz="1200">
                <a:latin typeface="Meiryo"/>
              </a:defRPr>
            </a:pPr>
            <a:r>
              <a:rPr lang="ja-JP" altLang="en-US" err="1">
                <a:solidFill/>
                <a:latin typeface="メイリオ" panose="020B0604030504040204" pitchFamily="50" charset="-128"/>
                <a:ea typeface="メイリオ" panose="020B0604030504040204" pitchFamily="50" charset="-128"/>
              </a:rPr>
              <a:t>従来の「原因不明」で悩む時間を大幅削減</a:t>
            </a:r>
            <a:r>
              <a:rPr lang="ja-JP" altLang="en-US">
                <a:solidFill/>
                <a:latin typeface="メイリオ" panose="020B0604030504040204" pitchFamily="50" charset="-128"/>
                <a:ea typeface="メイリオ" panose="020B0604030504040204" pitchFamily="50" charset="-128"/>
              </a:rPr>
              <a:t>！</a:t>
            </a:r>
          </a:p>
        </p:txBody>
      </p:sp>
    </p:spTree>
    <p:extLst>
      <p:ext uri="{BB962C8B-B14F-4D97-AF65-F5344CB8AC3E}">
        <p14:creationId xmlns:p14="http://schemas.microsoft.com/office/powerpoint/2010/main" val="28501923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p:cNvPicPr>
            <a:picLocks noChangeAspect="1"/>
          </p:cNvPicPr>
          <p:nvPr/>
        </p:nvPicPr>
        <p:blipFill>
          <a:blip r:embed="rId3"/>
          <a:stretch>
            <a:fillRect/>
          </a:stretch>
        </p:blipFill>
        <p:spPr>
          <a:xfrm>
            <a:off x="2080226" y="1628800"/>
            <a:ext cx="8331731" cy="4779115"/>
          </a:xfrm>
          <a:prstGeom prst="rect">
            <a:avLst/>
          </a:prstGeom>
        </p:spPr>
      </p:pic>
      <p:sp>
        <p:nvSpPr>
          <p:cNvPr id="2" name="タイトル 1"/>
          <p:cNvSpPr>
            <a:spLocks noGrp="1"/>
          </p:cNvSpPr>
          <p:nvPr>
            <p:ph type="title"/>
          </p:nvPr>
        </p:nvSpPr>
        <p:spPr>
          <a:xfrm>
            <a:off x="1512816" y="360000"/>
            <a:ext cx="9154556" cy="360000"/>
          </a:xfrm>
        </p:spPr>
        <p:txBody>
          <a:bodyPr/>
          <a:lstStyle/>
          <a:p>
            <a:r>
              <a:rPr lang="en-US" altLang="ja-JP">
                <a:solidFill/>
                <a:latin typeface="メイリオ" panose="020B0604030504040204" pitchFamily="50" charset="-128"/>
                <a:ea typeface="メイリオ" panose="020B0604030504040204" pitchFamily="50" charset="-128"/>
              </a:rPr>
              <a:t>【</a:t>
            </a:r>
            <a:r>
              <a:rPr lang="ja-JP" altLang="en-US">
                <a:solidFill/>
                <a:latin typeface="メイリオ" panose="020B0604030504040204" pitchFamily="50" charset="-128"/>
                <a:ea typeface="メイリオ" panose="020B0604030504040204" pitchFamily="50" charset="-128"/>
              </a:rPr>
              <a:t>参考</a:t>
            </a:r>
            <a:r>
              <a:rPr lang="en-US" altLang="ja-JP">
                <a:solidFill/>
                <a:latin typeface="メイリオ" panose="020B0604030504040204" pitchFamily="50" charset="-128"/>
                <a:ea typeface="メイリオ" panose="020B0604030504040204" pitchFamily="50" charset="-128"/>
              </a:rPr>
              <a:t>】SDM</a:t>
            </a:r>
            <a:r>
              <a:rPr lang="ja-JP" altLang="en-US">
                <a:solidFill/>
                <a:latin typeface="メイリオ" panose="020B0604030504040204" pitchFamily="50" charset="-128"/>
                <a:ea typeface="メイリオ" panose="020B0604030504040204" pitchFamily="50" charset="-128"/>
              </a:rPr>
              <a:t>くん実績①</a:t>
            </a:r>
            <a:r>
              <a:rPr lang="en-US" altLang="ja-JP">
                <a:solidFill/>
                <a:latin typeface="メイリオ" panose="020B0604030504040204" pitchFamily="50" charset="-128"/>
                <a:ea typeface="メイリオ" panose="020B0604030504040204" pitchFamily="50" charset="-128"/>
              </a:rPr>
              <a:t>(</a:t>
            </a:r>
            <a:r>
              <a:rPr lang="en-US" altLang="ja-JP">
                <a:solidFill>
                  <a:schemeClr val="tx1">
                    <a:lumMod val="85000"/>
                    <a:lumOff val="15000"/>
                  </a:schemeClr>
                </a:solidFill>
              </a:rPr>
              <a:t>SDM</a:t>
            </a:r>
            <a:r>
              <a:rPr lang="ja-JP" altLang="en-US">
                <a:solidFill>
                  <a:schemeClr val="tx1">
                    <a:lumMod val="85000"/>
                    <a:lumOff val="15000"/>
                  </a:schemeClr>
                </a:solidFill>
              </a:rPr>
              <a:t>くん開発手法</a:t>
            </a:r>
            <a:r>
              <a:rPr lang="en-US" altLang="ja-JP">
                <a:solidFill/>
                <a:latin typeface="メイリオ" panose="020B0604030504040204" pitchFamily="50" charset="-128"/>
                <a:ea typeface="メイリオ" panose="020B0604030504040204" pitchFamily="50" charset="-128"/>
              </a:rPr>
              <a:t>)</a:t>
            </a:r>
            <a:endParaRPr kumimoji="1" lang="ja-JP" altLang="en-US">
              <a:solidFill>
                <a:schemeClr val="tx1">
                  <a:lumMod val="85000"/>
                  <a:lumOff val="15000"/>
                </a:schemeClr>
              </a:solidFill>
            </a:endParaRPr>
          </a:p>
        </p:txBody>
      </p:sp>
      <p:pic>
        <p:nvPicPr>
          <p:cNvPr id="7" name="図 6"/>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648721" y="1089470"/>
            <a:ext cx="648072" cy="628335"/>
          </a:xfrm>
          <a:prstGeom prst="rect">
            <a:avLst/>
          </a:prstGeom>
        </p:spPr>
      </p:pic>
      <p:sp>
        <p:nvSpPr>
          <p:cNvPr id="8" name="タイトル 3"/>
          <p:cNvSpPr txBox="1">
            <a:spLocks/>
          </p:cNvSpPr>
          <p:nvPr/>
        </p:nvSpPr>
        <p:spPr>
          <a:xfrm>
            <a:off x="1512817" y="1141741"/>
            <a:ext cx="10209783" cy="576064"/>
          </a:xfrm>
          <a:prstGeom prst="rect">
            <a:avLst/>
          </a:prstGeom>
        </p:spPr>
        <p:txBody>
          <a:bodyPr vert="horz" wrap="none" lIns="0" tIns="18000" rIns="0" bIns="0" rtlCol="0" anchor="ctr" anchorCtr="0">
            <a:noAutofit/>
          </a:bodyPr>
          <a:lstStyle>
            <a:lvl1pPr algn="l" defTabSz="1828800" rtl="0" eaLnBrk="1" latinLnBrk="0" hangingPunct="1">
              <a:lnSpc>
                <a:spcPct val="90000"/>
              </a:lnSpc>
              <a:spcBef>
                <a:spcPct val="0"/>
              </a:spcBef>
              <a:buNone/>
              <a:defRPr kumimoji="1" sz="6000" b="1" i="0" kern="1200">
                <a:solidFill>
                  <a:schemeClr val="tx1"/>
                </a:solidFill>
                <a:latin typeface="Meiryo UI" panose="020B0604030504040204" pitchFamily="34" charset="-128"/>
                <a:ea typeface="Meiryo UI" panose="020B0604030504040204" pitchFamily="34" charset="-128"/>
                <a:cs typeface="+mj-cs"/>
              </a:defRPr>
            </a:lvl1pPr>
          </a:lstStyle>
          <a:p>
            <a:r>
              <a:rPr lang="ja-JP" altLang="en-US" sz="3000">
                <a:solidFill>
                  <a:srgbClr val="D9052D"/>
                </a:solidFill>
                <a:latin typeface="メイリオ" panose="020B0604030504040204" pitchFamily="50" charset="-128"/>
                <a:ea typeface="メイリオ" panose="020B0604030504040204" pitchFamily="50" charset="-128"/>
              </a:rPr>
              <a:t>現場業務目線でのアジャイル開発</a:t>
            </a:r>
            <a:endParaRPr lang="en-US" altLang="ja-JP" sz="3000">
              <a:solidFill>
                <a:srgbClr val="D9052D"/>
              </a:solidFill>
              <a:latin typeface="メイリオ" panose="020B0604030504040204" pitchFamily="50" charset="-128"/>
              <a:ea typeface="メイリオ" panose="020B0604030504040204" pitchFamily="50" charset="-128"/>
            </a:endParaRPr>
          </a:p>
        </p:txBody>
      </p:sp>
      <p:pic>
        <p:nvPicPr>
          <p:cNvPr id="36" name="図 35"/>
          <p:cNvPicPr>
            <a:picLocks noChangeAspect="1"/>
          </p:cNvPicPr>
          <p:nvPr/>
        </p:nvPicPr>
        <p:blipFill>
          <a:blip r:embed="rId5"/>
          <a:stretch>
            <a:fillRect/>
          </a:stretch>
        </p:blipFill>
        <p:spPr>
          <a:xfrm>
            <a:off x="10297566" y="164900"/>
            <a:ext cx="1425034" cy="555101"/>
          </a:xfrm>
          <a:prstGeom prst="rect">
            <a:avLst/>
          </a:prstGeom>
          <a:effectLst>
            <a:outerShdw blurRad="50800" dist="38100" dir="2700000" algn="tl" rotWithShape="0">
              <a:prstClr val="black">
                <a:alpha val="40000"/>
              </a:prstClr>
            </a:outerShdw>
          </a:effectLst>
        </p:spPr>
      </p:pic>
      <p:pic>
        <p:nvPicPr>
          <p:cNvPr id="89" name="図 88"/>
          <p:cNvPicPr>
            <a:picLocks noChangeAspect="1"/>
          </p:cNvPicPr>
          <p:nvPr/>
        </p:nvPicPr>
        <p:blipFill>
          <a:blip r:embed="rId6"/>
          <a:stretch>
            <a:fillRect/>
          </a:stretch>
        </p:blipFill>
        <p:spPr>
          <a:xfrm>
            <a:off x="155340" y="3125368"/>
            <a:ext cx="3058451" cy="952285"/>
          </a:xfrm>
          <a:prstGeom prst="rect">
            <a:avLst/>
          </a:prstGeom>
          <a:ln w="57150">
            <a:solidFill>
              <a:schemeClr val="accent1"/>
            </a:solidFill>
          </a:ln>
        </p:spPr>
      </p:pic>
      <p:sp>
        <p:nvSpPr>
          <p:cNvPr id="90" name="正方形/長方形 89"/>
          <p:cNvSpPr/>
          <p:nvPr/>
        </p:nvSpPr>
        <p:spPr>
          <a:xfrm>
            <a:off x="136010" y="2800954"/>
            <a:ext cx="1210588" cy="338554"/>
          </a:xfrm>
          <a:prstGeom prst="rect">
            <a:avLst/>
          </a:prstGeom>
        </p:spPr>
        <p:txBody>
          <a:bodyPr wrap="none">
            <a:spAutoFit/>
          </a:bodyPr>
          <a:lstStyle/>
          <a:p>
            <a:pPr>
              <a:spcAft>
                <a:spcPts val="900"/>
              </a:spcAft>
              <a:defRPr/>
            </a:pPr>
            <a:r>
              <a:rPr kumimoji="1" lang="ja-JP" altLang="en-US" sz="1600" b="1" kern="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バックログ</a:t>
            </a:r>
            <a:endParaRPr kumimoji="1" lang="en-US" altLang="ja-JP" sz="1600" b="1" kern="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1" name="正方形/長方形 90"/>
          <p:cNvSpPr/>
          <p:nvPr/>
        </p:nvSpPr>
        <p:spPr>
          <a:xfrm>
            <a:off x="136010" y="4176491"/>
            <a:ext cx="1944216" cy="1569660"/>
          </a:xfrm>
          <a:prstGeom prst="rect">
            <a:avLst/>
          </a:prstGeom>
        </p:spPr>
        <p:txBody>
          <a:bodyPr wrap="square">
            <a:spAutoFit/>
          </a:bodyPr>
          <a:lstStyle/>
          <a:p>
            <a:r>
              <a:rPr lang="ja-JP" altLang="en-US" sz="1200">
                <a:latin typeface="メイリオ" panose="020B0604030504040204" pitchFamily="50" charset="-128"/>
                <a:ea typeface="メイリオ" panose="020B0604030504040204" pitchFamily="50" charset="-128"/>
              </a:rPr>
              <a:t>機能や改善が必要なものについて優先順位をつけ、記述したものです。</a:t>
            </a:r>
            <a:endParaRPr lang="en-US" altLang="ja-JP" sz="1200">
              <a:latin typeface="メイリオ" panose="020B0604030504040204" pitchFamily="50" charset="-128"/>
              <a:ea typeface="メイリオ" panose="020B0604030504040204" pitchFamily="50" charset="-128"/>
            </a:endParaRPr>
          </a:p>
          <a:p>
            <a:r>
              <a:rPr lang="ja-JP" altLang="en-US" sz="1200">
                <a:latin typeface="メイリオ" panose="020B0604030504040204" pitchFamily="50" charset="-128"/>
                <a:ea typeface="メイリオ" panose="020B0604030504040204" pitchFamily="50" charset="-128"/>
              </a:rPr>
              <a:t>優先順位をつけることで、今回のスプリントで対応する機能、次回のスプリントで対応する必要がある機能</a:t>
            </a:r>
          </a:p>
        </p:txBody>
      </p:sp>
      <p:pic>
        <p:nvPicPr>
          <p:cNvPr id="92" name="図 91"/>
          <p:cNvPicPr>
            <a:picLocks noChangeAspect="1"/>
          </p:cNvPicPr>
          <p:nvPr/>
        </p:nvPicPr>
        <p:blipFill>
          <a:blip r:embed="rId7"/>
          <a:stretch>
            <a:fillRect/>
          </a:stretch>
        </p:blipFill>
        <p:spPr>
          <a:xfrm>
            <a:off x="7782389" y="915101"/>
            <a:ext cx="2497843" cy="569684"/>
          </a:xfrm>
          <a:prstGeom prst="rect">
            <a:avLst/>
          </a:prstGeom>
          <a:ln w="57150">
            <a:solidFill>
              <a:schemeClr val="accent1"/>
            </a:solidFill>
          </a:ln>
        </p:spPr>
      </p:pic>
      <p:sp>
        <p:nvSpPr>
          <p:cNvPr id="93" name="Rectangle 128"/>
          <p:cNvSpPr/>
          <p:nvPr/>
        </p:nvSpPr>
        <p:spPr>
          <a:xfrm>
            <a:off x="10280232" y="931296"/>
            <a:ext cx="1885542" cy="569684"/>
          </a:xfrm>
          <a:prstGeom prst="rect">
            <a:avLst/>
          </a:prstGeom>
          <a:noFill/>
          <a:ln w="12700" cap="flat" cmpd="sng" algn="ctr">
            <a:noFill/>
            <a:prstDash val="dash"/>
          </a:ln>
          <a:effectLst/>
        </p:spPr>
        <p:txBody>
          <a:bodyPr rot="0" spcFirstLastPara="0" vertOverflow="overflow" horzOverflow="overflow" vert="horz" wrap="square" lIns="45720" tIns="22860" rIns="45720" bIns="22860" numCol="1" spcCol="0" rtlCol="0" fromWordArt="0" anchor="t" anchorCtr="0" forceAA="0" compatLnSpc="1">
            <a:prstTxWarp prst="textNoShape">
              <a:avLst/>
            </a:prstTxWarp>
            <a:noAutofit/>
          </a:bodyPr>
          <a:lstStyle/>
          <a:p>
            <a:pPr marL="171450" indent="-171450">
              <a:spcAft>
                <a:spcPts val="900"/>
              </a:spcAft>
              <a:buFont typeface="Wingdings" panose="05000000000000000000" pitchFamily="2" charset="2"/>
              <a:buChar char="l"/>
              <a:defRPr/>
            </a:pPr>
            <a:r>
              <a:rPr kumimoji="1" lang="ja-JP" altLang="en-US" sz="1200" kern="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システムの停開始連絡</a:t>
            </a:r>
            <a:endParaRPr kumimoji="1" lang="en-US" altLang="ja-JP" sz="1200" kern="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marL="171450" indent="-171450">
              <a:spcAft>
                <a:spcPts val="900"/>
              </a:spcAft>
              <a:buFont typeface="Wingdings" panose="05000000000000000000" pitchFamily="2" charset="2"/>
              <a:buChar char="l"/>
              <a:defRPr/>
            </a:pPr>
            <a:r>
              <a:rPr kumimoji="1" lang="ja-JP" altLang="en-US" sz="1200" kern="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新機能リリース案内</a:t>
            </a:r>
            <a:endParaRPr kumimoji="1" lang="en-US" altLang="ja-JP" sz="1200" kern="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4" name="正方形/長方形 93"/>
          <p:cNvSpPr/>
          <p:nvPr/>
        </p:nvSpPr>
        <p:spPr>
          <a:xfrm>
            <a:off x="7724278" y="618993"/>
            <a:ext cx="931665" cy="338554"/>
          </a:xfrm>
          <a:prstGeom prst="rect">
            <a:avLst/>
          </a:prstGeom>
        </p:spPr>
        <p:txBody>
          <a:bodyPr wrap="none">
            <a:spAutoFit/>
          </a:bodyPr>
          <a:lstStyle/>
          <a:p>
            <a:pPr>
              <a:spcAft>
                <a:spcPts val="900"/>
              </a:spcAft>
              <a:defRPr/>
            </a:pPr>
            <a:r>
              <a:rPr kumimoji="1" lang="en-US" altLang="ja-JP" sz="1600" b="1" kern="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TEAMS</a:t>
            </a:r>
          </a:p>
        </p:txBody>
      </p:sp>
      <p:sp>
        <p:nvSpPr>
          <p:cNvPr id="95" name="正方形/長方形 94"/>
          <p:cNvSpPr/>
          <p:nvPr/>
        </p:nvSpPr>
        <p:spPr>
          <a:xfrm>
            <a:off x="83332" y="6223873"/>
            <a:ext cx="5832046" cy="246221"/>
          </a:xfrm>
          <a:prstGeom prst="rect">
            <a:avLst/>
          </a:prstGeom>
        </p:spPr>
        <p:txBody>
          <a:bodyPr wrap="none">
            <a:spAutoFit/>
          </a:bodyPr>
          <a:lstStyle/>
          <a:p>
            <a:r>
              <a:rPr lang="ja-JP" altLang="en-US" sz="1000">
                <a:solidFill>
                  <a:schemeClr val="accent3">
                    <a:lumMod val="75000"/>
                  </a:schemeClr>
                </a:solidFill>
                <a:latin typeface="メイリオ" panose="020B0604030504040204" pitchFamily="50" charset="-128"/>
                <a:ea typeface="メイリオ" panose="020B0604030504040204" pitchFamily="50" charset="-128"/>
              </a:rPr>
              <a:t>https://idemitsu.ent.box.com/file/826104207911?s=fjc99rp6kupi4chbf91fhnzd7bpg13mb</a:t>
            </a:r>
          </a:p>
        </p:txBody>
      </p:sp>
      <p:sp>
        <p:nvSpPr>
          <p:cNvPr id="96" name="正方形/長方形 95"/>
          <p:cNvSpPr/>
          <p:nvPr/>
        </p:nvSpPr>
        <p:spPr>
          <a:xfrm>
            <a:off x="6805918" y="1979031"/>
            <a:ext cx="723275" cy="523220"/>
          </a:xfrm>
          <a:prstGeom prst="rect">
            <a:avLst/>
          </a:prstGeom>
        </p:spPr>
        <p:txBody>
          <a:bodyPr wrap="none">
            <a:spAutoFit/>
          </a:bodyPr>
          <a:lstStyle/>
          <a:p>
            <a:pPr algn="ctr">
              <a:spcAft>
                <a:spcPts val="900"/>
              </a:spcAft>
              <a:defRPr/>
            </a:pPr>
            <a:r>
              <a:rPr kumimoji="1" lang="ja-JP" altLang="en-US" sz="1400" b="1" kern="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金曜日</a:t>
            </a:r>
            <a:br>
              <a:rPr kumimoji="1" lang="en-US" altLang="ja-JP" sz="1400" b="1" kern="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br>
            <a:r>
              <a:rPr kumimoji="1" lang="ja-JP" altLang="en-US" sz="1400" b="1" kern="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火曜日</a:t>
            </a:r>
            <a:endParaRPr kumimoji="1" lang="en-US" altLang="ja-JP" sz="1400" b="1" kern="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7" name="正方形/長方形 96"/>
          <p:cNvSpPr/>
          <p:nvPr/>
        </p:nvSpPr>
        <p:spPr>
          <a:xfrm>
            <a:off x="7858553" y="3194364"/>
            <a:ext cx="1265090" cy="523220"/>
          </a:xfrm>
          <a:prstGeom prst="rect">
            <a:avLst/>
          </a:prstGeom>
        </p:spPr>
        <p:txBody>
          <a:bodyPr wrap="none">
            <a:spAutoFit/>
          </a:bodyPr>
          <a:lstStyle/>
          <a:p>
            <a:pPr>
              <a:spcAft>
                <a:spcPts val="900"/>
              </a:spcAft>
              <a:defRPr/>
            </a:pPr>
            <a:r>
              <a:rPr kumimoji="1" lang="ja-JP" altLang="en-US" sz="1400" b="1" kern="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月～金</a:t>
            </a:r>
            <a:br>
              <a:rPr kumimoji="1" lang="en-US" altLang="ja-JP" sz="1400" b="1" kern="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br>
            <a:r>
              <a:rPr kumimoji="1" lang="en-US" altLang="ja-JP" sz="1400" b="1" kern="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9</a:t>
            </a:r>
            <a:r>
              <a:rPr kumimoji="1" lang="ja-JP" altLang="en-US" sz="1400" b="1" kern="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時～</a:t>
            </a:r>
            <a:r>
              <a:rPr kumimoji="1" lang="en-US" altLang="ja-JP" sz="1400" b="1" kern="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(15</a:t>
            </a:r>
            <a:r>
              <a:rPr kumimoji="1" lang="ja-JP" altLang="en-US" sz="1400" b="1" kern="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分</a:t>
            </a:r>
            <a:r>
              <a:rPr kumimoji="1" lang="en-US" altLang="ja-JP" sz="1400" b="1" kern="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t>
            </a:r>
          </a:p>
        </p:txBody>
      </p:sp>
      <p:sp>
        <p:nvSpPr>
          <p:cNvPr id="98" name="正方形/長方形 97"/>
          <p:cNvSpPr/>
          <p:nvPr/>
        </p:nvSpPr>
        <p:spPr>
          <a:xfrm>
            <a:off x="4177626" y="2534080"/>
            <a:ext cx="723275" cy="523220"/>
          </a:xfrm>
          <a:prstGeom prst="rect">
            <a:avLst/>
          </a:prstGeom>
        </p:spPr>
        <p:txBody>
          <a:bodyPr wrap="none">
            <a:spAutoFit/>
          </a:bodyPr>
          <a:lstStyle/>
          <a:p>
            <a:pPr algn="ctr">
              <a:spcAft>
                <a:spcPts val="900"/>
              </a:spcAft>
              <a:defRPr/>
            </a:pPr>
            <a:r>
              <a:rPr kumimoji="1" lang="ja-JP" altLang="en-US" sz="1400" b="1" kern="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火曜日</a:t>
            </a:r>
            <a:br>
              <a:rPr kumimoji="1" lang="en-US" altLang="ja-JP" sz="1400" b="1" kern="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br>
            <a:r>
              <a:rPr kumimoji="1" lang="en-US" altLang="ja-JP" sz="1400" b="1" kern="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t>
            </a:r>
            <a:r>
              <a:rPr kumimoji="1" lang="ja-JP" altLang="en-US" sz="1400" b="1" kern="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隔週</a:t>
            </a:r>
            <a:r>
              <a:rPr kumimoji="1" lang="en-US" altLang="ja-JP" sz="1400" b="1" kern="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t>
            </a:r>
          </a:p>
        </p:txBody>
      </p:sp>
      <p:sp>
        <p:nvSpPr>
          <p:cNvPr id="99" name="正方形/長方形 98"/>
          <p:cNvSpPr/>
          <p:nvPr/>
        </p:nvSpPr>
        <p:spPr>
          <a:xfrm>
            <a:off x="3735034" y="3766625"/>
            <a:ext cx="723275" cy="523220"/>
          </a:xfrm>
          <a:prstGeom prst="rect">
            <a:avLst/>
          </a:prstGeom>
        </p:spPr>
        <p:txBody>
          <a:bodyPr wrap="none">
            <a:spAutoFit/>
          </a:bodyPr>
          <a:lstStyle/>
          <a:p>
            <a:pPr algn="ctr">
              <a:spcAft>
                <a:spcPts val="900"/>
              </a:spcAft>
              <a:defRPr/>
            </a:pPr>
            <a:r>
              <a:rPr kumimoji="1" lang="ja-JP" altLang="en-US" sz="1400" b="1" kern="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火曜日</a:t>
            </a:r>
            <a:br>
              <a:rPr kumimoji="1" lang="en-US" altLang="ja-JP" sz="1400" b="1" kern="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br>
            <a:r>
              <a:rPr kumimoji="1" lang="en-US" altLang="ja-JP" sz="1400" b="1" kern="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t>
            </a:r>
            <a:r>
              <a:rPr kumimoji="1" lang="ja-JP" altLang="en-US" sz="1400" b="1" kern="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隔週</a:t>
            </a:r>
            <a:r>
              <a:rPr kumimoji="1" lang="en-US" altLang="ja-JP" sz="1400" b="1" kern="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t>
            </a:r>
          </a:p>
        </p:txBody>
      </p:sp>
      <p:sp>
        <p:nvSpPr>
          <p:cNvPr id="100" name="正方形/長方形 99"/>
          <p:cNvSpPr/>
          <p:nvPr/>
        </p:nvSpPr>
        <p:spPr>
          <a:xfrm>
            <a:off x="4969714" y="5627897"/>
            <a:ext cx="723275" cy="523220"/>
          </a:xfrm>
          <a:prstGeom prst="rect">
            <a:avLst/>
          </a:prstGeom>
        </p:spPr>
        <p:txBody>
          <a:bodyPr wrap="none">
            <a:spAutoFit/>
          </a:bodyPr>
          <a:lstStyle/>
          <a:p>
            <a:pPr algn="ctr">
              <a:spcAft>
                <a:spcPts val="900"/>
              </a:spcAft>
              <a:defRPr/>
            </a:pPr>
            <a:r>
              <a:rPr kumimoji="1" lang="ja-JP" altLang="en-US" sz="1400" b="1" kern="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火曜日</a:t>
            </a:r>
            <a:br>
              <a:rPr kumimoji="1" lang="en-US" altLang="ja-JP" sz="1400" b="1" kern="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br>
            <a:r>
              <a:rPr kumimoji="1" lang="en-US" altLang="ja-JP" sz="1400" b="1" kern="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t>
            </a:r>
            <a:r>
              <a:rPr kumimoji="1" lang="ja-JP" altLang="en-US" sz="1400" b="1" kern="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隔週</a:t>
            </a:r>
            <a:r>
              <a:rPr kumimoji="1" lang="en-US" altLang="ja-JP" sz="1400" b="1" kern="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t>
            </a:r>
          </a:p>
        </p:txBody>
      </p:sp>
      <p:sp>
        <p:nvSpPr>
          <p:cNvPr id="6" name="正方形/長方形 5"/>
          <p:cNvSpPr/>
          <p:nvPr/>
        </p:nvSpPr>
        <p:spPr>
          <a:xfrm>
            <a:off x="5985361" y="3482064"/>
            <a:ext cx="939681" cy="430887"/>
          </a:xfrm>
          <a:prstGeom prst="rect">
            <a:avLst/>
          </a:prstGeom>
          <a:solidFill>
            <a:schemeClr val="bg1"/>
          </a:solidFill>
        </p:spPr>
        <p:txBody>
          <a:bodyPr wrap="none">
            <a:spAutoFit/>
          </a:bodyPr>
          <a:lstStyle/>
          <a:p>
            <a:r>
              <a:rPr lang="en-US" altLang="ja-JP" sz="2200" b="1">
                <a:solidFill>
                  <a:srgbClr val="FF0000"/>
                </a:solidFill>
                <a:latin typeface="メイリオ" panose="020B0604030504040204" pitchFamily="50" charset="-128"/>
                <a:ea typeface="メイリオ" panose="020B0604030504040204" pitchFamily="50" charset="-128"/>
              </a:rPr>
              <a:t>2</a:t>
            </a:r>
            <a:r>
              <a:rPr lang="ja-JP" altLang="en-US" sz="2200" b="1">
                <a:solidFill>
                  <a:srgbClr val="FF0000"/>
                </a:solidFill>
                <a:latin typeface="メイリオ" panose="020B0604030504040204" pitchFamily="50" charset="-128"/>
                <a:ea typeface="メイリオ" panose="020B0604030504040204" pitchFamily="50" charset="-128"/>
              </a:rPr>
              <a:t>週間</a:t>
            </a:r>
          </a:p>
        </p:txBody>
      </p:sp>
      <p:sp>
        <p:nvSpPr>
          <p:cNvPr id="20" name="Rectangle 128"/>
          <p:cNvSpPr/>
          <p:nvPr/>
        </p:nvSpPr>
        <p:spPr>
          <a:xfrm>
            <a:off x="10206862" y="2688062"/>
            <a:ext cx="2062112" cy="1345851"/>
          </a:xfrm>
          <a:prstGeom prst="rect">
            <a:avLst/>
          </a:prstGeom>
          <a:noFill/>
          <a:ln w="12700" cap="flat" cmpd="sng" algn="ctr">
            <a:noFill/>
            <a:prstDash val="dash"/>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88900" indent="-88900">
              <a:spcAft>
                <a:spcPts val="900"/>
              </a:spcAft>
              <a:buFont typeface="Arial" panose="020B0604020202020204" pitchFamily="34" charset="0"/>
              <a:buChar char="•"/>
              <a:defRPr/>
            </a:pPr>
            <a:r>
              <a:rPr kumimoji="1" lang="ja-JP" altLang="en-US" sz="1000" kern="0">
                <a:latin typeface="メイリオ" panose="020B0604030504040204" pitchFamily="50" charset="-128"/>
                <a:ea typeface="メイリオ" panose="020B0604030504040204" pitchFamily="50" charset="-128"/>
                <a:cs typeface="メイリオ" panose="020B0604030504040204" pitchFamily="50" charset="-128"/>
              </a:rPr>
              <a:t>マーケットへの早期投入</a:t>
            </a:r>
            <a:endParaRPr kumimoji="1" lang="en-US" altLang="ja-JP" sz="1000" kern="0">
              <a:latin typeface="メイリオ" panose="020B0604030504040204" pitchFamily="50" charset="-128"/>
              <a:ea typeface="メイリオ" panose="020B0604030504040204" pitchFamily="50" charset="-128"/>
              <a:cs typeface="メイリオ" panose="020B0604030504040204" pitchFamily="50" charset="-128"/>
            </a:endParaRPr>
          </a:p>
          <a:p>
            <a:pPr marL="88900" indent="-88900">
              <a:spcAft>
                <a:spcPts val="900"/>
              </a:spcAft>
              <a:buFont typeface="Arial" panose="020B0604020202020204" pitchFamily="34" charset="0"/>
              <a:buChar char="•"/>
              <a:defRPr/>
            </a:pPr>
            <a:r>
              <a:rPr kumimoji="1" lang="ja-JP" altLang="en-US" sz="1000" kern="0">
                <a:latin typeface="メイリオ" panose="020B0604030504040204" pitchFamily="50" charset="-128"/>
                <a:ea typeface="メイリオ" panose="020B0604030504040204" pitchFamily="50" charset="-128"/>
                <a:cs typeface="メイリオ" panose="020B0604030504040204" pitchFamily="50" charset="-128"/>
              </a:rPr>
              <a:t>ビジネス変化に応じた柔軟な対応</a:t>
            </a:r>
            <a:endParaRPr kumimoji="1" lang="en-US" altLang="ja-JP" sz="1000" kern="0">
              <a:latin typeface="メイリオ" panose="020B0604030504040204" pitchFamily="50" charset="-128"/>
              <a:ea typeface="メイリオ" panose="020B0604030504040204" pitchFamily="50" charset="-128"/>
              <a:cs typeface="メイリオ" panose="020B0604030504040204" pitchFamily="50" charset="-128"/>
            </a:endParaRPr>
          </a:p>
          <a:p>
            <a:pPr marL="88900" indent="-88900">
              <a:spcAft>
                <a:spcPts val="900"/>
              </a:spcAft>
              <a:buFont typeface="Arial" panose="020B0604020202020204" pitchFamily="34" charset="0"/>
              <a:buChar char="•"/>
              <a:defRPr/>
            </a:pPr>
            <a:r>
              <a:rPr kumimoji="1" lang="ja-JP" altLang="en-US" sz="1000" b="1" kern="0">
                <a:solidFill>
                  <a:srgbClr val="D9052D"/>
                </a:solidFill>
                <a:latin typeface="メイリオ" panose="020B0604030504040204" pitchFamily="50" charset="-128"/>
                <a:ea typeface="メイリオ" panose="020B0604030504040204" pitchFamily="50" charset="-128"/>
                <a:cs typeface="メイリオ" panose="020B0604030504040204" pitchFamily="50" charset="-128"/>
              </a:rPr>
              <a:t>利用者のフィードバックを常に把握</a:t>
            </a:r>
            <a:endParaRPr kumimoji="1" lang="en-US" altLang="ja-JP" sz="1000" b="1" kern="0">
              <a:solidFill>
                <a:srgbClr val="D9052D"/>
              </a:solidFill>
              <a:latin typeface="メイリオ" panose="020B0604030504040204" pitchFamily="50" charset="-128"/>
              <a:ea typeface="メイリオ" panose="020B0604030504040204" pitchFamily="50" charset="-128"/>
              <a:cs typeface="メイリオ" panose="020B0604030504040204" pitchFamily="50" charset="-128"/>
            </a:endParaRPr>
          </a:p>
          <a:p>
            <a:pPr marL="88900" indent="-88900">
              <a:spcAft>
                <a:spcPts val="900"/>
              </a:spcAft>
              <a:buFont typeface="Arial" panose="020B0604020202020204" pitchFamily="34" charset="0"/>
              <a:buChar char="•"/>
              <a:defRPr/>
            </a:pPr>
            <a:r>
              <a:rPr kumimoji="1" lang="ja-JP" altLang="en-US" sz="1000" b="1" kern="0">
                <a:solidFill>
                  <a:srgbClr val="D9052D"/>
                </a:solidFill>
                <a:latin typeface="メイリオ" panose="020B0604030504040204" pitchFamily="50" charset="-128"/>
                <a:ea typeface="メイリオ" panose="020B0604030504040204" pitchFamily="50" charset="-128"/>
                <a:cs typeface="メイリオ" panose="020B0604030504040204" pitchFamily="50" charset="-128"/>
              </a:rPr>
              <a:t>完成後も改善し続け頻繁に更新</a:t>
            </a:r>
            <a:endParaRPr kumimoji="1" lang="en-US" altLang="ja-JP" sz="1000" b="1" kern="0">
              <a:solidFill>
                <a:srgbClr val="D9052D"/>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627512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512816" y="360000"/>
            <a:ext cx="9154556" cy="360000"/>
          </a:xfrm>
        </p:spPr>
        <p:txBody>
          <a:bodyPr/>
          <a:lstStyle/>
          <a:p>
            <a:r>
              <a:rPr lang="en-US" altLang="ja-JP">
                <a:solidFill>
                  <a:schemeClr val="tx1">
                    <a:lumMod val="85000"/>
                    <a:lumOff val="15000"/>
                  </a:schemeClr>
                </a:solidFill>
              </a:rPr>
              <a:t>【</a:t>
            </a:r>
            <a:r>
              <a:rPr lang="ja-JP" altLang="en-US">
                <a:solidFill>
                  <a:schemeClr val="tx1">
                    <a:lumMod val="85000"/>
                    <a:lumOff val="15000"/>
                  </a:schemeClr>
                </a:solidFill>
              </a:rPr>
              <a:t>参考</a:t>
            </a:r>
            <a:r>
              <a:rPr lang="en-US" altLang="ja-JP">
                <a:solidFill>
                  <a:schemeClr val="tx1">
                    <a:lumMod val="85000"/>
                    <a:lumOff val="15000"/>
                  </a:schemeClr>
                </a:solidFill>
              </a:rPr>
              <a:t>】SDM</a:t>
            </a:r>
            <a:r>
              <a:rPr lang="ja-JP" altLang="en-US">
                <a:solidFill>
                  <a:schemeClr val="tx1">
                    <a:lumMod val="85000"/>
                    <a:lumOff val="15000"/>
                  </a:schemeClr>
                </a:solidFill>
              </a:rPr>
              <a:t>くん実績②</a:t>
            </a:r>
            <a:r>
              <a:rPr lang="en-US" altLang="ja-JP">
                <a:solidFill>
                  <a:schemeClr val="tx1">
                    <a:lumMod val="85000"/>
                    <a:lumOff val="15000"/>
                  </a:schemeClr>
                </a:solidFill>
              </a:rPr>
              <a:t>(SDM</a:t>
            </a:r>
            <a:r>
              <a:rPr lang="ja-JP" altLang="en-US">
                <a:solidFill>
                  <a:schemeClr val="tx1">
                    <a:lumMod val="85000"/>
                    <a:lumOff val="15000"/>
                  </a:schemeClr>
                </a:solidFill>
              </a:rPr>
              <a:t>くん構成概要</a:t>
            </a:r>
            <a:r>
              <a:rPr lang="en-US" altLang="ja-JP">
                <a:solidFill>
                  <a:schemeClr val="tx1">
                    <a:lumMod val="85000"/>
                    <a:lumOff val="15000"/>
                  </a:schemeClr>
                </a:solidFill>
              </a:rPr>
              <a:t>)</a:t>
            </a:r>
            <a:endParaRPr kumimoji="1" lang="ja-JP" altLang="en-US">
              <a:solidFill>
                <a:schemeClr val="tx1">
                  <a:lumMod val="85000"/>
                  <a:lumOff val="15000"/>
                </a:schemeClr>
              </a:solidFill>
            </a:endParaRPr>
          </a:p>
        </p:txBody>
      </p:sp>
      <p:pic>
        <p:nvPicPr>
          <p:cNvPr id="36" name="図 35"/>
          <p:cNvPicPr>
            <a:picLocks noChangeAspect="1"/>
          </p:cNvPicPr>
          <p:nvPr/>
        </p:nvPicPr>
        <p:blipFill>
          <a:blip r:embed="rId3"/>
          <a:stretch>
            <a:fillRect/>
          </a:stretch>
        </p:blipFill>
        <p:spPr>
          <a:xfrm>
            <a:off x="6854333" y="4569222"/>
            <a:ext cx="4568460" cy="1779575"/>
          </a:xfrm>
          <a:prstGeom prst="rect">
            <a:avLst/>
          </a:prstGeom>
          <a:effectLst>
            <a:glow rad="139700">
              <a:schemeClr val="accent2">
                <a:satMod val="175000"/>
                <a:alpha val="40000"/>
              </a:schemeClr>
            </a:glow>
            <a:outerShdw blurRad="50800" dist="38100" dir="2700000" algn="tl" rotWithShape="0">
              <a:prstClr val="black">
                <a:alpha val="40000"/>
              </a:prstClr>
            </a:outerShdw>
          </a:effectLst>
        </p:spPr>
      </p:pic>
      <p:sp>
        <p:nvSpPr>
          <p:cNvPr id="7" name="正方形/長方形 6"/>
          <p:cNvSpPr/>
          <p:nvPr/>
        </p:nvSpPr>
        <p:spPr>
          <a:xfrm>
            <a:off x="604000" y="1503363"/>
            <a:ext cx="1404156" cy="373309"/>
          </a:xfrm>
          <a:prstGeom prst="rect">
            <a:avLst/>
          </a:prstGeom>
          <a:solidFill>
            <a:srgbClr val="0070C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latin typeface="メイリオ" panose="020B0604030504040204" pitchFamily="50" charset="-128"/>
                <a:ea typeface="メイリオ" panose="020B0604030504040204" pitchFamily="50" charset="-128"/>
              </a:rPr>
              <a:t>北海道製油所</a:t>
            </a:r>
          </a:p>
        </p:txBody>
      </p:sp>
      <p:sp>
        <p:nvSpPr>
          <p:cNvPr id="8" name="正方形/長方形 7"/>
          <p:cNvSpPr/>
          <p:nvPr/>
        </p:nvSpPr>
        <p:spPr>
          <a:xfrm>
            <a:off x="419901" y="959985"/>
            <a:ext cx="1796953" cy="2985501"/>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a:solidFill>
                <a:schemeClr val="bg2">
                  <a:lumMod val="50000"/>
                </a:schemeClr>
              </a:solidFill>
              <a:latin typeface="メイリオ" panose="020B0604030504040204" pitchFamily="50" charset="-128"/>
              <a:ea typeface="メイリオ" panose="020B0604030504040204" pitchFamily="50" charset="-128"/>
            </a:endParaRPr>
          </a:p>
        </p:txBody>
      </p:sp>
      <p:sp>
        <p:nvSpPr>
          <p:cNvPr id="10" name="正方形/長方形 9"/>
          <p:cNvSpPr/>
          <p:nvPr/>
        </p:nvSpPr>
        <p:spPr>
          <a:xfrm>
            <a:off x="604000" y="1978049"/>
            <a:ext cx="1404156" cy="373309"/>
          </a:xfrm>
          <a:prstGeom prst="rect">
            <a:avLst/>
          </a:prstGeom>
          <a:solidFill>
            <a:srgbClr val="0070C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latin typeface="メイリオ" panose="020B0604030504040204" pitchFamily="50" charset="-128"/>
                <a:ea typeface="メイリオ" panose="020B0604030504040204" pitchFamily="50" charset="-128"/>
              </a:rPr>
              <a:t>千葉事業所</a:t>
            </a:r>
          </a:p>
        </p:txBody>
      </p:sp>
      <p:sp>
        <p:nvSpPr>
          <p:cNvPr id="11" name="正方形/長方形 10"/>
          <p:cNvSpPr/>
          <p:nvPr/>
        </p:nvSpPr>
        <p:spPr>
          <a:xfrm>
            <a:off x="604000" y="2452736"/>
            <a:ext cx="1404156" cy="373309"/>
          </a:xfrm>
          <a:prstGeom prst="rect">
            <a:avLst/>
          </a:prstGeom>
          <a:solidFill>
            <a:srgbClr val="0070C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latin typeface="メイリオ" panose="020B0604030504040204" pitchFamily="50" charset="-128"/>
                <a:ea typeface="メイリオ" panose="020B0604030504040204" pitchFamily="50" charset="-128"/>
              </a:rPr>
              <a:t>愛知製油所</a:t>
            </a:r>
          </a:p>
        </p:txBody>
      </p:sp>
      <p:sp>
        <p:nvSpPr>
          <p:cNvPr id="12" name="正方形/長方形 11"/>
          <p:cNvSpPr/>
          <p:nvPr/>
        </p:nvSpPr>
        <p:spPr>
          <a:xfrm>
            <a:off x="604000" y="2927422"/>
            <a:ext cx="1404156" cy="373309"/>
          </a:xfrm>
          <a:prstGeom prst="rect">
            <a:avLst/>
          </a:prstGeom>
          <a:solidFill>
            <a:srgbClr val="0070C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latin typeface="メイリオ" panose="020B0604030504040204" pitchFamily="50" charset="-128"/>
                <a:ea typeface="メイリオ" panose="020B0604030504040204" pitchFamily="50" charset="-128"/>
              </a:rPr>
              <a:t>徳山事業所</a:t>
            </a:r>
          </a:p>
        </p:txBody>
      </p:sp>
      <p:sp>
        <p:nvSpPr>
          <p:cNvPr id="13" name="正方形/長方形 12"/>
          <p:cNvSpPr/>
          <p:nvPr/>
        </p:nvSpPr>
        <p:spPr>
          <a:xfrm>
            <a:off x="604000" y="3402109"/>
            <a:ext cx="1404156" cy="373309"/>
          </a:xfrm>
          <a:prstGeom prst="rect">
            <a:avLst/>
          </a:prstGeom>
          <a:solidFill>
            <a:srgbClr val="0070C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latin typeface="メイリオ" panose="020B0604030504040204" pitchFamily="50" charset="-128"/>
                <a:ea typeface="メイリオ" panose="020B0604030504040204" pitchFamily="50" charset="-128"/>
              </a:rPr>
              <a:t>昭和四日市石油</a:t>
            </a:r>
          </a:p>
        </p:txBody>
      </p:sp>
      <p:sp>
        <p:nvSpPr>
          <p:cNvPr id="14" name="正方形/長方形 13"/>
          <p:cNvSpPr/>
          <p:nvPr/>
        </p:nvSpPr>
        <p:spPr>
          <a:xfrm>
            <a:off x="419901" y="959985"/>
            <a:ext cx="1796953" cy="37330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a:latin typeface="メイリオ" panose="020B0604030504040204" pitchFamily="50" charset="-128"/>
                <a:ea typeface="メイリオ" panose="020B0604030504040204" pitchFamily="50" charset="-128"/>
              </a:rPr>
              <a:t>利用者</a:t>
            </a:r>
            <a:r>
              <a:rPr kumimoji="1" lang="en-US" altLang="ja-JP" sz="1400" b="1">
                <a:latin typeface="メイリオ" panose="020B0604030504040204" pitchFamily="50" charset="-128"/>
                <a:ea typeface="メイリオ" panose="020B0604030504040204" pitchFamily="50" charset="-128"/>
              </a:rPr>
              <a:t>(</a:t>
            </a:r>
            <a:r>
              <a:rPr kumimoji="1" lang="ja-JP" altLang="en-US" sz="1400" b="1">
                <a:latin typeface="メイリオ" panose="020B0604030504040204" pitchFamily="50" charset="-128"/>
                <a:ea typeface="メイリオ" panose="020B0604030504040204" pitchFamily="50" charset="-128"/>
              </a:rPr>
              <a:t>社内</a:t>
            </a:r>
            <a:r>
              <a:rPr kumimoji="1" lang="en-US" altLang="ja-JP" sz="1400" b="1">
                <a:latin typeface="メイリオ" panose="020B0604030504040204" pitchFamily="50" charset="-128"/>
                <a:ea typeface="メイリオ" panose="020B0604030504040204" pitchFamily="50" charset="-128"/>
              </a:rPr>
              <a:t>)</a:t>
            </a:r>
            <a:endParaRPr kumimoji="1" lang="ja-JP" altLang="en-US" sz="1400" b="1">
              <a:latin typeface="メイリオ" panose="020B0604030504040204" pitchFamily="50" charset="-128"/>
              <a:ea typeface="メイリオ" panose="020B0604030504040204" pitchFamily="50" charset="-128"/>
            </a:endParaRPr>
          </a:p>
        </p:txBody>
      </p:sp>
      <p:sp>
        <p:nvSpPr>
          <p:cNvPr id="15" name="正方形/長方形 14"/>
          <p:cNvSpPr/>
          <p:nvPr/>
        </p:nvSpPr>
        <p:spPr>
          <a:xfrm>
            <a:off x="604000" y="5415469"/>
            <a:ext cx="1404156" cy="373309"/>
          </a:xfrm>
          <a:prstGeom prst="rect">
            <a:avLst/>
          </a:prstGeom>
          <a:solidFill>
            <a:srgbClr val="0070C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latin typeface="メイリオ" panose="020B0604030504040204" pitchFamily="50" charset="-128"/>
                <a:ea typeface="メイリオ" panose="020B0604030504040204" pitchFamily="50" charset="-128"/>
              </a:rPr>
              <a:t>施工会社</a:t>
            </a:r>
          </a:p>
        </p:txBody>
      </p:sp>
      <p:sp>
        <p:nvSpPr>
          <p:cNvPr id="16" name="正方形/長方形 15"/>
          <p:cNvSpPr/>
          <p:nvPr/>
        </p:nvSpPr>
        <p:spPr>
          <a:xfrm>
            <a:off x="3434971" y="962802"/>
            <a:ext cx="2988332" cy="373309"/>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a:latin typeface="メイリオ" panose="020B0604030504040204" pitchFamily="50" charset="-128"/>
                <a:ea typeface="メイリオ" panose="020B0604030504040204" pitchFamily="50" charset="-128"/>
              </a:rPr>
              <a:t>SDM</a:t>
            </a:r>
            <a:r>
              <a:rPr kumimoji="1" lang="ja-JP" altLang="en-US" sz="1400" b="1" err="1">
                <a:latin typeface="メイリオ" panose="020B0604030504040204" pitchFamily="50" charset="-128"/>
                <a:ea typeface="メイリオ" panose="020B0604030504040204" pitchFamily="50" charset="-128"/>
              </a:rPr>
              <a:t>くん</a:t>
            </a:r>
            <a:r>
              <a:rPr kumimoji="1" lang="en-US" altLang="ja-JP" sz="1400" b="1">
                <a:latin typeface="メイリオ" panose="020B0604030504040204" pitchFamily="50" charset="-128"/>
                <a:ea typeface="メイリオ" panose="020B0604030504040204" pitchFamily="50" charset="-128"/>
              </a:rPr>
              <a:t>(</a:t>
            </a:r>
            <a:r>
              <a:rPr kumimoji="1" lang="ja-JP" altLang="en-US" sz="1400" b="1">
                <a:latin typeface="メイリオ" panose="020B0604030504040204" pitchFamily="50" charset="-128"/>
                <a:ea typeface="メイリオ" panose="020B0604030504040204" pitchFamily="50" charset="-128"/>
              </a:rPr>
              <a:t>社内</a:t>
            </a:r>
            <a:r>
              <a:rPr kumimoji="1" lang="en-US" altLang="ja-JP" sz="1400" b="1">
                <a:latin typeface="メイリオ" panose="020B0604030504040204" pitchFamily="50" charset="-128"/>
                <a:ea typeface="メイリオ" panose="020B0604030504040204" pitchFamily="50" charset="-128"/>
              </a:rPr>
              <a:t>)</a:t>
            </a:r>
            <a:endParaRPr kumimoji="1" lang="ja-JP" altLang="en-US" sz="1400" b="1">
              <a:latin typeface="メイリオ" panose="020B0604030504040204" pitchFamily="50" charset="-128"/>
              <a:ea typeface="メイリオ" panose="020B0604030504040204" pitchFamily="50" charset="-128"/>
            </a:endParaRPr>
          </a:p>
        </p:txBody>
      </p:sp>
      <p:sp>
        <p:nvSpPr>
          <p:cNvPr id="17" name="正方形/長方形 16"/>
          <p:cNvSpPr/>
          <p:nvPr/>
        </p:nvSpPr>
        <p:spPr>
          <a:xfrm>
            <a:off x="3434971" y="959985"/>
            <a:ext cx="2988332" cy="298550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a:solidFill>
                <a:schemeClr val="bg2">
                  <a:lumMod val="50000"/>
                </a:schemeClr>
              </a:solidFill>
              <a:latin typeface="メイリオ" panose="020B0604030504040204" pitchFamily="50" charset="-128"/>
              <a:ea typeface="メイリオ" panose="020B0604030504040204" pitchFamily="50" charset="-128"/>
            </a:endParaRPr>
          </a:p>
        </p:txBody>
      </p:sp>
      <p:sp>
        <p:nvSpPr>
          <p:cNvPr id="5" name="フローチャート: 代替処理 4"/>
          <p:cNvSpPr/>
          <p:nvPr/>
        </p:nvSpPr>
        <p:spPr>
          <a:xfrm>
            <a:off x="3582666" y="1511442"/>
            <a:ext cx="1193739" cy="368046"/>
          </a:xfrm>
          <a:prstGeom prst="flowChartAlternateProcess">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2">
                    <a:lumMod val="50000"/>
                  </a:schemeClr>
                </a:solidFill>
                <a:latin typeface="メイリオ" panose="020B0604030504040204" pitchFamily="50" charset="-128"/>
                <a:ea typeface="メイリオ" panose="020B0604030504040204" pitchFamily="50" charset="-128"/>
              </a:rPr>
              <a:t>検査報告書</a:t>
            </a:r>
          </a:p>
        </p:txBody>
      </p:sp>
      <p:sp>
        <p:nvSpPr>
          <p:cNvPr id="19" name="フローチャート: 代替処理 18"/>
          <p:cNvSpPr/>
          <p:nvPr/>
        </p:nvSpPr>
        <p:spPr>
          <a:xfrm>
            <a:off x="3575625" y="2426993"/>
            <a:ext cx="1193739" cy="368046"/>
          </a:xfrm>
          <a:prstGeom prst="flowChartAlternateProcess">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2">
                    <a:lumMod val="50000"/>
                  </a:schemeClr>
                </a:solidFill>
                <a:latin typeface="メイリオ" panose="020B0604030504040204" pitchFamily="50" charset="-128"/>
                <a:ea typeface="メイリオ" panose="020B0604030504040204" pitchFamily="50" charset="-128"/>
              </a:rPr>
              <a:t>リスク評価書</a:t>
            </a:r>
          </a:p>
        </p:txBody>
      </p:sp>
      <p:sp>
        <p:nvSpPr>
          <p:cNvPr id="20" name="フローチャート: 代替処理 19"/>
          <p:cNvSpPr/>
          <p:nvPr/>
        </p:nvSpPr>
        <p:spPr>
          <a:xfrm>
            <a:off x="3576281" y="2882331"/>
            <a:ext cx="1193739" cy="368046"/>
          </a:xfrm>
          <a:prstGeom prst="flowChartAlternateProcess">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2">
                    <a:lumMod val="50000"/>
                  </a:schemeClr>
                </a:solidFill>
                <a:latin typeface="メイリオ" panose="020B0604030504040204" pitchFamily="50" charset="-128"/>
                <a:ea typeface="メイリオ" panose="020B0604030504040204" pitchFamily="50" charset="-128"/>
              </a:rPr>
              <a:t>工事管理表</a:t>
            </a:r>
            <a:endParaRPr kumimoji="1" lang="en-US" altLang="ja-JP" sz="1000" b="1">
              <a:solidFill>
                <a:schemeClr val="bg2">
                  <a:lumMod val="50000"/>
                </a:schemeClr>
              </a:solidFill>
              <a:latin typeface="メイリオ" panose="020B0604030504040204" pitchFamily="50" charset="-128"/>
              <a:ea typeface="メイリオ" panose="020B0604030504040204" pitchFamily="50" charset="-128"/>
            </a:endParaRPr>
          </a:p>
          <a:p>
            <a:pPr algn="ctr"/>
            <a:r>
              <a:rPr kumimoji="1" lang="ja-JP" altLang="en-US" sz="1000" b="1">
                <a:solidFill>
                  <a:schemeClr val="bg2">
                    <a:lumMod val="50000"/>
                  </a:schemeClr>
                </a:solidFill>
                <a:latin typeface="メイリオ" panose="020B0604030504040204" pitchFamily="50" charset="-128"/>
                <a:ea typeface="メイリオ" panose="020B0604030504040204" pitchFamily="50" charset="-128"/>
              </a:rPr>
              <a:t>引合い方針</a:t>
            </a:r>
          </a:p>
        </p:txBody>
      </p:sp>
      <p:sp>
        <p:nvSpPr>
          <p:cNvPr id="22" name="フローチャート: 代替処理 21"/>
          <p:cNvSpPr/>
          <p:nvPr/>
        </p:nvSpPr>
        <p:spPr>
          <a:xfrm>
            <a:off x="3575625" y="3342272"/>
            <a:ext cx="1193739" cy="368046"/>
          </a:xfrm>
          <a:prstGeom prst="flowChartAlternateProcess">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b="1">
                <a:solidFill>
                  <a:schemeClr val="bg2">
                    <a:lumMod val="50000"/>
                  </a:schemeClr>
                </a:solidFill>
                <a:latin typeface="メイリオ" panose="020B0604030504040204" pitchFamily="50" charset="-128"/>
                <a:ea typeface="メイリオ" panose="020B0604030504040204" pitchFamily="50" charset="-128"/>
              </a:rPr>
              <a:t>SDM</a:t>
            </a:r>
            <a:r>
              <a:rPr kumimoji="1" lang="ja-JP" altLang="en-US" sz="1000" b="1">
                <a:solidFill>
                  <a:schemeClr val="bg2">
                    <a:lumMod val="50000"/>
                  </a:schemeClr>
                </a:solidFill>
                <a:latin typeface="メイリオ" panose="020B0604030504040204" pitchFamily="50" charset="-128"/>
                <a:ea typeface="メイリオ" panose="020B0604030504040204" pitchFamily="50" charset="-128"/>
              </a:rPr>
              <a:t>原本</a:t>
            </a:r>
          </a:p>
        </p:txBody>
      </p:sp>
      <p:sp>
        <p:nvSpPr>
          <p:cNvPr id="23" name="フローチャート: 代替処理 22"/>
          <p:cNvSpPr/>
          <p:nvPr/>
        </p:nvSpPr>
        <p:spPr>
          <a:xfrm>
            <a:off x="5013346" y="1521495"/>
            <a:ext cx="1193739" cy="368046"/>
          </a:xfrm>
          <a:prstGeom prst="flowChartAlternateProcess">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2">
                    <a:lumMod val="50000"/>
                  </a:schemeClr>
                </a:solidFill>
                <a:latin typeface="メイリオ" panose="020B0604030504040204" pitchFamily="50" charset="-128"/>
                <a:ea typeface="メイリオ" panose="020B0604030504040204" pitchFamily="50" charset="-128"/>
              </a:rPr>
              <a:t>検査</a:t>
            </a:r>
            <a:r>
              <a:rPr kumimoji="1" lang="en-US" altLang="ja-JP" sz="1000" b="1">
                <a:solidFill>
                  <a:schemeClr val="bg2">
                    <a:lumMod val="50000"/>
                  </a:schemeClr>
                </a:solidFill>
                <a:latin typeface="メイリオ" panose="020B0604030504040204" pitchFamily="50" charset="-128"/>
                <a:ea typeface="メイリオ" panose="020B0604030504040204" pitchFamily="50" charset="-128"/>
              </a:rPr>
              <a:t>/</a:t>
            </a:r>
            <a:r>
              <a:rPr kumimoji="1" lang="ja-JP" altLang="en-US" sz="1000" b="1">
                <a:solidFill>
                  <a:schemeClr val="bg2">
                    <a:lumMod val="50000"/>
                  </a:schemeClr>
                </a:solidFill>
                <a:latin typeface="メイリオ" panose="020B0604030504040204" pitchFamily="50" charset="-128"/>
                <a:ea typeface="メイリオ" panose="020B0604030504040204" pitchFamily="50" charset="-128"/>
              </a:rPr>
              <a:t>工事管理進捗</a:t>
            </a:r>
          </a:p>
        </p:txBody>
      </p:sp>
      <p:sp>
        <p:nvSpPr>
          <p:cNvPr id="24" name="フローチャート: 代替処理 23"/>
          <p:cNvSpPr/>
          <p:nvPr/>
        </p:nvSpPr>
        <p:spPr>
          <a:xfrm>
            <a:off x="5013346" y="1991660"/>
            <a:ext cx="1193739" cy="368046"/>
          </a:xfrm>
          <a:prstGeom prst="flowChartAlternateProcess">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2">
                    <a:lumMod val="50000"/>
                  </a:schemeClr>
                </a:solidFill>
                <a:latin typeface="メイリオ" panose="020B0604030504040204" pitchFamily="50" charset="-128"/>
                <a:ea typeface="メイリオ" panose="020B0604030504040204" pitchFamily="50" charset="-128"/>
              </a:rPr>
              <a:t>通知完了</a:t>
            </a:r>
            <a:endParaRPr kumimoji="1" lang="en-US" altLang="ja-JP" sz="1000" b="1">
              <a:solidFill>
                <a:schemeClr val="bg2">
                  <a:lumMod val="50000"/>
                </a:schemeClr>
              </a:solidFill>
              <a:latin typeface="メイリオ" panose="020B0604030504040204" pitchFamily="50" charset="-128"/>
              <a:ea typeface="メイリオ" panose="020B0604030504040204" pitchFamily="50" charset="-128"/>
            </a:endParaRPr>
          </a:p>
          <a:p>
            <a:pPr algn="ctr"/>
            <a:r>
              <a:rPr kumimoji="1" lang="ja-JP" altLang="en-US" sz="1000" b="1">
                <a:solidFill>
                  <a:schemeClr val="bg2">
                    <a:lumMod val="50000"/>
                  </a:schemeClr>
                </a:solidFill>
                <a:latin typeface="メイリオ" panose="020B0604030504040204" pitchFamily="50" charset="-128"/>
                <a:ea typeface="メイリオ" panose="020B0604030504040204" pitchFamily="50" charset="-128"/>
              </a:rPr>
              <a:t>検査管理表登録</a:t>
            </a:r>
          </a:p>
        </p:txBody>
      </p:sp>
      <p:sp>
        <p:nvSpPr>
          <p:cNvPr id="25" name="フローチャート: 代替処理 24"/>
          <p:cNvSpPr/>
          <p:nvPr/>
        </p:nvSpPr>
        <p:spPr>
          <a:xfrm>
            <a:off x="4999976" y="2440552"/>
            <a:ext cx="1193739" cy="368046"/>
          </a:xfrm>
          <a:prstGeom prst="flowChartAlternateProcess">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2">
                    <a:lumMod val="50000"/>
                  </a:schemeClr>
                </a:solidFill>
                <a:latin typeface="メイリオ" panose="020B0604030504040204" pitchFamily="50" charset="-128"/>
                <a:ea typeface="メイリオ" panose="020B0604030504040204" pitchFamily="50" charset="-128"/>
              </a:rPr>
              <a:t>パフォーマンス評価</a:t>
            </a:r>
          </a:p>
        </p:txBody>
      </p:sp>
      <p:sp>
        <p:nvSpPr>
          <p:cNvPr id="26" name="フローチャート: 代替処理 25"/>
          <p:cNvSpPr/>
          <p:nvPr/>
        </p:nvSpPr>
        <p:spPr>
          <a:xfrm>
            <a:off x="5013346" y="2889444"/>
            <a:ext cx="1193739" cy="368046"/>
          </a:xfrm>
          <a:prstGeom prst="flowChartAlternateProcess">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2">
                    <a:lumMod val="50000"/>
                  </a:schemeClr>
                </a:solidFill>
                <a:latin typeface="メイリオ" panose="020B0604030504040204" pitchFamily="50" charset="-128"/>
                <a:ea typeface="メイリオ" panose="020B0604030504040204" pitchFamily="50" charset="-128"/>
              </a:rPr>
              <a:t>系別評価</a:t>
            </a:r>
          </a:p>
        </p:txBody>
      </p:sp>
      <p:sp>
        <p:nvSpPr>
          <p:cNvPr id="27" name="フローチャート: 代替処理 26"/>
          <p:cNvSpPr/>
          <p:nvPr/>
        </p:nvSpPr>
        <p:spPr>
          <a:xfrm>
            <a:off x="3582666" y="1968577"/>
            <a:ext cx="1193739" cy="368046"/>
          </a:xfrm>
          <a:prstGeom prst="flowChartAlternateProcess">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2">
                    <a:lumMod val="50000"/>
                  </a:schemeClr>
                </a:solidFill>
                <a:latin typeface="メイリオ" panose="020B0604030504040204" pitchFamily="50" charset="-128"/>
                <a:ea typeface="メイリオ" panose="020B0604030504040204" pitchFamily="50" charset="-128"/>
              </a:rPr>
              <a:t>通知・指図登録</a:t>
            </a:r>
          </a:p>
        </p:txBody>
      </p:sp>
      <p:pic>
        <p:nvPicPr>
          <p:cNvPr id="4" name="図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30870" y="1438328"/>
            <a:ext cx="1171153" cy="574799"/>
          </a:xfrm>
          <a:prstGeom prst="rect">
            <a:avLst/>
          </a:prstGeom>
          <a:ln w="57150">
            <a:solidFill>
              <a:schemeClr val="accent1"/>
            </a:solidFill>
          </a:ln>
          <a:effectLst>
            <a:outerShdw blurRad="50800" dist="38100" dir="2700000" algn="tl" rotWithShape="0">
              <a:prstClr val="black">
                <a:alpha val="40000"/>
              </a:prstClr>
            </a:outerShdw>
          </a:effectLst>
        </p:spPr>
      </p:pic>
      <p:sp>
        <p:nvSpPr>
          <p:cNvPr id="28" name="正方形/長方形 27"/>
          <p:cNvSpPr/>
          <p:nvPr/>
        </p:nvSpPr>
        <p:spPr>
          <a:xfrm>
            <a:off x="419901" y="4935040"/>
            <a:ext cx="1796953" cy="992779"/>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a:solidFill>
                <a:schemeClr val="bg2">
                  <a:lumMod val="50000"/>
                </a:schemeClr>
              </a:solidFill>
              <a:latin typeface="メイリオ" panose="020B0604030504040204" pitchFamily="50" charset="-128"/>
              <a:ea typeface="メイリオ" panose="020B0604030504040204" pitchFamily="50" charset="-128"/>
            </a:endParaRPr>
          </a:p>
        </p:txBody>
      </p:sp>
      <p:sp>
        <p:nvSpPr>
          <p:cNvPr id="29" name="正方形/長方形 28"/>
          <p:cNvSpPr/>
          <p:nvPr/>
        </p:nvSpPr>
        <p:spPr>
          <a:xfrm>
            <a:off x="419901" y="4935040"/>
            <a:ext cx="1796953" cy="37330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a:latin typeface="メイリオ" panose="020B0604030504040204" pitchFamily="50" charset="-128"/>
                <a:ea typeface="メイリオ" panose="020B0604030504040204" pitchFamily="50" charset="-128"/>
              </a:rPr>
              <a:t>利用者</a:t>
            </a:r>
            <a:r>
              <a:rPr kumimoji="1" lang="en-US" altLang="ja-JP" sz="1400" b="1">
                <a:latin typeface="メイリオ" panose="020B0604030504040204" pitchFamily="50" charset="-128"/>
                <a:ea typeface="メイリオ" panose="020B0604030504040204" pitchFamily="50" charset="-128"/>
              </a:rPr>
              <a:t>(</a:t>
            </a:r>
            <a:r>
              <a:rPr kumimoji="1" lang="ja-JP" altLang="en-US" sz="1400" b="1">
                <a:latin typeface="メイリオ" panose="020B0604030504040204" pitchFamily="50" charset="-128"/>
                <a:ea typeface="メイリオ" panose="020B0604030504040204" pitchFamily="50" charset="-128"/>
              </a:rPr>
              <a:t>社外</a:t>
            </a:r>
            <a:r>
              <a:rPr kumimoji="1" lang="en-US" altLang="ja-JP" sz="1400" b="1">
                <a:latin typeface="メイリオ" panose="020B0604030504040204" pitchFamily="50" charset="-128"/>
                <a:ea typeface="メイリオ" panose="020B0604030504040204" pitchFamily="50" charset="-128"/>
              </a:rPr>
              <a:t>)</a:t>
            </a:r>
            <a:endParaRPr kumimoji="1" lang="ja-JP" altLang="en-US" sz="1400" b="1">
              <a:latin typeface="メイリオ" panose="020B0604030504040204" pitchFamily="50" charset="-128"/>
              <a:ea typeface="メイリオ" panose="020B0604030504040204" pitchFamily="50" charset="-128"/>
            </a:endParaRPr>
          </a:p>
        </p:txBody>
      </p:sp>
      <p:sp>
        <p:nvSpPr>
          <p:cNvPr id="30" name="正方形/長方形 29"/>
          <p:cNvSpPr/>
          <p:nvPr/>
        </p:nvSpPr>
        <p:spPr>
          <a:xfrm>
            <a:off x="3434971" y="4937856"/>
            <a:ext cx="2988332" cy="373309"/>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a:latin typeface="メイリオ" panose="020B0604030504040204" pitchFamily="50" charset="-128"/>
                <a:ea typeface="メイリオ" panose="020B0604030504040204" pitchFamily="50" charset="-128"/>
              </a:rPr>
              <a:t>SDM</a:t>
            </a:r>
            <a:r>
              <a:rPr kumimoji="1" lang="ja-JP" altLang="en-US" sz="1400" b="1" err="1">
                <a:latin typeface="メイリオ" panose="020B0604030504040204" pitchFamily="50" charset="-128"/>
                <a:ea typeface="メイリオ" panose="020B0604030504040204" pitchFamily="50" charset="-128"/>
              </a:rPr>
              <a:t>くん</a:t>
            </a:r>
            <a:r>
              <a:rPr kumimoji="1" lang="en-US" altLang="ja-JP" sz="1400" b="1">
                <a:latin typeface="メイリオ" panose="020B0604030504040204" pitchFamily="50" charset="-128"/>
                <a:ea typeface="メイリオ" panose="020B0604030504040204" pitchFamily="50" charset="-128"/>
              </a:rPr>
              <a:t>(</a:t>
            </a:r>
            <a:r>
              <a:rPr kumimoji="1" lang="ja-JP" altLang="en-US" sz="1400" b="1">
                <a:latin typeface="メイリオ" panose="020B0604030504040204" pitchFamily="50" charset="-128"/>
                <a:ea typeface="メイリオ" panose="020B0604030504040204" pitchFamily="50" charset="-128"/>
              </a:rPr>
              <a:t>社外</a:t>
            </a:r>
            <a:r>
              <a:rPr kumimoji="1" lang="en-US" altLang="ja-JP" sz="1400" b="1">
                <a:latin typeface="メイリオ" panose="020B0604030504040204" pitchFamily="50" charset="-128"/>
                <a:ea typeface="メイリオ" panose="020B0604030504040204" pitchFamily="50" charset="-128"/>
              </a:rPr>
              <a:t>)</a:t>
            </a:r>
            <a:endParaRPr kumimoji="1" lang="ja-JP" altLang="en-US" sz="1400" b="1">
              <a:latin typeface="メイリオ" panose="020B0604030504040204" pitchFamily="50" charset="-128"/>
              <a:ea typeface="メイリオ" panose="020B0604030504040204" pitchFamily="50" charset="-128"/>
            </a:endParaRPr>
          </a:p>
        </p:txBody>
      </p:sp>
      <p:sp>
        <p:nvSpPr>
          <p:cNvPr id="31" name="正方形/長方形 30"/>
          <p:cNvSpPr/>
          <p:nvPr/>
        </p:nvSpPr>
        <p:spPr>
          <a:xfrm>
            <a:off x="3434971" y="4935040"/>
            <a:ext cx="2988332" cy="99277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a:solidFill>
                <a:schemeClr val="bg2">
                  <a:lumMod val="50000"/>
                </a:schemeClr>
              </a:solidFill>
              <a:latin typeface="メイリオ" panose="020B0604030504040204" pitchFamily="50" charset="-128"/>
              <a:ea typeface="メイリオ" panose="020B0604030504040204" pitchFamily="50" charset="-128"/>
            </a:endParaRPr>
          </a:p>
        </p:txBody>
      </p:sp>
      <p:sp>
        <p:nvSpPr>
          <p:cNvPr id="32" name="フローチャート: 代替処理 31"/>
          <p:cNvSpPr/>
          <p:nvPr/>
        </p:nvSpPr>
        <p:spPr>
          <a:xfrm>
            <a:off x="4332268" y="5422851"/>
            <a:ext cx="1193739" cy="368046"/>
          </a:xfrm>
          <a:prstGeom prst="flowChartAlternateProcess">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2">
                    <a:lumMod val="50000"/>
                  </a:schemeClr>
                </a:solidFill>
                <a:latin typeface="メイリオ" panose="020B0604030504040204" pitchFamily="50" charset="-128"/>
                <a:ea typeface="メイリオ" panose="020B0604030504040204" pitchFamily="50" charset="-128"/>
              </a:rPr>
              <a:t>検査</a:t>
            </a:r>
            <a:r>
              <a:rPr kumimoji="1" lang="en-US" altLang="ja-JP" sz="1000" b="1">
                <a:solidFill>
                  <a:schemeClr val="bg2">
                    <a:lumMod val="50000"/>
                  </a:schemeClr>
                </a:solidFill>
                <a:latin typeface="メイリオ" panose="020B0604030504040204" pitchFamily="50" charset="-128"/>
                <a:ea typeface="メイリオ" panose="020B0604030504040204" pitchFamily="50" charset="-128"/>
              </a:rPr>
              <a:t>/</a:t>
            </a:r>
            <a:r>
              <a:rPr kumimoji="1" lang="ja-JP" altLang="en-US" sz="1000" b="1">
                <a:solidFill>
                  <a:schemeClr val="bg2">
                    <a:lumMod val="50000"/>
                  </a:schemeClr>
                </a:solidFill>
                <a:latin typeface="メイリオ" panose="020B0604030504040204" pitchFamily="50" charset="-128"/>
                <a:ea typeface="メイリオ" panose="020B0604030504040204" pitchFamily="50" charset="-128"/>
              </a:rPr>
              <a:t>工事管理進捗</a:t>
            </a:r>
          </a:p>
        </p:txBody>
      </p:sp>
      <p:sp>
        <p:nvSpPr>
          <p:cNvPr id="35" name="正方形/長方形 34"/>
          <p:cNvSpPr/>
          <p:nvPr/>
        </p:nvSpPr>
        <p:spPr>
          <a:xfrm>
            <a:off x="10117970" y="959985"/>
            <a:ext cx="1796953" cy="2985501"/>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a:solidFill>
                <a:schemeClr val="bg2">
                  <a:lumMod val="50000"/>
                </a:schemeClr>
              </a:solidFill>
              <a:latin typeface="メイリオ" panose="020B0604030504040204" pitchFamily="50" charset="-128"/>
              <a:ea typeface="メイリオ" panose="020B0604030504040204" pitchFamily="50" charset="-128"/>
            </a:endParaRPr>
          </a:p>
        </p:txBody>
      </p:sp>
      <p:sp>
        <p:nvSpPr>
          <p:cNvPr id="41" name="正方形/長方形 40"/>
          <p:cNvSpPr/>
          <p:nvPr/>
        </p:nvSpPr>
        <p:spPr>
          <a:xfrm>
            <a:off x="10117970" y="959985"/>
            <a:ext cx="1796953" cy="37330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a:latin typeface="メイリオ" panose="020B0604030504040204" pitchFamily="50" charset="-128"/>
                <a:ea typeface="メイリオ" panose="020B0604030504040204" pitchFamily="50" charset="-128"/>
              </a:rPr>
              <a:t>製造関連システム</a:t>
            </a:r>
          </a:p>
        </p:txBody>
      </p:sp>
      <p:sp>
        <p:nvSpPr>
          <p:cNvPr id="42" name="正方形/長方形 41"/>
          <p:cNvSpPr/>
          <p:nvPr/>
        </p:nvSpPr>
        <p:spPr>
          <a:xfrm>
            <a:off x="10430870" y="2107077"/>
            <a:ext cx="1198132" cy="373834"/>
          </a:xfrm>
          <a:prstGeom prst="rect">
            <a:avLst/>
          </a:prstGeom>
          <a:solidFill>
            <a:schemeClr val="bg2">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a:latin typeface="メイリオ" panose="020B0604030504040204" pitchFamily="50" charset="-128"/>
                <a:ea typeface="メイリオ" panose="020B0604030504040204" pitchFamily="50" charset="-128"/>
              </a:rPr>
              <a:t>I-POS</a:t>
            </a:r>
            <a:endParaRPr kumimoji="1" lang="ja-JP" altLang="en-US" sz="1200" b="1">
              <a:latin typeface="メイリオ" panose="020B0604030504040204" pitchFamily="50" charset="-128"/>
              <a:ea typeface="メイリオ" panose="020B0604030504040204" pitchFamily="50" charset="-128"/>
            </a:endParaRPr>
          </a:p>
        </p:txBody>
      </p:sp>
      <p:sp>
        <p:nvSpPr>
          <p:cNvPr id="43" name="正方形/長方形 42"/>
          <p:cNvSpPr/>
          <p:nvPr/>
        </p:nvSpPr>
        <p:spPr>
          <a:xfrm>
            <a:off x="10430870" y="2567675"/>
            <a:ext cx="1198132" cy="347096"/>
          </a:xfrm>
          <a:prstGeom prst="rect">
            <a:avLst/>
          </a:prstGeom>
          <a:solidFill>
            <a:schemeClr val="bg2">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a:latin typeface="メイリオ" panose="020B0604030504040204" pitchFamily="50" charset="-128"/>
                <a:ea typeface="メイリオ" panose="020B0604030504040204" pitchFamily="50" charset="-128"/>
              </a:rPr>
              <a:t>A-MIS</a:t>
            </a:r>
            <a:endParaRPr kumimoji="1" lang="ja-JP" altLang="en-US" sz="1200" b="1">
              <a:latin typeface="メイリオ" panose="020B0604030504040204" pitchFamily="50" charset="-128"/>
              <a:ea typeface="メイリオ" panose="020B0604030504040204" pitchFamily="50" charset="-128"/>
            </a:endParaRPr>
          </a:p>
        </p:txBody>
      </p:sp>
      <p:sp>
        <p:nvSpPr>
          <p:cNvPr id="57" name="右矢印 56"/>
          <p:cNvSpPr/>
          <p:nvPr/>
        </p:nvSpPr>
        <p:spPr>
          <a:xfrm>
            <a:off x="2271953" y="2005701"/>
            <a:ext cx="1123038" cy="324036"/>
          </a:xfrm>
          <a:prstGeom prst="rightArrow">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latin typeface="メイリオ" panose="020B0604030504040204" pitchFamily="50" charset="-128"/>
              <a:ea typeface="メイリオ" panose="020B0604030504040204" pitchFamily="50" charset="-128"/>
            </a:endParaRPr>
          </a:p>
        </p:txBody>
      </p:sp>
      <p:sp>
        <p:nvSpPr>
          <p:cNvPr id="58" name="テキスト ボックス 57"/>
          <p:cNvSpPr txBox="1"/>
          <p:nvPr/>
        </p:nvSpPr>
        <p:spPr>
          <a:xfrm>
            <a:off x="2262198" y="1876244"/>
            <a:ext cx="1129266" cy="276999"/>
          </a:xfrm>
          <a:prstGeom prst="rect">
            <a:avLst/>
          </a:prstGeom>
          <a:noFill/>
        </p:spPr>
        <p:txBody>
          <a:bodyPr wrap="square" rtlCol="0">
            <a:spAutoFit/>
          </a:bodyPr>
          <a:lstStyle/>
          <a:p>
            <a:pPr algn="ctr"/>
            <a:r>
              <a:rPr kumimoji="1" lang="ja-JP" altLang="en-US" sz="1200">
                <a:latin typeface="メイリオ" panose="020B0604030504040204" pitchFamily="50" charset="-128"/>
                <a:ea typeface="メイリオ" panose="020B0604030504040204" pitchFamily="50" charset="-128"/>
              </a:rPr>
              <a:t>情報入力</a:t>
            </a:r>
            <a:endParaRPr kumimoji="1" lang="en-US" altLang="ja-JP" sz="1200">
              <a:latin typeface="メイリオ" panose="020B0604030504040204" pitchFamily="50" charset="-128"/>
              <a:ea typeface="メイリオ" panose="020B0604030504040204" pitchFamily="50" charset="-128"/>
            </a:endParaRPr>
          </a:p>
        </p:txBody>
      </p:sp>
      <p:sp>
        <p:nvSpPr>
          <p:cNvPr id="59" name="右矢印 58"/>
          <p:cNvSpPr/>
          <p:nvPr/>
        </p:nvSpPr>
        <p:spPr>
          <a:xfrm rot="10800000">
            <a:off x="2271953" y="2951489"/>
            <a:ext cx="1123038" cy="324036"/>
          </a:xfrm>
          <a:prstGeom prst="rightArrow">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latin typeface="メイリオ" panose="020B0604030504040204" pitchFamily="50" charset="-128"/>
              <a:ea typeface="メイリオ" panose="020B0604030504040204" pitchFamily="50" charset="-128"/>
            </a:endParaRPr>
          </a:p>
        </p:txBody>
      </p:sp>
      <p:sp>
        <p:nvSpPr>
          <p:cNvPr id="61" name="テキスト ボックス 60"/>
          <p:cNvSpPr txBox="1"/>
          <p:nvPr/>
        </p:nvSpPr>
        <p:spPr>
          <a:xfrm>
            <a:off x="2262198" y="3242743"/>
            <a:ext cx="1129266" cy="276999"/>
          </a:xfrm>
          <a:prstGeom prst="rect">
            <a:avLst/>
          </a:prstGeom>
          <a:noFill/>
        </p:spPr>
        <p:txBody>
          <a:bodyPr wrap="square" rtlCol="0">
            <a:spAutoFit/>
          </a:bodyPr>
          <a:lstStyle/>
          <a:p>
            <a:pPr algn="ctr"/>
            <a:r>
              <a:rPr kumimoji="1" lang="ja-JP" altLang="en-US" sz="1200">
                <a:latin typeface="メイリオ" panose="020B0604030504040204" pitchFamily="50" charset="-128"/>
                <a:ea typeface="メイリオ" panose="020B0604030504040204" pitchFamily="50" charset="-128"/>
              </a:rPr>
              <a:t>情報出力</a:t>
            </a:r>
            <a:endParaRPr kumimoji="1" lang="en-US" altLang="ja-JP" sz="1200">
              <a:latin typeface="メイリオ" panose="020B0604030504040204" pitchFamily="50" charset="-128"/>
              <a:ea typeface="メイリオ" panose="020B0604030504040204" pitchFamily="50" charset="-128"/>
            </a:endParaRPr>
          </a:p>
        </p:txBody>
      </p:sp>
      <p:sp>
        <p:nvSpPr>
          <p:cNvPr id="67" name="左右矢印 66"/>
          <p:cNvSpPr/>
          <p:nvPr/>
        </p:nvSpPr>
        <p:spPr>
          <a:xfrm rot="5400000">
            <a:off x="4469509" y="4296790"/>
            <a:ext cx="852284" cy="324036"/>
          </a:xfrm>
          <a:prstGeom prst="lef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latin typeface="メイリオ" panose="020B0604030504040204" pitchFamily="50" charset="-128"/>
              <a:ea typeface="メイリオ" panose="020B0604030504040204" pitchFamily="50" charset="-128"/>
            </a:endParaRPr>
          </a:p>
        </p:txBody>
      </p:sp>
      <p:sp>
        <p:nvSpPr>
          <p:cNvPr id="68" name="テキスト ボックス 67"/>
          <p:cNvSpPr txBox="1"/>
          <p:nvPr/>
        </p:nvSpPr>
        <p:spPr>
          <a:xfrm>
            <a:off x="3985187" y="4344516"/>
            <a:ext cx="944352" cy="276999"/>
          </a:xfrm>
          <a:prstGeom prst="rect">
            <a:avLst/>
          </a:prstGeom>
          <a:noFill/>
        </p:spPr>
        <p:txBody>
          <a:bodyPr wrap="square" rtlCol="0">
            <a:spAutoFit/>
          </a:bodyPr>
          <a:lstStyle/>
          <a:p>
            <a:pPr algn="ctr"/>
            <a:r>
              <a:rPr kumimoji="1" lang="en-US" altLang="ja-JP" sz="1200">
                <a:latin typeface="メイリオ" panose="020B0604030504040204" pitchFamily="50" charset="-128"/>
                <a:ea typeface="メイリオ" panose="020B0604030504040204" pitchFamily="50" charset="-128"/>
              </a:rPr>
              <a:t>API</a:t>
            </a:r>
            <a:r>
              <a:rPr kumimoji="1" lang="ja-JP" altLang="en-US" sz="1200">
                <a:latin typeface="メイリオ" panose="020B0604030504040204" pitchFamily="50" charset="-128"/>
                <a:ea typeface="メイリオ" panose="020B0604030504040204" pitchFamily="50" charset="-128"/>
              </a:rPr>
              <a:t>連携</a:t>
            </a:r>
            <a:endParaRPr kumimoji="1" lang="en-US" altLang="ja-JP" sz="1200">
              <a:latin typeface="メイリオ" panose="020B0604030504040204" pitchFamily="50" charset="-128"/>
              <a:ea typeface="メイリオ" panose="020B0604030504040204" pitchFamily="50" charset="-128"/>
            </a:endParaRPr>
          </a:p>
        </p:txBody>
      </p:sp>
      <p:sp>
        <p:nvSpPr>
          <p:cNvPr id="69" name="右矢印 68"/>
          <p:cNvSpPr/>
          <p:nvPr/>
        </p:nvSpPr>
        <p:spPr>
          <a:xfrm>
            <a:off x="2271953" y="5311165"/>
            <a:ext cx="1123038" cy="324036"/>
          </a:xfrm>
          <a:prstGeom prst="rightArrow">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latin typeface="メイリオ" panose="020B0604030504040204" pitchFamily="50" charset="-128"/>
              <a:ea typeface="メイリオ" panose="020B0604030504040204" pitchFamily="50" charset="-128"/>
            </a:endParaRPr>
          </a:p>
        </p:txBody>
      </p:sp>
      <p:sp>
        <p:nvSpPr>
          <p:cNvPr id="70" name="テキスト ボックス 69"/>
          <p:cNvSpPr txBox="1"/>
          <p:nvPr/>
        </p:nvSpPr>
        <p:spPr>
          <a:xfrm>
            <a:off x="2262198" y="5181708"/>
            <a:ext cx="1129266" cy="276999"/>
          </a:xfrm>
          <a:prstGeom prst="rect">
            <a:avLst/>
          </a:prstGeom>
          <a:noFill/>
        </p:spPr>
        <p:txBody>
          <a:bodyPr wrap="square" rtlCol="0">
            <a:spAutoFit/>
          </a:bodyPr>
          <a:lstStyle/>
          <a:p>
            <a:pPr algn="ctr"/>
            <a:r>
              <a:rPr kumimoji="1" lang="ja-JP" altLang="en-US" sz="1200">
                <a:latin typeface="メイリオ" panose="020B0604030504040204" pitchFamily="50" charset="-128"/>
                <a:ea typeface="メイリオ" panose="020B0604030504040204" pitchFamily="50" charset="-128"/>
              </a:rPr>
              <a:t>情報入力</a:t>
            </a:r>
            <a:endParaRPr kumimoji="1" lang="en-US" altLang="ja-JP" sz="1200">
              <a:latin typeface="メイリオ" panose="020B0604030504040204" pitchFamily="50" charset="-128"/>
              <a:ea typeface="メイリオ" panose="020B0604030504040204" pitchFamily="50" charset="-128"/>
            </a:endParaRPr>
          </a:p>
        </p:txBody>
      </p:sp>
      <p:sp>
        <p:nvSpPr>
          <p:cNvPr id="71" name="右矢印 70"/>
          <p:cNvSpPr/>
          <p:nvPr/>
        </p:nvSpPr>
        <p:spPr>
          <a:xfrm rot="10800000">
            <a:off x="2271953" y="5602640"/>
            <a:ext cx="1123038" cy="324036"/>
          </a:xfrm>
          <a:prstGeom prst="rightArrow">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latin typeface="メイリオ" panose="020B0604030504040204" pitchFamily="50" charset="-128"/>
              <a:ea typeface="メイリオ" panose="020B0604030504040204" pitchFamily="50" charset="-128"/>
            </a:endParaRPr>
          </a:p>
        </p:txBody>
      </p:sp>
      <p:sp>
        <p:nvSpPr>
          <p:cNvPr id="72" name="テキスト ボックス 71"/>
          <p:cNvSpPr txBox="1"/>
          <p:nvPr/>
        </p:nvSpPr>
        <p:spPr>
          <a:xfrm>
            <a:off x="2262198" y="5893894"/>
            <a:ext cx="1129266" cy="276999"/>
          </a:xfrm>
          <a:prstGeom prst="rect">
            <a:avLst/>
          </a:prstGeom>
          <a:noFill/>
        </p:spPr>
        <p:txBody>
          <a:bodyPr wrap="square" rtlCol="0">
            <a:spAutoFit/>
          </a:bodyPr>
          <a:lstStyle/>
          <a:p>
            <a:pPr algn="ctr"/>
            <a:r>
              <a:rPr kumimoji="1" lang="ja-JP" altLang="en-US" sz="1200">
                <a:latin typeface="メイリオ" panose="020B0604030504040204" pitchFamily="50" charset="-128"/>
                <a:ea typeface="メイリオ" panose="020B0604030504040204" pitchFamily="50" charset="-128"/>
              </a:rPr>
              <a:t>情報出力</a:t>
            </a:r>
            <a:endParaRPr kumimoji="1" lang="en-US" altLang="ja-JP" sz="1200">
              <a:latin typeface="メイリオ" panose="020B0604030504040204" pitchFamily="50" charset="-128"/>
              <a:ea typeface="メイリオ" panose="020B0604030504040204" pitchFamily="50" charset="-128"/>
            </a:endParaRPr>
          </a:p>
        </p:txBody>
      </p:sp>
      <p:sp>
        <p:nvSpPr>
          <p:cNvPr id="73" name="テキスト ボックス 72"/>
          <p:cNvSpPr txBox="1"/>
          <p:nvPr/>
        </p:nvSpPr>
        <p:spPr>
          <a:xfrm>
            <a:off x="10780993" y="2936320"/>
            <a:ext cx="466438" cy="461665"/>
          </a:xfrm>
          <a:prstGeom prst="rect">
            <a:avLst/>
          </a:prstGeom>
          <a:noFill/>
        </p:spPr>
        <p:txBody>
          <a:bodyPr wrap="square" rtlCol="0">
            <a:spAutoFit/>
          </a:bodyPr>
          <a:lstStyle/>
          <a:p>
            <a:pPr algn="ctr"/>
            <a:r>
              <a:rPr kumimoji="1" lang="ja-JP" altLang="en-US" sz="1200">
                <a:solidFill>
                  <a:schemeClr val="bg1">
                    <a:lumMod val="65000"/>
                  </a:schemeClr>
                </a:solidFill>
                <a:latin typeface="メイリオ" panose="020B0604030504040204" pitchFamily="50" charset="-128"/>
                <a:ea typeface="メイリオ" panose="020B0604030504040204" pitchFamily="50" charset="-128"/>
              </a:rPr>
              <a:t>●</a:t>
            </a:r>
            <a:endParaRPr kumimoji="1" lang="en-US" altLang="ja-JP" sz="1200">
              <a:solidFill>
                <a:schemeClr val="bg1">
                  <a:lumMod val="65000"/>
                </a:schemeClr>
              </a:solidFill>
              <a:latin typeface="メイリオ" panose="020B0604030504040204" pitchFamily="50" charset="-128"/>
              <a:ea typeface="メイリオ" panose="020B0604030504040204" pitchFamily="50" charset="-128"/>
            </a:endParaRPr>
          </a:p>
          <a:p>
            <a:pPr algn="ctr"/>
            <a:r>
              <a:rPr kumimoji="1" lang="ja-JP" altLang="en-US" sz="1200">
                <a:solidFill>
                  <a:schemeClr val="bg1">
                    <a:lumMod val="65000"/>
                  </a:schemeClr>
                </a:solidFill>
                <a:latin typeface="メイリオ" panose="020B0604030504040204" pitchFamily="50" charset="-128"/>
                <a:ea typeface="メイリオ" panose="020B0604030504040204" pitchFamily="50" charset="-128"/>
              </a:rPr>
              <a:t>●</a:t>
            </a:r>
            <a:endParaRPr kumimoji="1" lang="en-US" altLang="ja-JP" sz="1200">
              <a:solidFill>
                <a:schemeClr val="bg1">
                  <a:lumMod val="65000"/>
                </a:schemeClr>
              </a:solidFill>
              <a:latin typeface="メイリオ" panose="020B0604030504040204" pitchFamily="50" charset="-128"/>
              <a:ea typeface="メイリオ" panose="020B0604030504040204" pitchFamily="50" charset="-128"/>
            </a:endParaRPr>
          </a:p>
        </p:txBody>
      </p:sp>
      <p:pic>
        <p:nvPicPr>
          <p:cNvPr id="74" name="data.png" descr="data.png"/>
          <p:cNvPicPr>
            <a:picLocks noChangeAspect="1"/>
          </p:cNvPicPr>
          <p:nvPr/>
        </p:nvPicPr>
        <p:blipFill>
          <a:blip r:embed="rId5">
            <a:clrChange>
              <a:clrFrom>
                <a:srgbClr val="000000">
                  <a:alpha val="0"/>
                </a:srgbClr>
              </a:clrFrom>
              <a:clrTo>
                <a:srgbClr val="000000">
                  <a:alpha val="0"/>
                </a:srgbClr>
              </a:clrTo>
            </a:clrChange>
          </a:blip>
          <a:stretch>
            <a:fillRect/>
          </a:stretch>
        </p:blipFill>
        <p:spPr>
          <a:xfrm>
            <a:off x="5818789" y="868674"/>
            <a:ext cx="438535" cy="536420"/>
          </a:xfrm>
          <a:prstGeom prst="rect">
            <a:avLst/>
          </a:prstGeom>
          <a:solidFill>
            <a:schemeClr val="bg1"/>
          </a:solidFill>
          <a:ln w="12700">
            <a:miter lim="400000"/>
          </a:ln>
        </p:spPr>
      </p:pic>
      <p:grpSp>
        <p:nvGrpSpPr>
          <p:cNvPr id="76" name="グループ化 75"/>
          <p:cNvGrpSpPr/>
          <p:nvPr/>
        </p:nvGrpSpPr>
        <p:grpSpPr>
          <a:xfrm>
            <a:off x="386094" y="3685081"/>
            <a:ext cx="838762" cy="838762"/>
            <a:chOff x="15097125" y="8675133"/>
            <a:chExt cx="2694566" cy="2694566"/>
          </a:xfrm>
        </p:grpSpPr>
        <p:pic>
          <p:nvPicPr>
            <p:cNvPr id="75" name="図 74"/>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5097125" y="8675133"/>
              <a:ext cx="2694566" cy="2694566"/>
            </a:xfrm>
            <a:prstGeom prst="rect">
              <a:avLst/>
            </a:prstGeom>
          </p:spPr>
        </p:pic>
        <p:pic>
          <p:nvPicPr>
            <p:cNvPr id="63" name="図 62"/>
            <p:cNvPicPr>
              <a:picLocks noChangeAspect="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453915" y="9516884"/>
              <a:ext cx="736056" cy="618888"/>
            </a:xfrm>
            <a:prstGeom prst="rect">
              <a:avLst/>
            </a:prstGeom>
          </p:spPr>
        </p:pic>
        <p:pic>
          <p:nvPicPr>
            <p:cNvPr id="62" name="図 61"/>
            <p:cNvPicPr>
              <a:picLocks noChangeAspect="1"/>
            </p:cNvPicPr>
            <p:nvPr/>
          </p:nvPicPr>
          <p:blipFill>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5852019" y="9578051"/>
              <a:ext cx="516673" cy="516673"/>
            </a:xfrm>
            <a:prstGeom prst="rect">
              <a:avLst/>
            </a:prstGeom>
          </p:spPr>
        </p:pic>
      </p:grpSp>
      <p:pic>
        <p:nvPicPr>
          <p:cNvPr id="77" name="図 76"/>
          <p:cNvPicPr>
            <a:picLocks noChangeAspect="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163452" y="3836329"/>
            <a:ext cx="525543" cy="525543"/>
          </a:xfrm>
          <a:prstGeom prst="rect">
            <a:avLst/>
          </a:prstGeom>
        </p:spPr>
      </p:pic>
      <p:sp>
        <p:nvSpPr>
          <p:cNvPr id="78" name="テキスト ボックス 77"/>
          <p:cNvSpPr txBox="1"/>
          <p:nvPr/>
        </p:nvSpPr>
        <p:spPr>
          <a:xfrm>
            <a:off x="476652" y="4359499"/>
            <a:ext cx="666646" cy="646331"/>
          </a:xfrm>
          <a:prstGeom prst="rect">
            <a:avLst/>
          </a:prstGeom>
          <a:noFill/>
        </p:spPr>
        <p:txBody>
          <a:bodyPr wrap="square" rtlCol="0">
            <a:spAutoFit/>
          </a:bodyPr>
          <a:lstStyle/>
          <a:p>
            <a:pPr algn="ctr"/>
            <a:r>
              <a:rPr kumimoji="1" lang="ja-JP" altLang="en-US" sz="1200">
                <a:latin typeface="メイリオ" panose="020B0604030504040204" pitchFamily="50" charset="-128"/>
                <a:ea typeface="メイリオ" panose="020B0604030504040204" pitchFamily="50" charset="-128"/>
              </a:rPr>
              <a:t>出光</a:t>
            </a:r>
            <a:endParaRPr kumimoji="1" lang="en-US" altLang="ja-JP" sz="1200">
              <a:latin typeface="メイリオ" panose="020B0604030504040204" pitchFamily="50" charset="-128"/>
              <a:ea typeface="メイリオ" panose="020B0604030504040204" pitchFamily="50" charset="-128"/>
            </a:endParaRPr>
          </a:p>
          <a:p>
            <a:pPr algn="ctr"/>
            <a:r>
              <a:rPr kumimoji="1" lang="ja-JP" altLang="en-US" sz="1200">
                <a:latin typeface="メイリオ" panose="020B0604030504040204" pitchFamily="50" charset="-128"/>
                <a:ea typeface="メイリオ" panose="020B0604030504040204" pitchFamily="50" charset="-128"/>
              </a:rPr>
              <a:t>標準</a:t>
            </a:r>
            <a:r>
              <a:rPr kumimoji="1" lang="en-US" altLang="ja-JP" sz="1200">
                <a:latin typeface="メイリオ" panose="020B0604030504040204" pitchFamily="50" charset="-128"/>
                <a:ea typeface="メイリオ" panose="020B0604030504040204" pitchFamily="50" charset="-128"/>
              </a:rPr>
              <a:t>PC</a:t>
            </a:r>
          </a:p>
        </p:txBody>
      </p:sp>
      <p:pic>
        <p:nvPicPr>
          <p:cNvPr id="79" name="図 78"/>
          <p:cNvPicPr>
            <a:picLocks noChangeAspect="1"/>
          </p:cNvPicPr>
          <p:nvPr/>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68903" y="3740801"/>
            <a:ext cx="580776" cy="687909"/>
          </a:xfrm>
          <a:prstGeom prst="rect">
            <a:avLst/>
          </a:prstGeom>
        </p:spPr>
      </p:pic>
      <p:sp>
        <p:nvSpPr>
          <p:cNvPr id="80" name="テキスト ボックス 79"/>
          <p:cNvSpPr txBox="1"/>
          <p:nvPr/>
        </p:nvSpPr>
        <p:spPr>
          <a:xfrm>
            <a:off x="1171919" y="4359499"/>
            <a:ext cx="1221288" cy="461665"/>
          </a:xfrm>
          <a:prstGeom prst="rect">
            <a:avLst/>
          </a:prstGeom>
          <a:noFill/>
        </p:spPr>
        <p:txBody>
          <a:bodyPr wrap="square" rtlCol="0">
            <a:spAutoFit/>
          </a:bodyPr>
          <a:lstStyle/>
          <a:p>
            <a:pPr algn="ctr"/>
            <a:r>
              <a:rPr kumimoji="1" lang="en-US" altLang="ja-JP" sz="1200" err="1">
                <a:latin typeface="メイリオ" panose="020B0604030504040204" pitchFamily="50" charset="-128"/>
                <a:ea typeface="メイリオ" panose="020B0604030504040204" pitchFamily="50" charset="-128"/>
              </a:rPr>
              <a:t>Ipad</a:t>
            </a:r>
            <a:r>
              <a:rPr kumimoji="1" lang="en-US" altLang="ja-JP" sz="1200">
                <a:latin typeface="メイリオ" panose="020B0604030504040204" pitchFamily="50" charset="-128"/>
                <a:ea typeface="メイリオ" panose="020B0604030504040204" pitchFamily="50" charset="-128"/>
              </a:rPr>
              <a:t>/iPhone</a:t>
            </a:r>
          </a:p>
          <a:p>
            <a:pPr algn="ctr"/>
            <a:r>
              <a:rPr kumimoji="1" lang="en-US" altLang="ja-JP" sz="1200">
                <a:latin typeface="メイリオ" panose="020B0604030504040204" pitchFamily="50" charset="-128"/>
                <a:ea typeface="メイリオ" panose="020B0604030504040204" pitchFamily="50" charset="-128"/>
              </a:rPr>
              <a:t>(</a:t>
            </a:r>
            <a:r>
              <a:rPr kumimoji="1" lang="en-US" altLang="ja-JP" sz="1200" err="1">
                <a:latin typeface="メイリオ" panose="020B0604030504040204" pitchFamily="50" charset="-128"/>
                <a:ea typeface="メイリオ" panose="020B0604030504040204" pitchFamily="50" charset="-128"/>
              </a:rPr>
              <a:t>MobileIron</a:t>
            </a:r>
            <a:r>
              <a:rPr kumimoji="1" lang="en-US" altLang="ja-JP" sz="1200">
                <a:latin typeface="メイリオ" panose="020B0604030504040204" pitchFamily="50" charset="-128"/>
                <a:ea typeface="メイリオ" panose="020B0604030504040204" pitchFamily="50" charset="-128"/>
              </a:rPr>
              <a:t>)</a:t>
            </a:r>
          </a:p>
        </p:txBody>
      </p:sp>
      <p:sp>
        <p:nvSpPr>
          <p:cNvPr id="83" name="正方形/長方形 82"/>
          <p:cNvSpPr/>
          <p:nvPr/>
        </p:nvSpPr>
        <p:spPr>
          <a:xfrm>
            <a:off x="6923145" y="959985"/>
            <a:ext cx="2672598" cy="2985501"/>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a:solidFill>
                <a:schemeClr val="bg2">
                  <a:lumMod val="50000"/>
                </a:schemeClr>
              </a:solidFill>
              <a:latin typeface="メイリオ" panose="020B0604030504040204" pitchFamily="50" charset="-128"/>
              <a:ea typeface="メイリオ" panose="020B0604030504040204" pitchFamily="50" charset="-128"/>
            </a:endParaRPr>
          </a:p>
        </p:txBody>
      </p:sp>
      <p:sp>
        <p:nvSpPr>
          <p:cNvPr id="84" name="正方形/長方形 83"/>
          <p:cNvSpPr/>
          <p:nvPr/>
        </p:nvSpPr>
        <p:spPr>
          <a:xfrm>
            <a:off x="6923145" y="959985"/>
            <a:ext cx="2672597" cy="37330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a:latin typeface="メイリオ" panose="020B0604030504040204" pitchFamily="50" charset="-128"/>
                <a:ea typeface="メイリオ" panose="020B0604030504040204" pitchFamily="50" charset="-128"/>
              </a:rPr>
              <a:t>データ連携</a:t>
            </a:r>
          </a:p>
        </p:txBody>
      </p:sp>
      <p:pic>
        <p:nvPicPr>
          <p:cNvPr id="6" name="図 5"/>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889481" y="868674"/>
            <a:ext cx="806187" cy="383310"/>
          </a:xfrm>
          <a:prstGeom prst="rect">
            <a:avLst/>
          </a:prstGeom>
          <a:effectLst>
            <a:outerShdw blurRad="50800" dist="38100" dir="2700000" algn="tl" rotWithShape="0">
              <a:prstClr val="black">
                <a:alpha val="40000"/>
              </a:prstClr>
            </a:outerShdw>
          </a:effectLst>
        </p:spPr>
      </p:pic>
      <p:sp>
        <p:nvSpPr>
          <p:cNvPr id="88" name="正方形/長方形 87"/>
          <p:cNvSpPr/>
          <p:nvPr/>
        </p:nvSpPr>
        <p:spPr>
          <a:xfrm>
            <a:off x="6983945" y="1503363"/>
            <a:ext cx="645617" cy="373309"/>
          </a:xfrm>
          <a:prstGeom prst="rect">
            <a:avLst/>
          </a:prstGeom>
          <a:solidFill>
            <a:srgbClr val="0070C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latin typeface="メイリオ" panose="020B0604030504040204" pitchFamily="50" charset="-128"/>
                <a:ea typeface="メイリオ" panose="020B0604030504040204" pitchFamily="50" charset="-128"/>
              </a:rPr>
              <a:t>北海道</a:t>
            </a:r>
          </a:p>
        </p:txBody>
      </p:sp>
      <p:sp>
        <p:nvSpPr>
          <p:cNvPr id="89" name="正方形/長方形 88"/>
          <p:cNvSpPr/>
          <p:nvPr/>
        </p:nvSpPr>
        <p:spPr>
          <a:xfrm>
            <a:off x="6983945" y="1978049"/>
            <a:ext cx="645617" cy="373309"/>
          </a:xfrm>
          <a:prstGeom prst="rect">
            <a:avLst/>
          </a:prstGeom>
          <a:solidFill>
            <a:srgbClr val="0070C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latin typeface="メイリオ" panose="020B0604030504040204" pitchFamily="50" charset="-128"/>
                <a:ea typeface="メイリオ" panose="020B0604030504040204" pitchFamily="50" charset="-128"/>
              </a:rPr>
              <a:t>千葉</a:t>
            </a:r>
          </a:p>
        </p:txBody>
      </p:sp>
      <p:sp>
        <p:nvSpPr>
          <p:cNvPr id="90" name="正方形/長方形 89"/>
          <p:cNvSpPr/>
          <p:nvPr/>
        </p:nvSpPr>
        <p:spPr>
          <a:xfrm>
            <a:off x="6983945" y="2437708"/>
            <a:ext cx="645617" cy="373309"/>
          </a:xfrm>
          <a:prstGeom prst="rect">
            <a:avLst/>
          </a:prstGeom>
          <a:solidFill>
            <a:srgbClr val="0070C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latin typeface="メイリオ" panose="020B0604030504040204" pitchFamily="50" charset="-128"/>
                <a:ea typeface="メイリオ" panose="020B0604030504040204" pitchFamily="50" charset="-128"/>
              </a:rPr>
              <a:t>愛知</a:t>
            </a:r>
          </a:p>
        </p:txBody>
      </p:sp>
      <p:sp>
        <p:nvSpPr>
          <p:cNvPr id="91" name="正方形/長方形 90"/>
          <p:cNvSpPr/>
          <p:nvPr/>
        </p:nvSpPr>
        <p:spPr>
          <a:xfrm>
            <a:off x="6983945" y="2912139"/>
            <a:ext cx="645617" cy="373309"/>
          </a:xfrm>
          <a:prstGeom prst="rect">
            <a:avLst/>
          </a:prstGeom>
          <a:solidFill>
            <a:srgbClr val="0070C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latin typeface="メイリオ" panose="020B0604030504040204" pitchFamily="50" charset="-128"/>
                <a:ea typeface="メイリオ" panose="020B0604030504040204" pitchFamily="50" charset="-128"/>
              </a:rPr>
              <a:t>徳山</a:t>
            </a:r>
          </a:p>
        </p:txBody>
      </p:sp>
      <p:pic>
        <p:nvPicPr>
          <p:cNvPr id="93" name="図 92"/>
          <p:cNvPicPr>
            <a:picLocks noChangeAspect="1"/>
          </p:cNvPicPr>
          <p:nvPr/>
        </p:nvPicPr>
        <p:blipFill>
          <a:blip r:embed="rId12" cstate="print">
            <a:clrChange>
              <a:clrFrom>
                <a:srgbClr val="FFFFFF"/>
              </a:clrFrom>
              <a:clrTo>
                <a:srgbClr val="FFFFFF">
                  <a:alpha val="0"/>
                </a:srgbClr>
              </a:clrTo>
            </a:clrChange>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7675466" y="1485532"/>
            <a:ext cx="276797" cy="367643"/>
          </a:xfrm>
          <a:prstGeom prst="rect">
            <a:avLst/>
          </a:prstGeom>
        </p:spPr>
      </p:pic>
      <p:pic>
        <p:nvPicPr>
          <p:cNvPr id="94" name="図 93"/>
          <p:cNvPicPr>
            <a:picLocks noChangeAspect="1"/>
          </p:cNvPicPr>
          <p:nvPr/>
        </p:nvPicPr>
        <p:blipFill>
          <a:blip r:embed="rId12" cstate="print">
            <a:clrChange>
              <a:clrFrom>
                <a:srgbClr val="FFFFFF"/>
              </a:clrFrom>
              <a:clrTo>
                <a:srgbClr val="FFFFFF">
                  <a:alpha val="0"/>
                </a:srgbClr>
              </a:clrTo>
            </a:clrChange>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7998167" y="1485532"/>
            <a:ext cx="276797" cy="367643"/>
          </a:xfrm>
          <a:prstGeom prst="rect">
            <a:avLst/>
          </a:prstGeom>
        </p:spPr>
      </p:pic>
      <p:pic>
        <p:nvPicPr>
          <p:cNvPr id="86" name="図 85"/>
          <p:cNvPicPr>
            <a:picLocks noChangeAspect="1"/>
          </p:cNvPicPr>
          <p:nvPr/>
        </p:nvPicPr>
        <p:blipFill>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75466" y="1968577"/>
            <a:ext cx="276797" cy="367643"/>
          </a:xfrm>
          <a:prstGeom prst="rect">
            <a:avLst/>
          </a:prstGeom>
        </p:spPr>
      </p:pic>
      <p:pic>
        <p:nvPicPr>
          <p:cNvPr id="87" name="図 86"/>
          <p:cNvPicPr>
            <a:picLocks noChangeAspect="1"/>
          </p:cNvPicPr>
          <p:nvPr/>
        </p:nvPicPr>
        <p:blipFill>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998167" y="1968577"/>
            <a:ext cx="276797" cy="367643"/>
          </a:xfrm>
          <a:prstGeom prst="rect">
            <a:avLst/>
          </a:prstGeom>
        </p:spPr>
      </p:pic>
      <p:pic>
        <p:nvPicPr>
          <p:cNvPr id="92" name="図 91"/>
          <p:cNvPicPr>
            <a:picLocks noChangeAspect="1"/>
          </p:cNvPicPr>
          <p:nvPr/>
        </p:nvPicPr>
        <p:blipFill>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320868" y="1968577"/>
            <a:ext cx="276797" cy="367643"/>
          </a:xfrm>
          <a:prstGeom prst="rect">
            <a:avLst/>
          </a:prstGeom>
        </p:spPr>
      </p:pic>
      <p:pic>
        <p:nvPicPr>
          <p:cNvPr id="96" name="図 95"/>
          <p:cNvPicPr>
            <a:picLocks noChangeAspect="1"/>
          </p:cNvPicPr>
          <p:nvPr/>
        </p:nvPicPr>
        <p:blipFill>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643569" y="1968577"/>
            <a:ext cx="276797" cy="367643"/>
          </a:xfrm>
          <a:prstGeom prst="rect">
            <a:avLst/>
          </a:prstGeom>
        </p:spPr>
      </p:pic>
      <p:pic>
        <p:nvPicPr>
          <p:cNvPr id="97" name="図 96"/>
          <p:cNvPicPr>
            <a:picLocks noChangeAspect="1"/>
          </p:cNvPicPr>
          <p:nvPr/>
        </p:nvPicPr>
        <p:blipFill>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965617" y="1968577"/>
            <a:ext cx="276797" cy="367643"/>
          </a:xfrm>
          <a:prstGeom prst="rect">
            <a:avLst/>
          </a:prstGeom>
        </p:spPr>
      </p:pic>
      <p:pic>
        <p:nvPicPr>
          <p:cNvPr id="98" name="図 97"/>
          <p:cNvPicPr>
            <a:picLocks noChangeAspect="1"/>
          </p:cNvPicPr>
          <p:nvPr/>
        </p:nvPicPr>
        <p:blipFill>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288318" y="1968577"/>
            <a:ext cx="276797" cy="367643"/>
          </a:xfrm>
          <a:prstGeom prst="rect">
            <a:avLst/>
          </a:prstGeom>
        </p:spPr>
      </p:pic>
      <p:pic>
        <p:nvPicPr>
          <p:cNvPr id="101" name="図 100"/>
          <p:cNvPicPr>
            <a:picLocks noChangeAspect="1"/>
          </p:cNvPicPr>
          <p:nvPr/>
        </p:nvPicPr>
        <p:blipFill>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75466" y="2437708"/>
            <a:ext cx="276797" cy="367643"/>
          </a:xfrm>
          <a:prstGeom prst="rect">
            <a:avLst/>
          </a:prstGeom>
        </p:spPr>
      </p:pic>
      <p:pic>
        <p:nvPicPr>
          <p:cNvPr id="102" name="図 101"/>
          <p:cNvPicPr>
            <a:picLocks noChangeAspect="1"/>
          </p:cNvPicPr>
          <p:nvPr/>
        </p:nvPicPr>
        <p:blipFill>
          <a:blip r:embed="rId12" cstate="print">
            <a:clrChange>
              <a:clrFrom>
                <a:srgbClr val="FFFFFF"/>
              </a:clrFrom>
              <a:clrTo>
                <a:srgbClr val="FFFFFF">
                  <a:alpha val="0"/>
                </a:srgbClr>
              </a:clrTo>
            </a:clrChange>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7675466" y="2926823"/>
            <a:ext cx="276797" cy="367643"/>
          </a:xfrm>
          <a:prstGeom prst="rect">
            <a:avLst/>
          </a:prstGeom>
        </p:spPr>
      </p:pic>
      <p:pic>
        <p:nvPicPr>
          <p:cNvPr id="103" name="図 102"/>
          <p:cNvPicPr>
            <a:picLocks noChangeAspect="1"/>
          </p:cNvPicPr>
          <p:nvPr/>
        </p:nvPicPr>
        <p:blipFill>
          <a:blip r:embed="rId12" cstate="print">
            <a:clrChange>
              <a:clrFrom>
                <a:srgbClr val="FFFFFF"/>
              </a:clrFrom>
              <a:clrTo>
                <a:srgbClr val="FFFFFF">
                  <a:alpha val="0"/>
                </a:srgbClr>
              </a:clrTo>
            </a:clrChange>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7998167" y="2926823"/>
            <a:ext cx="276797" cy="367643"/>
          </a:xfrm>
          <a:prstGeom prst="rect">
            <a:avLst/>
          </a:prstGeom>
        </p:spPr>
      </p:pic>
      <p:pic>
        <p:nvPicPr>
          <p:cNvPr id="104" name="図 103"/>
          <p:cNvPicPr>
            <a:picLocks noChangeAspect="1"/>
          </p:cNvPicPr>
          <p:nvPr/>
        </p:nvPicPr>
        <p:blipFill>
          <a:blip r:embed="rId12" cstate="print">
            <a:clrChange>
              <a:clrFrom>
                <a:srgbClr val="FFFFFF"/>
              </a:clrFrom>
              <a:clrTo>
                <a:srgbClr val="FFFFFF">
                  <a:alpha val="0"/>
                </a:srgbClr>
              </a:clrTo>
            </a:clrChange>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7998167" y="2435720"/>
            <a:ext cx="276797" cy="367643"/>
          </a:xfrm>
          <a:prstGeom prst="rect">
            <a:avLst/>
          </a:prstGeom>
        </p:spPr>
      </p:pic>
      <p:pic>
        <p:nvPicPr>
          <p:cNvPr id="105" name="図 104"/>
          <p:cNvPicPr>
            <a:picLocks noChangeAspect="1"/>
          </p:cNvPicPr>
          <p:nvPr/>
        </p:nvPicPr>
        <p:blipFill>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424360" y="3998096"/>
            <a:ext cx="276797" cy="367643"/>
          </a:xfrm>
          <a:prstGeom prst="rect">
            <a:avLst/>
          </a:prstGeom>
        </p:spPr>
      </p:pic>
      <p:sp>
        <p:nvSpPr>
          <p:cNvPr id="106" name="テキスト ボックス 105"/>
          <p:cNvSpPr txBox="1"/>
          <p:nvPr/>
        </p:nvSpPr>
        <p:spPr>
          <a:xfrm>
            <a:off x="7690889" y="4097724"/>
            <a:ext cx="584075" cy="461665"/>
          </a:xfrm>
          <a:prstGeom prst="rect">
            <a:avLst/>
          </a:prstGeom>
          <a:noFill/>
        </p:spPr>
        <p:txBody>
          <a:bodyPr wrap="square" rtlCol="0">
            <a:spAutoFit/>
          </a:bodyPr>
          <a:lstStyle/>
          <a:p>
            <a:r>
              <a:rPr kumimoji="1" lang="ja-JP" altLang="en-US" sz="1200">
                <a:latin typeface="メイリオ" panose="020B0604030504040204" pitchFamily="50" charset="-128"/>
                <a:ea typeface="メイリオ" panose="020B0604030504040204" pitchFamily="50" charset="-128"/>
              </a:rPr>
              <a:t>稼働中</a:t>
            </a:r>
            <a:endParaRPr kumimoji="1" lang="en-US" altLang="ja-JP" sz="1200">
              <a:latin typeface="メイリオ" panose="020B0604030504040204" pitchFamily="50" charset="-128"/>
              <a:ea typeface="メイリオ" panose="020B0604030504040204" pitchFamily="50" charset="-128"/>
            </a:endParaRPr>
          </a:p>
        </p:txBody>
      </p:sp>
      <p:pic>
        <p:nvPicPr>
          <p:cNvPr id="107" name="図 106"/>
          <p:cNvPicPr>
            <a:picLocks noChangeAspect="1"/>
          </p:cNvPicPr>
          <p:nvPr/>
        </p:nvPicPr>
        <p:blipFill>
          <a:blip r:embed="rId12" cstate="print">
            <a:clrChange>
              <a:clrFrom>
                <a:srgbClr val="FFFFFF"/>
              </a:clrFrom>
              <a:clrTo>
                <a:srgbClr val="FFFFFF">
                  <a:alpha val="0"/>
                </a:srgbClr>
              </a:clrTo>
            </a:clrChange>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8405369" y="3998096"/>
            <a:ext cx="276797" cy="367643"/>
          </a:xfrm>
          <a:prstGeom prst="rect">
            <a:avLst/>
          </a:prstGeom>
        </p:spPr>
      </p:pic>
      <p:sp>
        <p:nvSpPr>
          <p:cNvPr id="108" name="テキスト ボックス 107"/>
          <p:cNvSpPr txBox="1"/>
          <p:nvPr/>
        </p:nvSpPr>
        <p:spPr>
          <a:xfrm>
            <a:off x="8678522" y="4097724"/>
            <a:ext cx="441815" cy="461665"/>
          </a:xfrm>
          <a:prstGeom prst="rect">
            <a:avLst/>
          </a:prstGeom>
          <a:noFill/>
        </p:spPr>
        <p:txBody>
          <a:bodyPr wrap="square" rtlCol="0">
            <a:spAutoFit/>
          </a:bodyPr>
          <a:lstStyle/>
          <a:p>
            <a:r>
              <a:rPr kumimoji="1" lang="ja-JP" altLang="en-US" sz="1200">
                <a:latin typeface="メイリオ" panose="020B0604030504040204" pitchFamily="50" charset="-128"/>
                <a:ea typeface="メイリオ" panose="020B0604030504040204" pitchFamily="50" charset="-128"/>
              </a:rPr>
              <a:t>予定</a:t>
            </a:r>
            <a:endParaRPr kumimoji="1" lang="en-US" altLang="ja-JP" sz="1200">
              <a:latin typeface="メイリオ" panose="020B0604030504040204" pitchFamily="50" charset="-128"/>
              <a:ea typeface="メイリオ" panose="020B0604030504040204" pitchFamily="50" charset="-128"/>
            </a:endParaRPr>
          </a:p>
        </p:txBody>
      </p:sp>
      <p:sp>
        <p:nvSpPr>
          <p:cNvPr id="109" name="テキスト ボックス 108"/>
          <p:cNvSpPr txBox="1"/>
          <p:nvPr/>
        </p:nvSpPr>
        <p:spPr>
          <a:xfrm>
            <a:off x="6923144" y="3371906"/>
            <a:ext cx="2641971" cy="575195"/>
          </a:xfrm>
          <a:prstGeom prst="rect">
            <a:avLst/>
          </a:prstGeom>
          <a:noFill/>
        </p:spPr>
        <p:txBody>
          <a:bodyPr wrap="square" rtlCol="0">
            <a:noAutofit/>
          </a:bodyPr>
          <a:lstStyle/>
          <a:p>
            <a:pPr marL="171450" indent="-171450">
              <a:buFont typeface="Wingdings" panose="05000000000000000000" pitchFamily="2" charset="2"/>
              <a:buChar char="l"/>
            </a:pPr>
            <a:r>
              <a:rPr kumimoji="1" lang="en-US" altLang="ja-JP" sz="900">
                <a:latin typeface="メイリオ" panose="020B0604030504040204" pitchFamily="50" charset="-128"/>
                <a:ea typeface="メイリオ" panose="020B0604030504040204" pitchFamily="50" charset="-128"/>
              </a:rPr>
              <a:t>SDM</a:t>
            </a:r>
            <a:r>
              <a:rPr kumimoji="1" lang="ja-JP" altLang="en-US" sz="900" err="1">
                <a:latin typeface="メイリオ" panose="020B0604030504040204" pitchFamily="50" charset="-128"/>
                <a:ea typeface="メイリオ" panose="020B0604030504040204" pitchFamily="50" charset="-128"/>
              </a:rPr>
              <a:t>くん</a:t>
            </a:r>
            <a:r>
              <a:rPr kumimoji="1" lang="ja-JP" altLang="en-US" sz="900">
                <a:latin typeface="メイリオ" panose="020B0604030504040204" pitchFamily="50" charset="-128"/>
                <a:ea typeface="メイリオ" panose="020B0604030504040204" pitchFamily="50" charset="-128"/>
              </a:rPr>
              <a:t>利用機能数によって、ロボット数が異なる</a:t>
            </a:r>
            <a:endParaRPr kumimoji="1" lang="en-US" altLang="ja-JP" sz="900">
              <a:latin typeface="メイリオ" panose="020B0604030504040204" pitchFamily="50" charset="-128"/>
              <a:ea typeface="メイリオ" panose="020B0604030504040204" pitchFamily="50" charset="-128"/>
            </a:endParaRPr>
          </a:p>
          <a:p>
            <a:pPr marL="171450" indent="-171450">
              <a:buFont typeface="Wingdings" panose="05000000000000000000" pitchFamily="2" charset="2"/>
              <a:buChar char="l"/>
            </a:pPr>
            <a:r>
              <a:rPr kumimoji="1" lang="en-US" altLang="ja-JP" sz="900">
                <a:latin typeface="メイリオ" panose="020B0604030504040204" pitchFamily="50" charset="-128"/>
                <a:ea typeface="メイリオ" panose="020B0604030504040204" pitchFamily="50" charset="-128"/>
              </a:rPr>
              <a:t>2022</a:t>
            </a:r>
            <a:r>
              <a:rPr kumimoji="1" lang="ja-JP" altLang="en-US" sz="900">
                <a:latin typeface="メイリオ" panose="020B0604030504040204" pitchFamily="50" charset="-128"/>
                <a:ea typeface="メイリオ" panose="020B0604030504040204" pitchFamily="50" charset="-128"/>
              </a:rPr>
              <a:t>年度には、連携品質向上のために</a:t>
            </a:r>
            <a:r>
              <a:rPr kumimoji="1" lang="en-US" altLang="ja-JP" sz="900">
                <a:latin typeface="メイリオ" panose="020B0604030504040204" pitchFamily="50" charset="-128"/>
                <a:ea typeface="メイリオ" panose="020B0604030504040204" pitchFamily="50" charset="-128"/>
              </a:rPr>
              <a:t>RPA</a:t>
            </a:r>
            <a:r>
              <a:rPr kumimoji="1" lang="ja-JP" altLang="en-US" sz="900">
                <a:latin typeface="メイリオ" panose="020B0604030504040204" pitchFamily="50" charset="-128"/>
                <a:ea typeface="メイリオ" panose="020B0604030504040204" pitchFamily="50" charset="-128"/>
              </a:rPr>
              <a:t>から</a:t>
            </a:r>
            <a:r>
              <a:rPr kumimoji="1" lang="en-US" altLang="ja-JP" sz="900">
                <a:latin typeface="メイリオ" panose="020B0604030504040204" pitchFamily="50" charset="-128"/>
                <a:ea typeface="メイリオ" panose="020B0604030504040204" pitchFamily="50" charset="-128"/>
              </a:rPr>
              <a:t>DIH</a:t>
            </a:r>
            <a:r>
              <a:rPr kumimoji="1" lang="ja-JP" altLang="en-US" sz="900">
                <a:latin typeface="メイリオ" panose="020B0604030504040204" pitchFamily="50" charset="-128"/>
                <a:ea typeface="メイリオ" panose="020B0604030504040204" pitchFamily="50" charset="-128"/>
              </a:rPr>
              <a:t>に変更予定</a:t>
            </a:r>
            <a:endParaRPr kumimoji="1" lang="en-US" altLang="ja-JP" sz="900">
              <a:latin typeface="メイリオ" panose="020B0604030504040204" pitchFamily="50" charset="-128"/>
              <a:ea typeface="メイリオ" panose="020B0604030504040204" pitchFamily="50" charset="-128"/>
            </a:endParaRPr>
          </a:p>
        </p:txBody>
      </p:sp>
      <p:sp>
        <p:nvSpPr>
          <p:cNvPr id="110" name="右矢印 109"/>
          <p:cNvSpPr/>
          <p:nvPr/>
        </p:nvSpPr>
        <p:spPr>
          <a:xfrm>
            <a:off x="6450434" y="1997158"/>
            <a:ext cx="472711" cy="324036"/>
          </a:xfrm>
          <a:prstGeom prst="rightArrow">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latin typeface="メイリオ" panose="020B0604030504040204" pitchFamily="50" charset="-128"/>
              <a:ea typeface="メイリオ" panose="020B0604030504040204" pitchFamily="50" charset="-128"/>
            </a:endParaRPr>
          </a:p>
        </p:txBody>
      </p:sp>
      <p:sp>
        <p:nvSpPr>
          <p:cNvPr id="111" name="右矢印 110"/>
          <p:cNvSpPr/>
          <p:nvPr/>
        </p:nvSpPr>
        <p:spPr>
          <a:xfrm rot="10800000">
            <a:off x="6423303" y="2953002"/>
            <a:ext cx="472711" cy="324036"/>
          </a:xfrm>
          <a:prstGeom prst="rightArrow">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latin typeface="メイリオ" panose="020B0604030504040204" pitchFamily="50" charset="-128"/>
              <a:ea typeface="メイリオ" panose="020B0604030504040204" pitchFamily="50" charset="-128"/>
            </a:endParaRPr>
          </a:p>
        </p:txBody>
      </p:sp>
      <p:sp>
        <p:nvSpPr>
          <p:cNvPr id="112" name="右矢印 111"/>
          <p:cNvSpPr/>
          <p:nvPr/>
        </p:nvSpPr>
        <p:spPr>
          <a:xfrm>
            <a:off x="9622873" y="1997158"/>
            <a:ext cx="472711" cy="324036"/>
          </a:xfrm>
          <a:prstGeom prst="rightArrow">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latin typeface="メイリオ" panose="020B0604030504040204" pitchFamily="50" charset="-128"/>
              <a:ea typeface="メイリオ" panose="020B0604030504040204" pitchFamily="50" charset="-128"/>
            </a:endParaRPr>
          </a:p>
        </p:txBody>
      </p:sp>
      <p:sp>
        <p:nvSpPr>
          <p:cNvPr id="113" name="右矢印 112"/>
          <p:cNvSpPr/>
          <p:nvPr/>
        </p:nvSpPr>
        <p:spPr>
          <a:xfrm rot="10800000">
            <a:off x="9595742" y="2953002"/>
            <a:ext cx="472711" cy="324036"/>
          </a:xfrm>
          <a:prstGeom prst="rightArrow">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latin typeface="メイリオ" panose="020B0604030504040204" pitchFamily="50" charset="-128"/>
              <a:ea typeface="メイリオ" panose="020B0604030504040204" pitchFamily="50" charset="-128"/>
            </a:endParaRPr>
          </a:p>
        </p:txBody>
      </p:sp>
      <p:sp>
        <p:nvSpPr>
          <p:cNvPr id="114" name="テキスト ボックス 113"/>
          <p:cNvSpPr txBox="1"/>
          <p:nvPr/>
        </p:nvSpPr>
        <p:spPr>
          <a:xfrm>
            <a:off x="10117970" y="3371906"/>
            <a:ext cx="1796953" cy="575195"/>
          </a:xfrm>
          <a:prstGeom prst="rect">
            <a:avLst/>
          </a:prstGeom>
          <a:noFill/>
        </p:spPr>
        <p:txBody>
          <a:bodyPr wrap="square" rtlCol="0">
            <a:noAutofit/>
          </a:bodyPr>
          <a:lstStyle/>
          <a:p>
            <a:r>
              <a:rPr kumimoji="1" lang="en-US" altLang="ja-JP" sz="900">
                <a:latin typeface="メイリオ" panose="020B0604030504040204" pitchFamily="50" charset="-128"/>
                <a:ea typeface="メイリオ" panose="020B0604030504040204" pitchFamily="50" charset="-128"/>
              </a:rPr>
              <a:t>SDM</a:t>
            </a:r>
            <a:r>
              <a:rPr kumimoji="1" lang="ja-JP" altLang="en-US" sz="900" err="1">
                <a:latin typeface="メイリオ" panose="020B0604030504040204" pitchFamily="50" charset="-128"/>
                <a:ea typeface="メイリオ" panose="020B0604030504040204" pitchFamily="50" charset="-128"/>
              </a:rPr>
              <a:t>くん</a:t>
            </a:r>
            <a:r>
              <a:rPr kumimoji="1" lang="ja-JP" altLang="en-US" sz="900">
                <a:latin typeface="メイリオ" panose="020B0604030504040204" pitchFamily="50" charset="-128"/>
                <a:ea typeface="メイリオ" panose="020B0604030504040204" pitchFamily="50" charset="-128"/>
              </a:rPr>
              <a:t>機能開発と合わせて、対象システムとの連携を構築する。</a:t>
            </a:r>
            <a:endParaRPr kumimoji="1" lang="en-US" altLang="ja-JP" sz="900">
              <a:latin typeface="メイリオ" panose="020B0604030504040204" pitchFamily="50" charset="-128"/>
              <a:ea typeface="メイリオ" panose="020B0604030504040204" pitchFamily="50" charset="-128"/>
            </a:endParaRPr>
          </a:p>
        </p:txBody>
      </p:sp>
      <p:grpSp>
        <p:nvGrpSpPr>
          <p:cNvPr id="115" name="グループ化 114"/>
          <p:cNvGrpSpPr/>
          <p:nvPr/>
        </p:nvGrpSpPr>
        <p:grpSpPr>
          <a:xfrm>
            <a:off x="386094" y="5635264"/>
            <a:ext cx="838762" cy="838762"/>
            <a:chOff x="15097125" y="8675133"/>
            <a:chExt cx="2694566" cy="2694566"/>
          </a:xfrm>
        </p:grpSpPr>
        <p:pic>
          <p:nvPicPr>
            <p:cNvPr id="116" name="図 115"/>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5097125" y="8675133"/>
              <a:ext cx="2694566" cy="2694566"/>
            </a:xfrm>
            <a:prstGeom prst="rect">
              <a:avLst/>
            </a:prstGeom>
          </p:spPr>
        </p:pic>
        <p:pic>
          <p:nvPicPr>
            <p:cNvPr id="117" name="図 116"/>
            <p:cNvPicPr>
              <a:picLocks noChangeAspect="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453915" y="9516884"/>
              <a:ext cx="736056" cy="618888"/>
            </a:xfrm>
            <a:prstGeom prst="rect">
              <a:avLst/>
            </a:prstGeom>
          </p:spPr>
        </p:pic>
        <p:pic>
          <p:nvPicPr>
            <p:cNvPr id="118" name="図 117"/>
            <p:cNvPicPr>
              <a:picLocks noChangeAspect="1"/>
            </p:cNvPicPr>
            <p:nvPr/>
          </p:nvPicPr>
          <p:blipFill>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5852019" y="9578051"/>
              <a:ext cx="516673" cy="516673"/>
            </a:xfrm>
            <a:prstGeom prst="rect">
              <a:avLst/>
            </a:prstGeom>
          </p:spPr>
        </p:pic>
      </p:grpSp>
      <p:pic>
        <p:nvPicPr>
          <p:cNvPr id="119" name="図 118"/>
          <p:cNvPicPr>
            <a:picLocks noChangeAspect="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163452" y="5786512"/>
            <a:ext cx="525543" cy="525543"/>
          </a:xfrm>
          <a:prstGeom prst="rect">
            <a:avLst/>
          </a:prstGeom>
        </p:spPr>
      </p:pic>
      <p:sp>
        <p:nvSpPr>
          <p:cNvPr id="120" name="テキスト ボックス 119"/>
          <p:cNvSpPr txBox="1"/>
          <p:nvPr/>
        </p:nvSpPr>
        <p:spPr>
          <a:xfrm>
            <a:off x="476652" y="6309682"/>
            <a:ext cx="666646" cy="276999"/>
          </a:xfrm>
          <a:prstGeom prst="rect">
            <a:avLst/>
          </a:prstGeom>
          <a:noFill/>
        </p:spPr>
        <p:txBody>
          <a:bodyPr wrap="square" rtlCol="0">
            <a:spAutoFit/>
          </a:bodyPr>
          <a:lstStyle/>
          <a:p>
            <a:pPr algn="ctr"/>
            <a:r>
              <a:rPr kumimoji="1" lang="en-US" altLang="ja-JP" sz="1200">
                <a:latin typeface="メイリオ" panose="020B0604030504040204" pitchFamily="50" charset="-128"/>
                <a:ea typeface="メイリオ" panose="020B0604030504040204" pitchFamily="50" charset="-128"/>
              </a:rPr>
              <a:t>PC</a:t>
            </a:r>
          </a:p>
        </p:txBody>
      </p:sp>
      <p:pic>
        <p:nvPicPr>
          <p:cNvPr id="121" name="図 120"/>
          <p:cNvPicPr>
            <a:picLocks noChangeAspect="1"/>
          </p:cNvPicPr>
          <p:nvPr/>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68903" y="5690984"/>
            <a:ext cx="580776" cy="687909"/>
          </a:xfrm>
          <a:prstGeom prst="rect">
            <a:avLst/>
          </a:prstGeom>
        </p:spPr>
      </p:pic>
      <p:sp>
        <p:nvSpPr>
          <p:cNvPr id="122" name="テキスト ボックス 121"/>
          <p:cNvSpPr txBox="1"/>
          <p:nvPr/>
        </p:nvSpPr>
        <p:spPr>
          <a:xfrm>
            <a:off x="1171918" y="6309682"/>
            <a:ext cx="1129265" cy="276999"/>
          </a:xfrm>
          <a:prstGeom prst="rect">
            <a:avLst/>
          </a:prstGeom>
          <a:noFill/>
        </p:spPr>
        <p:txBody>
          <a:bodyPr wrap="square" rtlCol="0">
            <a:spAutoFit/>
          </a:bodyPr>
          <a:lstStyle/>
          <a:p>
            <a:pPr algn="ctr"/>
            <a:r>
              <a:rPr kumimoji="1" lang="en-US" altLang="ja-JP" sz="1200" err="1">
                <a:latin typeface="メイリオ" panose="020B0604030504040204" pitchFamily="50" charset="-128"/>
                <a:ea typeface="メイリオ" panose="020B0604030504040204" pitchFamily="50" charset="-128"/>
              </a:rPr>
              <a:t>Ipad</a:t>
            </a:r>
            <a:r>
              <a:rPr kumimoji="1" lang="en-US" altLang="ja-JP" sz="1200">
                <a:latin typeface="メイリオ" panose="020B0604030504040204" pitchFamily="50" charset="-128"/>
                <a:ea typeface="メイリオ" panose="020B0604030504040204" pitchFamily="50" charset="-128"/>
              </a:rPr>
              <a:t>/iPhone</a:t>
            </a:r>
          </a:p>
        </p:txBody>
      </p:sp>
      <p:sp>
        <p:nvSpPr>
          <p:cNvPr id="123" name="フローチャート: 代替処理 122"/>
          <p:cNvSpPr/>
          <p:nvPr/>
        </p:nvSpPr>
        <p:spPr>
          <a:xfrm>
            <a:off x="2980121" y="1216125"/>
            <a:ext cx="705250" cy="299160"/>
          </a:xfrm>
          <a:prstGeom prst="flowChartAlternateProcess">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2">
                    <a:lumMod val="50000"/>
                  </a:schemeClr>
                </a:solidFill>
                <a:latin typeface="メイリオ" panose="020B0604030504040204" pitchFamily="50" charset="-128"/>
                <a:ea typeface="メイリオ" panose="020B0604030504040204" pitchFamily="50" charset="-128"/>
              </a:rPr>
              <a:t>開発中</a:t>
            </a:r>
          </a:p>
        </p:txBody>
      </p:sp>
      <p:sp>
        <p:nvSpPr>
          <p:cNvPr id="95" name="フローチャート: 代替処理 94"/>
          <p:cNvSpPr/>
          <p:nvPr/>
        </p:nvSpPr>
        <p:spPr>
          <a:xfrm>
            <a:off x="2976356" y="869832"/>
            <a:ext cx="704120" cy="307843"/>
          </a:xfrm>
          <a:prstGeom prst="flowChartAlternateProcess">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2">
                    <a:lumMod val="50000"/>
                  </a:schemeClr>
                </a:solidFill>
                <a:latin typeface="メイリオ" panose="020B0604030504040204" pitchFamily="50" charset="-128"/>
                <a:ea typeface="メイリオ" panose="020B0604030504040204" pitchFamily="50" charset="-128"/>
              </a:rPr>
              <a:t>稼働中</a:t>
            </a:r>
          </a:p>
        </p:txBody>
      </p:sp>
    </p:spTree>
    <p:extLst>
      <p:ext uri="{BB962C8B-B14F-4D97-AF65-F5344CB8AC3E}">
        <p14:creationId xmlns:p14="http://schemas.microsoft.com/office/powerpoint/2010/main" val="997788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5D9E7-7811-85EB-1F88-5540D29B36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C8E84D5-F1DB-D1F1-406D-B61F276DCA7C}"/>
              </a:ext>
            </a:extLst>
          </p:cNvPr>
          <p:cNvSpPr>
            <a:spLocks noGrp="1"/>
          </p:cNvSpPr>
          <p:nvPr>
            <p:ph type="title"/>
          </p:nvPr>
        </p:nvSpPr>
        <p:spPr/>
        <p:txBody>
          <a:bodyPr/>
          <a:lstStyle/>
          <a:p>
            <a:r>
              <a:rPr lang="en-US" altLang="ja-JP">
                <a:solidFill/>
                <a:latin typeface="メイリオ"/>
                <a:ea typeface="メイリオ"/>
              </a:rPr>
              <a:t>【</a:t>
            </a:r>
            <a:r>
              <a:rPr lang="ja-JP" altLang="en-US">
                <a:solidFill/>
                <a:latin typeface="メイリオ"/>
                <a:ea typeface="メイリオ"/>
              </a:rPr>
              <a:t>参考</a:t>
            </a:r>
            <a:r>
              <a:rPr lang="en-US" altLang="ja-JP">
                <a:solidFill/>
                <a:latin typeface="メイリオ"/>
                <a:ea typeface="メイリオ"/>
              </a:rPr>
              <a:t>】</a:t>
            </a:r>
            <a:r>
              <a:rPr lang="ja-JP" altLang="en-US">
                <a:solidFill/>
                <a:latin typeface="メイリオ"/>
                <a:ea typeface="メイリオ"/>
              </a:rPr>
              <a:t>システムエグゼのオフショア開発①</a:t>
            </a:r>
            <a:endParaRPr kumimoji="1" lang="ja-JP" altLang="en-US"/>
          </a:p>
        </p:txBody>
      </p:sp>
      <p:pic>
        <p:nvPicPr>
          <p:cNvPr id="4" name="図 3">
            <a:extLst>
              <a:ext uri="{FF2B5EF4-FFF2-40B4-BE49-F238E27FC236}">
                <a16:creationId xmlns:a16="http://schemas.microsoft.com/office/drawing/2014/main" id="{4388D581-223A-B6C8-BD43-46E538CE4C5E}"/>
              </a:ext>
            </a:extLst>
          </p:cNvPr>
          <p:cNvPicPr>
            <a:picLocks noChangeAspect="1"/>
          </p:cNvPicPr>
          <p:nvPr/>
        </p:nvPicPr>
        <p:blipFill>
          <a:blip r:embed="rId3"/>
          <a:stretch>
            <a:fillRect/>
          </a:stretch>
        </p:blipFill>
        <p:spPr>
          <a:xfrm>
            <a:off x="1" y="772160"/>
            <a:ext cx="12191999" cy="5720683"/>
          </a:xfrm>
          <a:prstGeom prst="rect">
            <a:avLst/>
          </a:prstGeom>
        </p:spPr>
      </p:pic>
      <p:sp>
        <p:nvSpPr>
          <p:cNvPr id="15" name="テキスト ボックス 14">
            <a:extLst>
              <a:ext uri="{FF2B5EF4-FFF2-40B4-BE49-F238E27FC236}">
                <a16:creationId xmlns:a16="http://schemas.microsoft.com/office/drawing/2014/main" id="{96DAF87C-F5BD-B023-EA8C-E99211A926CA}"/>
              </a:ext>
            </a:extLst>
          </p:cNvPr>
          <p:cNvSpPr txBox="1"/>
          <p:nvPr/>
        </p:nvSpPr>
        <p:spPr>
          <a:xfrm>
            <a:off x="0" y="703051"/>
            <a:ext cx="12192000" cy="936000"/>
          </a:xfrm>
          <a:prstGeom prst="rect">
            <a:avLst/>
          </a:prstGeom>
          <a:solidFill>
            <a:schemeClr val="tx1"/>
          </a:solidFill>
        </p:spPr>
        <p:txBody>
          <a:bodyPr wrap="square" lIns="684000" tIns="0" rIns="0" bIns="0" anchor="ctr" anchorCtr="0">
            <a:noAutofit/>
          </a:bodyPr>
          <a:lstStyle/>
          <a:p>
            <a:r>
              <a:rPr lang="en-US" altLang="ja-JP" sz="3200" b="1">
                <a:solidFill>
                  <a:schemeClr val="bg1"/>
                </a:solidFill>
                <a:latin typeface="BIZ UDPゴシック" panose="020B0400000000000000" pitchFamily="50" charset="-128"/>
                <a:ea typeface="BIZ UDPゴシック" panose="020B0400000000000000" pitchFamily="50" charset="-128"/>
              </a:rPr>
              <a:t>Borderless </a:t>
            </a:r>
            <a:r>
              <a:rPr lang="en-US" altLang="ja-JP" sz="3200" b="1" err="1">
                <a:solidFill>
                  <a:schemeClr val="bg1"/>
                </a:solidFill>
                <a:latin typeface="BIZ UDPゴシック" panose="020B0400000000000000" pitchFamily="50" charset="-128"/>
                <a:ea typeface="BIZ UDPゴシック" panose="020B0400000000000000" pitchFamily="50" charset="-128"/>
              </a:rPr>
              <a:t>OneTeam</a:t>
            </a:r>
            <a:r>
              <a:rPr lang="en-US" altLang="ja-JP" sz="3200" b="1">
                <a:solidFill>
                  <a:schemeClr val="bg1"/>
                </a:solidFill>
                <a:latin typeface="BIZ UDPゴシック" panose="020B0400000000000000" pitchFamily="50" charset="-128"/>
                <a:ea typeface="BIZ UDPゴシック" panose="020B0400000000000000" pitchFamily="50" charset="-128"/>
              </a:rPr>
              <a:t> Development</a:t>
            </a:r>
            <a:r>
              <a:rPr lang="ja-JP" altLang="en-US" sz="2400" b="1">
                <a:solidFill>
                  <a:schemeClr val="bg1"/>
                </a:solidFill>
                <a:latin typeface="BIZ UDPゴシック" panose="020B0400000000000000" pitchFamily="50" charset="-128"/>
                <a:ea typeface="BIZ UDPゴシック" panose="020B0400000000000000" pitchFamily="50" charset="-128"/>
              </a:rPr>
              <a:t>（</a:t>
            </a:r>
            <a:r>
              <a:rPr lang="en-US" altLang="ja-JP" sz="2400" b="1" err="1">
                <a:solidFill>
                  <a:schemeClr val="bg1"/>
                </a:solidFill>
                <a:latin typeface="BIZ UDPゴシック" panose="020B0400000000000000" pitchFamily="50" charset="-128"/>
                <a:ea typeface="BIZ UDPゴシック" panose="020B0400000000000000" pitchFamily="50" charset="-128"/>
              </a:rPr>
              <a:t>BotDev</a:t>
            </a:r>
            <a:r>
              <a:rPr lang="ja-JP" altLang="en-US" sz="2400" b="1">
                <a:solidFill>
                  <a:schemeClr val="bg1"/>
                </a:solidFill>
                <a:latin typeface="BIZ UDPゴシック" panose="020B0400000000000000" pitchFamily="50" charset="-128"/>
                <a:ea typeface="BIZ UDPゴシック" panose="020B0400000000000000" pitchFamily="50" charset="-128"/>
              </a:rPr>
              <a:t>）</a:t>
            </a:r>
            <a:r>
              <a:rPr lang="en-US" altLang="ja-JP" sz="2400" b="1">
                <a:solidFill>
                  <a:schemeClr val="bg1"/>
                </a:solidFill>
                <a:latin typeface="BIZ UDPゴシック" panose="020B0400000000000000" pitchFamily="50" charset="-128"/>
                <a:ea typeface="BIZ UDPゴシック" panose="020B0400000000000000" pitchFamily="50" charset="-128"/>
              </a:rPr>
              <a:t> </a:t>
            </a:r>
            <a:r>
              <a:rPr lang="en-US" altLang="ja-JP" sz="3200" b="1">
                <a:solidFill>
                  <a:schemeClr val="bg1"/>
                </a:solidFill>
                <a:latin typeface="BIZ UDPゴシック" panose="020B0400000000000000" pitchFamily="50" charset="-128"/>
                <a:ea typeface="BIZ UDPゴシック" panose="020B0400000000000000" pitchFamily="50" charset="-128"/>
              </a:rPr>
              <a:t>1.0</a:t>
            </a:r>
            <a:endParaRPr lang="ja-JP" altLang="en-US" sz="3200" b="1">
              <a:solidFill>
                <a:schemeClr val="bg1"/>
              </a:solidFill>
              <a:latin typeface="BIZ UDPゴシック" panose="020B0400000000000000" pitchFamily="50" charset="-128"/>
              <a:ea typeface="BIZ UDPゴシック" panose="020B0400000000000000" pitchFamily="50" charset="-128"/>
            </a:endParaRPr>
          </a:p>
        </p:txBody>
      </p:sp>
      <p:sp>
        <p:nvSpPr>
          <p:cNvPr id="23" name="テキスト ボックス 22">
            <a:extLst>
              <a:ext uri="{FF2B5EF4-FFF2-40B4-BE49-F238E27FC236}">
                <a16:creationId xmlns:a16="http://schemas.microsoft.com/office/drawing/2014/main" id="{1EC87EB1-D428-603D-85DB-85FE252D37B8}"/>
              </a:ext>
            </a:extLst>
          </p:cNvPr>
          <p:cNvSpPr txBox="1"/>
          <p:nvPr/>
        </p:nvSpPr>
        <p:spPr>
          <a:xfrm>
            <a:off x="673563" y="1982014"/>
            <a:ext cx="5052665" cy="3857979"/>
          </a:xfrm>
          <a:prstGeom prst="rect">
            <a:avLst/>
          </a:prstGeom>
          <a:noFill/>
          <a:ln w="28575">
            <a:noFill/>
          </a:ln>
        </p:spPr>
        <p:txBody>
          <a:bodyPr wrap="none" lIns="0" tIns="0" rIns="0" bIns="0" rtlCol="0">
            <a:spAutoFit/>
          </a:bodyPr>
          <a:lstStyle/>
          <a:p>
            <a:pPr>
              <a:lnSpc>
                <a:spcPct val="120000"/>
              </a:lnSpc>
              <a:spcAft>
                <a:spcPts val="1800"/>
              </a:spcAft>
            </a:pPr>
            <a:r>
              <a:rPr lang="ja-JP" altLang="en-US" sz="1400" b="1">
                <a:solidFill>
                  <a:schemeClr val="bg1"/>
                </a:solidFill>
                <a:latin typeface="メイリオ" panose="020B0604030504040204" pitchFamily="50" charset="-128"/>
                <a:ea typeface="メイリオ" panose="020B0604030504040204" pitchFamily="50" charset="-128"/>
              </a:rPr>
              <a:t>システムエグゼのオフショア開発は一線を画す。</a:t>
            </a:r>
            <a:endParaRPr lang="en-US" altLang="ja-JP" sz="1400" b="1">
              <a:solidFill>
                <a:schemeClr val="bg1"/>
              </a:solidFill>
              <a:latin typeface="メイリオ" panose="020B0604030504040204" pitchFamily="50" charset="-128"/>
              <a:ea typeface="メイリオ" panose="020B0604030504040204" pitchFamily="50" charset="-128"/>
            </a:endParaRPr>
          </a:p>
          <a:p>
            <a:pPr>
              <a:lnSpc>
                <a:spcPct val="120000"/>
              </a:lnSpc>
              <a:spcAft>
                <a:spcPts val="1800"/>
              </a:spcAft>
            </a:pPr>
            <a:r>
              <a:rPr lang="ja-JP" altLang="en-US" sz="1400" b="1">
                <a:solidFill>
                  <a:schemeClr val="bg1"/>
                </a:solidFill>
                <a:latin typeface="メイリオ" panose="020B0604030504040204" pitchFamily="50" charset="-128"/>
                <a:ea typeface="メイリオ" panose="020B0604030504040204" pitchFamily="50" charset="-128"/>
              </a:rPr>
              <a:t>何故なら、私たちの日本の文化を完全に取り入れた</a:t>
            </a:r>
            <a:br>
              <a:rPr lang="en-US" altLang="ja-JP" sz="1400" b="1">
                <a:solidFill>
                  <a:schemeClr val="bg1"/>
                </a:solidFill>
                <a:latin typeface="メイリオ" panose="020B0604030504040204" pitchFamily="50" charset="-128"/>
                <a:ea typeface="メイリオ" panose="020B0604030504040204" pitchFamily="50" charset="-128"/>
              </a:rPr>
            </a:br>
            <a:r>
              <a:rPr lang="en-US" altLang="ja-JP" sz="2000" b="1">
                <a:solidFill>
                  <a:schemeClr val="accent3">
                    <a:lumMod val="60000"/>
                    <a:lumOff val="40000"/>
                  </a:schemeClr>
                </a:solidFill>
                <a:latin typeface="メイリオ" panose="020B0604030504040204" pitchFamily="50" charset="-128"/>
                <a:ea typeface="メイリオ" panose="020B0604030504040204" pitchFamily="50" charset="-128"/>
              </a:rPr>
              <a:t>One Team</a:t>
            </a:r>
            <a:r>
              <a:rPr lang="ja-JP" altLang="en-US" sz="2000" b="1">
                <a:solidFill>
                  <a:schemeClr val="accent3">
                    <a:lumMod val="60000"/>
                    <a:lumOff val="40000"/>
                  </a:schemeClr>
                </a:solidFill>
                <a:latin typeface="メイリオ" panose="020B0604030504040204" pitchFamily="50" charset="-128"/>
                <a:ea typeface="メイリオ" panose="020B0604030504040204" pitchFamily="50" charset="-128"/>
              </a:rPr>
              <a:t>開発</a:t>
            </a:r>
            <a:r>
              <a:rPr lang="ja-JP" altLang="en-US" sz="1400" b="1">
                <a:solidFill>
                  <a:schemeClr val="bg1"/>
                </a:solidFill>
                <a:latin typeface="メイリオ" panose="020B0604030504040204" pitchFamily="50" charset="-128"/>
                <a:ea typeface="メイリオ" panose="020B0604030504040204" pitchFamily="50" charset="-128"/>
              </a:rPr>
              <a:t>というサービスは、</a:t>
            </a:r>
            <a:br>
              <a:rPr lang="en-US" altLang="ja-JP" sz="1400" b="1">
                <a:solidFill>
                  <a:schemeClr val="bg1"/>
                </a:solidFill>
                <a:latin typeface="メイリオ" panose="020B0604030504040204" pitchFamily="50" charset="-128"/>
                <a:ea typeface="メイリオ" panose="020B0604030504040204" pitchFamily="50" charset="-128"/>
              </a:rPr>
            </a:br>
            <a:r>
              <a:rPr lang="ja-JP" altLang="en-US" sz="1400" b="1">
                <a:solidFill>
                  <a:schemeClr val="bg1"/>
                </a:solidFill>
                <a:latin typeface="メイリオ" panose="020B0604030504040204" pitchFamily="50" charset="-128"/>
                <a:ea typeface="メイリオ" panose="020B0604030504040204" pitchFamily="50" charset="-128"/>
              </a:rPr>
              <a:t>日本とベトナム、そして真ん中に位置する</a:t>
            </a:r>
            <a:br>
              <a:rPr lang="en-US" altLang="ja-JP" sz="1400" b="1">
                <a:solidFill>
                  <a:schemeClr val="bg1"/>
                </a:solidFill>
                <a:latin typeface="メイリオ" panose="020B0604030504040204" pitchFamily="50" charset="-128"/>
                <a:ea typeface="メイリオ" panose="020B0604030504040204" pitchFamily="50" charset="-128"/>
              </a:rPr>
            </a:br>
            <a:r>
              <a:rPr lang="ja-JP" altLang="en-US" sz="2000" b="1">
                <a:solidFill>
                  <a:schemeClr val="accent3">
                    <a:lumMod val="60000"/>
                    <a:lumOff val="40000"/>
                  </a:schemeClr>
                </a:solidFill>
                <a:latin typeface="メイリオ" panose="020B0604030504040204" pitchFamily="50" charset="-128"/>
                <a:ea typeface="メイリオ" panose="020B0604030504040204" pitchFamily="50" charset="-128"/>
              </a:rPr>
              <a:t>プロフェッショナルなブリッジエンジニア</a:t>
            </a:r>
            <a:r>
              <a:rPr lang="ja-JP" altLang="en-US" sz="1400" b="1">
                <a:solidFill>
                  <a:schemeClr val="bg1"/>
                </a:solidFill>
                <a:latin typeface="メイリオ" panose="020B0604030504040204" pitchFamily="50" charset="-128"/>
                <a:ea typeface="メイリオ" panose="020B0604030504040204" pitchFamily="50" charset="-128"/>
              </a:rPr>
              <a:t>の</a:t>
            </a:r>
            <a:br>
              <a:rPr lang="en-US" altLang="ja-JP" sz="1400" b="1">
                <a:solidFill>
                  <a:schemeClr val="bg1"/>
                </a:solidFill>
                <a:latin typeface="メイリオ" panose="020B0604030504040204" pitchFamily="50" charset="-128"/>
                <a:ea typeface="メイリオ" panose="020B0604030504040204" pitchFamily="50" charset="-128"/>
              </a:rPr>
            </a:br>
            <a:r>
              <a:rPr lang="en-US" altLang="ja-JP" sz="1400" b="1">
                <a:solidFill>
                  <a:schemeClr val="bg1"/>
                </a:solidFill>
                <a:latin typeface="メイリオ" panose="020B0604030504040204" pitchFamily="50" charset="-128"/>
                <a:ea typeface="メイリオ" panose="020B0604030504040204" pitchFamily="50" charset="-128"/>
              </a:rPr>
              <a:t>3</a:t>
            </a:r>
            <a:r>
              <a:rPr lang="ja-JP" altLang="en-US" sz="1400" b="1">
                <a:solidFill>
                  <a:schemeClr val="bg1"/>
                </a:solidFill>
                <a:latin typeface="メイリオ" panose="020B0604030504040204" pitchFamily="50" charset="-128"/>
                <a:ea typeface="メイリオ" panose="020B0604030504040204" pitchFamily="50" charset="-128"/>
              </a:rPr>
              <a:t>つの視点でお客様のプロジェクトを推進します。</a:t>
            </a:r>
            <a:endParaRPr lang="en-US" altLang="ja-JP" sz="1400" b="1">
              <a:solidFill>
                <a:schemeClr val="bg1"/>
              </a:solidFill>
              <a:latin typeface="メイリオ" panose="020B0604030504040204" pitchFamily="50" charset="-128"/>
              <a:ea typeface="メイリオ" panose="020B0604030504040204" pitchFamily="50" charset="-128"/>
            </a:endParaRPr>
          </a:p>
          <a:p>
            <a:pPr>
              <a:lnSpc>
                <a:spcPct val="120000"/>
              </a:lnSpc>
              <a:spcAft>
                <a:spcPts val="1800"/>
              </a:spcAft>
            </a:pPr>
            <a:endParaRPr lang="en-US" altLang="ja-JP" sz="1400" b="1">
              <a:solidFill>
                <a:schemeClr val="bg1"/>
              </a:solidFill>
              <a:latin typeface="メイリオ" panose="020B0604030504040204" pitchFamily="50" charset="-128"/>
              <a:ea typeface="メイリオ" panose="020B0604030504040204" pitchFamily="50" charset="-128"/>
            </a:endParaRPr>
          </a:p>
          <a:p>
            <a:pPr>
              <a:lnSpc>
                <a:spcPct val="120000"/>
              </a:lnSpc>
              <a:spcAft>
                <a:spcPts val="1800"/>
              </a:spcAft>
            </a:pPr>
            <a:br>
              <a:rPr lang="en-US" altLang="ja-JP" sz="1400" b="1">
                <a:solidFill>
                  <a:schemeClr val="bg1"/>
                </a:solidFill>
                <a:latin typeface="メイリオ" panose="020B0604030504040204" pitchFamily="50" charset="-128"/>
                <a:ea typeface="メイリオ" panose="020B0604030504040204" pitchFamily="50" charset="-128"/>
              </a:rPr>
            </a:br>
            <a:r>
              <a:rPr lang="ja-JP" altLang="en-US" sz="1400" b="1">
                <a:solidFill>
                  <a:schemeClr val="bg1"/>
                </a:solidFill>
                <a:latin typeface="メイリオ" panose="020B0604030504040204" pitchFamily="50" charset="-128"/>
                <a:ea typeface="メイリオ" panose="020B0604030504040204" pitchFamily="50" charset="-128"/>
              </a:rPr>
              <a:t>その考えのもと、</a:t>
            </a:r>
            <a:br>
              <a:rPr lang="en-US" altLang="ja-JP" sz="1400" b="1">
                <a:solidFill>
                  <a:schemeClr val="bg1"/>
                </a:solidFill>
                <a:latin typeface="メイリオ" panose="020B0604030504040204" pitchFamily="50" charset="-128"/>
                <a:ea typeface="メイリオ" panose="020B0604030504040204" pitchFamily="50" charset="-128"/>
              </a:rPr>
            </a:br>
            <a:r>
              <a:rPr lang="ja-JP" altLang="en-US" sz="1400" b="1">
                <a:solidFill>
                  <a:schemeClr val="bg1"/>
                </a:solidFill>
                <a:latin typeface="メイリオ" panose="020B0604030504040204" pitchFamily="50" charset="-128"/>
                <a:ea typeface="メイリオ" panose="020B0604030504040204" pitchFamily="50" charset="-128"/>
              </a:rPr>
              <a:t>この</a:t>
            </a:r>
            <a:r>
              <a:rPr lang="ja-JP" altLang="en-US" sz="2000" b="1">
                <a:solidFill>
                  <a:schemeClr val="accent3">
                    <a:lumMod val="60000"/>
                    <a:lumOff val="40000"/>
                  </a:schemeClr>
                </a:solidFill>
                <a:latin typeface="メイリオ" panose="020B0604030504040204" pitchFamily="50" charset="-128"/>
                <a:ea typeface="メイリオ" panose="020B0604030504040204" pitchFamily="50" charset="-128"/>
              </a:rPr>
              <a:t>ボーダレスなチーム体制</a:t>
            </a:r>
            <a:r>
              <a:rPr lang="ja-JP" altLang="en-US" sz="1400" b="1">
                <a:solidFill>
                  <a:schemeClr val="bg1"/>
                </a:solidFill>
                <a:latin typeface="メイリオ" panose="020B0604030504040204" pitchFamily="50" charset="-128"/>
                <a:ea typeface="メイリオ" panose="020B0604030504040204" pitchFamily="50" charset="-128"/>
              </a:rPr>
              <a:t>により、</a:t>
            </a:r>
            <a:br>
              <a:rPr lang="en-US" altLang="ja-JP" sz="1400" b="1">
                <a:solidFill>
                  <a:schemeClr val="bg1"/>
                </a:solidFill>
                <a:latin typeface="メイリオ" panose="020B0604030504040204" pitchFamily="50" charset="-128"/>
                <a:ea typeface="メイリオ" panose="020B0604030504040204" pitchFamily="50" charset="-128"/>
              </a:rPr>
            </a:br>
            <a:r>
              <a:rPr lang="ja-JP" altLang="en-US" sz="1400" b="1">
                <a:solidFill>
                  <a:schemeClr val="bg1"/>
                </a:solidFill>
                <a:latin typeface="メイリオ" panose="020B0604030504040204" pitchFamily="50" charset="-128"/>
                <a:ea typeface="メイリオ" panose="020B0604030504040204" pitchFamily="50" charset="-128"/>
              </a:rPr>
              <a:t>安定したより高い品質のサービスを提供いたします。</a:t>
            </a:r>
            <a:endParaRPr lang="en-US" altLang="ja-JP" sz="1400" b="1">
              <a:solidFill>
                <a:schemeClr val="bg1"/>
              </a:solidFill>
              <a:latin typeface="メイリオ" panose="020B0604030504040204" pitchFamily="50" charset="-128"/>
              <a:ea typeface="メイリオ" panose="020B0604030504040204" pitchFamily="50" charset="-128"/>
            </a:endParaRPr>
          </a:p>
        </p:txBody>
      </p:sp>
      <p:grpSp>
        <p:nvGrpSpPr>
          <p:cNvPr id="25" name="グループ化 24">
            <a:extLst>
              <a:ext uri="{FF2B5EF4-FFF2-40B4-BE49-F238E27FC236}">
                <a16:creationId xmlns:a16="http://schemas.microsoft.com/office/drawing/2014/main" id="{14DA7A22-3122-5BD8-8485-BD855C3BD9F5}"/>
              </a:ext>
            </a:extLst>
          </p:cNvPr>
          <p:cNvGrpSpPr/>
          <p:nvPr/>
        </p:nvGrpSpPr>
        <p:grpSpPr>
          <a:xfrm>
            <a:off x="673562" y="4244887"/>
            <a:ext cx="5299974" cy="589280"/>
            <a:chOff x="790795" y="4539706"/>
            <a:chExt cx="5203778" cy="589280"/>
          </a:xfrm>
        </p:grpSpPr>
        <p:sp>
          <p:nvSpPr>
            <p:cNvPr id="26" name="平行四辺形 25">
              <a:extLst>
                <a:ext uri="{FF2B5EF4-FFF2-40B4-BE49-F238E27FC236}">
                  <a16:creationId xmlns:a16="http://schemas.microsoft.com/office/drawing/2014/main" id="{1C9053C6-3E4F-1B94-2DBB-31A2C5405BAD}"/>
                </a:ext>
              </a:extLst>
            </p:cNvPr>
            <p:cNvSpPr/>
            <p:nvPr/>
          </p:nvSpPr>
          <p:spPr>
            <a:xfrm>
              <a:off x="790795" y="4539706"/>
              <a:ext cx="5203778" cy="589280"/>
            </a:xfrm>
            <a:prstGeom prst="parallelogram">
              <a:avLst>
                <a:gd name="adj" fmla="val 25435"/>
              </a:avLst>
            </a:prstGeom>
            <a:solidFill>
              <a:schemeClr val="bg1"/>
            </a:solidFill>
            <a:ln>
              <a:noFill/>
            </a:ln>
            <a:effectLst>
              <a:outerShdw dist="50800" dir="2700000" algn="ctr" rotWithShape="0">
                <a:schemeClr val="accent2"/>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nSpc>
                  <a:spcPct val="120000"/>
                </a:lnSpc>
                <a:spcAft>
                  <a:spcPts val="1800"/>
                </a:spcAft>
              </a:pPr>
              <a:endParaRPr lang="en-US" altLang="ja-JP" b="1">
                <a:solidFill>
                  <a:schemeClr val="accent2"/>
                </a:solidFill>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1CDE6AC8-A066-7B5F-CEEC-8EA9D63181F4}"/>
                </a:ext>
              </a:extLst>
            </p:cNvPr>
            <p:cNvSpPr txBox="1"/>
            <p:nvPr/>
          </p:nvSpPr>
          <p:spPr>
            <a:xfrm>
              <a:off x="1147504" y="4648141"/>
              <a:ext cx="4499804" cy="372410"/>
            </a:xfrm>
            <a:prstGeom prst="rect">
              <a:avLst/>
            </a:prstGeom>
            <a:noFill/>
          </p:spPr>
          <p:txBody>
            <a:bodyPr wrap="none" lIns="0" tIns="0" rIns="0" bIns="0" anchor="ctr" anchorCtr="0">
              <a:spAutoFit/>
            </a:bodyPr>
            <a:lstStyle/>
            <a:p>
              <a:pPr>
                <a:lnSpc>
                  <a:spcPct val="110000"/>
                </a:lnSpc>
                <a:spcAft>
                  <a:spcPts val="1800"/>
                </a:spcAft>
              </a:pPr>
              <a:r>
                <a:rPr lang="ja-JP" altLang="en-US" sz="1600" b="1">
                  <a:solidFill>
                    <a:schemeClr val="accent3"/>
                  </a:solidFill>
                  <a:latin typeface="メイリオ" panose="020B0604030504040204" pitchFamily="50" charset="-128"/>
                  <a:ea typeface="メイリオ" panose="020B0604030504040204" pitchFamily="50" charset="-128"/>
                </a:rPr>
                <a:t>お客様へ提供するものは </a:t>
              </a:r>
              <a:r>
                <a:rPr lang="ja-JP" altLang="en-US" sz="2200" b="1">
                  <a:solidFill>
                    <a:schemeClr val="accent3"/>
                  </a:solidFill>
                  <a:latin typeface="メイリオ" panose="020B0604030504040204" pitchFamily="50" charset="-128"/>
                  <a:ea typeface="メイリオ" panose="020B0604030504040204" pitchFamily="50" charset="-128"/>
                </a:rPr>
                <a:t>価値以外にはない</a:t>
              </a:r>
              <a:endParaRPr lang="en-US" altLang="ja-JP" sz="2200" b="1">
                <a:solidFill>
                  <a:schemeClr val="accent3"/>
                </a:solidFill>
                <a:latin typeface="メイリオ" panose="020B0604030504040204" pitchFamily="50" charset="-128"/>
                <a:ea typeface="メイリオ" panose="020B0604030504040204" pitchFamily="50" charset="-128"/>
              </a:endParaRPr>
            </a:p>
          </p:txBody>
        </p:sp>
      </p:grpSp>
    </p:spTree>
    <p:extLst>
      <p:ext uri="{BB962C8B-B14F-4D97-AF65-F5344CB8AC3E}">
        <p14:creationId xmlns:p14="http://schemas.microsoft.com/office/powerpoint/2010/main" val="5586701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E2040-CDE6-3CFC-EDB4-36E7F7D7BA7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B1D0962-5BE3-083C-C7AF-69978B0CBDF5}"/>
              </a:ext>
            </a:extLst>
          </p:cNvPr>
          <p:cNvSpPr>
            <a:spLocks noGrp="1"/>
          </p:cNvSpPr>
          <p:nvPr>
            <p:ph type="title"/>
          </p:nvPr>
        </p:nvSpPr>
        <p:spPr/>
        <p:txBody>
          <a:bodyPr/>
          <a:lstStyle/>
          <a:p>
            <a:r>
              <a:rPr lang="en-US" altLang="ja-JP">
                <a:solidFill/>
                <a:latin typeface="メイリオ"/>
                <a:ea typeface="メイリオ"/>
              </a:rPr>
              <a:t>【</a:t>
            </a:r>
            <a:r>
              <a:rPr lang="ja-JP" altLang="en-US">
                <a:solidFill/>
                <a:latin typeface="メイリオ"/>
                <a:ea typeface="メイリオ"/>
              </a:rPr>
              <a:t>参考</a:t>
            </a:r>
            <a:r>
              <a:rPr lang="en-US" altLang="ja-JP">
                <a:solidFill/>
                <a:latin typeface="メイリオ"/>
                <a:ea typeface="メイリオ"/>
              </a:rPr>
              <a:t>】</a:t>
            </a:r>
            <a:r>
              <a:rPr lang="ja-JP" altLang="en-US">
                <a:solidFill/>
                <a:latin typeface="メイリオ"/>
                <a:ea typeface="メイリオ"/>
              </a:rPr>
              <a:t>システムエグゼのオフショア開発②</a:t>
            </a:r>
            <a:endParaRPr kumimoji="1" lang="ja-JP" altLang="en-US">
              <a:latin typeface="メイリオ"/>
              <a:ea typeface="メイリオ"/>
            </a:endParaRPr>
          </a:p>
        </p:txBody>
      </p:sp>
      <p:cxnSp>
        <p:nvCxnSpPr>
          <p:cNvPr id="28" name="直線矢印コネクタ 27">
            <a:extLst>
              <a:ext uri="{FF2B5EF4-FFF2-40B4-BE49-F238E27FC236}">
                <a16:creationId xmlns:a16="http://schemas.microsoft.com/office/drawing/2014/main" id="{58EEB442-708D-CDBB-B195-18643BEC373E}"/>
              </a:ext>
            </a:extLst>
          </p:cNvPr>
          <p:cNvCxnSpPr>
            <a:stCxn id="41" idx="2"/>
            <a:endCxn id="59" idx="0"/>
          </p:cNvCxnSpPr>
          <p:nvPr/>
        </p:nvCxnSpPr>
        <p:spPr>
          <a:xfrm>
            <a:off x="5980321" y="2861631"/>
            <a:ext cx="0" cy="148226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A43EF17C-CE98-0F13-00D5-DB14EA482EB8}"/>
              </a:ext>
            </a:extLst>
          </p:cNvPr>
          <p:cNvSpPr/>
          <p:nvPr/>
        </p:nvSpPr>
        <p:spPr>
          <a:xfrm>
            <a:off x="5254224" y="3651199"/>
            <a:ext cx="1413933" cy="2624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67">
                <a:latin typeface="メイリオ" panose="020B0604030504040204" pitchFamily="50" charset="-128"/>
                <a:ea typeface="メイリオ" panose="020B0604030504040204" pitchFamily="50" charset="-128"/>
              </a:rPr>
              <a:t>進捗報告</a:t>
            </a:r>
          </a:p>
        </p:txBody>
      </p:sp>
      <p:cxnSp>
        <p:nvCxnSpPr>
          <p:cNvPr id="32" name="直線コネクタ 31">
            <a:extLst>
              <a:ext uri="{FF2B5EF4-FFF2-40B4-BE49-F238E27FC236}">
                <a16:creationId xmlns:a16="http://schemas.microsoft.com/office/drawing/2014/main" id="{B3289F41-2F1F-2F93-AF3D-2B5B09B5A73B}"/>
              </a:ext>
            </a:extLst>
          </p:cNvPr>
          <p:cNvCxnSpPr>
            <a:cxnSpLocks/>
            <a:stCxn id="55" idx="1"/>
            <a:endCxn id="41" idx="3"/>
          </p:cNvCxnSpPr>
          <p:nvPr/>
        </p:nvCxnSpPr>
        <p:spPr>
          <a:xfrm flipH="1" flipV="1">
            <a:off x="7123322" y="2484865"/>
            <a:ext cx="1351364" cy="114289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CB0166D1-5413-68AE-568C-A27811E61F2B}"/>
              </a:ext>
            </a:extLst>
          </p:cNvPr>
          <p:cNvCxnSpPr>
            <a:cxnSpLocks/>
            <a:stCxn id="49" idx="1"/>
            <a:endCxn id="41" idx="3"/>
          </p:cNvCxnSpPr>
          <p:nvPr/>
        </p:nvCxnSpPr>
        <p:spPr>
          <a:xfrm flipH="1">
            <a:off x="7123322" y="1324536"/>
            <a:ext cx="1351364" cy="11603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正方形/長方形 39">
            <a:extLst>
              <a:ext uri="{FF2B5EF4-FFF2-40B4-BE49-F238E27FC236}">
                <a16:creationId xmlns:a16="http://schemas.microsoft.com/office/drawing/2014/main" id="{3652059D-3005-2F83-6B36-B37BDCED7DCF}"/>
              </a:ext>
            </a:extLst>
          </p:cNvPr>
          <p:cNvSpPr/>
          <p:nvPr/>
        </p:nvSpPr>
        <p:spPr>
          <a:xfrm>
            <a:off x="5992859" y="1320800"/>
            <a:ext cx="3615589" cy="115146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a:latin typeface="メイリオ" panose="020B0604030504040204" pitchFamily="50" charset="-128"/>
              <a:ea typeface="メイリオ" panose="020B0604030504040204" pitchFamily="50" charset="-128"/>
            </a:endParaRPr>
          </a:p>
        </p:txBody>
      </p:sp>
      <p:sp>
        <p:nvSpPr>
          <p:cNvPr id="41" name="四角形: 角を丸くする 40">
            <a:extLst>
              <a:ext uri="{FF2B5EF4-FFF2-40B4-BE49-F238E27FC236}">
                <a16:creationId xmlns:a16="http://schemas.microsoft.com/office/drawing/2014/main" id="{F042D776-447B-43C0-6AA3-B9E9285DF42C}"/>
              </a:ext>
            </a:extLst>
          </p:cNvPr>
          <p:cNvSpPr/>
          <p:nvPr/>
        </p:nvSpPr>
        <p:spPr>
          <a:xfrm>
            <a:off x="4837321" y="2108098"/>
            <a:ext cx="2286000" cy="753533"/>
          </a:xfrm>
          <a:prstGeom prst="roundRect">
            <a:avLst/>
          </a:prstGeom>
          <a:solidFill>
            <a:schemeClr val="accent2">
              <a:lumMod val="50000"/>
            </a:scheme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bg1"/>
                </a:solidFill>
                <a:latin typeface="メイリオ" panose="020B0604030504040204" pitchFamily="50" charset="-128"/>
                <a:ea typeface="メイリオ" panose="020B0604030504040204" pitchFamily="50" charset="-128"/>
              </a:rPr>
              <a:t>海外ビジネス推進室</a:t>
            </a:r>
            <a:endParaRPr kumimoji="1" lang="en-US" altLang="ja-JP" sz="1400">
              <a:solidFill>
                <a:schemeClr val="bg1"/>
              </a:solidFill>
              <a:latin typeface="メイリオ" panose="020B0604030504040204" pitchFamily="50" charset="-128"/>
              <a:ea typeface="メイリオ" panose="020B0604030504040204" pitchFamily="50" charset="-128"/>
            </a:endParaRPr>
          </a:p>
          <a:p>
            <a:pPr algn="ctr"/>
            <a:r>
              <a:rPr kumimoji="1" lang="ja-JP" altLang="en-US" sz="1867">
                <a:solidFill>
                  <a:schemeClr val="bg1"/>
                </a:solidFill>
                <a:latin typeface="メイリオ" panose="020B0604030504040204" pitchFamily="50" charset="-128"/>
                <a:ea typeface="メイリオ" panose="020B0604030504040204" pitchFamily="50" charset="-128"/>
              </a:rPr>
              <a:t>ブリッジ</a:t>
            </a:r>
            <a:r>
              <a:rPr kumimoji="1" lang="en-US" altLang="ja-JP" sz="1867">
                <a:solidFill>
                  <a:schemeClr val="bg1"/>
                </a:solidFill>
                <a:latin typeface="メイリオ" panose="020B0604030504040204" pitchFamily="50" charset="-128"/>
                <a:ea typeface="メイリオ" panose="020B0604030504040204" pitchFamily="50" charset="-128"/>
              </a:rPr>
              <a:t>SE</a:t>
            </a:r>
            <a:endParaRPr kumimoji="1" lang="ja-JP" altLang="en-US" sz="1867">
              <a:solidFill>
                <a:schemeClr val="bg1"/>
              </a:solidFill>
              <a:latin typeface="メイリオ" panose="020B0604030504040204" pitchFamily="50" charset="-128"/>
              <a:ea typeface="メイリオ" panose="020B0604030504040204" pitchFamily="50" charset="-128"/>
            </a:endParaRPr>
          </a:p>
        </p:txBody>
      </p:sp>
      <p:sp>
        <p:nvSpPr>
          <p:cNvPr id="47" name="四角形: 角を丸くする 46">
            <a:extLst>
              <a:ext uri="{FF2B5EF4-FFF2-40B4-BE49-F238E27FC236}">
                <a16:creationId xmlns:a16="http://schemas.microsoft.com/office/drawing/2014/main" id="{D21EE98F-4CBB-4C96-54A8-703C7AD67EBA}"/>
              </a:ext>
            </a:extLst>
          </p:cNvPr>
          <p:cNvSpPr/>
          <p:nvPr/>
        </p:nvSpPr>
        <p:spPr>
          <a:xfrm>
            <a:off x="4837321" y="947770"/>
            <a:ext cx="2286000" cy="753533"/>
          </a:xfrm>
          <a:prstGeom prst="round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システムエグゼ</a:t>
            </a:r>
            <a:endParaRPr kumimoji="1" lang="en-US" altLang="ja-JP" sz="1400">
              <a:latin typeface="メイリオ" panose="020B0604030504040204" pitchFamily="50" charset="-128"/>
              <a:ea typeface="メイリオ" panose="020B0604030504040204" pitchFamily="50" charset="-128"/>
            </a:endParaRPr>
          </a:p>
          <a:p>
            <a:pPr algn="ctr"/>
            <a:r>
              <a:rPr kumimoji="1" lang="en-US" altLang="ja-JP" sz="1867">
                <a:latin typeface="メイリオ" panose="020B0604030504040204" pitchFamily="50" charset="-128"/>
                <a:ea typeface="メイリオ" panose="020B0604030504040204" pitchFamily="50" charset="-128"/>
              </a:rPr>
              <a:t>PM/PL</a:t>
            </a:r>
            <a:endParaRPr kumimoji="1" lang="ja-JP" altLang="en-US" sz="2667">
              <a:latin typeface="メイリオ" panose="020B0604030504040204" pitchFamily="50" charset="-128"/>
              <a:ea typeface="メイリオ" panose="020B0604030504040204" pitchFamily="50" charset="-128"/>
            </a:endParaRPr>
          </a:p>
        </p:txBody>
      </p:sp>
      <p:sp>
        <p:nvSpPr>
          <p:cNvPr id="48" name="四角形: 角を丸くする 47">
            <a:extLst>
              <a:ext uri="{FF2B5EF4-FFF2-40B4-BE49-F238E27FC236}">
                <a16:creationId xmlns:a16="http://schemas.microsoft.com/office/drawing/2014/main" id="{E9F27C3B-D7F6-0922-90D0-1B39C6B671BB}"/>
              </a:ext>
            </a:extLst>
          </p:cNvPr>
          <p:cNvSpPr/>
          <p:nvPr/>
        </p:nvSpPr>
        <p:spPr>
          <a:xfrm>
            <a:off x="8474685" y="2108098"/>
            <a:ext cx="2286000" cy="753533"/>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ベトナム</a:t>
            </a:r>
            <a:endParaRPr kumimoji="1" lang="en-US" altLang="ja-JP" sz="1400">
              <a:latin typeface="メイリオ" panose="020B0604030504040204" pitchFamily="50" charset="-128"/>
              <a:ea typeface="メイリオ" panose="020B0604030504040204" pitchFamily="50" charset="-128"/>
            </a:endParaRPr>
          </a:p>
          <a:p>
            <a:pPr algn="ctr"/>
            <a:r>
              <a:rPr kumimoji="1" lang="ja-JP" altLang="en-US" sz="1867">
                <a:latin typeface="メイリオ" panose="020B0604030504040204" pitchFamily="50" charset="-128"/>
                <a:ea typeface="メイリオ" panose="020B0604030504040204" pitchFamily="50" charset="-128"/>
              </a:rPr>
              <a:t>コミュニケーター</a:t>
            </a:r>
          </a:p>
        </p:txBody>
      </p:sp>
      <p:sp>
        <p:nvSpPr>
          <p:cNvPr id="49" name="四角形: 角を丸くする 48">
            <a:extLst>
              <a:ext uri="{FF2B5EF4-FFF2-40B4-BE49-F238E27FC236}">
                <a16:creationId xmlns:a16="http://schemas.microsoft.com/office/drawing/2014/main" id="{36590363-03B0-32D2-B5BD-B30A771DC9C7}"/>
              </a:ext>
            </a:extLst>
          </p:cNvPr>
          <p:cNvSpPr/>
          <p:nvPr/>
        </p:nvSpPr>
        <p:spPr>
          <a:xfrm>
            <a:off x="8474685" y="947770"/>
            <a:ext cx="2286000" cy="753533"/>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ベトナム</a:t>
            </a:r>
            <a:endParaRPr kumimoji="1" lang="en-US" altLang="ja-JP" sz="1400">
              <a:latin typeface="メイリオ" panose="020B0604030504040204" pitchFamily="50" charset="-128"/>
              <a:ea typeface="メイリオ" panose="020B0604030504040204" pitchFamily="50" charset="-128"/>
            </a:endParaRPr>
          </a:p>
          <a:p>
            <a:pPr algn="ctr"/>
            <a:r>
              <a:rPr kumimoji="1" lang="en-US" altLang="ja-JP" sz="1867">
                <a:latin typeface="メイリオ" panose="020B0604030504040204" pitchFamily="50" charset="-128"/>
                <a:ea typeface="メイリオ" panose="020B0604030504040204" pitchFamily="50" charset="-128"/>
              </a:rPr>
              <a:t>PM/PL</a:t>
            </a:r>
            <a:endParaRPr kumimoji="1" lang="ja-JP" altLang="en-US" sz="2667">
              <a:latin typeface="メイリオ" panose="020B0604030504040204" pitchFamily="50" charset="-128"/>
              <a:ea typeface="メイリオ" panose="020B0604030504040204" pitchFamily="50" charset="-128"/>
            </a:endParaRPr>
          </a:p>
        </p:txBody>
      </p:sp>
      <p:sp>
        <p:nvSpPr>
          <p:cNvPr id="50" name="四角形: 角を丸くする 49">
            <a:extLst>
              <a:ext uri="{FF2B5EF4-FFF2-40B4-BE49-F238E27FC236}">
                <a16:creationId xmlns:a16="http://schemas.microsoft.com/office/drawing/2014/main" id="{697EA02E-E2ED-338D-25E1-4D764FBE309C}"/>
              </a:ext>
            </a:extLst>
          </p:cNvPr>
          <p:cNvSpPr/>
          <p:nvPr/>
        </p:nvSpPr>
        <p:spPr>
          <a:xfrm>
            <a:off x="1336355" y="947770"/>
            <a:ext cx="2286000" cy="753533"/>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133">
                <a:latin typeface="メイリオ" panose="020B0604030504040204" pitchFamily="50" charset="-128"/>
                <a:ea typeface="メイリオ" panose="020B0604030504040204" pitchFamily="50" charset="-128"/>
              </a:rPr>
              <a:t>お客様</a:t>
            </a:r>
            <a:endParaRPr kumimoji="1" lang="ja-JP" altLang="en-US" sz="4800">
              <a:latin typeface="メイリオ" panose="020B0604030504040204" pitchFamily="50" charset="-128"/>
              <a:ea typeface="メイリオ" panose="020B0604030504040204" pitchFamily="50" charset="-128"/>
            </a:endParaRPr>
          </a:p>
        </p:txBody>
      </p:sp>
      <p:cxnSp>
        <p:nvCxnSpPr>
          <p:cNvPr id="52" name="直線コネクタ 51">
            <a:extLst>
              <a:ext uri="{FF2B5EF4-FFF2-40B4-BE49-F238E27FC236}">
                <a16:creationId xmlns:a16="http://schemas.microsoft.com/office/drawing/2014/main" id="{C9FE2ABA-011D-C4B2-B1D8-57280F453FDC}"/>
              </a:ext>
            </a:extLst>
          </p:cNvPr>
          <p:cNvCxnSpPr>
            <a:cxnSpLocks/>
            <a:stCxn id="50" idx="3"/>
            <a:endCxn id="47" idx="1"/>
          </p:cNvCxnSpPr>
          <p:nvPr/>
        </p:nvCxnSpPr>
        <p:spPr>
          <a:xfrm>
            <a:off x="3622355" y="1324536"/>
            <a:ext cx="12149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四角形: 角を丸くする 54">
            <a:extLst>
              <a:ext uri="{FF2B5EF4-FFF2-40B4-BE49-F238E27FC236}">
                <a16:creationId xmlns:a16="http://schemas.microsoft.com/office/drawing/2014/main" id="{2D06BF5B-E2E2-8B81-7C52-3EC7DB10FDCC}"/>
              </a:ext>
            </a:extLst>
          </p:cNvPr>
          <p:cNvSpPr/>
          <p:nvPr/>
        </p:nvSpPr>
        <p:spPr>
          <a:xfrm>
            <a:off x="8474685" y="3250995"/>
            <a:ext cx="2286000" cy="753533"/>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ベトナム</a:t>
            </a:r>
            <a:endParaRPr kumimoji="1" lang="en-US" altLang="ja-JP" sz="1400">
              <a:latin typeface="メイリオ" panose="020B0604030504040204" pitchFamily="50" charset="-128"/>
              <a:ea typeface="メイリオ" panose="020B0604030504040204" pitchFamily="50" charset="-128"/>
            </a:endParaRPr>
          </a:p>
          <a:p>
            <a:pPr algn="ctr"/>
            <a:r>
              <a:rPr kumimoji="1" lang="en-US" altLang="ja-JP" sz="1867">
                <a:latin typeface="メイリオ" panose="020B0604030504040204" pitchFamily="50" charset="-128"/>
                <a:ea typeface="メイリオ" panose="020B0604030504040204" pitchFamily="50" charset="-128"/>
              </a:rPr>
              <a:t>PG</a:t>
            </a:r>
            <a:endParaRPr kumimoji="1" lang="ja-JP" altLang="en-US" sz="1867">
              <a:latin typeface="メイリオ" panose="020B0604030504040204" pitchFamily="50" charset="-128"/>
              <a:ea typeface="メイリオ" panose="020B0604030504040204" pitchFamily="50" charset="-128"/>
            </a:endParaRPr>
          </a:p>
        </p:txBody>
      </p:sp>
      <p:cxnSp>
        <p:nvCxnSpPr>
          <p:cNvPr id="56" name="直線コネクタ 55">
            <a:extLst>
              <a:ext uri="{FF2B5EF4-FFF2-40B4-BE49-F238E27FC236}">
                <a16:creationId xmlns:a16="http://schemas.microsoft.com/office/drawing/2014/main" id="{9E99DFFF-F75E-6CA1-D4E9-13CE26CA0385}"/>
              </a:ext>
            </a:extLst>
          </p:cNvPr>
          <p:cNvCxnSpPr>
            <a:cxnSpLocks/>
            <a:stCxn id="48" idx="2"/>
            <a:endCxn id="55" idx="0"/>
          </p:cNvCxnSpPr>
          <p:nvPr/>
        </p:nvCxnSpPr>
        <p:spPr>
          <a:xfrm>
            <a:off x="9617685" y="2861631"/>
            <a:ext cx="0" cy="38936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線コネクタ 56">
            <a:extLst>
              <a:ext uri="{FF2B5EF4-FFF2-40B4-BE49-F238E27FC236}">
                <a16:creationId xmlns:a16="http://schemas.microsoft.com/office/drawing/2014/main" id="{2342BD80-E150-1A0C-A0C6-C78F62EB611A}"/>
              </a:ext>
            </a:extLst>
          </p:cNvPr>
          <p:cNvCxnSpPr>
            <a:cxnSpLocks/>
          </p:cNvCxnSpPr>
          <p:nvPr/>
        </p:nvCxnSpPr>
        <p:spPr>
          <a:xfrm>
            <a:off x="4630050" y="4177803"/>
            <a:ext cx="6248077" cy="0"/>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59" name="四角形: 角を丸くする 58">
            <a:extLst>
              <a:ext uri="{FF2B5EF4-FFF2-40B4-BE49-F238E27FC236}">
                <a16:creationId xmlns:a16="http://schemas.microsoft.com/office/drawing/2014/main" id="{A4C81FC5-072E-FCA2-F36B-46FFD4582722}"/>
              </a:ext>
            </a:extLst>
          </p:cNvPr>
          <p:cNvSpPr/>
          <p:nvPr/>
        </p:nvSpPr>
        <p:spPr>
          <a:xfrm>
            <a:off x="4837321" y="4343898"/>
            <a:ext cx="2286000" cy="753533"/>
          </a:xfrm>
          <a:prstGeom prst="round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海外ビジネス推進室</a:t>
            </a:r>
            <a:endParaRPr kumimoji="1" lang="en-US" altLang="ja-JP" sz="1400">
              <a:latin typeface="メイリオ" panose="020B0604030504040204" pitchFamily="50" charset="-128"/>
              <a:ea typeface="メイリオ" panose="020B0604030504040204" pitchFamily="50" charset="-128"/>
            </a:endParaRPr>
          </a:p>
          <a:p>
            <a:pPr algn="ctr"/>
            <a:r>
              <a:rPr kumimoji="1" lang="ja-JP" altLang="en-US" sz="1867">
                <a:latin typeface="メイリオ" panose="020B0604030504040204" pitchFamily="50" charset="-128"/>
                <a:ea typeface="メイリオ" panose="020B0604030504040204" pitchFamily="50" charset="-128"/>
              </a:rPr>
              <a:t>次長</a:t>
            </a:r>
          </a:p>
        </p:txBody>
      </p:sp>
      <p:sp>
        <p:nvSpPr>
          <p:cNvPr id="61" name="四角形: 角を丸くする 60">
            <a:extLst>
              <a:ext uri="{FF2B5EF4-FFF2-40B4-BE49-F238E27FC236}">
                <a16:creationId xmlns:a16="http://schemas.microsoft.com/office/drawing/2014/main" id="{888EBBA1-9ADA-C8A2-A5F7-20B049935DBC}"/>
              </a:ext>
            </a:extLst>
          </p:cNvPr>
          <p:cNvSpPr/>
          <p:nvPr/>
        </p:nvSpPr>
        <p:spPr>
          <a:xfrm>
            <a:off x="4837321" y="5490736"/>
            <a:ext cx="2286000" cy="753533"/>
          </a:xfrm>
          <a:prstGeom prst="round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海外ビジネス推進室</a:t>
            </a:r>
            <a:endParaRPr kumimoji="1" lang="en-US" altLang="ja-JP" sz="1400">
              <a:latin typeface="メイリオ" panose="020B0604030504040204" pitchFamily="50" charset="-128"/>
              <a:ea typeface="メイリオ" panose="020B0604030504040204" pitchFamily="50" charset="-128"/>
            </a:endParaRPr>
          </a:p>
          <a:p>
            <a:pPr algn="ctr"/>
            <a:r>
              <a:rPr kumimoji="1" lang="ja-JP" altLang="en-US" sz="1867">
                <a:latin typeface="メイリオ" panose="020B0604030504040204" pitchFamily="50" charset="-128"/>
                <a:ea typeface="メイリオ" panose="020B0604030504040204" pitchFamily="50" charset="-128"/>
              </a:rPr>
              <a:t>室長</a:t>
            </a:r>
          </a:p>
        </p:txBody>
      </p:sp>
      <p:sp>
        <p:nvSpPr>
          <p:cNvPr id="65" name="四角形: 角を丸くする 64">
            <a:extLst>
              <a:ext uri="{FF2B5EF4-FFF2-40B4-BE49-F238E27FC236}">
                <a16:creationId xmlns:a16="http://schemas.microsoft.com/office/drawing/2014/main" id="{79F7E1E1-D9DC-263F-AEC7-532F1E932B21}"/>
              </a:ext>
            </a:extLst>
          </p:cNvPr>
          <p:cNvSpPr/>
          <p:nvPr/>
        </p:nvSpPr>
        <p:spPr>
          <a:xfrm>
            <a:off x="8474685" y="4343898"/>
            <a:ext cx="2286000" cy="753533"/>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ベトナム</a:t>
            </a:r>
            <a:endParaRPr kumimoji="1" lang="en-US" altLang="ja-JP" sz="1400">
              <a:latin typeface="メイリオ" panose="020B0604030504040204" pitchFamily="50" charset="-128"/>
              <a:ea typeface="メイリオ" panose="020B0604030504040204" pitchFamily="50" charset="-128"/>
            </a:endParaRPr>
          </a:p>
          <a:p>
            <a:pPr algn="ctr"/>
            <a:r>
              <a:rPr kumimoji="1" lang="ja-JP" altLang="en-US" sz="1867">
                <a:latin typeface="メイリオ" panose="020B0604030504040204" pitchFamily="50" charset="-128"/>
                <a:ea typeface="メイリオ" panose="020B0604030504040204" pitchFamily="50" charset="-128"/>
              </a:rPr>
              <a:t>社長、副社長</a:t>
            </a:r>
          </a:p>
        </p:txBody>
      </p:sp>
      <p:cxnSp>
        <p:nvCxnSpPr>
          <p:cNvPr id="67" name="コネクタ: カギ線 66">
            <a:extLst>
              <a:ext uri="{FF2B5EF4-FFF2-40B4-BE49-F238E27FC236}">
                <a16:creationId xmlns:a16="http://schemas.microsoft.com/office/drawing/2014/main" id="{2BBFE6AE-36A1-D60B-F06C-19183AC0E3ED}"/>
              </a:ext>
            </a:extLst>
          </p:cNvPr>
          <p:cNvCxnSpPr>
            <a:stCxn id="65" idx="3"/>
            <a:endCxn id="49" idx="3"/>
          </p:cNvCxnSpPr>
          <p:nvPr/>
        </p:nvCxnSpPr>
        <p:spPr>
          <a:xfrm flipV="1">
            <a:off x="10760686" y="1324536"/>
            <a:ext cx="16933" cy="3396128"/>
          </a:xfrm>
          <a:prstGeom prst="bentConnector3">
            <a:avLst>
              <a:gd name="adj1" fmla="val 2781819"/>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コネクタ: カギ線 67">
            <a:extLst>
              <a:ext uri="{FF2B5EF4-FFF2-40B4-BE49-F238E27FC236}">
                <a16:creationId xmlns:a16="http://schemas.microsoft.com/office/drawing/2014/main" id="{58C08021-9C75-BAD3-4484-81FACCA3B20E}"/>
              </a:ext>
            </a:extLst>
          </p:cNvPr>
          <p:cNvCxnSpPr>
            <a:cxnSpLocks/>
            <a:stCxn id="61" idx="3"/>
            <a:endCxn id="65" idx="2"/>
          </p:cNvCxnSpPr>
          <p:nvPr/>
        </p:nvCxnSpPr>
        <p:spPr>
          <a:xfrm flipV="1">
            <a:off x="7123322" y="5097431"/>
            <a:ext cx="2494364" cy="770072"/>
          </a:xfrm>
          <a:prstGeom prst="bentConnector2">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矢印コネクタ 68">
            <a:extLst>
              <a:ext uri="{FF2B5EF4-FFF2-40B4-BE49-F238E27FC236}">
                <a16:creationId xmlns:a16="http://schemas.microsoft.com/office/drawing/2014/main" id="{903F951D-A8E8-F185-509E-F97CF201B365}"/>
              </a:ext>
            </a:extLst>
          </p:cNvPr>
          <p:cNvCxnSpPr>
            <a:stCxn id="59" idx="2"/>
            <a:endCxn id="61" idx="0"/>
          </p:cNvCxnSpPr>
          <p:nvPr/>
        </p:nvCxnSpPr>
        <p:spPr>
          <a:xfrm>
            <a:off x="5980321" y="5097432"/>
            <a:ext cx="0" cy="39330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正方形/長方形 69">
            <a:extLst>
              <a:ext uri="{FF2B5EF4-FFF2-40B4-BE49-F238E27FC236}">
                <a16:creationId xmlns:a16="http://schemas.microsoft.com/office/drawing/2014/main" id="{74B067FE-97A7-0589-FA22-1ED363DB5B32}"/>
              </a:ext>
            </a:extLst>
          </p:cNvPr>
          <p:cNvSpPr/>
          <p:nvPr/>
        </p:nvSpPr>
        <p:spPr>
          <a:xfrm>
            <a:off x="5781195" y="5016173"/>
            <a:ext cx="1541255" cy="2624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67">
                <a:latin typeface="メイリオ" panose="020B0604030504040204" pitchFamily="50" charset="-128"/>
                <a:ea typeface="メイリオ" panose="020B0604030504040204" pitchFamily="50" charset="-128"/>
              </a:rPr>
              <a:t>進捗報告</a:t>
            </a:r>
            <a:r>
              <a:rPr kumimoji="1" lang="en-US" altLang="ja-JP" sz="1467">
                <a:latin typeface="メイリオ" panose="020B0604030504040204" pitchFamily="50" charset="-128"/>
                <a:ea typeface="メイリオ" panose="020B0604030504040204" pitchFamily="50" charset="-128"/>
              </a:rPr>
              <a:t>(</a:t>
            </a:r>
            <a:r>
              <a:rPr kumimoji="1" lang="ja-JP" altLang="en-US" sz="1467">
                <a:latin typeface="メイリオ" panose="020B0604030504040204" pitchFamily="50" charset="-128"/>
                <a:ea typeface="メイリオ" panose="020B0604030504040204" pitchFamily="50" charset="-128"/>
              </a:rPr>
              <a:t>週次</a:t>
            </a:r>
            <a:r>
              <a:rPr kumimoji="1" lang="en-US" altLang="ja-JP" sz="1467">
                <a:latin typeface="メイリオ" panose="020B0604030504040204" pitchFamily="50" charset="-128"/>
                <a:ea typeface="メイリオ" panose="020B0604030504040204" pitchFamily="50" charset="-128"/>
              </a:rPr>
              <a:t>)</a:t>
            </a:r>
            <a:endParaRPr kumimoji="1" lang="ja-JP" altLang="en-US" sz="1467">
              <a:latin typeface="メイリオ" panose="020B0604030504040204" pitchFamily="50" charset="-128"/>
              <a:ea typeface="メイリオ" panose="020B0604030504040204" pitchFamily="50" charset="-128"/>
            </a:endParaRPr>
          </a:p>
        </p:txBody>
      </p:sp>
      <p:sp>
        <p:nvSpPr>
          <p:cNvPr id="71" name="正方形/長方形 70">
            <a:extLst>
              <a:ext uri="{FF2B5EF4-FFF2-40B4-BE49-F238E27FC236}">
                <a16:creationId xmlns:a16="http://schemas.microsoft.com/office/drawing/2014/main" id="{9DE23F81-867A-B0E9-AE8E-E0DF7C955EA4}"/>
              </a:ext>
            </a:extLst>
          </p:cNvPr>
          <p:cNvSpPr/>
          <p:nvPr/>
        </p:nvSpPr>
        <p:spPr>
          <a:xfrm>
            <a:off x="8171394" y="5747352"/>
            <a:ext cx="2874111" cy="2624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67">
                <a:latin typeface="メイリオ" panose="020B0604030504040204" pitchFamily="50" charset="-128"/>
                <a:ea typeface="メイリオ" panose="020B0604030504040204" pitchFamily="50" charset="-128"/>
              </a:rPr>
              <a:t>問題発生時のリカバリー指示</a:t>
            </a:r>
          </a:p>
        </p:txBody>
      </p:sp>
      <p:sp>
        <p:nvSpPr>
          <p:cNvPr id="72" name="正方形/長方形 71">
            <a:extLst>
              <a:ext uri="{FF2B5EF4-FFF2-40B4-BE49-F238E27FC236}">
                <a16:creationId xmlns:a16="http://schemas.microsoft.com/office/drawing/2014/main" id="{04904353-B80A-0CD6-5A5A-63311EE104BA}"/>
              </a:ext>
            </a:extLst>
          </p:cNvPr>
          <p:cNvSpPr/>
          <p:nvPr/>
        </p:nvSpPr>
        <p:spPr>
          <a:xfrm>
            <a:off x="10878127" y="2924323"/>
            <a:ext cx="704528" cy="2624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67">
                <a:latin typeface="メイリオ" panose="020B0604030504040204" pitchFamily="50" charset="-128"/>
                <a:ea typeface="メイリオ" panose="020B0604030504040204" pitchFamily="50" charset="-128"/>
              </a:rPr>
              <a:t>指示</a:t>
            </a:r>
          </a:p>
        </p:txBody>
      </p:sp>
      <p:cxnSp>
        <p:nvCxnSpPr>
          <p:cNvPr id="73" name="直線コネクタ 72">
            <a:extLst>
              <a:ext uri="{FF2B5EF4-FFF2-40B4-BE49-F238E27FC236}">
                <a16:creationId xmlns:a16="http://schemas.microsoft.com/office/drawing/2014/main" id="{4117D32F-D51F-B5B2-BBBB-13CC2AF69B9E}"/>
              </a:ext>
            </a:extLst>
          </p:cNvPr>
          <p:cNvCxnSpPr>
            <a:cxnSpLocks/>
          </p:cNvCxnSpPr>
          <p:nvPr/>
        </p:nvCxnSpPr>
        <p:spPr>
          <a:xfrm>
            <a:off x="3616533" y="1324536"/>
            <a:ext cx="12179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線コネクタ 73">
            <a:extLst>
              <a:ext uri="{FF2B5EF4-FFF2-40B4-BE49-F238E27FC236}">
                <a16:creationId xmlns:a16="http://schemas.microsoft.com/office/drawing/2014/main" id="{629D70B6-D989-81BA-2659-E8598B581D67}"/>
              </a:ext>
            </a:extLst>
          </p:cNvPr>
          <p:cNvCxnSpPr>
            <a:cxnSpLocks/>
          </p:cNvCxnSpPr>
          <p:nvPr/>
        </p:nvCxnSpPr>
        <p:spPr>
          <a:xfrm>
            <a:off x="9616593" y="2861631"/>
            <a:ext cx="0" cy="38936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線コネクタ 74">
            <a:extLst>
              <a:ext uri="{FF2B5EF4-FFF2-40B4-BE49-F238E27FC236}">
                <a16:creationId xmlns:a16="http://schemas.microsoft.com/office/drawing/2014/main" id="{5FAECFB6-902E-C3E5-BDDB-908A596682FD}"/>
              </a:ext>
            </a:extLst>
          </p:cNvPr>
          <p:cNvCxnSpPr>
            <a:cxnSpLocks/>
          </p:cNvCxnSpPr>
          <p:nvPr/>
        </p:nvCxnSpPr>
        <p:spPr>
          <a:xfrm>
            <a:off x="7120467" y="1324536"/>
            <a:ext cx="135312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線コネクタ 75">
            <a:extLst>
              <a:ext uri="{FF2B5EF4-FFF2-40B4-BE49-F238E27FC236}">
                <a16:creationId xmlns:a16="http://schemas.microsoft.com/office/drawing/2014/main" id="{4C798B8A-ACF8-6AE6-1F4A-5D59F12260FC}"/>
              </a:ext>
            </a:extLst>
          </p:cNvPr>
          <p:cNvCxnSpPr>
            <a:cxnSpLocks/>
          </p:cNvCxnSpPr>
          <p:nvPr/>
        </p:nvCxnSpPr>
        <p:spPr>
          <a:xfrm>
            <a:off x="9616593" y="1701303"/>
            <a:ext cx="0" cy="4067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55898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3DD3A-18BF-26B4-EBF7-0C60F133BB1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FB0F5F9-D983-B298-4BE5-FE66DA9ECA81}"/>
              </a:ext>
            </a:extLst>
          </p:cNvPr>
          <p:cNvSpPr>
            <a:spLocks noGrp="1"/>
          </p:cNvSpPr>
          <p:nvPr>
            <p:ph type="title"/>
          </p:nvPr>
        </p:nvSpPr>
        <p:spPr/>
        <p:txBody>
          <a:bodyPr/>
          <a:lstStyle/>
          <a:p>
            <a:r>
              <a:rPr lang="en-US" altLang="ja-JP">
                <a:solidFill/>
                <a:latin typeface="メイリオ" panose="020B0604030504040204" pitchFamily="50" charset="-128"/>
                <a:ea typeface="メイリオ" panose="020B0604030504040204" pitchFamily="50" charset="-128"/>
              </a:rPr>
              <a:t>【</a:t>
            </a:r>
            <a:r>
              <a:rPr lang="ja-JP" altLang="en-US">
                <a:solidFill/>
                <a:latin typeface="メイリオ" panose="020B0604030504040204" pitchFamily="50" charset="-128"/>
                <a:ea typeface="メイリオ" panose="020B0604030504040204" pitchFamily="50" charset="-128"/>
              </a:rPr>
              <a:t>参考</a:t>
            </a:r>
            <a:r>
              <a:rPr lang="en-US" altLang="ja-JP">
                <a:solidFill/>
                <a:latin typeface="メイリオ" panose="020B0604030504040204" pitchFamily="50" charset="-128"/>
                <a:ea typeface="メイリオ" panose="020B0604030504040204" pitchFamily="50" charset="-128"/>
              </a:rPr>
              <a:t>】</a:t>
            </a:r>
            <a:r>
              <a:rPr lang="ja-JP" altLang="en-US">
                <a:solidFill/>
                <a:latin typeface="メイリオ" panose="020B0604030504040204" pitchFamily="50" charset="-128"/>
                <a:ea typeface="メイリオ" panose="020B0604030504040204" pitchFamily="50" charset="-128"/>
              </a:rPr>
              <a:t>システムエグゼスケジュール案</a:t>
            </a:r>
            <a:endParaRPr kumimoji="1" lang="ja-JP" altLang="en-US"/>
          </a:p>
        </p:txBody>
      </p:sp>
      <p:graphicFrame>
        <p:nvGraphicFramePr>
          <p:cNvPr id="9" name="表 8">
            <a:extLst>
              <a:ext uri="{FF2B5EF4-FFF2-40B4-BE49-F238E27FC236}">
                <a16:creationId xmlns:a16="http://schemas.microsoft.com/office/drawing/2014/main" id="{31E3B0FA-B8B6-DD6E-2BEF-6B239A76EC3D}"/>
              </a:ext>
            </a:extLst>
          </p:cNvPr>
          <p:cNvGraphicFramePr>
            <a:graphicFrameLocks noGrp="1"/>
          </p:cNvGraphicFramePr>
          <p:nvPr/>
        </p:nvGraphicFramePr>
        <p:xfrm>
          <a:off x="576000" y="914403"/>
          <a:ext cx="11160003" cy="5328000"/>
        </p:xfrm>
        <a:graphic>
          <a:graphicData uri="http://schemas.openxmlformats.org/drawingml/2006/table">
            <a:tbl>
              <a:tblPr firstRow="1" bandRow="1">
                <a:tableStyleId>{2D5ABB26-0587-4C30-8999-92F81FD0307C}</a:tableStyleId>
              </a:tblPr>
              <a:tblGrid>
                <a:gridCol w="1253055">
                  <a:extLst>
                    <a:ext uri="{9D8B030D-6E8A-4147-A177-3AD203B41FA5}">
                      <a16:colId xmlns:a16="http://schemas.microsoft.com/office/drawing/2014/main" val="390000680"/>
                    </a:ext>
                  </a:extLst>
                </a:gridCol>
                <a:gridCol w="550386">
                  <a:extLst>
                    <a:ext uri="{9D8B030D-6E8A-4147-A177-3AD203B41FA5}">
                      <a16:colId xmlns:a16="http://schemas.microsoft.com/office/drawing/2014/main" val="814744698"/>
                    </a:ext>
                  </a:extLst>
                </a:gridCol>
                <a:gridCol w="550386">
                  <a:extLst>
                    <a:ext uri="{9D8B030D-6E8A-4147-A177-3AD203B41FA5}">
                      <a16:colId xmlns:a16="http://schemas.microsoft.com/office/drawing/2014/main" val="611941371"/>
                    </a:ext>
                  </a:extLst>
                </a:gridCol>
                <a:gridCol w="550386">
                  <a:extLst>
                    <a:ext uri="{9D8B030D-6E8A-4147-A177-3AD203B41FA5}">
                      <a16:colId xmlns:a16="http://schemas.microsoft.com/office/drawing/2014/main" val="1302714029"/>
                    </a:ext>
                  </a:extLst>
                </a:gridCol>
                <a:gridCol w="550386">
                  <a:extLst>
                    <a:ext uri="{9D8B030D-6E8A-4147-A177-3AD203B41FA5}">
                      <a16:colId xmlns:a16="http://schemas.microsoft.com/office/drawing/2014/main" val="4050933131"/>
                    </a:ext>
                  </a:extLst>
                </a:gridCol>
                <a:gridCol w="550386">
                  <a:extLst>
                    <a:ext uri="{9D8B030D-6E8A-4147-A177-3AD203B41FA5}">
                      <a16:colId xmlns:a16="http://schemas.microsoft.com/office/drawing/2014/main" val="4066967415"/>
                    </a:ext>
                  </a:extLst>
                </a:gridCol>
                <a:gridCol w="550386">
                  <a:extLst>
                    <a:ext uri="{9D8B030D-6E8A-4147-A177-3AD203B41FA5}">
                      <a16:colId xmlns:a16="http://schemas.microsoft.com/office/drawing/2014/main" val="2818331606"/>
                    </a:ext>
                  </a:extLst>
                </a:gridCol>
                <a:gridCol w="550386">
                  <a:extLst>
                    <a:ext uri="{9D8B030D-6E8A-4147-A177-3AD203B41FA5}">
                      <a16:colId xmlns:a16="http://schemas.microsoft.com/office/drawing/2014/main" val="4146179240"/>
                    </a:ext>
                  </a:extLst>
                </a:gridCol>
                <a:gridCol w="550386">
                  <a:extLst>
                    <a:ext uri="{9D8B030D-6E8A-4147-A177-3AD203B41FA5}">
                      <a16:colId xmlns:a16="http://schemas.microsoft.com/office/drawing/2014/main" val="728973432"/>
                    </a:ext>
                  </a:extLst>
                </a:gridCol>
                <a:gridCol w="550386">
                  <a:extLst>
                    <a:ext uri="{9D8B030D-6E8A-4147-A177-3AD203B41FA5}">
                      <a16:colId xmlns:a16="http://schemas.microsoft.com/office/drawing/2014/main" val="3881238287"/>
                    </a:ext>
                  </a:extLst>
                </a:gridCol>
                <a:gridCol w="550386">
                  <a:extLst>
                    <a:ext uri="{9D8B030D-6E8A-4147-A177-3AD203B41FA5}">
                      <a16:colId xmlns:a16="http://schemas.microsoft.com/office/drawing/2014/main" val="277738048"/>
                    </a:ext>
                  </a:extLst>
                </a:gridCol>
                <a:gridCol w="550386">
                  <a:extLst>
                    <a:ext uri="{9D8B030D-6E8A-4147-A177-3AD203B41FA5}">
                      <a16:colId xmlns:a16="http://schemas.microsoft.com/office/drawing/2014/main" val="2245800188"/>
                    </a:ext>
                  </a:extLst>
                </a:gridCol>
                <a:gridCol w="550386">
                  <a:extLst>
                    <a:ext uri="{9D8B030D-6E8A-4147-A177-3AD203B41FA5}">
                      <a16:colId xmlns:a16="http://schemas.microsoft.com/office/drawing/2014/main" val="3364924607"/>
                    </a:ext>
                  </a:extLst>
                </a:gridCol>
                <a:gridCol w="550386">
                  <a:extLst>
                    <a:ext uri="{9D8B030D-6E8A-4147-A177-3AD203B41FA5}">
                      <a16:colId xmlns:a16="http://schemas.microsoft.com/office/drawing/2014/main" val="1162656261"/>
                    </a:ext>
                  </a:extLst>
                </a:gridCol>
                <a:gridCol w="550386">
                  <a:extLst>
                    <a:ext uri="{9D8B030D-6E8A-4147-A177-3AD203B41FA5}">
                      <a16:colId xmlns:a16="http://schemas.microsoft.com/office/drawing/2014/main" val="4018854686"/>
                    </a:ext>
                  </a:extLst>
                </a:gridCol>
                <a:gridCol w="550386">
                  <a:extLst>
                    <a:ext uri="{9D8B030D-6E8A-4147-A177-3AD203B41FA5}">
                      <a16:colId xmlns:a16="http://schemas.microsoft.com/office/drawing/2014/main" val="884114068"/>
                    </a:ext>
                  </a:extLst>
                </a:gridCol>
                <a:gridCol w="550386">
                  <a:extLst>
                    <a:ext uri="{9D8B030D-6E8A-4147-A177-3AD203B41FA5}">
                      <a16:colId xmlns:a16="http://schemas.microsoft.com/office/drawing/2014/main" val="3069356078"/>
                    </a:ext>
                  </a:extLst>
                </a:gridCol>
                <a:gridCol w="550386">
                  <a:extLst>
                    <a:ext uri="{9D8B030D-6E8A-4147-A177-3AD203B41FA5}">
                      <a16:colId xmlns:a16="http://schemas.microsoft.com/office/drawing/2014/main" val="4199843941"/>
                    </a:ext>
                  </a:extLst>
                </a:gridCol>
                <a:gridCol w="550386">
                  <a:extLst>
                    <a:ext uri="{9D8B030D-6E8A-4147-A177-3AD203B41FA5}">
                      <a16:colId xmlns:a16="http://schemas.microsoft.com/office/drawing/2014/main" val="743787249"/>
                    </a:ext>
                  </a:extLst>
                </a:gridCol>
              </a:tblGrid>
              <a:tr h="360000">
                <a:tc>
                  <a:txBody>
                    <a:bodyPr/>
                    <a:lstStyle/>
                    <a:p>
                      <a:pPr algn="r"/>
                      <a:r>
                        <a:rPr kumimoji="1" lang="ja-JP" altLang="en-US" sz="1600" b="1">
                          <a:solidFill>
                            <a:schemeClr val="bg1"/>
                          </a:solidFill>
                          <a:latin typeface="+mn-ea"/>
                          <a:ea typeface="+mn-ea"/>
                        </a:rPr>
                        <a:t>年度</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18">
                  <a:txBody>
                    <a:bodyPr/>
                    <a:lstStyle/>
                    <a:p>
                      <a:pPr algn="ctr"/>
                      <a:r>
                        <a:rPr kumimoji="1" lang="en-US" altLang="ja-JP" sz="1400" b="1">
                          <a:solidFill>
                            <a:schemeClr val="bg1"/>
                          </a:solidFill>
                          <a:latin typeface="游ゴシック" panose="020B0400000000000000" pitchFamily="50" charset="-128"/>
                          <a:ea typeface="游ゴシック" panose="020B0400000000000000" pitchFamily="50" charset="-128"/>
                        </a:rPr>
                        <a:t>2026</a:t>
                      </a:r>
                      <a:r>
                        <a:rPr kumimoji="1" lang="ja-JP" altLang="en-US" sz="1400" b="1">
                          <a:solidFill>
                            <a:schemeClr val="bg1"/>
                          </a:solidFill>
                          <a:latin typeface="游ゴシック" panose="020B0400000000000000" pitchFamily="50" charset="-128"/>
                          <a:ea typeface="游ゴシック" panose="020B0400000000000000" pitchFamily="50" charset="-128"/>
                        </a:rPr>
                        <a:t>年</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964622394"/>
                  </a:ext>
                </a:extLst>
              </a:tr>
              <a:tr h="360000">
                <a:tc>
                  <a:txBody>
                    <a:bodyPr/>
                    <a:lstStyle/>
                    <a:p>
                      <a:pPr algn="r"/>
                      <a:r>
                        <a:rPr kumimoji="1" lang="ja-JP" altLang="en-US" sz="1600" b="1">
                          <a:solidFill>
                            <a:schemeClr val="bg1"/>
                          </a:solidFill>
                          <a:latin typeface="+mn-ea"/>
                          <a:ea typeface="+mn-ea"/>
                        </a:rPr>
                        <a:t>月</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1</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2</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3</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kumimoji="1" lang="en-US" altLang="ja-JP" sz="1600" b="1">
                          <a:solidFill>
                            <a:schemeClr val="bg1"/>
                          </a:solidFill>
                          <a:latin typeface="+mn-ea"/>
                          <a:ea typeface="+mn-ea"/>
                        </a:rPr>
                        <a:t>4</a:t>
                      </a: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5</a:t>
                      </a:r>
                    </a:p>
                  </a:txBody>
                  <a:tcPr marL="36000" marR="36000" anchor="ct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6</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7</a:t>
                      </a:r>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8</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9</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lvl="0" algn="ctr">
                        <a:buNone/>
                      </a:pPr>
                      <a:endParaRPr kumimoji="1" lang="en-US" altLang="ja-JP" sz="1600" b="1">
                        <a:solidFill>
                          <a:schemeClr val="bg1"/>
                        </a:solidFill>
                        <a:latin typeface="+mn-ea"/>
                        <a:ea typeface="+mn-ea"/>
                      </a:endParaRPr>
                    </a:p>
                  </a:txBody>
                  <a:tcPr marL="36000" marR="36000" anchor="ctr">
                    <a:lnL w="12700">
                      <a:solidFill>
                        <a:schemeClr val="bg1">
                          <a:lumMod val="75000"/>
                        </a:schemeClr>
                      </a:solidFill>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3414931248"/>
                  </a:ext>
                </a:extLst>
              </a:tr>
              <a:tr h="648000">
                <a:tc>
                  <a:txBody>
                    <a:bodyPr/>
                    <a:lstStyle/>
                    <a:p>
                      <a:r>
                        <a:rPr kumimoji="1" lang="ja-JP" altLang="en-US" sz="1200">
                          <a:latin typeface="+mn-ea"/>
                          <a:ea typeface="+mn-ea"/>
                        </a:rPr>
                        <a:t>契約形態</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06649569"/>
                  </a:ext>
                </a:extLst>
              </a:tr>
              <a:tr h="1080000">
                <a:tc>
                  <a:txBody>
                    <a:bodyPr/>
                    <a:lstStyle/>
                    <a:p>
                      <a:r>
                        <a:rPr kumimoji="1" lang="ja-JP" altLang="en-US" sz="1200">
                          <a:latin typeface="+mn-ea"/>
                          <a:ea typeface="+mn-ea"/>
                        </a:rPr>
                        <a:t>マイルストーン</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33042941"/>
                  </a:ext>
                </a:extLst>
              </a:tr>
              <a:tr h="1980000">
                <a:tc>
                  <a:txBody>
                    <a:bodyPr/>
                    <a:lstStyle/>
                    <a:p>
                      <a:r>
                        <a:rPr kumimoji="1" lang="ja-JP" altLang="en-US" sz="1200">
                          <a:latin typeface="+mn-ea"/>
                          <a:ea typeface="+mn-ea"/>
                        </a:rPr>
                        <a:t>アプリケーション開発</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93275038"/>
                  </a:ext>
                </a:extLst>
              </a:tr>
              <a:tr h="900000">
                <a:tc>
                  <a:txBody>
                    <a:bodyPr/>
                    <a:lstStyle/>
                    <a:p>
                      <a:r>
                        <a:rPr kumimoji="1" lang="ja-JP" altLang="en-US" sz="1200">
                          <a:latin typeface="+mn-ea"/>
                          <a:ea typeface="+mn-ea"/>
                        </a:rPr>
                        <a:t>環境構築</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16013521"/>
                  </a:ext>
                </a:extLst>
              </a:tr>
            </a:tbl>
          </a:graphicData>
        </a:graphic>
      </p:graphicFrame>
      <p:graphicFrame>
        <p:nvGraphicFramePr>
          <p:cNvPr id="6" name="表 5">
            <a:extLst>
              <a:ext uri="{FF2B5EF4-FFF2-40B4-BE49-F238E27FC236}">
                <a16:creationId xmlns:a16="http://schemas.microsoft.com/office/drawing/2014/main" id="{33D98B4C-60FD-615B-50F4-8838537048F2}"/>
              </a:ext>
            </a:extLst>
          </p:cNvPr>
          <p:cNvGraphicFramePr>
            <a:graphicFrameLocks noGrp="1"/>
          </p:cNvGraphicFramePr>
          <p:nvPr/>
        </p:nvGraphicFramePr>
        <p:xfrm>
          <a:off x="2920159" y="4250185"/>
          <a:ext cx="1099391" cy="648000"/>
        </p:xfrm>
        <a:graphic>
          <a:graphicData uri="http://schemas.openxmlformats.org/drawingml/2006/table">
            <a:tbl>
              <a:tblPr firstRow="1" bandRow="1">
                <a:tableStyleId>{2D5ABB26-0587-4C30-8999-92F81FD0307C}</a:tableStyleId>
              </a:tblPr>
              <a:tblGrid>
                <a:gridCol w="1099391">
                  <a:extLst>
                    <a:ext uri="{9D8B030D-6E8A-4147-A177-3AD203B41FA5}">
                      <a16:colId xmlns:a16="http://schemas.microsoft.com/office/drawing/2014/main" val="2823374101"/>
                    </a:ext>
                  </a:extLst>
                </a:gridCol>
              </a:tblGrid>
              <a:tr h="648000">
                <a:tc>
                  <a:txBody>
                    <a:bodyPr/>
                    <a:lstStyle/>
                    <a:p>
                      <a:pPr algn="ctr"/>
                      <a:r>
                        <a:rPr kumimoji="1" lang="ja-JP" altLang="en-US" sz="1100" b="0">
                          <a:solidFill>
                            <a:schemeClr val="tx1"/>
                          </a:solidFill>
                          <a:latin typeface="+mn-ea"/>
                          <a:ea typeface="+mn-ea"/>
                        </a:rPr>
                        <a:t>スクラム</a:t>
                      </a:r>
                      <a:endParaRPr kumimoji="1" lang="en-US" altLang="ja-JP" sz="1100" b="0">
                        <a:solidFill>
                          <a:schemeClr val="tx1"/>
                        </a:solidFill>
                        <a:latin typeface="+mn-ea"/>
                        <a:ea typeface="+mn-ea"/>
                      </a:endParaRPr>
                    </a:p>
                    <a:p>
                      <a:pPr algn="ctr"/>
                      <a:r>
                        <a:rPr kumimoji="1" lang="ja-JP" altLang="en-US" sz="1100" b="0">
                          <a:solidFill>
                            <a:schemeClr val="tx1"/>
                          </a:solidFill>
                          <a:latin typeface="+mn-ea"/>
                          <a:ea typeface="+mn-ea"/>
                        </a:rPr>
                        <a:t>準備</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sp>
        <p:nvSpPr>
          <p:cNvPr id="39" name="テキスト ボックス 38">
            <a:extLst>
              <a:ext uri="{FF2B5EF4-FFF2-40B4-BE49-F238E27FC236}">
                <a16:creationId xmlns:a16="http://schemas.microsoft.com/office/drawing/2014/main" id="{D9C0F156-11B2-45AF-B1B3-5A9354F21CDF}"/>
              </a:ext>
            </a:extLst>
          </p:cNvPr>
          <p:cNvSpPr txBox="1"/>
          <p:nvPr/>
        </p:nvSpPr>
        <p:spPr>
          <a:xfrm>
            <a:off x="2887955" y="1772587"/>
            <a:ext cx="1640954" cy="288147"/>
          </a:xfrm>
          <a:prstGeom prst="rect">
            <a:avLst/>
          </a:prstGeom>
          <a:no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契約①</a:t>
            </a:r>
            <a:r>
              <a:rPr kumimoji="1" lang="en-US" altLang="ja-JP" sz="1400" b="1">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kumimoji="1" lang="ja-JP" altLang="en-US" sz="1400" b="1">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準委任契約</a:t>
            </a:r>
          </a:p>
        </p:txBody>
      </p:sp>
      <p:cxnSp>
        <p:nvCxnSpPr>
          <p:cNvPr id="44" name="直線矢印コネクタ 43">
            <a:extLst>
              <a:ext uri="{FF2B5EF4-FFF2-40B4-BE49-F238E27FC236}">
                <a16:creationId xmlns:a16="http://schemas.microsoft.com/office/drawing/2014/main" id="{266641F2-16D4-3407-05F2-1D24BD4F3C91}"/>
              </a:ext>
            </a:extLst>
          </p:cNvPr>
          <p:cNvCxnSpPr>
            <a:cxnSpLocks/>
          </p:cNvCxnSpPr>
          <p:nvPr/>
        </p:nvCxnSpPr>
        <p:spPr>
          <a:xfrm>
            <a:off x="2975888" y="2113338"/>
            <a:ext cx="2100937"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3" name="矢印: 五方向 12">
            <a:extLst>
              <a:ext uri="{FF2B5EF4-FFF2-40B4-BE49-F238E27FC236}">
                <a16:creationId xmlns:a16="http://schemas.microsoft.com/office/drawing/2014/main" id="{3519D29B-BCD2-3515-0190-53D54FB15E60}"/>
              </a:ext>
            </a:extLst>
          </p:cNvPr>
          <p:cNvSpPr/>
          <p:nvPr/>
        </p:nvSpPr>
        <p:spPr>
          <a:xfrm>
            <a:off x="3965928" y="3450369"/>
            <a:ext cx="5577012" cy="720000"/>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a:solidFill>
                  <a:schemeClr val="tx1">
                    <a:lumMod val="75000"/>
                    <a:lumOff val="25000"/>
                  </a:schemeClr>
                </a:solidFill>
                <a:latin typeface="メイリオ" panose="020B0604030504040204" pitchFamily="50" charset="-128"/>
                <a:ea typeface="メイリオ" panose="020B0604030504040204" pitchFamily="50" charset="-128"/>
              </a:rPr>
              <a:t>スクラムフェーズ</a:t>
            </a:r>
            <a:r>
              <a:rPr kumimoji="1" lang="en-US" altLang="ja-JP" sz="1400">
                <a:solidFill>
                  <a:schemeClr val="tx1">
                    <a:lumMod val="75000"/>
                    <a:lumOff val="25000"/>
                  </a:schemeClr>
                </a:solidFill>
                <a:latin typeface="メイリオ" panose="020B0604030504040204" pitchFamily="50" charset="-128"/>
                <a:ea typeface="メイリオ" panose="020B0604030504040204" pitchFamily="50" charset="-128"/>
              </a:rPr>
              <a:t>(Wave1)</a:t>
            </a:r>
          </a:p>
          <a:p>
            <a:pPr algn="ctr"/>
            <a:r>
              <a:rPr kumimoji="1" lang="en-US" altLang="ja-JP" sz="1400">
                <a:solidFill>
                  <a:schemeClr val="tx1">
                    <a:lumMod val="75000"/>
                    <a:lumOff val="25000"/>
                  </a:schemeClr>
                </a:solidFill>
                <a:latin typeface="メイリオ" panose="020B0604030504040204" pitchFamily="50" charset="-128"/>
                <a:ea typeface="メイリオ" panose="020B0604030504040204" pitchFamily="50" charset="-128"/>
              </a:rPr>
              <a:t>3</a:t>
            </a:r>
            <a:r>
              <a:rPr kumimoji="1" lang="ja-JP" altLang="en-US" sz="1400">
                <a:solidFill>
                  <a:schemeClr val="tx1">
                    <a:lumMod val="75000"/>
                    <a:lumOff val="25000"/>
                  </a:schemeClr>
                </a:solidFill>
                <a:latin typeface="メイリオ" panose="020B0604030504040204" pitchFamily="50" charset="-128"/>
                <a:ea typeface="メイリオ" panose="020B0604030504040204" pitchFamily="50" charset="-128"/>
              </a:rPr>
              <a:t>月～</a:t>
            </a:r>
            <a:r>
              <a:rPr kumimoji="1" lang="en-US" altLang="ja-JP" sz="1400">
                <a:solidFill>
                  <a:schemeClr val="tx1">
                    <a:lumMod val="75000"/>
                    <a:lumOff val="25000"/>
                  </a:schemeClr>
                </a:solidFill>
                <a:latin typeface="メイリオ" panose="020B0604030504040204" pitchFamily="50" charset="-128"/>
                <a:ea typeface="メイリオ" panose="020B0604030504040204" pitchFamily="50" charset="-128"/>
              </a:rPr>
              <a:t>7</a:t>
            </a:r>
            <a:r>
              <a:rPr kumimoji="1" lang="ja-JP" altLang="en-US" sz="1400">
                <a:solidFill>
                  <a:schemeClr val="tx1">
                    <a:lumMod val="75000"/>
                    <a:lumOff val="25000"/>
                  </a:schemeClr>
                </a:solidFill>
                <a:latin typeface="メイリオ" panose="020B0604030504040204" pitchFamily="50" charset="-128"/>
                <a:ea typeface="メイリオ" panose="020B0604030504040204" pitchFamily="50" charset="-128"/>
              </a:rPr>
              <a:t>月：マクロリプレース</a:t>
            </a:r>
          </a:p>
        </p:txBody>
      </p:sp>
      <p:sp>
        <p:nvSpPr>
          <p:cNvPr id="20" name="矢印: 五方向 19">
            <a:extLst>
              <a:ext uri="{FF2B5EF4-FFF2-40B4-BE49-F238E27FC236}">
                <a16:creationId xmlns:a16="http://schemas.microsoft.com/office/drawing/2014/main" id="{473E2435-EE2C-C451-116D-ABC275D58905}"/>
              </a:ext>
            </a:extLst>
          </p:cNvPr>
          <p:cNvSpPr/>
          <p:nvPr/>
        </p:nvSpPr>
        <p:spPr>
          <a:xfrm>
            <a:off x="9542940" y="3443391"/>
            <a:ext cx="1111915" cy="720000"/>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a:solidFill>
                  <a:schemeClr val="tx1">
                    <a:lumMod val="75000"/>
                    <a:lumOff val="25000"/>
                  </a:schemeClr>
                </a:solidFill>
                <a:latin typeface="メイリオ" panose="020B0604030504040204" pitchFamily="50" charset="-128"/>
                <a:ea typeface="メイリオ" panose="020B0604030504040204" pitchFamily="50" charset="-128"/>
              </a:rPr>
              <a:t>導入フェーズ</a:t>
            </a:r>
          </a:p>
        </p:txBody>
      </p:sp>
      <p:sp>
        <p:nvSpPr>
          <p:cNvPr id="22" name="スライド番号プレースホルダー 3">
            <a:extLst>
              <a:ext uri="{FF2B5EF4-FFF2-40B4-BE49-F238E27FC236}">
                <a16:creationId xmlns:a16="http://schemas.microsoft.com/office/drawing/2014/main" id="{78E7417C-B8D8-9338-1B6F-71502B926750}"/>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latin typeface="メイリオ" panose="020B0604030504040204" pitchFamily="50" charset="-128"/>
                <a:ea typeface="メイリオ" panose="020B0604030504040204" pitchFamily="50" charset="-128"/>
              </a:rPr>
              <a:pPr/>
              <a:t>36</a:t>
            </a:fld>
            <a:endParaRPr kumimoji="1" lang="ja-JP" altLang="en-US" sz="700">
              <a:latin typeface="メイリオ" panose="020B0604030504040204" pitchFamily="50" charset="-128"/>
              <a:ea typeface="メイリオ" panose="020B0604030504040204" pitchFamily="50" charset="-128"/>
            </a:endParaRPr>
          </a:p>
        </p:txBody>
      </p:sp>
      <p:sp>
        <p:nvSpPr>
          <p:cNvPr id="5" name="矢印: 五方向 4">
            <a:extLst>
              <a:ext uri="{FF2B5EF4-FFF2-40B4-BE49-F238E27FC236}">
                <a16:creationId xmlns:a16="http://schemas.microsoft.com/office/drawing/2014/main" id="{BDCEC1B1-B90A-613C-3930-0413D4A85648}"/>
              </a:ext>
            </a:extLst>
          </p:cNvPr>
          <p:cNvSpPr/>
          <p:nvPr/>
        </p:nvSpPr>
        <p:spPr>
          <a:xfrm>
            <a:off x="2920159" y="3450369"/>
            <a:ext cx="1041658" cy="720000"/>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200">
                <a:solidFill>
                  <a:schemeClr val="tx1">
                    <a:lumMod val="75000"/>
                    <a:lumOff val="25000"/>
                  </a:schemeClr>
                </a:solidFill>
                <a:latin typeface="メイリオ" panose="020B0604030504040204" pitchFamily="50" charset="-128"/>
                <a:ea typeface="メイリオ" panose="020B0604030504040204" pitchFamily="50" charset="-128"/>
              </a:rPr>
              <a:t>準備フェーズ</a:t>
            </a:r>
            <a:endParaRPr kumimoji="1" lang="en-US" altLang="ja-JP" sz="120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3ADE8AEA-352E-D640-9F6B-9247E4BA63EB}"/>
              </a:ext>
            </a:extLst>
          </p:cNvPr>
          <p:cNvSpPr txBox="1"/>
          <p:nvPr/>
        </p:nvSpPr>
        <p:spPr>
          <a:xfrm>
            <a:off x="2769298" y="2306897"/>
            <a:ext cx="1151277" cy="276999"/>
          </a:xfrm>
          <a:prstGeom prst="rect">
            <a:avLst/>
          </a:prstGeom>
          <a:noFill/>
        </p:spPr>
        <p:txBody>
          <a:bodyPr wrap="none" rtlCol="0" anchor="t">
            <a:spAutoFit/>
          </a:bodyPr>
          <a:lstStyle/>
          <a:p>
            <a:r>
              <a:rPr kumimoji="1" lang="ja-JP" altLang="en-US" sz="1200">
                <a:latin typeface="メイリオ" panose="020B0604030504040204" pitchFamily="50" charset="-128"/>
                <a:ea typeface="メイリオ" panose="020B0604030504040204" pitchFamily="50" charset="-128"/>
              </a:rPr>
              <a:t> ★キックオフ</a:t>
            </a:r>
            <a:endParaRPr kumimoji="1" lang="en-US" altLang="ja-JP" sz="1100">
              <a:latin typeface="メイリオ" panose="020B0604030504040204" pitchFamily="50" charset="-128"/>
              <a:ea typeface="メイリオ" panose="020B0604030504040204" pitchFamily="50" charset="-128"/>
            </a:endParaRPr>
          </a:p>
        </p:txBody>
      </p:sp>
      <p:sp>
        <p:nvSpPr>
          <p:cNvPr id="34" name="テキスト ボックス 33">
            <a:extLst>
              <a:ext uri="{FF2B5EF4-FFF2-40B4-BE49-F238E27FC236}">
                <a16:creationId xmlns:a16="http://schemas.microsoft.com/office/drawing/2014/main" id="{D61D08AF-523E-F25C-6D54-C396292D242E}"/>
              </a:ext>
            </a:extLst>
          </p:cNvPr>
          <p:cNvSpPr txBox="1"/>
          <p:nvPr/>
        </p:nvSpPr>
        <p:spPr>
          <a:xfrm>
            <a:off x="3298910" y="2518999"/>
            <a:ext cx="2585003" cy="276999"/>
          </a:xfrm>
          <a:prstGeom prst="rect">
            <a:avLst/>
          </a:prstGeom>
          <a:noFill/>
        </p:spPr>
        <p:txBody>
          <a:bodyPr wrap="none" rtlCol="0" anchor="t">
            <a:spAutoFit/>
          </a:bodyPr>
          <a:lstStyle/>
          <a:p>
            <a:r>
              <a:rPr kumimoji="1" lang="ja-JP" altLang="en-US" sz="1200">
                <a:latin typeface="メイリオ" panose="020B0604030504040204" pitchFamily="50" charset="-128"/>
                <a:ea typeface="メイリオ" panose="020B0604030504040204" pitchFamily="50" charset="-128"/>
              </a:rPr>
              <a:t> ★プロダクトバックログ作成</a:t>
            </a:r>
            <a:r>
              <a:rPr kumimoji="1" lang="en-US" altLang="ja-JP" sz="1200">
                <a:latin typeface="メイリオ" panose="020B0604030504040204" pitchFamily="50" charset="-128"/>
                <a:ea typeface="メイリオ" panose="020B0604030504040204" pitchFamily="50" charset="-128"/>
              </a:rPr>
              <a:t>Ver1</a:t>
            </a:r>
            <a:endParaRPr kumimoji="1" lang="en-US" altLang="ja-JP" sz="1100">
              <a:latin typeface="メイリオ" panose="020B0604030504040204" pitchFamily="50" charset="-128"/>
              <a:ea typeface="メイリオ" panose="020B0604030504040204" pitchFamily="50" charset="-128"/>
            </a:endParaRPr>
          </a:p>
        </p:txBody>
      </p:sp>
      <p:sp>
        <p:nvSpPr>
          <p:cNvPr id="38" name="テキスト ボックス 37">
            <a:extLst>
              <a:ext uri="{FF2B5EF4-FFF2-40B4-BE49-F238E27FC236}">
                <a16:creationId xmlns:a16="http://schemas.microsoft.com/office/drawing/2014/main" id="{AFBD8393-58BB-F15B-82EF-A20619A25259}"/>
              </a:ext>
            </a:extLst>
          </p:cNvPr>
          <p:cNvSpPr txBox="1"/>
          <p:nvPr/>
        </p:nvSpPr>
        <p:spPr>
          <a:xfrm>
            <a:off x="8788013" y="2746340"/>
            <a:ext cx="1819729" cy="276999"/>
          </a:xfrm>
          <a:prstGeom prst="rect">
            <a:avLst/>
          </a:prstGeom>
          <a:noFill/>
        </p:spPr>
        <p:txBody>
          <a:bodyPr wrap="none" rtlCol="0" anchor="t">
            <a:spAutoFit/>
          </a:bodyPr>
          <a:lstStyle/>
          <a:p>
            <a:r>
              <a:rPr kumimoji="1" lang="ja-JP" altLang="en-US" sz="1200">
                <a:latin typeface="メイリオ" panose="020B0604030504040204" pitchFamily="50" charset="-128"/>
                <a:ea typeface="メイリオ" panose="020B0604030504040204" pitchFamily="50" charset="-128"/>
              </a:rPr>
              <a:t> ▲</a:t>
            </a:r>
            <a:r>
              <a:rPr kumimoji="1" lang="en-US" altLang="ja-JP" sz="1200">
                <a:latin typeface="メイリオ" panose="020B0604030504040204" pitchFamily="50" charset="-128"/>
                <a:ea typeface="メイリオ" panose="020B0604030504040204" pitchFamily="50" charset="-128"/>
              </a:rPr>
              <a:t>Wave2</a:t>
            </a:r>
            <a:r>
              <a:rPr kumimoji="1" lang="ja-JP" altLang="en-US" sz="1200">
                <a:latin typeface="メイリオ" panose="020B0604030504040204" pitchFamily="50" charset="-128"/>
                <a:ea typeface="メイリオ" panose="020B0604030504040204" pitchFamily="50" charset="-128"/>
              </a:rPr>
              <a:t>実施可否判断</a:t>
            </a:r>
            <a:endParaRPr kumimoji="1" lang="en-US" altLang="ja-JP" sz="1100">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A56C8BEA-83B5-C204-D224-972B5C62AF15}"/>
              </a:ext>
            </a:extLst>
          </p:cNvPr>
          <p:cNvSpPr txBox="1"/>
          <p:nvPr/>
        </p:nvSpPr>
        <p:spPr>
          <a:xfrm>
            <a:off x="2754435" y="3001542"/>
            <a:ext cx="1220206" cy="276999"/>
          </a:xfrm>
          <a:prstGeom prst="rect">
            <a:avLst/>
          </a:prstGeom>
          <a:noFill/>
        </p:spPr>
        <p:txBody>
          <a:bodyPr wrap="none" rtlCol="0" anchor="t">
            <a:spAutoFit/>
          </a:bodyPr>
          <a:lstStyle/>
          <a:p>
            <a:pPr algn="ctr"/>
            <a:r>
              <a:rPr kumimoji="1" lang="ja-JP" altLang="en-US" sz="1200">
                <a:solidFill>
                  <a:srgbClr val="008000"/>
                </a:solidFill>
                <a:latin typeface="メイリオ" panose="020B0604030504040204" pitchFamily="50" charset="-128"/>
                <a:ea typeface="メイリオ" panose="020B0604030504040204" pitchFamily="50" charset="-128"/>
              </a:rPr>
              <a:t> ▲</a:t>
            </a:r>
            <a:r>
              <a:rPr kumimoji="1" lang="en-US" altLang="ja-JP" sz="1200">
                <a:solidFill>
                  <a:srgbClr val="008000"/>
                </a:solidFill>
                <a:latin typeface="メイリオ" panose="020B0604030504040204" pitchFamily="50" charset="-128"/>
                <a:ea typeface="メイリオ" panose="020B0604030504040204" pitchFamily="50" charset="-128"/>
              </a:rPr>
              <a:t>3Q</a:t>
            </a:r>
            <a:r>
              <a:rPr kumimoji="1" lang="ja-JP" altLang="en-US" sz="1200">
                <a:solidFill>
                  <a:srgbClr val="008000"/>
                </a:solidFill>
                <a:latin typeface="メイリオ" panose="020B0604030504040204" pitchFamily="50" charset="-128"/>
                <a:ea typeface="メイリオ" panose="020B0604030504040204" pitchFamily="50" charset="-128"/>
              </a:rPr>
              <a:t>契約締結</a:t>
            </a:r>
            <a:endParaRPr kumimoji="1" lang="en-US" altLang="ja-JP" sz="1100">
              <a:solidFill>
                <a:srgbClr val="008000"/>
              </a:solidFill>
              <a:latin typeface="メイリオ" panose="020B0604030504040204" pitchFamily="50" charset="-128"/>
              <a:ea typeface="メイリオ" panose="020B0604030504040204" pitchFamily="50" charset="-128"/>
            </a:endParaRPr>
          </a:p>
        </p:txBody>
      </p:sp>
      <p:sp>
        <p:nvSpPr>
          <p:cNvPr id="45" name="テキスト ボックス 44">
            <a:extLst>
              <a:ext uri="{FF2B5EF4-FFF2-40B4-BE49-F238E27FC236}">
                <a16:creationId xmlns:a16="http://schemas.microsoft.com/office/drawing/2014/main" id="{6C145807-7F09-D2B9-8AAC-27FC7C519E6D}"/>
              </a:ext>
            </a:extLst>
          </p:cNvPr>
          <p:cNvSpPr txBox="1"/>
          <p:nvPr/>
        </p:nvSpPr>
        <p:spPr>
          <a:xfrm>
            <a:off x="10010459" y="2975889"/>
            <a:ext cx="1511952" cy="276999"/>
          </a:xfrm>
          <a:prstGeom prst="rect">
            <a:avLst/>
          </a:prstGeom>
          <a:noFill/>
        </p:spPr>
        <p:txBody>
          <a:bodyPr wrap="none" rtlCol="0" anchor="t">
            <a:spAutoFit/>
          </a:bodyPr>
          <a:lstStyle/>
          <a:p>
            <a:pPr algn="ctr"/>
            <a:r>
              <a:rPr kumimoji="1" lang="ja-JP" altLang="en-US" sz="1200">
                <a:solidFill>
                  <a:srgbClr val="008000"/>
                </a:solidFill>
                <a:latin typeface="メイリオ" panose="020B0604030504040204" pitchFamily="50" charset="-128"/>
                <a:ea typeface="メイリオ" panose="020B0604030504040204" pitchFamily="50" charset="-128"/>
              </a:rPr>
              <a:t> ▲</a:t>
            </a:r>
            <a:r>
              <a:rPr kumimoji="1" lang="en-US" altLang="ja-JP" sz="1200">
                <a:solidFill>
                  <a:srgbClr val="008000"/>
                </a:solidFill>
                <a:latin typeface="メイリオ" panose="020B0604030504040204" pitchFamily="50" charset="-128"/>
                <a:ea typeface="メイリオ" panose="020B0604030504040204" pitchFamily="50" charset="-128"/>
              </a:rPr>
              <a:t>Wave2</a:t>
            </a:r>
            <a:r>
              <a:rPr kumimoji="1" lang="ja-JP" altLang="en-US" sz="1200">
                <a:solidFill>
                  <a:srgbClr val="008000"/>
                </a:solidFill>
                <a:latin typeface="メイリオ" panose="020B0604030504040204" pitchFamily="50" charset="-128"/>
                <a:ea typeface="メイリオ" panose="020B0604030504040204" pitchFamily="50" charset="-128"/>
              </a:rPr>
              <a:t>契約締結</a:t>
            </a:r>
            <a:endParaRPr kumimoji="1" lang="en-US" altLang="ja-JP" sz="1100">
              <a:solidFill>
                <a:srgbClr val="008000"/>
              </a:solidFill>
              <a:latin typeface="メイリオ" panose="020B0604030504040204" pitchFamily="50" charset="-128"/>
              <a:ea typeface="メイリオ" panose="020B0604030504040204" pitchFamily="50" charset="-128"/>
            </a:endParaRPr>
          </a:p>
        </p:txBody>
      </p:sp>
      <p:graphicFrame>
        <p:nvGraphicFramePr>
          <p:cNvPr id="35" name="表 34">
            <a:extLst>
              <a:ext uri="{FF2B5EF4-FFF2-40B4-BE49-F238E27FC236}">
                <a16:creationId xmlns:a16="http://schemas.microsoft.com/office/drawing/2014/main" id="{ECDA4BB8-DD01-5655-96DB-BE28C902B7D2}"/>
              </a:ext>
            </a:extLst>
          </p:cNvPr>
          <p:cNvGraphicFramePr>
            <a:graphicFrameLocks noGrp="1"/>
          </p:cNvGraphicFramePr>
          <p:nvPr/>
        </p:nvGraphicFramePr>
        <p:xfrm>
          <a:off x="2952490" y="5452686"/>
          <a:ext cx="1099391" cy="648000"/>
        </p:xfrm>
        <a:graphic>
          <a:graphicData uri="http://schemas.openxmlformats.org/drawingml/2006/table">
            <a:tbl>
              <a:tblPr firstRow="1" bandRow="1">
                <a:tableStyleId>{2D5ABB26-0587-4C30-8999-92F81FD0307C}</a:tableStyleId>
              </a:tblPr>
              <a:tblGrid>
                <a:gridCol w="1099391">
                  <a:extLst>
                    <a:ext uri="{9D8B030D-6E8A-4147-A177-3AD203B41FA5}">
                      <a16:colId xmlns:a16="http://schemas.microsoft.com/office/drawing/2014/main" val="2823374101"/>
                    </a:ext>
                  </a:extLst>
                </a:gridCol>
              </a:tblGrid>
              <a:tr h="648000">
                <a:tc>
                  <a:txBody>
                    <a:bodyPr/>
                    <a:lstStyle/>
                    <a:p>
                      <a:pPr algn="ctr"/>
                      <a:r>
                        <a:rPr kumimoji="1" lang="en-US" altLang="ja-JP" sz="1100" b="0">
                          <a:solidFill>
                            <a:schemeClr val="tx1"/>
                          </a:solidFill>
                          <a:latin typeface="+mn-ea"/>
                          <a:ea typeface="+mn-ea"/>
                        </a:rPr>
                        <a:t>Azure</a:t>
                      </a:r>
                    </a:p>
                    <a:p>
                      <a:pPr algn="ctr"/>
                      <a:r>
                        <a:rPr kumimoji="1" lang="ja-JP" altLang="en-US" sz="1100" b="0">
                          <a:solidFill>
                            <a:schemeClr val="tx1"/>
                          </a:solidFill>
                          <a:latin typeface="+mn-ea"/>
                          <a:ea typeface="+mn-ea"/>
                        </a:rPr>
                        <a:t>環境構築</a:t>
                      </a:r>
                      <a:endParaRPr kumimoji="1" lang="en-US" altLang="ja-JP" sz="1100" b="0">
                        <a:solidFill>
                          <a:schemeClr val="tx1"/>
                        </a:solidFill>
                        <a:latin typeface="+mn-ea"/>
                        <a:ea typeface="+mn-ea"/>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2434114032"/>
                  </a:ext>
                </a:extLst>
              </a:tr>
            </a:tbl>
          </a:graphicData>
        </a:graphic>
      </p:graphicFrame>
      <p:graphicFrame>
        <p:nvGraphicFramePr>
          <p:cNvPr id="10" name="表 9">
            <a:extLst>
              <a:ext uri="{FF2B5EF4-FFF2-40B4-BE49-F238E27FC236}">
                <a16:creationId xmlns:a16="http://schemas.microsoft.com/office/drawing/2014/main" id="{03A401D5-BEB1-F40E-2AF6-ACE011199C04}"/>
              </a:ext>
            </a:extLst>
          </p:cNvPr>
          <p:cNvGraphicFramePr>
            <a:graphicFrameLocks noGrp="1"/>
          </p:cNvGraphicFramePr>
          <p:nvPr/>
        </p:nvGraphicFramePr>
        <p:xfrm>
          <a:off x="4033548" y="4250185"/>
          <a:ext cx="552739" cy="648000"/>
        </p:xfrm>
        <a:graphic>
          <a:graphicData uri="http://schemas.openxmlformats.org/drawingml/2006/table">
            <a:tbl>
              <a:tblPr firstRow="1" bandRow="1">
                <a:tableStyleId>{2D5ABB26-0587-4C30-8999-92F81FD0307C}</a:tableStyleId>
              </a:tblPr>
              <a:tblGrid>
                <a:gridCol w="552739">
                  <a:extLst>
                    <a:ext uri="{9D8B030D-6E8A-4147-A177-3AD203B41FA5}">
                      <a16:colId xmlns:a16="http://schemas.microsoft.com/office/drawing/2014/main" val="2823374101"/>
                    </a:ext>
                  </a:extLst>
                </a:gridCol>
              </a:tblGrid>
              <a:tr h="648000">
                <a:tc>
                  <a:txBody>
                    <a:bodyPr/>
                    <a:lstStyle/>
                    <a:p>
                      <a:pPr algn="ctr"/>
                      <a:r>
                        <a:rPr kumimoji="1" lang="en-US" altLang="ja-JP" sz="1100" b="0">
                          <a:solidFill>
                            <a:schemeClr val="tx1"/>
                          </a:solidFill>
                          <a:latin typeface="+mn-ea"/>
                          <a:ea typeface="+mn-ea"/>
                        </a:rPr>
                        <a:t>SP1</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51" name="表 50">
            <a:extLst>
              <a:ext uri="{FF2B5EF4-FFF2-40B4-BE49-F238E27FC236}">
                <a16:creationId xmlns:a16="http://schemas.microsoft.com/office/drawing/2014/main" id="{340CE0CF-88B4-2BCD-7C54-21876BC72A49}"/>
              </a:ext>
            </a:extLst>
          </p:cNvPr>
          <p:cNvGraphicFramePr>
            <a:graphicFrameLocks noGrp="1"/>
          </p:cNvGraphicFramePr>
          <p:nvPr/>
        </p:nvGraphicFramePr>
        <p:xfrm>
          <a:off x="9564132" y="4253388"/>
          <a:ext cx="1109562" cy="648000"/>
        </p:xfrm>
        <a:graphic>
          <a:graphicData uri="http://schemas.openxmlformats.org/drawingml/2006/table">
            <a:tbl>
              <a:tblPr firstRow="1" bandRow="1">
                <a:tableStyleId>{2D5ABB26-0587-4C30-8999-92F81FD0307C}</a:tableStyleId>
              </a:tblPr>
              <a:tblGrid>
                <a:gridCol w="1109562">
                  <a:extLst>
                    <a:ext uri="{9D8B030D-6E8A-4147-A177-3AD203B41FA5}">
                      <a16:colId xmlns:a16="http://schemas.microsoft.com/office/drawing/2014/main" val="2823374101"/>
                    </a:ext>
                  </a:extLst>
                </a:gridCol>
              </a:tblGrid>
              <a:tr h="648000">
                <a:tc>
                  <a:txBody>
                    <a:bodyPr/>
                    <a:lstStyle/>
                    <a:p>
                      <a:pPr algn="ctr"/>
                      <a:r>
                        <a:rPr kumimoji="1" lang="ja-JP" altLang="en-US" sz="1100" b="0">
                          <a:solidFill>
                            <a:schemeClr val="tx1"/>
                          </a:solidFill>
                          <a:latin typeface="+mn-ea"/>
                          <a:ea typeface="+mn-ea"/>
                        </a:rPr>
                        <a:t>保守準備</a:t>
                      </a:r>
                      <a:r>
                        <a:rPr kumimoji="1" lang="en-US" altLang="ja-JP" sz="1100" b="0">
                          <a:solidFill>
                            <a:schemeClr val="tx1"/>
                          </a:solidFill>
                          <a:latin typeface="+mn-ea"/>
                          <a:ea typeface="+mn-ea"/>
                        </a:rPr>
                        <a:t>(</a:t>
                      </a:r>
                      <a:r>
                        <a:rPr kumimoji="1" lang="ja-JP" altLang="en-US" sz="1100" b="0">
                          <a:solidFill>
                            <a:schemeClr val="tx1"/>
                          </a:solidFill>
                          <a:latin typeface="+mn-ea"/>
                          <a:ea typeface="+mn-ea"/>
                        </a:rPr>
                        <a:t>ﾄﾞｷｭﾒﾝﾄ整備</a:t>
                      </a:r>
                      <a:r>
                        <a:rPr kumimoji="1" lang="en-US" altLang="ja-JP" sz="1100" b="0">
                          <a:solidFill>
                            <a:schemeClr val="tx1"/>
                          </a:solidFill>
                          <a:latin typeface="+mn-ea"/>
                          <a:ea typeface="+mn-ea"/>
                        </a:rPr>
                        <a:t>)</a:t>
                      </a:r>
                    </a:p>
                    <a:p>
                      <a:pPr algn="ctr"/>
                      <a:r>
                        <a:rPr kumimoji="1" lang="ja-JP" altLang="en-US" sz="1100" b="0">
                          <a:solidFill>
                            <a:schemeClr val="tx1"/>
                          </a:solidFill>
                          <a:latin typeface="+mn-ea"/>
                          <a:ea typeface="+mn-ea"/>
                        </a:rPr>
                        <a:t>リリース準備</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53" name="表 52">
            <a:extLst>
              <a:ext uri="{FF2B5EF4-FFF2-40B4-BE49-F238E27FC236}">
                <a16:creationId xmlns:a16="http://schemas.microsoft.com/office/drawing/2014/main" id="{CA2DC90B-F938-AA4E-6064-BFE33F2BB6EA}"/>
              </a:ext>
            </a:extLst>
          </p:cNvPr>
          <p:cNvGraphicFramePr>
            <a:graphicFrameLocks noGrp="1"/>
          </p:cNvGraphicFramePr>
          <p:nvPr/>
        </p:nvGraphicFramePr>
        <p:xfrm>
          <a:off x="9561597" y="5021023"/>
          <a:ext cx="1112097" cy="338134"/>
        </p:xfrm>
        <a:graphic>
          <a:graphicData uri="http://schemas.openxmlformats.org/drawingml/2006/table">
            <a:tbl>
              <a:tblPr firstRow="1" bandRow="1">
                <a:tableStyleId>{2D5ABB26-0587-4C30-8999-92F81FD0307C}</a:tableStyleId>
              </a:tblPr>
              <a:tblGrid>
                <a:gridCol w="1112097">
                  <a:extLst>
                    <a:ext uri="{9D8B030D-6E8A-4147-A177-3AD203B41FA5}">
                      <a16:colId xmlns:a16="http://schemas.microsoft.com/office/drawing/2014/main" val="2823374101"/>
                    </a:ext>
                  </a:extLst>
                </a:gridCol>
              </a:tblGrid>
              <a:tr h="338134">
                <a:tc>
                  <a:txBody>
                    <a:bodyPr/>
                    <a:lstStyle/>
                    <a:p>
                      <a:pPr algn="ctr"/>
                      <a:r>
                        <a:rPr kumimoji="1" lang="ja-JP" altLang="en-US" sz="1100" b="0">
                          <a:solidFill>
                            <a:schemeClr val="tx1"/>
                          </a:solidFill>
                          <a:latin typeface="+mn-ea"/>
                          <a:ea typeface="+mn-ea"/>
                        </a:rPr>
                        <a:t>ﾕｰｻﾞｰ教育</a:t>
                      </a:r>
                      <a:endParaRPr kumimoji="1" lang="en-US" altLang="ja-JP" sz="1100" b="0">
                        <a:solidFill>
                          <a:schemeClr val="tx1"/>
                        </a:solidFill>
                        <a:latin typeface="+mn-ea"/>
                        <a:ea typeface="+mn-ea"/>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2434114032"/>
                  </a:ext>
                </a:extLst>
              </a:tr>
            </a:tbl>
          </a:graphicData>
        </a:graphic>
      </p:graphicFrame>
      <p:sp>
        <p:nvSpPr>
          <p:cNvPr id="54" name="矢印: 五方向 53">
            <a:extLst>
              <a:ext uri="{FF2B5EF4-FFF2-40B4-BE49-F238E27FC236}">
                <a16:creationId xmlns:a16="http://schemas.microsoft.com/office/drawing/2014/main" id="{F0592F2C-0376-01DF-50B7-AC1FD82C56DB}"/>
              </a:ext>
            </a:extLst>
          </p:cNvPr>
          <p:cNvSpPr/>
          <p:nvPr/>
        </p:nvSpPr>
        <p:spPr>
          <a:xfrm>
            <a:off x="10654855" y="3450369"/>
            <a:ext cx="1469886" cy="720000"/>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a:solidFill>
                  <a:schemeClr val="tx1">
                    <a:lumMod val="75000"/>
                    <a:lumOff val="25000"/>
                  </a:schemeClr>
                </a:solidFill>
                <a:latin typeface="メイリオ" panose="020B0604030504040204" pitchFamily="50" charset="-128"/>
                <a:ea typeface="メイリオ" panose="020B0604030504040204" pitchFamily="50" charset="-128"/>
              </a:rPr>
              <a:t>スクラムフェーズ</a:t>
            </a:r>
            <a:r>
              <a:rPr kumimoji="1" lang="en-US" altLang="ja-JP" sz="1400">
                <a:solidFill>
                  <a:schemeClr val="tx1">
                    <a:lumMod val="75000"/>
                    <a:lumOff val="25000"/>
                  </a:schemeClr>
                </a:solidFill>
                <a:latin typeface="メイリオ" panose="020B0604030504040204" pitchFamily="50" charset="-128"/>
                <a:ea typeface="メイリオ" panose="020B0604030504040204" pitchFamily="50" charset="-128"/>
              </a:rPr>
              <a:t>(Wave2)</a:t>
            </a:r>
          </a:p>
        </p:txBody>
      </p:sp>
      <p:sp>
        <p:nvSpPr>
          <p:cNvPr id="58" name="テキスト ボックス 57">
            <a:extLst>
              <a:ext uri="{FF2B5EF4-FFF2-40B4-BE49-F238E27FC236}">
                <a16:creationId xmlns:a16="http://schemas.microsoft.com/office/drawing/2014/main" id="{6E4E14E9-F570-4650-A4B4-2544E356FE90}"/>
              </a:ext>
            </a:extLst>
          </p:cNvPr>
          <p:cNvSpPr txBox="1"/>
          <p:nvPr/>
        </p:nvSpPr>
        <p:spPr>
          <a:xfrm>
            <a:off x="4393797" y="2994039"/>
            <a:ext cx="1220206" cy="276999"/>
          </a:xfrm>
          <a:prstGeom prst="rect">
            <a:avLst/>
          </a:prstGeom>
          <a:noFill/>
        </p:spPr>
        <p:txBody>
          <a:bodyPr wrap="none" rtlCol="0" anchor="t">
            <a:spAutoFit/>
          </a:bodyPr>
          <a:lstStyle/>
          <a:p>
            <a:pPr algn="ctr"/>
            <a:r>
              <a:rPr kumimoji="1" lang="ja-JP" altLang="en-US" sz="1200">
                <a:solidFill>
                  <a:srgbClr val="008000"/>
                </a:solidFill>
                <a:latin typeface="メイリオ" panose="020B0604030504040204" pitchFamily="50" charset="-128"/>
                <a:ea typeface="メイリオ" panose="020B0604030504040204" pitchFamily="50" charset="-128"/>
              </a:rPr>
              <a:t> ▲</a:t>
            </a:r>
            <a:r>
              <a:rPr kumimoji="1" lang="en-US" altLang="ja-JP" sz="1200">
                <a:solidFill>
                  <a:srgbClr val="008000"/>
                </a:solidFill>
                <a:latin typeface="メイリオ" panose="020B0604030504040204" pitchFamily="50" charset="-128"/>
                <a:ea typeface="メイリオ" panose="020B0604030504040204" pitchFamily="50" charset="-128"/>
              </a:rPr>
              <a:t>1Q</a:t>
            </a:r>
            <a:r>
              <a:rPr kumimoji="1" lang="ja-JP" altLang="en-US" sz="1200">
                <a:solidFill>
                  <a:srgbClr val="008000"/>
                </a:solidFill>
                <a:latin typeface="メイリオ" panose="020B0604030504040204" pitchFamily="50" charset="-128"/>
                <a:ea typeface="メイリオ" panose="020B0604030504040204" pitchFamily="50" charset="-128"/>
              </a:rPr>
              <a:t>契約締結</a:t>
            </a:r>
            <a:endParaRPr kumimoji="1" lang="en-US" altLang="ja-JP" sz="1100">
              <a:solidFill>
                <a:srgbClr val="008000"/>
              </a:solidFill>
              <a:latin typeface="メイリオ" panose="020B0604030504040204" pitchFamily="50" charset="-128"/>
              <a:ea typeface="メイリオ" panose="020B0604030504040204" pitchFamily="50" charset="-128"/>
            </a:endParaRPr>
          </a:p>
        </p:txBody>
      </p:sp>
      <p:cxnSp>
        <p:nvCxnSpPr>
          <p:cNvPr id="60" name="直線矢印コネクタ 59">
            <a:extLst>
              <a:ext uri="{FF2B5EF4-FFF2-40B4-BE49-F238E27FC236}">
                <a16:creationId xmlns:a16="http://schemas.microsoft.com/office/drawing/2014/main" id="{D5E1B2BC-6AF2-6FFE-858E-FFF53BAB7450}"/>
              </a:ext>
            </a:extLst>
          </p:cNvPr>
          <p:cNvCxnSpPr>
            <a:cxnSpLocks/>
          </p:cNvCxnSpPr>
          <p:nvPr/>
        </p:nvCxnSpPr>
        <p:spPr>
          <a:xfrm flipV="1">
            <a:off x="5216578" y="2109175"/>
            <a:ext cx="5334468" cy="4163"/>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62" name="直線矢印コネクタ 61">
            <a:extLst>
              <a:ext uri="{FF2B5EF4-FFF2-40B4-BE49-F238E27FC236}">
                <a16:creationId xmlns:a16="http://schemas.microsoft.com/office/drawing/2014/main" id="{B2C8969B-4385-156F-0699-20535167B6CC}"/>
              </a:ext>
            </a:extLst>
          </p:cNvPr>
          <p:cNvCxnSpPr>
            <a:cxnSpLocks/>
          </p:cNvCxnSpPr>
          <p:nvPr/>
        </p:nvCxnSpPr>
        <p:spPr>
          <a:xfrm>
            <a:off x="10673693" y="2109175"/>
            <a:ext cx="1071545" cy="4163"/>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63" name="テキスト ボックス 62">
            <a:extLst>
              <a:ext uri="{FF2B5EF4-FFF2-40B4-BE49-F238E27FC236}">
                <a16:creationId xmlns:a16="http://schemas.microsoft.com/office/drawing/2014/main" id="{018FDD84-9216-889C-31C6-D0D6396959A6}"/>
              </a:ext>
            </a:extLst>
          </p:cNvPr>
          <p:cNvSpPr txBox="1"/>
          <p:nvPr/>
        </p:nvSpPr>
        <p:spPr>
          <a:xfrm>
            <a:off x="6226981" y="1775786"/>
            <a:ext cx="1640954" cy="288147"/>
          </a:xfrm>
          <a:prstGeom prst="rect">
            <a:avLst/>
          </a:prstGeom>
          <a:no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契約②</a:t>
            </a:r>
            <a:r>
              <a:rPr kumimoji="1" lang="en-US" altLang="ja-JP" sz="1400" b="1">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kumimoji="1" lang="ja-JP" altLang="en-US" sz="1400" b="1">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準委任契約</a:t>
            </a:r>
          </a:p>
        </p:txBody>
      </p:sp>
      <p:sp>
        <p:nvSpPr>
          <p:cNvPr id="64" name="テキスト ボックス 63">
            <a:extLst>
              <a:ext uri="{FF2B5EF4-FFF2-40B4-BE49-F238E27FC236}">
                <a16:creationId xmlns:a16="http://schemas.microsoft.com/office/drawing/2014/main" id="{950C40EC-6B8D-EB2A-71FE-EB5BC097C710}"/>
              </a:ext>
            </a:extLst>
          </p:cNvPr>
          <p:cNvSpPr txBox="1"/>
          <p:nvPr/>
        </p:nvSpPr>
        <p:spPr>
          <a:xfrm>
            <a:off x="10551046" y="1777807"/>
            <a:ext cx="1640954" cy="288147"/>
          </a:xfrm>
          <a:prstGeom prst="rect">
            <a:avLst/>
          </a:prstGeom>
          <a:no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契約③</a:t>
            </a:r>
            <a:r>
              <a:rPr kumimoji="1" lang="en-US" altLang="ja-JP" sz="1400" b="1">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kumimoji="1" lang="ja-JP" altLang="en-US" sz="1400" b="1">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準委任契約</a:t>
            </a:r>
          </a:p>
        </p:txBody>
      </p:sp>
      <p:sp>
        <p:nvSpPr>
          <p:cNvPr id="66" name="テキスト ボックス 65">
            <a:extLst>
              <a:ext uri="{FF2B5EF4-FFF2-40B4-BE49-F238E27FC236}">
                <a16:creationId xmlns:a16="http://schemas.microsoft.com/office/drawing/2014/main" id="{D9C1D92E-7E85-B803-C0D3-1868FCFA3A9C}"/>
              </a:ext>
            </a:extLst>
          </p:cNvPr>
          <p:cNvSpPr txBox="1"/>
          <p:nvPr/>
        </p:nvSpPr>
        <p:spPr>
          <a:xfrm>
            <a:off x="9025000" y="2251102"/>
            <a:ext cx="1557403" cy="276999"/>
          </a:xfrm>
          <a:prstGeom prst="rect">
            <a:avLst/>
          </a:prstGeom>
          <a:noFill/>
        </p:spPr>
        <p:txBody>
          <a:bodyPr wrap="square" rtlCol="0" anchor="t">
            <a:spAutoFit/>
          </a:bodyPr>
          <a:lstStyle/>
          <a:p>
            <a:pPr algn="r"/>
            <a:r>
              <a:rPr kumimoji="1" lang="ja-JP" altLang="en-US" sz="1200">
                <a:latin typeface="メイリオ" panose="020B0604030504040204" pitchFamily="50" charset="-128"/>
                <a:ea typeface="メイリオ" panose="020B0604030504040204" pitchFamily="50" charset="-128"/>
              </a:rPr>
              <a:t>▲リリース判定</a:t>
            </a:r>
            <a:endParaRPr kumimoji="1" lang="en-US" altLang="ja-JP" sz="1100">
              <a:latin typeface="メイリオ" panose="020B0604030504040204" pitchFamily="50" charset="-128"/>
              <a:ea typeface="メイリオ" panose="020B0604030504040204" pitchFamily="50" charset="-128"/>
            </a:endParaRPr>
          </a:p>
        </p:txBody>
      </p:sp>
      <p:grpSp>
        <p:nvGrpSpPr>
          <p:cNvPr id="3" name="グループ化 2">
            <a:extLst>
              <a:ext uri="{FF2B5EF4-FFF2-40B4-BE49-F238E27FC236}">
                <a16:creationId xmlns:a16="http://schemas.microsoft.com/office/drawing/2014/main" id="{74A999BB-6D1D-4B59-CF32-283F1235BDCE}"/>
              </a:ext>
            </a:extLst>
          </p:cNvPr>
          <p:cNvGrpSpPr/>
          <p:nvPr/>
        </p:nvGrpSpPr>
        <p:grpSpPr>
          <a:xfrm>
            <a:off x="7901227" y="6384022"/>
            <a:ext cx="4221743" cy="372517"/>
            <a:chOff x="2744754" y="513955"/>
            <a:chExt cx="8514710" cy="360050"/>
          </a:xfrm>
        </p:grpSpPr>
        <p:sp>
          <p:nvSpPr>
            <p:cNvPr id="7" name="正方形/長方形 6">
              <a:extLst>
                <a:ext uri="{FF2B5EF4-FFF2-40B4-BE49-F238E27FC236}">
                  <a16:creationId xmlns:a16="http://schemas.microsoft.com/office/drawing/2014/main" id="{0A8B8724-EFCB-C8E5-E99D-ABD0341ECB59}"/>
                </a:ext>
              </a:extLst>
            </p:cNvPr>
            <p:cNvSpPr/>
            <p:nvPr/>
          </p:nvSpPr>
          <p:spPr>
            <a:xfrm>
              <a:off x="2744754" y="513955"/>
              <a:ext cx="8514710" cy="360050"/>
            </a:xfrm>
            <a:prstGeom prst="rect">
              <a:avLst/>
            </a:prstGeom>
            <a:solidFill>
              <a:schemeClr val="bg1"/>
            </a:solidFill>
            <a:ln w="63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a:solidFill>
                    <a:schemeClr val="tx1"/>
                  </a:solidFill>
                  <a:latin typeface="メイリオ" panose="020B0604030504040204" pitchFamily="50" charset="-128"/>
                  <a:ea typeface="メイリオ" panose="020B0604030504040204" pitchFamily="50" charset="-128"/>
                </a:rPr>
                <a:t>凡例</a:t>
              </a:r>
            </a:p>
          </p:txBody>
        </p:sp>
        <p:sp>
          <p:nvSpPr>
            <p:cNvPr id="8" name="角丸四角形 1">
              <a:extLst>
                <a:ext uri="{FF2B5EF4-FFF2-40B4-BE49-F238E27FC236}">
                  <a16:creationId xmlns:a16="http://schemas.microsoft.com/office/drawing/2014/main" id="{0658D0AC-E3A2-EF5E-131F-DCBF5CF39D55}"/>
                </a:ext>
              </a:extLst>
            </p:cNvPr>
            <p:cNvSpPr>
              <a:spLocks noChangeArrowheads="1"/>
            </p:cNvSpPr>
            <p:nvPr/>
          </p:nvSpPr>
          <p:spPr bwMode="auto">
            <a:xfrm>
              <a:off x="3675737" y="569038"/>
              <a:ext cx="359999" cy="216000"/>
            </a:xfrm>
            <a:prstGeom prst="rect">
              <a:avLst/>
            </a:prstGeom>
            <a:solidFill>
              <a:schemeClr val="accent2">
                <a:lumMod val="60000"/>
                <a:lumOff val="40000"/>
              </a:schemeClr>
            </a:solidFill>
            <a:ln w="6350">
              <a:solidFill>
                <a:schemeClr val="bg1">
                  <a:lumMod val="50000"/>
                </a:schemeClr>
              </a:solidFill>
              <a:headEnd/>
              <a:tailEnd/>
            </a:ln>
          </p:spPr>
          <p:style>
            <a:lnRef idx="2">
              <a:schemeClr val="accent2"/>
            </a:lnRef>
            <a:fillRef idx="1">
              <a:schemeClr val="lt1"/>
            </a:fillRef>
            <a:effectRef idx="0">
              <a:schemeClr val="accent2"/>
            </a:effectRef>
            <a:fontRef idx="minor">
              <a:schemeClr val="dk1"/>
            </a:fontRef>
          </p:style>
          <p:txBody>
            <a:bodyPr wrap="none" lIns="576000" tIns="36000" bIns="0" anchor="ctr"/>
            <a:lstStyle/>
            <a:p>
              <a:r>
                <a:rPr lang="ja-JP" altLang="en-US" sz="1000">
                  <a:latin typeface="メイリオ" panose="020B0604030504040204" pitchFamily="50" charset="-128"/>
                  <a:ea typeface="メイリオ" panose="020B0604030504040204" pitchFamily="50" charset="-128"/>
                </a:rPr>
                <a:t>貴社・弊社共同作業</a:t>
              </a:r>
            </a:p>
          </p:txBody>
        </p:sp>
        <p:sp>
          <p:nvSpPr>
            <p:cNvPr id="11" name="角丸四角形 1">
              <a:extLst>
                <a:ext uri="{FF2B5EF4-FFF2-40B4-BE49-F238E27FC236}">
                  <a16:creationId xmlns:a16="http://schemas.microsoft.com/office/drawing/2014/main" id="{96CFD523-ECFB-B9BF-145F-00C2C4E65F37}"/>
                </a:ext>
              </a:extLst>
            </p:cNvPr>
            <p:cNvSpPr>
              <a:spLocks noChangeArrowheads="1"/>
            </p:cNvSpPr>
            <p:nvPr/>
          </p:nvSpPr>
          <p:spPr bwMode="auto">
            <a:xfrm>
              <a:off x="6826289" y="580705"/>
              <a:ext cx="359999" cy="216000"/>
            </a:xfrm>
            <a:prstGeom prst="rect">
              <a:avLst/>
            </a:prstGeom>
            <a:solidFill>
              <a:schemeClr val="accent3">
                <a:lumMod val="20000"/>
                <a:lumOff val="80000"/>
              </a:schemeClr>
            </a:solidFill>
            <a:ln w="6350">
              <a:solidFill>
                <a:schemeClr val="bg1">
                  <a:lumMod val="50000"/>
                </a:schemeClr>
              </a:solidFill>
              <a:headEnd/>
              <a:tailEnd/>
            </a:ln>
          </p:spPr>
          <p:style>
            <a:lnRef idx="2">
              <a:schemeClr val="accent3"/>
            </a:lnRef>
            <a:fillRef idx="1">
              <a:schemeClr val="lt1"/>
            </a:fillRef>
            <a:effectRef idx="0">
              <a:schemeClr val="accent3"/>
            </a:effectRef>
            <a:fontRef idx="minor">
              <a:schemeClr val="dk1"/>
            </a:fontRef>
          </p:style>
          <p:txBody>
            <a:bodyPr wrap="none" lIns="576000" tIns="36000" bIns="0" anchor="ctr"/>
            <a:lstStyle/>
            <a:p>
              <a:r>
                <a:rPr lang="ja-JP" altLang="en-US" sz="1000">
                  <a:latin typeface="メイリオ" panose="020B0604030504040204" pitchFamily="50" charset="-128"/>
                  <a:ea typeface="メイリオ" panose="020B0604030504040204" pitchFamily="50" charset="-128"/>
                </a:rPr>
                <a:t>弊社作業</a:t>
              </a:r>
            </a:p>
          </p:txBody>
        </p:sp>
        <p:sp>
          <p:nvSpPr>
            <p:cNvPr id="12" name="角丸四角形 1">
              <a:extLst>
                <a:ext uri="{FF2B5EF4-FFF2-40B4-BE49-F238E27FC236}">
                  <a16:creationId xmlns:a16="http://schemas.microsoft.com/office/drawing/2014/main" id="{7961E4E4-B02F-574C-08DF-EE9EBEBA404F}"/>
                </a:ext>
              </a:extLst>
            </p:cNvPr>
            <p:cNvSpPr>
              <a:spLocks noChangeArrowheads="1"/>
            </p:cNvSpPr>
            <p:nvPr/>
          </p:nvSpPr>
          <p:spPr bwMode="auto">
            <a:xfrm>
              <a:off x="9042877" y="569715"/>
              <a:ext cx="359999" cy="216000"/>
            </a:xfrm>
            <a:prstGeom prst="rect">
              <a:avLst/>
            </a:prstGeom>
            <a:solidFill>
              <a:schemeClr val="tx2">
                <a:lumMod val="40000"/>
                <a:lumOff val="60000"/>
              </a:schemeClr>
            </a:solidFill>
            <a:ln w="6350">
              <a:solidFill>
                <a:schemeClr val="bg1">
                  <a:lumMod val="50000"/>
                </a:schemeClr>
              </a:solidFill>
              <a:headEnd/>
              <a:tailEnd/>
            </a:ln>
          </p:spPr>
          <p:style>
            <a:lnRef idx="2">
              <a:schemeClr val="accent1"/>
            </a:lnRef>
            <a:fillRef idx="1">
              <a:schemeClr val="lt1"/>
            </a:fillRef>
            <a:effectRef idx="0">
              <a:schemeClr val="accent1"/>
            </a:effectRef>
            <a:fontRef idx="minor">
              <a:schemeClr val="dk1"/>
            </a:fontRef>
          </p:style>
          <p:txBody>
            <a:bodyPr wrap="none" lIns="576000" tIns="36000" bIns="0" anchor="ctr"/>
            <a:lstStyle/>
            <a:p>
              <a:r>
                <a:rPr lang="ja-JP" altLang="en-US" sz="1000">
                  <a:latin typeface="メイリオ" panose="020B0604030504040204" pitchFamily="50" charset="-128"/>
                  <a:ea typeface="メイリオ" panose="020B0604030504040204" pitchFamily="50" charset="-128"/>
                </a:rPr>
                <a:t>貴社作業</a:t>
              </a:r>
            </a:p>
          </p:txBody>
        </p:sp>
      </p:grpSp>
      <p:sp>
        <p:nvSpPr>
          <p:cNvPr id="14" name="テキスト ボックス 13">
            <a:extLst>
              <a:ext uri="{FF2B5EF4-FFF2-40B4-BE49-F238E27FC236}">
                <a16:creationId xmlns:a16="http://schemas.microsoft.com/office/drawing/2014/main" id="{0425718F-3767-6297-44C6-928BDC828B23}"/>
              </a:ext>
            </a:extLst>
          </p:cNvPr>
          <p:cNvSpPr txBox="1"/>
          <p:nvPr/>
        </p:nvSpPr>
        <p:spPr>
          <a:xfrm>
            <a:off x="9276216" y="2497398"/>
            <a:ext cx="1159292" cy="276999"/>
          </a:xfrm>
          <a:prstGeom prst="rect">
            <a:avLst/>
          </a:prstGeom>
          <a:noFill/>
        </p:spPr>
        <p:txBody>
          <a:bodyPr wrap="none" rtlCol="0" anchor="t">
            <a:spAutoFit/>
          </a:bodyPr>
          <a:lstStyle/>
          <a:p>
            <a:r>
              <a:rPr kumimoji="1" lang="ja-JP" altLang="en-US" sz="1200" b="1">
                <a:solidFill>
                  <a:srgbClr val="FF0000"/>
                </a:solidFill>
                <a:latin typeface="メイリオ" panose="020B0604030504040204" pitchFamily="50" charset="-128"/>
                <a:ea typeface="メイリオ" panose="020B0604030504040204" pitchFamily="50" charset="-128"/>
              </a:rPr>
              <a:t> ★</a:t>
            </a:r>
            <a:r>
              <a:rPr kumimoji="1" lang="en-US" altLang="ja-JP" sz="1200" b="1">
                <a:solidFill>
                  <a:srgbClr val="FF0000"/>
                </a:solidFill>
                <a:latin typeface="メイリオ" panose="020B0604030504040204" pitchFamily="50" charset="-128"/>
                <a:ea typeface="メイリオ" panose="020B0604030504040204" pitchFamily="50" charset="-128"/>
              </a:rPr>
              <a:t>MVP1</a:t>
            </a:r>
            <a:r>
              <a:rPr kumimoji="1" lang="ja-JP" altLang="en-US" sz="1200" b="1">
                <a:solidFill>
                  <a:srgbClr val="FF0000"/>
                </a:solidFill>
                <a:latin typeface="メイリオ" panose="020B0604030504040204" pitchFamily="50" charset="-128"/>
                <a:ea typeface="メイリオ" panose="020B0604030504040204" pitchFamily="50" charset="-128"/>
              </a:rPr>
              <a:t>完成</a:t>
            </a:r>
            <a:endParaRPr kumimoji="1" lang="en-US" altLang="ja-JP" sz="1100" b="1">
              <a:solidFill>
                <a:srgbClr val="FF0000"/>
              </a:solidFill>
              <a:latin typeface="メイリオ" panose="020B0604030504040204" pitchFamily="50" charset="-128"/>
              <a:ea typeface="メイリオ" panose="020B0604030504040204" pitchFamily="50" charset="-128"/>
            </a:endParaRPr>
          </a:p>
        </p:txBody>
      </p:sp>
      <p:graphicFrame>
        <p:nvGraphicFramePr>
          <p:cNvPr id="16" name="表 15">
            <a:extLst>
              <a:ext uri="{FF2B5EF4-FFF2-40B4-BE49-F238E27FC236}">
                <a16:creationId xmlns:a16="http://schemas.microsoft.com/office/drawing/2014/main" id="{C7727EDE-CB2E-4F57-C7AF-B4FBA17383B2}"/>
              </a:ext>
            </a:extLst>
          </p:cNvPr>
          <p:cNvGraphicFramePr>
            <a:graphicFrameLocks noGrp="1"/>
          </p:cNvGraphicFramePr>
          <p:nvPr/>
        </p:nvGraphicFramePr>
        <p:xfrm>
          <a:off x="4586287" y="4250185"/>
          <a:ext cx="552739" cy="648000"/>
        </p:xfrm>
        <a:graphic>
          <a:graphicData uri="http://schemas.openxmlformats.org/drawingml/2006/table">
            <a:tbl>
              <a:tblPr firstRow="1" bandRow="1">
                <a:tableStyleId>{2D5ABB26-0587-4C30-8999-92F81FD0307C}</a:tableStyleId>
              </a:tblPr>
              <a:tblGrid>
                <a:gridCol w="552739">
                  <a:extLst>
                    <a:ext uri="{9D8B030D-6E8A-4147-A177-3AD203B41FA5}">
                      <a16:colId xmlns:a16="http://schemas.microsoft.com/office/drawing/2014/main" val="2823374101"/>
                    </a:ext>
                  </a:extLst>
                </a:gridCol>
              </a:tblGrid>
              <a:tr h="648000">
                <a:tc>
                  <a:txBody>
                    <a:bodyPr/>
                    <a:lstStyle/>
                    <a:p>
                      <a:pPr algn="ctr"/>
                      <a:r>
                        <a:rPr kumimoji="1" lang="en-US" altLang="ja-JP" sz="1100" b="0">
                          <a:solidFill>
                            <a:schemeClr val="tx1"/>
                          </a:solidFill>
                          <a:latin typeface="+mn-ea"/>
                          <a:ea typeface="+mn-ea"/>
                        </a:rPr>
                        <a:t>SP2</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17" name="表 16">
            <a:extLst>
              <a:ext uri="{FF2B5EF4-FFF2-40B4-BE49-F238E27FC236}">
                <a16:creationId xmlns:a16="http://schemas.microsoft.com/office/drawing/2014/main" id="{5A8997B8-C76C-2DB8-8DC3-9960371700EE}"/>
              </a:ext>
            </a:extLst>
          </p:cNvPr>
          <p:cNvGraphicFramePr>
            <a:graphicFrameLocks noGrp="1"/>
          </p:cNvGraphicFramePr>
          <p:nvPr/>
        </p:nvGraphicFramePr>
        <p:xfrm>
          <a:off x="5139026" y="4250185"/>
          <a:ext cx="552739" cy="648000"/>
        </p:xfrm>
        <a:graphic>
          <a:graphicData uri="http://schemas.openxmlformats.org/drawingml/2006/table">
            <a:tbl>
              <a:tblPr firstRow="1" bandRow="1">
                <a:tableStyleId>{2D5ABB26-0587-4C30-8999-92F81FD0307C}</a:tableStyleId>
              </a:tblPr>
              <a:tblGrid>
                <a:gridCol w="552739">
                  <a:extLst>
                    <a:ext uri="{9D8B030D-6E8A-4147-A177-3AD203B41FA5}">
                      <a16:colId xmlns:a16="http://schemas.microsoft.com/office/drawing/2014/main" val="2823374101"/>
                    </a:ext>
                  </a:extLst>
                </a:gridCol>
              </a:tblGrid>
              <a:tr h="648000">
                <a:tc>
                  <a:txBody>
                    <a:bodyPr/>
                    <a:lstStyle/>
                    <a:p>
                      <a:pPr algn="ctr"/>
                      <a:r>
                        <a:rPr kumimoji="1" lang="en-US" altLang="ja-JP" sz="1100" b="0">
                          <a:solidFill>
                            <a:schemeClr val="tx1"/>
                          </a:solidFill>
                          <a:latin typeface="+mn-ea"/>
                          <a:ea typeface="+mn-ea"/>
                        </a:rPr>
                        <a:t>SP3</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18" name="表 17">
            <a:extLst>
              <a:ext uri="{FF2B5EF4-FFF2-40B4-BE49-F238E27FC236}">
                <a16:creationId xmlns:a16="http://schemas.microsoft.com/office/drawing/2014/main" id="{171648D9-EB08-70FD-93CB-552CCE73133B}"/>
              </a:ext>
            </a:extLst>
          </p:cNvPr>
          <p:cNvGraphicFramePr>
            <a:graphicFrameLocks noGrp="1"/>
          </p:cNvGraphicFramePr>
          <p:nvPr/>
        </p:nvGraphicFramePr>
        <p:xfrm>
          <a:off x="5701000" y="4250185"/>
          <a:ext cx="552739" cy="648000"/>
        </p:xfrm>
        <a:graphic>
          <a:graphicData uri="http://schemas.openxmlformats.org/drawingml/2006/table">
            <a:tbl>
              <a:tblPr firstRow="1" bandRow="1">
                <a:tableStyleId>{2D5ABB26-0587-4C30-8999-92F81FD0307C}</a:tableStyleId>
              </a:tblPr>
              <a:tblGrid>
                <a:gridCol w="552739">
                  <a:extLst>
                    <a:ext uri="{9D8B030D-6E8A-4147-A177-3AD203B41FA5}">
                      <a16:colId xmlns:a16="http://schemas.microsoft.com/office/drawing/2014/main" val="2823374101"/>
                    </a:ext>
                  </a:extLst>
                </a:gridCol>
              </a:tblGrid>
              <a:tr h="648000">
                <a:tc>
                  <a:txBody>
                    <a:bodyPr/>
                    <a:lstStyle/>
                    <a:p>
                      <a:pPr algn="ctr"/>
                      <a:r>
                        <a:rPr kumimoji="1" lang="en-US" altLang="ja-JP" sz="1100" b="0">
                          <a:solidFill>
                            <a:schemeClr val="tx1"/>
                          </a:solidFill>
                          <a:latin typeface="+mn-ea"/>
                          <a:ea typeface="+mn-ea"/>
                        </a:rPr>
                        <a:t>SP4</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19" name="表 18">
            <a:extLst>
              <a:ext uri="{FF2B5EF4-FFF2-40B4-BE49-F238E27FC236}">
                <a16:creationId xmlns:a16="http://schemas.microsoft.com/office/drawing/2014/main" id="{688E9054-7121-60AF-8CCA-E43DF12647F1}"/>
              </a:ext>
            </a:extLst>
          </p:cNvPr>
          <p:cNvGraphicFramePr>
            <a:graphicFrameLocks noGrp="1"/>
          </p:cNvGraphicFramePr>
          <p:nvPr/>
        </p:nvGraphicFramePr>
        <p:xfrm>
          <a:off x="6257232" y="4250185"/>
          <a:ext cx="552739" cy="648000"/>
        </p:xfrm>
        <a:graphic>
          <a:graphicData uri="http://schemas.openxmlformats.org/drawingml/2006/table">
            <a:tbl>
              <a:tblPr firstRow="1" bandRow="1">
                <a:tableStyleId>{2D5ABB26-0587-4C30-8999-92F81FD0307C}</a:tableStyleId>
              </a:tblPr>
              <a:tblGrid>
                <a:gridCol w="552739">
                  <a:extLst>
                    <a:ext uri="{9D8B030D-6E8A-4147-A177-3AD203B41FA5}">
                      <a16:colId xmlns:a16="http://schemas.microsoft.com/office/drawing/2014/main" val="2823374101"/>
                    </a:ext>
                  </a:extLst>
                </a:gridCol>
              </a:tblGrid>
              <a:tr h="648000">
                <a:tc>
                  <a:txBody>
                    <a:bodyPr/>
                    <a:lstStyle/>
                    <a:p>
                      <a:pPr algn="ctr"/>
                      <a:r>
                        <a:rPr kumimoji="1" lang="en-US" altLang="ja-JP" sz="1100" b="0">
                          <a:solidFill>
                            <a:schemeClr val="tx1"/>
                          </a:solidFill>
                          <a:latin typeface="+mn-ea"/>
                          <a:ea typeface="+mn-ea"/>
                        </a:rPr>
                        <a:t>SP5</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21" name="表 20">
            <a:extLst>
              <a:ext uri="{FF2B5EF4-FFF2-40B4-BE49-F238E27FC236}">
                <a16:creationId xmlns:a16="http://schemas.microsoft.com/office/drawing/2014/main" id="{11FB4244-6115-0892-727C-2C4F4804C518}"/>
              </a:ext>
            </a:extLst>
          </p:cNvPr>
          <p:cNvGraphicFramePr>
            <a:graphicFrameLocks noGrp="1"/>
          </p:cNvGraphicFramePr>
          <p:nvPr/>
        </p:nvGraphicFramePr>
        <p:xfrm>
          <a:off x="6809971" y="4250185"/>
          <a:ext cx="552739" cy="651203"/>
        </p:xfrm>
        <a:graphic>
          <a:graphicData uri="http://schemas.openxmlformats.org/drawingml/2006/table">
            <a:tbl>
              <a:tblPr firstRow="1" bandRow="1">
                <a:tableStyleId>{2D5ABB26-0587-4C30-8999-92F81FD0307C}</a:tableStyleId>
              </a:tblPr>
              <a:tblGrid>
                <a:gridCol w="552739">
                  <a:extLst>
                    <a:ext uri="{9D8B030D-6E8A-4147-A177-3AD203B41FA5}">
                      <a16:colId xmlns:a16="http://schemas.microsoft.com/office/drawing/2014/main" val="2823374101"/>
                    </a:ext>
                  </a:extLst>
                </a:gridCol>
              </a:tblGrid>
              <a:tr h="651203">
                <a:tc>
                  <a:txBody>
                    <a:bodyPr/>
                    <a:lstStyle/>
                    <a:p>
                      <a:pPr algn="ctr"/>
                      <a:r>
                        <a:rPr kumimoji="1" lang="en-US" altLang="ja-JP" sz="1100" b="0">
                          <a:solidFill>
                            <a:schemeClr val="tx1"/>
                          </a:solidFill>
                          <a:latin typeface="+mn-ea"/>
                          <a:ea typeface="+mn-ea"/>
                        </a:rPr>
                        <a:t>SP6</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24" name="表 23">
            <a:extLst>
              <a:ext uri="{FF2B5EF4-FFF2-40B4-BE49-F238E27FC236}">
                <a16:creationId xmlns:a16="http://schemas.microsoft.com/office/drawing/2014/main" id="{3A56A42B-1812-E61F-5F75-D93ACFF32D64}"/>
              </a:ext>
            </a:extLst>
          </p:cNvPr>
          <p:cNvGraphicFramePr>
            <a:graphicFrameLocks noGrp="1"/>
          </p:cNvGraphicFramePr>
          <p:nvPr/>
        </p:nvGraphicFramePr>
        <p:xfrm>
          <a:off x="7371945" y="4250185"/>
          <a:ext cx="552739" cy="651203"/>
        </p:xfrm>
        <a:graphic>
          <a:graphicData uri="http://schemas.openxmlformats.org/drawingml/2006/table">
            <a:tbl>
              <a:tblPr firstRow="1" bandRow="1">
                <a:tableStyleId>{2D5ABB26-0587-4C30-8999-92F81FD0307C}</a:tableStyleId>
              </a:tblPr>
              <a:tblGrid>
                <a:gridCol w="552739">
                  <a:extLst>
                    <a:ext uri="{9D8B030D-6E8A-4147-A177-3AD203B41FA5}">
                      <a16:colId xmlns:a16="http://schemas.microsoft.com/office/drawing/2014/main" val="2823374101"/>
                    </a:ext>
                  </a:extLst>
                </a:gridCol>
              </a:tblGrid>
              <a:tr h="651203">
                <a:tc>
                  <a:txBody>
                    <a:bodyPr/>
                    <a:lstStyle/>
                    <a:p>
                      <a:pPr algn="ctr"/>
                      <a:r>
                        <a:rPr kumimoji="1" lang="en-US" altLang="ja-JP" sz="1100" b="0">
                          <a:solidFill>
                            <a:schemeClr val="tx1"/>
                          </a:solidFill>
                          <a:latin typeface="+mn-ea"/>
                          <a:ea typeface="+mn-ea"/>
                        </a:rPr>
                        <a:t>SP7</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30" name="表 29">
            <a:extLst>
              <a:ext uri="{FF2B5EF4-FFF2-40B4-BE49-F238E27FC236}">
                <a16:creationId xmlns:a16="http://schemas.microsoft.com/office/drawing/2014/main" id="{73989FE4-EF24-B77A-9FCA-95410D45D73A}"/>
              </a:ext>
            </a:extLst>
          </p:cNvPr>
          <p:cNvGraphicFramePr>
            <a:graphicFrameLocks noGrp="1"/>
          </p:cNvGraphicFramePr>
          <p:nvPr/>
        </p:nvGraphicFramePr>
        <p:xfrm>
          <a:off x="7924684" y="4250185"/>
          <a:ext cx="552739" cy="651203"/>
        </p:xfrm>
        <a:graphic>
          <a:graphicData uri="http://schemas.openxmlformats.org/drawingml/2006/table">
            <a:tbl>
              <a:tblPr firstRow="1" bandRow="1">
                <a:tableStyleId>{2D5ABB26-0587-4C30-8999-92F81FD0307C}</a:tableStyleId>
              </a:tblPr>
              <a:tblGrid>
                <a:gridCol w="552739">
                  <a:extLst>
                    <a:ext uri="{9D8B030D-6E8A-4147-A177-3AD203B41FA5}">
                      <a16:colId xmlns:a16="http://schemas.microsoft.com/office/drawing/2014/main" val="2823374101"/>
                    </a:ext>
                  </a:extLst>
                </a:gridCol>
              </a:tblGrid>
              <a:tr h="651203">
                <a:tc>
                  <a:txBody>
                    <a:bodyPr/>
                    <a:lstStyle/>
                    <a:p>
                      <a:pPr algn="ctr"/>
                      <a:r>
                        <a:rPr kumimoji="1" lang="en-US" altLang="ja-JP" sz="1100" b="0">
                          <a:solidFill>
                            <a:schemeClr val="tx1"/>
                          </a:solidFill>
                          <a:latin typeface="+mn-ea"/>
                          <a:ea typeface="+mn-ea"/>
                        </a:rPr>
                        <a:t>SP8</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33" name="表 32">
            <a:extLst>
              <a:ext uri="{FF2B5EF4-FFF2-40B4-BE49-F238E27FC236}">
                <a16:creationId xmlns:a16="http://schemas.microsoft.com/office/drawing/2014/main" id="{8F002122-FC8B-DB8C-BDC6-33F86C31B4C1}"/>
              </a:ext>
            </a:extLst>
          </p:cNvPr>
          <p:cNvGraphicFramePr>
            <a:graphicFrameLocks noGrp="1"/>
          </p:cNvGraphicFramePr>
          <p:nvPr/>
        </p:nvGraphicFramePr>
        <p:xfrm>
          <a:off x="8452072" y="4250185"/>
          <a:ext cx="552739" cy="651203"/>
        </p:xfrm>
        <a:graphic>
          <a:graphicData uri="http://schemas.openxmlformats.org/drawingml/2006/table">
            <a:tbl>
              <a:tblPr firstRow="1" bandRow="1">
                <a:tableStyleId>{2D5ABB26-0587-4C30-8999-92F81FD0307C}</a:tableStyleId>
              </a:tblPr>
              <a:tblGrid>
                <a:gridCol w="552739">
                  <a:extLst>
                    <a:ext uri="{9D8B030D-6E8A-4147-A177-3AD203B41FA5}">
                      <a16:colId xmlns:a16="http://schemas.microsoft.com/office/drawing/2014/main" val="2823374101"/>
                    </a:ext>
                  </a:extLst>
                </a:gridCol>
              </a:tblGrid>
              <a:tr h="651203">
                <a:tc>
                  <a:txBody>
                    <a:bodyPr/>
                    <a:lstStyle/>
                    <a:p>
                      <a:pPr algn="ctr"/>
                      <a:r>
                        <a:rPr kumimoji="1" lang="en-US" altLang="ja-JP" sz="1100" b="0">
                          <a:solidFill>
                            <a:schemeClr val="tx1"/>
                          </a:solidFill>
                          <a:latin typeface="+mn-ea"/>
                          <a:ea typeface="+mn-ea"/>
                        </a:rPr>
                        <a:t>SP9</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37" name="表 36">
            <a:extLst>
              <a:ext uri="{FF2B5EF4-FFF2-40B4-BE49-F238E27FC236}">
                <a16:creationId xmlns:a16="http://schemas.microsoft.com/office/drawing/2014/main" id="{5A0DEDAB-C312-57DA-E1F3-E2FF842F4D29}"/>
              </a:ext>
            </a:extLst>
          </p:cNvPr>
          <p:cNvGraphicFramePr>
            <a:graphicFrameLocks noGrp="1"/>
          </p:cNvGraphicFramePr>
          <p:nvPr/>
        </p:nvGraphicFramePr>
        <p:xfrm>
          <a:off x="9011045" y="4250185"/>
          <a:ext cx="552739" cy="651203"/>
        </p:xfrm>
        <a:graphic>
          <a:graphicData uri="http://schemas.openxmlformats.org/drawingml/2006/table">
            <a:tbl>
              <a:tblPr firstRow="1" bandRow="1">
                <a:tableStyleId>{2D5ABB26-0587-4C30-8999-92F81FD0307C}</a:tableStyleId>
              </a:tblPr>
              <a:tblGrid>
                <a:gridCol w="552739">
                  <a:extLst>
                    <a:ext uri="{9D8B030D-6E8A-4147-A177-3AD203B41FA5}">
                      <a16:colId xmlns:a16="http://schemas.microsoft.com/office/drawing/2014/main" val="2823374101"/>
                    </a:ext>
                  </a:extLst>
                </a:gridCol>
              </a:tblGrid>
              <a:tr h="651203">
                <a:tc>
                  <a:txBody>
                    <a:bodyPr/>
                    <a:lstStyle/>
                    <a:p>
                      <a:pPr algn="ctr"/>
                      <a:r>
                        <a:rPr kumimoji="1" lang="en-US" altLang="ja-JP" sz="1100" b="0">
                          <a:solidFill>
                            <a:schemeClr val="tx1"/>
                          </a:solidFill>
                          <a:latin typeface="+mn-ea"/>
                          <a:ea typeface="+mn-ea"/>
                        </a:rPr>
                        <a:t>SP10</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sp>
        <p:nvSpPr>
          <p:cNvPr id="42" name="テキスト ボックス 41">
            <a:extLst>
              <a:ext uri="{FF2B5EF4-FFF2-40B4-BE49-F238E27FC236}">
                <a16:creationId xmlns:a16="http://schemas.microsoft.com/office/drawing/2014/main" id="{DB097682-9A51-4331-9143-E659709D0CE0}"/>
              </a:ext>
            </a:extLst>
          </p:cNvPr>
          <p:cNvSpPr txBox="1"/>
          <p:nvPr/>
        </p:nvSpPr>
        <p:spPr>
          <a:xfrm>
            <a:off x="9874818" y="2523950"/>
            <a:ext cx="1557403" cy="276999"/>
          </a:xfrm>
          <a:prstGeom prst="rect">
            <a:avLst/>
          </a:prstGeom>
          <a:noFill/>
        </p:spPr>
        <p:txBody>
          <a:bodyPr wrap="square" rtlCol="0" anchor="t">
            <a:spAutoFit/>
          </a:bodyPr>
          <a:lstStyle/>
          <a:p>
            <a:pPr algn="r"/>
            <a:r>
              <a:rPr kumimoji="1" lang="ja-JP" altLang="en-US" sz="1200">
                <a:latin typeface="メイリオ" panose="020B0604030504040204" pitchFamily="50" charset="-128"/>
                <a:ea typeface="メイリオ" panose="020B0604030504040204" pitchFamily="50" charset="-128"/>
              </a:rPr>
              <a:t>▲リリース</a:t>
            </a:r>
            <a:endParaRPr kumimoji="1" lang="en-US" altLang="ja-JP" sz="1100">
              <a:latin typeface="メイリオ" panose="020B0604030504040204" pitchFamily="50" charset="-128"/>
              <a:ea typeface="メイリオ" panose="020B0604030504040204" pitchFamily="50" charset="-128"/>
            </a:endParaRPr>
          </a:p>
        </p:txBody>
      </p:sp>
      <p:graphicFrame>
        <p:nvGraphicFramePr>
          <p:cNvPr id="46" name="表 45">
            <a:extLst>
              <a:ext uri="{FF2B5EF4-FFF2-40B4-BE49-F238E27FC236}">
                <a16:creationId xmlns:a16="http://schemas.microsoft.com/office/drawing/2014/main" id="{90BE3E18-512F-AF9C-E5AF-037FB1705495}"/>
              </a:ext>
            </a:extLst>
          </p:cNvPr>
          <p:cNvGraphicFramePr>
            <a:graphicFrameLocks noGrp="1"/>
          </p:cNvGraphicFramePr>
          <p:nvPr/>
        </p:nvGraphicFramePr>
        <p:xfrm>
          <a:off x="10673694" y="4250185"/>
          <a:ext cx="1071544" cy="651203"/>
        </p:xfrm>
        <a:graphic>
          <a:graphicData uri="http://schemas.openxmlformats.org/drawingml/2006/table">
            <a:tbl>
              <a:tblPr firstRow="1" bandRow="1">
                <a:tableStyleId>{2D5ABB26-0587-4C30-8999-92F81FD0307C}</a:tableStyleId>
              </a:tblPr>
              <a:tblGrid>
                <a:gridCol w="1071544">
                  <a:extLst>
                    <a:ext uri="{9D8B030D-6E8A-4147-A177-3AD203B41FA5}">
                      <a16:colId xmlns:a16="http://schemas.microsoft.com/office/drawing/2014/main" val="2823374101"/>
                    </a:ext>
                  </a:extLst>
                </a:gridCol>
              </a:tblGrid>
              <a:tr h="651203">
                <a:tc>
                  <a:txBody>
                    <a:bodyPr/>
                    <a:lstStyle/>
                    <a:p>
                      <a:pPr algn="ctr"/>
                      <a:r>
                        <a:rPr kumimoji="1" lang="en-US" altLang="ja-JP" sz="1100" b="0">
                          <a:solidFill>
                            <a:schemeClr val="tx1"/>
                          </a:solidFill>
                          <a:latin typeface="+mn-ea"/>
                          <a:ea typeface="+mn-ea"/>
                        </a:rPr>
                        <a:t>SP11</a:t>
                      </a:r>
                      <a:r>
                        <a:rPr kumimoji="1" lang="ja-JP" altLang="en-US" sz="1100" b="0">
                          <a:solidFill>
                            <a:schemeClr val="tx1"/>
                          </a:solidFill>
                          <a:latin typeface="+mn-ea"/>
                          <a:ea typeface="+mn-ea"/>
                        </a:rPr>
                        <a:t>～</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spTree>
    <p:extLst>
      <p:ext uri="{BB962C8B-B14F-4D97-AF65-F5344CB8AC3E}">
        <p14:creationId xmlns:p14="http://schemas.microsoft.com/office/powerpoint/2010/main" val="12329296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38692-9559-DFBA-5EC9-DE32F0CD203D}"/>
            </a:ext>
          </a:extLst>
        </p:cNvPr>
        <p:cNvGrpSpPr/>
        <p:nvPr/>
      </p:nvGrpSpPr>
      <p:grpSpPr>
        <a:xfrm>
          <a:off x="0" y="0"/>
          <a:ext cx="0" cy="0"/>
          <a:chOff x="0" y="0"/>
          <a:chExt cx="0" cy="0"/>
        </a:xfrm>
      </p:grpSpPr>
      <p:sp>
        <p:nvSpPr>
          <p:cNvPr id="78" name="正方形/長方形 77">
            <a:extLst>
              <a:ext uri="{FF2B5EF4-FFF2-40B4-BE49-F238E27FC236}">
                <a16:creationId xmlns:a16="http://schemas.microsoft.com/office/drawing/2014/main" id="{9551D961-EE31-20CC-5484-C789A8490652}"/>
              </a:ext>
            </a:extLst>
          </p:cNvPr>
          <p:cNvSpPr/>
          <p:nvPr/>
        </p:nvSpPr>
        <p:spPr>
          <a:xfrm>
            <a:off x="575998" y="1297411"/>
            <a:ext cx="5899422" cy="4623178"/>
          </a:xfrm>
          <a:prstGeom prst="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r"/>
            <a:endParaRPr kumimoji="1" lang="ja-JP" altLang="en-US" sz="140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99B98DBD-8BB0-5161-A5EC-A221E0D1C173}"/>
              </a:ext>
            </a:extLst>
          </p:cNvPr>
          <p:cNvSpPr/>
          <p:nvPr/>
        </p:nvSpPr>
        <p:spPr>
          <a:xfrm>
            <a:off x="6744448" y="1297410"/>
            <a:ext cx="4875154" cy="4615807"/>
          </a:xfrm>
          <a:prstGeom prst="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panose="020B0604030504040204" pitchFamily="50" charset="-128"/>
              <a:ea typeface="メイリオ" panose="020B0604030504040204" pitchFamily="50" charset="-128"/>
            </a:endParaRPr>
          </a:p>
        </p:txBody>
      </p:sp>
      <p:sp>
        <p:nvSpPr>
          <p:cNvPr id="2" name="タイトル 1">
            <a:extLst>
              <a:ext uri="{FF2B5EF4-FFF2-40B4-BE49-F238E27FC236}">
                <a16:creationId xmlns:a16="http://schemas.microsoft.com/office/drawing/2014/main" id="{25504419-3385-B883-3A0C-5BCCAF2EA70A}"/>
              </a:ext>
            </a:extLst>
          </p:cNvPr>
          <p:cNvSpPr>
            <a:spLocks noGrp="1"/>
          </p:cNvSpPr>
          <p:nvPr>
            <p:ph type="title"/>
          </p:nvPr>
        </p:nvSpPr>
        <p:spPr/>
        <p:txBody>
          <a:bodyPr/>
          <a:lstStyle/>
          <a:p>
            <a:r>
              <a:rPr lang="en-US" altLang="ja-JP">
                <a:solidFill/>
                <a:latin typeface="メイリオ" panose="020B0604030504040204" pitchFamily="50" charset="-128"/>
                <a:ea typeface="メイリオ" panose="020B0604030504040204" pitchFamily="50" charset="-128"/>
              </a:rPr>
              <a:t>【</a:t>
            </a:r>
            <a:r>
              <a:rPr lang="ja-JP" altLang="en-US">
                <a:solidFill/>
                <a:latin typeface="メイリオ" panose="020B0604030504040204" pitchFamily="50" charset="-128"/>
                <a:ea typeface="メイリオ" panose="020B0604030504040204" pitchFamily="50" charset="-128"/>
              </a:rPr>
              <a:t>参考</a:t>
            </a:r>
            <a:r>
              <a:rPr lang="en-US" altLang="ja-JP">
                <a:solidFill/>
                <a:latin typeface="メイリオ" panose="020B0604030504040204" pitchFamily="50" charset="-128"/>
                <a:ea typeface="メイリオ" panose="020B0604030504040204" pitchFamily="50" charset="-128"/>
              </a:rPr>
              <a:t>】</a:t>
            </a:r>
            <a:r>
              <a:rPr kumimoji="1" lang="ja-JP" altLang="en-US">
                <a:solidFill/>
                <a:latin typeface="メイリオ" panose="020B0604030504040204" pitchFamily="50" charset="-128"/>
                <a:ea typeface="メイリオ" panose="020B0604030504040204" pitchFamily="50" charset="-128"/>
              </a:rPr>
              <a:t>システムエグゼ体制案</a:t>
            </a:r>
          </a:p>
        </p:txBody>
      </p:sp>
      <p:sp>
        <p:nvSpPr>
          <p:cNvPr id="4" name="フッター プレースホルダー 3">
            <a:extLst>
              <a:ext uri="{FF2B5EF4-FFF2-40B4-BE49-F238E27FC236}">
                <a16:creationId xmlns:a16="http://schemas.microsoft.com/office/drawing/2014/main" id="{D18DD469-731F-FEB2-5D36-7EFFD19174A5}"/>
              </a:ext>
            </a:extLst>
          </p:cNvPr>
          <p:cNvSpPr>
            <a:spLocks noGrp="1"/>
          </p:cNvSpPr>
          <p:nvPr>
            <p:ph type="ftr" sz="quarter" idx="11"/>
          </p:nvPr>
        </p:nvSpPr>
        <p:spPr>
          <a:xfrm>
            <a:off x="3036000" y="6552000"/>
            <a:ext cx="6120000" cy="216000"/>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bg1"/>
                </a:solidFill>
                <a:latin typeface="游ゴシック" panose="020B0400000000000000" pitchFamily="50" charset="-128"/>
                <a:ea typeface="游ゴシック" panose="020B0400000000000000" pitchFamily="50" charset="-128"/>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solidFill/>
                <a:latin typeface="メイリオ" panose="020B0604030504040204" pitchFamily="50" charset="-128"/>
                <a:ea typeface="メイリオ" panose="020B0604030504040204" pitchFamily="50" charset="-128"/>
              </a:rPr>
              <a:t>Copyright © SystemEXE,Inc All Rights Reserved.</a:t>
            </a:r>
            <a:endParaRPr lang="en-US" altLang="ja-JP">
              <a:latin typeface="メイリオ" panose="020B0604030504040204" pitchFamily="50" charset="-128"/>
              <a:ea typeface="メイリオ" panose="020B0604030504040204" pitchFamily="50" charset="-128"/>
            </a:endParaRPr>
          </a:p>
        </p:txBody>
      </p:sp>
      <p:sp>
        <p:nvSpPr>
          <p:cNvPr id="30" name="四角形: 上の 2 つの角を丸める 29">
            <a:extLst>
              <a:ext uri="{FF2B5EF4-FFF2-40B4-BE49-F238E27FC236}">
                <a16:creationId xmlns:a16="http://schemas.microsoft.com/office/drawing/2014/main" id="{BCF67B8A-3E55-20B1-C3C3-F0FBA8B80E99}"/>
              </a:ext>
            </a:extLst>
          </p:cNvPr>
          <p:cNvSpPr/>
          <p:nvPr/>
        </p:nvSpPr>
        <p:spPr>
          <a:xfrm>
            <a:off x="575999" y="937411"/>
            <a:ext cx="5899421" cy="360000"/>
          </a:xfrm>
          <a:prstGeom prst="round2Same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a:solidFill/>
                <a:latin typeface="メイリオ" panose="020B0604030504040204" pitchFamily="50" charset="-128"/>
                <a:ea typeface="メイリオ" panose="020B0604030504040204" pitchFamily="50" charset="-128"/>
              </a:rPr>
              <a:t>出光興産</a:t>
            </a:r>
          </a:p>
        </p:txBody>
      </p:sp>
      <p:cxnSp>
        <p:nvCxnSpPr>
          <p:cNvPr id="34" name="直線コネクタ 33">
            <a:extLst>
              <a:ext uri="{FF2B5EF4-FFF2-40B4-BE49-F238E27FC236}">
                <a16:creationId xmlns:a16="http://schemas.microsoft.com/office/drawing/2014/main" id="{542FE137-E0F6-A6C8-CF0C-C091842C2A83}"/>
              </a:ext>
            </a:extLst>
          </p:cNvPr>
          <p:cNvCxnSpPr>
            <a:cxnSpLocks/>
            <a:stCxn id="51" idx="0"/>
          </p:cNvCxnSpPr>
          <p:nvPr/>
        </p:nvCxnSpPr>
        <p:spPr>
          <a:xfrm flipV="1">
            <a:off x="3597735" y="2066834"/>
            <a:ext cx="3" cy="435494"/>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9" name="四角形: 上の 2 つの角を丸める 38">
            <a:extLst>
              <a:ext uri="{FF2B5EF4-FFF2-40B4-BE49-F238E27FC236}">
                <a16:creationId xmlns:a16="http://schemas.microsoft.com/office/drawing/2014/main" id="{34318891-9470-0D74-DEED-FEA54D551C8F}"/>
              </a:ext>
            </a:extLst>
          </p:cNvPr>
          <p:cNvSpPr/>
          <p:nvPr/>
        </p:nvSpPr>
        <p:spPr>
          <a:xfrm>
            <a:off x="6744447" y="937411"/>
            <a:ext cx="4875155" cy="360000"/>
          </a:xfrm>
          <a:prstGeom prst="round2Same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a:solidFill/>
                <a:latin typeface="メイリオ" panose="020B0604030504040204" pitchFamily="50" charset="-128"/>
                <a:ea typeface="メイリオ" panose="020B0604030504040204" pitchFamily="50" charset="-128"/>
              </a:rPr>
              <a:t>システムエグゼ</a:t>
            </a:r>
          </a:p>
        </p:txBody>
      </p:sp>
      <p:grpSp>
        <p:nvGrpSpPr>
          <p:cNvPr id="40" name="グループ化 39">
            <a:extLst>
              <a:ext uri="{FF2B5EF4-FFF2-40B4-BE49-F238E27FC236}">
                <a16:creationId xmlns:a16="http://schemas.microsoft.com/office/drawing/2014/main" id="{1F616368-0791-DC08-83C0-97AE7CA5CD2A}"/>
              </a:ext>
            </a:extLst>
          </p:cNvPr>
          <p:cNvGrpSpPr/>
          <p:nvPr/>
        </p:nvGrpSpPr>
        <p:grpSpPr>
          <a:xfrm>
            <a:off x="7048358" y="1513413"/>
            <a:ext cx="1814985" cy="559820"/>
            <a:chOff x="4655954" y="1512000"/>
            <a:chExt cx="3738953" cy="720000"/>
          </a:xfrm>
        </p:grpSpPr>
        <p:sp>
          <p:nvSpPr>
            <p:cNvPr id="41" name="正方形/長方形 40">
              <a:extLst>
                <a:ext uri="{FF2B5EF4-FFF2-40B4-BE49-F238E27FC236}">
                  <a16:creationId xmlns:a16="http://schemas.microsoft.com/office/drawing/2014/main" id="{95FFA790-2DA2-E06A-ACD6-09661AC9B1BA}"/>
                </a:ext>
              </a:extLst>
            </p:cNvPr>
            <p:cNvSpPr/>
            <p:nvPr/>
          </p:nvSpPr>
          <p:spPr>
            <a:xfrm>
              <a:off x="4655954" y="1512000"/>
              <a:ext cx="3738947"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a:solidFill>
                    <a:schemeClr val="tx1"/>
                  </a:solidFill>
                  <a:latin typeface="メイリオ" panose="020B0604030504040204" pitchFamily="50" charset="-128"/>
                  <a:ea typeface="メイリオ" panose="020B0604030504040204" pitchFamily="50" charset="-128"/>
                </a:rPr>
                <a:t>プロジェクト責任者</a:t>
              </a:r>
              <a:endParaRPr kumimoji="1" lang="ja-JP" altLang="en-US" sz="1400">
                <a:solidFill>
                  <a:schemeClr val="tx1"/>
                </a:solidFill>
                <a:latin typeface="メイリオ" panose="020B0604030504040204" pitchFamily="50" charset="-128"/>
                <a:ea typeface="メイリオ" panose="020B0604030504040204" pitchFamily="50" charset="-128"/>
              </a:endParaRPr>
            </a:p>
          </p:txBody>
        </p:sp>
        <p:sp>
          <p:nvSpPr>
            <p:cNvPr id="42" name="正方形/長方形 41">
              <a:extLst>
                <a:ext uri="{FF2B5EF4-FFF2-40B4-BE49-F238E27FC236}">
                  <a16:creationId xmlns:a16="http://schemas.microsoft.com/office/drawing/2014/main" id="{FF90ED9E-F867-4D64-14C9-CF8ECBA8FB96}"/>
                </a:ext>
              </a:extLst>
            </p:cNvPr>
            <p:cNvSpPr/>
            <p:nvPr/>
          </p:nvSpPr>
          <p:spPr>
            <a:xfrm>
              <a:off x="4655960" y="1872000"/>
              <a:ext cx="3738947"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lvl="0" algn="ctr" defTabSz="914400">
                <a:defRPr/>
              </a:pPr>
              <a:r>
                <a:rPr lang="ja-JP" altLang="en-US" sz="1400">
                  <a:solidFill>
                    <a:srgbClr val="333333"/>
                  </a:solidFill>
                  <a:latin typeface="メイリオ" panose="020B0604030504040204" pitchFamily="50" charset="-128"/>
                  <a:ea typeface="メイリオ" panose="020B0604030504040204" pitchFamily="50" charset="-128"/>
                </a:rPr>
                <a:t>川名 翔太</a:t>
              </a:r>
            </a:p>
          </p:txBody>
        </p:sp>
      </p:grpSp>
      <p:grpSp>
        <p:nvGrpSpPr>
          <p:cNvPr id="43" name="グループ化 42">
            <a:extLst>
              <a:ext uri="{FF2B5EF4-FFF2-40B4-BE49-F238E27FC236}">
                <a16:creationId xmlns:a16="http://schemas.microsoft.com/office/drawing/2014/main" id="{1669A66A-108A-4223-2C2B-C24E9230A76D}"/>
              </a:ext>
            </a:extLst>
          </p:cNvPr>
          <p:cNvGrpSpPr/>
          <p:nvPr/>
        </p:nvGrpSpPr>
        <p:grpSpPr>
          <a:xfrm>
            <a:off x="7048358" y="2919908"/>
            <a:ext cx="1814985" cy="559820"/>
            <a:chOff x="4655954" y="2520000"/>
            <a:chExt cx="3738953" cy="720000"/>
          </a:xfrm>
        </p:grpSpPr>
        <p:sp>
          <p:nvSpPr>
            <p:cNvPr id="44" name="正方形/長方形 43">
              <a:extLst>
                <a:ext uri="{FF2B5EF4-FFF2-40B4-BE49-F238E27FC236}">
                  <a16:creationId xmlns:a16="http://schemas.microsoft.com/office/drawing/2014/main" id="{3026125A-BA7F-D38A-CD5B-71CA06F60C15}"/>
                </a:ext>
              </a:extLst>
            </p:cNvPr>
            <p:cNvSpPr/>
            <p:nvPr/>
          </p:nvSpPr>
          <p:spPr>
            <a:xfrm>
              <a:off x="4655954" y="2520000"/>
              <a:ext cx="3738947"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en-US" altLang="ja-JP" sz="1400">
                  <a:solidFill>
                    <a:schemeClr val="tx1"/>
                  </a:solidFill>
                  <a:latin typeface="メイリオ" panose="020B0604030504040204" pitchFamily="50" charset="-128"/>
                  <a:ea typeface="メイリオ" panose="020B0604030504040204" pitchFamily="50" charset="-128"/>
                </a:rPr>
                <a:t>PM(</a:t>
              </a:r>
              <a:r>
                <a:rPr lang="ja-JP" altLang="en-US" sz="1400">
                  <a:solidFill>
                    <a:schemeClr val="tx1"/>
                  </a:solidFill>
                  <a:latin typeface="メイリオ" panose="020B0604030504040204" pitchFamily="50" charset="-128"/>
                  <a:ea typeface="メイリオ" panose="020B0604030504040204" pitchFamily="50" charset="-128"/>
                </a:rPr>
                <a:t>ｽｸﾗﾑﾏｽﾀｰ</a:t>
              </a:r>
              <a:r>
                <a:rPr lang="en-US" altLang="ja-JP" sz="1400">
                  <a:solidFill>
                    <a:schemeClr val="tx1"/>
                  </a:solidFill>
                  <a:latin typeface="メイリオ" panose="020B0604030504040204" pitchFamily="50" charset="-128"/>
                  <a:ea typeface="メイリオ" panose="020B0604030504040204" pitchFamily="50" charset="-128"/>
                </a:rPr>
                <a:t>)</a:t>
              </a:r>
              <a:endParaRPr kumimoji="1" lang="ja-JP" altLang="en-US" sz="1400">
                <a:solidFill>
                  <a:schemeClr val="tx1"/>
                </a:solidFill>
                <a:latin typeface="メイリオ" panose="020B0604030504040204" pitchFamily="50" charset="-128"/>
                <a:ea typeface="メイリオ" panose="020B0604030504040204" pitchFamily="50" charset="-128"/>
              </a:endParaRPr>
            </a:p>
          </p:txBody>
        </p:sp>
        <p:sp>
          <p:nvSpPr>
            <p:cNvPr id="47" name="正方形/長方形 46">
              <a:extLst>
                <a:ext uri="{FF2B5EF4-FFF2-40B4-BE49-F238E27FC236}">
                  <a16:creationId xmlns:a16="http://schemas.microsoft.com/office/drawing/2014/main" id="{8E71A257-E798-368E-DEDC-CA559E3FD481}"/>
                </a:ext>
              </a:extLst>
            </p:cNvPr>
            <p:cNvSpPr/>
            <p:nvPr/>
          </p:nvSpPr>
          <p:spPr>
            <a:xfrm>
              <a:off x="4655960" y="2880000"/>
              <a:ext cx="3738947"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lvl="0" algn="ctr" defTabSz="914400">
                <a:defRPr/>
              </a:pPr>
              <a:r>
                <a:rPr lang="ja-JP" altLang="en-US" sz="1400">
                  <a:solidFill>
                    <a:srgbClr val="333333"/>
                  </a:solidFill>
                  <a:latin typeface="メイリオ" panose="020B0604030504040204" pitchFamily="50" charset="-128"/>
                  <a:ea typeface="メイリオ" panose="020B0604030504040204" pitchFamily="50" charset="-128"/>
                </a:rPr>
                <a:t>菊池 北斗</a:t>
              </a:r>
            </a:p>
          </p:txBody>
        </p:sp>
      </p:grpSp>
      <p:cxnSp>
        <p:nvCxnSpPr>
          <p:cNvPr id="48" name="直線コネクタ 47">
            <a:extLst>
              <a:ext uri="{FF2B5EF4-FFF2-40B4-BE49-F238E27FC236}">
                <a16:creationId xmlns:a16="http://schemas.microsoft.com/office/drawing/2014/main" id="{8DEA1813-E0F6-1954-728F-E7B5DB154885}"/>
              </a:ext>
            </a:extLst>
          </p:cNvPr>
          <p:cNvCxnSpPr>
            <a:cxnSpLocks/>
          </p:cNvCxnSpPr>
          <p:nvPr/>
        </p:nvCxnSpPr>
        <p:spPr>
          <a:xfrm flipH="1">
            <a:off x="7955849" y="2073231"/>
            <a:ext cx="3" cy="84667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56" name="グループ化 55">
            <a:extLst>
              <a:ext uri="{FF2B5EF4-FFF2-40B4-BE49-F238E27FC236}">
                <a16:creationId xmlns:a16="http://schemas.microsoft.com/office/drawing/2014/main" id="{1D34D32D-FC23-70CD-0829-D8F74B45C707}"/>
              </a:ext>
            </a:extLst>
          </p:cNvPr>
          <p:cNvGrpSpPr/>
          <p:nvPr/>
        </p:nvGrpSpPr>
        <p:grpSpPr>
          <a:xfrm>
            <a:off x="9506939" y="2197789"/>
            <a:ext cx="1547336" cy="559820"/>
            <a:chOff x="768000" y="1440000"/>
            <a:chExt cx="2880000" cy="720000"/>
          </a:xfrm>
        </p:grpSpPr>
        <p:sp>
          <p:nvSpPr>
            <p:cNvPr id="57" name="正方形/長方形 56">
              <a:extLst>
                <a:ext uri="{FF2B5EF4-FFF2-40B4-BE49-F238E27FC236}">
                  <a16:creationId xmlns:a16="http://schemas.microsoft.com/office/drawing/2014/main" id="{FC290200-EC14-C34A-C887-52E2FFE977D3}"/>
                </a:ext>
              </a:extLst>
            </p:cNvPr>
            <p:cNvSpPr/>
            <p:nvPr/>
          </p:nvSpPr>
          <p:spPr>
            <a:xfrm>
              <a:off x="768000" y="1440000"/>
              <a:ext cx="2880000"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a:solidFill>
                    <a:schemeClr val="tx1"/>
                  </a:solidFill>
                  <a:latin typeface="メイリオ" panose="020B0604030504040204" pitchFamily="50" charset="-128"/>
                  <a:ea typeface="メイリオ" panose="020B0604030504040204" pitchFamily="50" charset="-128"/>
                </a:rPr>
                <a:t>営業</a:t>
              </a:r>
              <a:endParaRPr kumimoji="1" lang="ja-JP" altLang="en-US" sz="1400">
                <a:solidFill>
                  <a:schemeClr val="tx1"/>
                </a:solidFill>
                <a:latin typeface="メイリオ" panose="020B0604030504040204" pitchFamily="50" charset="-128"/>
                <a:ea typeface="メイリオ" panose="020B0604030504040204" pitchFamily="50" charset="-128"/>
              </a:endParaRPr>
            </a:p>
          </p:txBody>
        </p:sp>
        <p:sp>
          <p:nvSpPr>
            <p:cNvPr id="58" name="正方形/長方形 57">
              <a:extLst>
                <a:ext uri="{FF2B5EF4-FFF2-40B4-BE49-F238E27FC236}">
                  <a16:creationId xmlns:a16="http://schemas.microsoft.com/office/drawing/2014/main" id="{5445AD43-0EA6-CF7D-AB50-F8FF3C2222F1}"/>
                </a:ext>
              </a:extLst>
            </p:cNvPr>
            <p:cNvSpPr/>
            <p:nvPr/>
          </p:nvSpPr>
          <p:spPr>
            <a:xfrm>
              <a:off x="768000" y="1800000"/>
              <a:ext cx="2880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algn="ctr"/>
              <a:r>
                <a:rPr lang="ja-JP" altLang="en-US" sz="1400" b="0" i="0">
                  <a:solidFill>
                    <a:srgbClr val="333333"/>
                  </a:solidFill>
                  <a:effectLst/>
                  <a:latin typeface="メイリオ" panose="020B0604030504040204" pitchFamily="50" charset="-128"/>
                  <a:ea typeface="メイリオ" panose="020B0604030504040204" pitchFamily="50" charset="-128"/>
                </a:rPr>
                <a:t>髙浦 祐朗</a:t>
              </a:r>
            </a:p>
          </p:txBody>
        </p:sp>
      </p:grpSp>
      <p:grpSp>
        <p:nvGrpSpPr>
          <p:cNvPr id="61" name="グループ化 60">
            <a:extLst>
              <a:ext uri="{FF2B5EF4-FFF2-40B4-BE49-F238E27FC236}">
                <a16:creationId xmlns:a16="http://schemas.microsoft.com/office/drawing/2014/main" id="{51F2A6A0-B49E-4F86-9078-DE830BC11681}"/>
              </a:ext>
            </a:extLst>
          </p:cNvPr>
          <p:cNvGrpSpPr/>
          <p:nvPr/>
        </p:nvGrpSpPr>
        <p:grpSpPr>
          <a:xfrm>
            <a:off x="2579180" y="1507014"/>
            <a:ext cx="2037111" cy="559819"/>
            <a:chOff x="719999" y="2016000"/>
            <a:chExt cx="2304000" cy="720000"/>
          </a:xfrm>
        </p:grpSpPr>
        <p:sp>
          <p:nvSpPr>
            <p:cNvPr id="62" name="正方形/長方形 61">
              <a:extLst>
                <a:ext uri="{FF2B5EF4-FFF2-40B4-BE49-F238E27FC236}">
                  <a16:creationId xmlns:a16="http://schemas.microsoft.com/office/drawing/2014/main" id="{F0CBF4BF-E5FC-9DB0-32E6-4643BB64DF17}"/>
                </a:ext>
              </a:extLst>
            </p:cNvPr>
            <p:cNvSpPr/>
            <p:nvPr/>
          </p:nvSpPr>
          <p:spPr>
            <a:xfrm>
              <a:off x="719999" y="2016000"/>
              <a:ext cx="504000" cy="72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latin typeface="メイリオ" panose="020B0604030504040204" pitchFamily="50" charset="-128"/>
                <a:ea typeface="メイリオ" panose="020B0604030504040204" pitchFamily="50" charset="-128"/>
              </a:endParaRPr>
            </a:p>
          </p:txBody>
        </p:sp>
        <p:sp>
          <p:nvSpPr>
            <p:cNvPr id="63" name="正方形/長方形 62">
              <a:extLst>
                <a:ext uri="{FF2B5EF4-FFF2-40B4-BE49-F238E27FC236}">
                  <a16:creationId xmlns:a16="http://schemas.microsoft.com/office/drawing/2014/main" id="{73D9B7AF-8103-F89B-48F2-784FD359A869}"/>
                </a:ext>
              </a:extLst>
            </p:cNvPr>
            <p:cNvSpPr/>
            <p:nvPr/>
          </p:nvSpPr>
          <p:spPr>
            <a:xfrm>
              <a:off x="719999" y="2016000"/>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メイリオ" panose="020B0604030504040204" pitchFamily="50" charset="-128"/>
                  <a:ea typeface="メイリオ" panose="020B0604030504040204" pitchFamily="50" charset="-128"/>
                </a:rPr>
                <a:t>プロジェクト責任者</a:t>
              </a:r>
            </a:p>
          </p:txBody>
        </p:sp>
        <p:sp>
          <p:nvSpPr>
            <p:cNvPr id="64" name="正方形/長方形 63">
              <a:extLst>
                <a:ext uri="{FF2B5EF4-FFF2-40B4-BE49-F238E27FC236}">
                  <a16:creationId xmlns:a16="http://schemas.microsoft.com/office/drawing/2014/main" id="{0E8494E3-87C7-72FE-AE0F-0F09C422A53A}"/>
                </a:ext>
              </a:extLst>
            </p:cNvPr>
            <p:cNvSpPr/>
            <p:nvPr/>
          </p:nvSpPr>
          <p:spPr>
            <a:xfrm>
              <a:off x="719999" y="2376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lvl="0" algn="ctr" defTabSz="914400">
                <a:defRPr/>
              </a:pPr>
              <a:r>
                <a:rPr lang="ja-JP" altLang="en-US" sz="1400" kern="0">
                  <a:solidFill>
                    <a:prstClr val="black"/>
                  </a:solidFill>
                  <a:latin typeface="メイリオ" panose="020B0604030504040204" pitchFamily="50" charset="-128"/>
                  <a:ea typeface="メイリオ" panose="020B0604030504040204" pitchFamily="50" charset="-128"/>
                </a:rPr>
                <a:t>吉田様</a:t>
              </a:r>
              <a:endParaRPr lang="en-US" altLang="ja-JP" sz="1400" kern="0">
                <a:solidFill>
                  <a:prstClr val="black"/>
                </a:solidFill>
                <a:latin typeface="メイリオ" panose="020B0604030504040204" pitchFamily="50" charset="-128"/>
                <a:ea typeface="メイリオ" panose="020B0604030504040204" pitchFamily="50" charset="-128"/>
              </a:endParaRPr>
            </a:p>
          </p:txBody>
        </p:sp>
      </p:grpSp>
      <p:cxnSp>
        <p:nvCxnSpPr>
          <p:cNvPr id="72" name="直線コネクタ 71">
            <a:extLst>
              <a:ext uri="{FF2B5EF4-FFF2-40B4-BE49-F238E27FC236}">
                <a16:creationId xmlns:a16="http://schemas.microsoft.com/office/drawing/2014/main" id="{439C1B79-46A7-509F-BC84-FA215E88D327}"/>
              </a:ext>
            </a:extLst>
          </p:cNvPr>
          <p:cNvCxnSpPr>
            <a:cxnSpLocks/>
          </p:cNvCxnSpPr>
          <p:nvPr/>
        </p:nvCxnSpPr>
        <p:spPr>
          <a:xfrm>
            <a:off x="7955849" y="2617652"/>
            <a:ext cx="1551090"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9" name="テキスト ボックス 78">
            <a:extLst>
              <a:ext uri="{FF2B5EF4-FFF2-40B4-BE49-F238E27FC236}">
                <a16:creationId xmlns:a16="http://schemas.microsoft.com/office/drawing/2014/main" id="{9352CA9D-3964-3D34-B49E-F5E1083084A3}"/>
              </a:ext>
            </a:extLst>
          </p:cNvPr>
          <p:cNvSpPr txBox="1"/>
          <p:nvPr/>
        </p:nvSpPr>
        <p:spPr>
          <a:xfrm>
            <a:off x="470388" y="5980609"/>
            <a:ext cx="10800000" cy="504000"/>
          </a:xfrm>
          <a:prstGeom prst="rect">
            <a:avLst/>
          </a:prstGeom>
          <a:noFill/>
        </p:spPr>
        <p:txBody>
          <a:bodyPr wrap="square" rtlCol="0">
            <a:noAutofit/>
          </a:bodyPr>
          <a:lstStyle/>
          <a:p>
            <a:pPr marL="171450" indent="-171450">
              <a:buFont typeface="游ゴシック" panose="020B0400000000000000" pitchFamily="50" charset="-128"/>
              <a:buChar char="※"/>
            </a:pPr>
            <a:r>
              <a:rPr kumimoji="1" lang="ja-JP" altLang="en-US" sz="1400">
                <a:solidFill/>
                <a:latin typeface="メイリオ" panose="020B0604030504040204" pitchFamily="50" charset="-128"/>
                <a:ea typeface="メイリオ" panose="020B0604030504040204" pitchFamily="50" charset="-128"/>
              </a:rPr>
              <a:t> 表記の体制には、弊社の協力会社の要員を含みます。</a:t>
            </a:r>
            <a:endParaRPr kumimoji="1" lang="en-US" altLang="ja-JP" sz="1400">
              <a:latin typeface="メイリオ" panose="020B0604030504040204" pitchFamily="50" charset="-128"/>
              <a:ea typeface="メイリオ" panose="020B0604030504040204" pitchFamily="50" charset="-128"/>
            </a:endParaRPr>
          </a:p>
          <a:p>
            <a:pPr marL="171450" indent="-171450">
              <a:buFont typeface="游ゴシック" panose="020B0400000000000000" pitchFamily="50" charset="-128"/>
              <a:buChar char="※"/>
            </a:pPr>
            <a:r>
              <a:rPr kumimoji="1" lang="ja-JP" altLang="en-US" sz="1400">
                <a:solidFill/>
                <a:latin typeface="メイリオ" panose="020B0604030504040204" pitchFamily="50" charset="-128"/>
                <a:ea typeface="メイリオ" panose="020B0604030504040204" pitchFamily="50" charset="-128"/>
                <a:cs typeface="メイリオ" panose="020B0604030504040204" pitchFamily="50" charset="-128"/>
              </a:rPr>
              <a:t> メンバー</a:t>
            </a:r>
            <a:r>
              <a:rPr lang="ja-JP" altLang="en-US" sz="1400">
                <a:solidFill/>
                <a:latin typeface="メイリオ" panose="020B0604030504040204" pitchFamily="50" charset="-128"/>
                <a:ea typeface="メイリオ" panose="020B0604030504040204" pitchFamily="50" charset="-128"/>
                <a:cs typeface="メイリオ" panose="020B0604030504040204" pitchFamily="50" charset="-128"/>
              </a:rPr>
              <a:t>については、状況により変更が発生する場合がございます。</a:t>
            </a:r>
            <a:endParaRPr lang="en-US" altLang="ja-JP" sz="1400">
              <a:latin typeface="メイリオ" panose="020B0604030504040204" pitchFamily="50" charset="-128"/>
              <a:ea typeface="メイリオ" panose="020B0604030504040204" pitchFamily="50" charset="-128"/>
              <a:cs typeface="メイリオ" panose="020B0604030504040204" pitchFamily="50" charset="-128"/>
            </a:endParaRPr>
          </a:p>
        </p:txBody>
      </p:sp>
      <p:grpSp>
        <p:nvGrpSpPr>
          <p:cNvPr id="80" name="グループ化 79">
            <a:extLst>
              <a:ext uri="{FF2B5EF4-FFF2-40B4-BE49-F238E27FC236}">
                <a16:creationId xmlns:a16="http://schemas.microsoft.com/office/drawing/2014/main" id="{3881F75F-1DBC-C229-013F-CBA756531C1D}"/>
              </a:ext>
            </a:extLst>
          </p:cNvPr>
          <p:cNvGrpSpPr/>
          <p:nvPr/>
        </p:nvGrpSpPr>
        <p:grpSpPr>
          <a:xfrm>
            <a:off x="9506939" y="1507018"/>
            <a:ext cx="1547336" cy="559820"/>
            <a:chOff x="8544000" y="2232000"/>
            <a:chExt cx="2880000" cy="720000"/>
          </a:xfrm>
        </p:grpSpPr>
        <p:sp>
          <p:nvSpPr>
            <p:cNvPr id="81" name="正方形/長方形 80">
              <a:extLst>
                <a:ext uri="{FF2B5EF4-FFF2-40B4-BE49-F238E27FC236}">
                  <a16:creationId xmlns:a16="http://schemas.microsoft.com/office/drawing/2014/main" id="{982519A5-9549-AB12-6048-F3707979246B}"/>
                </a:ext>
              </a:extLst>
            </p:cNvPr>
            <p:cNvSpPr/>
            <p:nvPr/>
          </p:nvSpPr>
          <p:spPr>
            <a:xfrm>
              <a:off x="8544000" y="2232000"/>
              <a:ext cx="2880000"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kumimoji="1" lang="ja-JP" altLang="en-US" sz="1400">
                  <a:solidFill>
                    <a:schemeClr val="tx1"/>
                  </a:solidFill>
                  <a:latin typeface="メイリオ" panose="020B0604030504040204" pitchFamily="50" charset="-128"/>
                  <a:ea typeface="メイリオ" panose="020B0604030504040204" pitchFamily="50" charset="-128"/>
                </a:rPr>
                <a:t>品質保証</a:t>
              </a:r>
            </a:p>
          </p:txBody>
        </p:sp>
        <p:sp>
          <p:nvSpPr>
            <p:cNvPr id="82" name="正方形/長方形 81">
              <a:extLst>
                <a:ext uri="{FF2B5EF4-FFF2-40B4-BE49-F238E27FC236}">
                  <a16:creationId xmlns:a16="http://schemas.microsoft.com/office/drawing/2014/main" id="{C471829B-539A-4983-416C-A96DF80FDD6D}"/>
                </a:ext>
              </a:extLst>
            </p:cNvPr>
            <p:cNvSpPr/>
            <p:nvPr/>
          </p:nvSpPr>
          <p:spPr>
            <a:xfrm>
              <a:off x="8544000" y="2592000"/>
              <a:ext cx="2880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wrap="none" lIns="90000" tIns="46800" rIns="90000" rtlCol="0" anchor="ctr" anchorCtr="0"/>
            <a:lstStyle/>
            <a:p>
              <a:pPr algn="ctr"/>
              <a:r>
                <a:rPr lang="ja-JP" altLang="en-US" sz="1400">
                  <a:solidFill>
                    <a:schemeClr val="tx1"/>
                  </a:solidFill>
                  <a:latin typeface="メイリオ" panose="020B0604030504040204" pitchFamily="50" charset="-128"/>
                  <a:ea typeface="メイリオ" panose="020B0604030504040204" pitchFamily="50" charset="-128"/>
                </a:rPr>
                <a:t>品質向上委員会</a:t>
              </a:r>
              <a:endParaRPr lang="en-US" altLang="ja-JP" sz="1400">
                <a:solidFill>
                  <a:schemeClr val="tx1"/>
                </a:solidFill>
                <a:latin typeface="メイリオ" panose="020B0604030504040204" pitchFamily="50" charset="-128"/>
                <a:ea typeface="メイリオ" panose="020B0604030504040204" pitchFamily="50" charset="-128"/>
              </a:endParaRPr>
            </a:p>
          </p:txBody>
        </p:sp>
      </p:grpSp>
      <p:grpSp>
        <p:nvGrpSpPr>
          <p:cNvPr id="7" name="グループ化 6">
            <a:extLst>
              <a:ext uri="{FF2B5EF4-FFF2-40B4-BE49-F238E27FC236}">
                <a16:creationId xmlns:a16="http://schemas.microsoft.com/office/drawing/2014/main" id="{AB62B23E-9CF4-0AB8-4620-0AA0C299EC83}"/>
              </a:ext>
            </a:extLst>
          </p:cNvPr>
          <p:cNvGrpSpPr/>
          <p:nvPr/>
        </p:nvGrpSpPr>
        <p:grpSpPr>
          <a:xfrm>
            <a:off x="4192660" y="3937894"/>
            <a:ext cx="4779129" cy="1794873"/>
            <a:chOff x="4655954" y="2519999"/>
            <a:chExt cx="3738953" cy="1463524"/>
          </a:xfrm>
        </p:grpSpPr>
        <p:sp>
          <p:nvSpPr>
            <p:cNvPr id="8" name="正方形/長方形 7">
              <a:extLst>
                <a:ext uri="{FF2B5EF4-FFF2-40B4-BE49-F238E27FC236}">
                  <a16:creationId xmlns:a16="http://schemas.microsoft.com/office/drawing/2014/main" id="{8ABC91B1-5955-4B6D-28A0-B05153F044F9}"/>
                </a:ext>
              </a:extLst>
            </p:cNvPr>
            <p:cNvSpPr/>
            <p:nvPr/>
          </p:nvSpPr>
          <p:spPr>
            <a:xfrm>
              <a:off x="4655954" y="2519999"/>
              <a:ext cx="3738947"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kumimoji="1" lang="ja-JP" altLang="en-US" sz="1400">
                  <a:solidFill>
                    <a:schemeClr val="tx1"/>
                  </a:solidFill>
                  <a:latin typeface="メイリオ" panose="020B0604030504040204" pitchFamily="50" charset="-128"/>
                  <a:ea typeface="メイリオ" panose="020B0604030504040204" pitchFamily="50" charset="-128"/>
                </a:rPr>
                <a:t>スクラムチーム</a:t>
              </a:r>
            </a:p>
          </p:txBody>
        </p:sp>
        <p:sp>
          <p:nvSpPr>
            <p:cNvPr id="9" name="正方形/長方形 8">
              <a:extLst>
                <a:ext uri="{FF2B5EF4-FFF2-40B4-BE49-F238E27FC236}">
                  <a16:creationId xmlns:a16="http://schemas.microsoft.com/office/drawing/2014/main" id="{B76442A9-6042-AA89-F03E-5D10247E826D}"/>
                </a:ext>
              </a:extLst>
            </p:cNvPr>
            <p:cNvSpPr/>
            <p:nvPr/>
          </p:nvSpPr>
          <p:spPr>
            <a:xfrm>
              <a:off x="4655960" y="2880000"/>
              <a:ext cx="3738947" cy="1103523"/>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lvl="0" algn="ctr" defTabSz="914400">
                <a:defRPr/>
              </a:pPr>
              <a:endParaRPr lang="ja-JP" altLang="en-US" sz="1400">
                <a:solidFill>
                  <a:srgbClr val="333333"/>
                </a:solidFill>
                <a:latin typeface="メイリオ" panose="020B0604030504040204" pitchFamily="50" charset="-128"/>
                <a:ea typeface="メイリオ" panose="020B0604030504040204" pitchFamily="50" charset="-128"/>
              </a:endParaRPr>
            </a:p>
          </p:txBody>
        </p:sp>
      </p:grpSp>
      <p:grpSp>
        <p:nvGrpSpPr>
          <p:cNvPr id="11" name="グループ化 10">
            <a:extLst>
              <a:ext uri="{FF2B5EF4-FFF2-40B4-BE49-F238E27FC236}">
                <a16:creationId xmlns:a16="http://schemas.microsoft.com/office/drawing/2014/main" id="{4DA03BEF-3AF6-A414-7AB6-D4741865AEE6}"/>
              </a:ext>
            </a:extLst>
          </p:cNvPr>
          <p:cNvGrpSpPr/>
          <p:nvPr/>
        </p:nvGrpSpPr>
        <p:grpSpPr>
          <a:xfrm>
            <a:off x="4621635" y="4564442"/>
            <a:ext cx="1514430" cy="1003055"/>
            <a:chOff x="82080" y="2983985"/>
            <a:chExt cx="2304000" cy="1290062"/>
          </a:xfrm>
        </p:grpSpPr>
        <p:sp>
          <p:nvSpPr>
            <p:cNvPr id="12" name="正方形/長方形 11">
              <a:extLst>
                <a:ext uri="{FF2B5EF4-FFF2-40B4-BE49-F238E27FC236}">
                  <a16:creationId xmlns:a16="http://schemas.microsoft.com/office/drawing/2014/main" id="{C4470717-5B3A-CC5E-7D92-A11241D452A9}"/>
                </a:ext>
              </a:extLst>
            </p:cNvPr>
            <p:cNvSpPr/>
            <p:nvPr/>
          </p:nvSpPr>
          <p:spPr>
            <a:xfrm>
              <a:off x="82080" y="2983985"/>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400">
                  <a:solidFill>
                    <a:schemeClr val="tx1"/>
                  </a:solidFill>
                  <a:latin typeface="メイリオ" panose="020B0604030504040204" pitchFamily="50" charset="-128"/>
                  <a:ea typeface="メイリオ" panose="020B0604030504040204" pitchFamily="50" charset="-128"/>
                </a:rPr>
                <a:t>PO</a:t>
              </a:r>
              <a:endParaRPr kumimoji="1" lang="ja-JP" altLang="en-US" sz="140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A2BD19FB-8A17-61C3-0BC3-BC8A10DF1741}"/>
                </a:ext>
              </a:extLst>
            </p:cNvPr>
            <p:cNvSpPr/>
            <p:nvPr/>
          </p:nvSpPr>
          <p:spPr>
            <a:xfrm>
              <a:off x="82080" y="3312003"/>
              <a:ext cx="2304000" cy="962044"/>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lvl="0" algn="ctr" defTabSz="914400">
                <a:defRPr/>
              </a:pPr>
              <a:r>
                <a:rPr lang="ja-JP" altLang="en-US" sz="1400">
                  <a:solidFill>
                    <a:schemeClr val="tx1"/>
                  </a:solidFill>
                  <a:latin typeface="メイリオ" panose="020B0604030504040204" pitchFamily="50" charset="-128"/>
                  <a:ea typeface="メイリオ" panose="020B0604030504040204" pitchFamily="50" charset="-128"/>
                </a:rPr>
                <a:t>川原田様</a:t>
              </a:r>
              <a:endParaRPr lang="en-US" altLang="ja-JP" sz="1400">
                <a:solidFill>
                  <a:schemeClr val="tx1"/>
                </a:solidFill>
                <a:latin typeface="メイリオ" panose="020B0604030504040204" pitchFamily="50" charset="-128"/>
                <a:ea typeface="メイリオ" panose="020B0604030504040204" pitchFamily="50" charset="-128"/>
              </a:endParaRPr>
            </a:p>
            <a:p>
              <a:pPr lvl="0" algn="ctr" defTabSz="914400">
                <a:defRPr/>
              </a:pPr>
              <a:r>
                <a:rPr lang="ja-JP" altLang="en-US" sz="1400">
                  <a:solidFill>
                    <a:schemeClr val="tx1"/>
                  </a:solidFill>
                  <a:latin typeface="メイリオ" panose="020B0604030504040204" pitchFamily="50" charset="-128"/>
                  <a:ea typeface="メイリオ" panose="020B0604030504040204" pitchFamily="50" charset="-128"/>
                </a:rPr>
                <a:t>金城様</a:t>
              </a:r>
              <a:endParaRPr lang="en-US" altLang="ja-JP" sz="1400">
                <a:solidFill>
                  <a:schemeClr val="tx1"/>
                </a:solidFill>
                <a:latin typeface="メイリオ" panose="020B0604030504040204" pitchFamily="50" charset="-128"/>
                <a:ea typeface="メイリオ" panose="020B0604030504040204" pitchFamily="50" charset="-128"/>
              </a:endParaRPr>
            </a:p>
          </p:txBody>
        </p:sp>
      </p:grpSp>
      <p:sp>
        <p:nvSpPr>
          <p:cNvPr id="109" name="スライド番号プレースホルダー 3">
            <a:extLst>
              <a:ext uri="{FF2B5EF4-FFF2-40B4-BE49-F238E27FC236}">
                <a16:creationId xmlns:a16="http://schemas.microsoft.com/office/drawing/2014/main" id="{B9286E32-BD3E-EC3A-B907-094E17289A43}"/>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latin typeface="メイリオ" panose="020B0604030504040204" pitchFamily="50" charset="-128"/>
                <a:ea typeface="メイリオ" panose="020B0604030504040204" pitchFamily="50" charset="-128"/>
              </a:rPr>
              <a:pPr/>
              <a:t>37</a:t>
            </a:fld>
            <a:endParaRPr kumimoji="1" lang="ja-JP" altLang="en-US" sz="700">
              <a:latin typeface="メイリオ" panose="020B0604030504040204" pitchFamily="50" charset="-128"/>
              <a:ea typeface="メイリオ" panose="020B0604030504040204" pitchFamily="50" charset="-128"/>
            </a:endParaRPr>
          </a:p>
        </p:txBody>
      </p:sp>
      <p:cxnSp>
        <p:nvCxnSpPr>
          <p:cNvPr id="37" name="コネクタ: カギ線 36">
            <a:extLst>
              <a:ext uri="{FF2B5EF4-FFF2-40B4-BE49-F238E27FC236}">
                <a16:creationId xmlns:a16="http://schemas.microsoft.com/office/drawing/2014/main" id="{D2B2C85C-10EB-F591-F0EB-6A32CB01D9C8}"/>
              </a:ext>
            </a:extLst>
          </p:cNvPr>
          <p:cNvCxnSpPr>
            <a:cxnSpLocks/>
            <a:stCxn id="47" idx="2"/>
            <a:endCxn id="8" idx="0"/>
          </p:cNvCxnSpPr>
          <p:nvPr/>
        </p:nvCxnSpPr>
        <p:spPr>
          <a:xfrm rot="5400000">
            <a:off x="7039954" y="3021996"/>
            <a:ext cx="458166" cy="1373631"/>
          </a:xfrm>
          <a:prstGeom prst="bentConnector3">
            <a:avLst>
              <a:gd name="adj1" fmla="val 62219"/>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50" name="グループ化 49">
            <a:extLst>
              <a:ext uri="{FF2B5EF4-FFF2-40B4-BE49-F238E27FC236}">
                <a16:creationId xmlns:a16="http://schemas.microsoft.com/office/drawing/2014/main" id="{D650412F-1683-72FB-D0FC-80A04BF55359}"/>
              </a:ext>
            </a:extLst>
          </p:cNvPr>
          <p:cNvGrpSpPr/>
          <p:nvPr/>
        </p:nvGrpSpPr>
        <p:grpSpPr>
          <a:xfrm>
            <a:off x="2579178" y="2502330"/>
            <a:ext cx="2037113" cy="1078584"/>
            <a:chOff x="719999" y="2983984"/>
            <a:chExt cx="2304000" cy="1387200"/>
          </a:xfrm>
        </p:grpSpPr>
        <p:sp>
          <p:nvSpPr>
            <p:cNvPr id="51" name="正方形/長方形 50">
              <a:extLst>
                <a:ext uri="{FF2B5EF4-FFF2-40B4-BE49-F238E27FC236}">
                  <a16:creationId xmlns:a16="http://schemas.microsoft.com/office/drawing/2014/main" id="{D5C89ACD-1EE0-4EF8-187A-AD72FB516CDF}"/>
                </a:ext>
              </a:extLst>
            </p:cNvPr>
            <p:cNvSpPr/>
            <p:nvPr/>
          </p:nvSpPr>
          <p:spPr>
            <a:xfrm>
              <a:off x="719999" y="2983984"/>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400">
                  <a:solidFill>
                    <a:schemeClr val="tx1"/>
                  </a:solidFill>
                  <a:latin typeface="メイリオ" panose="020B0604030504040204" pitchFamily="50" charset="-128"/>
                  <a:ea typeface="メイリオ" panose="020B0604030504040204" pitchFamily="50" charset="-128"/>
                </a:rPr>
                <a:t>PM</a:t>
              </a:r>
              <a:r>
                <a:rPr lang="en-US" altLang="ja-JP" sz="1400">
                  <a:solidFill>
                    <a:schemeClr val="tx1"/>
                  </a:solidFill>
                  <a:latin typeface="メイリオ" panose="020B0604030504040204" pitchFamily="50" charset="-128"/>
                  <a:ea typeface="メイリオ" panose="020B0604030504040204" pitchFamily="50" charset="-128"/>
                </a:rPr>
                <a:t> (</a:t>
              </a:r>
              <a:r>
                <a:rPr lang="ja-JP" altLang="en-US" sz="1400">
                  <a:solidFill>
                    <a:schemeClr val="tx1"/>
                  </a:solidFill>
                  <a:latin typeface="メイリオ" panose="020B0604030504040204" pitchFamily="50" charset="-128"/>
                  <a:ea typeface="メイリオ" panose="020B0604030504040204" pitchFamily="50" charset="-128"/>
                </a:rPr>
                <a:t>ｽｸﾗﾑﾏｽﾀｰ</a:t>
              </a:r>
              <a:r>
                <a:rPr lang="en-US" altLang="ja-JP" sz="1400">
                  <a:solidFill>
                    <a:schemeClr val="tx1"/>
                  </a:solidFill>
                  <a:latin typeface="メイリオ" panose="020B0604030504040204" pitchFamily="50" charset="-128"/>
                  <a:ea typeface="メイリオ" panose="020B0604030504040204" pitchFamily="50" charset="-128"/>
                </a:rPr>
                <a:t>)</a:t>
              </a:r>
              <a:endParaRPr kumimoji="1" lang="ja-JP" altLang="en-US" sz="1400">
                <a:solidFill>
                  <a:schemeClr val="tx1"/>
                </a:solidFill>
                <a:latin typeface="メイリオ" panose="020B0604030504040204" pitchFamily="50" charset="-128"/>
                <a:ea typeface="メイリオ" panose="020B0604030504040204" pitchFamily="50" charset="-128"/>
              </a:endParaRPr>
            </a:p>
          </p:txBody>
        </p:sp>
        <p:sp>
          <p:nvSpPr>
            <p:cNvPr id="52" name="正方形/長方形 51">
              <a:extLst>
                <a:ext uri="{FF2B5EF4-FFF2-40B4-BE49-F238E27FC236}">
                  <a16:creationId xmlns:a16="http://schemas.microsoft.com/office/drawing/2014/main" id="{65E55A95-1524-D046-2B7D-EFA3CEB3F879}"/>
                </a:ext>
              </a:extLst>
            </p:cNvPr>
            <p:cNvSpPr/>
            <p:nvPr/>
          </p:nvSpPr>
          <p:spPr>
            <a:xfrm>
              <a:off x="719999" y="3312000"/>
              <a:ext cx="2304000" cy="1059184"/>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lvl="0" algn="ctr" defTabSz="914400">
                <a:defRPr/>
              </a:pPr>
              <a:r>
                <a:rPr lang="ja-JP" altLang="en-US" sz="1400">
                  <a:solidFill>
                    <a:schemeClr val="tx1"/>
                  </a:solidFill>
                  <a:latin typeface="メイリオ" panose="020B0604030504040204" pitchFamily="50" charset="-128"/>
                  <a:ea typeface="メイリオ" panose="020B0604030504040204" pitchFamily="50" charset="-128"/>
                </a:rPr>
                <a:t>山本様</a:t>
              </a:r>
              <a:endParaRPr lang="en-US" altLang="ja-JP" sz="1400">
                <a:solidFill>
                  <a:schemeClr val="tx1"/>
                </a:solidFill>
                <a:latin typeface="メイリオ" panose="020B0604030504040204" pitchFamily="50" charset="-128"/>
                <a:ea typeface="メイリオ" panose="020B0604030504040204" pitchFamily="50" charset="-128"/>
              </a:endParaRPr>
            </a:p>
            <a:p>
              <a:pPr lvl="0" algn="ctr" defTabSz="914400">
                <a:defRPr/>
              </a:pPr>
              <a:r>
                <a:rPr lang="ja-JP" altLang="en-US" sz="1400">
                  <a:solidFill>
                    <a:schemeClr val="tx1"/>
                  </a:solidFill>
                  <a:latin typeface="メイリオ" panose="020B0604030504040204" pitchFamily="50" charset="-128"/>
                  <a:ea typeface="メイリオ" panose="020B0604030504040204" pitchFamily="50" charset="-128"/>
                </a:rPr>
                <a:t>金子様</a:t>
              </a:r>
              <a:endParaRPr lang="en-US" altLang="ja-JP" sz="1400">
                <a:solidFill>
                  <a:schemeClr val="tx1"/>
                </a:solidFill>
                <a:latin typeface="メイリオ" panose="020B0604030504040204" pitchFamily="50" charset="-128"/>
                <a:ea typeface="メイリオ" panose="020B0604030504040204" pitchFamily="50" charset="-128"/>
              </a:endParaRPr>
            </a:p>
          </p:txBody>
        </p:sp>
      </p:grpSp>
      <p:cxnSp>
        <p:nvCxnSpPr>
          <p:cNvPr id="69" name="コネクタ: カギ線 68">
            <a:extLst>
              <a:ext uri="{FF2B5EF4-FFF2-40B4-BE49-F238E27FC236}">
                <a16:creationId xmlns:a16="http://schemas.microsoft.com/office/drawing/2014/main" id="{A3744246-3BED-F941-A74F-541AA430EBB9}"/>
              </a:ext>
            </a:extLst>
          </p:cNvPr>
          <p:cNvCxnSpPr>
            <a:cxnSpLocks/>
            <a:stCxn id="52" idx="2"/>
            <a:endCxn id="8" idx="0"/>
          </p:cNvCxnSpPr>
          <p:nvPr/>
        </p:nvCxnSpPr>
        <p:spPr>
          <a:xfrm rot="16200000" flipH="1">
            <a:off x="4911488" y="2267161"/>
            <a:ext cx="356980" cy="2984486"/>
          </a:xfrm>
          <a:prstGeom prst="bentConnector3">
            <a:avLst>
              <a:gd name="adj1" fmla="val 50000"/>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74" name="グループ化 73">
            <a:extLst>
              <a:ext uri="{FF2B5EF4-FFF2-40B4-BE49-F238E27FC236}">
                <a16:creationId xmlns:a16="http://schemas.microsoft.com/office/drawing/2014/main" id="{BB6A735B-E333-236E-E951-9934E1CEF6FC}"/>
              </a:ext>
            </a:extLst>
          </p:cNvPr>
          <p:cNvGrpSpPr/>
          <p:nvPr/>
        </p:nvGrpSpPr>
        <p:grpSpPr>
          <a:xfrm>
            <a:off x="7042111" y="4564442"/>
            <a:ext cx="1514430" cy="1015487"/>
            <a:chOff x="719999" y="2983984"/>
            <a:chExt cx="2304000" cy="1306050"/>
          </a:xfrm>
        </p:grpSpPr>
        <p:sp>
          <p:nvSpPr>
            <p:cNvPr id="75" name="正方形/長方形 74">
              <a:extLst>
                <a:ext uri="{FF2B5EF4-FFF2-40B4-BE49-F238E27FC236}">
                  <a16:creationId xmlns:a16="http://schemas.microsoft.com/office/drawing/2014/main" id="{9083BC27-85A5-74B7-2AFB-AA136529C7A5}"/>
                </a:ext>
              </a:extLst>
            </p:cNvPr>
            <p:cNvSpPr/>
            <p:nvPr/>
          </p:nvSpPr>
          <p:spPr>
            <a:xfrm>
              <a:off x="719999" y="2983984"/>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a:solidFill>
                    <a:schemeClr val="tx1"/>
                  </a:solidFill>
                  <a:latin typeface="メイリオ" panose="020B0604030504040204" pitchFamily="50" charset="-128"/>
                  <a:ea typeface="メイリオ" panose="020B0604030504040204" pitchFamily="50" charset="-128"/>
                </a:rPr>
                <a:t>メンバー</a:t>
              </a:r>
            </a:p>
          </p:txBody>
        </p:sp>
        <p:sp>
          <p:nvSpPr>
            <p:cNvPr id="76" name="正方形/長方形 75">
              <a:extLst>
                <a:ext uri="{FF2B5EF4-FFF2-40B4-BE49-F238E27FC236}">
                  <a16:creationId xmlns:a16="http://schemas.microsoft.com/office/drawing/2014/main" id="{467DA5A1-3811-A7C4-91A0-066ABAD69E7E}"/>
                </a:ext>
              </a:extLst>
            </p:cNvPr>
            <p:cNvSpPr/>
            <p:nvPr/>
          </p:nvSpPr>
          <p:spPr>
            <a:xfrm>
              <a:off x="719999" y="3312000"/>
              <a:ext cx="2304000" cy="978034"/>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ja-JP" sz="1400" kern="0">
                  <a:solidFill>
                    <a:prstClr val="black"/>
                  </a:solidFill>
                  <a:latin typeface="メイリオ" panose="020B0604030504040204" pitchFamily="50" charset="-128"/>
                  <a:ea typeface="メイリオ" panose="020B0604030504040204" pitchFamily="50" charset="-128"/>
                </a:rPr>
                <a:t>TBD</a:t>
              </a:r>
            </a:p>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400" kern="0">
                  <a:solidFill>
                    <a:prstClr val="black"/>
                  </a:solidFill>
                  <a:latin typeface="メイリオ" panose="020B0604030504040204" pitchFamily="50" charset="-128"/>
                  <a:ea typeface="メイリオ" panose="020B0604030504040204" pitchFamily="50" charset="-128"/>
                </a:rPr>
                <a:t>ブリッジ</a:t>
              </a:r>
              <a:r>
                <a:rPr lang="en-US" altLang="ja-JP" sz="1400" kern="0">
                  <a:solidFill>
                    <a:schemeClr val="tx1"/>
                  </a:solidFill>
                  <a:latin typeface="メイリオ" panose="020B0604030504040204" pitchFamily="50" charset="-128"/>
                  <a:ea typeface="メイリオ" panose="020B0604030504040204" pitchFamily="50" charset="-128"/>
                </a:rPr>
                <a:t>SE</a:t>
              </a:r>
            </a:p>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400" kern="0">
                  <a:solidFill>
                    <a:schemeClr val="tx1"/>
                  </a:solidFill>
                  <a:latin typeface="メイリオ" panose="020B0604030504040204" pitchFamily="50" charset="-128"/>
                  <a:ea typeface="メイリオ" panose="020B0604030504040204" pitchFamily="50" charset="-128"/>
                </a:rPr>
                <a:t>オフショア</a:t>
              </a:r>
              <a:endParaRPr lang="en-US" altLang="ja-JP" sz="1400" kern="0">
                <a:solidFill>
                  <a:prstClr val="black"/>
                </a:solidFill>
                <a:latin typeface="メイリオ" panose="020B0604030504040204" pitchFamily="50" charset="-128"/>
                <a:ea typeface="メイリオ" panose="020B0604030504040204" pitchFamily="50" charset="-128"/>
              </a:endParaRPr>
            </a:p>
          </p:txBody>
        </p:sp>
      </p:grpSp>
      <p:cxnSp>
        <p:nvCxnSpPr>
          <p:cNvPr id="90" name="コネクタ: カギ線 89">
            <a:extLst>
              <a:ext uri="{FF2B5EF4-FFF2-40B4-BE49-F238E27FC236}">
                <a16:creationId xmlns:a16="http://schemas.microsoft.com/office/drawing/2014/main" id="{D9BFC8DC-442C-D6D0-84CC-678E57B77428}"/>
              </a:ext>
            </a:extLst>
          </p:cNvPr>
          <p:cNvCxnSpPr>
            <a:cxnSpLocks/>
            <a:stCxn id="13" idx="3"/>
            <a:endCxn id="76" idx="1"/>
          </p:cNvCxnSpPr>
          <p:nvPr/>
        </p:nvCxnSpPr>
        <p:spPr>
          <a:xfrm>
            <a:off x="6136065" y="5193491"/>
            <a:ext cx="906046" cy="0"/>
          </a:xfrm>
          <a:prstGeom prst="bentConnector3">
            <a:avLst>
              <a:gd name="adj1" fmla="val 50000"/>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41550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6B2F0-4EAF-5B92-BE60-A2039EE278F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F459148-1D62-8F5D-47DF-6E5B91660DA4}"/>
              </a:ext>
            </a:extLst>
          </p:cNvPr>
          <p:cNvSpPr>
            <a:spLocks noGrp="1"/>
          </p:cNvSpPr>
          <p:nvPr>
            <p:ph type="title"/>
          </p:nvPr>
        </p:nvSpPr>
        <p:spPr/>
        <p:txBody>
          <a:bodyPr>
            <a:noAutofit/>
          </a:bodyPr>
          <a:lstStyle/>
          <a:p>
            <a:r>
              <a:rPr kumimoji="1" lang="en-US" altLang="ja-JP" sz="2400">
                <a:solidFill/>
              </a:rPr>
              <a:t>【</a:t>
            </a:r>
            <a:r>
              <a:rPr kumimoji="1" lang="ja-JP" altLang="en-US" sz="2400">
                <a:solidFill/>
              </a:rPr>
              <a:t>参考</a:t>
            </a:r>
            <a:r>
              <a:rPr kumimoji="1" lang="en-US" altLang="ja-JP" sz="2400">
                <a:solidFill/>
              </a:rPr>
              <a:t>】</a:t>
            </a:r>
            <a:r>
              <a:rPr lang="ja-JP" altLang="en-US">
                <a:solidFill/>
              </a:rPr>
              <a:t>システムエグゼ概算見積</a:t>
            </a:r>
            <a:r>
              <a:rPr kumimoji="1" lang="en-US" altLang="ja-JP" sz="2400">
                <a:solidFill/>
              </a:rPr>
              <a:t>(Wave1)</a:t>
            </a:r>
            <a:endParaRPr kumimoji="1" lang="ja-JP" altLang="en-US" sz="2400"/>
          </a:p>
        </p:txBody>
      </p:sp>
      <p:sp>
        <p:nvSpPr>
          <p:cNvPr id="4" name="スライド番号プレースホルダー 3">
            <a:extLst>
              <a:ext uri="{FF2B5EF4-FFF2-40B4-BE49-F238E27FC236}">
                <a16:creationId xmlns:a16="http://schemas.microsoft.com/office/drawing/2014/main" id="{E2E48B3E-1326-E874-BDC6-8D177510D2FC}"/>
              </a:ext>
            </a:extLst>
          </p:cNvPr>
          <p:cNvSpPr>
            <a:spLocks noGrp="1"/>
          </p:cNvSpPr>
          <p:nvPr>
            <p:ph type="sldNum" sz="quarter" idx="12"/>
          </p:nvPr>
        </p:nvSpPr>
        <p:spPr/>
        <p:txBody>
          <a:bodyPr/>
          <a:lstStyle/>
          <a:p>
            <a:fld id="{59F857F7-C215-C24D-8BD9-19720E902953}" type="slidenum">
              <a:rPr kumimoji="1" lang="ja-JP" altLang="en-US" smtClean="0"/>
              <a:pPr/>
              <a:t>38</a:t>
            </a:fld>
            <a:endParaRPr kumimoji="1" lang="ja-JP" altLang="en-US"/>
          </a:p>
        </p:txBody>
      </p:sp>
      <p:graphicFrame>
        <p:nvGraphicFramePr>
          <p:cNvPr id="5" name="表 4">
            <a:extLst>
              <a:ext uri="{FF2B5EF4-FFF2-40B4-BE49-F238E27FC236}">
                <a16:creationId xmlns:a16="http://schemas.microsoft.com/office/drawing/2014/main" id="{AF237880-8D1A-64E5-0506-17855B9BD5D6}"/>
              </a:ext>
            </a:extLst>
          </p:cNvPr>
          <p:cNvGraphicFramePr>
            <a:graphicFrameLocks noGrp="1"/>
          </p:cNvGraphicFramePr>
          <p:nvPr>
            <p:extLst>
              <p:ext uri="{D42A27DB-BD31-4B8C-83A1-F6EECF244321}">
                <p14:modId xmlns:p14="http://schemas.microsoft.com/office/powerpoint/2010/main" val="26507933"/>
              </p:ext>
            </p:extLst>
          </p:nvPr>
        </p:nvGraphicFramePr>
        <p:xfrm>
          <a:off x="516000" y="864001"/>
          <a:ext cx="11482042" cy="1901334"/>
        </p:xfrm>
        <a:graphic>
          <a:graphicData uri="http://schemas.openxmlformats.org/drawingml/2006/table">
            <a:tbl>
              <a:tblPr firstRow="1" bandRow="1">
                <a:tableStyleId>{2D5ABB26-0587-4C30-8999-92F81FD0307C}</a:tableStyleId>
              </a:tblPr>
              <a:tblGrid>
                <a:gridCol w="2096088">
                  <a:extLst>
                    <a:ext uri="{9D8B030D-6E8A-4147-A177-3AD203B41FA5}">
                      <a16:colId xmlns:a16="http://schemas.microsoft.com/office/drawing/2014/main" val="4260495519"/>
                    </a:ext>
                  </a:extLst>
                </a:gridCol>
                <a:gridCol w="1158699">
                  <a:extLst>
                    <a:ext uri="{9D8B030D-6E8A-4147-A177-3AD203B41FA5}">
                      <a16:colId xmlns:a16="http://schemas.microsoft.com/office/drawing/2014/main" val="2669085185"/>
                    </a:ext>
                  </a:extLst>
                </a:gridCol>
                <a:gridCol w="1158699">
                  <a:extLst>
                    <a:ext uri="{9D8B030D-6E8A-4147-A177-3AD203B41FA5}">
                      <a16:colId xmlns:a16="http://schemas.microsoft.com/office/drawing/2014/main" val="935491515"/>
                    </a:ext>
                  </a:extLst>
                </a:gridCol>
                <a:gridCol w="1158699">
                  <a:extLst>
                    <a:ext uri="{9D8B030D-6E8A-4147-A177-3AD203B41FA5}">
                      <a16:colId xmlns:a16="http://schemas.microsoft.com/office/drawing/2014/main" val="3755583327"/>
                    </a:ext>
                  </a:extLst>
                </a:gridCol>
                <a:gridCol w="1158699">
                  <a:extLst>
                    <a:ext uri="{9D8B030D-6E8A-4147-A177-3AD203B41FA5}">
                      <a16:colId xmlns:a16="http://schemas.microsoft.com/office/drawing/2014/main" val="2661548089"/>
                    </a:ext>
                  </a:extLst>
                </a:gridCol>
                <a:gridCol w="1158699">
                  <a:extLst>
                    <a:ext uri="{9D8B030D-6E8A-4147-A177-3AD203B41FA5}">
                      <a16:colId xmlns:a16="http://schemas.microsoft.com/office/drawing/2014/main" val="4285288018"/>
                    </a:ext>
                  </a:extLst>
                </a:gridCol>
                <a:gridCol w="1158699">
                  <a:extLst>
                    <a:ext uri="{9D8B030D-6E8A-4147-A177-3AD203B41FA5}">
                      <a16:colId xmlns:a16="http://schemas.microsoft.com/office/drawing/2014/main" val="2966059790"/>
                    </a:ext>
                  </a:extLst>
                </a:gridCol>
                <a:gridCol w="1158699">
                  <a:extLst>
                    <a:ext uri="{9D8B030D-6E8A-4147-A177-3AD203B41FA5}">
                      <a16:colId xmlns:a16="http://schemas.microsoft.com/office/drawing/2014/main" val="2799449723"/>
                    </a:ext>
                  </a:extLst>
                </a:gridCol>
                <a:gridCol w="1275061">
                  <a:extLst>
                    <a:ext uri="{9D8B030D-6E8A-4147-A177-3AD203B41FA5}">
                      <a16:colId xmlns:a16="http://schemas.microsoft.com/office/drawing/2014/main" val="2565051978"/>
                    </a:ext>
                  </a:extLst>
                </a:gridCol>
              </a:tblGrid>
              <a:tr h="235457">
                <a:tc rowSpan="2">
                  <a:txBody>
                    <a:bodyPr/>
                    <a:lstStyle/>
                    <a:p>
                      <a:pPr algn="ctr" rtl="0" fontAlgn="ct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役割</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7">
                  <a:txBody>
                    <a:bodyPr/>
                    <a:lstStyle/>
                    <a:p>
                      <a:pPr algn="ctr" rtl="0" fontAlgn="ctr"/>
                      <a:r>
                        <a:rPr lang="en-US" altLang="ja-JP" sz="1600" b="1" i="0" u="none" strike="noStrike">
                          <a:solidFill>
                            <a:srgbClr val="FFFFFF"/>
                          </a:solidFill>
                          <a:effectLst/>
                          <a:latin typeface="メイリオ" panose="020B0604030504040204" pitchFamily="50" charset="-128"/>
                          <a:ea typeface="メイリオ" panose="020B0604030504040204" pitchFamily="50" charset="-128"/>
                        </a:rPr>
                        <a:t>2026</a:t>
                      </a: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年</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rtl="0" fontAlgn="ctr"/>
                      <a:endParaRPr lang="ja-JP" altLang="en-US" sz="1600" b="1" i="0" u="none" strike="noStrike">
                        <a:solidFill>
                          <a:srgbClr val="FFFFFF"/>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pPr algn="ctr" rtl="0" fontAlgn="ctr"/>
                      <a:endParaRPr lang="ja-JP" altLang="en-US" sz="1600" b="1" i="0" u="none" strike="noStrike">
                        <a:solidFill>
                          <a:srgbClr val="FFFFFF"/>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rtl="0" fontAlgn="ct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工数</a:t>
                      </a:r>
                      <a:endParaRPr lang="en-US" altLang="ja-JP" sz="1600" b="1" i="0" u="none" strike="noStrike">
                        <a:solidFill>
                          <a:srgbClr val="FFFFFF"/>
                        </a:solidFill>
                        <a:effectLst/>
                        <a:latin typeface="メイリオ" panose="020B0604030504040204" pitchFamily="50" charset="-128"/>
                        <a:ea typeface="メイリオ" panose="020B0604030504040204" pitchFamily="50" charset="-128"/>
                      </a:endParaRPr>
                    </a:p>
                    <a:p>
                      <a:pPr algn="ctr" rtl="0" fontAlgn="ct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（人月）</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4401785"/>
                  </a:ext>
                </a:extLst>
              </a:tr>
              <a:tr h="235457">
                <a:tc vMerge="1">
                  <a:txBody>
                    <a:bodyPr/>
                    <a:lstStyle/>
                    <a:p>
                      <a:endParaRPr kumimoji="1" lang="ja-JP" altLang="en-US"/>
                    </a:p>
                  </a:txBody>
                  <a:tcPr/>
                </a:tc>
                <a:tc>
                  <a:txBody>
                    <a:bodyPr/>
                    <a:lstStyle/>
                    <a:p>
                      <a:pPr algn="ctr" rtl="0" fontAlgn="ctr"/>
                      <a:r>
                        <a:rPr lang="en-US" altLang="ja-JP" sz="1600" b="1" i="0" u="none" strike="noStrike">
                          <a:solidFill>
                            <a:srgbClr val="FFFFFF"/>
                          </a:solidFill>
                          <a:effectLst/>
                          <a:latin typeface="メイリオ" panose="020B0604030504040204" pitchFamily="50" charset="-128"/>
                          <a:ea typeface="メイリオ" panose="020B0604030504040204" pitchFamily="50" charset="-128"/>
                        </a:rPr>
                        <a:t>2</a:t>
                      </a: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月</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en-US" altLang="ja-JP" sz="1600" b="1" i="0" u="none" strike="noStrike">
                          <a:solidFill>
                            <a:srgbClr val="FFFFFF"/>
                          </a:solidFill>
                          <a:effectLst/>
                          <a:latin typeface="メイリオ" panose="020B0604030504040204" pitchFamily="50" charset="-128"/>
                          <a:ea typeface="メイリオ" panose="020B0604030504040204" pitchFamily="50" charset="-128"/>
                        </a:rPr>
                        <a:t>3</a:t>
                      </a: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月</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en-US" altLang="ja-JP" sz="1600" b="1" i="0" u="none" strike="noStrike">
                          <a:solidFill>
                            <a:srgbClr val="FFFFFF"/>
                          </a:solidFill>
                          <a:effectLst/>
                          <a:latin typeface="メイリオ" panose="020B0604030504040204" pitchFamily="50" charset="-128"/>
                          <a:ea typeface="メイリオ" panose="020B0604030504040204" pitchFamily="50" charset="-128"/>
                        </a:rPr>
                        <a:t>4</a:t>
                      </a: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月</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en-US" altLang="ja-JP" sz="1600" b="1" i="0" u="none" strike="noStrike">
                          <a:solidFill>
                            <a:srgbClr val="FFFFFF"/>
                          </a:solidFill>
                          <a:effectLst/>
                          <a:latin typeface="メイリオ" panose="020B0604030504040204" pitchFamily="50" charset="-128"/>
                          <a:ea typeface="メイリオ" panose="020B0604030504040204" pitchFamily="50" charset="-128"/>
                        </a:rPr>
                        <a:t>5</a:t>
                      </a: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月</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en-US" altLang="ja-JP" sz="1600" b="1" i="0" u="none" strike="noStrike">
                          <a:solidFill>
                            <a:srgbClr val="FFFFFF"/>
                          </a:solidFill>
                          <a:effectLst/>
                          <a:latin typeface="メイリオ" panose="020B0604030504040204" pitchFamily="50" charset="-128"/>
                          <a:ea typeface="メイリオ" panose="020B0604030504040204" pitchFamily="50" charset="-128"/>
                        </a:rPr>
                        <a:t>6</a:t>
                      </a: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月</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en-US" altLang="ja-JP" sz="1600" b="1" i="0" u="none" strike="noStrike">
                          <a:solidFill>
                            <a:srgbClr val="FFFFFF"/>
                          </a:solidFill>
                          <a:effectLst/>
                          <a:latin typeface="メイリオ" panose="020B0604030504040204" pitchFamily="50" charset="-128"/>
                          <a:ea typeface="メイリオ" panose="020B0604030504040204" pitchFamily="50" charset="-128"/>
                        </a:rPr>
                        <a:t>7</a:t>
                      </a: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月</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en-US" altLang="ja-JP" sz="1600" b="1" i="0" u="none" strike="noStrike">
                          <a:solidFill>
                            <a:srgbClr val="FFFFFF"/>
                          </a:solidFill>
                          <a:effectLst/>
                          <a:latin typeface="メイリオ" panose="020B0604030504040204" pitchFamily="50" charset="-128"/>
                          <a:ea typeface="メイリオ" panose="020B0604030504040204" pitchFamily="50" charset="-128"/>
                        </a:rPr>
                        <a:t>8</a:t>
                      </a: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月</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vMerge="1">
                  <a:txBody>
                    <a:bodyPr/>
                    <a:lstStyle/>
                    <a:p>
                      <a:endParaRPr kumimoji="1" lang="ja-JP" altLang="en-US"/>
                    </a:p>
                  </a:txBody>
                  <a:tcPr/>
                </a:tc>
                <a:extLst>
                  <a:ext uri="{0D108BD9-81ED-4DB2-BD59-A6C34878D82A}">
                    <a16:rowId xmlns:a16="http://schemas.microsoft.com/office/drawing/2014/main" val="926838783"/>
                  </a:ext>
                </a:extLst>
              </a:tr>
              <a:tr h="270296">
                <a:tc>
                  <a:txBody>
                    <a:bodyPr/>
                    <a:lstStyle/>
                    <a:p>
                      <a:pPr algn="l"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PM</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0.5</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0.5</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0.5</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0.5</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0.5</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0.5</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0.5</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3.5</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2587978"/>
                  </a:ext>
                </a:extLst>
              </a:tr>
              <a:tr h="270296">
                <a:tc>
                  <a:txBody>
                    <a:bodyPr/>
                    <a:lstStyle/>
                    <a:p>
                      <a:pPr algn="l"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SE</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1.0</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2.0</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2.0</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2.0</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2.0</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2.0</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2.0</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13.0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5517169"/>
                  </a:ext>
                </a:extLst>
              </a:tr>
              <a:tr h="270991">
                <a:tc>
                  <a:txBody>
                    <a:bodyPr/>
                    <a:lstStyle/>
                    <a:p>
                      <a:pPr algn="l" rtl="0" fontAlgn="ct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ブリッジ</a:t>
                      </a: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SE</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0.5</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0.5</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0.5</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0.5</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0.5</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0.5</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3.0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1830340"/>
                  </a:ext>
                </a:extLst>
              </a:tr>
              <a:tr h="270991">
                <a:tc>
                  <a:txBody>
                    <a:bodyPr/>
                    <a:lstStyle/>
                    <a:p>
                      <a:pPr algn="l" rtl="0" fontAlgn="ct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オフショア</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2.0</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2.0</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2.0</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2.0</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2.0</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2.0</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12.0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06005703"/>
                  </a:ext>
                </a:extLst>
              </a:tr>
              <a:tr h="270296">
                <a:tc>
                  <a:txBody>
                    <a:bodyPr/>
                    <a:lstStyle/>
                    <a:p>
                      <a:pPr algn="r" rtl="0" fontAlgn="ctr"/>
                      <a:endParaRPr lang="ja-JP" altLang="en-US" sz="1600" b="1" i="0" u="none" strike="noStrike">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メイリオ" panose="020B0604030504040204" pitchFamily="50" charset="-128"/>
                          <a:ea typeface="メイリオ" panose="020B0604030504040204" pitchFamily="50" charset="-128"/>
                        </a:rPr>
                        <a:t>1.5</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メイリオ" panose="020B0604030504040204" pitchFamily="50" charset="-128"/>
                          <a:ea typeface="メイリオ" panose="020B0604030504040204" pitchFamily="50" charset="-128"/>
                        </a:rPr>
                        <a:t>5.0</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5.0</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5.0</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5.0</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5.0</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5.0</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メイリオ" panose="020B0604030504040204" pitchFamily="50" charset="-128"/>
                          <a:ea typeface="メイリオ" panose="020B0604030504040204" pitchFamily="50" charset="-128"/>
                        </a:rPr>
                        <a:t>31.5</a:t>
                      </a:r>
                      <a:r>
                        <a:rPr lang="ja-JP" altLang="en-US" sz="1600" b="1" i="0" u="none" strike="noStrike">
                          <a:solidFill>
                            <a:srgbClr val="000000"/>
                          </a:solidFill>
                          <a:effectLst/>
                          <a:latin typeface="メイリオ" panose="020B0604030504040204" pitchFamily="50" charset="-128"/>
                          <a:ea typeface="メイリオ" panose="020B0604030504040204" pitchFamily="50" charset="-128"/>
                        </a:rPr>
                        <a:t>人月</a:t>
                      </a:r>
                      <a:endParaRPr lang="en-US" altLang="ja-JP" sz="1600" b="1" i="0" u="none" strike="noStrike">
                        <a:solidFill>
                          <a:srgbClr val="000000"/>
                        </a:solidFill>
                        <a:effectLst/>
                        <a:latin typeface="メイリオ" panose="020B0604030504040204" pitchFamily="50" charset="-128"/>
                        <a:ea typeface="メイリオ" panose="020B0604030504040204"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graphicFrame>
        <p:nvGraphicFramePr>
          <p:cNvPr id="6" name="表 5">
            <a:extLst>
              <a:ext uri="{FF2B5EF4-FFF2-40B4-BE49-F238E27FC236}">
                <a16:creationId xmlns:a16="http://schemas.microsoft.com/office/drawing/2014/main" id="{63028428-DA87-3220-F3A2-A728E74D01A1}"/>
              </a:ext>
            </a:extLst>
          </p:cNvPr>
          <p:cNvGraphicFramePr>
            <a:graphicFrameLocks noGrp="1"/>
          </p:cNvGraphicFramePr>
          <p:nvPr>
            <p:extLst>
              <p:ext uri="{D42A27DB-BD31-4B8C-83A1-F6EECF244321}">
                <p14:modId xmlns:p14="http://schemas.microsoft.com/office/powerpoint/2010/main" val="247390452"/>
              </p:ext>
            </p:extLst>
          </p:nvPr>
        </p:nvGraphicFramePr>
        <p:xfrm>
          <a:off x="516000" y="2945336"/>
          <a:ext cx="11482039" cy="3475140"/>
        </p:xfrm>
        <a:graphic>
          <a:graphicData uri="http://schemas.openxmlformats.org/drawingml/2006/table">
            <a:tbl>
              <a:tblPr firstRow="1" bandRow="1">
                <a:tableStyleId>{2D5ABB26-0587-4C30-8999-92F81FD0307C}</a:tableStyleId>
              </a:tblPr>
              <a:tblGrid>
                <a:gridCol w="503931">
                  <a:extLst>
                    <a:ext uri="{9D8B030D-6E8A-4147-A177-3AD203B41FA5}">
                      <a16:colId xmlns:a16="http://schemas.microsoft.com/office/drawing/2014/main" val="233225342"/>
                    </a:ext>
                  </a:extLst>
                </a:gridCol>
                <a:gridCol w="1474219">
                  <a:extLst>
                    <a:ext uri="{9D8B030D-6E8A-4147-A177-3AD203B41FA5}">
                      <a16:colId xmlns:a16="http://schemas.microsoft.com/office/drawing/2014/main" val="568014644"/>
                    </a:ext>
                  </a:extLst>
                </a:gridCol>
                <a:gridCol w="2154157">
                  <a:extLst>
                    <a:ext uri="{9D8B030D-6E8A-4147-A177-3AD203B41FA5}">
                      <a16:colId xmlns:a16="http://schemas.microsoft.com/office/drawing/2014/main" val="3608806225"/>
                    </a:ext>
                  </a:extLst>
                </a:gridCol>
                <a:gridCol w="3251948">
                  <a:extLst>
                    <a:ext uri="{9D8B030D-6E8A-4147-A177-3AD203B41FA5}">
                      <a16:colId xmlns:a16="http://schemas.microsoft.com/office/drawing/2014/main" val="4260495519"/>
                    </a:ext>
                  </a:extLst>
                </a:gridCol>
                <a:gridCol w="1746107">
                  <a:extLst>
                    <a:ext uri="{9D8B030D-6E8A-4147-A177-3AD203B41FA5}">
                      <a16:colId xmlns:a16="http://schemas.microsoft.com/office/drawing/2014/main" val="2565051978"/>
                    </a:ext>
                  </a:extLst>
                </a:gridCol>
                <a:gridCol w="2351677">
                  <a:extLst>
                    <a:ext uri="{9D8B030D-6E8A-4147-A177-3AD203B41FA5}">
                      <a16:colId xmlns:a16="http://schemas.microsoft.com/office/drawing/2014/main" val="2912004341"/>
                    </a:ext>
                  </a:extLst>
                </a:gridCol>
              </a:tblGrid>
              <a:tr h="217776">
                <a:tc>
                  <a:txBody>
                    <a:bodyPr/>
                    <a:lstStyle/>
                    <a:p>
                      <a:pPr algn="ctr" rtl="0" fontAlgn="ctr"/>
                      <a:r>
                        <a:rPr lang="en-US" sz="1600" b="1" i="0" u="none" strike="noStrike">
                          <a:solidFill>
                            <a:srgbClr val="FFFFFF"/>
                          </a:solidFill>
                          <a:effectLst/>
                          <a:latin typeface="メイリオ" panose="020B0604030504040204" pitchFamily="50" charset="-128"/>
                          <a:ea typeface="メイリオ" panose="020B0604030504040204" pitchFamily="50" charset="-128"/>
                        </a:rPr>
                        <a:t>No.</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契約種別</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期間</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役割</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工数（人月）</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金額（税抜き）</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4401785"/>
                  </a:ext>
                </a:extLst>
              </a:tr>
              <a:tr h="288000">
                <a:tc rowSpan="5">
                  <a:txBody>
                    <a:bodyPr/>
                    <a:lstStyle/>
                    <a:p>
                      <a:pPr algn="ctr" rtl="0" fontAlgn="ct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１</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txBody>
                  <a:tcPr marL="0" marR="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l" rtl="0" fontAlgn="ct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準委任契約</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p>
                      <a:pPr algn="l"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a:t>
                      </a: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履行割合型</a:t>
                      </a: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ct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2026</a:t>
                      </a: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年</a:t>
                      </a: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2</a:t>
                      </a: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月</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p>
                      <a:pPr algn="ctr" rtl="0" fontAlgn="ct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p>
                      <a:pPr algn="ct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2026</a:t>
                      </a: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年</a:t>
                      </a: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3</a:t>
                      </a: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月</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PM</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1.0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1,400,000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2587978"/>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SE</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3.0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3,600,000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5517169"/>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ブリッジ</a:t>
                      </a: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SE</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0.5</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500,000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1830340"/>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オフショア</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2.0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1,400,000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06005703"/>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r" rtl="0" fontAlgn="ctr"/>
                      <a:r>
                        <a:rPr lang="ja-JP" altLang="en-US" sz="1600" b="1" i="0" u="none" strike="noStrike">
                          <a:solidFill>
                            <a:srgbClr val="000000"/>
                          </a:solidFill>
                          <a:effectLst/>
                          <a:latin typeface="メイリオ" panose="020B0604030504040204" pitchFamily="50" charset="-128"/>
                          <a:ea typeface="メイリオ" panose="020B0604030504040204" pitchFamily="50" charset="-128"/>
                        </a:rPr>
                        <a:t>小計</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メイリオ" panose="020B0604030504040204" pitchFamily="50" charset="-128"/>
                          <a:ea typeface="メイリオ" panose="020B0604030504040204" pitchFamily="50" charset="-128"/>
                        </a:rPr>
                        <a:t>6.5</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メイリオ" panose="020B0604030504040204" pitchFamily="50" charset="-128"/>
                          <a:ea typeface="メイリオ" panose="020B0604030504040204" pitchFamily="50" charset="-128"/>
                        </a:rPr>
                        <a:t>6,900,000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274807545"/>
                  </a:ext>
                </a:extLst>
              </a:tr>
              <a:tr h="288000">
                <a:tc rowSpan="5">
                  <a:txBody>
                    <a:bodyPr/>
                    <a:lstStyle/>
                    <a:p>
                      <a:pPr algn="ct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2</a:t>
                      </a:r>
                    </a:p>
                  </a:txBody>
                  <a:tcPr marL="0" marR="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l" rtl="0" fontAlgn="ct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準委任契約</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p>
                      <a:pPr algn="l"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a:t>
                      </a: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履行割合型</a:t>
                      </a: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ct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2026</a:t>
                      </a: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年</a:t>
                      </a: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4</a:t>
                      </a: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月</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p>
                      <a:pPr algn="ctr" rtl="0" fontAlgn="ct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p>
                      <a:pPr algn="ct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2026</a:t>
                      </a: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年</a:t>
                      </a: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8</a:t>
                      </a: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月</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PM</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2.5</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3,500,000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992724"/>
                  </a:ext>
                </a:extLst>
              </a:tr>
              <a:tr h="288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SE</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10.0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12,000,000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1687587"/>
                  </a:ext>
                </a:extLst>
              </a:tr>
              <a:tr h="288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ブリッジ</a:t>
                      </a: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SE</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2.5</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2,500,000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2138994"/>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オフショア</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10.0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7,000,000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9424680"/>
                  </a:ext>
                </a:extLst>
              </a:tr>
              <a:tr h="28800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メイリオ" panose="020B0604030504040204" pitchFamily="50" charset="-128"/>
                          <a:ea typeface="メイリオ" panose="020B0604030504040204" pitchFamily="50" charset="-128"/>
                        </a:rPr>
                        <a:t>小計</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メイリオ" panose="020B0604030504040204" pitchFamily="50" charset="-128"/>
                          <a:ea typeface="メイリオ" panose="020B0604030504040204" pitchFamily="50" charset="-128"/>
                        </a:rPr>
                        <a:t>25.0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メイリオ" panose="020B0604030504040204" pitchFamily="50" charset="-128"/>
                          <a:ea typeface="メイリオ" panose="020B0604030504040204" pitchFamily="50" charset="-128"/>
                        </a:rPr>
                        <a:t>25,000,000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753255510"/>
                  </a:ext>
                </a:extLst>
              </a:tr>
              <a:tr h="288000">
                <a:tc gridSpan="4">
                  <a:txBody>
                    <a:bodyPr/>
                    <a:lstStyle/>
                    <a:p>
                      <a:pPr algn="r" rtl="0" fontAlgn="ctr"/>
                      <a:r>
                        <a:rPr lang="ja-JP" altLang="en-US" sz="1600" b="1" i="0" u="none" strike="noStrike">
                          <a:solidFill>
                            <a:srgbClr val="000000"/>
                          </a:solidFill>
                          <a:effectLst/>
                          <a:latin typeface="メイリオ" panose="020B0604030504040204" pitchFamily="50" charset="-128"/>
                          <a:ea typeface="メイリオ" panose="020B0604030504040204" pitchFamily="50" charset="-128"/>
                        </a:rPr>
                        <a:t>合計</a:t>
                      </a:r>
                      <a:endParaRPr lang="en-US" altLang="ja-JP" sz="1600" b="1" i="0" u="none" strike="noStrike">
                        <a:solidFill>
                          <a:srgbClr val="000000"/>
                        </a:solidFill>
                        <a:effectLst/>
                        <a:latin typeface="メイリオ" panose="020B0604030504040204" pitchFamily="50" charset="-128"/>
                        <a:ea typeface="メイリオ" panose="020B0604030504040204" pitchFamily="50" charset="-128"/>
                      </a:endParaRP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メイリオ" panose="020B0604030504040204" pitchFamily="50" charset="-128"/>
                          <a:ea typeface="メイリオ" panose="020B0604030504040204" pitchFamily="50" charset="-128"/>
                        </a:rPr>
                        <a:t>31.5</a:t>
                      </a:r>
                      <a:r>
                        <a:rPr lang="ja-JP" altLang="en-US" sz="1600" b="1" i="0" u="none" strike="noStrike">
                          <a:solidFill>
                            <a:srgbClr val="000000"/>
                          </a:solidFill>
                          <a:effectLst/>
                          <a:latin typeface="メイリオ" panose="020B0604030504040204" pitchFamily="50" charset="-128"/>
                          <a:ea typeface="メイリオ" panose="020B0604030504040204" pitchFamily="50" charset="-128"/>
                        </a:rPr>
                        <a:t>人月</a:t>
                      </a:r>
                      <a:endParaRPr lang="en-US" altLang="ja-JP" sz="1600" b="1" i="0" u="none" strike="noStrike">
                        <a:solidFill>
                          <a:srgbClr val="000000"/>
                        </a:solidFill>
                        <a:effectLst/>
                        <a:latin typeface="メイリオ" panose="020B0604030504040204" pitchFamily="50" charset="-128"/>
                        <a:ea typeface="メイリオ" panose="020B0604030504040204"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メイリオ" panose="020B0604030504040204" pitchFamily="50" charset="-128"/>
                          <a:ea typeface="メイリオ" panose="020B0604030504040204" pitchFamily="50" charset="-128"/>
                        </a:rPr>
                        <a:t>31,900,000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635573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05666-79E0-0778-9642-4A8A9D99A73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A35DF62-C22D-ACAE-1381-9832EED8BB2C}"/>
              </a:ext>
            </a:extLst>
          </p:cNvPr>
          <p:cNvSpPr>
            <a:spLocks noGrp="1"/>
          </p:cNvSpPr>
          <p:nvPr>
            <p:ph type="title"/>
          </p:nvPr>
        </p:nvSpPr>
        <p:spPr/>
        <p:txBody>
          <a:bodyPr>
            <a:noAutofit/>
          </a:bodyPr>
          <a:lstStyle/>
          <a:p>
            <a:r>
              <a:rPr kumimoji="1" lang="en-US" altLang="ja-JP" sz="2400">
                <a:solidFill/>
              </a:rPr>
              <a:t>【</a:t>
            </a:r>
            <a:r>
              <a:rPr kumimoji="1" lang="ja-JP" altLang="en-US" sz="2400">
                <a:solidFill/>
              </a:rPr>
              <a:t>参考</a:t>
            </a:r>
            <a:r>
              <a:rPr kumimoji="1" lang="en-US" altLang="ja-JP" sz="2400">
                <a:solidFill/>
              </a:rPr>
              <a:t>】</a:t>
            </a:r>
            <a:r>
              <a:rPr lang="ja-JP" altLang="en-US">
                <a:solidFill/>
              </a:rPr>
              <a:t>システムエグゼ概算見積</a:t>
            </a:r>
            <a:r>
              <a:rPr kumimoji="1" lang="en-US" altLang="ja-JP" sz="2400">
                <a:solidFill/>
              </a:rPr>
              <a:t>(Wave1)</a:t>
            </a:r>
            <a:endParaRPr kumimoji="1" lang="ja-JP" altLang="en-US" sz="2400"/>
          </a:p>
        </p:txBody>
      </p:sp>
      <p:sp>
        <p:nvSpPr>
          <p:cNvPr id="4" name="スライド番号プレースホルダー 3">
            <a:extLst>
              <a:ext uri="{FF2B5EF4-FFF2-40B4-BE49-F238E27FC236}">
                <a16:creationId xmlns:a16="http://schemas.microsoft.com/office/drawing/2014/main" id="{FBC0F314-5B37-FA32-9191-FAC478CFBC4D}"/>
              </a:ext>
            </a:extLst>
          </p:cNvPr>
          <p:cNvSpPr>
            <a:spLocks noGrp="1"/>
          </p:cNvSpPr>
          <p:nvPr>
            <p:ph type="sldNum" sz="quarter" idx="12"/>
          </p:nvPr>
        </p:nvSpPr>
        <p:spPr/>
        <p:txBody>
          <a:bodyPr/>
          <a:lstStyle/>
          <a:p>
            <a:fld id="{59F857F7-C215-C24D-8BD9-19720E902953}" type="slidenum">
              <a:rPr kumimoji="1" lang="ja-JP" altLang="en-US" smtClean="0"/>
              <a:pPr/>
              <a:t>39</a:t>
            </a:fld>
            <a:endParaRPr kumimoji="1" lang="ja-JP" altLang="en-US"/>
          </a:p>
        </p:txBody>
      </p:sp>
      <p:graphicFrame>
        <p:nvGraphicFramePr>
          <p:cNvPr id="5" name="表 4">
            <a:extLst>
              <a:ext uri="{FF2B5EF4-FFF2-40B4-BE49-F238E27FC236}">
                <a16:creationId xmlns:a16="http://schemas.microsoft.com/office/drawing/2014/main" id="{901A5493-F88B-5469-A1C8-6EFA84982FE1}"/>
              </a:ext>
            </a:extLst>
          </p:cNvPr>
          <p:cNvGraphicFramePr>
            <a:graphicFrameLocks noGrp="1"/>
          </p:cNvGraphicFramePr>
          <p:nvPr>
            <p:extLst>
              <p:ext uri="{D42A27DB-BD31-4B8C-83A1-F6EECF244321}">
                <p14:modId xmlns:p14="http://schemas.microsoft.com/office/powerpoint/2010/main" val="1614396856"/>
              </p:ext>
            </p:extLst>
          </p:nvPr>
        </p:nvGraphicFramePr>
        <p:xfrm>
          <a:off x="516000" y="864001"/>
          <a:ext cx="11482042" cy="1901334"/>
        </p:xfrm>
        <a:graphic>
          <a:graphicData uri="http://schemas.openxmlformats.org/drawingml/2006/table">
            <a:tbl>
              <a:tblPr firstRow="1" bandRow="1">
                <a:tableStyleId>{2D5ABB26-0587-4C30-8999-92F81FD0307C}</a:tableStyleId>
              </a:tblPr>
              <a:tblGrid>
                <a:gridCol w="2096088">
                  <a:extLst>
                    <a:ext uri="{9D8B030D-6E8A-4147-A177-3AD203B41FA5}">
                      <a16:colId xmlns:a16="http://schemas.microsoft.com/office/drawing/2014/main" val="4260495519"/>
                    </a:ext>
                  </a:extLst>
                </a:gridCol>
                <a:gridCol w="1158699">
                  <a:extLst>
                    <a:ext uri="{9D8B030D-6E8A-4147-A177-3AD203B41FA5}">
                      <a16:colId xmlns:a16="http://schemas.microsoft.com/office/drawing/2014/main" val="2669085185"/>
                    </a:ext>
                  </a:extLst>
                </a:gridCol>
                <a:gridCol w="1158699">
                  <a:extLst>
                    <a:ext uri="{9D8B030D-6E8A-4147-A177-3AD203B41FA5}">
                      <a16:colId xmlns:a16="http://schemas.microsoft.com/office/drawing/2014/main" val="935491515"/>
                    </a:ext>
                  </a:extLst>
                </a:gridCol>
                <a:gridCol w="1158699">
                  <a:extLst>
                    <a:ext uri="{9D8B030D-6E8A-4147-A177-3AD203B41FA5}">
                      <a16:colId xmlns:a16="http://schemas.microsoft.com/office/drawing/2014/main" val="3755583327"/>
                    </a:ext>
                  </a:extLst>
                </a:gridCol>
                <a:gridCol w="1158699">
                  <a:extLst>
                    <a:ext uri="{9D8B030D-6E8A-4147-A177-3AD203B41FA5}">
                      <a16:colId xmlns:a16="http://schemas.microsoft.com/office/drawing/2014/main" val="2661548089"/>
                    </a:ext>
                  </a:extLst>
                </a:gridCol>
                <a:gridCol w="1158699">
                  <a:extLst>
                    <a:ext uri="{9D8B030D-6E8A-4147-A177-3AD203B41FA5}">
                      <a16:colId xmlns:a16="http://schemas.microsoft.com/office/drawing/2014/main" val="4285288018"/>
                    </a:ext>
                  </a:extLst>
                </a:gridCol>
                <a:gridCol w="1158699">
                  <a:extLst>
                    <a:ext uri="{9D8B030D-6E8A-4147-A177-3AD203B41FA5}">
                      <a16:colId xmlns:a16="http://schemas.microsoft.com/office/drawing/2014/main" val="2966059790"/>
                    </a:ext>
                  </a:extLst>
                </a:gridCol>
                <a:gridCol w="1158699">
                  <a:extLst>
                    <a:ext uri="{9D8B030D-6E8A-4147-A177-3AD203B41FA5}">
                      <a16:colId xmlns:a16="http://schemas.microsoft.com/office/drawing/2014/main" val="2799449723"/>
                    </a:ext>
                  </a:extLst>
                </a:gridCol>
                <a:gridCol w="1275061">
                  <a:extLst>
                    <a:ext uri="{9D8B030D-6E8A-4147-A177-3AD203B41FA5}">
                      <a16:colId xmlns:a16="http://schemas.microsoft.com/office/drawing/2014/main" val="2565051978"/>
                    </a:ext>
                  </a:extLst>
                </a:gridCol>
              </a:tblGrid>
              <a:tr h="235457">
                <a:tc rowSpan="2">
                  <a:txBody>
                    <a:bodyPr/>
                    <a:lstStyle/>
                    <a:p>
                      <a:pPr algn="ctr" rtl="0" fontAlgn="ct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役割</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7">
                  <a:txBody>
                    <a:bodyPr/>
                    <a:lstStyle/>
                    <a:p>
                      <a:pPr algn="ctr" rtl="0" fontAlgn="ctr"/>
                      <a:r>
                        <a:rPr lang="en-US" altLang="ja-JP" sz="1600" b="1" i="0" u="none" strike="noStrike">
                          <a:solidFill>
                            <a:srgbClr val="FFFFFF"/>
                          </a:solidFill>
                          <a:effectLst/>
                          <a:latin typeface="メイリオ" panose="020B0604030504040204" pitchFamily="50" charset="-128"/>
                          <a:ea typeface="メイリオ" panose="020B0604030504040204" pitchFamily="50" charset="-128"/>
                        </a:rPr>
                        <a:t>2026</a:t>
                      </a: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年</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rtl="0" fontAlgn="ctr"/>
                      <a:endParaRPr lang="ja-JP" altLang="en-US" sz="1600" b="1" i="0" u="none" strike="noStrike">
                        <a:solidFill>
                          <a:srgbClr val="FFFFFF"/>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pPr algn="ctr" rtl="0" fontAlgn="ctr"/>
                      <a:endParaRPr lang="ja-JP" altLang="en-US" sz="1600" b="1" i="0" u="none" strike="noStrike">
                        <a:solidFill>
                          <a:srgbClr val="FFFFFF"/>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rtl="0" fontAlgn="ct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工数</a:t>
                      </a:r>
                      <a:endParaRPr lang="en-US" altLang="ja-JP" sz="1600" b="1" i="0" u="none" strike="noStrike">
                        <a:solidFill>
                          <a:srgbClr val="FFFFFF"/>
                        </a:solidFill>
                        <a:effectLst/>
                        <a:latin typeface="メイリオ" panose="020B0604030504040204" pitchFamily="50" charset="-128"/>
                        <a:ea typeface="メイリオ" panose="020B0604030504040204" pitchFamily="50" charset="-128"/>
                      </a:endParaRPr>
                    </a:p>
                    <a:p>
                      <a:pPr algn="ctr" rtl="0" fontAlgn="ct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（人月）</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4401785"/>
                  </a:ext>
                </a:extLst>
              </a:tr>
              <a:tr h="235457">
                <a:tc vMerge="1">
                  <a:txBody>
                    <a:bodyPr/>
                    <a:lstStyle/>
                    <a:p>
                      <a:endParaRPr kumimoji="1" lang="ja-JP" altLang="en-US"/>
                    </a:p>
                  </a:txBody>
                  <a:tcPr/>
                </a:tc>
                <a:tc>
                  <a:txBody>
                    <a:bodyPr/>
                    <a:lstStyle/>
                    <a:p>
                      <a:pPr algn="ctr" rtl="0" fontAlgn="ctr"/>
                      <a:r>
                        <a:rPr lang="en-US" altLang="ja-JP" sz="1600" b="1" i="0" u="none" strike="noStrike">
                          <a:solidFill>
                            <a:srgbClr val="FFFFFF"/>
                          </a:solidFill>
                          <a:effectLst/>
                          <a:latin typeface="メイリオ" panose="020B0604030504040204" pitchFamily="50" charset="-128"/>
                          <a:ea typeface="メイリオ" panose="020B0604030504040204" pitchFamily="50" charset="-128"/>
                        </a:rPr>
                        <a:t>2</a:t>
                      </a: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月</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en-US" altLang="ja-JP" sz="1600" b="1" i="0" u="none" strike="noStrike">
                          <a:solidFill>
                            <a:srgbClr val="FFFFFF"/>
                          </a:solidFill>
                          <a:effectLst/>
                          <a:latin typeface="メイリオ" panose="020B0604030504040204" pitchFamily="50" charset="-128"/>
                          <a:ea typeface="メイリオ" panose="020B0604030504040204" pitchFamily="50" charset="-128"/>
                        </a:rPr>
                        <a:t>3</a:t>
                      </a: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月</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en-US" altLang="ja-JP" sz="1600" b="1" i="0" u="none" strike="noStrike">
                          <a:solidFill>
                            <a:srgbClr val="FFFFFF"/>
                          </a:solidFill>
                          <a:effectLst/>
                          <a:latin typeface="メイリオ" panose="020B0604030504040204" pitchFamily="50" charset="-128"/>
                          <a:ea typeface="メイリオ" panose="020B0604030504040204" pitchFamily="50" charset="-128"/>
                        </a:rPr>
                        <a:t>4</a:t>
                      </a: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月</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en-US" altLang="ja-JP" sz="1600" b="1" i="0" u="none" strike="noStrike">
                          <a:solidFill>
                            <a:srgbClr val="FFFFFF"/>
                          </a:solidFill>
                          <a:effectLst/>
                          <a:latin typeface="メイリオ" panose="020B0604030504040204" pitchFamily="50" charset="-128"/>
                          <a:ea typeface="メイリオ" panose="020B0604030504040204" pitchFamily="50" charset="-128"/>
                        </a:rPr>
                        <a:t>5</a:t>
                      </a: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月</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en-US" altLang="ja-JP" sz="1600" b="1" i="0" u="none" strike="noStrike">
                          <a:solidFill>
                            <a:srgbClr val="FFFFFF"/>
                          </a:solidFill>
                          <a:effectLst/>
                          <a:latin typeface="メイリオ" panose="020B0604030504040204" pitchFamily="50" charset="-128"/>
                          <a:ea typeface="メイリオ" panose="020B0604030504040204" pitchFamily="50" charset="-128"/>
                        </a:rPr>
                        <a:t>6</a:t>
                      </a: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月</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en-US" altLang="ja-JP" sz="1600" b="1" i="0" u="none" strike="noStrike">
                          <a:solidFill>
                            <a:srgbClr val="FFFFFF"/>
                          </a:solidFill>
                          <a:effectLst/>
                          <a:latin typeface="メイリオ" panose="020B0604030504040204" pitchFamily="50" charset="-128"/>
                          <a:ea typeface="メイリオ" panose="020B0604030504040204" pitchFamily="50" charset="-128"/>
                        </a:rPr>
                        <a:t>7</a:t>
                      </a: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月</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en-US" altLang="ja-JP" sz="1600" b="1" i="0" u="none" strike="noStrike">
                          <a:solidFill>
                            <a:srgbClr val="FFFFFF"/>
                          </a:solidFill>
                          <a:effectLst/>
                          <a:latin typeface="メイリオ" panose="020B0604030504040204" pitchFamily="50" charset="-128"/>
                          <a:ea typeface="メイリオ" panose="020B0604030504040204" pitchFamily="50" charset="-128"/>
                        </a:rPr>
                        <a:t>8</a:t>
                      </a: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月</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vMerge="1">
                  <a:txBody>
                    <a:bodyPr/>
                    <a:lstStyle/>
                    <a:p>
                      <a:endParaRPr kumimoji="1" lang="ja-JP" altLang="en-US"/>
                    </a:p>
                  </a:txBody>
                  <a:tcPr/>
                </a:tc>
                <a:extLst>
                  <a:ext uri="{0D108BD9-81ED-4DB2-BD59-A6C34878D82A}">
                    <a16:rowId xmlns:a16="http://schemas.microsoft.com/office/drawing/2014/main" val="926838783"/>
                  </a:ext>
                </a:extLst>
              </a:tr>
              <a:tr h="270296">
                <a:tc>
                  <a:txBody>
                    <a:bodyPr/>
                    <a:lstStyle/>
                    <a:p>
                      <a:pPr algn="l"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PM</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0.5</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0.5</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0.5</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0.5</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0.5</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0.5</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0.5</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3.5</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2587978"/>
                  </a:ext>
                </a:extLst>
              </a:tr>
              <a:tr h="270296">
                <a:tc>
                  <a:txBody>
                    <a:bodyPr/>
                    <a:lstStyle/>
                    <a:p>
                      <a:pPr algn="l"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SE</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n-cs"/>
                        </a:rPr>
                        <a:t>0.5</a:t>
                      </a:r>
                      <a:endParaRPr lang="ja-JP" altLang="en-US" sz="1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n-cs"/>
                        </a:rPr>
                        <a:t>1.0</a:t>
                      </a:r>
                      <a:endParaRPr lang="ja-JP" altLang="en-US" sz="1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1.0</a:t>
                      </a:r>
                      <a:endParaRPr kumimoji="1" lang="ja-JP" altLang="en-US" sz="1600" b="0" i="0" u="none" strike="noStrike" kern="120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n-cs"/>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1.0</a:t>
                      </a:r>
                      <a:endParaRPr kumimoji="1" lang="ja-JP" altLang="en-US" sz="1600" b="0" i="0" u="none" strike="noStrike" kern="120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n-cs"/>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1.0</a:t>
                      </a:r>
                      <a:endParaRPr kumimoji="1" lang="ja-JP" altLang="en-US" sz="1600" b="0" i="0" u="none" strike="noStrike" kern="120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n-cs"/>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1.0</a:t>
                      </a:r>
                      <a:endParaRPr kumimoji="1" lang="ja-JP" altLang="en-US" sz="1600" b="0" i="0" u="none" strike="noStrike" kern="120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n-cs"/>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n-cs"/>
                        </a:rPr>
                        <a:t>1.0</a:t>
                      </a:r>
                      <a:endParaRPr kumimoji="1" lang="ja-JP" altLang="en-US" sz="1600" b="0" i="0" u="none" strike="noStrike" kern="120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n-cs"/>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6.5</a:t>
                      </a:r>
                      <a:endParaRPr lang="en-US" altLang="ja-JP" sz="1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5517169"/>
                  </a:ext>
                </a:extLst>
              </a:tr>
              <a:tr h="270991">
                <a:tc>
                  <a:txBody>
                    <a:bodyPr/>
                    <a:lstStyle/>
                    <a:p>
                      <a:pPr algn="l" rtl="0" fontAlgn="ct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ブリッジ</a:t>
                      </a: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SE</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0.5</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0.5</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0.5</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0.5</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n-cs"/>
                        </a:rPr>
                        <a:t>0.5</a:t>
                      </a:r>
                      <a:endParaRPr lang="en-US" altLang="ja-JP" sz="1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n-cs"/>
                        </a:rPr>
                        <a:t>0.5</a:t>
                      </a:r>
                      <a:endParaRPr lang="en-US" altLang="ja-JP" sz="1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dirty="0">
                          <a:solidFill>
                            <a:srgbClr val="000000"/>
                          </a:solidFill>
                          <a:effectLst/>
                          <a:latin typeface="メイリオ" panose="020B0604030504040204" pitchFamily="50" charset="-128"/>
                          <a:ea typeface="メイリオ" panose="020B0604030504040204" pitchFamily="50" charset="-128"/>
                        </a:rPr>
                        <a:t>3.0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1830340"/>
                  </a:ext>
                </a:extLst>
              </a:tr>
              <a:tr h="270991">
                <a:tc>
                  <a:txBody>
                    <a:bodyPr/>
                    <a:lstStyle/>
                    <a:p>
                      <a:pPr algn="l" rtl="0" fontAlgn="ct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オフショア</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2.0</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2.0</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2.0</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2.0</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n-cs"/>
                        </a:rPr>
                        <a:t>2.0</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n-cs"/>
                        </a:rPr>
                        <a:t>2.0</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dirty="0">
                          <a:solidFill>
                            <a:srgbClr val="000000"/>
                          </a:solidFill>
                          <a:effectLst/>
                          <a:latin typeface="メイリオ" panose="020B0604030504040204" pitchFamily="50" charset="-128"/>
                          <a:ea typeface="メイリオ" panose="020B0604030504040204" pitchFamily="50" charset="-128"/>
                        </a:rPr>
                        <a:t>12.0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06005703"/>
                  </a:ext>
                </a:extLst>
              </a:tr>
              <a:tr h="270296">
                <a:tc>
                  <a:txBody>
                    <a:bodyPr/>
                    <a:lstStyle/>
                    <a:p>
                      <a:pPr algn="r" rtl="0" fontAlgn="ctr"/>
                      <a:endParaRPr lang="ja-JP" altLang="en-US" sz="1600" b="1" i="0" u="none" strike="noStrike">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メイリオ" panose="020B0604030504040204" pitchFamily="50" charset="-128"/>
                          <a:ea typeface="メイリオ" panose="020B0604030504040204" pitchFamily="50" charset="-128"/>
                        </a:rPr>
                        <a:t>1.5</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メイリオ" panose="020B0604030504040204" pitchFamily="50" charset="-128"/>
                          <a:ea typeface="メイリオ" panose="020B0604030504040204" pitchFamily="50" charset="-128"/>
                        </a:rPr>
                        <a:t>5.0</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5.0</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5.0</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5.0</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5.0</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n-cs"/>
                        </a:rPr>
                        <a:t>5.0</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メイリオ" panose="020B0604030504040204" pitchFamily="50" charset="-128"/>
                          <a:ea typeface="メイリオ" panose="020B0604030504040204" pitchFamily="50" charset="-128"/>
                        </a:rPr>
                        <a:t>31.5</a:t>
                      </a:r>
                      <a:r>
                        <a:rPr lang="ja-JP" altLang="en-US" sz="1600" b="1" i="0" u="none" strike="noStrike" dirty="0">
                          <a:solidFill>
                            <a:srgbClr val="000000"/>
                          </a:solidFill>
                          <a:effectLst/>
                          <a:latin typeface="メイリオ" panose="020B0604030504040204" pitchFamily="50" charset="-128"/>
                          <a:ea typeface="メイリオ" panose="020B0604030504040204" pitchFamily="50" charset="-128"/>
                        </a:rPr>
                        <a:t>人月</a:t>
                      </a:r>
                      <a:endParaRPr lang="en-US" altLang="ja-JP" sz="1600" b="1" i="0" u="none" strike="noStrike" dirty="0">
                        <a:solidFill>
                          <a:srgbClr val="000000"/>
                        </a:solidFill>
                        <a:effectLst/>
                        <a:latin typeface="メイリオ" panose="020B0604030504040204" pitchFamily="50" charset="-128"/>
                        <a:ea typeface="メイリオ" panose="020B0604030504040204"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graphicFrame>
        <p:nvGraphicFramePr>
          <p:cNvPr id="6" name="表 5">
            <a:extLst>
              <a:ext uri="{FF2B5EF4-FFF2-40B4-BE49-F238E27FC236}">
                <a16:creationId xmlns:a16="http://schemas.microsoft.com/office/drawing/2014/main" id="{DD0BA00E-20E3-C6CD-7090-E78D241026E8}"/>
              </a:ext>
            </a:extLst>
          </p:cNvPr>
          <p:cNvGraphicFramePr>
            <a:graphicFrameLocks noGrp="1"/>
          </p:cNvGraphicFramePr>
          <p:nvPr/>
        </p:nvGraphicFramePr>
        <p:xfrm>
          <a:off x="516000" y="2945336"/>
          <a:ext cx="11482039" cy="3475140"/>
        </p:xfrm>
        <a:graphic>
          <a:graphicData uri="http://schemas.openxmlformats.org/drawingml/2006/table">
            <a:tbl>
              <a:tblPr firstRow="1" bandRow="1">
                <a:tableStyleId>{2D5ABB26-0587-4C30-8999-92F81FD0307C}</a:tableStyleId>
              </a:tblPr>
              <a:tblGrid>
                <a:gridCol w="503931">
                  <a:extLst>
                    <a:ext uri="{9D8B030D-6E8A-4147-A177-3AD203B41FA5}">
                      <a16:colId xmlns:a16="http://schemas.microsoft.com/office/drawing/2014/main" val="233225342"/>
                    </a:ext>
                  </a:extLst>
                </a:gridCol>
                <a:gridCol w="1474219">
                  <a:extLst>
                    <a:ext uri="{9D8B030D-6E8A-4147-A177-3AD203B41FA5}">
                      <a16:colId xmlns:a16="http://schemas.microsoft.com/office/drawing/2014/main" val="568014644"/>
                    </a:ext>
                  </a:extLst>
                </a:gridCol>
                <a:gridCol w="2154157">
                  <a:extLst>
                    <a:ext uri="{9D8B030D-6E8A-4147-A177-3AD203B41FA5}">
                      <a16:colId xmlns:a16="http://schemas.microsoft.com/office/drawing/2014/main" val="3608806225"/>
                    </a:ext>
                  </a:extLst>
                </a:gridCol>
                <a:gridCol w="3251948">
                  <a:extLst>
                    <a:ext uri="{9D8B030D-6E8A-4147-A177-3AD203B41FA5}">
                      <a16:colId xmlns:a16="http://schemas.microsoft.com/office/drawing/2014/main" val="4260495519"/>
                    </a:ext>
                  </a:extLst>
                </a:gridCol>
                <a:gridCol w="1746107">
                  <a:extLst>
                    <a:ext uri="{9D8B030D-6E8A-4147-A177-3AD203B41FA5}">
                      <a16:colId xmlns:a16="http://schemas.microsoft.com/office/drawing/2014/main" val="2565051978"/>
                    </a:ext>
                  </a:extLst>
                </a:gridCol>
                <a:gridCol w="2351677">
                  <a:extLst>
                    <a:ext uri="{9D8B030D-6E8A-4147-A177-3AD203B41FA5}">
                      <a16:colId xmlns:a16="http://schemas.microsoft.com/office/drawing/2014/main" val="2912004341"/>
                    </a:ext>
                  </a:extLst>
                </a:gridCol>
              </a:tblGrid>
              <a:tr h="217776">
                <a:tc>
                  <a:txBody>
                    <a:bodyPr/>
                    <a:lstStyle/>
                    <a:p>
                      <a:pPr algn="ctr" rtl="0" fontAlgn="ctr"/>
                      <a:r>
                        <a:rPr lang="en-US" sz="1600" b="1" i="0" u="none" strike="noStrike">
                          <a:solidFill>
                            <a:srgbClr val="FFFFFF"/>
                          </a:solidFill>
                          <a:effectLst/>
                          <a:latin typeface="メイリオ" panose="020B0604030504040204" pitchFamily="50" charset="-128"/>
                          <a:ea typeface="メイリオ" panose="020B0604030504040204" pitchFamily="50" charset="-128"/>
                        </a:rPr>
                        <a:t>No.</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契約種別</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期間</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役割</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工数（人月）</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メイリオ" panose="020B0604030504040204" pitchFamily="50" charset="-128"/>
                          <a:ea typeface="メイリオ" panose="020B0604030504040204" pitchFamily="50" charset="-128"/>
                        </a:rPr>
                        <a:t>金額（税抜き）</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4401785"/>
                  </a:ext>
                </a:extLst>
              </a:tr>
              <a:tr h="288000">
                <a:tc rowSpan="5">
                  <a:txBody>
                    <a:bodyPr/>
                    <a:lstStyle/>
                    <a:p>
                      <a:pPr algn="ctr" rtl="0" fontAlgn="ct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１</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txBody>
                  <a:tcPr marL="0" marR="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l" rtl="0" fontAlgn="ct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準委任契約</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p>
                      <a:pPr algn="l"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a:t>
                      </a: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履行割合型</a:t>
                      </a: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ct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2026</a:t>
                      </a: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年</a:t>
                      </a: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2</a:t>
                      </a: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月</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p>
                      <a:pPr algn="ctr" rtl="0" fontAlgn="ct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p>
                      <a:pPr algn="ct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2026</a:t>
                      </a: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年</a:t>
                      </a: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3</a:t>
                      </a: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月</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PM</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1.0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1,400,000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2587978"/>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SE</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3.0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3,600,000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5517169"/>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ブリッジ</a:t>
                      </a: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SE</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0.5</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500,000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1830340"/>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オフショア</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2.0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1,400,000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06005703"/>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r" rtl="0" fontAlgn="ctr"/>
                      <a:r>
                        <a:rPr lang="ja-JP" altLang="en-US" sz="1600" b="1" i="0" u="none" strike="noStrike">
                          <a:solidFill>
                            <a:srgbClr val="000000"/>
                          </a:solidFill>
                          <a:effectLst/>
                          <a:latin typeface="メイリオ" panose="020B0604030504040204" pitchFamily="50" charset="-128"/>
                          <a:ea typeface="メイリオ" panose="020B0604030504040204" pitchFamily="50" charset="-128"/>
                        </a:rPr>
                        <a:t>小計</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メイリオ" panose="020B0604030504040204" pitchFamily="50" charset="-128"/>
                          <a:ea typeface="メイリオ" panose="020B0604030504040204" pitchFamily="50" charset="-128"/>
                        </a:rPr>
                        <a:t>6.5</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メイリオ" panose="020B0604030504040204" pitchFamily="50" charset="-128"/>
                          <a:ea typeface="メイリオ" panose="020B0604030504040204" pitchFamily="50" charset="-128"/>
                        </a:rPr>
                        <a:t>6,900,000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274807545"/>
                  </a:ext>
                </a:extLst>
              </a:tr>
              <a:tr h="288000">
                <a:tc rowSpan="5">
                  <a:txBody>
                    <a:bodyPr/>
                    <a:lstStyle/>
                    <a:p>
                      <a:pPr algn="ct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2</a:t>
                      </a:r>
                    </a:p>
                  </a:txBody>
                  <a:tcPr marL="0" marR="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l" rtl="0" fontAlgn="ct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準委任契約</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p>
                      <a:pPr algn="l"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a:t>
                      </a: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履行割合型</a:t>
                      </a: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ct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2026</a:t>
                      </a: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年</a:t>
                      </a: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4</a:t>
                      </a: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月</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p>
                      <a:pPr algn="ctr" rtl="0" fontAlgn="ct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p>
                      <a:pPr algn="ct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2026</a:t>
                      </a: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年</a:t>
                      </a: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8</a:t>
                      </a: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月</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PM</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2.5</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3,500,000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992724"/>
                  </a:ext>
                </a:extLst>
              </a:tr>
              <a:tr h="288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SE</a:t>
                      </a:r>
                      <a:endParaRPr lang="ja-JP" altLang="en-US"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10.0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12,000,000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1687587"/>
                  </a:ext>
                </a:extLst>
              </a:tr>
              <a:tr h="288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ブリッジ</a:t>
                      </a: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SE</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2.5</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2,500,000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2138994"/>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メイリオ" panose="020B0604030504040204" pitchFamily="50" charset="-128"/>
                          <a:ea typeface="メイリオ" panose="020B0604030504040204" pitchFamily="50" charset="-128"/>
                        </a:rPr>
                        <a:t>オフショア</a:t>
                      </a:r>
                      <a:endParaRPr lang="en-US" altLang="ja-JP" sz="1600" b="0" i="0" u="none" strike="noStrike">
                        <a:solidFill>
                          <a:srgbClr val="000000"/>
                        </a:solidFill>
                        <a:effectLst/>
                        <a:latin typeface="メイリオ" panose="020B0604030504040204" pitchFamily="50" charset="-128"/>
                        <a:ea typeface="メイリオ" panose="020B0604030504040204"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10.0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メイリオ" panose="020B0604030504040204" pitchFamily="50" charset="-128"/>
                          <a:ea typeface="メイリオ" panose="020B0604030504040204" pitchFamily="50" charset="-128"/>
                        </a:rPr>
                        <a:t>7,000,000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9424680"/>
                  </a:ext>
                </a:extLst>
              </a:tr>
              <a:tr h="28800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メイリオ" panose="020B0604030504040204" pitchFamily="50" charset="-128"/>
                          <a:ea typeface="メイリオ" panose="020B0604030504040204" pitchFamily="50" charset="-128"/>
                        </a:rPr>
                        <a:t>小計</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メイリオ" panose="020B0604030504040204" pitchFamily="50" charset="-128"/>
                          <a:ea typeface="メイリオ" panose="020B0604030504040204" pitchFamily="50" charset="-128"/>
                        </a:rPr>
                        <a:t>25.0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メイリオ" panose="020B0604030504040204" pitchFamily="50" charset="-128"/>
                          <a:ea typeface="メイリオ" panose="020B0604030504040204" pitchFamily="50" charset="-128"/>
                        </a:rPr>
                        <a:t>25,000,000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753255510"/>
                  </a:ext>
                </a:extLst>
              </a:tr>
              <a:tr h="288000">
                <a:tc gridSpan="4">
                  <a:txBody>
                    <a:bodyPr/>
                    <a:lstStyle/>
                    <a:p>
                      <a:pPr algn="r" rtl="0" fontAlgn="ctr"/>
                      <a:r>
                        <a:rPr lang="ja-JP" altLang="en-US" sz="1600" b="1" i="0" u="none" strike="noStrike">
                          <a:solidFill>
                            <a:srgbClr val="000000"/>
                          </a:solidFill>
                          <a:effectLst/>
                          <a:latin typeface="メイリオ" panose="020B0604030504040204" pitchFamily="50" charset="-128"/>
                          <a:ea typeface="メイリオ" panose="020B0604030504040204" pitchFamily="50" charset="-128"/>
                        </a:rPr>
                        <a:t>合計</a:t>
                      </a:r>
                      <a:endParaRPr lang="en-US" altLang="ja-JP" sz="1600" b="1" i="0" u="none" strike="noStrike">
                        <a:solidFill>
                          <a:srgbClr val="000000"/>
                        </a:solidFill>
                        <a:effectLst/>
                        <a:latin typeface="メイリオ" panose="020B0604030504040204" pitchFamily="50" charset="-128"/>
                        <a:ea typeface="メイリオ" panose="020B0604030504040204" pitchFamily="50" charset="-128"/>
                      </a:endParaRP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メイリオ" panose="020B0604030504040204" pitchFamily="50" charset="-128"/>
                          <a:ea typeface="メイリオ" panose="020B0604030504040204" pitchFamily="50" charset="-128"/>
                        </a:rPr>
                        <a:t>31.5</a:t>
                      </a:r>
                      <a:r>
                        <a:rPr lang="ja-JP" altLang="en-US" sz="1600" b="1" i="0" u="none" strike="noStrike">
                          <a:solidFill>
                            <a:srgbClr val="000000"/>
                          </a:solidFill>
                          <a:effectLst/>
                          <a:latin typeface="メイリオ" panose="020B0604030504040204" pitchFamily="50" charset="-128"/>
                          <a:ea typeface="メイリオ" panose="020B0604030504040204" pitchFamily="50" charset="-128"/>
                        </a:rPr>
                        <a:t>人月</a:t>
                      </a:r>
                      <a:endParaRPr lang="en-US" altLang="ja-JP" sz="1600" b="1" i="0" u="none" strike="noStrike">
                        <a:solidFill>
                          <a:srgbClr val="000000"/>
                        </a:solidFill>
                        <a:effectLst/>
                        <a:latin typeface="メイリオ" panose="020B0604030504040204" pitchFamily="50" charset="-128"/>
                        <a:ea typeface="メイリオ" panose="020B0604030504040204"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メイリオ" panose="020B0604030504040204" pitchFamily="50" charset="-128"/>
                          <a:ea typeface="メイリオ" panose="020B0604030504040204" pitchFamily="50" charset="-128"/>
                        </a:rPr>
                        <a:t>31,900,000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15366648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1D7F0-3F4D-F046-9DBC-B5550C17897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11619ED-3298-193D-3774-0A3BA4D08BA1}"/>
              </a:ext>
            </a:extLst>
          </p:cNvPr>
          <p:cNvSpPr>
            <a:spLocks noGrp="1"/>
          </p:cNvSpPr>
          <p:nvPr>
            <p:ph type="title"/>
          </p:nvPr>
        </p:nvSpPr>
        <p:spPr/>
        <p:txBody>
          <a:bodyPr>
            <a:noAutofit/>
          </a:bodyPr>
          <a:lstStyle/>
          <a:p>
            <a:r>
              <a:rPr kumimoji="1" lang="en-US" altLang="ja-JP" sz="2400">
                <a:solidFill/>
              </a:rPr>
              <a:t>【</a:t>
            </a:r>
            <a:r>
              <a:rPr kumimoji="1" lang="ja-JP" altLang="en-US" sz="2400">
                <a:solidFill/>
              </a:rPr>
              <a:t>参考</a:t>
            </a:r>
            <a:r>
              <a:rPr kumimoji="1" lang="en-US" altLang="ja-JP" sz="2400">
                <a:solidFill/>
              </a:rPr>
              <a:t>】</a:t>
            </a:r>
            <a:r>
              <a:rPr kumimoji="1" lang="ja-JP" altLang="en-US" sz="2400">
                <a:solidFill/>
              </a:rPr>
              <a:t>システムエグゼ</a:t>
            </a:r>
            <a:r>
              <a:rPr lang="ja-JP" altLang="en-US">
                <a:solidFill/>
              </a:rPr>
              <a:t>見積り前提条件</a:t>
            </a:r>
            <a:endParaRPr kumimoji="1" lang="ja-JP" altLang="en-US" sz="2400"/>
          </a:p>
        </p:txBody>
      </p:sp>
      <p:sp>
        <p:nvSpPr>
          <p:cNvPr id="4" name="スライド番号プレースホルダー 3">
            <a:extLst>
              <a:ext uri="{FF2B5EF4-FFF2-40B4-BE49-F238E27FC236}">
                <a16:creationId xmlns:a16="http://schemas.microsoft.com/office/drawing/2014/main" id="{E10E4E27-C6F8-D080-31D8-0F2AB1F9B2CB}"/>
              </a:ext>
            </a:extLst>
          </p:cNvPr>
          <p:cNvSpPr>
            <a:spLocks noGrp="1"/>
          </p:cNvSpPr>
          <p:nvPr>
            <p:ph type="sldNum" sz="quarter" idx="12"/>
          </p:nvPr>
        </p:nvSpPr>
        <p:spPr/>
        <p:txBody>
          <a:bodyPr/>
          <a:lstStyle/>
          <a:p>
            <a:fld id="{59F857F7-C215-C24D-8BD9-19720E902953}" type="slidenum">
              <a:rPr kumimoji="1" lang="ja-JP" altLang="en-US" smtClean="0"/>
              <a:pPr/>
              <a:t>40</a:t>
            </a:fld>
            <a:endParaRPr kumimoji="1" lang="ja-JP" altLang="en-US"/>
          </a:p>
        </p:txBody>
      </p:sp>
      <p:sp>
        <p:nvSpPr>
          <p:cNvPr id="3" name="コンテンツ プレースホルダー 2">
            <a:extLst>
              <a:ext uri="{FF2B5EF4-FFF2-40B4-BE49-F238E27FC236}">
                <a16:creationId xmlns:a16="http://schemas.microsoft.com/office/drawing/2014/main" id="{1EB635F0-9FA3-D1C8-A18A-8E2C4463A7C1}"/>
              </a:ext>
            </a:extLst>
          </p:cNvPr>
          <p:cNvSpPr txBox="1">
            <a:spLocks/>
          </p:cNvSpPr>
          <p:nvPr/>
        </p:nvSpPr>
        <p:spPr>
          <a:xfrm>
            <a:off x="576000" y="944972"/>
            <a:ext cx="11052000" cy="5428934"/>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400">
                <a:latin typeface="メイリオ" panose="020B0604030504040204" pitchFamily="50" charset="-128"/>
                <a:ea typeface="メイリオ" panose="020B0604030504040204" pitchFamily="50" charset="-128"/>
              </a:rPr>
              <a:t>お見積り金額はすべて税抜きでの記載となります。</a:t>
            </a:r>
            <a:endParaRPr lang="ja-JP" altLang="en-US" sz="1400" b="0" i="0" u="none" strike="noStrike" baseline="0">
              <a:solidFill>
                <a:srgbClr val="000000"/>
              </a:solidFill>
              <a:latin typeface="メイリオ" panose="020B0604030504040204" pitchFamily="50" charset="-128"/>
              <a:ea typeface="メイリオ" panose="020B0604030504040204" pitchFamily="50" charset="-128"/>
            </a:endParaRPr>
          </a:p>
          <a:p>
            <a:r>
              <a:rPr lang="ja-JP" altLang="en-US" sz="1400">
                <a:solidFill>
                  <a:srgbClr val="FF0000"/>
                </a:solidFill>
                <a:latin typeface="メイリオ" panose="020B0604030504040204" pitchFamily="50" charset="-128"/>
                <a:ea typeface="メイリオ" panose="020B0604030504040204" pitchFamily="50" charset="-128"/>
              </a:rPr>
              <a:t>各スプリントの作業内容については、作業状況、優先順位によって変更させていただきます。</a:t>
            </a:r>
            <a:endParaRPr lang="en-US" altLang="ja-JP" sz="1400">
              <a:solidFill>
                <a:srgbClr val="FF0000"/>
              </a:solidFill>
              <a:latin typeface="メイリオ" panose="020B0604030504040204" pitchFamily="50" charset="-128"/>
              <a:ea typeface="メイリオ" panose="020B0604030504040204" pitchFamily="50" charset="-128"/>
            </a:endParaRPr>
          </a:p>
          <a:p>
            <a:r>
              <a:rPr lang="ja-JP" altLang="en-US" sz="1400">
                <a:solidFill>
                  <a:srgbClr val="FF0000"/>
                </a:solidFill>
                <a:latin typeface="メイリオ" panose="020B0604030504040204" pitchFamily="50" charset="-128"/>
                <a:ea typeface="メイリオ" panose="020B0604030504040204" pitchFamily="50" charset="-128"/>
              </a:rPr>
              <a:t>開発範囲の内容を本プロジェクトの最終ゴールとしますが、開発内容の増加などによりご提案の体制での達成が困難となった場合は、体制の増員などをお願いする場合がございます。</a:t>
            </a:r>
            <a:endParaRPr lang="en-US" altLang="ja-JP" sz="1400">
              <a:solidFill>
                <a:srgbClr val="FF0000"/>
              </a:solidFill>
              <a:latin typeface="メイリオ" panose="020B0604030504040204" pitchFamily="50" charset="-128"/>
              <a:ea typeface="メイリオ" panose="020B0604030504040204" pitchFamily="50" charset="-128"/>
            </a:endParaRPr>
          </a:p>
          <a:p>
            <a:r>
              <a:rPr lang="ja-JP" altLang="en-US" sz="1400">
                <a:latin typeface="メイリオ" panose="020B0604030504040204" pitchFamily="50" charset="-128"/>
                <a:ea typeface="メイリオ" panose="020B0604030504040204" pitchFamily="50" charset="-128"/>
              </a:rPr>
              <a:t>ドキュメントは弊社フォーマットでの作成を前提とし、別フォーマットで作成する場合は別途協議といたします。</a:t>
            </a:r>
          </a:p>
          <a:p>
            <a:r>
              <a:rPr lang="ja-JP" altLang="en-US" sz="1400">
                <a:latin typeface="メイリオ" panose="020B0604030504040204" pitchFamily="50" charset="-128"/>
                <a:ea typeface="メイリオ" panose="020B0604030504040204" pitchFamily="50" charset="-128"/>
              </a:rPr>
              <a:t>作業場所は、打合せを除き、原則弊社オフィス内（在宅勤務含む）といたします。</a:t>
            </a:r>
            <a:endParaRPr lang="en-US" altLang="ja-JP" sz="1400">
              <a:latin typeface="メイリオ" panose="020B0604030504040204" pitchFamily="50" charset="-128"/>
              <a:ea typeface="メイリオ" panose="020B0604030504040204" pitchFamily="50" charset="-128"/>
            </a:endParaRPr>
          </a:p>
          <a:p>
            <a:r>
              <a:rPr lang="ja-JP" altLang="en-US" sz="1400">
                <a:latin typeface="メイリオ" panose="020B0604030504040204" pitchFamily="50" charset="-128"/>
                <a:ea typeface="メイリオ" panose="020B0604030504040204" pitchFamily="50" charset="-128"/>
              </a:rPr>
              <a:t>作業の一部を弊社パートナー会社へ再委託させていただく場合がございます。再委託先は、弊社グループ会社であるシステムエグゼベトナムを含みます。</a:t>
            </a:r>
            <a:endParaRPr lang="en-US" altLang="ja-JP" sz="1400">
              <a:latin typeface="メイリオ" panose="020B0604030504040204" pitchFamily="50" charset="-128"/>
              <a:ea typeface="メイリオ" panose="020B0604030504040204" pitchFamily="50" charset="-128"/>
            </a:endParaRPr>
          </a:p>
          <a:p>
            <a:r>
              <a:rPr lang="ja-JP" altLang="en-US" sz="1400">
                <a:latin typeface="メイリオ" panose="020B0604030504040204" pitchFamily="50" charset="-128"/>
                <a:ea typeface="メイリオ" panose="020B0604030504040204" pitchFamily="50" charset="-128"/>
              </a:rPr>
              <a:t>各要員の１ヶ月あたりの基準時間は、下記の範囲とさせていただきます。</a:t>
            </a:r>
            <a:br>
              <a:rPr lang="en-US" altLang="ja-JP" sz="1400">
                <a:latin typeface="メイリオ" panose="020B0604030504040204" pitchFamily="50" charset="-128"/>
                <a:ea typeface="メイリオ" panose="020B0604030504040204" pitchFamily="50" charset="-128"/>
              </a:rPr>
            </a:br>
            <a:r>
              <a:rPr lang="ja-JP" altLang="en-US" sz="1400">
                <a:latin typeface="メイリオ" panose="020B0604030504040204" pitchFamily="50" charset="-128"/>
                <a:ea typeface="メイリオ" panose="020B0604030504040204" pitchFamily="50" charset="-128"/>
              </a:rPr>
              <a:t>　ＰＭ：下限</a:t>
            </a:r>
            <a:r>
              <a:rPr lang="en-US" altLang="ja-JP" sz="1400">
                <a:latin typeface="メイリオ" panose="020B0604030504040204" pitchFamily="50" charset="-128"/>
                <a:ea typeface="メイリオ" panose="020B0604030504040204" pitchFamily="50" charset="-128"/>
              </a:rPr>
              <a:t>60</a:t>
            </a:r>
            <a:r>
              <a:rPr lang="ja-JP" altLang="en-US" sz="1400">
                <a:latin typeface="メイリオ" panose="020B0604030504040204" pitchFamily="50" charset="-128"/>
                <a:ea typeface="メイリオ" panose="020B0604030504040204" pitchFamily="50" charset="-128"/>
              </a:rPr>
              <a:t>時間～上限</a:t>
            </a:r>
            <a:r>
              <a:rPr lang="en-US" altLang="ja-JP" sz="1400">
                <a:latin typeface="メイリオ" panose="020B0604030504040204" pitchFamily="50" charset="-128"/>
                <a:ea typeface="メイリオ" panose="020B0604030504040204" pitchFamily="50" charset="-128"/>
              </a:rPr>
              <a:t>100</a:t>
            </a:r>
            <a:r>
              <a:rPr lang="ja-JP" altLang="en-US" sz="1400">
                <a:latin typeface="メイリオ" panose="020B0604030504040204" pitchFamily="50" charset="-128"/>
                <a:ea typeface="メイリオ" panose="020B0604030504040204" pitchFamily="50" charset="-128"/>
              </a:rPr>
              <a:t>時間　／　ブリッジＳＥ：</a:t>
            </a:r>
            <a:r>
              <a:rPr lang="en-US" altLang="ja-JP" sz="1400">
                <a:latin typeface="メイリオ" panose="020B0604030504040204" pitchFamily="50" charset="-128"/>
                <a:ea typeface="メイリオ" panose="020B0604030504040204" pitchFamily="50" charset="-128"/>
              </a:rPr>
              <a:t>12</a:t>
            </a:r>
            <a:r>
              <a:rPr lang="ja-JP" altLang="en-US" sz="1400">
                <a:latin typeface="メイリオ" panose="020B0604030504040204" pitchFamily="50" charset="-128"/>
                <a:ea typeface="メイリオ" panose="020B0604030504040204" pitchFamily="50" charset="-128"/>
              </a:rPr>
              <a:t>時間～上限</a:t>
            </a:r>
            <a:r>
              <a:rPr lang="en-US" altLang="ja-JP" sz="1400">
                <a:latin typeface="メイリオ" panose="020B0604030504040204" pitchFamily="50" charset="-128"/>
                <a:ea typeface="メイリオ" panose="020B0604030504040204" pitchFamily="50" charset="-128"/>
              </a:rPr>
              <a:t>52</a:t>
            </a:r>
            <a:r>
              <a:rPr lang="ja-JP" altLang="en-US" sz="1400">
                <a:latin typeface="メイリオ" panose="020B0604030504040204" pitchFamily="50" charset="-128"/>
                <a:ea typeface="メイリオ" panose="020B0604030504040204" pitchFamily="50" charset="-128"/>
              </a:rPr>
              <a:t>時間　／　ＳＥ・オフショア：</a:t>
            </a:r>
            <a:r>
              <a:rPr lang="en-US" altLang="ja-JP" sz="1400">
                <a:latin typeface="メイリオ" panose="020B0604030504040204" pitchFamily="50" charset="-128"/>
                <a:ea typeface="メイリオ" panose="020B0604030504040204" pitchFamily="50" charset="-128"/>
              </a:rPr>
              <a:t>140</a:t>
            </a:r>
            <a:r>
              <a:rPr lang="ja-JP" altLang="en-US" sz="1400">
                <a:latin typeface="メイリオ" panose="020B0604030504040204" pitchFamily="50" charset="-128"/>
                <a:ea typeface="メイリオ" panose="020B0604030504040204" pitchFamily="50" charset="-128"/>
              </a:rPr>
              <a:t>時間～上限</a:t>
            </a:r>
            <a:r>
              <a:rPr lang="en-US" altLang="ja-JP" sz="1400">
                <a:latin typeface="メイリオ" panose="020B0604030504040204" pitchFamily="50" charset="-128"/>
                <a:ea typeface="メイリオ" panose="020B0604030504040204" pitchFamily="50" charset="-128"/>
              </a:rPr>
              <a:t>180</a:t>
            </a:r>
            <a:r>
              <a:rPr lang="ja-JP" altLang="en-US" sz="1400">
                <a:latin typeface="メイリオ" panose="020B0604030504040204" pitchFamily="50" charset="-128"/>
                <a:ea typeface="メイリオ" panose="020B0604030504040204" pitchFamily="50" charset="-128"/>
              </a:rPr>
              <a:t>時間</a:t>
            </a:r>
          </a:p>
          <a:p>
            <a:r>
              <a:rPr lang="ja-JP" altLang="en-US" sz="1400">
                <a:latin typeface="メイリオ" panose="020B0604030504040204" pitchFamily="50" charset="-128"/>
                <a:ea typeface="メイリオ" panose="020B0604030504040204" pitchFamily="50" charset="-128"/>
              </a:rPr>
              <a:t>各要員の１ヶ月あたりの作業実績時間が基準時間を超過（未達）する場合は、超過（未達）時間に下記の時間単価（</a:t>
            </a:r>
            <a:r>
              <a:rPr lang="en-US" altLang="ja-JP" sz="1400">
                <a:latin typeface="メイリオ" panose="020B0604030504040204" pitchFamily="50" charset="-128"/>
                <a:ea typeface="メイリオ" panose="020B0604030504040204" pitchFamily="50" charset="-128"/>
              </a:rPr>
              <a:t>30</a:t>
            </a:r>
            <a:r>
              <a:rPr lang="ja-JP" altLang="en-US" sz="1400">
                <a:latin typeface="メイリオ" panose="020B0604030504040204" pitchFamily="50" charset="-128"/>
                <a:ea typeface="メイリオ" panose="020B0604030504040204" pitchFamily="50" charset="-128"/>
              </a:rPr>
              <a:t>分単位）を乗じた金額を 加算（減額）し、精算させていただきます。</a:t>
            </a:r>
            <a:br>
              <a:rPr lang="en-US" altLang="ja-JP" sz="1400">
                <a:latin typeface="メイリオ" panose="020B0604030504040204" pitchFamily="50" charset="-128"/>
                <a:ea typeface="メイリオ" panose="020B0604030504040204" pitchFamily="50" charset="-128"/>
              </a:rPr>
            </a:br>
            <a:r>
              <a:rPr lang="ja-JP" altLang="en-US" sz="1400">
                <a:latin typeface="メイリオ" panose="020B0604030504040204" pitchFamily="50" charset="-128"/>
                <a:ea typeface="メイリオ" panose="020B0604030504040204" pitchFamily="50" charset="-128"/>
              </a:rPr>
              <a:t>　ＰＭ：</a:t>
            </a:r>
            <a:r>
              <a:rPr lang="en-US" altLang="ja-JP" sz="1400">
                <a:latin typeface="メイリオ" panose="020B0604030504040204" pitchFamily="50" charset="-128"/>
                <a:ea typeface="メイリオ" panose="020B0604030504040204" pitchFamily="50" charset="-128"/>
              </a:rPr>
              <a:t>8,750</a:t>
            </a:r>
            <a:r>
              <a:rPr lang="ja-JP" altLang="en-US" sz="1400">
                <a:latin typeface="メイリオ" panose="020B0604030504040204" pitchFamily="50" charset="-128"/>
                <a:ea typeface="メイリオ" panose="020B0604030504040204" pitchFamily="50" charset="-128"/>
              </a:rPr>
              <a:t>円　／　ＳＥ：</a:t>
            </a:r>
            <a:r>
              <a:rPr lang="en-US" altLang="ja-JP" sz="1400">
                <a:latin typeface="メイリオ" panose="020B0604030504040204" pitchFamily="50" charset="-128"/>
                <a:ea typeface="メイリオ" panose="020B0604030504040204" pitchFamily="50" charset="-128"/>
              </a:rPr>
              <a:t>7,500</a:t>
            </a:r>
            <a:r>
              <a:rPr lang="ja-JP" altLang="en-US" sz="1400">
                <a:latin typeface="メイリオ" panose="020B0604030504040204" pitchFamily="50" charset="-128"/>
                <a:ea typeface="メイリオ" panose="020B0604030504040204" pitchFamily="50" charset="-128"/>
              </a:rPr>
              <a:t>円　／　ブリッジＳＥ：</a:t>
            </a:r>
            <a:r>
              <a:rPr lang="en-US" altLang="ja-JP" sz="1400">
                <a:latin typeface="メイリオ" panose="020B0604030504040204" pitchFamily="50" charset="-128"/>
                <a:ea typeface="メイリオ" panose="020B0604030504040204" pitchFamily="50" charset="-128"/>
              </a:rPr>
              <a:t>6,250</a:t>
            </a:r>
            <a:r>
              <a:rPr lang="ja-JP" altLang="en-US" sz="1400">
                <a:latin typeface="メイリオ" panose="020B0604030504040204" pitchFamily="50" charset="-128"/>
                <a:ea typeface="メイリオ" panose="020B0604030504040204" pitchFamily="50" charset="-128"/>
              </a:rPr>
              <a:t>円　／　オフショア：</a:t>
            </a:r>
            <a:r>
              <a:rPr lang="en-US" altLang="ja-JP" sz="1400">
                <a:latin typeface="メイリオ" panose="020B0604030504040204" pitchFamily="50" charset="-128"/>
                <a:ea typeface="メイリオ" panose="020B0604030504040204" pitchFamily="50" charset="-128"/>
              </a:rPr>
              <a:t>4,375</a:t>
            </a:r>
            <a:r>
              <a:rPr lang="ja-JP" altLang="en-US" sz="1400">
                <a:latin typeface="メイリオ" panose="020B0604030504040204" pitchFamily="50" charset="-128"/>
                <a:ea typeface="メイリオ" panose="020B0604030504040204" pitchFamily="50" charset="-128"/>
              </a:rPr>
              <a:t>円</a:t>
            </a:r>
            <a:endParaRPr lang="en-US" altLang="ja-JP" sz="1400">
              <a:latin typeface="メイリオ" panose="020B0604030504040204" pitchFamily="50" charset="-128"/>
              <a:ea typeface="メイリオ" panose="020B0604030504040204" pitchFamily="50" charset="-128"/>
            </a:endParaRPr>
          </a:p>
          <a:p>
            <a:r>
              <a:rPr lang="ja-JP" altLang="en-US" sz="1400">
                <a:latin typeface="メイリオ" panose="020B0604030504040204" pitchFamily="50" charset="-128"/>
                <a:ea typeface="メイリオ" panose="020B0604030504040204" pitchFamily="50" charset="-128"/>
              </a:rPr>
              <a:t>移動先が東京</a:t>
            </a:r>
            <a:r>
              <a:rPr lang="en-US" altLang="ja-JP" sz="1400">
                <a:latin typeface="メイリオ" panose="020B0604030504040204" pitchFamily="50" charset="-128"/>
                <a:ea typeface="メイリオ" panose="020B0604030504040204" pitchFamily="50" charset="-128"/>
              </a:rPr>
              <a:t>23</a:t>
            </a:r>
            <a:r>
              <a:rPr lang="ja-JP" altLang="en-US" sz="1400">
                <a:latin typeface="メイリオ" panose="020B0604030504040204" pitchFamily="50" charset="-128"/>
                <a:ea typeface="メイリオ" panose="020B0604030504040204" pitchFamily="50" charset="-128"/>
              </a:rPr>
              <a:t>区内または千葉県内の場合で、鉄道およびバス以外の移動手段での交通費については、各月ごとに精算させていただきます。</a:t>
            </a:r>
            <a:br>
              <a:rPr lang="en-US" altLang="ja-JP" sz="1400">
                <a:latin typeface="メイリオ" panose="020B0604030504040204" pitchFamily="50" charset="-128"/>
                <a:ea typeface="メイリオ" panose="020B0604030504040204" pitchFamily="50" charset="-128"/>
              </a:rPr>
            </a:br>
            <a:r>
              <a:rPr lang="ja-JP" altLang="en-US" sz="1400">
                <a:latin typeface="メイリオ" panose="020B0604030504040204" pitchFamily="50" charset="-128"/>
                <a:ea typeface="メイリオ" panose="020B0604030504040204" pitchFamily="50" charset="-128"/>
              </a:rPr>
              <a:t>また、宿泊を伴う作業が発生した場合には、宿泊費を各月ごとに精算させていただきます。</a:t>
            </a:r>
            <a:endParaRPr lang="en-US" altLang="ja-JP" sz="1400">
              <a:latin typeface="メイリオ" panose="020B0604030504040204" pitchFamily="50" charset="-128"/>
              <a:ea typeface="メイリオ" panose="020B0604030504040204" pitchFamily="50" charset="-128"/>
            </a:endParaRPr>
          </a:p>
          <a:p>
            <a:r>
              <a:rPr lang="ja-JP" altLang="en-US" sz="1400">
                <a:latin typeface="メイリオ" panose="020B0604030504040204" pitchFamily="50" charset="-128"/>
                <a:ea typeface="メイリオ" panose="020B0604030504040204" pitchFamily="50" charset="-128"/>
              </a:rPr>
              <a:t>上記諸条件および本提案書に記載のない諸条件</a:t>
            </a:r>
            <a:r>
              <a:rPr lang="en-US" altLang="ja-JP" sz="1400">
                <a:latin typeface="メイリオ" panose="020B0604030504040204" pitchFamily="50" charset="-128"/>
                <a:ea typeface="メイリオ" panose="020B0604030504040204" pitchFamily="50" charset="-128"/>
              </a:rPr>
              <a:t>/</a:t>
            </a:r>
            <a:r>
              <a:rPr lang="ja-JP" altLang="en-US" sz="1400">
                <a:latin typeface="メイリオ" panose="020B0604030504040204" pitchFamily="50" charset="-128"/>
                <a:ea typeface="メイリオ" panose="020B0604030504040204" pitchFamily="50" charset="-128"/>
              </a:rPr>
              <a:t>作業内容につきましては、別途ご相談の上、決定させていただきます。</a:t>
            </a:r>
            <a:endParaRPr lang="en-US" altLang="ja-JP" sz="14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88034922"/>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出光興産用】(和文)pptテンプレート_wide.pptx[読み取り専用]" id="{71A5EF92-F7B4-4A82-8A17-5934044B2649}" vid="{BFF53255-75F8-48E0-9D4B-888354A9ED03}"/>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b7644d4de02ded20394603be2720d07a">
  <xsd:schema xmlns:xsd="http://www.w3.org/2001/XMLSchema" xmlns:xs="http://www.w3.org/2001/XMLSchema" xmlns:p="http://schemas.microsoft.com/office/2006/metadata/properties" xmlns:ns2="2fd442da-66a9-4fa6-ba31-eb0d54ad1381" targetNamespace="http://schemas.microsoft.com/office/2006/metadata/properties" ma:root="true" ma:fieldsID="2cb02ba061cb2e2c8687b0626190540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6CDC9DC-9D80-401F-A8B0-FE84EE70AE12}">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E0FD086-03C6-4EF3-AC73-5852A01A3D84}">
  <ds:schemaRefs>
    <ds:schemaRef ds:uri="http://schemas.microsoft.com/sharepoint/v3/contenttype/forms"/>
  </ds:schemaRefs>
</ds:datastoreItem>
</file>

<file path=customXml/itemProps3.xml><?xml version="1.0" encoding="utf-8"?>
<ds:datastoreItem xmlns:ds="http://schemas.openxmlformats.org/officeDocument/2006/customXml" ds:itemID="{A71BA5A5-5C6E-411D-833E-DF59C0CB58CC}">
  <ds:schemaRefs>
    <ds:schemaRef ds:uri="http://schemas.openxmlformats.org/package/2006/metadata/core-properties"/>
    <ds:schemaRef ds:uri="http://purl.org/dc/elements/1.1/"/>
    <ds:schemaRef ds:uri="http://www.w3.org/XML/1998/namespace"/>
    <ds:schemaRef ds:uri="http://schemas.microsoft.com/office/infopath/2007/PartnerControls"/>
    <ds:schemaRef ds:uri="http://schemas.microsoft.com/office/2006/documentManagement/types"/>
    <ds:schemaRef ds:uri="http://purl.org/dc/terms/"/>
    <ds:schemaRef ds:uri="2fd442da-66a9-4fa6-ba31-eb0d54ad1381"/>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【出光興産用】(和文)pptテンプレート_wide</Template>
  <TotalTime>0</TotalTime>
  <Words>6220</Words>
  <Application>Microsoft Office PowerPoint</Application>
  <PresentationFormat>ワイド画面</PresentationFormat>
  <Paragraphs>999</Paragraphs>
  <Slides>40</Slides>
  <Notes>6</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40</vt:i4>
      </vt:variant>
    </vt:vector>
  </HeadingPairs>
  <TitlesOfParts>
    <vt:vector size="50" baseType="lpstr">
      <vt:lpstr>BIZ UDPゴシック</vt:lpstr>
      <vt:lpstr>Meiryo UI</vt:lpstr>
      <vt:lpstr>メイリオ</vt:lpstr>
      <vt:lpstr>メイリオ</vt:lpstr>
      <vt:lpstr>游ゴシック</vt:lpstr>
      <vt:lpstr>Arial</vt:lpstr>
      <vt:lpstr>Calibri</vt:lpstr>
      <vt:lpstr>Calibri Light</vt:lpstr>
      <vt:lpstr>Wingdings</vt:lpstr>
      <vt:lpstr>Office テーマ</vt:lpstr>
      <vt:lpstr>等級算出マクロ_Webシステム化提案書</vt:lpstr>
      <vt:lpstr>システム導入構想書　目次</vt:lpstr>
      <vt:lpstr>1. システム導入の背景・課題</vt:lpstr>
      <vt:lpstr>1-1. プロジェクトの位置づけ</vt:lpstr>
      <vt:lpstr>1-2. 総務部の現状課題</vt:lpstr>
      <vt:lpstr>1-3. 総務部・DI部・EXEの課題整理</vt:lpstr>
      <vt:lpstr>2. システム構築によって実現したい状態</vt:lpstr>
      <vt:lpstr>2-1. Webシステム化で実現する3つの価値</vt:lpstr>
      <vt:lpstr>2-2. DI部主導の新しいプロジェクト体制</vt:lpstr>
      <vt:lpstr>3. 導入アプローチ・ロードマップ</vt:lpstr>
      <vt:lpstr>3-1. 導入アプローチの前提</vt:lpstr>
      <vt:lpstr>3-2. システム導入のスケジュール</vt:lpstr>
      <vt:lpstr>3-3. Wave/Phase構成</vt:lpstr>
      <vt:lpstr>3-4. 関係者タスク（出光実施主体）</vt:lpstr>
      <vt:lpstr>3-5. システムエグゼをベンダーとして選ぶ理由</vt:lpstr>
      <vt:lpstr>4. 新システムとしての主な要件</vt:lpstr>
      <vt:lpstr>4-1. Webシステム化で総務部の業務が変わる4つのこと</vt:lpstr>
      <vt:lpstr>4-2. 主要機能</vt:lpstr>
      <vt:lpstr>5. スクラム開発アプローチ</vt:lpstr>
      <vt:lpstr>5-1. スクラム開発の進め方</vt:lpstr>
      <vt:lpstr>5-2. スクラム開発における6つの重要管理項目</vt:lpstr>
      <vt:lpstr>5-3. 会議体（スクラム開発）</vt:lpstr>
      <vt:lpstr>5-4. 開発体制</vt:lpstr>
      <vt:lpstr>6. 期待される効果と予算</vt:lpstr>
      <vt:lpstr>6-1. 定量的効果（総務部の業務負担軽減）</vt:lpstr>
      <vt:lpstr>6-2. 定性的効果</vt:lpstr>
      <vt:lpstr>6-3. 概算予算（要詳細見積）</vt:lpstr>
      <vt:lpstr>6-4. リスクと対策</vt:lpstr>
      <vt:lpstr>7. Appendix</vt:lpstr>
      <vt:lpstr>【参考】現行マクロの機能概要</vt:lpstr>
      <vt:lpstr>【参考】Zabbixとは（総務部向け説明）</vt:lpstr>
      <vt:lpstr>【参考】SDMくん実績①(SDMくん開発手法)</vt:lpstr>
      <vt:lpstr>【参考】SDMくん実績②(SDMくん構成概要)</vt:lpstr>
      <vt:lpstr>【参考】システムエグゼのオフショア開発①</vt:lpstr>
      <vt:lpstr>【参考】システムエグゼのオフショア開発②</vt:lpstr>
      <vt:lpstr>【参考】システムエグゼスケジュール案</vt:lpstr>
      <vt:lpstr>【参考】システムエグゼ体制案</vt:lpstr>
      <vt:lpstr>【参考】システムエグゼ概算見積(Wave1)</vt:lpstr>
      <vt:lpstr>【参考】システムエグゼ概算見積(Wave1)</vt:lpstr>
      <vt:lpstr>【参考】システムエグゼ見積り前提条件</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川名翔太</dc:creator>
  <cp:lastModifiedBy>川名翔太</cp:lastModifiedBy>
  <cp:revision>1</cp:revision>
  <dcterms:created xsi:type="dcterms:W3CDTF">2025-11-11T01:46:46Z</dcterms:created>
  <dcterms:modified xsi:type="dcterms:W3CDTF">2025-11-19T08:01:31Z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