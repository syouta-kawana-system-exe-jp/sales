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autoCompressPictures="0">
  <p:sldMasterIdLst>
    <p:sldMasterId id="2147483770" r:id="rId4"/>
  </p:sldMasterIdLst>
  <p:notesMasterIdLst>
    <p:notesMasterId r:id="rId55"/>
  </p:notesMasterIdLst>
  <p:handoutMasterIdLst>
    <p:handoutMasterId r:id="rId56"/>
  </p:handoutMasterIdLst>
  <p:sldIdLst>
    <p:sldId id="714" r:id="rId5"/>
    <p:sldId id="828" r:id="rId6"/>
    <p:sldId id="1081" r:id="rId7"/>
    <p:sldId id="718" r:id="rId8"/>
    <p:sldId id="1271" r:id="rId9"/>
    <p:sldId id="1270" r:id="rId10"/>
    <p:sldId id="748" r:id="rId11"/>
    <p:sldId id="799" r:id="rId12"/>
    <p:sldId id="1099" r:id="rId13"/>
    <p:sldId id="800" r:id="rId14"/>
    <p:sldId id="1259" r:id="rId15"/>
    <p:sldId id="1261" r:id="rId16"/>
    <p:sldId id="1254" r:id="rId17"/>
    <p:sldId id="1256" r:id="rId18"/>
    <p:sldId id="1257" r:id="rId19"/>
    <p:sldId id="1283" r:id="rId20"/>
    <p:sldId id="801" r:id="rId21"/>
    <p:sldId id="1102" r:id="rId22"/>
    <p:sldId id="1266" r:id="rId23"/>
    <p:sldId id="1281" r:id="rId24"/>
    <p:sldId id="1260" r:id="rId25"/>
    <p:sldId id="802" r:id="rId26"/>
    <p:sldId id="744" r:id="rId27"/>
    <p:sldId id="1274" r:id="rId28"/>
    <p:sldId id="803" r:id="rId29"/>
    <p:sldId id="1262" r:id="rId30"/>
    <p:sldId id="1278" r:id="rId31"/>
    <p:sldId id="1279" r:id="rId32"/>
    <p:sldId id="1280" r:id="rId33"/>
    <p:sldId id="804" r:id="rId34"/>
    <p:sldId id="1264" r:id="rId35"/>
    <p:sldId id="806" r:id="rId36"/>
    <p:sldId id="1265" r:id="rId37"/>
    <p:sldId id="807" r:id="rId38"/>
    <p:sldId id="768" r:id="rId39"/>
    <p:sldId id="808" r:id="rId40"/>
    <p:sldId id="1267" r:id="rId41"/>
    <p:sldId id="809" r:id="rId42"/>
    <p:sldId id="1258" r:id="rId43"/>
    <p:sldId id="1277" r:id="rId44"/>
    <p:sldId id="1276" r:id="rId45"/>
    <p:sldId id="1096" r:id="rId46"/>
    <p:sldId id="810" r:id="rId47"/>
    <p:sldId id="1268" r:id="rId48"/>
    <p:sldId id="1275" r:id="rId49"/>
    <p:sldId id="1282" r:id="rId50"/>
    <p:sldId id="851" r:id="rId51"/>
    <p:sldId id="843" r:id="rId52"/>
    <p:sldId id="853" r:id="rId53"/>
    <p:sldId id="656" r:id="rId5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8000"/>
    <a:srgbClr val="0000FF"/>
    <a:srgbClr val="FBE3C8"/>
    <a:srgbClr val="F3A447"/>
    <a:srgbClr val="787878"/>
    <a:srgbClr val="FFFFFF"/>
    <a:srgbClr val="FDEDDA"/>
    <a:srgbClr val="FAF2D4"/>
    <a:srgbClr val="9A3B5D"/>
    <a:srgbClr val="F2F2F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81C8F08-5A23-4E26-A87F-E735CEC14396}" v="1441" dt="2025-06-04T01:58:07.164"/>
    <p1510:client id="{FD5739A4-4B0A-404A-B248-71ED8896F80D}" v="431" dt="2025-06-03T11:14:22.691"/>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A107856-5554-42FB-B03E-39F5DBC370BA}" styleName="中間スタイル 4 - アクセント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B301B821-A1FF-4177-AEE7-76D212191A09}" styleName="中間スタイル 1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770" autoAdjust="0"/>
    <p:restoredTop sz="94660"/>
  </p:normalViewPr>
  <p:slideViewPr>
    <p:cSldViewPr snapToGrid="0">
      <p:cViewPr varScale="1">
        <p:scale>
          <a:sx n="106" d="100"/>
          <a:sy n="106" d="100"/>
        </p:scale>
        <p:origin x="1092" y="114"/>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notesMaster" Target="notesMasters/notesMaster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viewProps" Target="viewProps.xml"/><Relationship Id="rId5" Type="http://schemas.openxmlformats.org/officeDocument/2006/relationships/slide" Target="slides/slide1.xml"/><Relationship Id="rId61" Type="http://schemas.microsoft.com/office/2016/11/relationships/changesInfo" Target="changesInfos/changesInfo1.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handoutMaster" Target="handoutMasters/handoutMaster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theme" Target="theme/theme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presProps" Target="presProp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川名翔太" userId="902a1c22-1104-4fc2-ba41-1ee47f89ed5e" providerId="ADAL" clId="{F699E002-AA91-47D3-B185-A8A5243FF442}"/>
    <pc:docChg chg="undo custSel addSld delSld modSld">
      <pc:chgData name="川名翔太" userId="902a1c22-1104-4fc2-ba41-1ee47f89ed5e" providerId="ADAL" clId="{F699E002-AA91-47D3-B185-A8A5243FF442}" dt="2025-03-10T03:05:28.709" v="1633" actId="21"/>
      <pc:docMkLst>
        <pc:docMk/>
      </pc:docMkLst>
      <pc:sldChg chg="modSp mod">
        <pc:chgData name="川名翔太" userId="902a1c22-1104-4fc2-ba41-1ee47f89ed5e" providerId="ADAL" clId="{F699E002-AA91-47D3-B185-A8A5243FF442}" dt="2025-03-10T01:51:41.479" v="1164" actId="20577"/>
        <pc:sldMkLst>
          <pc:docMk/>
          <pc:sldMk cId="4015780804" sldId="744"/>
        </pc:sldMkLst>
      </pc:sldChg>
      <pc:sldChg chg="delSp modSp mod">
        <pc:chgData name="川名翔太" userId="902a1c22-1104-4fc2-ba41-1ee47f89ed5e" providerId="ADAL" clId="{F699E002-AA91-47D3-B185-A8A5243FF442}" dt="2025-03-10T01:55:10.008" v="1325" actId="20577"/>
        <pc:sldMkLst>
          <pc:docMk/>
          <pc:sldMk cId="1379317982" sldId="767"/>
        </pc:sldMkLst>
      </pc:sldChg>
      <pc:sldChg chg="delSp modSp mod">
        <pc:chgData name="川名翔太" userId="902a1c22-1104-4fc2-ba41-1ee47f89ed5e" providerId="ADAL" clId="{F699E002-AA91-47D3-B185-A8A5243FF442}" dt="2025-03-10T03:02:04.690" v="1405" actId="20577"/>
        <pc:sldMkLst>
          <pc:docMk/>
          <pc:sldMk cId="4276394440" sldId="768"/>
        </pc:sldMkLst>
        <pc:graphicFrameChg chg="mod modGraphic">
          <ac:chgData name="川名翔太" userId="902a1c22-1104-4fc2-ba41-1ee47f89ed5e" providerId="ADAL" clId="{F699E002-AA91-47D3-B185-A8A5243FF442}" dt="2025-03-10T03:02:04.690" v="1405" actId="20577"/>
          <ac:graphicFrameMkLst>
            <pc:docMk/>
            <pc:sldMk cId="4276394440" sldId="768"/>
            <ac:graphicFrameMk id="8" creationId="{00000000-0000-0000-0000-000000000000}"/>
          </ac:graphicFrameMkLst>
        </pc:graphicFrameChg>
      </pc:sldChg>
      <pc:sldChg chg="modSp mod">
        <pc:chgData name="川名翔太" userId="902a1c22-1104-4fc2-ba41-1ee47f89ed5e" providerId="ADAL" clId="{F699E002-AA91-47D3-B185-A8A5243FF442}" dt="2025-03-10T03:01:11.464" v="1401"/>
        <pc:sldMkLst>
          <pc:docMk/>
          <pc:sldMk cId="1343428231" sldId="1095"/>
        </pc:sldMkLst>
      </pc:sldChg>
      <pc:sldChg chg="modSp mod">
        <pc:chgData name="川名翔太" userId="902a1c22-1104-4fc2-ba41-1ee47f89ed5e" providerId="ADAL" clId="{F699E002-AA91-47D3-B185-A8A5243FF442}" dt="2025-03-10T03:03:05.820" v="1503" actId="20577"/>
        <pc:sldMkLst>
          <pc:docMk/>
          <pc:sldMk cId="2513257283" sldId="1096"/>
        </pc:sldMkLst>
        <pc:spChg chg="mod">
          <ac:chgData name="川名翔太" userId="902a1c22-1104-4fc2-ba41-1ee47f89ed5e" providerId="ADAL" clId="{F699E002-AA91-47D3-B185-A8A5243FF442}" dt="2025-03-10T03:03:05.820" v="1503" actId="20577"/>
          <ac:spMkLst>
            <pc:docMk/>
            <pc:sldMk cId="2513257283" sldId="1096"/>
            <ac:spMk id="8" creationId="{6AE8CC45-2A20-B6E7-E20B-802E66F6B3D5}"/>
          </ac:spMkLst>
        </pc:spChg>
      </pc:sldChg>
      <pc:sldChg chg="addSp delSp modSp mod">
        <pc:chgData name="川名翔太" userId="902a1c22-1104-4fc2-ba41-1ee47f89ed5e" providerId="ADAL" clId="{F699E002-AA91-47D3-B185-A8A5243FF442}" dt="2025-03-10T03:05:28.709" v="1633" actId="21"/>
        <pc:sldMkLst>
          <pc:docMk/>
          <pc:sldMk cId="750407830" sldId="1099"/>
        </pc:sldMkLst>
      </pc:sldChg>
      <pc:sldChg chg="addSp delSp modSp mod">
        <pc:chgData name="川名翔太" userId="902a1c22-1104-4fc2-ba41-1ee47f89ed5e" providerId="ADAL" clId="{F699E002-AA91-47D3-B185-A8A5243FF442}" dt="2025-03-07T03:16:18.842" v="377" actId="21"/>
        <pc:sldMkLst>
          <pc:docMk/>
          <pc:sldMk cId="1342901965" sldId="1102"/>
        </pc:sldMkLst>
      </pc:sldChg>
      <pc:sldChg chg="add del">
        <pc:chgData name="川名翔太" userId="902a1c22-1104-4fc2-ba41-1ee47f89ed5e" providerId="ADAL" clId="{F699E002-AA91-47D3-B185-A8A5243FF442}" dt="2025-03-10T01:52:56.517" v="1213" actId="47"/>
        <pc:sldMkLst>
          <pc:docMk/>
          <pc:sldMk cId="964962344" sldId="1112"/>
        </pc:sldMkLst>
      </pc:sldChg>
    </pc:docChg>
  </pc:docChgLst>
  <pc:docChgLst>
    <pc:chgData name="福井将敏" userId="e05632b6-6aeb-41ae-8805-dae2c5f8fa6e" providerId="ADAL" clId="{6F9D9C7E-834F-431E-8AB5-6E85E426F2C8}"/>
    <pc:docChg chg="undo custSel modSld">
      <pc:chgData name="福井将敏" userId="e05632b6-6aeb-41ae-8805-dae2c5f8fa6e" providerId="ADAL" clId="{6F9D9C7E-834F-431E-8AB5-6E85E426F2C8}" dt="2025-03-07T03:06:41.597" v="365" actId="20577"/>
      <pc:docMkLst>
        <pc:docMk/>
      </pc:docMkLst>
      <pc:sldChg chg="delSp modSp mod">
        <pc:chgData name="福井将敏" userId="e05632b6-6aeb-41ae-8805-dae2c5f8fa6e" providerId="ADAL" clId="{6F9D9C7E-834F-431E-8AB5-6E85E426F2C8}" dt="2025-03-07T03:06:41.597" v="365" actId="20577"/>
        <pc:sldMkLst>
          <pc:docMk/>
          <pc:sldMk cId="1343428231" sldId="1095"/>
        </pc:sldMkLst>
      </pc:sldChg>
    </pc:docChg>
  </pc:docChgLst>
  <pc:docChgLst>
    <pc:chgData name="岡部裕輔" userId="d219e652-ccb3-431f-8f9b-9d0e369fb35b" providerId="ADAL" clId="{E113CA83-6C44-4E5C-842C-7226A3D7847A}"/>
    <pc:docChg chg="undo custSel delSld modSld">
      <pc:chgData name="岡部裕輔" userId="d219e652-ccb3-431f-8f9b-9d0e369fb35b" providerId="ADAL" clId="{E113CA83-6C44-4E5C-842C-7226A3D7847A}" dt="2024-12-02T08:09:38.265" v="373" actId="20577"/>
      <pc:docMkLst>
        <pc:docMk/>
      </pc:docMkLst>
      <pc:sldChg chg="modSp mod">
        <pc:chgData name="岡部裕輔" userId="d219e652-ccb3-431f-8f9b-9d0e369fb35b" providerId="ADAL" clId="{E113CA83-6C44-4E5C-842C-7226A3D7847A}" dt="2024-12-02T06:20:59.326" v="7" actId="20577"/>
        <pc:sldMkLst>
          <pc:docMk/>
          <pc:sldMk cId="3201888243" sldId="714"/>
        </pc:sldMkLst>
      </pc:sldChg>
      <pc:sldChg chg="del">
        <pc:chgData name="岡部裕輔" userId="d219e652-ccb3-431f-8f9b-9d0e369fb35b" providerId="ADAL" clId="{E113CA83-6C44-4E5C-842C-7226A3D7847A}" dt="2024-12-02T06:36:26.115" v="272" actId="47"/>
        <pc:sldMkLst>
          <pc:docMk/>
          <pc:sldMk cId="594199676" sldId="1080"/>
        </pc:sldMkLst>
      </pc:sldChg>
      <pc:sldChg chg="del">
        <pc:chgData name="岡部裕輔" userId="d219e652-ccb3-431f-8f9b-9d0e369fb35b" providerId="ADAL" clId="{E113CA83-6C44-4E5C-842C-7226A3D7847A}" dt="2024-12-02T06:36:44.632" v="273" actId="47"/>
        <pc:sldMkLst>
          <pc:docMk/>
          <pc:sldMk cId="1804346687" sldId="1097"/>
        </pc:sldMkLst>
      </pc:sldChg>
      <pc:sldChg chg="del">
        <pc:chgData name="岡部裕輔" userId="d219e652-ccb3-431f-8f9b-9d0e369fb35b" providerId="ADAL" clId="{E113CA83-6C44-4E5C-842C-7226A3D7847A}" dt="2024-12-02T06:36:44.632" v="273" actId="47"/>
        <pc:sldMkLst>
          <pc:docMk/>
          <pc:sldMk cId="1950211203" sldId="1098"/>
        </pc:sldMkLst>
      </pc:sldChg>
      <pc:sldChg chg="modSp mod">
        <pc:chgData name="岡部裕輔" userId="d219e652-ccb3-431f-8f9b-9d0e369fb35b" providerId="ADAL" clId="{E113CA83-6C44-4E5C-842C-7226A3D7847A}" dt="2024-12-02T06:28:54.769" v="126" actId="20577"/>
        <pc:sldMkLst>
          <pc:docMk/>
          <pc:sldMk cId="750407830" sldId="1099"/>
        </pc:sldMkLst>
      </pc:sldChg>
      <pc:sldChg chg="addSp modSp mod">
        <pc:chgData name="岡部裕輔" userId="d219e652-ccb3-431f-8f9b-9d0e369fb35b" providerId="ADAL" clId="{E113CA83-6C44-4E5C-842C-7226A3D7847A}" dt="2024-12-02T08:09:38.265" v="373" actId="20577"/>
        <pc:sldMkLst>
          <pc:docMk/>
          <pc:sldMk cId="1342901965" sldId="1102"/>
        </pc:sldMkLst>
      </pc:sldChg>
      <pc:sldChg chg="addSp delSp modSp mod">
        <pc:chgData name="岡部裕輔" userId="d219e652-ccb3-431f-8f9b-9d0e369fb35b" providerId="ADAL" clId="{E113CA83-6C44-4E5C-842C-7226A3D7847A}" dt="2024-12-02T06:36:16.383" v="271" actId="554"/>
        <pc:sldMkLst>
          <pc:docMk/>
          <pc:sldMk cId="2336542287" sldId="1107"/>
        </pc:sldMkLst>
      </pc:sldChg>
      <pc:sldChg chg="del">
        <pc:chgData name="岡部裕輔" userId="d219e652-ccb3-431f-8f9b-9d0e369fb35b" providerId="ADAL" clId="{E113CA83-6C44-4E5C-842C-7226A3D7847A}" dt="2024-12-02T06:27:13.697" v="117" actId="47"/>
        <pc:sldMkLst>
          <pc:docMk/>
          <pc:sldMk cId="2754241763" sldId="1108"/>
        </pc:sldMkLst>
      </pc:sldChg>
    </pc:docChg>
  </pc:docChgLst>
  <pc:docChgLst>
    <pc:chgData name="岡部裕輔" userId="d219e652-ccb3-431f-8f9b-9d0e369fb35b" providerId="ADAL" clId="{6ACAA136-7931-436C-9B0D-F7F64026D955}"/>
    <pc:docChg chg="custSel modSld">
      <pc:chgData name="岡部裕輔" userId="d219e652-ccb3-431f-8f9b-9d0e369fb35b" providerId="ADAL" clId="{6ACAA136-7931-436C-9B0D-F7F64026D955}" dt="2024-12-02T08:41:52.301" v="222" actId="20577"/>
      <pc:docMkLst>
        <pc:docMk/>
      </pc:docMkLst>
      <pc:sldChg chg="modSp mod">
        <pc:chgData name="岡部裕輔" userId="d219e652-ccb3-431f-8f9b-9d0e369fb35b" providerId="ADAL" clId="{6ACAA136-7931-436C-9B0D-F7F64026D955}" dt="2024-12-02T08:37:22.423" v="171" actId="20577"/>
        <pc:sldMkLst>
          <pc:docMk/>
          <pc:sldMk cId="3461870007" sldId="1086"/>
        </pc:sldMkLst>
      </pc:sldChg>
      <pc:sldChg chg="modSp mod">
        <pc:chgData name="岡部裕輔" userId="d219e652-ccb3-431f-8f9b-9d0e369fb35b" providerId="ADAL" clId="{6ACAA136-7931-436C-9B0D-F7F64026D955}" dt="2024-12-02T08:37:51.562" v="176" actId="20577"/>
        <pc:sldMkLst>
          <pc:docMk/>
          <pc:sldMk cId="3285993692" sldId="1093"/>
        </pc:sldMkLst>
      </pc:sldChg>
      <pc:sldChg chg="modSp mod">
        <pc:chgData name="岡部裕輔" userId="d219e652-ccb3-431f-8f9b-9d0e369fb35b" providerId="ADAL" clId="{6ACAA136-7931-436C-9B0D-F7F64026D955}" dt="2024-12-02T08:28:23.374" v="73" actId="20577"/>
        <pc:sldMkLst>
          <pc:docMk/>
          <pc:sldMk cId="1343428231" sldId="1095"/>
        </pc:sldMkLst>
      </pc:sldChg>
      <pc:sldChg chg="modSp mod">
        <pc:chgData name="岡部裕輔" userId="d219e652-ccb3-431f-8f9b-9d0e369fb35b" providerId="ADAL" clId="{6ACAA136-7931-436C-9B0D-F7F64026D955}" dt="2024-12-02T08:41:52.301" v="222" actId="20577"/>
        <pc:sldMkLst>
          <pc:docMk/>
          <pc:sldMk cId="88234639" sldId="1105"/>
        </pc:sldMkLst>
      </pc:sldChg>
    </pc:docChg>
  </pc:docChgLst>
  <pc:docChgLst>
    <pc:chgData name="髙浦祐朗" userId="d6d860fe-bc64-411b-9605-a16d1ba875f6" providerId="ADAL" clId="{FD5739A4-4B0A-404A-B248-71ED8896F80D}"/>
    <pc:docChg chg="undo redo custSel addSld delSld modSld sldOrd">
      <pc:chgData name="髙浦祐朗" userId="d6d860fe-bc64-411b-9605-a16d1ba875f6" providerId="ADAL" clId="{FD5739A4-4B0A-404A-B248-71ED8896F80D}" dt="2025-06-03T11:14:22.691" v="4426"/>
      <pc:docMkLst>
        <pc:docMk/>
      </pc:docMkLst>
      <pc:sldChg chg="modSp mod">
        <pc:chgData name="髙浦祐朗" userId="d6d860fe-bc64-411b-9605-a16d1ba875f6" providerId="ADAL" clId="{FD5739A4-4B0A-404A-B248-71ED8896F80D}" dt="2025-06-03T11:07:47.737" v="4274"/>
        <pc:sldMkLst>
          <pc:docMk/>
          <pc:sldMk cId="2405740042" sldId="656"/>
        </pc:sldMkLst>
        <pc:spChg chg="mod">
          <ac:chgData name="髙浦祐朗" userId="d6d860fe-bc64-411b-9605-a16d1ba875f6" providerId="ADAL" clId="{FD5739A4-4B0A-404A-B248-71ED8896F80D}" dt="2025-06-03T11:07:26.836" v="4236"/>
          <ac:spMkLst>
            <pc:docMk/>
            <pc:sldMk cId="2405740042" sldId="656"/>
            <ac:spMk id="6" creationId="{00000000-0000-0000-0000-000000000000}"/>
          </ac:spMkLst>
        </pc:spChg>
        <pc:spChg chg="mod">
          <ac:chgData name="髙浦祐朗" userId="d6d860fe-bc64-411b-9605-a16d1ba875f6" providerId="ADAL" clId="{FD5739A4-4B0A-404A-B248-71ED8896F80D}" dt="2025-06-03T11:07:47.737" v="4274"/>
          <ac:spMkLst>
            <pc:docMk/>
            <pc:sldMk cId="2405740042" sldId="656"/>
            <ac:spMk id="8" creationId="{00000000-0000-0000-0000-000000000000}"/>
          </ac:spMkLst>
        </pc:spChg>
      </pc:sldChg>
      <pc:sldChg chg="modSp mod">
        <pc:chgData name="髙浦祐朗" userId="d6d860fe-bc64-411b-9605-a16d1ba875f6" providerId="ADAL" clId="{FD5739A4-4B0A-404A-B248-71ED8896F80D}" dt="2025-06-03T11:07:09.814" v="4208"/>
        <pc:sldMkLst>
          <pc:docMk/>
          <pc:sldMk cId="3201888243" sldId="714"/>
        </pc:sldMkLst>
        <pc:spChg chg="mod">
          <ac:chgData name="髙浦祐朗" userId="d6d860fe-bc64-411b-9605-a16d1ba875f6" providerId="ADAL" clId="{FD5739A4-4B0A-404A-B248-71ED8896F80D}" dt="2025-05-29T05:44:23.213" v="3976"/>
          <ac:spMkLst>
            <pc:docMk/>
            <pc:sldMk cId="3201888243" sldId="714"/>
            <ac:spMk id="4" creationId="{00000000-0000-0000-0000-000000000000}"/>
          </ac:spMkLst>
        </pc:spChg>
        <pc:spChg chg="mod">
          <ac:chgData name="髙浦祐朗" userId="d6d860fe-bc64-411b-9605-a16d1ba875f6" providerId="ADAL" clId="{FD5739A4-4B0A-404A-B248-71ED8896F80D}" dt="2025-06-03T11:07:09.814" v="4208"/>
          <ac:spMkLst>
            <pc:docMk/>
            <pc:sldMk cId="3201888243" sldId="714"/>
            <ac:spMk id="8" creationId="{107CDF1A-DF69-D1B9-6346-1200847D9738}"/>
          </ac:spMkLst>
        </pc:spChg>
      </pc:sldChg>
      <pc:sldChg chg="addSp delSp modSp mod">
        <pc:chgData name="髙浦祐朗" userId="d6d860fe-bc64-411b-9605-a16d1ba875f6" providerId="ADAL" clId="{FD5739A4-4B0A-404A-B248-71ED8896F80D}" dt="2025-05-26T04:21:22.410" v="1831"/>
        <pc:sldMkLst>
          <pc:docMk/>
          <pc:sldMk cId="2141683102" sldId="718"/>
        </pc:sldMkLst>
        <pc:spChg chg="mod">
          <ac:chgData name="髙浦祐朗" userId="d6d860fe-bc64-411b-9605-a16d1ba875f6" providerId="ADAL" clId="{FD5739A4-4B0A-404A-B248-71ED8896F80D}" dt="2025-05-26T02:56:13.058" v="1771"/>
          <ac:spMkLst>
            <pc:docMk/>
            <pc:sldMk cId="2141683102" sldId="718"/>
            <ac:spMk id="2" creationId="{00000000-0000-0000-0000-000000000000}"/>
          </ac:spMkLst>
        </pc:spChg>
        <pc:spChg chg="add mod ord">
          <ac:chgData name="髙浦祐朗" userId="d6d860fe-bc64-411b-9605-a16d1ba875f6" providerId="ADAL" clId="{FD5739A4-4B0A-404A-B248-71ED8896F80D}" dt="2025-05-26T02:52:50.257" v="1716" actId="14100"/>
          <ac:spMkLst>
            <pc:docMk/>
            <pc:sldMk cId="2141683102" sldId="718"/>
            <ac:spMk id="82" creationId="{C5651CFC-4A98-D939-4DB1-8D3ED09B4264}"/>
          </ac:spMkLst>
        </pc:spChg>
        <pc:spChg chg="add mod ord">
          <ac:chgData name="髙浦祐朗" userId="d6d860fe-bc64-411b-9605-a16d1ba875f6" providerId="ADAL" clId="{FD5739A4-4B0A-404A-B248-71ED8896F80D}" dt="2025-05-26T02:52:36.799" v="1712" actId="14100"/>
          <ac:spMkLst>
            <pc:docMk/>
            <pc:sldMk cId="2141683102" sldId="718"/>
            <ac:spMk id="83" creationId="{6363FA19-CC4E-3075-B25B-2CD6CE4F3163}"/>
          </ac:spMkLst>
        </pc:spChg>
        <pc:spChg chg="mod">
          <ac:chgData name="髙浦祐朗" userId="d6d860fe-bc64-411b-9605-a16d1ba875f6" providerId="ADAL" clId="{FD5739A4-4B0A-404A-B248-71ED8896F80D}" dt="2025-05-26T02:53:03.628" v="1721" actId="1076"/>
          <ac:spMkLst>
            <pc:docMk/>
            <pc:sldMk cId="2141683102" sldId="718"/>
            <ac:spMk id="84" creationId="{0DA04537-7B20-9E5E-0620-45DAE3384EC8}"/>
          </ac:spMkLst>
        </pc:spChg>
        <pc:spChg chg="add mod">
          <ac:chgData name="髙浦祐朗" userId="d6d860fe-bc64-411b-9605-a16d1ba875f6" providerId="ADAL" clId="{FD5739A4-4B0A-404A-B248-71ED8896F80D}" dt="2025-05-26T02:52:38.603" v="1713" actId="1076"/>
          <ac:spMkLst>
            <pc:docMk/>
            <pc:sldMk cId="2141683102" sldId="718"/>
            <ac:spMk id="86" creationId="{E36947C8-F0AB-0098-7827-163221B27ED6}"/>
          </ac:spMkLst>
        </pc:spChg>
        <pc:spChg chg="add mod">
          <ac:chgData name="髙浦祐朗" userId="d6d860fe-bc64-411b-9605-a16d1ba875f6" providerId="ADAL" clId="{FD5739A4-4B0A-404A-B248-71ED8896F80D}" dt="2025-05-26T02:52:42.089" v="1714" actId="1076"/>
          <ac:spMkLst>
            <pc:docMk/>
            <pc:sldMk cId="2141683102" sldId="718"/>
            <ac:spMk id="87" creationId="{2933AA41-54D6-D5BB-4753-C835F8B9EA81}"/>
          </ac:spMkLst>
        </pc:spChg>
        <pc:spChg chg="add mod">
          <ac:chgData name="髙浦祐朗" userId="d6d860fe-bc64-411b-9605-a16d1ba875f6" providerId="ADAL" clId="{FD5739A4-4B0A-404A-B248-71ED8896F80D}" dt="2025-05-26T02:52:33.292" v="1711" actId="1036"/>
          <ac:spMkLst>
            <pc:docMk/>
            <pc:sldMk cId="2141683102" sldId="718"/>
            <ac:spMk id="95" creationId="{19D9329D-0ED0-8177-6EA1-88E8E1264812}"/>
          </ac:spMkLst>
        </pc:spChg>
        <pc:spChg chg="mod topLvl">
          <ac:chgData name="髙浦祐朗" userId="d6d860fe-bc64-411b-9605-a16d1ba875f6" providerId="ADAL" clId="{FD5739A4-4B0A-404A-B248-71ED8896F80D}" dt="2025-05-26T02:48:16.752" v="1633" actId="14100"/>
          <ac:spMkLst>
            <pc:docMk/>
            <pc:sldMk cId="2141683102" sldId="718"/>
            <ac:spMk id="97" creationId="{80A83AFD-1B3E-4E83-1BA1-976491BCC7EC}"/>
          </ac:spMkLst>
        </pc:spChg>
        <pc:spChg chg="mod topLvl">
          <ac:chgData name="髙浦祐朗" userId="d6d860fe-bc64-411b-9605-a16d1ba875f6" providerId="ADAL" clId="{FD5739A4-4B0A-404A-B248-71ED8896F80D}" dt="2025-05-26T02:48:03.349" v="1631" actId="553"/>
          <ac:spMkLst>
            <pc:docMk/>
            <pc:sldMk cId="2141683102" sldId="718"/>
            <ac:spMk id="98" creationId="{F8E88954-1176-6019-EDA1-AF90CD4A9F02}"/>
          </ac:spMkLst>
        </pc:spChg>
        <pc:spChg chg="add del mod topLvl">
          <ac:chgData name="髙浦祐朗" userId="d6d860fe-bc64-411b-9605-a16d1ba875f6" providerId="ADAL" clId="{FD5739A4-4B0A-404A-B248-71ED8896F80D}" dt="2025-05-26T02:48:07.473" v="1632" actId="552"/>
          <ac:spMkLst>
            <pc:docMk/>
            <pc:sldMk cId="2141683102" sldId="718"/>
            <ac:spMk id="100" creationId="{C2162047-03DC-5C26-07F1-5A1970CCD1EB}"/>
          </ac:spMkLst>
        </pc:spChg>
        <pc:spChg chg="add del mod topLvl">
          <ac:chgData name="髙浦祐朗" userId="d6d860fe-bc64-411b-9605-a16d1ba875f6" providerId="ADAL" clId="{FD5739A4-4B0A-404A-B248-71ED8896F80D}" dt="2025-05-26T02:48:03.349" v="1631" actId="553"/>
          <ac:spMkLst>
            <pc:docMk/>
            <pc:sldMk cId="2141683102" sldId="718"/>
            <ac:spMk id="101" creationId="{6FA1F5CA-E553-AD17-8F42-29B32FEB76A0}"/>
          </ac:spMkLst>
        </pc:spChg>
        <pc:spChg chg="add mod">
          <ac:chgData name="髙浦祐朗" userId="d6d860fe-bc64-411b-9605-a16d1ba875f6" providerId="ADAL" clId="{FD5739A4-4B0A-404A-B248-71ED8896F80D}" dt="2025-05-26T02:55:39.038" v="1751" actId="1076"/>
          <ac:spMkLst>
            <pc:docMk/>
            <pc:sldMk cId="2141683102" sldId="718"/>
            <ac:spMk id="103" creationId="{C884FBBE-037D-27E7-7095-452DDEBF6CE0}"/>
          </ac:spMkLst>
        </pc:spChg>
        <pc:spChg chg="add mod">
          <ac:chgData name="髙浦祐朗" userId="d6d860fe-bc64-411b-9605-a16d1ba875f6" providerId="ADAL" clId="{FD5739A4-4B0A-404A-B248-71ED8896F80D}" dt="2025-05-26T04:21:22.410" v="1831"/>
          <ac:spMkLst>
            <pc:docMk/>
            <pc:sldMk cId="2141683102" sldId="718"/>
            <ac:spMk id="106" creationId="{FC60DB6F-97B0-9DD9-10BA-CB7D1EC3401D}"/>
          </ac:spMkLst>
        </pc:spChg>
      </pc:sldChg>
      <pc:sldChg chg="addSp delSp modSp mod">
        <pc:chgData name="髙浦祐朗" userId="d6d860fe-bc64-411b-9605-a16d1ba875f6" providerId="ADAL" clId="{FD5739A4-4B0A-404A-B248-71ED8896F80D}" dt="2025-05-26T11:12:36.157" v="3622" actId="20577"/>
        <pc:sldMkLst>
          <pc:docMk/>
          <pc:sldMk cId="1824471944" sldId="744"/>
        </pc:sldMkLst>
        <pc:spChg chg="mod">
          <ac:chgData name="髙浦祐朗" userId="d6d860fe-bc64-411b-9605-a16d1ba875f6" providerId="ADAL" clId="{FD5739A4-4B0A-404A-B248-71ED8896F80D}" dt="2025-05-26T11:02:01.284" v="3488"/>
          <ac:spMkLst>
            <pc:docMk/>
            <pc:sldMk cId="1824471944" sldId="744"/>
            <ac:spMk id="2" creationId="{00000000-0000-0000-0000-000000000000}"/>
          </ac:spMkLst>
        </pc:spChg>
        <pc:spChg chg="add del mod">
          <ac:chgData name="髙浦祐朗" userId="d6d860fe-bc64-411b-9605-a16d1ba875f6" providerId="ADAL" clId="{FD5739A4-4B0A-404A-B248-71ED8896F80D}" dt="2025-05-26T11:11:23.255" v="3543" actId="6549"/>
          <ac:spMkLst>
            <pc:docMk/>
            <pc:sldMk cId="1824471944" sldId="744"/>
            <ac:spMk id="9" creationId="{00000000-0000-0000-0000-000000000000}"/>
          </ac:spMkLst>
        </pc:spChg>
        <pc:spChg chg="mod topLvl">
          <ac:chgData name="髙浦祐朗" userId="d6d860fe-bc64-411b-9605-a16d1ba875f6" providerId="ADAL" clId="{FD5739A4-4B0A-404A-B248-71ED8896F80D}" dt="2025-05-26T11:12:36.157" v="3622" actId="20577"/>
          <ac:spMkLst>
            <pc:docMk/>
            <pc:sldMk cId="1824471944" sldId="744"/>
            <ac:spMk id="43" creationId="{9E7C4131-E1B1-CA72-F55D-2D8D3A489028}"/>
          </ac:spMkLst>
        </pc:spChg>
        <pc:spChg chg="mod">
          <ac:chgData name="髙浦祐朗" userId="d6d860fe-bc64-411b-9605-a16d1ba875f6" providerId="ADAL" clId="{FD5739A4-4B0A-404A-B248-71ED8896F80D}" dt="2025-05-26T11:11:34.840" v="3545" actId="14100"/>
          <ac:spMkLst>
            <pc:docMk/>
            <pc:sldMk cId="1824471944" sldId="744"/>
            <ac:spMk id="47" creationId="{465FC9A4-5D0C-B94C-401A-69D8B132ECC7}"/>
          </ac:spMkLst>
        </pc:spChg>
        <pc:spChg chg="mod">
          <ac:chgData name="髙浦祐朗" userId="d6d860fe-bc64-411b-9605-a16d1ba875f6" providerId="ADAL" clId="{FD5739A4-4B0A-404A-B248-71ED8896F80D}" dt="2025-05-26T11:10:54.904" v="3541" actId="165"/>
          <ac:spMkLst>
            <pc:docMk/>
            <pc:sldMk cId="1824471944" sldId="744"/>
            <ac:spMk id="48" creationId="{91436BF8-A1D4-98DF-190C-3485BD67F096}"/>
          </ac:spMkLst>
        </pc:spChg>
        <pc:spChg chg="mod">
          <ac:chgData name="髙浦祐朗" userId="d6d860fe-bc64-411b-9605-a16d1ba875f6" providerId="ADAL" clId="{FD5739A4-4B0A-404A-B248-71ED8896F80D}" dt="2025-05-26T11:10:54.904" v="3541" actId="165"/>
          <ac:spMkLst>
            <pc:docMk/>
            <pc:sldMk cId="1824471944" sldId="744"/>
            <ac:spMk id="50" creationId="{C4FF5520-1195-DF00-AA1C-275E6B05C974}"/>
          </ac:spMkLst>
        </pc:spChg>
        <pc:spChg chg="mod">
          <ac:chgData name="髙浦祐朗" userId="d6d860fe-bc64-411b-9605-a16d1ba875f6" providerId="ADAL" clId="{FD5739A4-4B0A-404A-B248-71ED8896F80D}" dt="2025-05-26T11:10:54.904" v="3541" actId="165"/>
          <ac:spMkLst>
            <pc:docMk/>
            <pc:sldMk cId="1824471944" sldId="744"/>
            <ac:spMk id="51" creationId="{364DA082-C618-0A5C-BAA6-A956414ACA29}"/>
          </ac:spMkLst>
        </pc:spChg>
        <pc:spChg chg="mod">
          <ac:chgData name="髙浦祐朗" userId="d6d860fe-bc64-411b-9605-a16d1ba875f6" providerId="ADAL" clId="{FD5739A4-4B0A-404A-B248-71ED8896F80D}" dt="2025-05-26T11:10:54.904" v="3541" actId="165"/>
          <ac:spMkLst>
            <pc:docMk/>
            <pc:sldMk cId="1824471944" sldId="744"/>
            <ac:spMk id="53" creationId="{DB0D284C-4FCD-4FB2-91F6-D0D50BF9E857}"/>
          </ac:spMkLst>
        </pc:spChg>
        <pc:spChg chg="mod">
          <ac:chgData name="髙浦祐朗" userId="d6d860fe-bc64-411b-9605-a16d1ba875f6" providerId="ADAL" clId="{FD5739A4-4B0A-404A-B248-71ED8896F80D}" dt="2025-05-26T11:10:54.904" v="3541" actId="165"/>
          <ac:spMkLst>
            <pc:docMk/>
            <pc:sldMk cId="1824471944" sldId="744"/>
            <ac:spMk id="55" creationId="{9C3FB279-A7E0-733A-FAEE-BD137A33E85D}"/>
          </ac:spMkLst>
        </pc:spChg>
        <pc:spChg chg="mod">
          <ac:chgData name="髙浦祐朗" userId="d6d860fe-bc64-411b-9605-a16d1ba875f6" providerId="ADAL" clId="{FD5739A4-4B0A-404A-B248-71ED8896F80D}" dt="2025-05-26T11:10:54.904" v="3541" actId="165"/>
          <ac:spMkLst>
            <pc:docMk/>
            <pc:sldMk cId="1824471944" sldId="744"/>
            <ac:spMk id="59" creationId="{2F3DA352-410C-98A8-3328-92CF27FE7887}"/>
          </ac:spMkLst>
        </pc:spChg>
        <pc:spChg chg="mod">
          <ac:chgData name="髙浦祐朗" userId="d6d860fe-bc64-411b-9605-a16d1ba875f6" providerId="ADAL" clId="{FD5739A4-4B0A-404A-B248-71ED8896F80D}" dt="2025-05-26T11:10:54.904" v="3541" actId="165"/>
          <ac:spMkLst>
            <pc:docMk/>
            <pc:sldMk cId="1824471944" sldId="744"/>
            <ac:spMk id="61" creationId="{3EE48779-CDC7-F469-C70E-D7BB92BED8C8}"/>
          </ac:spMkLst>
        </pc:spChg>
        <pc:spChg chg="mod">
          <ac:chgData name="髙浦祐朗" userId="d6d860fe-bc64-411b-9605-a16d1ba875f6" providerId="ADAL" clId="{FD5739A4-4B0A-404A-B248-71ED8896F80D}" dt="2025-05-26T11:10:54.904" v="3541" actId="165"/>
          <ac:spMkLst>
            <pc:docMk/>
            <pc:sldMk cId="1824471944" sldId="744"/>
            <ac:spMk id="63" creationId="{B8806586-8CAA-F477-AE3B-19B6A658A70C}"/>
          </ac:spMkLst>
        </pc:spChg>
        <pc:spChg chg="add mod">
          <ac:chgData name="髙浦祐朗" userId="d6d860fe-bc64-411b-9605-a16d1ba875f6" providerId="ADAL" clId="{FD5739A4-4B0A-404A-B248-71ED8896F80D}" dt="2025-05-26T11:04:56.801" v="3537"/>
          <ac:spMkLst>
            <pc:docMk/>
            <pc:sldMk cId="1824471944" sldId="744"/>
            <ac:spMk id="66" creationId="{2935BE7D-A97B-8AA8-D329-B88EA11F5A34}"/>
          </ac:spMkLst>
        </pc:spChg>
        <pc:grpChg chg="mod">
          <ac:chgData name="髙浦祐朗" userId="d6d860fe-bc64-411b-9605-a16d1ba875f6" providerId="ADAL" clId="{FD5739A4-4B0A-404A-B248-71ED8896F80D}" dt="2025-05-26T11:11:42.995" v="3546" actId="1076"/>
          <ac:grpSpMkLst>
            <pc:docMk/>
            <pc:sldMk cId="1824471944" sldId="744"/>
            <ac:grpSpMk id="39" creationId="{7F1F493E-D625-D129-AEFD-F9B2179E03CF}"/>
          </ac:grpSpMkLst>
        </pc:grpChg>
        <pc:picChg chg="add mod">
          <ac:chgData name="髙浦祐朗" userId="d6d860fe-bc64-411b-9605-a16d1ba875f6" providerId="ADAL" clId="{FD5739A4-4B0A-404A-B248-71ED8896F80D}" dt="2025-05-26T11:11:31.044" v="3544" actId="1076"/>
          <ac:picMkLst>
            <pc:docMk/>
            <pc:sldMk cId="1824471944" sldId="744"/>
            <ac:picMk id="67" creationId="{3C2D9FB3-7017-156F-DFEC-DA1F9A4CB3BB}"/>
          </ac:picMkLst>
        </pc:picChg>
      </pc:sldChg>
      <pc:sldChg chg="modSp mod">
        <pc:chgData name="髙浦祐朗" userId="d6d860fe-bc64-411b-9605-a16d1ba875f6" providerId="ADAL" clId="{FD5739A4-4B0A-404A-B248-71ED8896F80D}" dt="2025-05-26T04:24:01.282" v="1875" actId="20577"/>
        <pc:sldMkLst>
          <pc:docMk/>
          <pc:sldMk cId="3652970849" sldId="748"/>
        </pc:sldMkLst>
        <pc:spChg chg="mod">
          <ac:chgData name="髙浦祐朗" userId="d6d860fe-bc64-411b-9605-a16d1ba875f6" providerId="ADAL" clId="{FD5739A4-4B0A-404A-B248-71ED8896F80D}" dt="2025-05-26T04:24:01.282" v="1875" actId="20577"/>
          <ac:spMkLst>
            <pc:docMk/>
            <pc:sldMk cId="3652970849" sldId="748"/>
            <ac:spMk id="2" creationId="{00000000-0000-0000-0000-000000000000}"/>
          </ac:spMkLst>
        </pc:spChg>
      </pc:sldChg>
      <pc:sldChg chg="modSp mod">
        <pc:chgData name="髙浦祐朗" userId="d6d860fe-bc64-411b-9605-a16d1ba875f6" providerId="ADAL" clId="{FD5739A4-4B0A-404A-B248-71ED8896F80D}" dt="2025-05-26T10:08:38.041" v="2380" actId="2711"/>
        <pc:sldMkLst>
          <pc:docMk/>
          <pc:sldMk cId="4276394440" sldId="768"/>
        </pc:sldMkLst>
        <pc:spChg chg="mod">
          <ac:chgData name="髙浦祐朗" userId="d6d860fe-bc64-411b-9605-a16d1ba875f6" providerId="ADAL" clId="{FD5739A4-4B0A-404A-B248-71ED8896F80D}" dt="2025-05-26T01:25:12.805" v="555"/>
          <ac:spMkLst>
            <pc:docMk/>
            <pc:sldMk cId="4276394440" sldId="768"/>
            <ac:spMk id="2" creationId="{00000000-0000-0000-0000-000000000000}"/>
          </ac:spMkLst>
        </pc:spChg>
        <pc:graphicFrameChg chg="modGraphic">
          <ac:chgData name="髙浦祐朗" userId="d6d860fe-bc64-411b-9605-a16d1ba875f6" providerId="ADAL" clId="{FD5739A4-4B0A-404A-B248-71ED8896F80D}" dt="2025-05-26T10:08:38.041" v="2380" actId="2711"/>
          <ac:graphicFrameMkLst>
            <pc:docMk/>
            <pc:sldMk cId="4276394440" sldId="768"/>
            <ac:graphicFrameMk id="8" creationId="{00000000-0000-0000-0000-000000000000}"/>
          </ac:graphicFrameMkLst>
        </pc:graphicFrameChg>
      </pc:sldChg>
      <pc:sldChg chg="modSp mod">
        <pc:chgData name="髙浦祐朗" userId="d6d860fe-bc64-411b-9605-a16d1ba875f6" providerId="ADAL" clId="{FD5739A4-4B0A-404A-B248-71ED8896F80D}" dt="2025-05-26T01:25:48.733" v="586"/>
        <pc:sldMkLst>
          <pc:docMk/>
          <pc:sldMk cId="983210282" sldId="809"/>
        </pc:sldMkLst>
        <pc:spChg chg="mod">
          <ac:chgData name="髙浦祐朗" userId="d6d860fe-bc64-411b-9605-a16d1ba875f6" providerId="ADAL" clId="{FD5739A4-4B0A-404A-B248-71ED8896F80D}" dt="2025-05-26T01:25:48.733" v="586"/>
          <ac:spMkLst>
            <pc:docMk/>
            <pc:sldMk cId="983210282" sldId="809"/>
            <ac:spMk id="4" creationId="{D26A4B3B-C5F2-9D1B-0CFA-F0A28FA3B684}"/>
          </ac:spMkLst>
        </pc:spChg>
      </pc:sldChg>
      <pc:sldChg chg="modSp mod">
        <pc:chgData name="髙浦祐朗" userId="d6d860fe-bc64-411b-9605-a16d1ba875f6" providerId="ADAL" clId="{FD5739A4-4B0A-404A-B248-71ED8896F80D}" dt="2025-05-26T10:40:55.121" v="3321"/>
        <pc:sldMkLst>
          <pc:docMk/>
          <pc:sldMk cId="1734477103" sldId="810"/>
        </pc:sldMkLst>
        <pc:spChg chg="mod">
          <ac:chgData name="髙浦祐朗" userId="d6d860fe-bc64-411b-9605-a16d1ba875f6" providerId="ADAL" clId="{FD5739A4-4B0A-404A-B248-71ED8896F80D}" dt="2025-05-26T10:40:55.121" v="3321"/>
          <ac:spMkLst>
            <pc:docMk/>
            <pc:sldMk cId="1734477103" sldId="810"/>
            <ac:spMk id="4" creationId="{4798D9FB-EFA5-ABA8-04F6-068D471B1BFF}"/>
          </ac:spMkLst>
        </pc:spChg>
      </pc:sldChg>
      <pc:sldChg chg="modSp mod">
        <pc:chgData name="髙浦祐朗" userId="d6d860fe-bc64-411b-9605-a16d1ba875f6" providerId="ADAL" clId="{FD5739A4-4B0A-404A-B248-71ED8896F80D}" dt="2025-05-26T04:30:17.932" v="2033" actId="20577"/>
        <pc:sldMkLst>
          <pc:docMk/>
          <pc:sldMk cId="1490667582" sldId="843"/>
        </pc:sldMkLst>
        <pc:spChg chg="mod">
          <ac:chgData name="髙浦祐朗" userId="d6d860fe-bc64-411b-9605-a16d1ba875f6" providerId="ADAL" clId="{FD5739A4-4B0A-404A-B248-71ED8896F80D}" dt="2025-05-26T04:30:17.932" v="2033" actId="20577"/>
          <ac:spMkLst>
            <pc:docMk/>
            <pc:sldMk cId="1490667582" sldId="843"/>
            <ac:spMk id="2" creationId="{1BE5AFBB-40C2-496D-B346-2F35D7574253}"/>
          </ac:spMkLst>
        </pc:spChg>
        <pc:graphicFrameChg chg="mod modGraphic">
          <ac:chgData name="髙浦祐朗" userId="d6d860fe-bc64-411b-9605-a16d1ba875f6" providerId="ADAL" clId="{FD5739A4-4B0A-404A-B248-71ED8896F80D}" dt="2025-05-26T01:22:16.657" v="424" actId="1076"/>
          <ac:graphicFrameMkLst>
            <pc:docMk/>
            <pc:sldMk cId="1490667582" sldId="843"/>
            <ac:graphicFrameMk id="7" creationId="{BB6B71FF-5C15-68C7-E9F5-F540AF6E8B10}"/>
          </ac:graphicFrameMkLst>
        </pc:graphicFrameChg>
      </pc:sldChg>
      <pc:sldChg chg="modSp mod">
        <pc:chgData name="髙浦祐朗" userId="d6d860fe-bc64-411b-9605-a16d1ba875f6" providerId="ADAL" clId="{FD5739A4-4B0A-404A-B248-71ED8896F80D}" dt="2025-05-26T04:30:15.443" v="2032" actId="20577"/>
        <pc:sldMkLst>
          <pc:docMk/>
          <pc:sldMk cId="1269496926" sldId="851"/>
        </pc:sldMkLst>
        <pc:spChg chg="mod">
          <ac:chgData name="髙浦祐朗" userId="d6d860fe-bc64-411b-9605-a16d1ba875f6" providerId="ADAL" clId="{FD5739A4-4B0A-404A-B248-71ED8896F80D}" dt="2025-05-26T04:30:15.443" v="2032" actId="20577"/>
          <ac:spMkLst>
            <pc:docMk/>
            <pc:sldMk cId="1269496926" sldId="851"/>
            <ac:spMk id="2" creationId="{1BE5AFBB-40C2-496D-B346-2F35D7574253}"/>
          </ac:spMkLst>
        </pc:spChg>
        <pc:graphicFrameChg chg="mod modGraphic">
          <ac:chgData name="髙浦祐朗" userId="d6d860fe-bc64-411b-9605-a16d1ba875f6" providerId="ADAL" clId="{FD5739A4-4B0A-404A-B248-71ED8896F80D}" dt="2025-05-26T01:22:24.099" v="429" actId="1076"/>
          <ac:graphicFrameMkLst>
            <pc:docMk/>
            <pc:sldMk cId="1269496926" sldId="851"/>
            <ac:graphicFrameMk id="7" creationId="{BB6B71FF-5C15-68C7-E9F5-F540AF6E8B10}"/>
          </ac:graphicFrameMkLst>
        </pc:graphicFrameChg>
      </pc:sldChg>
      <pc:sldChg chg="addSp delSp modSp mod">
        <pc:chgData name="髙浦祐朗" userId="d6d860fe-bc64-411b-9605-a16d1ba875f6" providerId="ADAL" clId="{FD5739A4-4B0A-404A-B248-71ED8896F80D}" dt="2025-05-26T04:30:20.427" v="2034" actId="20577"/>
        <pc:sldMkLst>
          <pc:docMk/>
          <pc:sldMk cId="2819955180" sldId="853"/>
        </pc:sldMkLst>
        <pc:spChg chg="mod">
          <ac:chgData name="髙浦祐朗" userId="d6d860fe-bc64-411b-9605-a16d1ba875f6" providerId="ADAL" clId="{FD5739A4-4B0A-404A-B248-71ED8896F80D}" dt="2025-05-26T04:30:20.427" v="2034" actId="20577"/>
          <ac:spMkLst>
            <pc:docMk/>
            <pc:sldMk cId="2819955180" sldId="853"/>
            <ac:spMk id="2" creationId="{1BE5AFBB-40C2-496D-B346-2F35D7574253}"/>
          </ac:spMkLst>
        </pc:spChg>
        <pc:graphicFrameChg chg="add mod modGraphic">
          <ac:chgData name="髙浦祐朗" userId="d6d860fe-bc64-411b-9605-a16d1ba875f6" providerId="ADAL" clId="{FD5739A4-4B0A-404A-B248-71ED8896F80D}" dt="2025-05-26T01:23:23.680" v="465"/>
          <ac:graphicFrameMkLst>
            <pc:docMk/>
            <pc:sldMk cId="2819955180" sldId="853"/>
            <ac:graphicFrameMk id="4" creationId="{935529FD-45E0-889D-F8CA-D3A26146E78C}"/>
          </ac:graphicFrameMkLst>
        </pc:graphicFrameChg>
      </pc:sldChg>
      <pc:sldChg chg="modSp mod">
        <pc:chgData name="髙浦祐朗" userId="d6d860fe-bc64-411b-9605-a16d1ba875f6" providerId="ADAL" clId="{FD5739A4-4B0A-404A-B248-71ED8896F80D}" dt="2025-05-29T05:50:32.564" v="3984" actId="255"/>
        <pc:sldMkLst>
          <pc:docMk/>
          <pc:sldMk cId="2513257283" sldId="1096"/>
        </pc:sldMkLst>
        <pc:spChg chg="mod">
          <ac:chgData name="髙浦祐朗" userId="d6d860fe-bc64-411b-9605-a16d1ba875f6" providerId="ADAL" clId="{FD5739A4-4B0A-404A-B248-71ED8896F80D}" dt="2025-05-26T01:25:32.385" v="573"/>
          <ac:spMkLst>
            <pc:docMk/>
            <pc:sldMk cId="2513257283" sldId="1096"/>
            <ac:spMk id="2" creationId="{AAC1507F-D843-BA3F-D5B9-B45C79BD6154}"/>
          </ac:spMkLst>
        </pc:spChg>
        <pc:spChg chg="mod">
          <ac:chgData name="髙浦祐朗" userId="d6d860fe-bc64-411b-9605-a16d1ba875f6" providerId="ADAL" clId="{FD5739A4-4B0A-404A-B248-71ED8896F80D}" dt="2025-05-29T05:50:32.564" v="3984" actId="255"/>
          <ac:spMkLst>
            <pc:docMk/>
            <pc:sldMk cId="2513257283" sldId="1096"/>
            <ac:spMk id="8" creationId="{6AE8CC45-2A20-B6E7-E20B-802E66F6B3D5}"/>
          </ac:spMkLst>
        </pc:spChg>
      </pc:sldChg>
      <pc:sldChg chg="addSp modSp mod">
        <pc:chgData name="髙浦祐朗" userId="d6d860fe-bc64-411b-9605-a16d1ba875f6" providerId="ADAL" clId="{FD5739A4-4B0A-404A-B248-71ED8896F80D}" dt="2025-05-26T10:00:08.178" v="2377" actId="14100"/>
        <pc:sldMkLst>
          <pc:docMk/>
          <pc:sldMk cId="421469706" sldId="1099"/>
        </pc:sldMkLst>
        <pc:spChg chg="mod">
          <ac:chgData name="髙浦祐朗" userId="d6d860fe-bc64-411b-9605-a16d1ba875f6" providerId="ADAL" clId="{FD5739A4-4B0A-404A-B248-71ED8896F80D}" dt="2025-05-26T01:24:15.500" v="485"/>
          <ac:spMkLst>
            <pc:docMk/>
            <pc:sldMk cId="421469706" sldId="1099"/>
            <ac:spMk id="2" creationId="{FBF66C9D-7B8E-C70A-059A-B71FB9ADB8CD}"/>
          </ac:spMkLst>
        </pc:spChg>
        <pc:spChg chg="add mod">
          <ac:chgData name="髙浦祐朗" userId="d6d860fe-bc64-411b-9605-a16d1ba875f6" providerId="ADAL" clId="{FD5739A4-4B0A-404A-B248-71ED8896F80D}" dt="2025-05-26T09:59:56.448" v="2376" actId="1076"/>
          <ac:spMkLst>
            <pc:docMk/>
            <pc:sldMk cId="421469706" sldId="1099"/>
            <ac:spMk id="24" creationId="{F5887B8E-4E5E-CB13-D5CC-AD90375B68A4}"/>
          </ac:spMkLst>
        </pc:spChg>
        <pc:spChg chg="mod">
          <ac:chgData name="髙浦祐朗" userId="d6d860fe-bc64-411b-9605-a16d1ba875f6" providerId="ADAL" clId="{FD5739A4-4B0A-404A-B248-71ED8896F80D}" dt="2025-05-26T02:02:10.353" v="809" actId="207"/>
          <ac:spMkLst>
            <pc:docMk/>
            <pc:sldMk cId="421469706" sldId="1099"/>
            <ac:spMk id="39" creationId="{BE794BC6-EB53-3AAA-445E-3DC0858905D6}"/>
          </ac:spMkLst>
        </pc:spChg>
        <pc:spChg chg="mod">
          <ac:chgData name="髙浦祐朗" userId="d6d860fe-bc64-411b-9605-a16d1ba875f6" providerId="ADAL" clId="{FD5739A4-4B0A-404A-B248-71ED8896F80D}" dt="2025-05-26T02:02:14.385" v="810" actId="207"/>
          <ac:spMkLst>
            <pc:docMk/>
            <pc:sldMk cId="421469706" sldId="1099"/>
            <ac:spMk id="40" creationId="{6CD68CD5-0065-0C9A-941A-94E15CBF3546}"/>
          </ac:spMkLst>
        </pc:spChg>
        <pc:spChg chg="mod">
          <ac:chgData name="髙浦祐朗" userId="d6d860fe-bc64-411b-9605-a16d1ba875f6" providerId="ADAL" clId="{FD5739A4-4B0A-404A-B248-71ED8896F80D}" dt="2025-05-26T02:02:18.191" v="811" actId="207"/>
          <ac:spMkLst>
            <pc:docMk/>
            <pc:sldMk cId="421469706" sldId="1099"/>
            <ac:spMk id="49" creationId="{5F6F8CEF-FF21-DCDB-6DCD-C2AA6A8BFCA1}"/>
          </ac:spMkLst>
        </pc:spChg>
        <pc:graphicFrameChg chg="modGraphic">
          <ac:chgData name="髙浦祐朗" userId="d6d860fe-bc64-411b-9605-a16d1ba875f6" providerId="ADAL" clId="{FD5739A4-4B0A-404A-B248-71ED8896F80D}" dt="2025-05-26T02:02:25.361" v="812" actId="14100"/>
          <ac:graphicFrameMkLst>
            <pc:docMk/>
            <pc:sldMk cId="421469706" sldId="1099"/>
            <ac:graphicFrameMk id="6" creationId="{067F2A02-2C22-B7B2-6A5C-CEE5CF1BA9A4}"/>
          </ac:graphicFrameMkLst>
        </pc:graphicFrameChg>
        <pc:graphicFrameChg chg="mod modGraphic">
          <ac:chgData name="髙浦祐朗" userId="d6d860fe-bc64-411b-9605-a16d1ba875f6" providerId="ADAL" clId="{FD5739A4-4B0A-404A-B248-71ED8896F80D}" dt="2025-05-26T10:00:08.178" v="2377" actId="14100"/>
          <ac:graphicFrameMkLst>
            <pc:docMk/>
            <pc:sldMk cId="421469706" sldId="1099"/>
            <ac:graphicFrameMk id="8" creationId="{DF899297-39CA-68D9-7882-DDF2777D91A0}"/>
          </ac:graphicFrameMkLst>
        </pc:graphicFrameChg>
        <pc:graphicFrameChg chg="mod modGraphic">
          <ac:chgData name="髙浦祐朗" userId="d6d860fe-bc64-411b-9605-a16d1ba875f6" providerId="ADAL" clId="{FD5739A4-4B0A-404A-B248-71ED8896F80D}" dt="2025-05-26T02:02:33.083" v="813" actId="14100"/>
          <ac:graphicFrameMkLst>
            <pc:docMk/>
            <pc:sldMk cId="421469706" sldId="1099"/>
            <ac:graphicFrameMk id="42" creationId="{36E68966-5D4C-2A50-9DAB-C9EC84BE5859}"/>
          </ac:graphicFrameMkLst>
        </pc:graphicFrameChg>
        <pc:cxnChg chg="add mod">
          <ac:chgData name="髙浦祐朗" userId="d6d860fe-bc64-411b-9605-a16d1ba875f6" providerId="ADAL" clId="{FD5739A4-4B0A-404A-B248-71ED8896F80D}" dt="2025-05-26T09:59:41.404" v="2371" actId="1076"/>
          <ac:cxnSpMkLst>
            <pc:docMk/>
            <pc:sldMk cId="421469706" sldId="1099"/>
            <ac:cxnSpMk id="30" creationId="{EA5A12D4-D7B1-1653-CEF3-A4818C836D76}"/>
          </ac:cxnSpMkLst>
        </pc:cxnChg>
      </pc:sldChg>
      <pc:sldChg chg="modSp mod">
        <pc:chgData name="髙浦祐朗" userId="d6d860fe-bc64-411b-9605-a16d1ba875f6" providerId="ADAL" clId="{FD5739A4-4B0A-404A-B248-71ED8896F80D}" dt="2025-06-03T08:04:53.472" v="4014" actId="14100"/>
        <pc:sldMkLst>
          <pc:docMk/>
          <pc:sldMk cId="3703131428" sldId="1102"/>
        </pc:sldMkLst>
        <pc:spChg chg="mod">
          <ac:chgData name="髙浦祐朗" userId="d6d860fe-bc64-411b-9605-a16d1ba875f6" providerId="ADAL" clId="{FD5739A4-4B0A-404A-B248-71ED8896F80D}" dt="2025-05-26T10:50:13.319" v="3399"/>
          <ac:spMkLst>
            <pc:docMk/>
            <pc:sldMk cId="3703131428" sldId="1102"/>
            <ac:spMk id="2" creationId="{2CBA065B-2F8B-F0D5-5B04-79E2FD7160BB}"/>
          </ac:spMkLst>
        </pc:spChg>
        <pc:spChg chg="mod">
          <ac:chgData name="髙浦祐朗" userId="d6d860fe-bc64-411b-9605-a16d1ba875f6" providerId="ADAL" clId="{FD5739A4-4B0A-404A-B248-71ED8896F80D}" dt="2025-05-26T04:32:02.723" v="2068"/>
          <ac:spMkLst>
            <pc:docMk/>
            <pc:sldMk cId="3703131428" sldId="1102"/>
            <ac:spMk id="5" creationId="{818E4531-6F08-35E2-E87B-952122EB802E}"/>
          </ac:spMkLst>
        </pc:spChg>
        <pc:spChg chg="mod">
          <ac:chgData name="髙浦祐朗" userId="d6d860fe-bc64-411b-9605-a16d1ba875f6" providerId="ADAL" clId="{FD5739A4-4B0A-404A-B248-71ED8896F80D}" dt="2025-06-03T08:04:53.472" v="4014" actId="14100"/>
          <ac:spMkLst>
            <pc:docMk/>
            <pc:sldMk cId="3703131428" sldId="1102"/>
            <ac:spMk id="6" creationId="{BD6D7470-DE1C-A376-DD4E-AD952ACE06DB}"/>
          </ac:spMkLst>
        </pc:spChg>
        <pc:spChg chg="mod">
          <ac:chgData name="髙浦祐朗" userId="d6d860fe-bc64-411b-9605-a16d1ba875f6" providerId="ADAL" clId="{FD5739A4-4B0A-404A-B248-71ED8896F80D}" dt="2025-05-26T02:01:03.933" v="799" actId="255"/>
          <ac:spMkLst>
            <pc:docMk/>
            <pc:sldMk cId="3703131428" sldId="1102"/>
            <ac:spMk id="8" creationId="{2AD0D64D-CECC-5CFE-8C12-C90736F92B62}"/>
          </ac:spMkLst>
        </pc:spChg>
        <pc:spChg chg="mod">
          <ac:chgData name="髙浦祐朗" userId="d6d860fe-bc64-411b-9605-a16d1ba875f6" providerId="ADAL" clId="{FD5739A4-4B0A-404A-B248-71ED8896F80D}" dt="2025-05-26T02:00:41.598" v="797" actId="2711"/>
          <ac:spMkLst>
            <pc:docMk/>
            <pc:sldMk cId="3703131428" sldId="1102"/>
            <ac:spMk id="13" creationId="{9EB40195-DEA1-9481-3CEA-B62FEA0BA4C3}"/>
          </ac:spMkLst>
        </pc:spChg>
        <pc:spChg chg="mod">
          <ac:chgData name="髙浦祐朗" userId="d6d860fe-bc64-411b-9605-a16d1ba875f6" providerId="ADAL" clId="{FD5739A4-4B0A-404A-B248-71ED8896F80D}" dt="2025-05-26T02:01:03.933" v="799" actId="255"/>
          <ac:spMkLst>
            <pc:docMk/>
            <pc:sldMk cId="3703131428" sldId="1102"/>
            <ac:spMk id="17" creationId="{FEFA8F45-AB29-CDF0-3F8B-7410226E3DEE}"/>
          </ac:spMkLst>
        </pc:spChg>
        <pc:spChg chg="mod">
          <ac:chgData name="髙浦祐朗" userId="d6d860fe-bc64-411b-9605-a16d1ba875f6" providerId="ADAL" clId="{FD5739A4-4B0A-404A-B248-71ED8896F80D}" dt="2025-05-26T02:01:03.933" v="799" actId="255"/>
          <ac:spMkLst>
            <pc:docMk/>
            <pc:sldMk cId="3703131428" sldId="1102"/>
            <ac:spMk id="20" creationId="{6F4F68DC-3BDA-79F3-7EB1-53AD8480C381}"/>
          </ac:spMkLst>
        </pc:spChg>
        <pc:spChg chg="mod">
          <ac:chgData name="髙浦祐朗" userId="d6d860fe-bc64-411b-9605-a16d1ba875f6" providerId="ADAL" clId="{FD5739A4-4B0A-404A-B248-71ED8896F80D}" dt="2025-05-26T10:57:57.368" v="3447"/>
          <ac:spMkLst>
            <pc:docMk/>
            <pc:sldMk cId="3703131428" sldId="1102"/>
            <ac:spMk id="23" creationId="{83EB39DC-E1F4-BD7F-BD55-6DBD32CD5DD5}"/>
          </ac:spMkLst>
        </pc:spChg>
        <pc:spChg chg="mod">
          <ac:chgData name="髙浦祐朗" userId="d6d860fe-bc64-411b-9605-a16d1ba875f6" providerId="ADAL" clId="{FD5739A4-4B0A-404A-B248-71ED8896F80D}" dt="2025-05-26T02:00:41.598" v="797" actId="2711"/>
          <ac:spMkLst>
            <pc:docMk/>
            <pc:sldMk cId="3703131428" sldId="1102"/>
            <ac:spMk id="24" creationId="{9981E65E-52D1-06E7-B62C-88E5C962C4BB}"/>
          </ac:spMkLst>
        </pc:spChg>
        <pc:spChg chg="mod">
          <ac:chgData name="髙浦祐朗" userId="d6d860fe-bc64-411b-9605-a16d1ba875f6" providerId="ADAL" clId="{FD5739A4-4B0A-404A-B248-71ED8896F80D}" dt="2025-05-26T02:01:03.933" v="799" actId="255"/>
          <ac:spMkLst>
            <pc:docMk/>
            <pc:sldMk cId="3703131428" sldId="1102"/>
            <ac:spMk id="25" creationId="{A2AA0FF1-FF18-F52C-04D5-967BB0963895}"/>
          </ac:spMkLst>
        </pc:spChg>
        <pc:spChg chg="mod">
          <ac:chgData name="髙浦祐朗" userId="d6d860fe-bc64-411b-9605-a16d1ba875f6" providerId="ADAL" clId="{FD5739A4-4B0A-404A-B248-71ED8896F80D}" dt="2025-05-26T02:00:41.598" v="797" actId="2711"/>
          <ac:spMkLst>
            <pc:docMk/>
            <pc:sldMk cId="3703131428" sldId="1102"/>
            <ac:spMk id="28" creationId="{AC791635-FFA0-DBE4-9B70-A6986A8DCD70}"/>
          </ac:spMkLst>
        </pc:spChg>
        <pc:spChg chg="mod">
          <ac:chgData name="髙浦祐朗" userId="d6d860fe-bc64-411b-9605-a16d1ba875f6" providerId="ADAL" clId="{FD5739A4-4B0A-404A-B248-71ED8896F80D}" dt="2025-05-26T02:01:03.933" v="799" actId="255"/>
          <ac:spMkLst>
            <pc:docMk/>
            <pc:sldMk cId="3703131428" sldId="1102"/>
            <ac:spMk id="30" creationId="{E49C9C00-4C88-3DED-AD78-80F24A61AE28}"/>
          </ac:spMkLst>
        </pc:spChg>
        <pc:spChg chg="mod">
          <ac:chgData name="髙浦祐朗" userId="d6d860fe-bc64-411b-9605-a16d1ba875f6" providerId="ADAL" clId="{FD5739A4-4B0A-404A-B248-71ED8896F80D}" dt="2025-05-26T02:00:41.598" v="797" actId="2711"/>
          <ac:spMkLst>
            <pc:docMk/>
            <pc:sldMk cId="3703131428" sldId="1102"/>
            <ac:spMk id="31" creationId="{E7C0C173-8E79-5CCF-A001-4A269D166283}"/>
          </ac:spMkLst>
        </pc:spChg>
        <pc:spChg chg="mod">
          <ac:chgData name="髙浦祐朗" userId="d6d860fe-bc64-411b-9605-a16d1ba875f6" providerId="ADAL" clId="{FD5739A4-4B0A-404A-B248-71ED8896F80D}" dt="2025-05-26T02:00:51.370" v="798" actId="2711"/>
          <ac:spMkLst>
            <pc:docMk/>
            <pc:sldMk cId="3703131428" sldId="1102"/>
            <ac:spMk id="38" creationId="{2AD9E013-F686-2FD1-698C-D175FBC3E2BC}"/>
          </ac:spMkLst>
        </pc:spChg>
        <pc:spChg chg="mod">
          <ac:chgData name="髙浦祐朗" userId="d6d860fe-bc64-411b-9605-a16d1ba875f6" providerId="ADAL" clId="{FD5739A4-4B0A-404A-B248-71ED8896F80D}" dt="2025-05-26T02:00:51.370" v="798" actId="2711"/>
          <ac:spMkLst>
            <pc:docMk/>
            <pc:sldMk cId="3703131428" sldId="1102"/>
            <ac:spMk id="41" creationId="{DA37A262-DC47-433A-D740-78DB9C3C8698}"/>
          </ac:spMkLst>
        </pc:spChg>
        <pc:spChg chg="mod">
          <ac:chgData name="髙浦祐朗" userId="d6d860fe-bc64-411b-9605-a16d1ba875f6" providerId="ADAL" clId="{FD5739A4-4B0A-404A-B248-71ED8896F80D}" dt="2025-05-26T02:00:51.370" v="798" actId="2711"/>
          <ac:spMkLst>
            <pc:docMk/>
            <pc:sldMk cId="3703131428" sldId="1102"/>
            <ac:spMk id="44" creationId="{3CF23CE0-1398-0291-3AD6-E7C70ED5F6E6}"/>
          </ac:spMkLst>
        </pc:spChg>
        <pc:spChg chg="mod">
          <ac:chgData name="髙浦祐朗" userId="d6d860fe-bc64-411b-9605-a16d1ba875f6" providerId="ADAL" clId="{FD5739A4-4B0A-404A-B248-71ED8896F80D}" dt="2025-05-26T02:01:03.933" v="799" actId="255"/>
          <ac:spMkLst>
            <pc:docMk/>
            <pc:sldMk cId="3703131428" sldId="1102"/>
            <ac:spMk id="47" creationId="{2E8D1934-EA8D-35FD-4885-FB50A09461F7}"/>
          </ac:spMkLst>
        </pc:spChg>
        <pc:spChg chg="mod">
          <ac:chgData name="髙浦祐朗" userId="d6d860fe-bc64-411b-9605-a16d1ba875f6" providerId="ADAL" clId="{FD5739A4-4B0A-404A-B248-71ED8896F80D}" dt="2025-05-26T02:01:03.933" v="799" actId="255"/>
          <ac:spMkLst>
            <pc:docMk/>
            <pc:sldMk cId="3703131428" sldId="1102"/>
            <ac:spMk id="57" creationId="{FF55B776-4E02-0991-7001-3D3AA5FC8656}"/>
          </ac:spMkLst>
        </pc:spChg>
        <pc:spChg chg="mod">
          <ac:chgData name="髙浦祐朗" userId="d6d860fe-bc64-411b-9605-a16d1ba875f6" providerId="ADAL" clId="{FD5739A4-4B0A-404A-B248-71ED8896F80D}" dt="2025-05-26T02:00:41.598" v="797" actId="2711"/>
          <ac:spMkLst>
            <pc:docMk/>
            <pc:sldMk cId="3703131428" sldId="1102"/>
            <ac:spMk id="63" creationId="{361B9BA4-8F54-97D7-E684-51F2467ABD38}"/>
          </ac:spMkLst>
        </pc:spChg>
        <pc:spChg chg="mod">
          <ac:chgData name="髙浦祐朗" userId="d6d860fe-bc64-411b-9605-a16d1ba875f6" providerId="ADAL" clId="{FD5739A4-4B0A-404A-B248-71ED8896F80D}" dt="2025-05-26T02:01:03.933" v="799" actId="255"/>
          <ac:spMkLst>
            <pc:docMk/>
            <pc:sldMk cId="3703131428" sldId="1102"/>
            <ac:spMk id="67" creationId="{0A951824-8CC8-3E3C-1303-25EAC7814C5E}"/>
          </ac:spMkLst>
        </pc:spChg>
        <pc:spChg chg="mod">
          <ac:chgData name="髙浦祐朗" userId="d6d860fe-bc64-411b-9605-a16d1ba875f6" providerId="ADAL" clId="{FD5739A4-4B0A-404A-B248-71ED8896F80D}" dt="2025-05-26T02:01:03.933" v="799" actId="255"/>
          <ac:spMkLst>
            <pc:docMk/>
            <pc:sldMk cId="3703131428" sldId="1102"/>
            <ac:spMk id="82" creationId="{7011170F-99B2-45A0-5B70-3BA6915D24FC}"/>
          </ac:spMkLst>
        </pc:spChg>
        <pc:spChg chg="mod">
          <ac:chgData name="髙浦祐朗" userId="d6d860fe-bc64-411b-9605-a16d1ba875f6" providerId="ADAL" clId="{FD5739A4-4B0A-404A-B248-71ED8896F80D}" dt="2025-05-26T02:00:51.370" v="798" actId="2711"/>
          <ac:spMkLst>
            <pc:docMk/>
            <pc:sldMk cId="3703131428" sldId="1102"/>
            <ac:spMk id="87" creationId="{E326D6E4-DC31-1435-808A-3B0131517697}"/>
          </ac:spMkLst>
        </pc:spChg>
        <pc:spChg chg="mod">
          <ac:chgData name="髙浦祐朗" userId="d6d860fe-bc64-411b-9605-a16d1ba875f6" providerId="ADAL" clId="{FD5739A4-4B0A-404A-B248-71ED8896F80D}" dt="2025-05-26T02:01:03.933" v="799" actId="255"/>
          <ac:spMkLst>
            <pc:docMk/>
            <pc:sldMk cId="3703131428" sldId="1102"/>
            <ac:spMk id="88" creationId="{358B10C0-7217-1F66-B3D7-FBF916B25408}"/>
          </ac:spMkLst>
        </pc:spChg>
      </pc:sldChg>
      <pc:sldChg chg="add del">
        <pc:chgData name="髙浦祐朗" userId="d6d860fe-bc64-411b-9605-a16d1ba875f6" providerId="ADAL" clId="{FD5739A4-4B0A-404A-B248-71ED8896F80D}" dt="2025-05-26T04:27:03.659" v="1931"/>
        <pc:sldMkLst>
          <pc:docMk/>
          <pc:sldMk cId="2182757350" sldId="1148"/>
        </pc:sldMkLst>
      </pc:sldChg>
      <pc:sldChg chg="add del">
        <pc:chgData name="髙浦祐朗" userId="d6d860fe-bc64-411b-9605-a16d1ba875f6" providerId="ADAL" clId="{FD5739A4-4B0A-404A-B248-71ED8896F80D}" dt="2025-05-26T04:27:03.659" v="1931"/>
        <pc:sldMkLst>
          <pc:docMk/>
          <pc:sldMk cId="2605842854" sldId="1236"/>
        </pc:sldMkLst>
      </pc:sldChg>
      <pc:sldChg chg="modSp mod">
        <pc:chgData name="髙浦祐朗" userId="d6d860fe-bc64-411b-9605-a16d1ba875f6" providerId="ADAL" clId="{FD5739A4-4B0A-404A-B248-71ED8896F80D}" dt="2025-05-26T02:01:43.254" v="806" actId="2711"/>
        <pc:sldMkLst>
          <pc:docMk/>
          <pc:sldMk cId="539254979" sldId="1254"/>
        </pc:sldMkLst>
        <pc:spChg chg="mod">
          <ac:chgData name="髙浦祐朗" userId="d6d860fe-bc64-411b-9605-a16d1ba875f6" providerId="ADAL" clId="{FD5739A4-4B0A-404A-B248-71ED8896F80D}" dt="2025-05-26T01:24:29.467" v="500"/>
          <ac:spMkLst>
            <pc:docMk/>
            <pc:sldMk cId="539254979" sldId="1254"/>
            <ac:spMk id="2" creationId="{715A1977-001A-47E2-A226-93AAC587563E}"/>
          </ac:spMkLst>
        </pc:spChg>
        <pc:graphicFrameChg chg="mod modGraphic">
          <ac:chgData name="髙浦祐朗" userId="d6d860fe-bc64-411b-9605-a16d1ba875f6" providerId="ADAL" clId="{FD5739A4-4B0A-404A-B248-71ED8896F80D}" dt="2025-05-26T02:01:43.254" v="806" actId="2711"/>
          <ac:graphicFrameMkLst>
            <pc:docMk/>
            <pc:sldMk cId="539254979" sldId="1254"/>
            <ac:graphicFrameMk id="6" creationId="{AD3B78A0-1783-449D-845D-A46B0767A3FB}"/>
          </ac:graphicFrameMkLst>
        </pc:graphicFrameChg>
      </pc:sldChg>
      <pc:sldChg chg="modSp mod">
        <pc:chgData name="髙浦祐朗" userId="d6d860fe-bc64-411b-9605-a16d1ba875f6" providerId="ADAL" clId="{FD5739A4-4B0A-404A-B248-71ED8896F80D}" dt="2025-05-26T02:01:38.443" v="805" actId="2711"/>
        <pc:sldMkLst>
          <pc:docMk/>
          <pc:sldMk cId="4288456481" sldId="1256"/>
        </pc:sldMkLst>
        <pc:spChg chg="mod">
          <ac:chgData name="髙浦祐朗" userId="d6d860fe-bc64-411b-9605-a16d1ba875f6" providerId="ADAL" clId="{FD5739A4-4B0A-404A-B248-71ED8896F80D}" dt="2025-05-26T01:24:33.216" v="505"/>
          <ac:spMkLst>
            <pc:docMk/>
            <pc:sldMk cId="4288456481" sldId="1256"/>
            <ac:spMk id="2" creationId="{715A1977-001A-47E2-A226-93AAC587563E}"/>
          </ac:spMkLst>
        </pc:spChg>
        <pc:graphicFrameChg chg="modGraphic">
          <ac:chgData name="髙浦祐朗" userId="d6d860fe-bc64-411b-9605-a16d1ba875f6" providerId="ADAL" clId="{FD5739A4-4B0A-404A-B248-71ED8896F80D}" dt="2025-05-26T02:01:38.443" v="805" actId="2711"/>
          <ac:graphicFrameMkLst>
            <pc:docMk/>
            <pc:sldMk cId="4288456481" sldId="1256"/>
            <ac:graphicFrameMk id="5" creationId="{DA73F207-25CE-5C63-AF14-FCD298F7DD44}"/>
          </ac:graphicFrameMkLst>
        </pc:graphicFrameChg>
      </pc:sldChg>
      <pc:sldChg chg="modSp mod">
        <pc:chgData name="髙浦祐朗" userId="d6d860fe-bc64-411b-9605-a16d1ba875f6" providerId="ADAL" clId="{FD5739A4-4B0A-404A-B248-71ED8896F80D}" dt="2025-05-26T02:01:30.468" v="804" actId="2711"/>
        <pc:sldMkLst>
          <pc:docMk/>
          <pc:sldMk cId="3780408208" sldId="1257"/>
        </pc:sldMkLst>
        <pc:spChg chg="mod">
          <ac:chgData name="髙浦祐朗" userId="d6d860fe-bc64-411b-9605-a16d1ba875f6" providerId="ADAL" clId="{FD5739A4-4B0A-404A-B248-71ED8896F80D}" dt="2025-05-26T01:24:36.371" v="510"/>
          <ac:spMkLst>
            <pc:docMk/>
            <pc:sldMk cId="3780408208" sldId="1257"/>
            <ac:spMk id="2" creationId="{33872AE4-2D9D-8C6D-6F46-4929A0D8A392}"/>
          </ac:spMkLst>
        </pc:spChg>
        <pc:graphicFrameChg chg="modGraphic">
          <ac:chgData name="髙浦祐朗" userId="d6d860fe-bc64-411b-9605-a16d1ba875f6" providerId="ADAL" clId="{FD5739A4-4B0A-404A-B248-71ED8896F80D}" dt="2025-05-26T02:01:30.468" v="804" actId="2711"/>
          <ac:graphicFrameMkLst>
            <pc:docMk/>
            <pc:sldMk cId="3780408208" sldId="1257"/>
            <ac:graphicFrameMk id="5" creationId="{253DDDF4-6788-041F-1E1D-A0D8472C65B2}"/>
          </ac:graphicFrameMkLst>
        </pc:graphicFrameChg>
      </pc:sldChg>
      <pc:sldChg chg="modSp mod">
        <pc:chgData name="髙浦祐朗" userId="d6d860fe-bc64-411b-9605-a16d1ba875f6" providerId="ADAL" clId="{FD5739A4-4B0A-404A-B248-71ED8896F80D}" dt="2025-05-29T05:40:46.462" v="3939"/>
        <pc:sldMkLst>
          <pc:docMk/>
          <pc:sldMk cId="960822894" sldId="1258"/>
        </pc:sldMkLst>
        <pc:spChg chg="mod">
          <ac:chgData name="髙浦祐朗" userId="d6d860fe-bc64-411b-9605-a16d1ba875f6" providerId="ADAL" clId="{FD5739A4-4B0A-404A-B248-71ED8896F80D}" dt="2025-05-26T01:25:43.263" v="582"/>
          <ac:spMkLst>
            <pc:docMk/>
            <pc:sldMk cId="960822894" sldId="1258"/>
            <ac:spMk id="2" creationId="{79681C58-BA49-C35A-E619-B522362B4B58}"/>
          </ac:spMkLst>
        </pc:spChg>
        <pc:graphicFrameChg chg="mod">
          <ac:chgData name="髙浦祐朗" userId="d6d860fe-bc64-411b-9605-a16d1ba875f6" providerId="ADAL" clId="{FD5739A4-4B0A-404A-B248-71ED8896F80D}" dt="2025-05-29T05:40:46.462" v="3939"/>
          <ac:graphicFrameMkLst>
            <pc:docMk/>
            <pc:sldMk cId="960822894" sldId="1258"/>
            <ac:graphicFrameMk id="5" creationId="{8B880FE2-3F07-5F95-567F-3174E10F3ED1}"/>
          </ac:graphicFrameMkLst>
        </pc:graphicFrameChg>
      </pc:sldChg>
      <pc:sldChg chg="modSp mod">
        <pc:chgData name="髙浦祐朗" userId="d6d860fe-bc64-411b-9605-a16d1ba875f6" providerId="ADAL" clId="{FD5739A4-4B0A-404A-B248-71ED8896F80D}" dt="2025-05-26T02:04:08.131" v="817" actId="1076"/>
        <pc:sldMkLst>
          <pc:docMk/>
          <pc:sldMk cId="4228793328" sldId="1259"/>
        </pc:sldMkLst>
        <pc:spChg chg="mod">
          <ac:chgData name="髙浦祐朗" userId="d6d860fe-bc64-411b-9605-a16d1ba875f6" providerId="ADAL" clId="{FD5739A4-4B0A-404A-B248-71ED8896F80D}" dt="2025-05-26T01:24:20.437" v="490"/>
          <ac:spMkLst>
            <pc:docMk/>
            <pc:sldMk cId="4228793328" sldId="1259"/>
            <ac:spMk id="2" creationId="{3DC23065-9BB7-3350-BA5E-726A29FDBFDF}"/>
          </ac:spMkLst>
        </pc:spChg>
        <pc:graphicFrameChg chg="mod modGraphic">
          <ac:chgData name="髙浦祐朗" userId="d6d860fe-bc64-411b-9605-a16d1ba875f6" providerId="ADAL" clId="{FD5739A4-4B0A-404A-B248-71ED8896F80D}" dt="2025-05-26T02:04:08.131" v="817" actId="1076"/>
          <ac:graphicFrameMkLst>
            <pc:docMk/>
            <pc:sldMk cId="4228793328" sldId="1259"/>
            <ac:graphicFrameMk id="4" creationId="{B8BB1181-8D6C-4D50-4C38-3B95B22AA763}"/>
          </ac:graphicFrameMkLst>
        </pc:graphicFrameChg>
      </pc:sldChg>
      <pc:sldChg chg="addSp delSp modSp mod">
        <pc:chgData name="髙浦祐朗" userId="d6d860fe-bc64-411b-9605-a16d1ba875f6" providerId="ADAL" clId="{FD5739A4-4B0A-404A-B248-71ED8896F80D}" dt="2025-05-26T10:28:01.806" v="2832" actId="14734"/>
        <pc:sldMkLst>
          <pc:docMk/>
          <pc:sldMk cId="33298405" sldId="1260"/>
        </pc:sldMkLst>
        <pc:spChg chg="mod">
          <ac:chgData name="髙浦祐朗" userId="d6d860fe-bc64-411b-9605-a16d1ba875f6" providerId="ADAL" clId="{FD5739A4-4B0A-404A-B248-71ED8896F80D}" dt="2025-05-26T01:24:43.800" v="520"/>
          <ac:spMkLst>
            <pc:docMk/>
            <pc:sldMk cId="33298405" sldId="1260"/>
            <ac:spMk id="2" creationId="{85F81390-A44E-CCDA-DCDF-286F47E61DA2}"/>
          </ac:spMkLst>
        </pc:spChg>
        <pc:spChg chg="add mod">
          <ac:chgData name="髙浦祐朗" userId="d6d860fe-bc64-411b-9605-a16d1ba875f6" providerId="ADAL" clId="{FD5739A4-4B0A-404A-B248-71ED8896F80D}" dt="2025-05-26T04:31:32.465" v="2036"/>
          <ac:spMkLst>
            <pc:docMk/>
            <pc:sldMk cId="33298405" sldId="1260"/>
            <ac:spMk id="7" creationId="{C74E8F55-EE8B-C620-463C-38E8741671E5}"/>
          </ac:spMkLst>
        </pc:spChg>
        <pc:graphicFrameChg chg="add mod modGraphic">
          <ac:chgData name="髙浦祐朗" userId="d6d860fe-bc64-411b-9605-a16d1ba875f6" providerId="ADAL" clId="{FD5739A4-4B0A-404A-B248-71ED8896F80D}" dt="2025-05-26T10:28:01.806" v="2832" actId="14734"/>
          <ac:graphicFrameMkLst>
            <pc:docMk/>
            <pc:sldMk cId="33298405" sldId="1260"/>
            <ac:graphicFrameMk id="6" creationId="{7A3D85B5-5C12-D3E4-86FF-2A45B0260640}"/>
          </ac:graphicFrameMkLst>
        </pc:graphicFrameChg>
      </pc:sldChg>
      <pc:sldChg chg="modSp mod">
        <pc:chgData name="髙浦祐朗" userId="d6d860fe-bc64-411b-9605-a16d1ba875f6" providerId="ADAL" clId="{FD5739A4-4B0A-404A-B248-71ED8896F80D}" dt="2025-05-26T02:04:31.444" v="821" actId="1076"/>
        <pc:sldMkLst>
          <pc:docMk/>
          <pc:sldMk cId="4068759813" sldId="1261"/>
        </pc:sldMkLst>
        <pc:spChg chg="mod">
          <ac:chgData name="髙浦祐朗" userId="d6d860fe-bc64-411b-9605-a16d1ba875f6" providerId="ADAL" clId="{FD5739A4-4B0A-404A-B248-71ED8896F80D}" dt="2025-05-26T01:24:24.524" v="495"/>
          <ac:spMkLst>
            <pc:docMk/>
            <pc:sldMk cId="4068759813" sldId="1261"/>
            <ac:spMk id="2" creationId="{3D482C5D-13B7-A84C-75A8-84CC86292AD3}"/>
          </ac:spMkLst>
        </pc:spChg>
        <pc:graphicFrameChg chg="mod modGraphic">
          <ac:chgData name="髙浦祐朗" userId="d6d860fe-bc64-411b-9605-a16d1ba875f6" providerId="ADAL" clId="{FD5739A4-4B0A-404A-B248-71ED8896F80D}" dt="2025-05-26T02:04:31.444" v="821" actId="1076"/>
          <ac:graphicFrameMkLst>
            <pc:docMk/>
            <pc:sldMk cId="4068759813" sldId="1261"/>
            <ac:graphicFrameMk id="4" creationId="{C3ABFFB8-718F-E877-CBCF-1E10B79F64C1}"/>
          </ac:graphicFrameMkLst>
        </pc:graphicFrameChg>
      </pc:sldChg>
      <pc:sldChg chg="modSp mod">
        <pc:chgData name="髙浦祐朗" userId="d6d860fe-bc64-411b-9605-a16d1ba875f6" providerId="ADAL" clId="{FD5739A4-4B0A-404A-B248-71ED8896F80D}" dt="2025-06-03T11:14:22.691" v="4426"/>
        <pc:sldMkLst>
          <pc:docMk/>
          <pc:sldMk cId="449921474" sldId="1262"/>
        </pc:sldMkLst>
        <pc:spChg chg="mod">
          <ac:chgData name="髙浦祐朗" userId="d6d860fe-bc64-411b-9605-a16d1ba875f6" providerId="ADAL" clId="{FD5739A4-4B0A-404A-B248-71ED8896F80D}" dt="2025-05-26T01:24:55.478" v="535"/>
          <ac:spMkLst>
            <pc:docMk/>
            <pc:sldMk cId="449921474" sldId="1262"/>
            <ac:spMk id="2" creationId="{71F128C7-1744-1092-FCB7-340BFA8674B9}"/>
          </ac:spMkLst>
        </pc:spChg>
        <pc:spChg chg="mod">
          <ac:chgData name="髙浦祐朗" userId="d6d860fe-bc64-411b-9605-a16d1ba875f6" providerId="ADAL" clId="{FD5739A4-4B0A-404A-B248-71ED8896F80D}" dt="2025-06-03T11:12:46.610" v="4367"/>
          <ac:spMkLst>
            <pc:docMk/>
            <pc:sldMk cId="449921474" sldId="1262"/>
            <ac:spMk id="5" creationId="{7D622E5B-89DC-35A1-58EE-F1C02E8F5E0F}"/>
          </ac:spMkLst>
        </pc:spChg>
        <pc:spChg chg="mod">
          <ac:chgData name="髙浦祐朗" userId="d6d860fe-bc64-411b-9605-a16d1ba875f6" providerId="ADAL" clId="{FD5739A4-4B0A-404A-B248-71ED8896F80D}" dt="2025-06-03T11:14:22.691" v="4426"/>
          <ac:spMkLst>
            <pc:docMk/>
            <pc:sldMk cId="449921474" sldId="1262"/>
            <ac:spMk id="7" creationId="{05C33CA4-FA3D-49AB-D2AF-81E960F3C43C}"/>
          </ac:spMkLst>
        </pc:spChg>
        <pc:spChg chg="mod">
          <ac:chgData name="髙浦祐朗" userId="d6d860fe-bc64-411b-9605-a16d1ba875f6" providerId="ADAL" clId="{FD5739A4-4B0A-404A-B248-71ED8896F80D}" dt="2025-06-03T11:13:52.837" v="4401"/>
          <ac:spMkLst>
            <pc:docMk/>
            <pc:sldMk cId="449921474" sldId="1262"/>
            <ac:spMk id="16" creationId="{67CFC5B8-F9DD-2AB3-8CF7-F1A6B975FFE6}"/>
          </ac:spMkLst>
        </pc:spChg>
        <pc:spChg chg="mod">
          <ac:chgData name="髙浦祐朗" userId="d6d860fe-bc64-411b-9605-a16d1ba875f6" providerId="ADAL" clId="{FD5739A4-4B0A-404A-B248-71ED8896F80D}" dt="2025-06-03T11:13:59.078" v="4411"/>
          <ac:spMkLst>
            <pc:docMk/>
            <pc:sldMk cId="449921474" sldId="1262"/>
            <ac:spMk id="17" creationId="{5665279F-BC32-73B3-D786-8AB08184B617}"/>
          </ac:spMkLst>
        </pc:spChg>
        <pc:spChg chg="mod">
          <ac:chgData name="髙浦祐朗" userId="d6d860fe-bc64-411b-9605-a16d1ba875f6" providerId="ADAL" clId="{FD5739A4-4B0A-404A-B248-71ED8896F80D}" dt="2025-06-03T11:11:17.967" v="4289"/>
          <ac:spMkLst>
            <pc:docMk/>
            <pc:sldMk cId="449921474" sldId="1262"/>
            <ac:spMk id="19" creationId="{4AB8091D-685B-FB57-20DA-7A631AE72C22}"/>
          </ac:spMkLst>
        </pc:spChg>
        <pc:spChg chg="mod">
          <ac:chgData name="髙浦祐朗" userId="d6d860fe-bc64-411b-9605-a16d1ba875f6" providerId="ADAL" clId="{FD5739A4-4B0A-404A-B248-71ED8896F80D}" dt="2025-06-03T11:13:36.826" v="4383"/>
          <ac:spMkLst>
            <pc:docMk/>
            <pc:sldMk cId="449921474" sldId="1262"/>
            <ac:spMk id="28" creationId="{E1C3F7B8-4DBE-CA8C-E47A-C639497DF160}"/>
          </ac:spMkLst>
        </pc:spChg>
        <pc:spChg chg="mod">
          <ac:chgData name="髙浦祐朗" userId="d6d860fe-bc64-411b-9605-a16d1ba875f6" providerId="ADAL" clId="{FD5739A4-4B0A-404A-B248-71ED8896F80D}" dt="2025-06-03T11:11:27.314" v="4298"/>
          <ac:spMkLst>
            <pc:docMk/>
            <pc:sldMk cId="449921474" sldId="1262"/>
            <ac:spMk id="30" creationId="{FE2A819E-CDB8-9994-AD30-D2590880F60B}"/>
          </ac:spMkLst>
        </pc:spChg>
      </pc:sldChg>
      <pc:sldChg chg="modSp mod">
        <pc:chgData name="髙浦祐朗" userId="d6d860fe-bc64-411b-9605-a16d1ba875f6" providerId="ADAL" clId="{FD5739A4-4B0A-404A-B248-71ED8896F80D}" dt="2025-05-26T01:34:56.649" v="732"/>
        <pc:sldMkLst>
          <pc:docMk/>
          <pc:sldMk cId="2698353520" sldId="1263"/>
        </pc:sldMkLst>
      </pc:sldChg>
      <pc:sldChg chg="modSp mod">
        <pc:chgData name="髙浦祐朗" userId="d6d860fe-bc64-411b-9605-a16d1ba875f6" providerId="ADAL" clId="{FD5739A4-4B0A-404A-B248-71ED8896F80D}" dt="2025-05-29T05:54:40.063" v="3995" actId="207"/>
        <pc:sldMkLst>
          <pc:docMk/>
          <pc:sldMk cId="3471225879" sldId="1264"/>
        </pc:sldMkLst>
        <pc:spChg chg="mod">
          <ac:chgData name="髙浦祐朗" userId="d6d860fe-bc64-411b-9605-a16d1ba875f6" providerId="ADAL" clId="{FD5739A4-4B0A-404A-B248-71ED8896F80D}" dt="2025-05-26T01:25:04.051" v="545"/>
          <ac:spMkLst>
            <pc:docMk/>
            <pc:sldMk cId="3471225879" sldId="1264"/>
            <ac:spMk id="2" creationId="{36531DA8-1736-EF6E-FAA7-64D44726AC3B}"/>
          </ac:spMkLst>
        </pc:spChg>
        <pc:spChg chg="mod">
          <ac:chgData name="髙浦祐朗" userId="d6d860fe-bc64-411b-9605-a16d1ba875f6" providerId="ADAL" clId="{FD5739A4-4B0A-404A-B248-71ED8896F80D}" dt="2025-05-29T05:54:40.063" v="3995" actId="207"/>
          <ac:spMkLst>
            <pc:docMk/>
            <pc:sldMk cId="3471225879" sldId="1264"/>
            <ac:spMk id="9" creationId="{C656807D-A3D3-14BC-B582-3F4B55A32989}"/>
          </ac:spMkLst>
        </pc:spChg>
      </pc:sldChg>
      <pc:sldChg chg="modSp mod">
        <pc:chgData name="髙浦祐朗" userId="d6d860fe-bc64-411b-9605-a16d1ba875f6" providerId="ADAL" clId="{FD5739A4-4B0A-404A-B248-71ED8896F80D}" dt="2025-05-29T05:54:24.281" v="3994" actId="20577"/>
        <pc:sldMkLst>
          <pc:docMk/>
          <pc:sldMk cId="1439440788" sldId="1265"/>
        </pc:sldMkLst>
        <pc:spChg chg="mod">
          <ac:chgData name="髙浦祐朗" userId="d6d860fe-bc64-411b-9605-a16d1ba875f6" providerId="ADAL" clId="{FD5739A4-4B0A-404A-B248-71ED8896F80D}" dt="2025-05-26T01:25:08.494" v="550"/>
          <ac:spMkLst>
            <pc:docMk/>
            <pc:sldMk cId="1439440788" sldId="1265"/>
            <ac:spMk id="2" creationId="{3E4F90C1-0AC3-F442-0686-E9D75CD29586}"/>
          </ac:spMkLst>
        </pc:spChg>
        <pc:spChg chg="mod">
          <ac:chgData name="髙浦祐朗" userId="d6d860fe-bc64-411b-9605-a16d1ba875f6" providerId="ADAL" clId="{FD5739A4-4B0A-404A-B248-71ED8896F80D}" dt="2025-05-26T01:35:11.232" v="733" actId="2711"/>
          <ac:spMkLst>
            <pc:docMk/>
            <pc:sldMk cId="1439440788" sldId="1265"/>
            <ac:spMk id="5" creationId="{BCEE1C21-35B2-648F-87A8-CB34E4501D4B}"/>
          </ac:spMkLst>
        </pc:spChg>
        <pc:graphicFrameChg chg="mod modGraphic">
          <ac:chgData name="髙浦祐朗" userId="d6d860fe-bc64-411b-9605-a16d1ba875f6" providerId="ADAL" clId="{FD5739A4-4B0A-404A-B248-71ED8896F80D}" dt="2025-05-29T05:54:24.281" v="3994" actId="20577"/>
          <ac:graphicFrameMkLst>
            <pc:docMk/>
            <pc:sldMk cId="1439440788" sldId="1265"/>
            <ac:graphicFrameMk id="3" creationId="{7D9CFE13-39E4-943C-B285-3C72949A4754}"/>
          </ac:graphicFrameMkLst>
        </pc:graphicFrameChg>
      </pc:sldChg>
      <pc:sldChg chg="addSp delSp modSp mod ord">
        <pc:chgData name="髙浦祐朗" userId="d6d860fe-bc64-411b-9605-a16d1ba875f6" providerId="ADAL" clId="{FD5739A4-4B0A-404A-B248-71ED8896F80D}" dt="2025-05-26T10:39:22.531" v="3291"/>
        <pc:sldMkLst>
          <pc:docMk/>
          <pc:sldMk cId="3034686059" sldId="1266"/>
        </pc:sldMkLst>
        <pc:spChg chg="mod">
          <ac:chgData name="髙浦祐朗" userId="d6d860fe-bc64-411b-9605-a16d1ba875f6" providerId="ADAL" clId="{FD5739A4-4B0A-404A-B248-71ED8896F80D}" dt="2025-05-26T01:24:47.642" v="525"/>
          <ac:spMkLst>
            <pc:docMk/>
            <pc:sldMk cId="3034686059" sldId="1266"/>
            <ac:spMk id="2" creationId="{9F438DDC-6CC3-D2FB-845B-47FB5DD6AFDA}"/>
          </ac:spMkLst>
        </pc:spChg>
        <pc:graphicFrameChg chg="add mod modGraphic">
          <ac:chgData name="髙浦祐朗" userId="d6d860fe-bc64-411b-9605-a16d1ba875f6" providerId="ADAL" clId="{FD5739A4-4B0A-404A-B248-71ED8896F80D}" dt="2025-05-26T10:01:42.561" v="2379" actId="3064"/>
          <ac:graphicFrameMkLst>
            <pc:docMk/>
            <pc:sldMk cId="3034686059" sldId="1266"/>
            <ac:graphicFrameMk id="6" creationId="{A2A695D3-35CA-28BC-6936-C9CE652E37CD}"/>
          </ac:graphicFrameMkLst>
        </pc:graphicFrameChg>
      </pc:sldChg>
      <pc:sldChg chg="addSp delSp modSp mod">
        <pc:chgData name="髙浦祐朗" userId="d6d860fe-bc64-411b-9605-a16d1ba875f6" providerId="ADAL" clId="{FD5739A4-4B0A-404A-B248-71ED8896F80D}" dt="2025-05-27T02:47:09.551" v="3934" actId="1076"/>
        <pc:sldMkLst>
          <pc:docMk/>
          <pc:sldMk cId="3648234977" sldId="1267"/>
        </pc:sldMkLst>
        <pc:spChg chg="mod">
          <ac:chgData name="髙浦祐朗" userId="d6d860fe-bc64-411b-9605-a16d1ba875f6" providerId="ADAL" clId="{FD5739A4-4B0A-404A-B248-71ED8896F80D}" dt="2025-05-26T01:25:17.047" v="560"/>
          <ac:spMkLst>
            <pc:docMk/>
            <pc:sldMk cId="3648234977" sldId="1267"/>
            <ac:spMk id="2" creationId="{52BA19AE-6CD1-A1B5-EA44-A73F24F16C3D}"/>
          </ac:spMkLst>
        </pc:spChg>
        <pc:spChg chg="mod">
          <ac:chgData name="髙浦祐朗" userId="d6d860fe-bc64-411b-9605-a16d1ba875f6" providerId="ADAL" clId="{FD5739A4-4B0A-404A-B248-71ED8896F80D}" dt="2025-05-26T01:49:47.244" v="751"/>
          <ac:spMkLst>
            <pc:docMk/>
            <pc:sldMk cId="3648234977" sldId="1267"/>
            <ac:spMk id="9" creationId="{DBDEEDC0-12CA-303D-A13C-80C1EBC69F6A}"/>
          </ac:spMkLst>
        </pc:spChg>
        <pc:spChg chg="mod">
          <ac:chgData name="髙浦祐朗" userId="d6d860fe-bc64-411b-9605-a16d1ba875f6" providerId="ADAL" clId="{FD5739A4-4B0A-404A-B248-71ED8896F80D}" dt="2025-05-26T01:49:47.244" v="751"/>
          <ac:spMkLst>
            <pc:docMk/>
            <pc:sldMk cId="3648234977" sldId="1267"/>
            <ac:spMk id="10" creationId="{F716FA11-AD7C-1254-07AF-B3E570FA6A2A}"/>
          </ac:spMkLst>
        </pc:spChg>
        <pc:spChg chg="mod">
          <ac:chgData name="髙浦祐朗" userId="d6d860fe-bc64-411b-9605-a16d1ba875f6" providerId="ADAL" clId="{FD5739A4-4B0A-404A-B248-71ED8896F80D}" dt="2025-05-26T01:49:47.244" v="751"/>
          <ac:spMkLst>
            <pc:docMk/>
            <pc:sldMk cId="3648234977" sldId="1267"/>
            <ac:spMk id="13" creationId="{96271E72-1831-8DAF-9524-FA8D81A265A8}"/>
          </ac:spMkLst>
        </pc:spChg>
        <pc:spChg chg="mod">
          <ac:chgData name="髙浦祐朗" userId="d6d860fe-bc64-411b-9605-a16d1ba875f6" providerId="ADAL" clId="{FD5739A4-4B0A-404A-B248-71ED8896F80D}" dt="2025-05-26T01:49:47.244" v="751"/>
          <ac:spMkLst>
            <pc:docMk/>
            <pc:sldMk cId="3648234977" sldId="1267"/>
            <ac:spMk id="14" creationId="{71093063-840D-9B8F-7D37-554728853DE1}"/>
          </ac:spMkLst>
        </pc:spChg>
        <pc:spChg chg="mod">
          <ac:chgData name="髙浦祐朗" userId="d6d860fe-bc64-411b-9605-a16d1ba875f6" providerId="ADAL" clId="{FD5739A4-4B0A-404A-B248-71ED8896F80D}" dt="2025-05-26T01:49:47.244" v="751"/>
          <ac:spMkLst>
            <pc:docMk/>
            <pc:sldMk cId="3648234977" sldId="1267"/>
            <ac:spMk id="19" creationId="{6C308C06-E425-EC11-5A26-CB93643A6CE5}"/>
          </ac:spMkLst>
        </pc:spChg>
        <pc:spChg chg="mod">
          <ac:chgData name="髙浦祐朗" userId="d6d860fe-bc64-411b-9605-a16d1ba875f6" providerId="ADAL" clId="{FD5739A4-4B0A-404A-B248-71ED8896F80D}" dt="2025-05-26T01:49:47.244" v="751"/>
          <ac:spMkLst>
            <pc:docMk/>
            <pc:sldMk cId="3648234977" sldId="1267"/>
            <ac:spMk id="20" creationId="{6CEB4D21-9965-1181-4248-845D96DABE6A}"/>
          </ac:spMkLst>
        </pc:spChg>
        <pc:spChg chg="mod">
          <ac:chgData name="髙浦祐朗" userId="d6d860fe-bc64-411b-9605-a16d1ba875f6" providerId="ADAL" clId="{FD5739A4-4B0A-404A-B248-71ED8896F80D}" dt="2025-05-26T01:49:47.244" v="751"/>
          <ac:spMkLst>
            <pc:docMk/>
            <pc:sldMk cId="3648234977" sldId="1267"/>
            <ac:spMk id="22" creationId="{E50023F4-CD57-E89B-C6B0-16E5FCCC490C}"/>
          </ac:spMkLst>
        </pc:spChg>
        <pc:spChg chg="mod">
          <ac:chgData name="髙浦祐朗" userId="d6d860fe-bc64-411b-9605-a16d1ba875f6" providerId="ADAL" clId="{FD5739A4-4B0A-404A-B248-71ED8896F80D}" dt="2025-05-26T01:50:14.440" v="793"/>
          <ac:spMkLst>
            <pc:docMk/>
            <pc:sldMk cId="3648234977" sldId="1267"/>
            <ac:spMk id="23" creationId="{2A467660-12E5-4A6A-6A33-342C9B8DAD5B}"/>
          </ac:spMkLst>
        </pc:spChg>
        <pc:grpChg chg="add mod">
          <ac:chgData name="髙浦祐朗" userId="d6d860fe-bc64-411b-9605-a16d1ba875f6" providerId="ADAL" clId="{FD5739A4-4B0A-404A-B248-71ED8896F80D}" dt="2025-05-26T01:49:47.244" v="751"/>
          <ac:grpSpMkLst>
            <pc:docMk/>
            <pc:sldMk cId="3648234977" sldId="1267"/>
            <ac:grpSpMk id="7" creationId="{11361CAB-A30C-8A3E-3BAF-BD0A54E85354}"/>
          </ac:grpSpMkLst>
        </pc:grpChg>
        <pc:grpChg chg="add mod">
          <ac:chgData name="髙浦祐朗" userId="d6d860fe-bc64-411b-9605-a16d1ba875f6" providerId="ADAL" clId="{FD5739A4-4B0A-404A-B248-71ED8896F80D}" dt="2025-05-26T01:49:47.244" v="751"/>
          <ac:grpSpMkLst>
            <pc:docMk/>
            <pc:sldMk cId="3648234977" sldId="1267"/>
            <ac:grpSpMk id="15" creationId="{96A97D67-EF83-07DE-D281-8BD957196593}"/>
          </ac:grpSpMkLst>
        </pc:grpChg>
      </pc:sldChg>
      <pc:sldChg chg="addSp delSp modSp mod">
        <pc:chgData name="髙浦祐朗" userId="d6d860fe-bc64-411b-9605-a16d1ba875f6" providerId="ADAL" clId="{FD5739A4-4B0A-404A-B248-71ED8896F80D}" dt="2025-05-26T11:42:04.062" v="3932" actId="403"/>
        <pc:sldMkLst>
          <pc:docMk/>
          <pc:sldMk cId="3200022117" sldId="1268"/>
        </pc:sldMkLst>
        <pc:spChg chg="mod">
          <ac:chgData name="髙浦祐朗" userId="d6d860fe-bc64-411b-9605-a16d1ba875f6" providerId="ADAL" clId="{FD5739A4-4B0A-404A-B248-71ED8896F80D}" dt="2025-05-26T10:41:08.339" v="3330"/>
          <ac:spMkLst>
            <pc:docMk/>
            <pc:sldMk cId="3200022117" sldId="1268"/>
            <ac:spMk id="2" creationId="{1B648F7D-D578-7FB0-AA31-AB55F9D40891}"/>
          </ac:spMkLst>
        </pc:spChg>
        <pc:graphicFrameChg chg="add mod modGraphic">
          <ac:chgData name="髙浦祐朗" userId="d6d860fe-bc64-411b-9605-a16d1ba875f6" providerId="ADAL" clId="{FD5739A4-4B0A-404A-B248-71ED8896F80D}" dt="2025-05-26T11:42:04.062" v="3932" actId="403"/>
          <ac:graphicFrameMkLst>
            <pc:docMk/>
            <pc:sldMk cId="3200022117" sldId="1268"/>
            <ac:graphicFrameMk id="4" creationId="{795F264D-352A-14F7-3305-B89F47D53D80}"/>
          </ac:graphicFrameMkLst>
        </pc:graphicFrameChg>
        <pc:graphicFrameChg chg="add mod modGraphic">
          <ac:chgData name="髙浦祐朗" userId="d6d860fe-bc64-411b-9605-a16d1ba875f6" providerId="ADAL" clId="{FD5739A4-4B0A-404A-B248-71ED8896F80D}" dt="2025-05-26T11:41:45.421" v="3928" actId="255"/>
          <ac:graphicFrameMkLst>
            <pc:docMk/>
            <pc:sldMk cId="3200022117" sldId="1268"/>
            <ac:graphicFrameMk id="171" creationId="{21C6665E-5DC8-1874-110A-64F4062E7D0A}"/>
          </ac:graphicFrameMkLst>
        </pc:graphicFrameChg>
      </pc:sldChg>
      <pc:sldChg chg="addSp delSp modSp add del mod">
        <pc:chgData name="髙浦祐朗" userId="d6d860fe-bc64-411b-9605-a16d1ba875f6" providerId="ADAL" clId="{FD5739A4-4B0A-404A-B248-71ED8896F80D}" dt="2025-05-26T10:41:25.495" v="3331" actId="47"/>
        <pc:sldMkLst>
          <pc:docMk/>
          <pc:sldMk cId="2174194798" sldId="1269"/>
        </pc:sldMkLst>
      </pc:sldChg>
      <pc:sldChg chg="addSp delSp modSp add mod">
        <pc:chgData name="髙浦祐朗" userId="d6d860fe-bc64-411b-9605-a16d1ba875f6" providerId="ADAL" clId="{FD5739A4-4B0A-404A-B248-71ED8896F80D}" dt="2025-05-26T04:23:39.686" v="1874" actId="478"/>
        <pc:sldMkLst>
          <pc:docMk/>
          <pc:sldMk cId="2179318570" sldId="1270"/>
        </pc:sldMkLst>
        <pc:spChg chg="mod">
          <ac:chgData name="髙浦祐朗" userId="d6d860fe-bc64-411b-9605-a16d1ba875f6" providerId="ADAL" clId="{FD5739A4-4B0A-404A-B248-71ED8896F80D}" dt="2025-05-26T04:23:22.469" v="1873" actId="20577"/>
          <ac:spMkLst>
            <pc:docMk/>
            <pc:sldMk cId="2179318570" sldId="1270"/>
            <ac:spMk id="2" creationId="{C556D6F1-F820-D59C-0A5E-DC6CF03C3B8F}"/>
          </ac:spMkLst>
        </pc:spChg>
        <pc:spChg chg="mod">
          <ac:chgData name="髙浦祐朗" userId="d6d860fe-bc64-411b-9605-a16d1ba875f6" providerId="ADAL" clId="{FD5739A4-4B0A-404A-B248-71ED8896F80D}" dt="2025-05-26T04:21:46.603" v="1832" actId="14100"/>
          <ac:spMkLst>
            <pc:docMk/>
            <pc:sldMk cId="2179318570" sldId="1270"/>
            <ac:spMk id="12" creationId="{2BCB160D-6735-2D94-AE75-E4EDE2E83EF3}"/>
          </ac:spMkLst>
        </pc:spChg>
      </pc:sldChg>
      <pc:sldChg chg="add del">
        <pc:chgData name="髙浦祐朗" userId="d6d860fe-bc64-411b-9605-a16d1ba875f6" providerId="ADAL" clId="{FD5739A4-4B0A-404A-B248-71ED8896F80D}" dt="2025-05-26T02:43:59.496" v="1406" actId="47"/>
        <pc:sldMkLst>
          <pc:docMk/>
          <pc:sldMk cId="164378831" sldId="1271"/>
        </pc:sldMkLst>
      </pc:sldChg>
      <pc:sldChg chg="addSp delSp modSp add mod">
        <pc:chgData name="髙浦祐朗" userId="d6d860fe-bc64-411b-9605-a16d1ba875f6" providerId="ADAL" clId="{FD5739A4-4B0A-404A-B248-71ED8896F80D}" dt="2025-05-26T10:34:43.470" v="3289" actId="207"/>
        <pc:sldMkLst>
          <pc:docMk/>
          <pc:sldMk cId="3332083236" sldId="1271"/>
        </pc:sldMkLst>
        <pc:spChg chg="mod">
          <ac:chgData name="髙浦祐朗" userId="d6d860fe-bc64-411b-9605-a16d1ba875f6" providerId="ADAL" clId="{FD5739A4-4B0A-404A-B248-71ED8896F80D}" dt="2025-05-26T04:24:29.536" v="1904"/>
          <ac:spMkLst>
            <pc:docMk/>
            <pc:sldMk cId="3332083236" sldId="1271"/>
            <ac:spMk id="2" creationId="{955FB33A-61FC-E7A5-2731-26104C1C5873}"/>
          </ac:spMkLst>
        </pc:spChg>
        <pc:spChg chg="add mod">
          <ac:chgData name="髙浦祐朗" userId="d6d860fe-bc64-411b-9605-a16d1ba875f6" providerId="ADAL" clId="{FD5739A4-4B0A-404A-B248-71ED8896F80D}" dt="2025-05-26T04:27:32.648" v="1933"/>
          <ac:spMkLst>
            <pc:docMk/>
            <pc:sldMk cId="3332083236" sldId="1271"/>
            <ac:spMk id="155" creationId="{27E49E27-E0FC-DCDA-C62C-2A5E3B3C09B0}"/>
          </ac:spMkLst>
        </pc:spChg>
        <pc:spChg chg="mod">
          <ac:chgData name="髙浦祐朗" userId="d6d860fe-bc64-411b-9605-a16d1ba875f6" providerId="ADAL" clId="{FD5739A4-4B0A-404A-B248-71ED8896F80D}" dt="2025-05-26T10:34:43.470" v="3289" actId="207"/>
          <ac:spMkLst>
            <pc:docMk/>
            <pc:sldMk cId="3332083236" sldId="1271"/>
            <ac:spMk id="158" creationId="{896FD994-A8D9-69DB-EF94-4C65545F2FBC}"/>
          </ac:spMkLst>
        </pc:spChg>
        <pc:spChg chg="mod">
          <ac:chgData name="髙浦祐朗" userId="d6d860fe-bc64-411b-9605-a16d1ba875f6" providerId="ADAL" clId="{FD5739A4-4B0A-404A-B248-71ED8896F80D}" dt="2025-05-26T04:27:32.648" v="1933"/>
          <ac:spMkLst>
            <pc:docMk/>
            <pc:sldMk cId="3332083236" sldId="1271"/>
            <ac:spMk id="160" creationId="{014A3E58-295A-1F95-6F28-F4BFF73EB02B}"/>
          </ac:spMkLst>
        </pc:spChg>
        <pc:spChg chg="mod">
          <ac:chgData name="髙浦祐朗" userId="d6d860fe-bc64-411b-9605-a16d1ba875f6" providerId="ADAL" clId="{FD5739A4-4B0A-404A-B248-71ED8896F80D}" dt="2025-05-26T04:29:18.821" v="2026" actId="207"/>
          <ac:spMkLst>
            <pc:docMk/>
            <pc:sldMk cId="3332083236" sldId="1271"/>
            <ac:spMk id="161" creationId="{2A77212E-20AD-4C2F-CB43-84CC046639DA}"/>
          </ac:spMkLst>
        </pc:spChg>
        <pc:spChg chg="mod">
          <ac:chgData name="髙浦祐朗" userId="d6d860fe-bc64-411b-9605-a16d1ba875f6" providerId="ADAL" clId="{FD5739A4-4B0A-404A-B248-71ED8896F80D}" dt="2025-05-26T04:29:13.508" v="2024" actId="207"/>
          <ac:spMkLst>
            <pc:docMk/>
            <pc:sldMk cId="3332083236" sldId="1271"/>
            <ac:spMk id="163" creationId="{F8DD5349-1F13-3392-274D-8A63D72AB365}"/>
          </ac:spMkLst>
        </pc:spChg>
        <pc:spChg chg="mod">
          <ac:chgData name="髙浦祐朗" userId="d6d860fe-bc64-411b-9605-a16d1ba875f6" providerId="ADAL" clId="{FD5739A4-4B0A-404A-B248-71ED8896F80D}" dt="2025-05-26T04:29:13.508" v="2024" actId="207"/>
          <ac:spMkLst>
            <pc:docMk/>
            <pc:sldMk cId="3332083236" sldId="1271"/>
            <ac:spMk id="164" creationId="{8CF50243-F566-F174-D695-D709708F6561}"/>
          </ac:spMkLst>
        </pc:spChg>
        <pc:spChg chg="mod">
          <ac:chgData name="髙浦祐朗" userId="d6d860fe-bc64-411b-9605-a16d1ba875f6" providerId="ADAL" clId="{FD5739A4-4B0A-404A-B248-71ED8896F80D}" dt="2025-05-26T04:29:13.508" v="2024" actId="207"/>
          <ac:spMkLst>
            <pc:docMk/>
            <pc:sldMk cId="3332083236" sldId="1271"/>
            <ac:spMk id="165" creationId="{8EC8FBA7-410B-8B2D-CC88-6377253129F6}"/>
          </ac:spMkLst>
        </pc:spChg>
        <pc:spChg chg="mod">
          <ac:chgData name="髙浦祐朗" userId="d6d860fe-bc64-411b-9605-a16d1ba875f6" providerId="ADAL" clId="{FD5739A4-4B0A-404A-B248-71ED8896F80D}" dt="2025-05-26T04:29:13.508" v="2024" actId="207"/>
          <ac:spMkLst>
            <pc:docMk/>
            <pc:sldMk cId="3332083236" sldId="1271"/>
            <ac:spMk id="166" creationId="{5E4E53A2-63A6-9BDF-70FB-1E5A9EC815F0}"/>
          </ac:spMkLst>
        </pc:spChg>
        <pc:spChg chg="mod">
          <ac:chgData name="髙浦祐朗" userId="d6d860fe-bc64-411b-9605-a16d1ba875f6" providerId="ADAL" clId="{FD5739A4-4B0A-404A-B248-71ED8896F80D}" dt="2025-05-26T04:29:16.176" v="2025" actId="207"/>
          <ac:spMkLst>
            <pc:docMk/>
            <pc:sldMk cId="3332083236" sldId="1271"/>
            <ac:spMk id="167" creationId="{0FBBDE85-35D2-6D56-286C-AE529209E7DE}"/>
          </ac:spMkLst>
        </pc:spChg>
        <pc:spChg chg="mod">
          <ac:chgData name="髙浦祐朗" userId="d6d860fe-bc64-411b-9605-a16d1ba875f6" providerId="ADAL" clId="{FD5739A4-4B0A-404A-B248-71ED8896F80D}" dt="2025-05-26T04:29:13.508" v="2024" actId="207"/>
          <ac:spMkLst>
            <pc:docMk/>
            <pc:sldMk cId="3332083236" sldId="1271"/>
            <ac:spMk id="169" creationId="{41A6EEFC-30D8-F8FD-C16E-B61382A594D5}"/>
          </ac:spMkLst>
        </pc:spChg>
        <pc:spChg chg="mod">
          <ac:chgData name="髙浦祐朗" userId="d6d860fe-bc64-411b-9605-a16d1ba875f6" providerId="ADAL" clId="{FD5739A4-4B0A-404A-B248-71ED8896F80D}" dt="2025-05-26T04:29:13.508" v="2024" actId="207"/>
          <ac:spMkLst>
            <pc:docMk/>
            <pc:sldMk cId="3332083236" sldId="1271"/>
            <ac:spMk id="170" creationId="{068EFC9F-DE00-E7C6-D7D1-985E5E1C1DD8}"/>
          </ac:spMkLst>
        </pc:spChg>
        <pc:spChg chg="mod">
          <ac:chgData name="髙浦祐朗" userId="d6d860fe-bc64-411b-9605-a16d1ba875f6" providerId="ADAL" clId="{FD5739A4-4B0A-404A-B248-71ED8896F80D}" dt="2025-05-26T04:29:13.508" v="2024" actId="207"/>
          <ac:spMkLst>
            <pc:docMk/>
            <pc:sldMk cId="3332083236" sldId="1271"/>
            <ac:spMk id="171" creationId="{5AA1C51B-130F-47C4-ADA2-363900B01B6E}"/>
          </ac:spMkLst>
        </pc:spChg>
        <pc:spChg chg="mod">
          <ac:chgData name="髙浦祐朗" userId="d6d860fe-bc64-411b-9605-a16d1ba875f6" providerId="ADAL" clId="{FD5739A4-4B0A-404A-B248-71ED8896F80D}" dt="2025-05-26T04:29:13.508" v="2024" actId="207"/>
          <ac:spMkLst>
            <pc:docMk/>
            <pc:sldMk cId="3332083236" sldId="1271"/>
            <ac:spMk id="172" creationId="{F7FA9149-9491-2747-E578-BC8E1F683C15}"/>
          </ac:spMkLst>
        </pc:spChg>
        <pc:spChg chg="mod">
          <ac:chgData name="髙浦祐朗" userId="d6d860fe-bc64-411b-9605-a16d1ba875f6" providerId="ADAL" clId="{FD5739A4-4B0A-404A-B248-71ED8896F80D}" dt="2025-05-26T04:29:13.508" v="2024" actId="207"/>
          <ac:spMkLst>
            <pc:docMk/>
            <pc:sldMk cId="3332083236" sldId="1271"/>
            <ac:spMk id="173" creationId="{89366D62-965F-E652-425E-EB07F31D144A}"/>
          </ac:spMkLst>
        </pc:spChg>
      </pc:sldChg>
      <pc:sldChg chg="add ord">
        <pc:chgData name="髙浦祐朗" userId="d6d860fe-bc64-411b-9605-a16d1ba875f6" providerId="ADAL" clId="{FD5739A4-4B0A-404A-B248-71ED8896F80D}" dt="2025-05-26T10:41:41.819" v="3333"/>
        <pc:sldMkLst>
          <pc:docMk/>
          <pc:sldMk cId="2377965201" sldId="1272"/>
        </pc:sldMkLst>
      </pc:sldChg>
      <pc:sldChg chg="delSp modSp add mod">
        <pc:chgData name="髙浦祐朗" userId="d6d860fe-bc64-411b-9605-a16d1ba875f6" providerId="ADAL" clId="{FD5739A4-4B0A-404A-B248-71ED8896F80D}" dt="2025-05-26T10:57:31.528" v="3437"/>
        <pc:sldMkLst>
          <pc:docMk/>
          <pc:sldMk cId="1498941194" sldId="1273"/>
        </pc:sldMkLst>
      </pc:sldChg>
      <pc:sldChg chg="add del">
        <pc:chgData name="髙浦祐朗" userId="d6d860fe-bc64-411b-9605-a16d1ba875f6" providerId="ADAL" clId="{FD5739A4-4B0A-404A-B248-71ED8896F80D}" dt="2025-05-26T04:44:10.013" v="2366" actId="47"/>
        <pc:sldMkLst>
          <pc:docMk/>
          <pc:sldMk cId="1954297701" sldId="1273"/>
        </pc:sldMkLst>
      </pc:sldChg>
      <pc:sldChg chg="modSp add mod">
        <pc:chgData name="髙浦祐朗" userId="d6d860fe-bc64-411b-9605-a16d1ba875f6" providerId="ADAL" clId="{FD5739A4-4B0A-404A-B248-71ED8896F80D}" dt="2025-05-26T11:05:13.754" v="3538" actId="20577"/>
        <pc:sldMkLst>
          <pc:docMk/>
          <pc:sldMk cId="2238538403" sldId="1274"/>
        </pc:sldMkLst>
        <pc:spChg chg="mod">
          <ac:chgData name="髙浦祐朗" userId="d6d860fe-bc64-411b-9605-a16d1ba875f6" providerId="ADAL" clId="{FD5739A4-4B0A-404A-B248-71ED8896F80D}" dt="2025-05-26T11:05:13.754" v="3538" actId="20577"/>
          <ac:spMkLst>
            <pc:docMk/>
            <pc:sldMk cId="2238538403" sldId="1274"/>
            <ac:spMk id="2" creationId="{3D40A12C-9F30-931E-8C17-6E6CE411BB50}"/>
          </ac:spMkLst>
        </pc:spChg>
      </pc:sldChg>
      <pc:sldChg chg="addSp delSp modSp add mod">
        <pc:chgData name="髙浦祐朗" userId="d6d860fe-bc64-411b-9605-a16d1ba875f6" providerId="ADAL" clId="{FD5739A4-4B0A-404A-B248-71ED8896F80D}" dt="2025-05-26T11:34:36.826" v="3869" actId="20577"/>
        <pc:sldMkLst>
          <pc:docMk/>
          <pc:sldMk cId="4111594547" sldId="1275"/>
        </pc:sldMkLst>
        <pc:spChg chg="add mod">
          <ac:chgData name="髙浦祐朗" userId="d6d860fe-bc64-411b-9605-a16d1ba875f6" providerId="ADAL" clId="{FD5739A4-4B0A-404A-B248-71ED8896F80D}" dt="2025-05-26T11:18:22.807" v="3628" actId="2711"/>
          <ac:spMkLst>
            <pc:docMk/>
            <pc:sldMk cId="4111594547" sldId="1275"/>
            <ac:spMk id="6" creationId="{F81AE762-2F00-03DA-D5E9-3EEA4F044E8B}"/>
          </ac:spMkLst>
        </pc:spChg>
        <pc:spChg chg="add mod">
          <ac:chgData name="髙浦祐朗" userId="d6d860fe-bc64-411b-9605-a16d1ba875f6" providerId="ADAL" clId="{FD5739A4-4B0A-404A-B248-71ED8896F80D}" dt="2025-05-26T11:19:58.652" v="3667" actId="20577"/>
          <ac:spMkLst>
            <pc:docMk/>
            <pc:sldMk cId="4111594547" sldId="1275"/>
            <ac:spMk id="8" creationId="{1E920010-FA3D-6759-7797-458184923C48}"/>
          </ac:spMkLst>
        </pc:spChg>
        <pc:spChg chg="add mod">
          <ac:chgData name="髙浦祐朗" userId="d6d860fe-bc64-411b-9605-a16d1ba875f6" providerId="ADAL" clId="{FD5739A4-4B0A-404A-B248-71ED8896F80D}" dt="2025-05-26T11:22:12.101" v="3750" actId="6549"/>
          <ac:spMkLst>
            <pc:docMk/>
            <pc:sldMk cId="4111594547" sldId="1275"/>
            <ac:spMk id="10" creationId="{BF271DEC-48EE-2A1E-1FCE-B01930B0E08D}"/>
          </ac:spMkLst>
        </pc:spChg>
        <pc:graphicFrameChg chg="add mod modGraphic">
          <ac:chgData name="髙浦祐朗" userId="d6d860fe-bc64-411b-9605-a16d1ba875f6" providerId="ADAL" clId="{FD5739A4-4B0A-404A-B248-71ED8896F80D}" dt="2025-05-26T11:22:52.176" v="3756" actId="14100"/>
          <ac:graphicFrameMkLst>
            <pc:docMk/>
            <pc:sldMk cId="4111594547" sldId="1275"/>
            <ac:graphicFrameMk id="7" creationId="{381EB891-8598-23FC-9941-4BC6C474639F}"/>
          </ac:graphicFrameMkLst>
        </pc:graphicFrameChg>
        <pc:graphicFrameChg chg="add mod modGraphic">
          <ac:chgData name="髙浦祐朗" userId="d6d860fe-bc64-411b-9605-a16d1ba875f6" providerId="ADAL" clId="{FD5739A4-4B0A-404A-B248-71ED8896F80D}" dt="2025-05-26T11:22:48.663" v="3755" actId="14100"/>
          <ac:graphicFrameMkLst>
            <pc:docMk/>
            <pc:sldMk cId="4111594547" sldId="1275"/>
            <ac:graphicFrameMk id="9" creationId="{DDA2EC15-83F3-4802-0E24-A9E7F509C681}"/>
          </ac:graphicFrameMkLst>
        </pc:graphicFrameChg>
        <pc:graphicFrameChg chg="add mod modGraphic">
          <ac:chgData name="髙浦祐朗" userId="d6d860fe-bc64-411b-9605-a16d1ba875f6" providerId="ADAL" clId="{FD5739A4-4B0A-404A-B248-71ED8896F80D}" dt="2025-05-26T11:34:36.826" v="3869" actId="20577"/>
          <ac:graphicFrameMkLst>
            <pc:docMk/>
            <pc:sldMk cId="4111594547" sldId="1275"/>
            <ac:graphicFrameMk id="11" creationId="{A7D35B48-0BB2-7807-AA8D-97696F8B9B90}"/>
          </ac:graphicFrameMkLst>
        </pc:graphicFrameChg>
      </pc:sldChg>
      <pc:sldChg chg="modSp mod">
        <pc:chgData name="髙浦祐朗" userId="d6d860fe-bc64-411b-9605-a16d1ba875f6" providerId="ADAL" clId="{FD5739A4-4B0A-404A-B248-71ED8896F80D}" dt="2025-05-29T05:42:24.883" v="3954"/>
        <pc:sldMkLst>
          <pc:docMk/>
          <pc:sldMk cId="78110164" sldId="1276"/>
        </pc:sldMkLst>
        <pc:spChg chg="mod">
          <ac:chgData name="髙浦祐朗" userId="d6d860fe-bc64-411b-9605-a16d1ba875f6" providerId="ADAL" clId="{FD5739A4-4B0A-404A-B248-71ED8896F80D}" dt="2025-05-29T05:42:24.883" v="3954"/>
          <ac:spMkLst>
            <pc:docMk/>
            <pc:sldMk cId="78110164" sldId="1276"/>
            <ac:spMk id="3" creationId="{70307AE9-BD02-1FD6-986C-D316AFBFDFDB}"/>
          </ac:spMkLst>
        </pc:spChg>
      </pc:sldChg>
      <pc:sldChg chg="add del">
        <pc:chgData name="髙浦祐朗" userId="d6d860fe-bc64-411b-9605-a16d1ba875f6" providerId="ADAL" clId="{FD5739A4-4B0A-404A-B248-71ED8896F80D}" dt="2025-05-26T11:31:02.277" v="3855" actId="47"/>
        <pc:sldMkLst>
          <pc:docMk/>
          <pc:sldMk cId="3578829364" sldId="1276"/>
        </pc:sldMkLst>
      </pc:sldChg>
      <pc:sldChg chg="add del">
        <pc:chgData name="髙浦祐朗" userId="d6d860fe-bc64-411b-9605-a16d1ba875f6" providerId="ADAL" clId="{FD5739A4-4B0A-404A-B248-71ED8896F80D}" dt="2025-05-26T11:32:10.558" v="3857" actId="47"/>
        <pc:sldMkLst>
          <pc:docMk/>
          <pc:sldMk cId="3600532223" sldId="1276"/>
        </pc:sldMkLst>
      </pc:sldChg>
      <pc:sldChg chg="modSp mod">
        <pc:chgData name="髙浦祐朗" userId="d6d860fe-bc64-411b-9605-a16d1ba875f6" providerId="ADAL" clId="{FD5739A4-4B0A-404A-B248-71ED8896F80D}" dt="2025-06-03T08:04:31.571" v="4011"/>
        <pc:sldMkLst>
          <pc:docMk/>
          <pc:sldMk cId="2697755999" sldId="1281"/>
        </pc:sldMkLst>
        <pc:graphicFrameChg chg="mod modGraphic">
          <ac:chgData name="髙浦祐朗" userId="d6d860fe-bc64-411b-9605-a16d1ba875f6" providerId="ADAL" clId="{FD5739A4-4B0A-404A-B248-71ED8896F80D}" dt="2025-06-03T08:04:31.571" v="4011"/>
          <ac:graphicFrameMkLst>
            <pc:docMk/>
            <pc:sldMk cId="2697755999" sldId="1281"/>
            <ac:graphicFrameMk id="3" creationId="{E0C5D7B6-14B0-A5F3-8266-6599E727A485}"/>
          </ac:graphicFrameMkLst>
        </pc:graphicFrameChg>
      </pc:sldChg>
      <pc:sldChg chg="addSp modSp mod">
        <pc:chgData name="髙浦祐朗" userId="d6d860fe-bc64-411b-9605-a16d1ba875f6" providerId="ADAL" clId="{FD5739A4-4B0A-404A-B248-71ED8896F80D}" dt="2025-06-03T11:03:22.014" v="4197"/>
        <pc:sldMkLst>
          <pc:docMk/>
          <pc:sldMk cId="3904828736" sldId="1282"/>
        </pc:sldMkLst>
        <pc:spChg chg="mod">
          <ac:chgData name="髙浦祐朗" userId="d6d860fe-bc64-411b-9605-a16d1ba875f6" providerId="ADAL" clId="{FD5739A4-4B0A-404A-B248-71ED8896F80D}" dt="2025-06-03T11:03:22.014" v="4197"/>
          <ac:spMkLst>
            <pc:docMk/>
            <pc:sldMk cId="3904828736" sldId="1282"/>
            <ac:spMk id="2" creationId="{F5393A7B-B759-DE92-F13E-5F0012861637}"/>
          </ac:spMkLst>
        </pc:spChg>
        <pc:graphicFrameChg chg="add mod modGraphic">
          <ac:chgData name="髙浦祐朗" userId="d6d860fe-bc64-411b-9605-a16d1ba875f6" providerId="ADAL" clId="{FD5739A4-4B0A-404A-B248-71ED8896F80D}" dt="2025-06-03T11:03:03.063" v="4144" actId="20577"/>
          <ac:graphicFrameMkLst>
            <pc:docMk/>
            <pc:sldMk cId="3904828736" sldId="1282"/>
            <ac:graphicFrameMk id="4" creationId="{10B7530C-5627-A931-FBE6-AB25A3E9021E}"/>
          </ac:graphicFrameMkLst>
        </pc:graphicFrameChg>
      </pc:sldChg>
      <pc:sldChg chg="del">
        <pc:chgData name="髙浦祐朗" userId="d6d860fe-bc64-411b-9605-a16d1ba875f6" providerId="ADAL" clId="{FD5739A4-4B0A-404A-B248-71ED8896F80D}" dt="2025-06-03T08:04:44.444" v="4012" actId="2696"/>
        <pc:sldMkLst>
          <pc:docMk/>
          <pc:sldMk cId="492896097" sldId="1283"/>
        </pc:sldMkLst>
      </pc:sldChg>
    </pc:docChg>
  </pc:docChgLst>
  <pc:docChgLst>
    <pc:chgData name="福井将敏" userId="e05632b6-6aeb-41ae-8805-dae2c5f8fa6e" providerId="ADAL" clId="{881C8F08-5A23-4E26-A87F-E735CEC14396}"/>
    <pc:docChg chg="undo redo custSel addSld delSld modSld sldOrd">
      <pc:chgData name="福井将敏" userId="e05632b6-6aeb-41ae-8805-dae2c5f8fa6e" providerId="ADAL" clId="{881C8F08-5A23-4E26-A87F-E735CEC14396}" dt="2025-06-04T01:59:28" v="8384" actId="20577"/>
      <pc:docMkLst>
        <pc:docMk/>
      </pc:docMkLst>
      <pc:sldChg chg="addSp modSp">
        <pc:chgData name="福井将敏" userId="e05632b6-6aeb-41ae-8805-dae2c5f8fa6e" providerId="ADAL" clId="{881C8F08-5A23-4E26-A87F-E735CEC14396}" dt="2025-05-25T01:37:18.286" v="706"/>
        <pc:sldMkLst>
          <pc:docMk/>
          <pc:sldMk cId="2405740042" sldId="656"/>
        </pc:sldMkLst>
      </pc:sldChg>
      <pc:sldChg chg="modSp mod">
        <pc:chgData name="福井将敏" userId="e05632b6-6aeb-41ae-8805-dae2c5f8fa6e" providerId="ADAL" clId="{881C8F08-5A23-4E26-A87F-E735CEC14396}" dt="2025-05-25T10:11:56.990" v="1196" actId="20577"/>
        <pc:sldMkLst>
          <pc:docMk/>
          <pc:sldMk cId="3201888243" sldId="714"/>
        </pc:sldMkLst>
        <pc:spChg chg="mod">
          <ac:chgData name="福井将敏" userId="e05632b6-6aeb-41ae-8805-dae2c5f8fa6e" providerId="ADAL" clId="{881C8F08-5A23-4E26-A87F-E735CEC14396}" dt="2025-05-25T10:11:56.990" v="1196" actId="20577"/>
          <ac:spMkLst>
            <pc:docMk/>
            <pc:sldMk cId="3201888243" sldId="714"/>
            <ac:spMk id="8" creationId="{107CDF1A-DF69-D1B9-6346-1200847D9738}"/>
          </ac:spMkLst>
        </pc:spChg>
      </pc:sldChg>
      <pc:sldChg chg="delSp mod">
        <pc:chgData name="福井将敏" userId="e05632b6-6aeb-41ae-8805-dae2c5f8fa6e" providerId="ADAL" clId="{881C8F08-5A23-4E26-A87F-E735CEC14396}" dt="2025-05-25T01:33:38.013" v="650" actId="478"/>
        <pc:sldMkLst>
          <pc:docMk/>
          <pc:sldMk cId="2141683102" sldId="718"/>
        </pc:sldMkLst>
      </pc:sldChg>
      <pc:sldChg chg="addSp modSp mod">
        <pc:chgData name="福井将敏" userId="e05632b6-6aeb-41ae-8805-dae2c5f8fa6e" providerId="ADAL" clId="{881C8F08-5A23-4E26-A87F-E735CEC14396}" dt="2025-05-27T09:04:43.375" v="1547"/>
        <pc:sldMkLst>
          <pc:docMk/>
          <pc:sldMk cId="1824471944" sldId="744"/>
        </pc:sldMkLst>
        <pc:spChg chg="add mod">
          <ac:chgData name="福井将敏" userId="e05632b6-6aeb-41ae-8805-dae2c5f8fa6e" providerId="ADAL" clId="{881C8F08-5A23-4E26-A87F-E735CEC14396}" dt="2025-05-25T01:36:46.909" v="692"/>
          <ac:spMkLst>
            <pc:docMk/>
            <pc:sldMk cId="1824471944" sldId="744"/>
            <ac:spMk id="3" creationId="{BA58226A-17E0-A7B5-6DA2-22043CFE216D}"/>
          </ac:spMkLst>
        </pc:spChg>
        <pc:spChg chg="mod">
          <ac:chgData name="福井将敏" userId="e05632b6-6aeb-41ae-8805-dae2c5f8fa6e" providerId="ADAL" clId="{881C8F08-5A23-4E26-A87F-E735CEC14396}" dt="2025-05-27T09:04:43.375" v="1547"/>
          <ac:spMkLst>
            <pc:docMk/>
            <pc:sldMk cId="1824471944" sldId="744"/>
            <ac:spMk id="9" creationId="{00000000-0000-0000-0000-000000000000}"/>
          </ac:spMkLst>
        </pc:spChg>
      </pc:sldChg>
      <pc:sldChg chg="addSp modSp">
        <pc:chgData name="福井将敏" userId="e05632b6-6aeb-41ae-8805-dae2c5f8fa6e" providerId="ADAL" clId="{881C8F08-5A23-4E26-A87F-E735CEC14396}" dt="2025-05-25T01:36:21.550" v="679"/>
        <pc:sldMkLst>
          <pc:docMk/>
          <pc:sldMk cId="3652970849" sldId="748"/>
        </pc:sldMkLst>
        <pc:spChg chg="add mod">
          <ac:chgData name="福井将敏" userId="e05632b6-6aeb-41ae-8805-dae2c5f8fa6e" providerId="ADAL" clId="{881C8F08-5A23-4E26-A87F-E735CEC14396}" dt="2025-05-25T01:36:21.550" v="679"/>
          <ac:spMkLst>
            <pc:docMk/>
            <pc:sldMk cId="3652970849" sldId="748"/>
            <ac:spMk id="3" creationId="{FE67D899-15BA-6FDF-A0D1-75D0A8D1B3CD}"/>
          </ac:spMkLst>
        </pc:spChg>
      </pc:sldChg>
      <pc:sldChg chg="addSp modSp mod">
        <pc:chgData name="福井将敏" userId="e05632b6-6aeb-41ae-8805-dae2c5f8fa6e" providerId="ADAL" clId="{881C8F08-5A23-4E26-A87F-E735CEC14396}" dt="2025-06-04T01:20:37.997" v="7634" actId="6549"/>
        <pc:sldMkLst>
          <pc:docMk/>
          <pc:sldMk cId="4276394440" sldId="768"/>
        </pc:sldMkLst>
        <pc:spChg chg="mod">
          <ac:chgData name="福井将敏" userId="e05632b6-6aeb-41ae-8805-dae2c5f8fa6e" providerId="ADAL" clId="{881C8F08-5A23-4E26-A87F-E735CEC14396}" dt="2025-05-25T01:49:42.311" v="1169" actId="20577"/>
          <ac:spMkLst>
            <pc:docMk/>
            <pc:sldMk cId="4276394440" sldId="768"/>
            <ac:spMk id="2" creationId="{00000000-0000-0000-0000-000000000000}"/>
          </ac:spMkLst>
        </pc:spChg>
        <pc:spChg chg="add mod">
          <ac:chgData name="福井将敏" userId="e05632b6-6aeb-41ae-8805-dae2c5f8fa6e" providerId="ADAL" clId="{881C8F08-5A23-4E26-A87F-E735CEC14396}" dt="2025-05-25T01:36:57.797" v="699"/>
          <ac:spMkLst>
            <pc:docMk/>
            <pc:sldMk cId="4276394440" sldId="768"/>
            <ac:spMk id="3" creationId="{B10D4489-08C5-72F7-5BE9-8C2AD3F766C0}"/>
          </ac:spMkLst>
        </pc:spChg>
        <pc:graphicFrameChg chg="mod modGraphic">
          <ac:chgData name="福井将敏" userId="e05632b6-6aeb-41ae-8805-dae2c5f8fa6e" providerId="ADAL" clId="{881C8F08-5A23-4E26-A87F-E735CEC14396}" dt="2025-06-04T01:20:37.997" v="7634" actId="6549"/>
          <ac:graphicFrameMkLst>
            <pc:docMk/>
            <pc:sldMk cId="4276394440" sldId="768"/>
            <ac:graphicFrameMk id="8" creationId="{00000000-0000-0000-0000-000000000000}"/>
          </ac:graphicFrameMkLst>
        </pc:graphicFrameChg>
      </pc:sldChg>
      <pc:sldChg chg="delSp modSp mod ord">
        <pc:chgData name="福井将敏" userId="e05632b6-6aeb-41ae-8805-dae2c5f8fa6e" providerId="ADAL" clId="{881C8F08-5A23-4E26-A87F-E735CEC14396}" dt="2025-05-25T01:46:28.871" v="1131"/>
        <pc:sldMkLst>
          <pc:docMk/>
          <pc:sldMk cId="4089954791" sldId="799"/>
        </pc:sldMkLst>
        <pc:spChg chg="mod">
          <ac:chgData name="福井将敏" userId="e05632b6-6aeb-41ae-8805-dae2c5f8fa6e" providerId="ADAL" clId="{881C8F08-5A23-4E26-A87F-E735CEC14396}" dt="2025-05-25T01:46:28.871" v="1131"/>
          <ac:spMkLst>
            <pc:docMk/>
            <pc:sldMk cId="4089954791" sldId="799"/>
            <ac:spMk id="4" creationId="{50CBA8B7-7E3E-4E10-2E41-240BF4A7E426}"/>
          </ac:spMkLst>
        </pc:spChg>
      </pc:sldChg>
      <pc:sldChg chg="modSp add mod ord">
        <pc:chgData name="福井将敏" userId="e05632b6-6aeb-41ae-8805-dae2c5f8fa6e" providerId="ADAL" clId="{881C8F08-5A23-4E26-A87F-E735CEC14396}" dt="2025-05-25T01:46:59.066" v="1153"/>
        <pc:sldMkLst>
          <pc:docMk/>
          <pc:sldMk cId="1905834398" sldId="800"/>
        </pc:sldMkLst>
        <pc:spChg chg="mod">
          <ac:chgData name="福井将敏" userId="e05632b6-6aeb-41ae-8805-dae2c5f8fa6e" providerId="ADAL" clId="{881C8F08-5A23-4E26-A87F-E735CEC14396}" dt="2025-05-25T01:46:59.066" v="1153"/>
          <ac:spMkLst>
            <pc:docMk/>
            <pc:sldMk cId="1905834398" sldId="800"/>
            <ac:spMk id="4" creationId="{82BECC29-D4CD-6C55-B861-3ABD6DFE03EB}"/>
          </ac:spMkLst>
        </pc:spChg>
      </pc:sldChg>
      <pc:sldChg chg="delSp del mod">
        <pc:chgData name="福井将敏" userId="e05632b6-6aeb-41ae-8805-dae2c5f8fa6e" providerId="ADAL" clId="{881C8F08-5A23-4E26-A87F-E735CEC14396}" dt="2025-05-25T01:45:53.372" v="1114" actId="2696"/>
        <pc:sldMkLst>
          <pc:docMk/>
          <pc:sldMk cId="3730057715" sldId="800"/>
        </pc:sldMkLst>
      </pc:sldChg>
      <pc:sldChg chg="addSp delSp modSp mod">
        <pc:chgData name="福井将敏" userId="e05632b6-6aeb-41ae-8805-dae2c5f8fa6e" providerId="ADAL" clId="{881C8F08-5A23-4E26-A87F-E735CEC14396}" dt="2025-05-25T01:36:39.260" v="688"/>
        <pc:sldMkLst>
          <pc:docMk/>
          <pc:sldMk cId="3718971735" sldId="801"/>
        </pc:sldMkLst>
      </pc:sldChg>
      <pc:sldChg chg="addSp delSp modSp mod">
        <pc:chgData name="福井将敏" userId="e05632b6-6aeb-41ae-8805-dae2c5f8fa6e" providerId="ADAL" clId="{881C8F08-5A23-4E26-A87F-E735CEC14396}" dt="2025-05-25T01:34:57.210" v="652" actId="478"/>
        <pc:sldMkLst>
          <pc:docMk/>
          <pc:sldMk cId="1911678464" sldId="802"/>
        </pc:sldMkLst>
        <pc:spChg chg="add mod">
          <ac:chgData name="福井将敏" userId="e05632b6-6aeb-41ae-8805-dae2c5f8fa6e" providerId="ADAL" clId="{881C8F08-5A23-4E26-A87F-E735CEC14396}" dt="2025-05-25T01:34:46.464" v="651"/>
          <ac:spMkLst>
            <pc:docMk/>
            <pc:sldMk cId="1911678464" sldId="802"/>
            <ac:spMk id="5" creationId="{A06C86A0-CB91-8010-4889-1A97B2206E20}"/>
          </ac:spMkLst>
        </pc:spChg>
      </pc:sldChg>
      <pc:sldChg chg="addSp delSp modSp mod">
        <pc:chgData name="福井将敏" userId="e05632b6-6aeb-41ae-8805-dae2c5f8fa6e" providerId="ADAL" clId="{881C8F08-5A23-4E26-A87F-E735CEC14396}" dt="2025-05-25T01:35:51.082" v="674" actId="478"/>
        <pc:sldMkLst>
          <pc:docMk/>
          <pc:sldMk cId="4175022384" sldId="803"/>
        </pc:sldMkLst>
        <pc:spChg chg="add mod">
          <ac:chgData name="福井将敏" userId="e05632b6-6aeb-41ae-8805-dae2c5f8fa6e" providerId="ADAL" clId="{881C8F08-5A23-4E26-A87F-E735CEC14396}" dt="2025-05-25T01:35:01.315" v="655" actId="1036"/>
          <ac:spMkLst>
            <pc:docMk/>
            <pc:sldMk cId="4175022384" sldId="803"/>
            <ac:spMk id="5" creationId="{9A623FB7-A469-72BC-5CC6-6DC927C85B22}"/>
          </ac:spMkLst>
        </pc:spChg>
      </pc:sldChg>
      <pc:sldChg chg="addSp delSp modSp mod">
        <pc:chgData name="福井将敏" userId="e05632b6-6aeb-41ae-8805-dae2c5f8fa6e" providerId="ADAL" clId="{881C8F08-5A23-4E26-A87F-E735CEC14396}" dt="2025-05-25T01:35:48.458" v="673" actId="478"/>
        <pc:sldMkLst>
          <pc:docMk/>
          <pc:sldMk cId="3253450927" sldId="804"/>
        </pc:sldMkLst>
        <pc:spChg chg="add mod">
          <ac:chgData name="福井将敏" userId="e05632b6-6aeb-41ae-8805-dae2c5f8fa6e" providerId="ADAL" clId="{881C8F08-5A23-4E26-A87F-E735CEC14396}" dt="2025-05-25T01:35:05.816" v="656"/>
          <ac:spMkLst>
            <pc:docMk/>
            <pc:sldMk cId="3253450927" sldId="804"/>
            <ac:spMk id="5" creationId="{A41D62AC-3D26-3FD5-48BB-445DA4E25B70}"/>
          </ac:spMkLst>
        </pc:spChg>
      </pc:sldChg>
      <pc:sldChg chg="addSp delSp modSp mod">
        <pc:chgData name="福井将敏" userId="e05632b6-6aeb-41ae-8805-dae2c5f8fa6e" providerId="ADAL" clId="{881C8F08-5A23-4E26-A87F-E735CEC14396}" dt="2025-05-25T01:36:54.276" v="697"/>
        <pc:sldMkLst>
          <pc:docMk/>
          <pc:sldMk cId="4256505475" sldId="806"/>
        </pc:sldMkLst>
        <pc:spChg chg="add mod">
          <ac:chgData name="福井将敏" userId="e05632b6-6aeb-41ae-8805-dae2c5f8fa6e" providerId="ADAL" clId="{881C8F08-5A23-4E26-A87F-E735CEC14396}" dt="2025-05-25T01:35:07.789" v="657"/>
          <ac:spMkLst>
            <pc:docMk/>
            <pc:sldMk cId="4256505475" sldId="806"/>
            <ac:spMk id="5" creationId="{ADD62E45-9BBB-23AC-BDF9-32215668B3A4}"/>
          </ac:spMkLst>
        </pc:spChg>
      </pc:sldChg>
      <pc:sldChg chg="addSp delSp modSp mod">
        <pc:chgData name="福井将敏" userId="e05632b6-6aeb-41ae-8805-dae2c5f8fa6e" providerId="ADAL" clId="{881C8F08-5A23-4E26-A87F-E735CEC14396}" dt="2025-05-25T01:35:43.145" v="671" actId="478"/>
        <pc:sldMkLst>
          <pc:docMk/>
          <pc:sldMk cId="4277885202" sldId="807"/>
        </pc:sldMkLst>
        <pc:spChg chg="add mod">
          <ac:chgData name="福井将敏" userId="e05632b6-6aeb-41ae-8805-dae2c5f8fa6e" providerId="ADAL" clId="{881C8F08-5A23-4E26-A87F-E735CEC14396}" dt="2025-05-25T01:35:10.299" v="658"/>
          <ac:spMkLst>
            <pc:docMk/>
            <pc:sldMk cId="4277885202" sldId="807"/>
            <ac:spMk id="5" creationId="{9A81CAF1-7B3D-88E0-300B-154AA76ED220}"/>
          </ac:spMkLst>
        </pc:spChg>
      </pc:sldChg>
      <pc:sldChg chg="addSp delSp modSp mod">
        <pc:chgData name="福井将敏" userId="e05632b6-6aeb-41ae-8805-dae2c5f8fa6e" providerId="ADAL" clId="{881C8F08-5A23-4E26-A87F-E735CEC14396}" dt="2025-05-25T01:35:41.002" v="670" actId="478"/>
        <pc:sldMkLst>
          <pc:docMk/>
          <pc:sldMk cId="777930231" sldId="808"/>
        </pc:sldMkLst>
        <pc:spChg chg="add mod">
          <ac:chgData name="福井将敏" userId="e05632b6-6aeb-41ae-8805-dae2c5f8fa6e" providerId="ADAL" clId="{881C8F08-5A23-4E26-A87F-E735CEC14396}" dt="2025-05-25T01:35:12.469" v="659"/>
          <ac:spMkLst>
            <pc:docMk/>
            <pc:sldMk cId="777930231" sldId="808"/>
            <ac:spMk id="5" creationId="{C377B955-0FAE-5516-A361-5B5F7E3E3EF7}"/>
          </ac:spMkLst>
        </pc:spChg>
      </pc:sldChg>
      <pc:sldChg chg="addSp delSp modSp mod">
        <pc:chgData name="福井将敏" userId="e05632b6-6aeb-41ae-8805-dae2c5f8fa6e" providerId="ADAL" clId="{881C8F08-5A23-4E26-A87F-E735CEC14396}" dt="2025-05-25T01:35:38.345" v="669" actId="478"/>
        <pc:sldMkLst>
          <pc:docMk/>
          <pc:sldMk cId="983210282" sldId="809"/>
        </pc:sldMkLst>
        <pc:spChg chg="add mod">
          <ac:chgData name="福井将敏" userId="e05632b6-6aeb-41ae-8805-dae2c5f8fa6e" providerId="ADAL" clId="{881C8F08-5A23-4E26-A87F-E735CEC14396}" dt="2025-05-25T01:35:14.997" v="660"/>
          <ac:spMkLst>
            <pc:docMk/>
            <pc:sldMk cId="983210282" sldId="809"/>
            <ac:spMk id="5" creationId="{91795D1F-F30B-9230-D290-F5BF6E36EDFC}"/>
          </ac:spMkLst>
        </pc:spChg>
      </pc:sldChg>
      <pc:sldChg chg="addSp delSp modSp mod">
        <pc:chgData name="福井将敏" userId="e05632b6-6aeb-41ae-8805-dae2c5f8fa6e" providerId="ADAL" clId="{881C8F08-5A23-4E26-A87F-E735CEC14396}" dt="2025-05-25T01:35:35.383" v="668" actId="478"/>
        <pc:sldMkLst>
          <pc:docMk/>
          <pc:sldMk cId="1734477103" sldId="810"/>
        </pc:sldMkLst>
        <pc:spChg chg="add mod">
          <ac:chgData name="福井将敏" userId="e05632b6-6aeb-41ae-8805-dae2c5f8fa6e" providerId="ADAL" clId="{881C8F08-5A23-4E26-A87F-E735CEC14396}" dt="2025-05-25T01:35:19.917" v="661"/>
          <ac:spMkLst>
            <pc:docMk/>
            <pc:sldMk cId="1734477103" sldId="810"/>
            <ac:spMk id="5" creationId="{64C5B271-4E1B-B592-1034-A7617D49F409}"/>
          </ac:spMkLst>
        </pc:spChg>
      </pc:sldChg>
      <pc:sldChg chg="addSp modSp">
        <pc:chgData name="福井将敏" userId="e05632b6-6aeb-41ae-8805-dae2c5f8fa6e" providerId="ADAL" clId="{881C8F08-5A23-4E26-A87F-E735CEC14396}" dt="2025-05-25T01:36:15.342" v="678"/>
        <pc:sldMkLst>
          <pc:docMk/>
          <pc:sldMk cId="3285151704" sldId="828"/>
        </pc:sldMkLst>
        <pc:spChg chg="add mod">
          <ac:chgData name="福井将敏" userId="e05632b6-6aeb-41ae-8805-dae2c5f8fa6e" providerId="ADAL" clId="{881C8F08-5A23-4E26-A87F-E735CEC14396}" dt="2025-05-25T01:36:15.342" v="678"/>
          <ac:spMkLst>
            <pc:docMk/>
            <pc:sldMk cId="3285151704" sldId="828"/>
            <ac:spMk id="3" creationId="{55F151F7-AB07-3B47-A78C-6238199A735A}"/>
          </ac:spMkLst>
        </pc:spChg>
      </pc:sldChg>
      <pc:sldChg chg="addSp delSp modSp mod">
        <pc:chgData name="福井将敏" userId="e05632b6-6aeb-41ae-8805-dae2c5f8fa6e" providerId="ADAL" clId="{881C8F08-5A23-4E26-A87F-E735CEC14396}" dt="2025-06-04T01:29:50.284" v="7678" actId="20577"/>
        <pc:sldMkLst>
          <pc:docMk/>
          <pc:sldMk cId="1490667582" sldId="843"/>
        </pc:sldMkLst>
        <pc:spChg chg="mod">
          <ac:chgData name="福井将敏" userId="e05632b6-6aeb-41ae-8805-dae2c5f8fa6e" providerId="ADAL" clId="{881C8F08-5A23-4E26-A87F-E735CEC14396}" dt="2025-06-04T01:29:50.284" v="7678" actId="20577"/>
          <ac:spMkLst>
            <pc:docMk/>
            <pc:sldMk cId="1490667582" sldId="843"/>
            <ac:spMk id="2" creationId="{1BE5AFBB-40C2-496D-B346-2F35D7574253}"/>
          </ac:spMkLst>
        </pc:spChg>
        <pc:spChg chg="add mod">
          <ac:chgData name="福井将敏" userId="e05632b6-6aeb-41ae-8805-dae2c5f8fa6e" providerId="ADAL" clId="{881C8F08-5A23-4E26-A87F-E735CEC14396}" dt="2025-05-25T01:35:23.717" v="663"/>
          <ac:spMkLst>
            <pc:docMk/>
            <pc:sldMk cId="1490667582" sldId="843"/>
            <ac:spMk id="4" creationId="{98E6C16D-46A3-7266-8BC4-518CBBE2D829}"/>
          </ac:spMkLst>
        </pc:spChg>
        <pc:spChg chg="add mod">
          <ac:chgData name="福井将敏" userId="e05632b6-6aeb-41ae-8805-dae2c5f8fa6e" providerId="ADAL" clId="{881C8F08-5A23-4E26-A87F-E735CEC14396}" dt="2025-05-25T01:37:08.943" v="704"/>
          <ac:spMkLst>
            <pc:docMk/>
            <pc:sldMk cId="1490667582" sldId="843"/>
            <ac:spMk id="5" creationId="{06A08549-0263-F7BF-CFC6-BCFA3F717A09}"/>
          </ac:spMkLst>
        </pc:spChg>
      </pc:sldChg>
      <pc:sldChg chg="addSp delSp modSp mod">
        <pc:chgData name="福井将敏" userId="e05632b6-6aeb-41ae-8805-dae2c5f8fa6e" providerId="ADAL" clId="{881C8F08-5A23-4E26-A87F-E735CEC14396}" dt="2025-06-04T01:29:40.422" v="7675"/>
        <pc:sldMkLst>
          <pc:docMk/>
          <pc:sldMk cId="1269496926" sldId="851"/>
        </pc:sldMkLst>
        <pc:spChg chg="mod">
          <ac:chgData name="福井将敏" userId="e05632b6-6aeb-41ae-8805-dae2c5f8fa6e" providerId="ADAL" clId="{881C8F08-5A23-4E26-A87F-E735CEC14396}" dt="2025-06-04T01:29:40.422" v="7675"/>
          <ac:spMkLst>
            <pc:docMk/>
            <pc:sldMk cId="1269496926" sldId="851"/>
            <ac:spMk id="2" creationId="{1BE5AFBB-40C2-496D-B346-2F35D7574253}"/>
          </ac:spMkLst>
        </pc:spChg>
        <pc:spChg chg="add mod">
          <ac:chgData name="福井将敏" userId="e05632b6-6aeb-41ae-8805-dae2c5f8fa6e" providerId="ADAL" clId="{881C8F08-5A23-4E26-A87F-E735CEC14396}" dt="2025-05-25T01:35:22.540" v="662"/>
          <ac:spMkLst>
            <pc:docMk/>
            <pc:sldMk cId="1269496926" sldId="851"/>
            <ac:spMk id="4" creationId="{C20C1020-3505-41DC-7906-BBA4A8E00907}"/>
          </ac:spMkLst>
        </pc:spChg>
        <pc:spChg chg="add mod">
          <ac:chgData name="福井将敏" userId="e05632b6-6aeb-41ae-8805-dae2c5f8fa6e" providerId="ADAL" clId="{881C8F08-5A23-4E26-A87F-E735CEC14396}" dt="2025-05-25T01:37:07.263" v="703"/>
          <ac:spMkLst>
            <pc:docMk/>
            <pc:sldMk cId="1269496926" sldId="851"/>
            <ac:spMk id="5" creationId="{FD506ABF-FC2A-CFCC-D248-D2C7F03A9DB7}"/>
          </ac:spMkLst>
        </pc:spChg>
        <pc:graphicFrameChg chg="modGraphic">
          <ac:chgData name="福井将敏" userId="e05632b6-6aeb-41ae-8805-dae2c5f8fa6e" providerId="ADAL" clId="{881C8F08-5A23-4E26-A87F-E735CEC14396}" dt="2025-06-04T01:27:32.966" v="7637" actId="207"/>
          <ac:graphicFrameMkLst>
            <pc:docMk/>
            <pc:sldMk cId="1269496926" sldId="851"/>
            <ac:graphicFrameMk id="7" creationId="{BB6B71FF-5C15-68C7-E9F5-F540AF6E8B10}"/>
          </ac:graphicFrameMkLst>
        </pc:graphicFrameChg>
      </pc:sldChg>
      <pc:sldChg chg="addSp delSp modSp mod">
        <pc:chgData name="福井将敏" userId="e05632b6-6aeb-41ae-8805-dae2c5f8fa6e" providerId="ADAL" clId="{881C8F08-5A23-4E26-A87F-E735CEC14396}" dt="2025-06-04T01:29:53.892" v="7679" actId="20577"/>
        <pc:sldMkLst>
          <pc:docMk/>
          <pc:sldMk cId="2819955180" sldId="853"/>
        </pc:sldMkLst>
        <pc:spChg chg="mod">
          <ac:chgData name="福井将敏" userId="e05632b6-6aeb-41ae-8805-dae2c5f8fa6e" providerId="ADAL" clId="{881C8F08-5A23-4E26-A87F-E735CEC14396}" dt="2025-06-04T01:29:53.892" v="7679" actId="20577"/>
          <ac:spMkLst>
            <pc:docMk/>
            <pc:sldMk cId="2819955180" sldId="853"/>
            <ac:spMk id="2" creationId="{1BE5AFBB-40C2-496D-B346-2F35D7574253}"/>
          </ac:spMkLst>
        </pc:spChg>
        <pc:spChg chg="add mod">
          <ac:chgData name="福井将敏" userId="e05632b6-6aeb-41ae-8805-dae2c5f8fa6e" providerId="ADAL" clId="{881C8F08-5A23-4E26-A87F-E735CEC14396}" dt="2025-05-25T01:35:24.878" v="664"/>
          <ac:spMkLst>
            <pc:docMk/>
            <pc:sldMk cId="2819955180" sldId="853"/>
            <ac:spMk id="3" creationId="{79C659F8-0B0A-2447-6154-EEAA1DE2E7E0}"/>
          </ac:spMkLst>
        </pc:spChg>
        <pc:spChg chg="add mod">
          <ac:chgData name="福井将敏" userId="e05632b6-6aeb-41ae-8805-dae2c5f8fa6e" providerId="ADAL" clId="{881C8F08-5A23-4E26-A87F-E735CEC14396}" dt="2025-05-25T01:37:10.918" v="705"/>
          <ac:spMkLst>
            <pc:docMk/>
            <pc:sldMk cId="2819955180" sldId="853"/>
            <ac:spMk id="5" creationId="{FBCFA1A0-6C61-2C00-25FA-43F3CAFDA257}"/>
          </ac:spMkLst>
        </pc:spChg>
      </pc:sldChg>
      <pc:sldChg chg="addSp modSp">
        <pc:chgData name="福井将敏" userId="e05632b6-6aeb-41ae-8805-dae2c5f8fa6e" providerId="ADAL" clId="{881C8F08-5A23-4E26-A87F-E735CEC14396}" dt="2025-05-25T01:36:26.510" v="680"/>
        <pc:sldMkLst>
          <pc:docMk/>
          <pc:sldMk cId="960321630" sldId="1081"/>
        </pc:sldMkLst>
        <pc:spChg chg="add mod">
          <ac:chgData name="福井将敏" userId="e05632b6-6aeb-41ae-8805-dae2c5f8fa6e" providerId="ADAL" clId="{881C8F08-5A23-4E26-A87F-E735CEC14396}" dt="2025-05-25T01:36:26.510" v="680"/>
          <ac:spMkLst>
            <pc:docMk/>
            <pc:sldMk cId="960321630" sldId="1081"/>
            <ac:spMk id="2" creationId="{D44A1CFC-B1BF-500C-5AE3-9429D0926C7A}"/>
          </ac:spMkLst>
        </pc:spChg>
      </pc:sldChg>
      <pc:sldChg chg="addSp modSp mod">
        <pc:chgData name="福井将敏" userId="e05632b6-6aeb-41ae-8805-dae2c5f8fa6e" providerId="ADAL" clId="{881C8F08-5A23-4E26-A87F-E735CEC14396}" dt="2025-06-04T01:59:28" v="8384" actId="20577"/>
        <pc:sldMkLst>
          <pc:docMk/>
          <pc:sldMk cId="2513257283" sldId="1096"/>
        </pc:sldMkLst>
        <pc:spChg chg="mod">
          <ac:chgData name="福井将敏" userId="e05632b6-6aeb-41ae-8805-dae2c5f8fa6e" providerId="ADAL" clId="{881C8F08-5A23-4E26-A87F-E735CEC14396}" dt="2025-06-04T01:59:28" v="8384" actId="20577"/>
          <ac:spMkLst>
            <pc:docMk/>
            <pc:sldMk cId="2513257283" sldId="1096"/>
            <ac:spMk id="2" creationId="{AAC1507F-D843-BA3F-D5B9-B45C79BD6154}"/>
          </ac:spMkLst>
        </pc:spChg>
        <pc:spChg chg="add mod">
          <ac:chgData name="福井将敏" userId="e05632b6-6aeb-41ae-8805-dae2c5f8fa6e" providerId="ADAL" clId="{881C8F08-5A23-4E26-A87F-E735CEC14396}" dt="2025-05-25T01:37:04.822" v="702"/>
          <ac:spMkLst>
            <pc:docMk/>
            <pc:sldMk cId="2513257283" sldId="1096"/>
            <ac:spMk id="3" creationId="{4F9FFC9A-15D2-3D18-639E-0C85624B9EF0}"/>
          </ac:spMkLst>
        </pc:spChg>
        <pc:spChg chg="mod">
          <ac:chgData name="福井将敏" userId="e05632b6-6aeb-41ae-8805-dae2c5f8fa6e" providerId="ADAL" clId="{881C8F08-5A23-4E26-A87F-E735CEC14396}" dt="2025-06-04T01:24:45.239" v="7636" actId="6549"/>
          <ac:spMkLst>
            <pc:docMk/>
            <pc:sldMk cId="2513257283" sldId="1096"/>
            <ac:spMk id="8" creationId="{6AE8CC45-2A20-B6E7-E20B-802E66F6B3D5}"/>
          </ac:spMkLst>
        </pc:spChg>
      </pc:sldChg>
      <pc:sldChg chg="addSp delSp modSp add mod">
        <pc:chgData name="福井将敏" userId="e05632b6-6aeb-41ae-8805-dae2c5f8fa6e" providerId="ADAL" clId="{881C8F08-5A23-4E26-A87F-E735CEC14396}" dt="2025-06-03T08:00:17.755" v="7209" actId="1076"/>
        <pc:sldMkLst>
          <pc:docMk/>
          <pc:sldMk cId="421469706" sldId="1099"/>
        </pc:sldMkLst>
        <pc:spChg chg="mod">
          <ac:chgData name="福井将敏" userId="e05632b6-6aeb-41ae-8805-dae2c5f8fa6e" providerId="ADAL" clId="{881C8F08-5A23-4E26-A87F-E735CEC14396}" dt="2025-05-25T01:46:35.616" v="1134"/>
          <ac:spMkLst>
            <pc:docMk/>
            <pc:sldMk cId="421469706" sldId="1099"/>
            <ac:spMk id="2" creationId="{FBF66C9D-7B8E-C70A-059A-B71FB9ADB8CD}"/>
          </ac:spMkLst>
        </pc:spChg>
        <pc:spChg chg="mod ord">
          <ac:chgData name="福井将敏" userId="e05632b6-6aeb-41ae-8805-dae2c5f8fa6e" providerId="ADAL" clId="{881C8F08-5A23-4E26-A87F-E735CEC14396}" dt="2025-05-25T10:12:53.656" v="1201" actId="14100"/>
          <ac:spMkLst>
            <pc:docMk/>
            <pc:sldMk cId="421469706" sldId="1099"/>
            <ac:spMk id="5" creationId="{3AFCE336-4F24-3E84-91D4-78A9C5405E9E}"/>
          </ac:spMkLst>
        </pc:spChg>
        <pc:graphicFrameChg chg="mod">
          <ac:chgData name="福井将敏" userId="e05632b6-6aeb-41ae-8805-dae2c5f8fa6e" providerId="ADAL" clId="{881C8F08-5A23-4E26-A87F-E735CEC14396}" dt="2025-05-25T10:12:38.951" v="1198" actId="1036"/>
          <ac:graphicFrameMkLst>
            <pc:docMk/>
            <pc:sldMk cId="421469706" sldId="1099"/>
            <ac:graphicFrameMk id="3" creationId="{293A2EEF-EB4B-83B4-8409-E9B78B928EA3}"/>
          </ac:graphicFrameMkLst>
        </pc:graphicFrameChg>
        <pc:graphicFrameChg chg="del">
          <ac:chgData name="福井将敏" userId="e05632b6-6aeb-41ae-8805-dae2c5f8fa6e" providerId="ADAL" clId="{881C8F08-5A23-4E26-A87F-E735CEC14396}" dt="2025-06-03T08:00:13.674" v="7208" actId="478"/>
          <ac:graphicFrameMkLst>
            <pc:docMk/>
            <pc:sldMk cId="421469706" sldId="1099"/>
            <ac:graphicFrameMk id="23" creationId="{63E8C5A8-64FF-C59B-978C-7B579F3B6D37}"/>
          </ac:graphicFrameMkLst>
        </pc:graphicFrameChg>
        <pc:graphicFrameChg chg="add mod modGraphic">
          <ac:chgData name="福井将敏" userId="e05632b6-6aeb-41ae-8805-dae2c5f8fa6e" providerId="ADAL" clId="{881C8F08-5A23-4E26-A87F-E735CEC14396}" dt="2025-06-03T08:00:17.755" v="7209" actId="1076"/>
          <ac:graphicFrameMkLst>
            <pc:docMk/>
            <pc:sldMk cId="421469706" sldId="1099"/>
            <ac:graphicFrameMk id="35" creationId="{CFF21322-1A0A-79E2-61D9-74A4E94B5A8F}"/>
          </ac:graphicFrameMkLst>
        </pc:graphicFrameChg>
      </pc:sldChg>
      <pc:sldChg chg="addSp modSp del">
        <pc:chgData name="福井将敏" userId="e05632b6-6aeb-41ae-8805-dae2c5f8fa6e" providerId="ADAL" clId="{881C8F08-5A23-4E26-A87F-E735CEC14396}" dt="2025-05-25T01:45:53.372" v="1114" actId="2696"/>
        <pc:sldMkLst>
          <pc:docMk/>
          <pc:sldMk cId="1340602972" sldId="1099"/>
        </pc:sldMkLst>
      </pc:sldChg>
      <pc:sldChg chg="addSp delSp modSp mod">
        <pc:chgData name="福井将敏" userId="e05632b6-6aeb-41ae-8805-dae2c5f8fa6e" providerId="ADAL" clId="{881C8F08-5A23-4E26-A87F-E735CEC14396}" dt="2025-06-04T00:55:38.572" v="7478" actId="20577"/>
        <pc:sldMkLst>
          <pc:docMk/>
          <pc:sldMk cId="3703131428" sldId="1102"/>
        </pc:sldMkLst>
        <pc:spChg chg="mod">
          <ac:chgData name="福井将敏" userId="e05632b6-6aeb-41ae-8805-dae2c5f8fa6e" providerId="ADAL" clId="{881C8F08-5A23-4E26-A87F-E735CEC14396}" dt="2025-06-04T00:55:38.572" v="7478" actId="20577"/>
          <ac:spMkLst>
            <pc:docMk/>
            <pc:sldMk cId="3703131428" sldId="1102"/>
            <ac:spMk id="6" creationId="{BD6D7470-DE1C-A376-DD4E-AD952ACE06DB}"/>
          </ac:spMkLst>
        </pc:spChg>
        <pc:spChg chg="mod">
          <ac:chgData name="福井将敏" userId="e05632b6-6aeb-41ae-8805-dae2c5f8fa6e" providerId="ADAL" clId="{881C8F08-5A23-4E26-A87F-E735CEC14396}" dt="2025-05-25T10:16:06.418" v="1266"/>
          <ac:spMkLst>
            <pc:docMk/>
            <pc:sldMk cId="3703131428" sldId="1102"/>
            <ac:spMk id="8" creationId="{2AD0D64D-CECC-5CFE-8C12-C90736F92B62}"/>
          </ac:spMkLst>
        </pc:spChg>
        <pc:spChg chg="mod">
          <ac:chgData name="福井将敏" userId="e05632b6-6aeb-41ae-8805-dae2c5f8fa6e" providerId="ADAL" clId="{881C8F08-5A23-4E26-A87F-E735CEC14396}" dt="2025-05-25T10:18:42.928" v="1287" actId="20577"/>
          <ac:spMkLst>
            <pc:docMk/>
            <pc:sldMk cId="3703131428" sldId="1102"/>
            <ac:spMk id="9" creationId="{E4E17FAC-410D-8B5C-9908-59F63D6FE463}"/>
          </ac:spMkLst>
        </pc:spChg>
        <pc:spChg chg="mod">
          <ac:chgData name="福井将敏" userId="e05632b6-6aeb-41ae-8805-dae2c5f8fa6e" providerId="ADAL" clId="{881C8F08-5A23-4E26-A87F-E735CEC14396}" dt="2025-05-25T01:16:09.202" v="220" actId="1076"/>
          <ac:spMkLst>
            <pc:docMk/>
            <pc:sldMk cId="3703131428" sldId="1102"/>
            <ac:spMk id="12" creationId="{4BE8B883-A622-80E0-591D-30454989A35B}"/>
          </ac:spMkLst>
        </pc:spChg>
        <pc:spChg chg="mod">
          <ac:chgData name="福井将敏" userId="e05632b6-6aeb-41ae-8805-dae2c5f8fa6e" providerId="ADAL" clId="{881C8F08-5A23-4E26-A87F-E735CEC14396}" dt="2025-05-25T10:15:37.438" v="1258"/>
          <ac:spMkLst>
            <pc:docMk/>
            <pc:sldMk cId="3703131428" sldId="1102"/>
            <ac:spMk id="13" creationId="{9EB40195-DEA1-9481-3CEA-B62FEA0BA4C3}"/>
          </ac:spMkLst>
        </pc:spChg>
        <pc:spChg chg="mod">
          <ac:chgData name="福井将敏" userId="e05632b6-6aeb-41ae-8805-dae2c5f8fa6e" providerId="ADAL" clId="{881C8F08-5A23-4E26-A87F-E735CEC14396}" dt="2025-05-25T10:17:54.889" v="1278" actId="2711"/>
          <ac:spMkLst>
            <pc:docMk/>
            <pc:sldMk cId="3703131428" sldId="1102"/>
            <ac:spMk id="16" creationId="{B230FE41-8BE2-7F7A-A4E3-1166B6DF8584}"/>
          </ac:spMkLst>
        </pc:spChg>
        <pc:spChg chg="mod">
          <ac:chgData name="福井将敏" userId="e05632b6-6aeb-41ae-8805-dae2c5f8fa6e" providerId="ADAL" clId="{881C8F08-5A23-4E26-A87F-E735CEC14396}" dt="2025-05-25T01:30:32.944" v="548"/>
          <ac:spMkLst>
            <pc:docMk/>
            <pc:sldMk cId="3703131428" sldId="1102"/>
            <ac:spMk id="17" creationId="{FEFA8F45-AB29-CDF0-3F8B-7410226E3DEE}"/>
          </ac:spMkLst>
        </pc:spChg>
        <pc:spChg chg="mod">
          <ac:chgData name="福井将敏" userId="e05632b6-6aeb-41ae-8805-dae2c5f8fa6e" providerId="ADAL" clId="{881C8F08-5A23-4E26-A87F-E735CEC14396}" dt="2025-05-25T01:19:21.454" v="304"/>
          <ac:spMkLst>
            <pc:docMk/>
            <pc:sldMk cId="3703131428" sldId="1102"/>
            <ac:spMk id="20" creationId="{6F4F68DC-3BDA-79F3-7EB1-53AD8480C381}"/>
          </ac:spMkLst>
        </pc:spChg>
        <pc:spChg chg="mod">
          <ac:chgData name="福井将敏" userId="e05632b6-6aeb-41ae-8805-dae2c5f8fa6e" providerId="ADAL" clId="{881C8F08-5A23-4E26-A87F-E735CEC14396}" dt="2025-05-25T10:15:30.347" v="1242"/>
          <ac:spMkLst>
            <pc:docMk/>
            <pc:sldMk cId="3703131428" sldId="1102"/>
            <ac:spMk id="21" creationId="{9D0A244E-E81C-7747-4017-96BDA8A1F8A9}"/>
          </ac:spMkLst>
        </pc:spChg>
        <pc:spChg chg="mod">
          <ac:chgData name="福井将敏" userId="e05632b6-6aeb-41ae-8805-dae2c5f8fa6e" providerId="ADAL" clId="{881C8F08-5A23-4E26-A87F-E735CEC14396}" dt="2025-05-25T10:18:09.136" v="1280" actId="2711"/>
          <ac:spMkLst>
            <pc:docMk/>
            <pc:sldMk cId="3703131428" sldId="1102"/>
            <ac:spMk id="23" creationId="{83EB39DC-E1F4-BD7F-BD55-6DBD32CD5DD5}"/>
          </ac:spMkLst>
        </pc:spChg>
        <pc:spChg chg="mod">
          <ac:chgData name="福井将敏" userId="e05632b6-6aeb-41ae-8805-dae2c5f8fa6e" providerId="ADAL" clId="{881C8F08-5A23-4E26-A87F-E735CEC14396}" dt="2025-05-25T01:30:27.202" v="541" actId="6549"/>
          <ac:spMkLst>
            <pc:docMk/>
            <pc:sldMk cId="3703131428" sldId="1102"/>
            <ac:spMk id="24" creationId="{9981E65E-52D1-06E7-B62C-88E5C962C4BB}"/>
          </ac:spMkLst>
        </pc:spChg>
        <pc:spChg chg="mod">
          <ac:chgData name="福井将敏" userId="e05632b6-6aeb-41ae-8805-dae2c5f8fa6e" providerId="ADAL" clId="{881C8F08-5A23-4E26-A87F-E735CEC14396}" dt="2025-05-25T01:30:49.521" v="576"/>
          <ac:spMkLst>
            <pc:docMk/>
            <pc:sldMk cId="3703131428" sldId="1102"/>
            <ac:spMk id="25" creationId="{A2AA0FF1-FF18-F52C-04D5-967BB0963895}"/>
          </ac:spMkLst>
        </pc:spChg>
        <pc:spChg chg="mod">
          <ac:chgData name="福井将敏" userId="e05632b6-6aeb-41ae-8805-dae2c5f8fa6e" providerId="ADAL" clId="{881C8F08-5A23-4E26-A87F-E735CEC14396}" dt="2025-05-25T01:20:19.294" v="365"/>
          <ac:spMkLst>
            <pc:docMk/>
            <pc:sldMk cId="3703131428" sldId="1102"/>
            <ac:spMk id="27" creationId="{31E8E4C6-7B1D-34F6-C3DA-DC26AD7474E1}"/>
          </ac:spMkLst>
        </pc:spChg>
        <pc:spChg chg="mod">
          <ac:chgData name="福井将敏" userId="e05632b6-6aeb-41ae-8805-dae2c5f8fa6e" providerId="ADAL" clId="{881C8F08-5A23-4E26-A87F-E735CEC14396}" dt="2025-05-25T01:30:52.401" v="583"/>
          <ac:spMkLst>
            <pc:docMk/>
            <pc:sldMk cId="3703131428" sldId="1102"/>
            <ac:spMk id="28" creationId="{AC791635-FFA0-DBE4-9B70-A6986A8DCD70}"/>
          </ac:spMkLst>
        </pc:spChg>
        <pc:spChg chg="mod">
          <ac:chgData name="福井将敏" userId="e05632b6-6aeb-41ae-8805-dae2c5f8fa6e" providerId="ADAL" clId="{881C8F08-5A23-4E26-A87F-E735CEC14396}" dt="2025-05-25T01:19:04.661" v="293" actId="14100"/>
          <ac:spMkLst>
            <pc:docMk/>
            <pc:sldMk cId="3703131428" sldId="1102"/>
            <ac:spMk id="30" creationId="{E49C9C00-4C88-3DED-AD78-80F24A61AE28}"/>
          </ac:spMkLst>
        </pc:spChg>
        <pc:spChg chg="mod">
          <ac:chgData name="福井将敏" userId="e05632b6-6aeb-41ae-8805-dae2c5f8fa6e" providerId="ADAL" clId="{881C8F08-5A23-4E26-A87F-E735CEC14396}" dt="2025-05-25T10:18:15.785" v="1281" actId="2711"/>
          <ac:spMkLst>
            <pc:docMk/>
            <pc:sldMk cId="3703131428" sldId="1102"/>
            <ac:spMk id="31" creationId="{E7C0C173-8E79-5CCF-A001-4A269D166283}"/>
          </ac:spMkLst>
        </pc:spChg>
        <pc:spChg chg="mod">
          <ac:chgData name="福井将敏" userId="e05632b6-6aeb-41ae-8805-dae2c5f8fa6e" providerId="ADAL" clId="{881C8F08-5A23-4E26-A87F-E735CEC14396}" dt="2025-05-25T01:17:59.054" v="283"/>
          <ac:spMkLst>
            <pc:docMk/>
            <pc:sldMk cId="3703131428" sldId="1102"/>
            <ac:spMk id="32" creationId="{D8E3CAF1-4737-3BB7-3022-B1B4E832A999}"/>
          </ac:spMkLst>
        </pc:spChg>
        <pc:spChg chg="mod">
          <ac:chgData name="福井将敏" userId="e05632b6-6aeb-41ae-8805-dae2c5f8fa6e" providerId="ADAL" clId="{881C8F08-5A23-4E26-A87F-E735CEC14396}" dt="2025-05-25T01:18:56.667" v="290" actId="14100"/>
          <ac:spMkLst>
            <pc:docMk/>
            <pc:sldMk cId="3703131428" sldId="1102"/>
            <ac:spMk id="38" creationId="{2AD9E013-F686-2FD1-698C-D175FBC3E2BC}"/>
          </ac:spMkLst>
        </pc:spChg>
        <pc:spChg chg="mod">
          <ac:chgData name="福井将敏" userId="e05632b6-6aeb-41ae-8805-dae2c5f8fa6e" providerId="ADAL" clId="{881C8F08-5A23-4E26-A87F-E735CEC14396}" dt="2025-05-25T01:18:59.411" v="291" actId="14100"/>
          <ac:spMkLst>
            <pc:docMk/>
            <pc:sldMk cId="3703131428" sldId="1102"/>
            <ac:spMk id="39" creationId="{E8F7F3A3-58F5-FEA7-E58E-7F9FDD0E2C69}"/>
          </ac:spMkLst>
        </pc:spChg>
        <pc:spChg chg="mod">
          <ac:chgData name="福井将敏" userId="e05632b6-6aeb-41ae-8805-dae2c5f8fa6e" providerId="ADAL" clId="{881C8F08-5A23-4E26-A87F-E735CEC14396}" dt="2025-05-25T10:18:38.325" v="1283" actId="20577"/>
          <ac:spMkLst>
            <pc:docMk/>
            <pc:sldMk cId="3703131428" sldId="1102"/>
            <ac:spMk id="42" creationId="{C0DF0B83-0B92-5F58-76C3-3F69C4A13F42}"/>
          </ac:spMkLst>
        </pc:spChg>
        <pc:spChg chg="mod">
          <ac:chgData name="福井将敏" userId="e05632b6-6aeb-41ae-8805-dae2c5f8fa6e" providerId="ADAL" clId="{881C8F08-5A23-4E26-A87F-E735CEC14396}" dt="2025-05-25T10:16:03.184" v="1262"/>
          <ac:spMkLst>
            <pc:docMk/>
            <pc:sldMk cId="3703131428" sldId="1102"/>
            <ac:spMk id="44" creationId="{3CF23CE0-1398-0291-3AD6-E7C70ED5F6E6}"/>
          </ac:spMkLst>
        </pc:spChg>
        <pc:spChg chg="mod">
          <ac:chgData name="福井将敏" userId="e05632b6-6aeb-41ae-8805-dae2c5f8fa6e" providerId="ADAL" clId="{881C8F08-5A23-4E26-A87F-E735CEC14396}" dt="2025-05-25T10:18:40.805" v="1285" actId="20577"/>
          <ac:spMkLst>
            <pc:docMk/>
            <pc:sldMk cId="3703131428" sldId="1102"/>
            <ac:spMk id="47" creationId="{2E8D1934-EA8D-35FD-4885-FB50A09461F7}"/>
          </ac:spMkLst>
        </pc:spChg>
        <pc:spChg chg="mod">
          <ac:chgData name="福井将敏" userId="e05632b6-6aeb-41ae-8805-dae2c5f8fa6e" providerId="ADAL" clId="{881C8F08-5A23-4E26-A87F-E735CEC14396}" dt="2025-05-25T10:15:20.550" v="1233"/>
          <ac:spMkLst>
            <pc:docMk/>
            <pc:sldMk cId="3703131428" sldId="1102"/>
            <ac:spMk id="64" creationId="{E73CD72B-6DA5-068C-262A-4401C4D9DA54}"/>
          </ac:spMkLst>
        </pc:spChg>
        <pc:spChg chg="mod">
          <ac:chgData name="福井将敏" userId="e05632b6-6aeb-41ae-8805-dae2c5f8fa6e" providerId="ADAL" clId="{881C8F08-5A23-4E26-A87F-E735CEC14396}" dt="2025-05-25T10:18:02.128" v="1279" actId="2711"/>
          <ac:spMkLst>
            <pc:docMk/>
            <pc:sldMk cId="3703131428" sldId="1102"/>
            <ac:spMk id="67" creationId="{0A951824-8CC8-3E3C-1303-25EAC7814C5E}"/>
          </ac:spMkLst>
        </pc:spChg>
        <pc:spChg chg="mod">
          <ac:chgData name="福井将敏" userId="e05632b6-6aeb-41ae-8805-dae2c5f8fa6e" providerId="ADAL" clId="{881C8F08-5A23-4E26-A87F-E735CEC14396}" dt="2025-05-25T01:30:37.896" v="562"/>
          <ac:spMkLst>
            <pc:docMk/>
            <pc:sldMk cId="3703131428" sldId="1102"/>
            <ac:spMk id="68" creationId="{2CAD3C1A-C881-4FEF-D40C-BC2757062581}"/>
          </ac:spMkLst>
        </pc:spChg>
        <pc:spChg chg="mod">
          <ac:chgData name="福井将敏" userId="e05632b6-6aeb-41ae-8805-dae2c5f8fa6e" providerId="ADAL" clId="{881C8F08-5A23-4E26-A87F-E735CEC14396}" dt="2025-05-25T01:14:32.315" v="97" actId="20577"/>
          <ac:spMkLst>
            <pc:docMk/>
            <pc:sldMk cId="3703131428" sldId="1102"/>
            <ac:spMk id="82" creationId="{7011170F-99B2-45A0-5B70-3BA6915D24FC}"/>
          </ac:spMkLst>
        </pc:spChg>
        <pc:spChg chg="mod">
          <ac:chgData name="福井将敏" userId="e05632b6-6aeb-41ae-8805-dae2c5f8fa6e" providerId="ADAL" clId="{881C8F08-5A23-4E26-A87F-E735CEC14396}" dt="2025-05-25T10:16:32.574" v="1269" actId="14100"/>
          <ac:spMkLst>
            <pc:docMk/>
            <pc:sldMk cId="3703131428" sldId="1102"/>
            <ac:spMk id="87" creationId="{E326D6E4-DC31-1435-808A-3B0131517697}"/>
          </ac:spMkLst>
        </pc:spChg>
        <pc:spChg chg="mod">
          <ac:chgData name="福井将敏" userId="e05632b6-6aeb-41ae-8805-dae2c5f8fa6e" providerId="ADAL" clId="{881C8F08-5A23-4E26-A87F-E735CEC14396}" dt="2025-05-25T10:16:48.337" v="1273" actId="14100"/>
          <ac:spMkLst>
            <pc:docMk/>
            <pc:sldMk cId="3703131428" sldId="1102"/>
            <ac:spMk id="88" creationId="{358B10C0-7217-1F66-B3D7-FBF916B25408}"/>
          </ac:spMkLst>
        </pc:spChg>
        <pc:spChg chg="add mod">
          <ac:chgData name="福井将敏" userId="e05632b6-6aeb-41ae-8805-dae2c5f8fa6e" providerId="ADAL" clId="{881C8F08-5A23-4E26-A87F-E735CEC14396}" dt="2025-05-25T01:36:40.697" v="689"/>
          <ac:spMkLst>
            <pc:docMk/>
            <pc:sldMk cId="3703131428" sldId="1102"/>
            <ac:spMk id="109" creationId="{BE0FAD37-1CEB-90BF-F8BC-9C686A13CB82}"/>
          </ac:spMkLst>
        </pc:spChg>
        <pc:grpChg chg="mod">
          <ac:chgData name="福井将敏" userId="e05632b6-6aeb-41ae-8805-dae2c5f8fa6e" providerId="ADAL" clId="{881C8F08-5A23-4E26-A87F-E735CEC14396}" dt="2025-05-25T10:17:00.486" v="1274" actId="14100"/>
          <ac:grpSpMkLst>
            <pc:docMk/>
            <pc:sldMk cId="3703131428" sldId="1102"/>
            <ac:grpSpMk id="3" creationId="{96FB4407-8A1B-CAC8-091C-3D05A408BAE3}"/>
          </ac:grpSpMkLst>
        </pc:grpChg>
        <pc:grpChg chg="mod">
          <ac:chgData name="福井将敏" userId="e05632b6-6aeb-41ae-8805-dae2c5f8fa6e" providerId="ADAL" clId="{881C8F08-5A23-4E26-A87F-E735CEC14396}" dt="2025-05-25T10:16:25.143" v="1268" actId="14100"/>
          <ac:grpSpMkLst>
            <pc:docMk/>
            <pc:sldMk cId="3703131428" sldId="1102"/>
            <ac:grpSpMk id="7" creationId="{F577832E-2F89-DD95-2824-8FEE8A1B77F8}"/>
          </ac:grpSpMkLst>
        </pc:grpChg>
        <pc:grpChg chg="add mod">
          <ac:chgData name="福井将敏" userId="e05632b6-6aeb-41ae-8805-dae2c5f8fa6e" providerId="ADAL" clId="{881C8F08-5A23-4E26-A87F-E735CEC14396}" dt="2025-05-25T01:26:09.368" v="476" actId="1076"/>
          <ac:grpSpMkLst>
            <pc:docMk/>
            <pc:sldMk cId="3703131428" sldId="1102"/>
            <ac:grpSpMk id="11" creationId="{B536A79C-A3DF-6768-AB93-5BFDB6C1782C}"/>
          </ac:grpSpMkLst>
        </pc:grpChg>
        <pc:grpChg chg="mod">
          <ac:chgData name="福井将敏" userId="e05632b6-6aeb-41ae-8805-dae2c5f8fa6e" providerId="ADAL" clId="{881C8F08-5A23-4E26-A87F-E735CEC14396}" dt="2025-05-25T10:16:25.143" v="1268" actId="14100"/>
          <ac:grpSpMkLst>
            <pc:docMk/>
            <pc:sldMk cId="3703131428" sldId="1102"/>
            <ac:grpSpMk id="14" creationId="{DDA90344-18AB-3A2A-E52C-87B67DFD8143}"/>
          </ac:grpSpMkLst>
        </pc:grpChg>
        <pc:grpChg chg="add mod">
          <ac:chgData name="福井将敏" userId="e05632b6-6aeb-41ae-8805-dae2c5f8fa6e" providerId="ADAL" clId="{881C8F08-5A23-4E26-A87F-E735CEC14396}" dt="2025-05-25T01:26:09.368" v="476" actId="1076"/>
          <ac:grpSpMkLst>
            <pc:docMk/>
            <pc:sldMk cId="3703131428" sldId="1102"/>
            <ac:grpSpMk id="15" creationId="{6BAA73AF-B39F-F29B-5CBA-0CA8725405CC}"/>
          </ac:grpSpMkLst>
        </pc:grpChg>
        <pc:grpChg chg="add mod">
          <ac:chgData name="福井将敏" userId="e05632b6-6aeb-41ae-8805-dae2c5f8fa6e" providerId="ADAL" clId="{881C8F08-5A23-4E26-A87F-E735CEC14396}" dt="2025-05-25T01:26:09.368" v="476" actId="1076"/>
          <ac:grpSpMkLst>
            <pc:docMk/>
            <pc:sldMk cId="3703131428" sldId="1102"/>
            <ac:grpSpMk id="19" creationId="{04C9672A-E31C-6259-70BD-D4206532691D}"/>
          </ac:grpSpMkLst>
        </pc:grpChg>
        <pc:grpChg chg="add mod">
          <ac:chgData name="福井将敏" userId="e05632b6-6aeb-41ae-8805-dae2c5f8fa6e" providerId="ADAL" clId="{881C8F08-5A23-4E26-A87F-E735CEC14396}" dt="2025-05-25T01:26:09.368" v="476" actId="1076"/>
          <ac:grpSpMkLst>
            <pc:docMk/>
            <pc:sldMk cId="3703131428" sldId="1102"/>
            <ac:grpSpMk id="22" creationId="{A2ADED71-46EE-C302-14AA-AFD307B61C38}"/>
          </ac:grpSpMkLst>
        </pc:grpChg>
        <pc:grpChg chg="add mod">
          <ac:chgData name="福井将敏" userId="e05632b6-6aeb-41ae-8805-dae2c5f8fa6e" providerId="ADAL" clId="{881C8F08-5A23-4E26-A87F-E735CEC14396}" dt="2025-05-25T01:26:09.368" v="476" actId="1076"/>
          <ac:grpSpMkLst>
            <pc:docMk/>
            <pc:sldMk cId="3703131428" sldId="1102"/>
            <ac:grpSpMk id="26" creationId="{6C60DB1D-3617-E943-4DBB-DF4DED5C5D71}"/>
          </ac:grpSpMkLst>
        </pc:grpChg>
        <pc:grpChg chg="add mod">
          <ac:chgData name="福井将敏" userId="e05632b6-6aeb-41ae-8805-dae2c5f8fa6e" providerId="ADAL" clId="{881C8F08-5A23-4E26-A87F-E735CEC14396}" dt="2025-05-25T01:26:15.620" v="482" actId="1038"/>
          <ac:grpSpMkLst>
            <pc:docMk/>
            <pc:sldMk cId="3703131428" sldId="1102"/>
            <ac:grpSpMk id="29" creationId="{23BE3B07-7AAE-EBF4-4B57-42CFCAFE9560}"/>
          </ac:grpSpMkLst>
        </pc:grpChg>
        <pc:grpChg chg="mod">
          <ac:chgData name="福井将敏" userId="e05632b6-6aeb-41ae-8805-dae2c5f8fa6e" providerId="ADAL" clId="{881C8F08-5A23-4E26-A87F-E735CEC14396}" dt="2025-05-25T10:16:25.143" v="1268" actId="14100"/>
          <ac:grpSpMkLst>
            <pc:docMk/>
            <pc:sldMk cId="3703131428" sldId="1102"/>
            <ac:grpSpMk id="40" creationId="{7D45572A-6564-039D-42E2-D100FDD3A02A}"/>
          </ac:grpSpMkLst>
        </pc:grpChg>
        <pc:grpChg chg="mod">
          <ac:chgData name="福井将敏" userId="e05632b6-6aeb-41ae-8805-dae2c5f8fa6e" providerId="ADAL" clId="{881C8F08-5A23-4E26-A87F-E735CEC14396}" dt="2025-05-25T10:16:25.143" v="1268" actId="14100"/>
          <ac:grpSpMkLst>
            <pc:docMk/>
            <pc:sldMk cId="3703131428" sldId="1102"/>
            <ac:grpSpMk id="43" creationId="{FEA875BE-D9E8-79FD-65C7-EFEA23812683}"/>
          </ac:grpSpMkLst>
        </pc:grpChg>
        <pc:grpChg chg="mod">
          <ac:chgData name="福井将敏" userId="e05632b6-6aeb-41ae-8805-dae2c5f8fa6e" providerId="ADAL" clId="{881C8F08-5A23-4E26-A87F-E735CEC14396}" dt="2025-05-25T10:17:00.486" v="1274" actId="14100"/>
          <ac:grpSpMkLst>
            <pc:docMk/>
            <pc:sldMk cId="3703131428" sldId="1102"/>
            <ac:grpSpMk id="56" creationId="{73ACBD6B-7455-0EDD-4932-D0A6D9353ACF}"/>
          </ac:grpSpMkLst>
        </pc:grpChg>
        <pc:grpChg chg="mod">
          <ac:chgData name="福井将敏" userId="e05632b6-6aeb-41ae-8805-dae2c5f8fa6e" providerId="ADAL" clId="{881C8F08-5A23-4E26-A87F-E735CEC14396}" dt="2025-05-25T01:26:09.368" v="476" actId="1076"/>
          <ac:grpSpMkLst>
            <pc:docMk/>
            <pc:sldMk cId="3703131428" sldId="1102"/>
            <ac:grpSpMk id="61" creationId="{BF9B8D69-5C51-0F59-7C7B-B4AA7FED1961}"/>
          </ac:grpSpMkLst>
        </pc:grpChg>
        <pc:grpChg chg="mod">
          <ac:chgData name="福井将敏" userId="e05632b6-6aeb-41ae-8805-dae2c5f8fa6e" providerId="ADAL" clId="{881C8F08-5A23-4E26-A87F-E735CEC14396}" dt="2025-05-25T01:26:09.368" v="476" actId="1076"/>
          <ac:grpSpMkLst>
            <pc:docMk/>
            <pc:sldMk cId="3703131428" sldId="1102"/>
            <ac:grpSpMk id="65" creationId="{862F4B9C-F012-733C-97E7-BC4BD6155E59}"/>
          </ac:grpSpMkLst>
        </pc:grpChg>
        <pc:grpChg chg="mod">
          <ac:chgData name="福井将敏" userId="e05632b6-6aeb-41ae-8805-dae2c5f8fa6e" providerId="ADAL" clId="{881C8F08-5A23-4E26-A87F-E735CEC14396}" dt="2025-05-25T10:17:00.486" v="1274" actId="14100"/>
          <ac:grpSpMkLst>
            <pc:docMk/>
            <pc:sldMk cId="3703131428" sldId="1102"/>
            <ac:grpSpMk id="80" creationId="{246F0BDE-F499-6864-1CEA-70DB2389728C}"/>
          </ac:grpSpMkLst>
        </pc:grpChg>
        <pc:cxnChg chg="mod">
          <ac:chgData name="福井将敏" userId="e05632b6-6aeb-41ae-8805-dae2c5f8fa6e" providerId="ADAL" clId="{881C8F08-5A23-4E26-A87F-E735CEC14396}" dt="2025-05-25T10:17:06.668" v="1276" actId="14100"/>
          <ac:cxnSpMkLst>
            <pc:docMk/>
            <pc:sldMk cId="3703131428" sldId="1102"/>
            <ac:cxnSpMk id="10" creationId="{5CD8019A-A634-011C-0421-F0221EDEC400}"/>
          </ac:cxnSpMkLst>
        </pc:cxnChg>
        <pc:cxnChg chg="mod">
          <ac:chgData name="福井将敏" userId="e05632b6-6aeb-41ae-8805-dae2c5f8fa6e" providerId="ADAL" clId="{881C8F08-5A23-4E26-A87F-E735CEC14396}" dt="2025-05-25T01:21:59.458" v="400" actId="14100"/>
          <ac:cxnSpMkLst>
            <pc:docMk/>
            <pc:sldMk cId="3703131428" sldId="1102"/>
            <ac:cxnSpMk id="34" creationId="{804F6137-3497-2C14-7346-DC041DFD9FE0}"/>
          </ac:cxnSpMkLst>
        </pc:cxnChg>
        <pc:cxnChg chg="mod">
          <ac:chgData name="福井将敏" userId="e05632b6-6aeb-41ae-8805-dae2c5f8fa6e" providerId="ADAL" clId="{881C8F08-5A23-4E26-A87F-E735CEC14396}" dt="2025-05-25T10:16:25.143" v="1268" actId="14100"/>
          <ac:cxnSpMkLst>
            <pc:docMk/>
            <pc:sldMk cId="3703131428" sldId="1102"/>
            <ac:cxnSpMk id="48" creationId="{B02D2D4D-3924-332F-F7F5-F534F737B379}"/>
          </ac:cxnSpMkLst>
        </pc:cxnChg>
        <pc:cxnChg chg="add mod">
          <ac:chgData name="福井将敏" userId="e05632b6-6aeb-41ae-8805-dae2c5f8fa6e" providerId="ADAL" clId="{881C8F08-5A23-4E26-A87F-E735CEC14396}" dt="2025-05-25T01:24:45.411" v="459" actId="1037"/>
          <ac:cxnSpMkLst>
            <pc:docMk/>
            <pc:sldMk cId="3703131428" sldId="1102"/>
            <ac:cxnSpMk id="49" creationId="{4D8CFCEE-8038-B193-2CB8-C44EFD92947D}"/>
          </ac:cxnSpMkLst>
        </pc:cxnChg>
        <pc:cxnChg chg="add mod">
          <ac:chgData name="福井将敏" userId="e05632b6-6aeb-41ae-8805-dae2c5f8fa6e" providerId="ADAL" clId="{881C8F08-5A23-4E26-A87F-E735CEC14396}" dt="2025-05-25T01:24:24.800" v="449" actId="1076"/>
          <ac:cxnSpMkLst>
            <pc:docMk/>
            <pc:sldMk cId="3703131428" sldId="1102"/>
            <ac:cxnSpMk id="55" creationId="{907E4B63-A481-32FA-E3E0-2780E9ABE715}"/>
          </ac:cxnSpMkLst>
        </pc:cxnChg>
        <pc:cxnChg chg="mod">
          <ac:chgData name="福井将敏" userId="e05632b6-6aeb-41ae-8805-dae2c5f8fa6e" providerId="ADAL" clId="{881C8F08-5A23-4E26-A87F-E735CEC14396}" dt="2025-05-25T10:16:25.143" v="1268" actId="14100"/>
          <ac:cxnSpMkLst>
            <pc:docMk/>
            <pc:sldMk cId="3703131428" sldId="1102"/>
            <ac:cxnSpMk id="59" creationId="{6C5BF4C1-2748-3C2D-D135-958049E0D3B7}"/>
          </ac:cxnSpMkLst>
        </pc:cxnChg>
        <pc:cxnChg chg="mod">
          <ac:chgData name="福井将敏" userId="e05632b6-6aeb-41ae-8805-dae2c5f8fa6e" providerId="ADAL" clId="{881C8F08-5A23-4E26-A87F-E735CEC14396}" dt="2025-05-25T10:17:04.066" v="1275" actId="14100"/>
          <ac:cxnSpMkLst>
            <pc:docMk/>
            <pc:sldMk cId="3703131428" sldId="1102"/>
            <ac:cxnSpMk id="72" creationId="{73A7776E-EDE7-9544-B058-8773197D39DB}"/>
          </ac:cxnSpMkLst>
        </pc:cxnChg>
        <pc:cxnChg chg="add mod">
          <ac:chgData name="福井将敏" userId="e05632b6-6aeb-41ae-8805-dae2c5f8fa6e" providerId="ADAL" clId="{881C8F08-5A23-4E26-A87F-E735CEC14396}" dt="2025-05-25T01:24:56.054" v="460" actId="14100"/>
          <ac:cxnSpMkLst>
            <pc:docMk/>
            <pc:sldMk cId="3703131428" sldId="1102"/>
            <ac:cxnSpMk id="73" creationId="{F324846F-F5B2-A528-5591-1B6CA22C4044}"/>
          </ac:cxnSpMkLst>
        </pc:cxnChg>
        <pc:cxnChg chg="add mod">
          <ac:chgData name="福井将敏" userId="e05632b6-6aeb-41ae-8805-dae2c5f8fa6e" providerId="ADAL" clId="{881C8F08-5A23-4E26-A87F-E735CEC14396}" dt="2025-05-25T01:26:09.368" v="476" actId="1076"/>
          <ac:cxnSpMkLst>
            <pc:docMk/>
            <pc:sldMk cId="3703131428" sldId="1102"/>
            <ac:cxnSpMk id="83" creationId="{AB4E6E81-CF56-2044-A2A0-7C3955B3F59E}"/>
          </ac:cxnSpMkLst>
        </pc:cxnChg>
        <pc:cxnChg chg="add mod">
          <ac:chgData name="福井将敏" userId="e05632b6-6aeb-41ae-8805-dae2c5f8fa6e" providerId="ADAL" clId="{881C8F08-5A23-4E26-A87F-E735CEC14396}" dt="2025-05-25T01:25:14.612" v="467" actId="1076"/>
          <ac:cxnSpMkLst>
            <pc:docMk/>
            <pc:sldMk cId="3703131428" sldId="1102"/>
            <ac:cxnSpMk id="91" creationId="{E998FC3B-2BE8-AB13-33B6-59CBDF47B9DC}"/>
          </ac:cxnSpMkLst>
        </pc:cxnChg>
        <pc:cxnChg chg="add mod">
          <ac:chgData name="福井将敏" userId="e05632b6-6aeb-41ae-8805-dae2c5f8fa6e" providerId="ADAL" clId="{881C8F08-5A23-4E26-A87F-E735CEC14396}" dt="2025-05-25T01:26:15.620" v="482" actId="1038"/>
          <ac:cxnSpMkLst>
            <pc:docMk/>
            <pc:sldMk cId="3703131428" sldId="1102"/>
            <ac:cxnSpMk id="94" creationId="{ED90BFE9-4E09-D476-126D-17E408DAC94C}"/>
          </ac:cxnSpMkLst>
        </pc:cxnChg>
        <pc:cxnChg chg="add mod">
          <ac:chgData name="福井将敏" userId="e05632b6-6aeb-41ae-8805-dae2c5f8fa6e" providerId="ADAL" clId="{881C8F08-5A23-4E26-A87F-E735CEC14396}" dt="2025-05-25T10:16:32.574" v="1269" actId="14100"/>
          <ac:cxnSpMkLst>
            <pc:docMk/>
            <pc:sldMk cId="3703131428" sldId="1102"/>
            <ac:cxnSpMk id="101" creationId="{567D51D4-9C9B-E24F-0F2C-7958C731EFF9}"/>
          </ac:cxnSpMkLst>
        </pc:cxnChg>
      </pc:sldChg>
      <pc:sldChg chg="addSp modSp mod">
        <pc:chgData name="福井将敏" userId="e05632b6-6aeb-41ae-8805-dae2c5f8fa6e" providerId="ADAL" clId="{881C8F08-5A23-4E26-A87F-E735CEC14396}" dt="2025-06-04T01:58:08.350" v="8375" actId="20577"/>
        <pc:sldMkLst>
          <pc:docMk/>
          <pc:sldMk cId="539254979" sldId="1254"/>
        </pc:sldMkLst>
        <pc:spChg chg="mod">
          <ac:chgData name="福井将敏" userId="e05632b6-6aeb-41ae-8805-dae2c5f8fa6e" providerId="ADAL" clId="{881C8F08-5A23-4E26-A87F-E735CEC14396}" dt="2025-05-25T01:49:11.584" v="1158" actId="20577"/>
          <ac:spMkLst>
            <pc:docMk/>
            <pc:sldMk cId="539254979" sldId="1254"/>
            <ac:spMk id="2" creationId="{715A1977-001A-47E2-A226-93AAC587563E}"/>
          </ac:spMkLst>
        </pc:spChg>
        <pc:spChg chg="add mod">
          <ac:chgData name="福井将敏" userId="e05632b6-6aeb-41ae-8805-dae2c5f8fa6e" providerId="ADAL" clId="{881C8F08-5A23-4E26-A87F-E735CEC14396}" dt="2025-05-25T01:36:32.187" v="683"/>
          <ac:spMkLst>
            <pc:docMk/>
            <pc:sldMk cId="539254979" sldId="1254"/>
            <ac:spMk id="4" creationId="{95DA0B14-CB09-3B2C-CAC2-3F2B80C780CD}"/>
          </ac:spMkLst>
        </pc:spChg>
        <pc:graphicFrameChg chg="mod modGraphic">
          <ac:chgData name="福井将敏" userId="e05632b6-6aeb-41ae-8805-dae2c5f8fa6e" providerId="ADAL" clId="{881C8F08-5A23-4E26-A87F-E735CEC14396}" dt="2025-06-04T01:58:08.350" v="8375" actId="20577"/>
          <ac:graphicFrameMkLst>
            <pc:docMk/>
            <pc:sldMk cId="539254979" sldId="1254"/>
            <ac:graphicFrameMk id="6" creationId="{AD3B78A0-1783-449D-845D-A46B0767A3FB}"/>
          </ac:graphicFrameMkLst>
        </pc:graphicFrameChg>
      </pc:sldChg>
      <pc:sldChg chg="addSp modSp mod">
        <pc:chgData name="福井将敏" userId="e05632b6-6aeb-41ae-8805-dae2c5f8fa6e" providerId="ADAL" clId="{881C8F08-5A23-4E26-A87F-E735CEC14396}" dt="2025-06-04T01:45:51.931" v="8139" actId="6549"/>
        <pc:sldMkLst>
          <pc:docMk/>
          <pc:sldMk cId="4288456481" sldId="1256"/>
        </pc:sldMkLst>
        <pc:spChg chg="mod">
          <ac:chgData name="福井将敏" userId="e05632b6-6aeb-41ae-8805-dae2c5f8fa6e" providerId="ADAL" clId="{881C8F08-5A23-4E26-A87F-E735CEC14396}" dt="2025-05-25T01:49:16.727" v="1161" actId="20577"/>
          <ac:spMkLst>
            <pc:docMk/>
            <pc:sldMk cId="4288456481" sldId="1256"/>
            <ac:spMk id="2" creationId="{715A1977-001A-47E2-A226-93AAC587563E}"/>
          </ac:spMkLst>
        </pc:spChg>
        <pc:spChg chg="add mod">
          <ac:chgData name="福井将敏" userId="e05632b6-6aeb-41ae-8805-dae2c5f8fa6e" providerId="ADAL" clId="{881C8F08-5A23-4E26-A87F-E735CEC14396}" dt="2025-05-25T01:36:33.852" v="684"/>
          <ac:spMkLst>
            <pc:docMk/>
            <pc:sldMk cId="4288456481" sldId="1256"/>
            <ac:spMk id="4" creationId="{2259736E-48D8-B264-7BBC-BC8A66C0D2E8}"/>
          </ac:spMkLst>
        </pc:spChg>
        <pc:graphicFrameChg chg="mod modGraphic">
          <ac:chgData name="福井将敏" userId="e05632b6-6aeb-41ae-8805-dae2c5f8fa6e" providerId="ADAL" clId="{881C8F08-5A23-4E26-A87F-E735CEC14396}" dt="2025-06-04T01:45:51.931" v="8139" actId="6549"/>
          <ac:graphicFrameMkLst>
            <pc:docMk/>
            <pc:sldMk cId="4288456481" sldId="1256"/>
            <ac:graphicFrameMk id="5" creationId="{DA73F207-25CE-5C63-AF14-FCD298F7DD44}"/>
          </ac:graphicFrameMkLst>
        </pc:graphicFrameChg>
      </pc:sldChg>
      <pc:sldChg chg="addSp modSp mod">
        <pc:chgData name="福井将敏" userId="e05632b6-6aeb-41ae-8805-dae2c5f8fa6e" providerId="ADAL" clId="{881C8F08-5A23-4E26-A87F-E735CEC14396}" dt="2025-06-04T01:58:35.269" v="8376" actId="2165"/>
        <pc:sldMkLst>
          <pc:docMk/>
          <pc:sldMk cId="3780408208" sldId="1257"/>
        </pc:sldMkLst>
        <pc:spChg chg="mod">
          <ac:chgData name="福井将敏" userId="e05632b6-6aeb-41ae-8805-dae2c5f8fa6e" providerId="ADAL" clId="{881C8F08-5A23-4E26-A87F-E735CEC14396}" dt="2025-05-25T01:49:20.935" v="1164" actId="20577"/>
          <ac:spMkLst>
            <pc:docMk/>
            <pc:sldMk cId="3780408208" sldId="1257"/>
            <ac:spMk id="2" creationId="{33872AE4-2D9D-8C6D-6F46-4929A0D8A392}"/>
          </ac:spMkLst>
        </pc:spChg>
        <pc:spChg chg="add mod">
          <ac:chgData name="福井将敏" userId="e05632b6-6aeb-41ae-8805-dae2c5f8fa6e" providerId="ADAL" clId="{881C8F08-5A23-4E26-A87F-E735CEC14396}" dt="2025-05-25T01:36:35.132" v="685"/>
          <ac:spMkLst>
            <pc:docMk/>
            <pc:sldMk cId="3780408208" sldId="1257"/>
            <ac:spMk id="4" creationId="{46BEA196-AF2C-3897-6BD9-D7C19EB8884D}"/>
          </ac:spMkLst>
        </pc:spChg>
        <pc:graphicFrameChg chg="mod modGraphic">
          <ac:chgData name="福井将敏" userId="e05632b6-6aeb-41ae-8805-dae2c5f8fa6e" providerId="ADAL" clId="{881C8F08-5A23-4E26-A87F-E735CEC14396}" dt="2025-06-04T01:58:35.269" v="8376" actId="2165"/>
          <ac:graphicFrameMkLst>
            <pc:docMk/>
            <pc:sldMk cId="3780408208" sldId="1257"/>
            <ac:graphicFrameMk id="5" creationId="{253DDDF4-6788-041F-1E1D-A0D8472C65B2}"/>
          </ac:graphicFrameMkLst>
        </pc:graphicFrameChg>
      </pc:sldChg>
      <pc:sldChg chg="addSp delSp modSp mod">
        <pc:chgData name="福井将敏" userId="e05632b6-6aeb-41ae-8805-dae2c5f8fa6e" providerId="ADAL" clId="{881C8F08-5A23-4E26-A87F-E735CEC14396}" dt="2025-05-27T12:53:56.735" v="4586"/>
        <pc:sldMkLst>
          <pc:docMk/>
          <pc:sldMk cId="960822894" sldId="1258"/>
        </pc:sldMkLst>
        <pc:spChg chg="mod">
          <ac:chgData name="福井将敏" userId="e05632b6-6aeb-41ae-8805-dae2c5f8fa6e" providerId="ADAL" clId="{881C8F08-5A23-4E26-A87F-E735CEC14396}" dt="2025-05-27T12:53:56.735" v="4586"/>
          <ac:spMkLst>
            <pc:docMk/>
            <pc:sldMk cId="960822894" sldId="1258"/>
            <ac:spMk id="2" creationId="{79681C58-BA49-C35A-E619-B522362B4B58}"/>
          </ac:spMkLst>
        </pc:spChg>
        <pc:spChg chg="add mod">
          <ac:chgData name="福井将敏" userId="e05632b6-6aeb-41ae-8805-dae2c5f8fa6e" providerId="ADAL" clId="{881C8F08-5A23-4E26-A87F-E735CEC14396}" dt="2025-05-25T01:37:03.278" v="701"/>
          <ac:spMkLst>
            <pc:docMk/>
            <pc:sldMk cId="960822894" sldId="1258"/>
            <ac:spMk id="6" creationId="{56EF6269-EB4C-99A1-5D3E-920593724EDF}"/>
          </ac:spMkLst>
        </pc:spChg>
        <pc:graphicFrameChg chg="mod modGraphic">
          <ac:chgData name="福井将敏" userId="e05632b6-6aeb-41ae-8805-dae2c5f8fa6e" providerId="ADAL" clId="{881C8F08-5A23-4E26-A87F-E735CEC14396}" dt="2025-05-27T12:33:25.470" v="3457" actId="20577"/>
          <ac:graphicFrameMkLst>
            <pc:docMk/>
            <pc:sldMk cId="960822894" sldId="1258"/>
            <ac:graphicFrameMk id="5" creationId="{8B880FE2-3F07-5F95-567F-3174E10F3ED1}"/>
          </ac:graphicFrameMkLst>
        </pc:graphicFrameChg>
      </pc:sldChg>
      <pc:sldChg chg="addSp delSp modSp mod">
        <pc:chgData name="福井将敏" userId="e05632b6-6aeb-41ae-8805-dae2c5f8fa6e" providerId="ADAL" clId="{881C8F08-5A23-4E26-A87F-E735CEC14396}" dt="2025-05-27T10:27:25.299" v="1823" actId="2084"/>
        <pc:sldMkLst>
          <pc:docMk/>
          <pc:sldMk cId="4228793328" sldId="1259"/>
        </pc:sldMkLst>
        <pc:spChg chg="mod">
          <ac:chgData name="福井将敏" userId="e05632b6-6aeb-41ae-8805-dae2c5f8fa6e" providerId="ADAL" clId="{881C8F08-5A23-4E26-A87F-E735CEC14396}" dt="2025-05-25T01:48:55.103" v="1154" actId="20577"/>
          <ac:spMkLst>
            <pc:docMk/>
            <pc:sldMk cId="4228793328" sldId="1259"/>
            <ac:spMk id="2" creationId="{3DC23065-9BB7-3350-BA5E-726A29FDBFDF}"/>
          </ac:spMkLst>
        </pc:spChg>
        <pc:spChg chg="add mod">
          <ac:chgData name="福井将敏" userId="e05632b6-6aeb-41ae-8805-dae2c5f8fa6e" providerId="ADAL" clId="{881C8F08-5A23-4E26-A87F-E735CEC14396}" dt="2025-05-25T01:36:29.685" v="681"/>
          <ac:spMkLst>
            <pc:docMk/>
            <pc:sldMk cId="4228793328" sldId="1259"/>
            <ac:spMk id="6" creationId="{964A5454-BBA0-6E57-C3B3-63B794605CC4}"/>
          </ac:spMkLst>
        </pc:spChg>
        <pc:graphicFrameChg chg="mod modGraphic">
          <ac:chgData name="福井将敏" userId="e05632b6-6aeb-41ae-8805-dae2c5f8fa6e" providerId="ADAL" clId="{881C8F08-5A23-4E26-A87F-E735CEC14396}" dt="2025-05-27T10:27:25.299" v="1823" actId="2084"/>
          <ac:graphicFrameMkLst>
            <pc:docMk/>
            <pc:sldMk cId="4228793328" sldId="1259"/>
            <ac:graphicFrameMk id="4" creationId="{B8BB1181-8D6C-4D50-4C38-3B95B22AA763}"/>
          </ac:graphicFrameMkLst>
        </pc:graphicFrameChg>
      </pc:sldChg>
      <pc:sldChg chg="addSp modSp mod">
        <pc:chgData name="福井将敏" userId="e05632b6-6aeb-41ae-8805-dae2c5f8fa6e" providerId="ADAL" clId="{881C8F08-5A23-4E26-A87F-E735CEC14396}" dt="2025-05-27T09:05:59.817" v="1549" actId="20577"/>
        <pc:sldMkLst>
          <pc:docMk/>
          <pc:sldMk cId="33298405" sldId="1260"/>
        </pc:sldMkLst>
        <pc:spChg chg="add mod">
          <ac:chgData name="福井将敏" userId="e05632b6-6aeb-41ae-8805-dae2c5f8fa6e" providerId="ADAL" clId="{881C8F08-5A23-4E26-A87F-E735CEC14396}" dt="2025-05-25T01:36:42.959" v="690"/>
          <ac:spMkLst>
            <pc:docMk/>
            <pc:sldMk cId="33298405" sldId="1260"/>
            <ac:spMk id="3" creationId="{76C0EF26-D9F9-3A93-96F1-E76E6816B62F}"/>
          </ac:spMkLst>
        </pc:spChg>
        <pc:graphicFrameChg chg="modGraphic">
          <ac:chgData name="福井将敏" userId="e05632b6-6aeb-41ae-8805-dae2c5f8fa6e" providerId="ADAL" clId="{881C8F08-5A23-4E26-A87F-E735CEC14396}" dt="2025-05-27T09:05:59.817" v="1549" actId="20577"/>
          <ac:graphicFrameMkLst>
            <pc:docMk/>
            <pc:sldMk cId="33298405" sldId="1260"/>
            <ac:graphicFrameMk id="6" creationId="{7A3D85B5-5C12-D3E4-86FF-2A45B0260640}"/>
          </ac:graphicFrameMkLst>
        </pc:graphicFrameChg>
      </pc:sldChg>
      <pc:sldChg chg="addSp delSp modSp mod">
        <pc:chgData name="福井将敏" userId="e05632b6-6aeb-41ae-8805-dae2c5f8fa6e" providerId="ADAL" clId="{881C8F08-5A23-4E26-A87F-E735CEC14396}" dt="2025-05-25T10:14:18.344" v="1203" actId="14100"/>
        <pc:sldMkLst>
          <pc:docMk/>
          <pc:sldMk cId="4068759813" sldId="1261"/>
        </pc:sldMkLst>
        <pc:spChg chg="mod">
          <ac:chgData name="福井将敏" userId="e05632b6-6aeb-41ae-8805-dae2c5f8fa6e" providerId="ADAL" clId="{881C8F08-5A23-4E26-A87F-E735CEC14396}" dt="2025-05-25T01:49:07.169" v="1156" actId="20577"/>
          <ac:spMkLst>
            <pc:docMk/>
            <pc:sldMk cId="4068759813" sldId="1261"/>
            <ac:spMk id="2" creationId="{3D482C5D-13B7-A84C-75A8-84CC86292AD3}"/>
          </ac:spMkLst>
        </pc:spChg>
        <pc:spChg chg="add mod">
          <ac:chgData name="福井将敏" userId="e05632b6-6aeb-41ae-8805-dae2c5f8fa6e" providerId="ADAL" clId="{881C8F08-5A23-4E26-A87F-E735CEC14396}" dt="2025-05-25T01:36:30.927" v="682"/>
          <ac:spMkLst>
            <pc:docMk/>
            <pc:sldMk cId="4068759813" sldId="1261"/>
            <ac:spMk id="3" creationId="{DE263C4D-C9EC-C55C-48FF-353ED24137DD}"/>
          </ac:spMkLst>
        </pc:spChg>
        <pc:graphicFrameChg chg="mod modGraphic">
          <ac:chgData name="福井将敏" userId="e05632b6-6aeb-41ae-8805-dae2c5f8fa6e" providerId="ADAL" clId="{881C8F08-5A23-4E26-A87F-E735CEC14396}" dt="2025-05-25T10:14:18.344" v="1203" actId="14100"/>
          <ac:graphicFrameMkLst>
            <pc:docMk/>
            <pc:sldMk cId="4068759813" sldId="1261"/>
            <ac:graphicFrameMk id="4" creationId="{C3ABFFB8-718F-E877-CBCF-1E10B79F64C1}"/>
          </ac:graphicFrameMkLst>
        </pc:graphicFrameChg>
      </pc:sldChg>
      <pc:sldChg chg="addSp delSp modSp mod">
        <pc:chgData name="福井将敏" userId="e05632b6-6aeb-41ae-8805-dae2c5f8fa6e" providerId="ADAL" clId="{881C8F08-5A23-4E26-A87F-E735CEC14396}" dt="2025-06-03T12:15:52.766" v="7456" actId="1035"/>
        <pc:sldMkLst>
          <pc:docMk/>
          <pc:sldMk cId="449921474" sldId="1262"/>
        </pc:sldMkLst>
        <pc:spChg chg="add mod">
          <ac:chgData name="福井将敏" userId="e05632b6-6aeb-41ae-8805-dae2c5f8fa6e" providerId="ADAL" clId="{881C8F08-5A23-4E26-A87F-E735CEC14396}" dt="2025-05-25T01:36:48.968" v="693"/>
          <ac:spMkLst>
            <pc:docMk/>
            <pc:sldMk cId="449921474" sldId="1262"/>
            <ac:spMk id="3" creationId="{925F3607-FB6A-73A3-0EA0-FD6DEE1853D2}"/>
          </ac:spMkLst>
        </pc:spChg>
        <pc:spChg chg="del">
          <ac:chgData name="福井将敏" userId="e05632b6-6aeb-41ae-8805-dae2c5f8fa6e" providerId="ADAL" clId="{881C8F08-5A23-4E26-A87F-E735CEC14396}" dt="2025-06-03T12:13:50.838" v="7449" actId="478"/>
          <ac:spMkLst>
            <pc:docMk/>
            <pc:sldMk cId="449921474" sldId="1262"/>
            <ac:spMk id="18" creationId="{D6E0953A-5BE1-3683-6043-3701FB44CAEC}"/>
          </ac:spMkLst>
        </pc:spChg>
        <pc:spChg chg="del">
          <ac:chgData name="福井将敏" userId="e05632b6-6aeb-41ae-8805-dae2c5f8fa6e" providerId="ADAL" clId="{881C8F08-5A23-4E26-A87F-E735CEC14396}" dt="2025-06-03T12:13:49.439" v="7448" actId="478"/>
          <ac:spMkLst>
            <pc:docMk/>
            <pc:sldMk cId="449921474" sldId="1262"/>
            <ac:spMk id="19" creationId="{4AB8091D-685B-FB57-20DA-7A631AE72C22}"/>
          </ac:spMkLst>
        </pc:spChg>
        <pc:spChg chg="mod">
          <ac:chgData name="福井将敏" userId="e05632b6-6aeb-41ae-8805-dae2c5f8fa6e" providerId="ADAL" clId="{881C8F08-5A23-4E26-A87F-E735CEC14396}" dt="2025-06-03T12:09:22.106" v="7419"/>
          <ac:spMkLst>
            <pc:docMk/>
            <pc:sldMk cId="449921474" sldId="1262"/>
            <ac:spMk id="20" creationId="{EF260C18-EE9A-6006-7168-45709BD3F45C}"/>
          </ac:spMkLst>
        </pc:spChg>
        <pc:spChg chg="mod">
          <ac:chgData name="福井将敏" userId="e05632b6-6aeb-41ae-8805-dae2c5f8fa6e" providerId="ADAL" clId="{881C8F08-5A23-4E26-A87F-E735CEC14396}" dt="2025-06-03T12:08:43.660" v="7408"/>
          <ac:spMkLst>
            <pc:docMk/>
            <pc:sldMk cId="449921474" sldId="1262"/>
            <ac:spMk id="21" creationId="{8E29B9AA-6CFE-FE95-FE4F-90A410AE76B5}"/>
          </ac:spMkLst>
        </pc:spChg>
        <pc:spChg chg="mod">
          <ac:chgData name="福井将敏" userId="e05632b6-6aeb-41ae-8805-dae2c5f8fa6e" providerId="ADAL" clId="{881C8F08-5A23-4E26-A87F-E735CEC14396}" dt="2025-06-03T12:09:47.704" v="7425" actId="6549"/>
          <ac:spMkLst>
            <pc:docMk/>
            <pc:sldMk cId="449921474" sldId="1262"/>
            <ac:spMk id="28" creationId="{E1C3F7B8-4DBE-CA8C-E47A-C639497DF160}"/>
          </ac:spMkLst>
        </pc:spChg>
        <pc:spChg chg="mod">
          <ac:chgData name="福井将敏" userId="e05632b6-6aeb-41ae-8805-dae2c5f8fa6e" providerId="ADAL" clId="{881C8F08-5A23-4E26-A87F-E735CEC14396}" dt="2025-06-03T12:08:28.853" v="7377"/>
          <ac:spMkLst>
            <pc:docMk/>
            <pc:sldMk cId="449921474" sldId="1262"/>
            <ac:spMk id="29" creationId="{6730BDBD-A325-2889-D819-54E047AF54C3}"/>
          </ac:spMkLst>
        </pc:spChg>
        <pc:spChg chg="mod">
          <ac:chgData name="福井将敏" userId="e05632b6-6aeb-41ae-8805-dae2c5f8fa6e" providerId="ADAL" clId="{881C8F08-5A23-4E26-A87F-E735CEC14396}" dt="2025-06-03T12:15:52.766" v="7456" actId="1035"/>
          <ac:spMkLst>
            <pc:docMk/>
            <pc:sldMk cId="449921474" sldId="1262"/>
            <ac:spMk id="30" creationId="{FE2A819E-CDB8-9994-AD30-D2590880F60B}"/>
          </ac:spMkLst>
        </pc:spChg>
      </pc:sldChg>
      <pc:sldChg chg="addSp modSp del mod">
        <pc:chgData name="福井将敏" userId="e05632b6-6aeb-41ae-8805-dae2c5f8fa6e" providerId="ADAL" clId="{881C8F08-5A23-4E26-A87F-E735CEC14396}" dt="2025-06-03T12:04:41.828" v="7358" actId="47"/>
        <pc:sldMkLst>
          <pc:docMk/>
          <pc:sldMk cId="2698353520" sldId="1263"/>
        </pc:sldMkLst>
      </pc:sldChg>
      <pc:sldChg chg="addSp delSp modSp mod">
        <pc:chgData name="福井将敏" userId="e05632b6-6aeb-41ae-8805-dae2c5f8fa6e" providerId="ADAL" clId="{881C8F08-5A23-4E26-A87F-E735CEC14396}" dt="2025-06-04T01:16:30.363" v="7484" actId="20577"/>
        <pc:sldMkLst>
          <pc:docMk/>
          <pc:sldMk cId="3471225879" sldId="1264"/>
        </pc:sldMkLst>
        <pc:spChg chg="add mod">
          <ac:chgData name="福井将敏" userId="e05632b6-6aeb-41ae-8805-dae2c5f8fa6e" providerId="ADAL" clId="{881C8F08-5A23-4E26-A87F-E735CEC14396}" dt="2025-05-25T01:36:52.542" v="695"/>
          <ac:spMkLst>
            <pc:docMk/>
            <pc:sldMk cId="3471225879" sldId="1264"/>
            <ac:spMk id="3" creationId="{F38443BA-08B5-606B-26D2-D7AA7E9E96FA}"/>
          </ac:spMkLst>
        </pc:spChg>
        <pc:spChg chg="mod">
          <ac:chgData name="福井将敏" userId="e05632b6-6aeb-41ae-8805-dae2c5f8fa6e" providerId="ADAL" clId="{881C8F08-5A23-4E26-A87F-E735CEC14396}" dt="2025-06-04T01:16:30.363" v="7484" actId="20577"/>
          <ac:spMkLst>
            <pc:docMk/>
            <pc:sldMk cId="3471225879" sldId="1264"/>
            <ac:spMk id="9" creationId="{C656807D-A3D3-14BC-B582-3F4B55A32989}"/>
          </ac:spMkLst>
        </pc:spChg>
        <pc:graphicFrameChg chg="add mod modGraphic">
          <ac:chgData name="福井将敏" userId="e05632b6-6aeb-41ae-8805-dae2c5f8fa6e" providerId="ADAL" clId="{881C8F08-5A23-4E26-A87F-E735CEC14396}" dt="2025-05-27T12:09:31.456" v="3384" actId="6549"/>
          <ac:graphicFrameMkLst>
            <pc:docMk/>
            <pc:sldMk cId="3471225879" sldId="1264"/>
            <ac:graphicFrameMk id="6" creationId="{12C59962-F947-D067-AF85-9D828F6CECC0}"/>
          </ac:graphicFrameMkLst>
        </pc:graphicFrameChg>
      </pc:sldChg>
      <pc:sldChg chg="addSp modSp mod">
        <pc:chgData name="福井将敏" userId="e05632b6-6aeb-41ae-8805-dae2c5f8fa6e" providerId="ADAL" clId="{881C8F08-5A23-4E26-A87F-E735CEC14396}" dt="2025-06-04T01:18:11.076" v="7561" actId="20577"/>
        <pc:sldMkLst>
          <pc:docMk/>
          <pc:sldMk cId="1439440788" sldId="1265"/>
        </pc:sldMkLst>
        <pc:spChg chg="add mod">
          <ac:chgData name="福井将敏" userId="e05632b6-6aeb-41ae-8805-dae2c5f8fa6e" providerId="ADAL" clId="{881C8F08-5A23-4E26-A87F-E735CEC14396}" dt="2025-05-25T01:36:55.746" v="698"/>
          <ac:spMkLst>
            <pc:docMk/>
            <pc:sldMk cId="1439440788" sldId="1265"/>
            <ac:spMk id="6" creationId="{E3D6760D-EEAB-11DF-1A4C-181E9897C741}"/>
          </ac:spMkLst>
        </pc:spChg>
        <pc:graphicFrameChg chg="mod modGraphic">
          <ac:chgData name="福井将敏" userId="e05632b6-6aeb-41ae-8805-dae2c5f8fa6e" providerId="ADAL" clId="{881C8F08-5A23-4E26-A87F-E735CEC14396}" dt="2025-06-04T01:18:11.076" v="7561" actId="20577"/>
          <ac:graphicFrameMkLst>
            <pc:docMk/>
            <pc:sldMk cId="1439440788" sldId="1265"/>
            <ac:graphicFrameMk id="3" creationId="{7D9CFE13-39E4-943C-B285-3C72949A4754}"/>
          </ac:graphicFrameMkLst>
        </pc:graphicFrameChg>
      </pc:sldChg>
      <pc:sldChg chg="addSp modSp mod">
        <pc:chgData name="福井将敏" userId="e05632b6-6aeb-41ae-8805-dae2c5f8fa6e" providerId="ADAL" clId="{881C8F08-5A23-4E26-A87F-E735CEC14396}" dt="2025-05-27T12:18:20.577" v="3399"/>
        <pc:sldMkLst>
          <pc:docMk/>
          <pc:sldMk cId="3034686059" sldId="1266"/>
        </pc:sldMkLst>
        <pc:spChg chg="mod">
          <ac:chgData name="福井将敏" userId="e05632b6-6aeb-41ae-8805-dae2c5f8fa6e" providerId="ADAL" clId="{881C8F08-5A23-4E26-A87F-E735CEC14396}" dt="2025-05-27T12:18:20.577" v="3399"/>
          <ac:spMkLst>
            <pc:docMk/>
            <pc:sldMk cId="3034686059" sldId="1266"/>
            <ac:spMk id="2" creationId="{9F438DDC-6CC3-D2FB-845B-47FB5DD6AFDA}"/>
          </ac:spMkLst>
        </pc:spChg>
        <pc:spChg chg="add mod">
          <ac:chgData name="福井将敏" userId="e05632b6-6aeb-41ae-8805-dae2c5f8fa6e" providerId="ADAL" clId="{881C8F08-5A23-4E26-A87F-E735CEC14396}" dt="2025-05-25T01:36:44.149" v="691"/>
          <ac:spMkLst>
            <pc:docMk/>
            <pc:sldMk cId="3034686059" sldId="1266"/>
            <ac:spMk id="5" creationId="{8ED89406-D9B8-25BA-3009-E861C2360DE8}"/>
          </ac:spMkLst>
        </pc:spChg>
        <pc:graphicFrameChg chg="modGraphic">
          <ac:chgData name="福井将敏" userId="e05632b6-6aeb-41ae-8805-dae2c5f8fa6e" providerId="ADAL" clId="{881C8F08-5A23-4E26-A87F-E735CEC14396}" dt="2025-05-27T12:16:47.595" v="3392" actId="6549"/>
          <ac:graphicFrameMkLst>
            <pc:docMk/>
            <pc:sldMk cId="3034686059" sldId="1266"/>
            <ac:graphicFrameMk id="6" creationId="{A2A695D3-35CA-28BC-6936-C9CE652E37CD}"/>
          </ac:graphicFrameMkLst>
        </pc:graphicFrameChg>
      </pc:sldChg>
      <pc:sldChg chg="addSp delSp modSp add mod">
        <pc:chgData name="福井将敏" userId="e05632b6-6aeb-41ae-8805-dae2c5f8fa6e" providerId="ADAL" clId="{881C8F08-5A23-4E26-A87F-E735CEC14396}" dt="2025-05-27T12:15:32.838" v="3391" actId="478"/>
        <pc:sldMkLst>
          <pc:docMk/>
          <pc:sldMk cId="3648234977" sldId="1267"/>
        </pc:sldMkLst>
        <pc:spChg chg="mod">
          <ac:chgData name="福井将敏" userId="e05632b6-6aeb-41ae-8805-dae2c5f8fa6e" providerId="ADAL" clId="{881C8F08-5A23-4E26-A87F-E735CEC14396}" dt="2025-05-23T10:14:37.547" v="29"/>
          <ac:spMkLst>
            <pc:docMk/>
            <pc:sldMk cId="3648234977" sldId="1267"/>
            <ac:spMk id="2" creationId="{52BA19AE-6CD1-A1B5-EA44-A73F24F16C3D}"/>
          </ac:spMkLst>
        </pc:spChg>
        <pc:spChg chg="add mod">
          <ac:chgData name="福井将敏" userId="e05632b6-6aeb-41ae-8805-dae2c5f8fa6e" providerId="ADAL" clId="{881C8F08-5A23-4E26-A87F-E735CEC14396}" dt="2025-05-25T01:37:00.049" v="700"/>
          <ac:spMkLst>
            <pc:docMk/>
            <pc:sldMk cId="3648234977" sldId="1267"/>
            <ac:spMk id="3" creationId="{28555423-EC9B-1F4F-7F98-C67B4561AF81}"/>
          </ac:spMkLst>
        </pc:spChg>
      </pc:sldChg>
      <pc:sldChg chg="addSp modSp add mod">
        <pc:chgData name="福井将敏" userId="e05632b6-6aeb-41ae-8805-dae2c5f8fa6e" providerId="ADAL" clId="{881C8F08-5A23-4E26-A87F-E735CEC14396}" dt="2025-05-25T01:50:58.281" v="1188" actId="20577"/>
        <pc:sldMkLst>
          <pc:docMk/>
          <pc:sldMk cId="3200022117" sldId="1268"/>
        </pc:sldMkLst>
        <pc:spChg chg="mod">
          <ac:chgData name="福井将敏" userId="e05632b6-6aeb-41ae-8805-dae2c5f8fa6e" providerId="ADAL" clId="{881C8F08-5A23-4E26-A87F-E735CEC14396}" dt="2025-05-25T01:50:58.281" v="1188" actId="20577"/>
          <ac:spMkLst>
            <pc:docMk/>
            <pc:sldMk cId="3200022117" sldId="1268"/>
            <ac:spMk id="2" creationId="{1B648F7D-D578-7FB0-AA31-AB55F9D40891}"/>
          </ac:spMkLst>
        </pc:spChg>
      </pc:sldChg>
      <pc:sldChg chg="add del">
        <pc:chgData name="福井将敏" userId="e05632b6-6aeb-41ae-8805-dae2c5f8fa6e" providerId="ADAL" clId="{881C8F08-5A23-4E26-A87F-E735CEC14396}" dt="2025-05-25T01:28:00.833" v="504" actId="47"/>
        <pc:sldMkLst>
          <pc:docMk/>
          <pc:sldMk cId="4106509208" sldId="1268"/>
        </pc:sldMkLst>
      </pc:sldChg>
      <pc:sldChg chg="del">
        <pc:chgData name="福井将敏" userId="e05632b6-6aeb-41ae-8805-dae2c5f8fa6e" providerId="ADAL" clId="{881C8F08-5A23-4E26-A87F-E735CEC14396}" dt="2025-05-27T12:20:56.995" v="3400" actId="47"/>
        <pc:sldMkLst>
          <pc:docMk/>
          <pc:sldMk cId="2377965201" sldId="1272"/>
        </pc:sldMkLst>
      </pc:sldChg>
      <pc:sldChg chg="addSp modSp mod">
        <pc:chgData name="福井将敏" userId="e05632b6-6aeb-41ae-8805-dae2c5f8fa6e" providerId="ADAL" clId="{881C8F08-5A23-4E26-A87F-E735CEC14396}" dt="2025-06-02T05:59:09.177" v="7140"/>
        <pc:sldMkLst>
          <pc:docMk/>
          <pc:sldMk cId="1498941194" sldId="1273"/>
        </pc:sldMkLst>
      </pc:sldChg>
      <pc:sldChg chg="modSp mod">
        <pc:chgData name="福井将敏" userId="e05632b6-6aeb-41ae-8805-dae2c5f8fa6e" providerId="ADAL" clId="{881C8F08-5A23-4E26-A87F-E735CEC14396}" dt="2025-06-04T01:11:21.862" v="7480" actId="14734"/>
        <pc:sldMkLst>
          <pc:docMk/>
          <pc:sldMk cId="2238538403" sldId="1274"/>
        </pc:sldMkLst>
        <pc:graphicFrameChg chg="modGraphic">
          <ac:chgData name="福井将敏" userId="e05632b6-6aeb-41ae-8805-dae2c5f8fa6e" providerId="ADAL" clId="{881C8F08-5A23-4E26-A87F-E735CEC14396}" dt="2025-06-04T01:11:21.862" v="7480" actId="14734"/>
          <ac:graphicFrameMkLst>
            <pc:docMk/>
            <pc:sldMk cId="2238538403" sldId="1274"/>
            <ac:graphicFrameMk id="6" creationId="{56C05D26-411D-48D1-9A94-5BD9C055A84D}"/>
          </ac:graphicFrameMkLst>
        </pc:graphicFrameChg>
      </pc:sldChg>
      <pc:sldChg chg="addSp delSp modSp add mod">
        <pc:chgData name="福井将敏" userId="e05632b6-6aeb-41ae-8805-dae2c5f8fa6e" providerId="ADAL" clId="{881C8F08-5A23-4E26-A87F-E735CEC14396}" dt="2025-06-04T01:59:24.953" v="8382" actId="20577"/>
        <pc:sldMkLst>
          <pc:docMk/>
          <pc:sldMk cId="78110164" sldId="1276"/>
        </pc:sldMkLst>
        <pc:spChg chg="mod">
          <ac:chgData name="福井将敏" userId="e05632b6-6aeb-41ae-8805-dae2c5f8fa6e" providerId="ADAL" clId="{881C8F08-5A23-4E26-A87F-E735CEC14396}" dt="2025-06-04T01:59:24.953" v="8382" actId="20577"/>
          <ac:spMkLst>
            <pc:docMk/>
            <pc:sldMk cId="78110164" sldId="1276"/>
            <ac:spMk id="2" creationId="{5AE1BAE9-2B9E-6FFE-3180-2B6A8CA2F7A6}"/>
          </ac:spMkLst>
        </pc:spChg>
        <pc:spChg chg="add mod">
          <ac:chgData name="福井将敏" userId="e05632b6-6aeb-41ae-8805-dae2c5f8fa6e" providerId="ADAL" clId="{881C8F08-5A23-4E26-A87F-E735CEC14396}" dt="2025-06-03T08:19:16.855" v="7221" actId="20577"/>
          <ac:spMkLst>
            <pc:docMk/>
            <pc:sldMk cId="78110164" sldId="1276"/>
            <ac:spMk id="3" creationId="{70307AE9-BD02-1FD6-986C-D316AFBFDFDB}"/>
          </ac:spMkLst>
        </pc:spChg>
      </pc:sldChg>
      <pc:sldChg chg="modSp add mod">
        <pc:chgData name="福井将敏" userId="e05632b6-6aeb-41ae-8805-dae2c5f8fa6e" providerId="ADAL" clId="{881C8F08-5A23-4E26-A87F-E735CEC14396}" dt="2025-06-04T01:59:20.969" v="8380" actId="20577"/>
        <pc:sldMkLst>
          <pc:docMk/>
          <pc:sldMk cId="1201671730" sldId="1277"/>
        </pc:sldMkLst>
        <pc:spChg chg="mod">
          <ac:chgData name="福井将敏" userId="e05632b6-6aeb-41ae-8805-dae2c5f8fa6e" providerId="ADAL" clId="{881C8F08-5A23-4E26-A87F-E735CEC14396}" dt="2025-06-04T01:59:20.969" v="8380" actId="20577"/>
          <ac:spMkLst>
            <pc:docMk/>
            <pc:sldMk cId="1201671730" sldId="1277"/>
            <ac:spMk id="2" creationId="{71E70C52-B1E4-2C7E-5EB0-A0277EC9EC59}"/>
          </ac:spMkLst>
        </pc:spChg>
        <pc:graphicFrameChg chg="mod modGraphic">
          <ac:chgData name="福井将敏" userId="e05632b6-6aeb-41ae-8805-dae2c5f8fa6e" providerId="ADAL" clId="{881C8F08-5A23-4E26-A87F-E735CEC14396}" dt="2025-05-29T00:47:21.219" v="7107" actId="14100"/>
          <ac:graphicFrameMkLst>
            <pc:docMk/>
            <pc:sldMk cId="1201671730" sldId="1277"/>
            <ac:graphicFrameMk id="5" creationId="{FB050304-A886-0018-86D5-A1E10AFD94CE}"/>
          </ac:graphicFrameMkLst>
        </pc:graphicFrameChg>
      </pc:sldChg>
      <pc:sldChg chg="modSp add del mod">
        <pc:chgData name="福井将敏" userId="e05632b6-6aeb-41ae-8805-dae2c5f8fa6e" providerId="ADAL" clId="{881C8F08-5A23-4E26-A87F-E735CEC14396}" dt="2025-05-27T12:58:42.162" v="4733" actId="47"/>
        <pc:sldMkLst>
          <pc:docMk/>
          <pc:sldMk cId="1375522611" sldId="1277"/>
        </pc:sldMkLst>
      </pc:sldChg>
      <pc:sldChg chg="add del">
        <pc:chgData name="福井将敏" userId="e05632b6-6aeb-41ae-8805-dae2c5f8fa6e" providerId="ADAL" clId="{881C8F08-5A23-4E26-A87F-E735CEC14396}" dt="2025-05-27T12:55:15.474" v="4643" actId="47"/>
        <pc:sldMkLst>
          <pc:docMk/>
          <pc:sldMk cId="1370092652" sldId="1278"/>
        </pc:sldMkLst>
      </pc:sldChg>
      <pc:sldChg chg="modSp mod">
        <pc:chgData name="福井将敏" userId="e05632b6-6aeb-41ae-8805-dae2c5f8fa6e" providerId="ADAL" clId="{881C8F08-5A23-4E26-A87F-E735CEC14396}" dt="2025-06-03T12:19:01.296" v="7474"/>
        <pc:sldMkLst>
          <pc:docMk/>
          <pc:sldMk cId="3043802900" sldId="1279"/>
        </pc:sldMkLst>
        <pc:spChg chg="mod">
          <ac:chgData name="福井将敏" userId="e05632b6-6aeb-41ae-8805-dae2c5f8fa6e" providerId="ADAL" clId="{881C8F08-5A23-4E26-A87F-E735CEC14396}" dt="2025-06-03T12:19:01.296" v="7474"/>
          <ac:spMkLst>
            <pc:docMk/>
            <pc:sldMk cId="3043802900" sldId="1279"/>
            <ac:spMk id="2" creationId="{B8A63786-D3E4-8CEC-D8C5-B8127CDA6ABA}"/>
          </ac:spMkLst>
        </pc:spChg>
        <pc:spChg chg="mod">
          <ac:chgData name="福井将敏" userId="e05632b6-6aeb-41ae-8805-dae2c5f8fa6e" providerId="ADAL" clId="{881C8F08-5A23-4E26-A87F-E735CEC14396}" dt="2025-06-03T11:58:46.692" v="7357"/>
          <ac:spMkLst>
            <pc:docMk/>
            <pc:sldMk cId="3043802900" sldId="1279"/>
            <ac:spMk id="13" creationId="{DF54245D-293A-BD90-B1E8-9AA2FE49F19B}"/>
          </ac:spMkLst>
        </pc:spChg>
      </pc:sldChg>
      <pc:sldChg chg="modSp mod">
        <pc:chgData name="福井将敏" userId="e05632b6-6aeb-41ae-8805-dae2c5f8fa6e" providerId="ADAL" clId="{881C8F08-5A23-4E26-A87F-E735CEC14396}" dt="2025-06-04T01:15:47.317" v="7481" actId="14100"/>
        <pc:sldMkLst>
          <pc:docMk/>
          <pc:sldMk cId="2265163575" sldId="1280"/>
        </pc:sldMkLst>
        <pc:spChg chg="mod">
          <ac:chgData name="福井将敏" userId="e05632b6-6aeb-41ae-8805-dae2c5f8fa6e" providerId="ADAL" clId="{881C8F08-5A23-4E26-A87F-E735CEC14396}" dt="2025-06-03T12:19:05.402" v="7477"/>
          <ac:spMkLst>
            <pc:docMk/>
            <pc:sldMk cId="2265163575" sldId="1280"/>
            <ac:spMk id="2" creationId="{AD29830A-A6DA-E061-238F-A58898C4E264}"/>
          </ac:spMkLst>
        </pc:spChg>
        <pc:spChg chg="mod">
          <ac:chgData name="福井将敏" userId="e05632b6-6aeb-41ae-8805-dae2c5f8fa6e" providerId="ADAL" clId="{881C8F08-5A23-4E26-A87F-E735CEC14396}" dt="2025-06-04T01:15:47.317" v="7481" actId="14100"/>
          <ac:spMkLst>
            <pc:docMk/>
            <pc:sldMk cId="2265163575" sldId="1280"/>
            <ac:spMk id="7" creationId="{30EA0A18-243F-E3F5-972F-48C6EF6D2965}"/>
          </ac:spMkLst>
        </pc:spChg>
        <pc:spChg chg="mod">
          <ac:chgData name="福井将敏" userId="e05632b6-6aeb-41ae-8805-dae2c5f8fa6e" providerId="ADAL" clId="{881C8F08-5A23-4E26-A87F-E735CEC14396}" dt="2025-06-03T12:05:03.679" v="7360" actId="1076"/>
          <ac:spMkLst>
            <pc:docMk/>
            <pc:sldMk cId="2265163575" sldId="1280"/>
            <ac:spMk id="10" creationId="{3C9612AC-DC82-A974-5708-864C6715D5BC}"/>
          </ac:spMkLst>
        </pc:spChg>
      </pc:sldChg>
      <pc:sldChg chg="modSp mod">
        <pc:chgData name="福井将敏" userId="e05632b6-6aeb-41ae-8805-dae2c5f8fa6e" providerId="ADAL" clId="{881C8F08-5A23-4E26-A87F-E735CEC14396}" dt="2025-06-04T01:29:19.595" v="7672"/>
        <pc:sldMkLst>
          <pc:docMk/>
          <pc:sldMk cId="3904828736" sldId="1282"/>
        </pc:sldMkLst>
        <pc:spChg chg="mod">
          <ac:chgData name="福井将敏" userId="e05632b6-6aeb-41ae-8805-dae2c5f8fa6e" providerId="ADAL" clId="{881C8F08-5A23-4E26-A87F-E735CEC14396}" dt="2025-06-04T01:29:19.595" v="7672"/>
          <ac:spMkLst>
            <pc:docMk/>
            <pc:sldMk cId="3904828736" sldId="1282"/>
            <ac:spMk id="2" creationId="{F5393A7B-B759-DE92-F13E-5F0012861637}"/>
          </ac:spMkLst>
        </pc:spChg>
        <pc:graphicFrameChg chg="mod modGraphic">
          <ac:chgData name="福井将敏" userId="e05632b6-6aeb-41ae-8805-dae2c5f8fa6e" providerId="ADAL" clId="{881C8F08-5A23-4E26-A87F-E735CEC14396}" dt="2025-06-04T01:27:45.643" v="7642"/>
          <ac:graphicFrameMkLst>
            <pc:docMk/>
            <pc:sldMk cId="3904828736" sldId="1282"/>
            <ac:graphicFrameMk id="4" creationId="{10B7530C-5627-A931-FBE6-AB25A3E9021E}"/>
          </ac:graphicFrameMkLst>
        </pc:graphicFrameChg>
      </pc:sldChg>
      <pc:sldChg chg="modSp add mod">
        <pc:chgData name="福井将敏" userId="e05632b6-6aeb-41ae-8805-dae2c5f8fa6e" providerId="ADAL" clId="{881C8F08-5A23-4E26-A87F-E735CEC14396}" dt="2025-06-04T01:46:23.286" v="8153"/>
        <pc:sldMkLst>
          <pc:docMk/>
          <pc:sldMk cId="1958917925" sldId="1283"/>
        </pc:sldMkLst>
        <pc:spChg chg="mod">
          <ac:chgData name="福井将敏" userId="e05632b6-6aeb-41ae-8805-dae2c5f8fa6e" providerId="ADAL" clId="{881C8F08-5A23-4E26-A87F-E735CEC14396}" dt="2025-06-04T01:46:23.286" v="8153"/>
          <ac:spMkLst>
            <pc:docMk/>
            <pc:sldMk cId="1958917925" sldId="1283"/>
            <ac:spMk id="2" creationId="{C862AA72-76DC-BE0D-1025-0A8884D66F9B}"/>
          </ac:spMkLst>
        </pc:spChg>
        <pc:graphicFrameChg chg="mod modGraphic">
          <ac:chgData name="福井将敏" userId="e05632b6-6aeb-41ae-8805-dae2c5f8fa6e" providerId="ADAL" clId="{881C8F08-5A23-4E26-A87F-E735CEC14396}" dt="2025-06-04T01:46:19.073" v="8148" actId="20577"/>
          <ac:graphicFrameMkLst>
            <pc:docMk/>
            <pc:sldMk cId="1958917925" sldId="1283"/>
            <ac:graphicFrameMk id="5" creationId="{8F149C5D-A446-CB8F-EC91-A56CE63959A8}"/>
          </ac:graphicFrameMkLst>
        </pc:graphicFrameChg>
      </pc:sldChg>
    </pc:docChg>
  </pc:docChgLst>
  <pc:docChgLst>
    <pc:chgData name="髙浦祐朗" userId="d6d860fe-bc64-411b-9605-a16d1ba875f6" providerId="ADAL" clId="{33C1071C-25C1-49A5-9CA7-4225F0E293B6}"/>
    <pc:docChg chg="undo custSel addSld modSld">
      <pc:chgData name="髙浦祐朗" userId="d6d860fe-bc64-411b-9605-a16d1ba875f6" providerId="ADAL" clId="{33C1071C-25C1-49A5-9CA7-4225F0E293B6}" dt="2025-03-07T04:28:45.626" v="1097"/>
      <pc:docMkLst>
        <pc:docMk/>
      </pc:docMkLst>
      <pc:sldChg chg="modSp mod">
        <pc:chgData name="髙浦祐朗" userId="d6d860fe-bc64-411b-9605-a16d1ba875f6" providerId="ADAL" clId="{33C1071C-25C1-49A5-9CA7-4225F0E293B6}" dt="2025-03-07T04:28:45.626" v="1097"/>
        <pc:sldMkLst>
          <pc:docMk/>
          <pc:sldMk cId="1379317982" sldId="767"/>
        </pc:sldMkLst>
      </pc:sldChg>
      <pc:sldChg chg="modSp mod">
        <pc:chgData name="髙浦祐朗" userId="d6d860fe-bc64-411b-9605-a16d1ba875f6" providerId="ADAL" clId="{33C1071C-25C1-49A5-9CA7-4225F0E293B6}" dt="2025-03-07T04:28:24.025" v="1085" actId="1076"/>
        <pc:sldMkLst>
          <pc:docMk/>
          <pc:sldMk cId="4276394440" sldId="768"/>
        </pc:sldMkLst>
        <pc:graphicFrameChg chg="mod modGraphic">
          <ac:chgData name="髙浦祐朗" userId="d6d860fe-bc64-411b-9605-a16d1ba875f6" providerId="ADAL" clId="{33C1071C-25C1-49A5-9CA7-4225F0E293B6}" dt="2025-03-07T04:28:24.025" v="1085" actId="1076"/>
          <ac:graphicFrameMkLst>
            <pc:docMk/>
            <pc:sldMk cId="4276394440" sldId="768"/>
            <ac:graphicFrameMk id="8" creationId="{00000000-0000-0000-0000-000000000000}"/>
          </ac:graphicFrameMkLst>
        </pc:graphicFrameChg>
      </pc:sldChg>
      <pc:sldChg chg="addSp delSp modSp mod">
        <pc:chgData name="髙浦祐朗" userId="d6d860fe-bc64-411b-9605-a16d1ba875f6" providerId="ADAL" clId="{33C1071C-25C1-49A5-9CA7-4225F0E293B6}" dt="2025-03-07T04:08:07.233" v="972" actId="20577"/>
        <pc:sldMkLst>
          <pc:docMk/>
          <pc:sldMk cId="3285151704" sldId="828"/>
        </pc:sldMkLst>
        <pc:spChg chg="mod">
          <ac:chgData name="髙浦祐朗" userId="d6d860fe-bc64-411b-9605-a16d1ba875f6" providerId="ADAL" clId="{33C1071C-25C1-49A5-9CA7-4225F0E293B6}" dt="2025-03-07T04:08:07.233" v="972" actId="20577"/>
          <ac:spMkLst>
            <pc:docMk/>
            <pc:sldMk cId="3285151704" sldId="828"/>
            <ac:spMk id="5" creationId="{2E1CE15F-6188-D4DE-439B-CEAF8146E0C0}"/>
          </ac:spMkLst>
        </pc:spChg>
      </pc:sldChg>
      <pc:sldChg chg="addSp modSp mod">
        <pc:chgData name="髙浦祐朗" userId="d6d860fe-bc64-411b-9605-a16d1ba875f6" providerId="ADAL" clId="{33C1071C-25C1-49A5-9CA7-4225F0E293B6}" dt="2025-03-07T04:08:40.692" v="974" actId="1076"/>
        <pc:sldMkLst>
          <pc:docMk/>
          <pc:sldMk cId="10589603" sldId="1092"/>
        </pc:sldMkLst>
      </pc:sldChg>
      <pc:sldChg chg="modSp mod">
        <pc:chgData name="髙浦祐朗" userId="d6d860fe-bc64-411b-9605-a16d1ba875f6" providerId="ADAL" clId="{33C1071C-25C1-49A5-9CA7-4225F0E293B6}" dt="2025-03-07T03:41:32.991" v="603" actId="408"/>
        <pc:sldMkLst>
          <pc:docMk/>
          <pc:sldMk cId="1343428231" sldId="1095"/>
        </pc:sldMkLst>
      </pc:sldChg>
      <pc:sldChg chg="modSp mod">
        <pc:chgData name="髙浦祐朗" userId="d6d860fe-bc64-411b-9605-a16d1ba875f6" providerId="ADAL" clId="{33C1071C-25C1-49A5-9CA7-4225F0E293B6}" dt="2025-03-07T03:42:11.634" v="607" actId="12"/>
        <pc:sldMkLst>
          <pc:docMk/>
          <pc:sldMk cId="2513257283" sldId="1096"/>
        </pc:sldMkLst>
        <pc:spChg chg="mod">
          <ac:chgData name="髙浦祐朗" userId="d6d860fe-bc64-411b-9605-a16d1ba875f6" providerId="ADAL" clId="{33C1071C-25C1-49A5-9CA7-4225F0E293B6}" dt="2025-03-07T03:42:11.634" v="607" actId="12"/>
          <ac:spMkLst>
            <pc:docMk/>
            <pc:sldMk cId="2513257283" sldId="1096"/>
            <ac:spMk id="8" creationId="{6AE8CC45-2A20-B6E7-E20B-802E66F6B3D5}"/>
          </ac:spMkLst>
        </pc:spChg>
      </pc:sldChg>
      <pc:sldChg chg="addSp delSp modSp mod">
        <pc:chgData name="髙浦祐朗" userId="d6d860fe-bc64-411b-9605-a16d1ba875f6" providerId="ADAL" clId="{33C1071C-25C1-49A5-9CA7-4225F0E293B6}" dt="2025-03-07T04:13:31.769" v="1077" actId="1037"/>
        <pc:sldMkLst>
          <pc:docMk/>
          <pc:sldMk cId="750407830" sldId="1099"/>
        </pc:sldMkLst>
      </pc:sldChg>
      <pc:sldChg chg="addSp delSp modSp mod">
        <pc:chgData name="髙浦祐朗" userId="d6d860fe-bc64-411b-9605-a16d1ba875f6" providerId="ADAL" clId="{33C1071C-25C1-49A5-9CA7-4225F0E293B6}" dt="2025-03-07T04:11:37.077" v="1057"/>
        <pc:sldMkLst>
          <pc:docMk/>
          <pc:sldMk cId="1342901965" sldId="1102"/>
        </pc:sldMkLst>
      </pc:sldChg>
      <pc:sldChg chg="addSp modSp mod">
        <pc:chgData name="髙浦祐朗" userId="d6d860fe-bc64-411b-9605-a16d1ba875f6" providerId="ADAL" clId="{33C1071C-25C1-49A5-9CA7-4225F0E293B6}" dt="2025-03-07T04:08:45.878" v="975" actId="1076"/>
        <pc:sldMkLst>
          <pc:docMk/>
          <pc:sldMk cId="401927681" sldId="1109"/>
        </pc:sldMkLst>
      </pc:sldChg>
      <pc:sldChg chg="addSp delSp modSp mod">
        <pc:chgData name="髙浦祐朗" userId="d6d860fe-bc64-411b-9605-a16d1ba875f6" providerId="ADAL" clId="{33C1071C-25C1-49A5-9CA7-4225F0E293B6}" dt="2025-03-07T04:08:51.090" v="977" actId="1076"/>
        <pc:sldMkLst>
          <pc:docMk/>
          <pc:sldMk cId="2752393928" sldId="1110"/>
        </pc:sldMkLst>
      </pc:sldChg>
      <pc:sldChg chg="addSp modSp mod">
        <pc:chgData name="髙浦祐朗" userId="d6d860fe-bc64-411b-9605-a16d1ba875f6" providerId="ADAL" clId="{33C1071C-25C1-49A5-9CA7-4225F0E293B6}" dt="2025-03-07T04:08:56.432" v="984" actId="1076"/>
        <pc:sldMkLst>
          <pc:docMk/>
          <pc:sldMk cId="806121115" sldId="1111"/>
        </pc:sldMkLst>
      </pc:sldChg>
      <pc:sldChg chg="mod modShow">
        <pc:chgData name="髙浦祐朗" userId="d6d860fe-bc64-411b-9605-a16d1ba875f6" providerId="ADAL" clId="{33C1071C-25C1-49A5-9CA7-4225F0E293B6}" dt="2025-03-07T04:27:51.906" v="1078" actId="729"/>
        <pc:sldMkLst>
          <pc:docMk/>
          <pc:sldMk cId="964962344" sldId="1112"/>
        </pc:sldMkLst>
      </pc:sldChg>
      <pc:sldChg chg="addSp delSp modSp add mod">
        <pc:chgData name="髙浦祐朗" userId="d6d860fe-bc64-411b-9605-a16d1ba875f6" providerId="ADAL" clId="{33C1071C-25C1-49A5-9CA7-4225F0E293B6}" dt="2025-03-07T04:09:08.203" v="988" actId="14100"/>
        <pc:sldMkLst>
          <pc:docMk/>
          <pc:sldMk cId="258067534" sldId="1113"/>
        </pc:sldMkLst>
      </pc:sldChg>
    </pc:docChg>
  </pc:docChgLst>
  <pc:docChgLst>
    <pc:chgData name="髙浦祐朗" userId="d6d860fe-bc64-411b-9605-a16d1ba875f6" providerId="ADAL" clId="{BE4908E2-4B89-456A-B75E-C5BC144E1DB5}"/>
    <pc:docChg chg="undo custSel modSld">
      <pc:chgData name="髙浦祐朗" userId="d6d860fe-bc64-411b-9605-a16d1ba875f6" providerId="ADAL" clId="{BE4908E2-4B89-456A-B75E-C5BC144E1DB5}" dt="2024-12-02T08:48:51.778" v="23" actId="1076"/>
      <pc:docMkLst>
        <pc:docMk/>
      </pc:docMkLst>
      <pc:sldChg chg="addSp delSp modSp mod">
        <pc:chgData name="髙浦祐朗" userId="d6d860fe-bc64-411b-9605-a16d1ba875f6" providerId="ADAL" clId="{BE4908E2-4B89-456A-B75E-C5BC144E1DB5}" dt="2024-12-02T08:48:51.778" v="23" actId="1076"/>
        <pc:sldMkLst>
          <pc:docMk/>
          <pc:sldMk cId="2336542287" sldId="1107"/>
        </pc:sldMkLst>
      </pc:sldChg>
    </pc:docChg>
  </pc:docChgLst>
  <pc:docChgLst>
    <pc:chgData name="髙浦祐朗" userId="d6d860fe-bc64-411b-9605-a16d1ba875f6" providerId="ADAL" clId="{8A64FA36-8AEB-4DFC-AF29-F763FAF503BC}"/>
    <pc:docChg chg="undo custSel addSld delSld modSld">
      <pc:chgData name="髙浦祐朗" userId="d6d860fe-bc64-411b-9605-a16d1ba875f6" providerId="ADAL" clId="{8A64FA36-8AEB-4DFC-AF29-F763FAF503BC}" dt="2025-03-06T15:00:25.727" v="1613" actId="20577"/>
      <pc:docMkLst>
        <pc:docMk/>
      </pc:docMkLst>
      <pc:sldChg chg="addSp delSp modSp mod">
        <pc:chgData name="髙浦祐朗" userId="d6d860fe-bc64-411b-9605-a16d1ba875f6" providerId="ADAL" clId="{8A64FA36-8AEB-4DFC-AF29-F763FAF503BC}" dt="2025-03-06T14:24:33.500" v="603" actId="1036"/>
        <pc:sldMkLst>
          <pc:docMk/>
          <pc:sldMk cId="3652970849" sldId="748"/>
        </pc:sldMkLst>
        <pc:spChg chg="add mod">
          <ac:chgData name="髙浦祐朗" userId="d6d860fe-bc64-411b-9605-a16d1ba875f6" providerId="ADAL" clId="{8A64FA36-8AEB-4DFC-AF29-F763FAF503BC}" dt="2025-03-06T14:14:28.231" v="204" actId="14100"/>
          <ac:spMkLst>
            <pc:docMk/>
            <pc:sldMk cId="3652970849" sldId="748"/>
            <ac:spMk id="58" creationId="{6F6D5229-6EE8-D99C-DD54-30F2C3FCACF4}"/>
          </ac:spMkLst>
        </pc:spChg>
        <pc:spChg chg="add mod">
          <ac:chgData name="髙浦祐朗" userId="d6d860fe-bc64-411b-9605-a16d1ba875f6" providerId="ADAL" clId="{8A64FA36-8AEB-4DFC-AF29-F763FAF503BC}" dt="2025-03-06T14:15:08.261" v="228" actId="207"/>
          <ac:spMkLst>
            <pc:docMk/>
            <pc:sldMk cId="3652970849" sldId="748"/>
            <ac:spMk id="59" creationId="{7404C3C7-8865-3AD4-91F4-DF9D24C7562D}"/>
          </ac:spMkLst>
        </pc:spChg>
        <pc:spChg chg="add mod">
          <ac:chgData name="髙浦祐朗" userId="d6d860fe-bc64-411b-9605-a16d1ba875f6" providerId="ADAL" clId="{8A64FA36-8AEB-4DFC-AF29-F763FAF503BC}" dt="2025-03-06T14:15:32.038" v="257" actId="207"/>
          <ac:spMkLst>
            <pc:docMk/>
            <pc:sldMk cId="3652970849" sldId="748"/>
            <ac:spMk id="60" creationId="{41F878C2-DD66-C55D-85B2-172BF48F5960}"/>
          </ac:spMkLst>
        </pc:spChg>
        <pc:spChg chg="add mod">
          <ac:chgData name="髙浦祐朗" userId="d6d860fe-bc64-411b-9605-a16d1ba875f6" providerId="ADAL" clId="{8A64FA36-8AEB-4DFC-AF29-F763FAF503BC}" dt="2025-03-06T14:15:43.667" v="273" actId="20577"/>
          <ac:spMkLst>
            <pc:docMk/>
            <pc:sldMk cId="3652970849" sldId="748"/>
            <ac:spMk id="61" creationId="{A32AB62B-D87B-1533-0BC3-3F5083CDEA76}"/>
          </ac:spMkLst>
        </pc:spChg>
        <pc:spChg chg="add mod">
          <ac:chgData name="髙浦祐朗" userId="d6d860fe-bc64-411b-9605-a16d1ba875f6" providerId="ADAL" clId="{8A64FA36-8AEB-4DFC-AF29-F763FAF503BC}" dt="2025-03-06T14:16:05.782" v="305" actId="20577"/>
          <ac:spMkLst>
            <pc:docMk/>
            <pc:sldMk cId="3652970849" sldId="748"/>
            <ac:spMk id="62" creationId="{57BB7371-912C-AC58-D4A4-4E4BE9DDA191}"/>
          </ac:spMkLst>
        </pc:spChg>
        <pc:spChg chg="add mod">
          <ac:chgData name="髙浦祐朗" userId="d6d860fe-bc64-411b-9605-a16d1ba875f6" providerId="ADAL" clId="{8A64FA36-8AEB-4DFC-AF29-F763FAF503BC}" dt="2025-03-06T14:16:36.708" v="335" actId="14100"/>
          <ac:spMkLst>
            <pc:docMk/>
            <pc:sldMk cId="3652970849" sldId="748"/>
            <ac:spMk id="63" creationId="{467BCEF4-9094-6DB1-360C-518178194F7A}"/>
          </ac:spMkLst>
        </pc:spChg>
        <pc:spChg chg="add mod">
          <ac:chgData name="髙浦祐朗" userId="d6d860fe-bc64-411b-9605-a16d1ba875f6" providerId="ADAL" clId="{8A64FA36-8AEB-4DFC-AF29-F763FAF503BC}" dt="2025-03-06T14:16:50.040" v="356" actId="20577"/>
          <ac:spMkLst>
            <pc:docMk/>
            <pc:sldMk cId="3652970849" sldId="748"/>
            <ac:spMk id="64" creationId="{F03A97A7-4CE3-787C-91EE-00F74F38F37E}"/>
          </ac:spMkLst>
        </pc:spChg>
        <pc:spChg chg="add mod">
          <ac:chgData name="髙浦祐朗" userId="d6d860fe-bc64-411b-9605-a16d1ba875f6" providerId="ADAL" clId="{8A64FA36-8AEB-4DFC-AF29-F763FAF503BC}" dt="2025-03-06T14:17:05.828" v="373" actId="20577"/>
          <ac:spMkLst>
            <pc:docMk/>
            <pc:sldMk cId="3652970849" sldId="748"/>
            <ac:spMk id="65" creationId="{6261C914-C5D3-F0DE-D269-EE5DC53B7B0C}"/>
          </ac:spMkLst>
        </pc:spChg>
        <pc:spChg chg="add mod">
          <ac:chgData name="髙浦祐朗" userId="d6d860fe-bc64-411b-9605-a16d1ba875f6" providerId="ADAL" clId="{8A64FA36-8AEB-4DFC-AF29-F763FAF503BC}" dt="2025-03-06T14:17:14.421" v="393" actId="20577"/>
          <ac:spMkLst>
            <pc:docMk/>
            <pc:sldMk cId="3652970849" sldId="748"/>
            <ac:spMk id="66" creationId="{4E59933D-D225-529D-C24A-77D8FDA77DF0}"/>
          </ac:spMkLst>
        </pc:spChg>
        <pc:grpChg chg="add mod">
          <ac:chgData name="髙浦祐朗" userId="d6d860fe-bc64-411b-9605-a16d1ba875f6" providerId="ADAL" clId="{8A64FA36-8AEB-4DFC-AF29-F763FAF503BC}" dt="2025-03-06T14:10:50.006" v="156" actId="164"/>
          <ac:grpSpMkLst>
            <pc:docMk/>
            <pc:sldMk cId="3652970849" sldId="748"/>
            <ac:grpSpMk id="37" creationId="{C8AE539C-1F31-81E7-5D49-209DBDECD190}"/>
          </ac:grpSpMkLst>
        </pc:grpChg>
        <pc:picChg chg="add mod">
          <ac:chgData name="髙浦祐朗" userId="d6d860fe-bc64-411b-9605-a16d1ba875f6" providerId="ADAL" clId="{8A64FA36-8AEB-4DFC-AF29-F763FAF503BC}" dt="2025-03-06T14:10:27.744" v="153" actId="1038"/>
          <ac:picMkLst>
            <pc:docMk/>
            <pc:sldMk cId="3652970849" sldId="748"/>
            <ac:picMk id="5" creationId="{E9B815CD-7F38-B51B-05AF-666DC7448923}"/>
          </ac:picMkLst>
        </pc:picChg>
        <pc:picChg chg="add mod">
          <ac:chgData name="髙浦祐朗" userId="d6d860fe-bc64-411b-9605-a16d1ba875f6" providerId="ADAL" clId="{8A64FA36-8AEB-4DFC-AF29-F763FAF503BC}" dt="2025-03-06T14:10:27.744" v="153" actId="1038"/>
          <ac:picMkLst>
            <pc:docMk/>
            <pc:sldMk cId="3652970849" sldId="748"/>
            <ac:picMk id="7" creationId="{6FCBC1F1-F6A8-7F77-B7C2-FA64AFFE6D15}"/>
          </ac:picMkLst>
        </pc:picChg>
        <pc:picChg chg="add mod">
          <ac:chgData name="髙浦祐朗" userId="d6d860fe-bc64-411b-9605-a16d1ba875f6" providerId="ADAL" clId="{8A64FA36-8AEB-4DFC-AF29-F763FAF503BC}" dt="2025-03-06T14:10:27.744" v="153" actId="1038"/>
          <ac:picMkLst>
            <pc:docMk/>
            <pc:sldMk cId="3652970849" sldId="748"/>
            <ac:picMk id="9" creationId="{0FC56E20-B1A4-78B0-EB96-4AB034CB2475}"/>
          </ac:picMkLst>
        </pc:picChg>
        <pc:picChg chg="add mod">
          <ac:chgData name="髙浦祐朗" userId="d6d860fe-bc64-411b-9605-a16d1ba875f6" providerId="ADAL" clId="{8A64FA36-8AEB-4DFC-AF29-F763FAF503BC}" dt="2025-03-06T14:10:50.006" v="156" actId="164"/>
          <ac:picMkLst>
            <pc:docMk/>
            <pc:sldMk cId="3652970849" sldId="748"/>
            <ac:picMk id="10" creationId="{04DD0394-5954-73D4-CDFB-0AB850258B65}"/>
          </ac:picMkLst>
        </pc:picChg>
        <pc:picChg chg="add mod ord">
          <ac:chgData name="髙浦祐朗" userId="d6d860fe-bc64-411b-9605-a16d1ba875f6" providerId="ADAL" clId="{8A64FA36-8AEB-4DFC-AF29-F763FAF503BC}" dt="2025-03-06T14:10:03.365" v="124" actId="1076"/>
          <ac:picMkLst>
            <pc:docMk/>
            <pc:sldMk cId="3652970849" sldId="748"/>
            <ac:picMk id="12" creationId="{5EA2F22F-09E2-C402-B509-A6ABC63C7ABA}"/>
          </ac:picMkLst>
        </pc:picChg>
        <pc:picChg chg="add mod">
          <ac:chgData name="髙浦祐朗" userId="d6d860fe-bc64-411b-9605-a16d1ba875f6" providerId="ADAL" clId="{8A64FA36-8AEB-4DFC-AF29-F763FAF503BC}" dt="2025-03-06T14:10:08.330" v="136" actId="1036"/>
          <ac:picMkLst>
            <pc:docMk/>
            <pc:sldMk cId="3652970849" sldId="748"/>
            <ac:picMk id="14" creationId="{0DC17CB9-55AB-2890-3B15-620BEE9CFFC7}"/>
          </ac:picMkLst>
        </pc:picChg>
        <pc:picChg chg="add mod">
          <ac:chgData name="髙浦祐朗" userId="d6d860fe-bc64-411b-9605-a16d1ba875f6" providerId="ADAL" clId="{8A64FA36-8AEB-4DFC-AF29-F763FAF503BC}" dt="2025-03-06T14:10:50.006" v="156" actId="164"/>
          <ac:picMkLst>
            <pc:docMk/>
            <pc:sldMk cId="3652970849" sldId="748"/>
            <ac:picMk id="31" creationId="{54CEB349-2D22-27BD-84A9-C5D8ECFE501E}"/>
          </ac:picMkLst>
        </pc:picChg>
        <pc:picChg chg="add mod">
          <ac:chgData name="髙浦祐朗" userId="d6d860fe-bc64-411b-9605-a16d1ba875f6" providerId="ADAL" clId="{8A64FA36-8AEB-4DFC-AF29-F763FAF503BC}" dt="2025-03-06T14:10:22.577" v="138" actId="1076"/>
          <ac:picMkLst>
            <pc:docMk/>
            <pc:sldMk cId="3652970849" sldId="748"/>
            <ac:picMk id="33" creationId="{2D59373C-DAEF-7B6F-01E6-7C012251186A}"/>
          </ac:picMkLst>
        </pc:picChg>
        <pc:picChg chg="add mod">
          <ac:chgData name="髙浦祐朗" userId="d6d860fe-bc64-411b-9605-a16d1ba875f6" providerId="ADAL" clId="{8A64FA36-8AEB-4DFC-AF29-F763FAF503BC}" dt="2025-03-06T14:10:22.577" v="138" actId="1076"/>
          <ac:picMkLst>
            <pc:docMk/>
            <pc:sldMk cId="3652970849" sldId="748"/>
            <ac:picMk id="34" creationId="{DACC3C16-4856-6F92-138C-63DDE207E72D}"/>
          </ac:picMkLst>
        </pc:picChg>
        <pc:picChg chg="mod">
          <ac:chgData name="髙浦祐朗" userId="d6d860fe-bc64-411b-9605-a16d1ba875f6" providerId="ADAL" clId="{8A64FA36-8AEB-4DFC-AF29-F763FAF503BC}" dt="2025-03-06T14:09:55.399" v="123" actId="1076"/>
          <ac:picMkLst>
            <pc:docMk/>
            <pc:sldMk cId="3652970849" sldId="748"/>
            <ac:picMk id="68" creationId="{53C3357B-27A8-E809-B6CC-9F8ECBF52544}"/>
          </ac:picMkLst>
        </pc:picChg>
        <pc:picChg chg="mod ord">
          <ac:chgData name="髙浦祐朗" userId="d6d860fe-bc64-411b-9605-a16d1ba875f6" providerId="ADAL" clId="{8A64FA36-8AEB-4DFC-AF29-F763FAF503BC}" dt="2025-03-06T14:10:03.365" v="124" actId="1076"/>
          <ac:picMkLst>
            <pc:docMk/>
            <pc:sldMk cId="3652970849" sldId="748"/>
            <ac:picMk id="75" creationId="{852BD6F7-4827-7457-E199-B7B5201AA592}"/>
          </ac:picMkLst>
        </pc:picChg>
        <pc:picChg chg="mod">
          <ac:chgData name="髙浦祐朗" userId="d6d860fe-bc64-411b-9605-a16d1ba875f6" providerId="ADAL" clId="{8A64FA36-8AEB-4DFC-AF29-F763FAF503BC}" dt="2025-03-06T14:10:08.330" v="136" actId="1036"/>
          <ac:picMkLst>
            <pc:docMk/>
            <pc:sldMk cId="3652970849" sldId="748"/>
            <ac:picMk id="81" creationId="{F9CA2CF4-489F-1DCF-8842-455F8ED53446}"/>
          </ac:picMkLst>
        </pc:picChg>
        <pc:picChg chg="mod">
          <ac:chgData name="髙浦祐朗" userId="d6d860fe-bc64-411b-9605-a16d1ba875f6" providerId="ADAL" clId="{8A64FA36-8AEB-4DFC-AF29-F763FAF503BC}" dt="2025-03-06T14:10:27.744" v="153" actId="1038"/>
          <ac:picMkLst>
            <pc:docMk/>
            <pc:sldMk cId="3652970849" sldId="748"/>
            <ac:picMk id="83" creationId="{2FBD18C7-FDF7-B028-6840-8AE043281F6E}"/>
          </ac:picMkLst>
        </pc:picChg>
        <pc:picChg chg="mod">
          <ac:chgData name="髙浦祐朗" userId="d6d860fe-bc64-411b-9605-a16d1ba875f6" providerId="ADAL" clId="{8A64FA36-8AEB-4DFC-AF29-F763FAF503BC}" dt="2025-03-06T14:14:32.821" v="211" actId="1035"/>
          <ac:picMkLst>
            <pc:docMk/>
            <pc:sldMk cId="3652970849" sldId="748"/>
            <ac:picMk id="1026" creationId="{44E3B8BF-F050-934F-CD14-6AA8E7D49341}"/>
          </ac:picMkLst>
        </pc:picChg>
        <pc:cxnChg chg="add mod">
          <ac:chgData name="髙浦祐朗" userId="d6d860fe-bc64-411b-9605-a16d1ba875f6" providerId="ADAL" clId="{8A64FA36-8AEB-4DFC-AF29-F763FAF503BC}" dt="2025-03-06T14:14:32.821" v="211" actId="1035"/>
          <ac:cxnSpMkLst>
            <pc:docMk/>
            <pc:sldMk cId="3652970849" sldId="748"/>
            <ac:cxnSpMk id="24" creationId="{A2CE7793-A95E-BA76-41F1-4E3016CF2FFA}"/>
          </ac:cxnSpMkLst>
        </pc:cxnChg>
        <pc:cxnChg chg="add mod">
          <ac:chgData name="髙浦祐朗" userId="d6d860fe-bc64-411b-9605-a16d1ba875f6" providerId="ADAL" clId="{8A64FA36-8AEB-4DFC-AF29-F763FAF503BC}" dt="2025-03-06T14:13:37.961" v="197" actId="14100"/>
          <ac:cxnSpMkLst>
            <pc:docMk/>
            <pc:sldMk cId="3652970849" sldId="748"/>
            <ac:cxnSpMk id="35" creationId="{3AEC192B-CE66-2482-EE27-F54BE6E4E900}"/>
          </ac:cxnSpMkLst>
        </pc:cxnChg>
        <pc:cxnChg chg="add mod">
          <ac:chgData name="髙浦祐朗" userId="d6d860fe-bc64-411b-9605-a16d1ba875f6" providerId="ADAL" clId="{8A64FA36-8AEB-4DFC-AF29-F763FAF503BC}" dt="2025-03-06T14:11:40.598" v="167" actId="14100"/>
          <ac:cxnSpMkLst>
            <pc:docMk/>
            <pc:sldMk cId="3652970849" sldId="748"/>
            <ac:cxnSpMk id="41" creationId="{F3651DE8-072B-0E3C-6DAA-B11347CAD3C4}"/>
          </ac:cxnSpMkLst>
        </pc:cxnChg>
        <pc:cxnChg chg="add mod">
          <ac:chgData name="髙浦祐朗" userId="d6d860fe-bc64-411b-9605-a16d1ba875f6" providerId="ADAL" clId="{8A64FA36-8AEB-4DFC-AF29-F763FAF503BC}" dt="2025-03-06T14:12:35.850" v="176" actId="692"/>
          <ac:cxnSpMkLst>
            <pc:docMk/>
            <pc:sldMk cId="3652970849" sldId="748"/>
            <ac:cxnSpMk id="46" creationId="{0935DB8F-5D9E-E16B-A47B-C947B8F62E4B}"/>
          </ac:cxnSpMkLst>
        </pc:cxnChg>
        <pc:cxnChg chg="add mod">
          <ac:chgData name="髙浦祐朗" userId="d6d860fe-bc64-411b-9605-a16d1ba875f6" providerId="ADAL" clId="{8A64FA36-8AEB-4DFC-AF29-F763FAF503BC}" dt="2025-03-06T14:13:00.903" v="190" actId="1038"/>
          <ac:cxnSpMkLst>
            <pc:docMk/>
            <pc:sldMk cId="3652970849" sldId="748"/>
            <ac:cxnSpMk id="51" creationId="{EA96A8A1-624E-E90A-F4A0-D27224C5CB5F}"/>
          </ac:cxnSpMkLst>
        </pc:cxnChg>
        <pc:cxnChg chg="add mod">
          <ac:chgData name="髙浦祐朗" userId="d6d860fe-bc64-411b-9605-a16d1ba875f6" providerId="ADAL" clId="{8A64FA36-8AEB-4DFC-AF29-F763FAF503BC}" dt="2025-03-06T14:13:30.439" v="195" actId="14100"/>
          <ac:cxnSpMkLst>
            <pc:docMk/>
            <pc:sldMk cId="3652970849" sldId="748"/>
            <ac:cxnSpMk id="53" creationId="{2F4090BF-72C4-A596-E556-9311B5A0FB87}"/>
          </ac:cxnSpMkLst>
        </pc:cxnChg>
      </pc:sldChg>
      <pc:sldChg chg="addSp modSp mod">
        <pc:chgData name="髙浦祐朗" userId="d6d860fe-bc64-411b-9605-a16d1ba875f6" providerId="ADAL" clId="{8A64FA36-8AEB-4DFC-AF29-F763FAF503BC}" dt="2025-03-06T15:00:05.918" v="1603" actId="20577"/>
        <pc:sldMkLst>
          <pc:docMk/>
          <pc:sldMk cId="1379317982" sldId="767"/>
        </pc:sldMkLst>
      </pc:sldChg>
      <pc:sldChg chg="addSp modSp mod">
        <pc:chgData name="髙浦祐朗" userId="d6d860fe-bc64-411b-9605-a16d1ba875f6" providerId="ADAL" clId="{8A64FA36-8AEB-4DFC-AF29-F763FAF503BC}" dt="2025-03-06T15:00:17.071" v="1604"/>
        <pc:sldMkLst>
          <pc:docMk/>
          <pc:sldMk cId="4276394440" sldId="768"/>
        </pc:sldMkLst>
        <pc:graphicFrameChg chg="modGraphic">
          <ac:chgData name="髙浦祐朗" userId="d6d860fe-bc64-411b-9605-a16d1ba875f6" providerId="ADAL" clId="{8A64FA36-8AEB-4DFC-AF29-F763FAF503BC}" dt="2025-03-06T14:36:05.579" v="926" actId="20577"/>
          <ac:graphicFrameMkLst>
            <pc:docMk/>
            <pc:sldMk cId="4276394440" sldId="768"/>
            <ac:graphicFrameMk id="8" creationId="{00000000-0000-0000-0000-000000000000}"/>
          </ac:graphicFrameMkLst>
        </pc:graphicFrameChg>
      </pc:sldChg>
      <pc:sldChg chg="del">
        <pc:chgData name="髙浦祐朗" userId="d6d860fe-bc64-411b-9605-a16d1ba875f6" providerId="ADAL" clId="{8A64FA36-8AEB-4DFC-AF29-F763FAF503BC}" dt="2025-03-06T14:32:57.096" v="832" actId="47"/>
        <pc:sldMkLst>
          <pc:docMk/>
          <pc:sldMk cId="662563982" sldId="1082"/>
        </pc:sldMkLst>
      </pc:sldChg>
      <pc:sldChg chg="del">
        <pc:chgData name="髙浦祐朗" userId="d6d860fe-bc64-411b-9605-a16d1ba875f6" providerId="ADAL" clId="{8A64FA36-8AEB-4DFC-AF29-F763FAF503BC}" dt="2025-03-06T14:37:00.273" v="941" actId="47"/>
        <pc:sldMkLst>
          <pc:docMk/>
          <pc:sldMk cId="3461870007" sldId="1086"/>
        </pc:sldMkLst>
      </pc:sldChg>
      <pc:sldChg chg="addSp delSp modSp mod">
        <pc:chgData name="髙浦祐朗" userId="d6d860fe-bc64-411b-9605-a16d1ba875f6" providerId="ADAL" clId="{8A64FA36-8AEB-4DFC-AF29-F763FAF503BC}" dt="2025-03-06T14:31:38.682" v="800" actId="408"/>
        <pc:sldMkLst>
          <pc:docMk/>
          <pc:sldMk cId="10589603" sldId="1092"/>
        </pc:sldMkLst>
      </pc:sldChg>
      <pc:sldChg chg="del">
        <pc:chgData name="髙浦祐朗" userId="d6d860fe-bc64-411b-9605-a16d1ba875f6" providerId="ADAL" clId="{8A64FA36-8AEB-4DFC-AF29-F763FAF503BC}" dt="2025-03-06T14:36:59.701" v="940" actId="47"/>
        <pc:sldMkLst>
          <pc:docMk/>
          <pc:sldMk cId="3285993692" sldId="1093"/>
        </pc:sldMkLst>
      </pc:sldChg>
      <pc:sldChg chg="addSp delSp modSp mod">
        <pc:chgData name="髙浦祐朗" userId="d6d860fe-bc64-411b-9605-a16d1ba875f6" providerId="ADAL" clId="{8A64FA36-8AEB-4DFC-AF29-F763FAF503BC}" dt="2025-03-06T15:00:25.727" v="1613" actId="20577"/>
        <pc:sldMkLst>
          <pc:docMk/>
          <pc:sldMk cId="1343428231" sldId="1095"/>
        </pc:sldMkLst>
      </pc:sldChg>
      <pc:sldChg chg="modSp mod">
        <pc:chgData name="髙浦祐朗" userId="d6d860fe-bc64-411b-9605-a16d1ba875f6" providerId="ADAL" clId="{8A64FA36-8AEB-4DFC-AF29-F763FAF503BC}" dt="2025-03-06T14:45:37.270" v="1418" actId="20577"/>
        <pc:sldMkLst>
          <pc:docMk/>
          <pc:sldMk cId="2513257283" sldId="1096"/>
        </pc:sldMkLst>
        <pc:spChg chg="mod">
          <ac:chgData name="髙浦祐朗" userId="d6d860fe-bc64-411b-9605-a16d1ba875f6" providerId="ADAL" clId="{8A64FA36-8AEB-4DFC-AF29-F763FAF503BC}" dt="2025-03-06T14:45:37.270" v="1418" actId="20577"/>
          <ac:spMkLst>
            <pc:docMk/>
            <pc:sldMk cId="2513257283" sldId="1096"/>
            <ac:spMk id="8" creationId="{6AE8CC45-2A20-B6E7-E20B-802E66F6B3D5}"/>
          </ac:spMkLst>
        </pc:spChg>
      </pc:sldChg>
      <pc:sldChg chg="addSp delSp modSp mod">
        <pc:chgData name="髙浦祐朗" userId="d6d860fe-bc64-411b-9605-a16d1ba875f6" providerId="ADAL" clId="{8A64FA36-8AEB-4DFC-AF29-F763FAF503BC}" dt="2025-03-06T14:59:27.572" v="1590" actId="14100"/>
        <pc:sldMkLst>
          <pc:docMk/>
          <pc:sldMk cId="750407830" sldId="1099"/>
        </pc:sldMkLst>
      </pc:sldChg>
      <pc:sldChg chg="del">
        <pc:chgData name="髙浦祐朗" userId="d6d860fe-bc64-411b-9605-a16d1ba875f6" providerId="ADAL" clId="{8A64FA36-8AEB-4DFC-AF29-F763FAF503BC}" dt="2025-03-06T14:32:58.138" v="833" actId="47"/>
        <pc:sldMkLst>
          <pc:docMk/>
          <pc:sldMk cId="1940227673" sldId="1100"/>
        </pc:sldMkLst>
      </pc:sldChg>
      <pc:sldChg chg="del">
        <pc:chgData name="髙浦祐朗" userId="d6d860fe-bc64-411b-9605-a16d1ba875f6" providerId="ADAL" clId="{8A64FA36-8AEB-4DFC-AF29-F763FAF503BC}" dt="2025-03-06T14:32:55.847" v="831" actId="47"/>
        <pc:sldMkLst>
          <pc:docMk/>
          <pc:sldMk cId="796513768" sldId="1101"/>
        </pc:sldMkLst>
      </pc:sldChg>
      <pc:sldChg chg="addSp delSp modSp mod">
        <pc:chgData name="髙浦祐朗" userId="d6d860fe-bc64-411b-9605-a16d1ba875f6" providerId="ADAL" clId="{8A64FA36-8AEB-4DFC-AF29-F763FAF503BC}" dt="2025-03-06T14:35:34.687" v="925" actId="20577"/>
        <pc:sldMkLst>
          <pc:docMk/>
          <pc:sldMk cId="1342901965" sldId="1102"/>
        </pc:sldMkLst>
      </pc:sldChg>
      <pc:sldChg chg="del">
        <pc:chgData name="髙浦祐朗" userId="d6d860fe-bc64-411b-9605-a16d1ba875f6" providerId="ADAL" clId="{8A64FA36-8AEB-4DFC-AF29-F763FAF503BC}" dt="2025-03-06T14:33:01.591" v="835" actId="47"/>
        <pc:sldMkLst>
          <pc:docMk/>
          <pc:sldMk cId="196492203" sldId="1103"/>
        </pc:sldMkLst>
      </pc:sldChg>
      <pc:sldChg chg="del">
        <pc:chgData name="髙浦祐朗" userId="d6d860fe-bc64-411b-9605-a16d1ba875f6" providerId="ADAL" clId="{8A64FA36-8AEB-4DFC-AF29-F763FAF503BC}" dt="2025-03-06T14:32:59.760" v="834" actId="47"/>
        <pc:sldMkLst>
          <pc:docMk/>
          <pc:sldMk cId="639158466" sldId="1104"/>
        </pc:sldMkLst>
      </pc:sldChg>
      <pc:sldChg chg="del">
        <pc:chgData name="髙浦祐朗" userId="d6d860fe-bc64-411b-9605-a16d1ba875f6" providerId="ADAL" clId="{8A64FA36-8AEB-4DFC-AF29-F763FAF503BC}" dt="2025-03-06T14:37:01.156" v="942" actId="47"/>
        <pc:sldMkLst>
          <pc:docMk/>
          <pc:sldMk cId="88234639" sldId="1105"/>
        </pc:sldMkLst>
      </pc:sldChg>
      <pc:sldChg chg="del">
        <pc:chgData name="髙浦祐朗" userId="d6d860fe-bc64-411b-9605-a16d1ba875f6" providerId="ADAL" clId="{8A64FA36-8AEB-4DFC-AF29-F763FAF503BC}" dt="2025-03-06T14:36:19.411" v="927" actId="47"/>
        <pc:sldMkLst>
          <pc:docMk/>
          <pc:sldMk cId="352309705" sldId="1106"/>
        </pc:sldMkLst>
      </pc:sldChg>
      <pc:sldChg chg="delSp del mod">
        <pc:chgData name="髙浦祐朗" userId="d6d860fe-bc64-411b-9605-a16d1ba875f6" providerId="ADAL" clId="{8A64FA36-8AEB-4DFC-AF29-F763FAF503BC}" dt="2025-03-06T14:59:49.825" v="1591" actId="47"/>
        <pc:sldMkLst>
          <pc:docMk/>
          <pc:sldMk cId="2336542287" sldId="1107"/>
        </pc:sldMkLst>
      </pc:sldChg>
      <pc:sldChg chg="modSp del mod">
        <pc:chgData name="髙浦祐朗" userId="d6d860fe-bc64-411b-9605-a16d1ba875f6" providerId="ADAL" clId="{8A64FA36-8AEB-4DFC-AF29-F763FAF503BC}" dt="2025-03-06T14:36:55.659" v="939" actId="47"/>
        <pc:sldMkLst>
          <pc:docMk/>
          <pc:sldMk cId="3075783458" sldId="1108"/>
        </pc:sldMkLst>
      </pc:sldChg>
      <pc:sldChg chg="addSp delSp modSp add mod">
        <pc:chgData name="髙浦祐朗" userId="d6d860fe-bc64-411b-9605-a16d1ba875f6" providerId="ADAL" clId="{8A64FA36-8AEB-4DFC-AF29-F763FAF503BC}" dt="2025-03-06T14:31:34.449" v="799" actId="408"/>
        <pc:sldMkLst>
          <pc:docMk/>
          <pc:sldMk cId="401927681" sldId="1109"/>
        </pc:sldMkLst>
      </pc:sldChg>
      <pc:sldChg chg="addSp delSp modSp add mod">
        <pc:chgData name="髙浦祐朗" userId="d6d860fe-bc64-411b-9605-a16d1ba875f6" providerId="ADAL" clId="{8A64FA36-8AEB-4DFC-AF29-F763FAF503BC}" dt="2025-03-06T14:31:30.510" v="798" actId="408"/>
        <pc:sldMkLst>
          <pc:docMk/>
          <pc:sldMk cId="2752393928" sldId="1110"/>
        </pc:sldMkLst>
      </pc:sldChg>
      <pc:sldChg chg="addSp delSp modSp add mod">
        <pc:chgData name="髙浦祐朗" userId="d6d860fe-bc64-411b-9605-a16d1ba875f6" providerId="ADAL" clId="{8A64FA36-8AEB-4DFC-AF29-F763FAF503BC}" dt="2025-03-06T14:32:50.189" v="830" actId="20577"/>
        <pc:sldMkLst>
          <pc:docMk/>
          <pc:sldMk cId="806121115" sldId="1111"/>
        </pc:sldMkLst>
      </pc:sldChg>
    </pc:docChg>
  </pc:docChgLst>
  <pc:docChgLst>
    <pc:chgData name="川名翔太" userId="902a1c22-1104-4fc2-ba41-1ee47f89ed5e" providerId="ADAL" clId="{6D9D2434-35D2-41E8-BBA8-D79ADC5FDCBA}"/>
    <pc:docChg chg="undo redo custSel addSld delSld modSld sldOrd">
      <pc:chgData name="川名翔太" userId="902a1c22-1104-4fc2-ba41-1ee47f89ed5e" providerId="ADAL" clId="{6D9D2434-35D2-41E8-BBA8-D79ADC5FDCBA}" dt="2025-03-12T12:33:31.204" v="943" actId="20577"/>
      <pc:docMkLst>
        <pc:docMk/>
      </pc:docMkLst>
      <pc:sldChg chg="ord">
        <pc:chgData name="川名翔太" userId="902a1c22-1104-4fc2-ba41-1ee47f89ed5e" providerId="ADAL" clId="{6D9D2434-35D2-41E8-BBA8-D79ADC5FDCBA}" dt="2025-03-11T07:51:03.082" v="9"/>
        <pc:sldMkLst>
          <pc:docMk/>
          <pc:sldMk cId="3652970849" sldId="748"/>
        </pc:sldMkLst>
      </pc:sldChg>
      <pc:sldChg chg="modSp mod">
        <pc:chgData name="川名翔太" userId="902a1c22-1104-4fc2-ba41-1ee47f89ed5e" providerId="ADAL" clId="{6D9D2434-35D2-41E8-BBA8-D79ADC5FDCBA}" dt="2025-03-12T05:17:50.701" v="24"/>
        <pc:sldMkLst>
          <pc:docMk/>
          <pc:sldMk cId="4276394440" sldId="768"/>
        </pc:sldMkLst>
        <pc:graphicFrameChg chg="mod modGraphic">
          <ac:chgData name="川名翔太" userId="902a1c22-1104-4fc2-ba41-1ee47f89ed5e" providerId="ADAL" clId="{6D9D2434-35D2-41E8-BBA8-D79ADC5FDCBA}" dt="2025-03-12T05:17:50.701" v="24"/>
          <ac:graphicFrameMkLst>
            <pc:docMk/>
            <pc:sldMk cId="4276394440" sldId="768"/>
            <ac:graphicFrameMk id="8" creationId="{00000000-0000-0000-0000-000000000000}"/>
          </ac:graphicFrameMkLst>
        </pc:graphicFrameChg>
      </pc:sldChg>
      <pc:sldChg chg="modSp mod">
        <pc:chgData name="川名翔太" userId="902a1c22-1104-4fc2-ba41-1ee47f89ed5e" providerId="ADAL" clId="{6D9D2434-35D2-41E8-BBA8-D79ADC5FDCBA}" dt="2025-03-12T12:04:31.963" v="443" actId="20577"/>
        <pc:sldMkLst>
          <pc:docMk/>
          <pc:sldMk cId="1343428231" sldId="1095"/>
        </pc:sldMkLst>
      </pc:sldChg>
      <pc:sldChg chg="modSp mod">
        <pc:chgData name="川名翔太" userId="902a1c22-1104-4fc2-ba41-1ee47f89ed5e" providerId="ADAL" clId="{6D9D2434-35D2-41E8-BBA8-D79ADC5FDCBA}" dt="2025-03-12T12:33:31.204" v="943" actId="20577"/>
        <pc:sldMkLst>
          <pc:docMk/>
          <pc:sldMk cId="2513257283" sldId="1096"/>
        </pc:sldMkLst>
        <pc:spChg chg="mod">
          <ac:chgData name="川名翔太" userId="902a1c22-1104-4fc2-ba41-1ee47f89ed5e" providerId="ADAL" clId="{6D9D2434-35D2-41E8-BBA8-D79ADC5FDCBA}" dt="2025-03-12T12:33:31.204" v="943" actId="20577"/>
          <ac:spMkLst>
            <pc:docMk/>
            <pc:sldMk cId="2513257283" sldId="1096"/>
            <ac:spMk id="8" creationId="{6AE8CC45-2A20-B6E7-E20B-802E66F6B3D5}"/>
          </ac:spMkLst>
        </pc:spChg>
      </pc:sldChg>
      <pc:sldChg chg="modSp mod">
        <pc:chgData name="川名翔太" userId="902a1c22-1104-4fc2-ba41-1ee47f89ed5e" providerId="ADAL" clId="{6D9D2434-35D2-41E8-BBA8-D79ADC5FDCBA}" dt="2025-03-12T05:16:06.159" v="19" actId="1076"/>
        <pc:sldMkLst>
          <pc:docMk/>
          <pc:sldMk cId="750407830" sldId="1099"/>
        </pc:sldMkLst>
      </pc:sldChg>
      <pc:sldChg chg="del">
        <pc:chgData name="川名翔太" userId="902a1c22-1104-4fc2-ba41-1ee47f89ed5e" providerId="ADAL" clId="{6D9D2434-35D2-41E8-BBA8-D79ADC5FDCBA}" dt="2025-03-11T07:50:52.201" v="0" actId="2696"/>
        <pc:sldMkLst>
          <pc:docMk/>
          <pc:sldMk cId="258067534" sldId="1113"/>
        </pc:sldMkLst>
      </pc:sldChg>
      <pc:sldChg chg="add">
        <pc:chgData name="川名翔太" userId="902a1c22-1104-4fc2-ba41-1ee47f89ed5e" providerId="ADAL" clId="{6D9D2434-35D2-41E8-BBA8-D79ADC5FDCBA}" dt="2025-03-11T07:50:56.397" v="1"/>
        <pc:sldMkLst>
          <pc:docMk/>
          <pc:sldMk cId="3454037558" sldId="1113"/>
        </pc:sldMkLst>
      </pc:sldChg>
      <pc:sldChg chg="modSp mod">
        <pc:chgData name="川名翔太" userId="902a1c22-1104-4fc2-ba41-1ee47f89ed5e" providerId="ADAL" clId="{6D9D2434-35D2-41E8-BBA8-D79ADC5FDCBA}" dt="2025-03-12T07:48:01.602" v="46" actId="20577"/>
        <pc:sldMkLst>
          <pc:docMk/>
          <pc:sldMk cId="163835638" sldId="1254"/>
        </pc:sldMkLst>
      </pc:sldChg>
      <pc:sldChg chg="modSp mod">
        <pc:chgData name="川名翔太" userId="902a1c22-1104-4fc2-ba41-1ee47f89ed5e" providerId="ADAL" clId="{6D9D2434-35D2-41E8-BBA8-D79ADC5FDCBA}" dt="2025-03-12T07:48:05.206" v="47"/>
        <pc:sldMkLst>
          <pc:docMk/>
          <pc:sldMk cId="2503941574" sldId="1256"/>
        </pc:sldMkLst>
      </pc:sldChg>
      <pc:sldChg chg="modSp mod">
        <pc:chgData name="川名翔太" userId="902a1c22-1104-4fc2-ba41-1ee47f89ed5e" providerId="ADAL" clId="{6D9D2434-35D2-41E8-BBA8-D79ADC5FDCBA}" dt="2025-03-12T08:05:58.457" v="205" actId="20577"/>
        <pc:sldMkLst>
          <pc:docMk/>
          <pc:sldMk cId="3215141346" sldId="1257"/>
        </pc:sldMkLst>
      </pc:sldChg>
    </pc:docChg>
  </pc:docChgLst>
  <pc:docChgLst>
    <pc:chgData name="髙浦祐朗" userId="d6d860fe-bc64-411b-9605-a16d1ba875f6" providerId="ADAL" clId="{1776611A-55D3-4BF0-BFFB-B5F978CA8F0B}"/>
    <pc:docChg chg="undo custSel addSld delSld modSld sldOrd">
      <pc:chgData name="髙浦祐朗" userId="d6d860fe-bc64-411b-9605-a16d1ba875f6" providerId="ADAL" clId="{1776611A-55D3-4BF0-BFFB-B5F978CA8F0B}" dt="2025-06-02T23:22:35.008" v="394" actId="207"/>
      <pc:docMkLst>
        <pc:docMk/>
      </pc:docMkLst>
      <pc:sldChg chg="modSp mod">
        <pc:chgData name="髙浦祐朗" userId="d6d860fe-bc64-411b-9605-a16d1ba875f6" providerId="ADAL" clId="{1776611A-55D3-4BF0-BFFB-B5F978CA8F0B}" dt="2025-06-02T23:08:16.244" v="176" actId="20577"/>
        <pc:sldMkLst>
          <pc:docMk/>
          <pc:sldMk cId="3652970849" sldId="748"/>
        </pc:sldMkLst>
        <pc:spChg chg="mod">
          <ac:chgData name="髙浦祐朗" userId="d6d860fe-bc64-411b-9605-a16d1ba875f6" providerId="ADAL" clId="{1776611A-55D3-4BF0-BFFB-B5F978CA8F0B}" dt="2025-06-02T23:08:16.244" v="176" actId="20577"/>
          <ac:spMkLst>
            <pc:docMk/>
            <pc:sldMk cId="3652970849" sldId="748"/>
            <ac:spMk id="2" creationId="{00000000-0000-0000-0000-000000000000}"/>
          </ac:spMkLst>
        </pc:spChg>
      </pc:sldChg>
      <pc:sldChg chg="addSp delSp modSp mod">
        <pc:chgData name="髙浦祐朗" userId="d6d860fe-bc64-411b-9605-a16d1ba875f6" providerId="ADAL" clId="{1776611A-55D3-4BF0-BFFB-B5F978CA8F0B}" dt="2025-06-02T23:22:35.008" v="394" actId="207"/>
        <pc:sldMkLst>
          <pc:docMk/>
          <pc:sldMk cId="421469706" sldId="1099"/>
        </pc:sldMkLst>
        <pc:spChg chg="mod">
          <ac:chgData name="髙浦祐朗" userId="d6d860fe-bc64-411b-9605-a16d1ba875f6" providerId="ADAL" clId="{1776611A-55D3-4BF0-BFFB-B5F978CA8F0B}" dt="2025-06-02T23:14:51.023" v="212" actId="1076"/>
          <ac:spMkLst>
            <pc:docMk/>
            <pc:sldMk cId="421469706" sldId="1099"/>
            <ac:spMk id="2" creationId="{FBF66C9D-7B8E-C70A-059A-B71FB9ADB8CD}"/>
          </ac:spMkLst>
        </pc:spChg>
        <pc:spChg chg="mod">
          <ac:chgData name="髙浦祐朗" userId="d6d860fe-bc64-411b-9605-a16d1ba875f6" providerId="ADAL" clId="{1776611A-55D3-4BF0-BFFB-B5F978CA8F0B}" dt="2025-06-02T23:17:58.539" v="367" actId="1035"/>
          <ac:spMkLst>
            <pc:docMk/>
            <pc:sldMk cId="421469706" sldId="1099"/>
            <ac:spMk id="5" creationId="{3AFCE336-4F24-3E84-91D4-78A9C5405E9E}"/>
          </ac:spMkLst>
        </pc:spChg>
        <pc:spChg chg="mod">
          <ac:chgData name="髙浦祐朗" userId="d6d860fe-bc64-411b-9605-a16d1ba875f6" providerId="ADAL" clId="{1776611A-55D3-4BF0-BFFB-B5F978CA8F0B}" dt="2025-06-02T23:17:58.539" v="367" actId="1035"/>
          <ac:spMkLst>
            <pc:docMk/>
            <pc:sldMk cId="421469706" sldId="1099"/>
            <ac:spMk id="12" creationId="{58E53524-3E18-214F-E3F8-D81A26FFF872}"/>
          </ac:spMkLst>
        </pc:spChg>
        <pc:spChg chg="mod">
          <ac:chgData name="髙浦祐朗" userId="d6d860fe-bc64-411b-9605-a16d1ba875f6" providerId="ADAL" clId="{1776611A-55D3-4BF0-BFFB-B5F978CA8F0B}" dt="2025-06-02T23:17:58.539" v="367" actId="1035"/>
          <ac:spMkLst>
            <pc:docMk/>
            <pc:sldMk cId="421469706" sldId="1099"/>
            <ac:spMk id="13" creationId="{A3BD0B5C-633F-3B7C-285B-8E75D39D93E1}"/>
          </ac:spMkLst>
        </pc:spChg>
        <pc:spChg chg="mod">
          <ac:chgData name="髙浦祐朗" userId="d6d860fe-bc64-411b-9605-a16d1ba875f6" providerId="ADAL" clId="{1776611A-55D3-4BF0-BFFB-B5F978CA8F0B}" dt="2025-06-02T23:21:50.852" v="392" actId="1076"/>
          <ac:spMkLst>
            <pc:docMk/>
            <pc:sldMk cId="421469706" sldId="1099"/>
            <ac:spMk id="14" creationId="{FFBC16D5-1859-0B08-0A01-44D1D42C74D5}"/>
          </ac:spMkLst>
        </pc:spChg>
        <pc:spChg chg="mod">
          <ac:chgData name="髙浦祐朗" userId="d6d860fe-bc64-411b-9605-a16d1ba875f6" providerId="ADAL" clId="{1776611A-55D3-4BF0-BFFB-B5F978CA8F0B}" dt="2025-06-02T23:17:58.539" v="367" actId="1035"/>
          <ac:spMkLst>
            <pc:docMk/>
            <pc:sldMk cId="421469706" sldId="1099"/>
            <ac:spMk id="20" creationId="{A9CBBE5D-E58A-F03A-653F-AF23B73FFECD}"/>
          </ac:spMkLst>
        </pc:spChg>
        <pc:spChg chg="mod">
          <ac:chgData name="髙浦祐朗" userId="d6d860fe-bc64-411b-9605-a16d1ba875f6" providerId="ADAL" clId="{1776611A-55D3-4BF0-BFFB-B5F978CA8F0B}" dt="2025-06-02T23:16:08.938" v="303" actId="1035"/>
          <ac:spMkLst>
            <pc:docMk/>
            <pc:sldMk cId="421469706" sldId="1099"/>
            <ac:spMk id="24" creationId="{F5887B8E-4E5E-CB13-D5CC-AD90375B68A4}"/>
          </ac:spMkLst>
        </pc:spChg>
        <pc:spChg chg="mod">
          <ac:chgData name="髙浦祐朗" userId="d6d860fe-bc64-411b-9605-a16d1ba875f6" providerId="ADAL" clId="{1776611A-55D3-4BF0-BFFB-B5F978CA8F0B}" dt="2025-06-02T23:17:58.539" v="367" actId="1035"/>
          <ac:spMkLst>
            <pc:docMk/>
            <pc:sldMk cId="421469706" sldId="1099"/>
            <ac:spMk id="25" creationId="{C4E2B8B1-1A61-E82E-096D-278EA4C6FB1B}"/>
          </ac:spMkLst>
        </pc:spChg>
        <pc:spChg chg="mod">
          <ac:chgData name="髙浦祐朗" userId="d6d860fe-bc64-411b-9605-a16d1ba875f6" providerId="ADAL" clId="{1776611A-55D3-4BF0-BFFB-B5F978CA8F0B}" dt="2025-06-02T23:17:58.539" v="367" actId="1035"/>
          <ac:spMkLst>
            <pc:docMk/>
            <pc:sldMk cId="421469706" sldId="1099"/>
            <ac:spMk id="27" creationId="{9A1B1B27-1175-EA10-186B-7E90DB3B74DE}"/>
          </ac:spMkLst>
        </pc:spChg>
        <pc:spChg chg="mod">
          <ac:chgData name="髙浦祐朗" userId="d6d860fe-bc64-411b-9605-a16d1ba875f6" providerId="ADAL" clId="{1776611A-55D3-4BF0-BFFB-B5F978CA8F0B}" dt="2025-06-02T23:17:58.539" v="367" actId="1035"/>
          <ac:spMkLst>
            <pc:docMk/>
            <pc:sldMk cId="421469706" sldId="1099"/>
            <ac:spMk id="29" creationId="{6FCC87C2-B0A3-6E66-CC78-8F3FC6FEC0D7}"/>
          </ac:spMkLst>
        </pc:spChg>
        <pc:spChg chg="add mod">
          <ac:chgData name="髙浦祐朗" userId="d6d860fe-bc64-411b-9605-a16d1ba875f6" providerId="ADAL" clId="{1776611A-55D3-4BF0-BFFB-B5F978CA8F0B}" dt="2025-06-02T23:18:31.591" v="369" actId="1076"/>
          <ac:spMkLst>
            <pc:docMk/>
            <pc:sldMk cId="421469706" sldId="1099"/>
            <ac:spMk id="31" creationId="{D61AA070-48B2-FFFC-7987-68469287CDA9}"/>
          </ac:spMkLst>
        </pc:spChg>
        <pc:spChg chg="mod">
          <ac:chgData name="髙浦祐朗" userId="d6d860fe-bc64-411b-9605-a16d1ba875f6" providerId="ADAL" clId="{1776611A-55D3-4BF0-BFFB-B5F978CA8F0B}" dt="2025-06-02T23:21:13.634" v="390" actId="1076"/>
          <ac:spMkLst>
            <pc:docMk/>
            <pc:sldMk cId="421469706" sldId="1099"/>
            <ac:spMk id="32" creationId="{D2537E50-4F43-9175-12AD-B411A80BCD5C}"/>
          </ac:spMkLst>
        </pc:spChg>
        <pc:spChg chg="add mod">
          <ac:chgData name="髙浦祐朗" userId="d6d860fe-bc64-411b-9605-a16d1ba875f6" providerId="ADAL" clId="{1776611A-55D3-4BF0-BFFB-B5F978CA8F0B}" dt="2025-06-02T23:22:35.008" v="394" actId="207"/>
          <ac:spMkLst>
            <pc:docMk/>
            <pc:sldMk cId="421469706" sldId="1099"/>
            <ac:spMk id="33" creationId="{7710AEF8-5BDF-1B08-8A9D-06479FF6EDCC}"/>
          </ac:spMkLst>
        </pc:spChg>
        <pc:spChg chg="add mod">
          <ac:chgData name="髙浦祐朗" userId="d6d860fe-bc64-411b-9605-a16d1ba875f6" providerId="ADAL" clId="{1776611A-55D3-4BF0-BFFB-B5F978CA8F0B}" dt="2025-06-02T23:19:43.433" v="378" actId="1076"/>
          <ac:spMkLst>
            <pc:docMk/>
            <pc:sldMk cId="421469706" sldId="1099"/>
            <ac:spMk id="34" creationId="{D113FC43-E524-3587-47BF-8E2381D62A6D}"/>
          </ac:spMkLst>
        </pc:spChg>
        <pc:spChg chg="add mod">
          <ac:chgData name="髙浦祐朗" userId="d6d860fe-bc64-411b-9605-a16d1ba875f6" providerId="ADAL" clId="{1776611A-55D3-4BF0-BFFB-B5F978CA8F0B}" dt="2025-06-02T23:19:43.433" v="378" actId="1076"/>
          <ac:spMkLst>
            <pc:docMk/>
            <pc:sldMk cId="421469706" sldId="1099"/>
            <ac:spMk id="37" creationId="{67D83C73-B40E-4C31-0FCB-545779FB6163}"/>
          </ac:spMkLst>
        </pc:spChg>
        <pc:spChg chg="add mod">
          <ac:chgData name="髙浦祐朗" userId="d6d860fe-bc64-411b-9605-a16d1ba875f6" providerId="ADAL" clId="{1776611A-55D3-4BF0-BFFB-B5F978CA8F0B}" dt="2025-06-02T23:18:37.284" v="370" actId="1076"/>
          <ac:spMkLst>
            <pc:docMk/>
            <pc:sldMk cId="421469706" sldId="1099"/>
            <ac:spMk id="38" creationId="{96E92E26-508F-BB37-A00E-817A4BE1F8E8}"/>
          </ac:spMkLst>
        </pc:spChg>
        <pc:spChg chg="mod">
          <ac:chgData name="髙浦祐朗" userId="d6d860fe-bc64-411b-9605-a16d1ba875f6" providerId="ADAL" clId="{1776611A-55D3-4BF0-BFFB-B5F978CA8F0B}" dt="2025-06-02T23:16:08.938" v="303" actId="1035"/>
          <ac:spMkLst>
            <pc:docMk/>
            <pc:sldMk cId="421469706" sldId="1099"/>
            <ac:spMk id="39" creationId="{BE794BC6-EB53-3AAA-445E-3DC0858905D6}"/>
          </ac:spMkLst>
        </pc:spChg>
        <pc:spChg chg="mod">
          <ac:chgData name="髙浦祐朗" userId="d6d860fe-bc64-411b-9605-a16d1ba875f6" providerId="ADAL" clId="{1776611A-55D3-4BF0-BFFB-B5F978CA8F0B}" dt="2025-06-02T23:16:08.938" v="303" actId="1035"/>
          <ac:spMkLst>
            <pc:docMk/>
            <pc:sldMk cId="421469706" sldId="1099"/>
            <ac:spMk id="40" creationId="{6CD68CD5-0065-0C9A-941A-94E15CBF3546}"/>
          </ac:spMkLst>
        </pc:spChg>
        <pc:spChg chg="add mod">
          <ac:chgData name="髙浦祐朗" userId="d6d860fe-bc64-411b-9605-a16d1ba875f6" providerId="ADAL" clId="{1776611A-55D3-4BF0-BFFB-B5F978CA8F0B}" dt="2025-06-02T23:20:53.584" v="385"/>
          <ac:spMkLst>
            <pc:docMk/>
            <pc:sldMk cId="421469706" sldId="1099"/>
            <ac:spMk id="41" creationId="{452B7346-FF6A-B10B-9DAF-A917FF3CB9E4}"/>
          </ac:spMkLst>
        </pc:spChg>
        <pc:spChg chg="add mod">
          <ac:chgData name="髙浦祐朗" userId="d6d860fe-bc64-411b-9605-a16d1ba875f6" providerId="ADAL" clId="{1776611A-55D3-4BF0-BFFB-B5F978CA8F0B}" dt="2025-06-02T23:22:35.008" v="394" actId="207"/>
          <ac:spMkLst>
            <pc:docMk/>
            <pc:sldMk cId="421469706" sldId="1099"/>
            <ac:spMk id="43" creationId="{3C9E3919-8716-BBF8-2755-F919E578F79A}"/>
          </ac:spMkLst>
        </pc:spChg>
        <pc:spChg chg="add mod">
          <ac:chgData name="髙浦祐朗" userId="d6d860fe-bc64-411b-9605-a16d1ba875f6" providerId="ADAL" clId="{1776611A-55D3-4BF0-BFFB-B5F978CA8F0B}" dt="2025-06-02T23:22:35.008" v="394" actId="207"/>
          <ac:spMkLst>
            <pc:docMk/>
            <pc:sldMk cId="421469706" sldId="1099"/>
            <ac:spMk id="45" creationId="{F0EF75A2-F380-E1EA-7E23-0C53A8738016}"/>
          </ac:spMkLst>
        </pc:spChg>
        <pc:spChg chg="add mod">
          <ac:chgData name="髙浦祐朗" userId="d6d860fe-bc64-411b-9605-a16d1ba875f6" providerId="ADAL" clId="{1776611A-55D3-4BF0-BFFB-B5F978CA8F0B}" dt="2025-06-02T23:21:45.416" v="391" actId="1076"/>
          <ac:spMkLst>
            <pc:docMk/>
            <pc:sldMk cId="421469706" sldId="1099"/>
            <ac:spMk id="47" creationId="{93FCF73D-AC56-182D-5A77-501DB1A5B450}"/>
          </ac:spMkLst>
        </pc:spChg>
        <pc:spChg chg="mod">
          <ac:chgData name="髙浦祐朗" userId="d6d860fe-bc64-411b-9605-a16d1ba875f6" providerId="ADAL" clId="{1776611A-55D3-4BF0-BFFB-B5F978CA8F0B}" dt="2025-06-02T23:16:08.938" v="303" actId="1035"/>
          <ac:spMkLst>
            <pc:docMk/>
            <pc:sldMk cId="421469706" sldId="1099"/>
            <ac:spMk id="49" creationId="{5F6F8CEF-FF21-DCDB-6DCD-C2AA6A8BFCA1}"/>
          </ac:spMkLst>
        </pc:spChg>
        <pc:grpChg chg="mod">
          <ac:chgData name="髙浦祐朗" userId="d6d860fe-bc64-411b-9605-a16d1ba875f6" providerId="ADAL" clId="{1776611A-55D3-4BF0-BFFB-B5F978CA8F0B}" dt="2025-06-02T23:14:58.648" v="213" actId="1076"/>
          <ac:grpSpMkLst>
            <pc:docMk/>
            <pc:sldMk cId="421469706" sldId="1099"/>
            <ac:grpSpMk id="15" creationId="{5DC777E2-F40B-0283-B3C8-FAF7F8F84C5A}"/>
          </ac:grpSpMkLst>
        </pc:grpChg>
        <pc:graphicFrameChg chg="mod">
          <ac:chgData name="髙浦祐朗" userId="d6d860fe-bc64-411b-9605-a16d1ba875f6" providerId="ADAL" clId="{1776611A-55D3-4BF0-BFFB-B5F978CA8F0B}" dt="2025-06-02T23:17:58.539" v="367" actId="1035"/>
          <ac:graphicFrameMkLst>
            <pc:docMk/>
            <pc:sldMk cId="421469706" sldId="1099"/>
            <ac:graphicFrameMk id="7" creationId="{40425F0B-7978-1852-2DF3-F182D07E5483}"/>
          </ac:graphicFrameMkLst>
        </pc:graphicFrameChg>
        <pc:graphicFrameChg chg="mod modGraphic">
          <ac:chgData name="髙浦祐朗" userId="d6d860fe-bc64-411b-9605-a16d1ba875f6" providerId="ADAL" clId="{1776611A-55D3-4BF0-BFFB-B5F978CA8F0B}" dt="2025-06-02T23:17:29.735" v="334"/>
          <ac:graphicFrameMkLst>
            <pc:docMk/>
            <pc:sldMk cId="421469706" sldId="1099"/>
            <ac:graphicFrameMk id="9" creationId="{64E36980-A300-D1AD-F1B8-CF0CE5068A0E}"/>
          </ac:graphicFrameMkLst>
        </pc:graphicFrameChg>
        <pc:graphicFrameChg chg="mod">
          <ac:chgData name="髙浦祐朗" userId="d6d860fe-bc64-411b-9605-a16d1ba875f6" providerId="ADAL" clId="{1776611A-55D3-4BF0-BFFB-B5F978CA8F0B}" dt="2025-06-02T23:17:58.539" v="367" actId="1035"/>
          <ac:graphicFrameMkLst>
            <pc:docMk/>
            <pc:sldMk cId="421469706" sldId="1099"/>
            <ac:graphicFrameMk id="21" creationId="{F0103D76-E5FB-DA88-49A0-997C19C3E328}"/>
          </ac:graphicFrameMkLst>
        </pc:graphicFrameChg>
        <pc:graphicFrameChg chg="mod modGraphic">
          <ac:chgData name="髙浦祐朗" userId="d6d860fe-bc64-411b-9605-a16d1ba875f6" providerId="ADAL" clId="{1776611A-55D3-4BF0-BFFB-B5F978CA8F0B}" dt="2025-06-02T22:26:08.183" v="1" actId="14100"/>
          <ac:graphicFrameMkLst>
            <pc:docMk/>
            <pc:sldMk cId="421469706" sldId="1099"/>
            <ac:graphicFrameMk id="42" creationId="{36E68966-5D4C-2A50-9DAB-C9EC84BE5859}"/>
          </ac:graphicFrameMkLst>
        </pc:graphicFrameChg>
        <pc:graphicFrameChg chg="mod">
          <ac:chgData name="髙浦祐朗" userId="d6d860fe-bc64-411b-9605-a16d1ba875f6" providerId="ADAL" clId="{1776611A-55D3-4BF0-BFFB-B5F978CA8F0B}" dt="2025-06-02T23:17:58.539" v="367" actId="1035"/>
          <ac:graphicFrameMkLst>
            <pc:docMk/>
            <pc:sldMk cId="421469706" sldId="1099"/>
            <ac:graphicFrameMk id="52" creationId="{E0D51858-26E2-A83B-AA49-4F369A7F5E57}"/>
          </ac:graphicFrameMkLst>
        </pc:graphicFrameChg>
        <pc:cxnChg chg="mod">
          <ac:chgData name="髙浦祐朗" userId="d6d860fe-bc64-411b-9605-a16d1ba875f6" providerId="ADAL" clId="{1776611A-55D3-4BF0-BFFB-B5F978CA8F0B}" dt="2025-06-02T23:16:08.938" v="303" actId="1035"/>
          <ac:cxnSpMkLst>
            <pc:docMk/>
            <pc:sldMk cId="421469706" sldId="1099"/>
            <ac:cxnSpMk id="30" creationId="{EA5A12D4-D7B1-1653-CEF3-A4818C836D76}"/>
          </ac:cxnSpMkLst>
        </pc:cxnChg>
        <pc:cxnChg chg="mod">
          <ac:chgData name="髙浦祐朗" userId="d6d860fe-bc64-411b-9605-a16d1ba875f6" providerId="ADAL" clId="{1776611A-55D3-4BF0-BFFB-B5F978CA8F0B}" dt="2025-06-02T23:16:08.938" v="303" actId="1035"/>
          <ac:cxnSpMkLst>
            <pc:docMk/>
            <pc:sldMk cId="421469706" sldId="1099"/>
            <ac:cxnSpMk id="44" creationId="{C1618CE8-D021-AFDC-7AB6-68DD2FF38DE2}"/>
          </ac:cxnSpMkLst>
        </pc:cxnChg>
        <pc:cxnChg chg="mod">
          <ac:chgData name="髙浦祐朗" userId="d6d860fe-bc64-411b-9605-a16d1ba875f6" providerId="ADAL" clId="{1776611A-55D3-4BF0-BFFB-B5F978CA8F0B}" dt="2025-06-02T23:16:08.938" v="303" actId="1035"/>
          <ac:cxnSpMkLst>
            <pc:docMk/>
            <pc:sldMk cId="421469706" sldId="1099"/>
            <ac:cxnSpMk id="46" creationId="{4944E78B-45D3-D252-A30B-4EE3B9D76DCF}"/>
          </ac:cxnSpMkLst>
        </pc:cxnChg>
        <pc:cxnChg chg="mod">
          <ac:chgData name="髙浦祐朗" userId="d6d860fe-bc64-411b-9605-a16d1ba875f6" providerId="ADAL" clId="{1776611A-55D3-4BF0-BFFB-B5F978CA8F0B}" dt="2025-06-02T23:16:08.938" v="303" actId="1035"/>
          <ac:cxnSpMkLst>
            <pc:docMk/>
            <pc:sldMk cId="421469706" sldId="1099"/>
            <ac:cxnSpMk id="50" creationId="{939C843D-2297-233C-4F61-4627CB4DF4BD}"/>
          </ac:cxnSpMkLst>
        </pc:cxnChg>
      </pc:sldChg>
      <pc:sldChg chg="delSp modSp mod">
        <pc:chgData name="髙浦祐朗" userId="d6d860fe-bc64-411b-9605-a16d1ba875f6" providerId="ADAL" clId="{1776611A-55D3-4BF0-BFFB-B5F978CA8F0B}" dt="2025-06-02T23:13:47.486" v="207" actId="14100"/>
        <pc:sldMkLst>
          <pc:docMk/>
          <pc:sldMk cId="3703131428" sldId="1102"/>
        </pc:sldMkLst>
        <pc:spChg chg="mod">
          <ac:chgData name="髙浦祐朗" userId="d6d860fe-bc64-411b-9605-a16d1ba875f6" providerId="ADAL" clId="{1776611A-55D3-4BF0-BFFB-B5F978CA8F0B}" dt="2025-06-02T22:29:51.361" v="19" actId="20577"/>
          <ac:spMkLst>
            <pc:docMk/>
            <pc:sldMk cId="3703131428" sldId="1102"/>
            <ac:spMk id="2" creationId="{2CBA065B-2F8B-F0D5-5B04-79E2FD7160BB}"/>
          </ac:spMkLst>
        </pc:spChg>
        <pc:spChg chg="mod">
          <ac:chgData name="髙浦祐朗" userId="d6d860fe-bc64-411b-9605-a16d1ba875f6" providerId="ADAL" clId="{1776611A-55D3-4BF0-BFFB-B5F978CA8F0B}" dt="2025-06-02T23:13:37.344" v="205" actId="14100"/>
          <ac:spMkLst>
            <pc:docMk/>
            <pc:sldMk cId="3703131428" sldId="1102"/>
            <ac:spMk id="5" creationId="{818E4531-6F08-35E2-E87B-952122EB802E}"/>
          </ac:spMkLst>
        </pc:spChg>
        <pc:spChg chg="mod">
          <ac:chgData name="髙浦祐朗" userId="d6d860fe-bc64-411b-9605-a16d1ba875f6" providerId="ADAL" clId="{1776611A-55D3-4BF0-BFFB-B5F978CA8F0B}" dt="2025-06-02T23:13:47.486" v="207" actId="14100"/>
          <ac:spMkLst>
            <pc:docMk/>
            <pc:sldMk cId="3703131428" sldId="1102"/>
            <ac:spMk id="6" creationId="{BD6D7470-DE1C-A376-DD4E-AD952ACE06DB}"/>
          </ac:spMkLst>
        </pc:spChg>
        <pc:spChg chg="mod">
          <ac:chgData name="髙浦祐朗" userId="d6d860fe-bc64-411b-9605-a16d1ba875f6" providerId="ADAL" clId="{1776611A-55D3-4BF0-BFFB-B5F978CA8F0B}" dt="2025-06-02T22:29:29.994" v="17" actId="20577"/>
          <ac:spMkLst>
            <pc:docMk/>
            <pc:sldMk cId="3703131428" sldId="1102"/>
            <ac:spMk id="82" creationId="{7011170F-99B2-45A0-5B70-3BA6915D24FC}"/>
          </ac:spMkLst>
        </pc:spChg>
        <pc:grpChg chg="mod">
          <ac:chgData name="髙浦祐朗" userId="d6d860fe-bc64-411b-9605-a16d1ba875f6" providerId="ADAL" clId="{1776611A-55D3-4BF0-BFFB-B5F978CA8F0B}" dt="2025-06-02T23:13:07.872" v="199" actId="14100"/>
          <ac:grpSpMkLst>
            <pc:docMk/>
            <pc:sldMk cId="3703131428" sldId="1102"/>
            <ac:grpSpMk id="3" creationId="{96FB4407-8A1B-CAC8-091C-3D05A408BAE3}"/>
          </ac:grpSpMkLst>
        </pc:grpChg>
      </pc:sldChg>
      <pc:sldChg chg="modSp mod">
        <pc:chgData name="髙浦祐朗" userId="d6d860fe-bc64-411b-9605-a16d1ba875f6" providerId="ADAL" clId="{1776611A-55D3-4BF0-BFFB-B5F978CA8F0B}" dt="2025-06-02T23:05:12.325" v="164" actId="20577"/>
        <pc:sldMkLst>
          <pc:docMk/>
          <pc:sldMk cId="33298405" sldId="1260"/>
        </pc:sldMkLst>
        <pc:spChg chg="mod">
          <ac:chgData name="髙浦祐朗" userId="d6d860fe-bc64-411b-9605-a16d1ba875f6" providerId="ADAL" clId="{1776611A-55D3-4BF0-BFFB-B5F978CA8F0B}" dt="2025-06-02T23:05:12.325" v="164" actId="20577"/>
          <ac:spMkLst>
            <pc:docMk/>
            <pc:sldMk cId="33298405" sldId="1260"/>
            <ac:spMk id="2" creationId="{85F81390-A44E-CCDA-DCDF-286F47E61DA2}"/>
          </ac:spMkLst>
        </pc:spChg>
      </pc:sldChg>
      <pc:sldChg chg="addSp delSp modSp mod">
        <pc:chgData name="髙浦祐朗" userId="d6d860fe-bc64-411b-9605-a16d1ba875f6" providerId="ADAL" clId="{1776611A-55D3-4BF0-BFFB-B5F978CA8F0B}" dt="2025-06-02T22:48:46.819" v="47" actId="20577"/>
        <pc:sldMkLst>
          <pc:docMk/>
          <pc:sldMk cId="449921474" sldId="1262"/>
        </pc:sldMkLst>
        <pc:spChg chg="mod">
          <ac:chgData name="髙浦祐朗" userId="d6d860fe-bc64-411b-9605-a16d1ba875f6" providerId="ADAL" clId="{1776611A-55D3-4BF0-BFFB-B5F978CA8F0B}" dt="2025-06-02T22:48:46.819" v="47" actId="20577"/>
          <ac:spMkLst>
            <pc:docMk/>
            <pc:sldMk cId="449921474" sldId="1262"/>
            <ac:spMk id="2" creationId="{71F128C7-1744-1092-FCB7-340BFA8674B9}"/>
          </ac:spMkLst>
        </pc:spChg>
        <pc:spChg chg="add mod">
          <ac:chgData name="髙浦祐朗" userId="d6d860fe-bc64-411b-9605-a16d1ba875f6" providerId="ADAL" clId="{1776611A-55D3-4BF0-BFFB-B5F978CA8F0B}" dt="2025-06-02T22:48:31.931" v="41"/>
          <ac:spMkLst>
            <pc:docMk/>
            <pc:sldMk cId="449921474" sldId="1262"/>
            <ac:spMk id="7" creationId="{05C33CA4-FA3D-49AB-D2AF-81E960F3C43C}"/>
          </ac:spMkLst>
        </pc:spChg>
        <pc:spChg chg="add mod">
          <ac:chgData name="髙浦祐朗" userId="d6d860fe-bc64-411b-9605-a16d1ba875f6" providerId="ADAL" clId="{1776611A-55D3-4BF0-BFFB-B5F978CA8F0B}" dt="2025-06-02T22:48:31.931" v="41"/>
          <ac:spMkLst>
            <pc:docMk/>
            <pc:sldMk cId="449921474" sldId="1262"/>
            <ac:spMk id="8" creationId="{B6E7E130-71A4-243F-CDEF-4325FA41E596}"/>
          </ac:spMkLst>
        </pc:spChg>
        <pc:spChg chg="mod">
          <ac:chgData name="髙浦祐朗" userId="d6d860fe-bc64-411b-9605-a16d1ba875f6" providerId="ADAL" clId="{1776611A-55D3-4BF0-BFFB-B5F978CA8F0B}" dt="2025-06-02T22:48:31.931" v="41"/>
          <ac:spMkLst>
            <pc:docMk/>
            <pc:sldMk cId="449921474" sldId="1262"/>
            <ac:spMk id="13" creationId="{A38090F9-B794-F08D-DD1C-9AEABF463CCC}"/>
          </ac:spMkLst>
        </pc:spChg>
        <pc:spChg chg="mod">
          <ac:chgData name="髙浦祐朗" userId="d6d860fe-bc64-411b-9605-a16d1ba875f6" providerId="ADAL" clId="{1776611A-55D3-4BF0-BFFB-B5F978CA8F0B}" dt="2025-06-02T22:48:31.931" v="41"/>
          <ac:spMkLst>
            <pc:docMk/>
            <pc:sldMk cId="449921474" sldId="1262"/>
            <ac:spMk id="22" creationId="{9E1D059F-22ED-A36A-D522-F0E475D07E74}"/>
          </ac:spMkLst>
        </pc:spChg>
        <pc:spChg chg="mod">
          <ac:chgData name="髙浦祐朗" userId="d6d860fe-bc64-411b-9605-a16d1ba875f6" providerId="ADAL" clId="{1776611A-55D3-4BF0-BFFB-B5F978CA8F0B}" dt="2025-06-02T22:48:31.931" v="41"/>
          <ac:spMkLst>
            <pc:docMk/>
            <pc:sldMk cId="449921474" sldId="1262"/>
            <ac:spMk id="23" creationId="{EE10FC91-30B2-3664-DCA3-9A6BA8B1597F}"/>
          </ac:spMkLst>
        </pc:spChg>
        <pc:spChg chg="mod">
          <ac:chgData name="髙浦祐朗" userId="d6d860fe-bc64-411b-9605-a16d1ba875f6" providerId="ADAL" clId="{1776611A-55D3-4BF0-BFFB-B5F978CA8F0B}" dt="2025-06-02T22:48:31.931" v="41"/>
          <ac:spMkLst>
            <pc:docMk/>
            <pc:sldMk cId="449921474" sldId="1262"/>
            <ac:spMk id="24" creationId="{23E6F165-F299-2430-C422-2E67CA8DDC54}"/>
          </ac:spMkLst>
        </pc:spChg>
        <pc:spChg chg="mod">
          <ac:chgData name="髙浦祐朗" userId="d6d860fe-bc64-411b-9605-a16d1ba875f6" providerId="ADAL" clId="{1776611A-55D3-4BF0-BFFB-B5F978CA8F0B}" dt="2025-06-02T22:48:31.931" v="41"/>
          <ac:spMkLst>
            <pc:docMk/>
            <pc:sldMk cId="449921474" sldId="1262"/>
            <ac:spMk id="28" creationId="{E1C3F7B8-4DBE-CA8C-E47A-C639497DF160}"/>
          </ac:spMkLst>
        </pc:spChg>
        <pc:spChg chg="mod">
          <ac:chgData name="髙浦祐朗" userId="d6d860fe-bc64-411b-9605-a16d1ba875f6" providerId="ADAL" clId="{1776611A-55D3-4BF0-BFFB-B5F978CA8F0B}" dt="2025-06-02T22:48:31.931" v="41"/>
          <ac:spMkLst>
            <pc:docMk/>
            <pc:sldMk cId="449921474" sldId="1262"/>
            <ac:spMk id="35" creationId="{448A885B-2DE7-A7E8-1DD2-CD2DBDCEF47F}"/>
          </ac:spMkLst>
        </pc:spChg>
      </pc:sldChg>
      <pc:sldChg chg="modSp mod">
        <pc:chgData name="髙浦祐朗" userId="d6d860fe-bc64-411b-9605-a16d1ba875f6" providerId="ADAL" clId="{1776611A-55D3-4BF0-BFFB-B5F978CA8F0B}" dt="2025-06-02T23:08:52.313" v="180" actId="20577"/>
        <pc:sldMkLst>
          <pc:docMk/>
          <pc:sldMk cId="2698353520" sldId="1263"/>
        </pc:sldMkLst>
      </pc:sldChg>
      <pc:sldChg chg="modSp mod">
        <pc:chgData name="髙浦祐朗" userId="d6d860fe-bc64-411b-9605-a16d1ba875f6" providerId="ADAL" clId="{1776611A-55D3-4BF0-BFFB-B5F978CA8F0B}" dt="2025-06-02T22:41:17.593" v="37" actId="14100"/>
        <pc:sldMkLst>
          <pc:docMk/>
          <pc:sldMk cId="3471225879" sldId="1264"/>
        </pc:sldMkLst>
        <pc:spChg chg="mod">
          <ac:chgData name="髙浦祐朗" userId="d6d860fe-bc64-411b-9605-a16d1ba875f6" providerId="ADAL" clId="{1776611A-55D3-4BF0-BFFB-B5F978CA8F0B}" dt="2025-06-02T22:41:17.593" v="37" actId="14100"/>
          <ac:spMkLst>
            <pc:docMk/>
            <pc:sldMk cId="3471225879" sldId="1264"/>
            <ac:spMk id="9" creationId="{C656807D-A3D3-14BC-B582-3F4B55A32989}"/>
          </ac:spMkLst>
        </pc:spChg>
      </pc:sldChg>
      <pc:sldChg chg="modSp mod ord">
        <pc:chgData name="髙浦祐朗" userId="d6d860fe-bc64-411b-9605-a16d1ba875f6" providerId="ADAL" clId="{1776611A-55D3-4BF0-BFFB-B5F978CA8F0B}" dt="2025-06-02T23:05:02.484" v="161" actId="20577"/>
        <pc:sldMkLst>
          <pc:docMk/>
          <pc:sldMk cId="3034686059" sldId="1266"/>
        </pc:sldMkLst>
        <pc:spChg chg="mod">
          <ac:chgData name="髙浦祐朗" userId="d6d860fe-bc64-411b-9605-a16d1ba875f6" providerId="ADAL" clId="{1776611A-55D3-4BF0-BFFB-B5F978CA8F0B}" dt="2025-06-02T23:05:02.484" v="161" actId="20577"/>
          <ac:spMkLst>
            <pc:docMk/>
            <pc:sldMk cId="3034686059" sldId="1266"/>
            <ac:spMk id="2" creationId="{9F438DDC-6CC3-D2FB-845B-47FB5DD6AFDA}"/>
          </ac:spMkLst>
        </pc:spChg>
      </pc:sldChg>
      <pc:sldChg chg="modSp mod">
        <pc:chgData name="髙浦祐朗" userId="d6d860fe-bc64-411b-9605-a16d1ba875f6" providerId="ADAL" clId="{1776611A-55D3-4BF0-BFFB-B5F978CA8F0B}" dt="2025-06-02T23:10:02.324" v="189" actId="20577"/>
        <pc:sldMkLst>
          <pc:docMk/>
          <pc:sldMk cId="3200022117" sldId="1268"/>
        </pc:sldMkLst>
        <pc:spChg chg="mod">
          <ac:chgData name="髙浦祐朗" userId="d6d860fe-bc64-411b-9605-a16d1ba875f6" providerId="ADAL" clId="{1776611A-55D3-4BF0-BFFB-B5F978CA8F0B}" dt="2025-06-02T23:10:02.324" v="189" actId="20577"/>
          <ac:spMkLst>
            <pc:docMk/>
            <pc:sldMk cId="3200022117" sldId="1268"/>
            <ac:spMk id="2" creationId="{1B648F7D-D578-7FB0-AA31-AB55F9D40891}"/>
          </ac:spMkLst>
        </pc:spChg>
      </pc:sldChg>
      <pc:sldChg chg="modSp mod">
        <pc:chgData name="髙浦祐朗" userId="d6d860fe-bc64-411b-9605-a16d1ba875f6" providerId="ADAL" clId="{1776611A-55D3-4BF0-BFFB-B5F978CA8F0B}" dt="2025-06-02T23:08:08.489" v="173" actId="20577"/>
        <pc:sldMkLst>
          <pc:docMk/>
          <pc:sldMk cId="2179318570" sldId="1270"/>
        </pc:sldMkLst>
        <pc:spChg chg="mod">
          <ac:chgData name="髙浦祐朗" userId="d6d860fe-bc64-411b-9605-a16d1ba875f6" providerId="ADAL" clId="{1776611A-55D3-4BF0-BFFB-B5F978CA8F0B}" dt="2025-06-02T23:08:08.489" v="173" actId="20577"/>
          <ac:spMkLst>
            <pc:docMk/>
            <pc:sldMk cId="2179318570" sldId="1270"/>
            <ac:spMk id="2" creationId="{C556D6F1-F820-D59C-0A5E-DC6CF03C3B8F}"/>
          </ac:spMkLst>
        </pc:spChg>
      </pc:sldChg>
      <pc:sldChg chg="modSp mod ord">
        <pc:chgData name="髙浦祐朗" userId="d6d860fe-bc64-411b-9605-a16d1ba875f6" providerId="ADAL" clId="{1776611A-55D3-4BF0-BFFB-B5F978CA8F0B}" dt="2025-06-02T23:08:02.418" v="170" actId="20577"/>
        <pc:sldMkLst>
          <pc:docMk/>
          <pc:sldMk cId="3332083236" sldId="1271"/>
        </pc:sldMkLst>
        <pc:spChg chg="mod">
          <ac:chgData name="髙浦祐朗" userId="d6d860fe-bc64-411b-9605-a16d1ba875f6" providerId="ADAL" clId="{1776611A-55D3-4BF0-BFFB-B5F978CA8F0B}" dt="2025-06-02T23:08:02.418" v="170" actId="20577"/>
          <ac:spMkLst>
            <pc:docMk/>
            <pc:sldMk cId="3332083236" sldId="1271"/>
            <ac:spMk id="2" creationId="{955FB33A-61FC-E7A5-2731-26104C1C5873}"/>
          </ac:spMkLst>
        </pc:spChg>
      </pc:sldChg>
      <pc:sldChg chg="del mod modShow">
        <pc:chgData name="髙浦祐朗" userId="d6d860fe-bc64-411b-9605-a16d1ba875f6" providerId="ADAL" clId="{1776611A-55D3-4BF0-BFFB-B5F978CA8F0B}" dt="2025-06-02T23:04:38.035" v="158" actId="2696"/>
        <pc:sldMkLst>
          <pc:docMk/>
          <pc:sldMk cId="1498941194" sldId="1273"/>
        </pc:sldMkLst>
      </pc:sldChg>
      <pc:sldChg chg="modSp mod">
        <pc:chgData name="髙浦祐朗" userId="d6d860fe-bc64-411b-9605-a16d1ba875f6" providerId="ADAL" clId="{1776611A-55D3-4BF0-BFFB-B5F978CA8F0B}" dt="2025-06-02T23:10:06.372" v="192" actId="20577"/>
        <pc:sldMkLst>
          <pc:docMk/>
          <pc:sldMk cId="4111594547" sldId="1275"/>
        </pc:sldMkLst>
        <pc:spChg chg="mod">
          <ac:chgData name="髙浦祐朗" userId="d6d860fe-bc64-411b-9605-a16d1ba875f6" providerId="ADAL" clId="{1776611A-55D3-4BF0-BFFB-B5F978CA8F0B}" dt="2025-06-02T23:10:06.372" v="192" actId="20577"/>
          <ac:spMkLst>
            <pc:docMk/>
            <pc:sldMk cId="4111594547" sldId="1275"/>
            <ac:spMk id="2" creationId="{E3738C48-8417-8D8F-C0E0-3793B482F6FB}"/>
          </ac:spMkLst>
        </pc:spChg>
      </pc:sldChg>
      <pc:sldChg chg="modSp add mod">
        <pc:chgData name="髙浦祐朗" userId="d6d860fe-bc64-411b-9605-a16d1ba875f6" providerId="ADAL" clId="{1776611A-55D3-4BF0-BFFB-B5F978CA8F0B}" dt="2025-06-02T23:08:47.361" v="179" actId="20577"/>
        <pc:sldMkLst>
          <pc:docMk/>
          <pc:sldMk cId="1386660675" sldId="1278"/>
        </pc:sldMkLst>
        <pc:spChg chg="mod">
          <ac:chgData name="髙浦祐朗" userId="d6d860fe-bc64-411b-9605-a16d1ba875f6" providerId="ADAL" clId="{1776611A-55D3-4BF0-BFFB-B5F978CA8F0B}" dt="2025-06-02T23:08:47.361" v="179" actId="20577"/>
          <ac:spMkLst>
            <pc:docMk/>
            <pc:sldMk cId="1386660675" sldId="1278"/>
            <ac:spMk id="2" creationId="{FA3EA09D-8B92-4168-E6F2-666F5B640DCA}"/>
          </ac:spMkLst>
        </pc:spChg>
      </pc:sldChg>
      <pc:sldChg chg="addSp delSp modSp add mod">
        <pc:chgData name="髙浦祐朗" userId="d6d860fe-bc64-411b-9605-a16d1ba875f6" providerId="ADAL" clId="{1776611A-55D3-4BF0-BFFB-B5F978CA8F0B}" dt="2025-06-02T23:08:55.204" v="181" actId="20577"/>
        <pc:sldMkLst>
          <pc:docMk/>
          <pc:sldMk cId="3043802900" sldId="1279"/>
        </pc:sldMkLst>
        <pc:spChg chg="mod">
          <ac:chgData name="髙浦祐朗" userId="d6d860fe-bc64-411b-9605-a16d1ba875f6" providerId="ADAL" clId="{1776611A-55D3-4BF0-BFFB-B5F978CA8F0B}" dt="2025-06-02T23:08:55.204" v="181" actId="20577"/>
          <ac:spMkLst>
            <pc:docMk/>
            <pc:sldMk cId="3043802900" sldId="1279"/>
            <ac:spMk id="2" creationId="{B8A63786-D3E4-8CEC-D8C5-B8127CDA6ABA}"/>
          </ac:spMkLst>
        </pc:spChg>
        <pc:spChg chg="add mod">
          <ac:chgData name="髙浦祐朗" userId="d6d860fe-bc64-411b-9605-a16d1ba875f6" providerId="ADAL" clId="{1776611A-55D3-4BF0-BFFB-B5F978CA8F0B}" dt="2025-06-02T22:55:17.861" v="52"/>
          <ac:spMkLst>
            <pc:docMk/>
            <pc:sldMk cId="3043802900" sldId="1279"/>
            <ac:spMk id="7" creationId="{9C6AFBDE-553B-580B-9865-4CFDB141B871}"/>
          </ac:spMkLst>
        </pc:spChg>
        <pc:spChg chg="add mod">
          <ac:chgData name="髙浦祐朗" userId="d6d860fe-bc64-411b-9605-a16d1ba875f6" providerId="ADAL" clId="{1776611A-55D3-4BF0-BFFB-B5F978CA8F0B}" dt="2025-06-02T22:55:17.861" v="52"/>
          <ac:spMkLst>
            <pc:docMk/>
            <pc:sldMk cId="3043802900" sldId="1279"/>
            <ac:spMk id="8" creationId="{DF368951-E6BC-0D61-A592-9C22E9BFC1E0}"/>
          </ac:spMkLst>
        </pc:spChg>
        <pc:spChg chg="add mod">
          <ac:chgData name="髙浦祐朗" userId="d6d860fe-bc64-411b-9605-a16d1ba875f6" providerId="ADAL" clId="{1776611A-55D3-4BF0-BFFB-B5F978CA8F0B}" dt="2025-06-02T22:55:17.861" v="52"/>
          <ac:spMkLst>
            <pc:docMk/>
            <pc:sldMk cId="3043802900" sldId="1279"/>
            <ac:spMk id="10" creationId="{C5B716BB-1D91-3DEC-2B78-CB118A7BAC35}"/>
          </ac:spMkLst>
        </pc:spChg>
        <pc:spChg chg="add mod">
          <ac:chgData name="髙浦祐朗" userId="d6d860fe-bc64-411b-9605-a16d1ba875f6" providerId="ADAL" clId="{1776611A-55D3-4BF0-BFFB-B5F978CA8F0B}" dt="2025-06-02T22:55:17.861" v="52"/>
          <ac:spMkLst>
            <pc:docMk/>
            <pc:sldMk cId="3043802900" sldId="1279"/>
            <ac:spMk id="11" creationId="{8DBE8A56-A456-943E-4CF6-25CAF35ED5BA}"/>
          </ac:spMkLst>
        </pc:spChg>
        <pc:spChg chg="add mod">
          <ac:chgData name="髙浦祐朗" userId="d6d860fe-bc64-411b-9605-a16d1ba875f6" providerId="ADAL" clId="{1776611A-55D3-4BF0-BFFB-B5F978CA8F0B}" dt="2025-06-02T22:55:17.861" v="52"/>
          <ac:spMkLst>
            <pc:docMk/>
            <pc:sldMk cId="3043802900" sldId="1279"/>
            <ac:spMk id="12" creationId="{5770467B-651C-7178-14C6-C9E865A4E927}"/>
          </ac:spMkLst>
        </pc:spChg>
        <pc:spChg chg="add mod">
          <ac:chgData name="髙浦祐朗" userId="d6d860fe-bc64-411b-9605-a16d1ba875f6" providerId="ADAL" clId="{1776611A-55D3-4BF0-BFFB-B5F978CA8F0B}" dt="2025-06-02T22:56:01.682" v="61" actId="20577"/>
          <ac:spMkLst>
            <pc:docMk/>
            <pc:sldMk cId="3043802900" sldId="1279"/>
            <ac:spMk id="13" creationId="{DF54245D-293A-BD90-B1E8-9AA2FE49F19B}"/>
          </ac:spMkLst>
        </pc:spChg>
      </pc:sldChg>
      <pc:sldChg chg="addSp delSp modSp add mod">
        <pc:chgData name="髙浦祐朗" userId="d6d860fe-bc64-411b-9605-a16d1ba875f6" providerId="ADAL" clId="{1776611A-55D3-4BF0-BFFB-B5F978CA8F0B}" dt="2025-06-02T23:08:56.849" v="182" actId="20577"/>
        <pc:sldMkLst>
          <pc:docMk/>
          <pc:sldMk cId="2265163575" sldId="1280"/>
        </pc:sldMkLst>
        <pc:spChg chg="mod">
          <ac:chgData name="髙浦祐朗" userId="d6d860fe-bc64-411b-9605-a16d1ba875f6" providerId="ADAL" clId="{1776611A-55D3-4BF0-BFFB-B5F978CA8F0B}" dt="2025-06-02T23:08:56.849" v="182" actId="20577"/>
          <ac:spMkLst>
            <pc:docMk/>
            <pc:sldMk cId="2265163575" sldId="1280"/>
            <ac:spMk id="2" creationId="{AD29830A-A6DA-E061-238F-A58898C4E264}"/>
          </ac:spMkLst>
        </pc:spChg>
        <pc:spChg chg="add mod">
          <ac:chgData name="髙浦祐朗" userId="d6d860fe-bc64-411b-9605-a16d1ba875f6" providerId="ADAL" clId="{1776611A-55D3-4BF0-BFFB-B5F978CA8F0B}" dt="2025-06-02T22:55:28.338" v="53"/>
          <ac:spMkLst>
            <pc:docMk/>
            <pc:sldMk cId="2265163575" sldId="1280"/>
            <ac:spMk id="7" creationId="{30EA0A18-243F-E3F5-972F-48C6EF6D2965}"/>
          </ac:spMkLst>
        </pc:spChg>
        <pc:spChg chg="add mod">
          <ac:chgData name="髙浦祐朗" userId="d6d860fe-bc64-411b-9605-a16d1ba875f6" providerId="ADAL" clId="{1776611A-55D3-4BF0-BFFB-B5F978CA8F0B}" dt="2025-06-02T22:55:28.338" v="53"/>
          <ac:spMkLst>
            <pc:docMk/>
            <pc:sldMk cId="2265163575" sldId="1280"/>
            <ac:spMk id="8" creationId="{1545CD3B-B9B6-C339-4C31-1FC736A7F128}"/>
          </ac:spMkLst>
        </pc:spChg>
        <pc:spChg chg="add mod">
          <ac:chgData name="髙浦祐朗" userId="d6d860fe-bc64-411b-9605-a16d1ba875f6" providerId="ADAL" clId="{1776611A-55D3-4BF0-BFFB-B5F978CA8F0B}" dt="2025-06-02T22:55:28.338" v="53"/>
          <ac:spMkLst>
            <pc:docMk/>
            <pc:sldMk cId="2265163575" sldId="1280"/>
            <ac:spMk id="10" creationId="{3C9612AC-DC82-A974-5708-864C6715D5BC}"/>
          </ac:spMkLst>
        </pc:spChg>
      </pc:sldChg>
      <pc:sldChg chg="addSp delSp modSp add mod ord">
        <pc:chgData name="髙浦祐朗" userId="d6d860fe-bc64-411b-9605-a16d1ba875f6" providerId="ADAL" clId="{1776611A-55D3-4BF0-BFFB-B5F978CA8F0B}" dt="2025-06-02T23:05:08.755" v="163" actId="20577"/>
        <pc:sldMkLst>
          <pc:docMk/>
          <pc:sldMk cId="2697755999" sldId="1281"/>
        </pc:sldMkLst>
        <pc:spChg chg="mod">
          <ac:chgData name="髙浦祐朗" userId="d6d860fe-bc64-411b-9605-a16d1ba875f6" providerId="ADAL" clId="{1776611A-55D3-4BF0-BFFB-B5F978CA8F0B}" dt="2025-06-02T23:05:08.755" v="163" actId="20577"/>
          <ac:spMkLst>
            <pc:docMk/>
            <pc:sldMk cId="2697755999" sldId="1281"/>
            <ac:spMk id="2" creationId="{29EB238E-34DD-353E-DBDE-3B486158E6C9}"/>
          </ac:spMkLst>
        </pc:spChg>
        <pc:graphicFrameChg chg="add mod">
          <ac:chgData name="髙浦祐朗" userId="d6d860fe-bc64-411b-9605-a16d1ba875f6" providerId="ADAL" clId="{1776611A-55D3-4BF0-BFFB-B5F978CA8F0B}" dt="2025-06-02T23:01:10.099" v="117"/>
          <ac:graphicFrameMkLst>
            <pc:docMk/>
            <pc:sldMk cId="2697755999" sldId="1281"/>
            <ac:graphicFrameMk id="3" creationId="{E0C5D7B6-14B0-A5F3-8266-6599E727A485}"/>
          </ac:graphicFrameMkLst>
        </pc:graphicFrameChg>
        <pc:picChg chg="add mod">
          <ac:chgData name="髙浦祐朗" userId="d6d860fe-bc64-411b-9605-a16d1ba875f6" providerId="ADAL" clId="{1776611A-55D3-4BF0-BFFB-B5F978CA8F0B}" dt="2025-06-02T23:01:10.099" v="117"/>
          <ac:picMkLst>
            <pc:docMk/>
            <pc:sldMk cId="2697755999" sldId="1281"/>
            <ac:picMk id="7" creationId="{9970D7A3-C0E8-2142-10BE-9E5B6CB658C9}"/>
          </ac:picMkLst>
        </pc:picChg>
      </pc:sldChg>
      <pc:sldChg chg="delSp add mod">
        <pc:chgData name="髙浦祐朗" userId="d6d860fe-bc64-411b-9605-a16d1ba875f6" providerId="ADAL" clId="{1776611A-55D3-4BF0-BFFB-B5F978CA8F0B}" dt="2025-06-02T23:10:35.742" v="195" actId="478"/>
        <pc:sldMkLst>
          <pc:docMk/>
          <pc:sldMk cId="3904828736" sldId="1282"/>
        </pc:sldMkLst>
      </pc:sldChg>
      <pc:sldChg chg="addSp delSp modSp add mod">
        <pc:chgData name="髙浦祐朗" userId="d6d860fe-bc64-411b-9605-a16d1ba875f6" providerId="ADAL" clId="{1776611A-55D3-4BF0-BFFB-B5F978CA8F0B}" dt="2025-06-02T23:14:15.950" v="210"/>
        <pc:sldMkLst>
          <pc:docMk/>
          <pc:sldMk cId="492896097" sldId="1283"/>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68B81E3-04FF-4B3A-91A3-0B9D6F284D31}" type="datetimeFigureOut">
              <a:rPr kumimoji="1" lang="ja-JP" altLang="en-US" smtClean="0"/>
              <a:t>2025/6/4</a:t>
            </a:fld>
            <a:endParaRPr kumimoji="1" lang="ja-JP" altLang="en-US"/>
          </a:p>
        </p:txBody>
      </p:sp>
      <p:sp>
        <p:nvSpPr>
          <p:cNvPr id="4" name="フッター プレースホルダー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4EA281C-6E67-4E22-BEFF-238CFBDEFD06}" type="slidenum">
              <a:rPr kumimoji="1" lang="ja-JP" altLang="en-US" smtClean="0"/>
              <a:t>‹#›</a:t>
            </a:fld>
            <a:endParaRPr kumimoji="1" lang="ja-JP" altLang="en-US"/>
          </a:p>
        </p:txBody>
      </p:sp>
    </p:spTree>
    <p:extLst>
      <p:ext uri="{BB962C8B-B14F-4D97-AF65-F5344CB8AC3E}">
        <p14:creationId xmlns:p14="http://schemas.microsoft.com/office/powerpoint/2010/main" val="79269522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7224887-F90F-3047-8721-5156A8E1A469}" type="datetimeFigureOut">
              <a:rPr kumimoji="1" lang="ja-JP" altLang="en-US" smtClean="0"/>
              <a:t>2025/6/4</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57080C-E8FE-C146-B769-6100616B65A7}" type="slidenum">
              <a:rPr kumimoji="1" lang="ja-JP" altLang="en-US" smtClean="0"/>
              <a:t>‹#›</a:t>
            </a:fld>
            <a:endParaRPr kumimoji="1" lang="ja-JP" altLang="en-US"/>
          </a:p>
        </p:txBody>
      </p:sp>
    </p:spTree>
    <p:extLst>
      <p:ext uri="{BB962C8B-B14F-4D97-AF65-F5344CB8AC3E}">
        <p14:creationId xmlns:p14="http://schemas.microsoft.com/office/powerpoint/2010/main" val="121283509"/>
      </p:ext>
    </p:extLst>
  </p:cSld>
  <p:clrMap bg1="lt1" tx1="dk1" bg2="lt2" tx2="dk2" accent1="accent1" accent2="accent2" accent3="accent3" accent4="accent4" accent5="accent5" accent6="accent6" hlink="hlink" folHlink="folHlink"/>
  <p:notesStyle>
    <a:lvl1pPr marL="0" algn="l" defTabSz="1219075" rtl="0" eaLnBrk="1" latinLnBrk="0" hangingPunct="1">
      <a:defRPr kumimoji="1" sz="1600" kern="1200">
        <a:solidFill>
          <a:schemeClr val="tx1"/>
        </a:solidFill>
        <a:latin typeface="+mn-lt"/>
        <a:ea typeface="+mn-ea"/>
        <a:cs typeface="+mn-cs"/>
      </a:defRPr>
    </a:lvl1pPr>
    <a:lvl2pPr marL="609537" algn="l" defTabSz="1219075" rtl="0" eaLnBrk="1" latinLnBrk="0" hangingPunct="1">
      <a:defRPr kumimoji="1" sz="1600" kern="1200">
        <a:solidFill>
          <a:schemeClr val="tx1"/>
        </a:solidFill>
        <a:latin typeface="+mn-lt"/>
        <a:ea typeface="+mn-ea"/>
        <a:cs typeface="+mn-cs"/>
      </a:defRPr>
    </a:lvl2pPr>
    <a:lvl3pPr marL="1219075" algn="l" defTabSz="1219075" rtl="0" eaLnBrk="1" latinLnBrk="0" hangingPunct="1">
      <a:defRPr kumimoji="1" sz="1600" kern="1200">
        <a:solidFill>
          <a:schemeClr val="tx1"/>
        </a:solidFill>
        <a:latin typeface="+mn-lt"/>
        <a:ea typeface="+mn-ea"/>
        <a:cs typeface="+mn-cs"/>
      </a:defRPr>
    </a:lvl3pPr>
    <a:lvl4pPr marL="1828612" algn="l" defTabSz="1219075" rtl="0" eaLnBrk="1" latinLnBrk="0" hangingPunct="1">
      <a:defRPr kumimoji="1" sz="1600" kern="1200">
        <a:solidFill>
          <a:schemeClr val="tx1"/>
        </a:solidFill>
        <a:latin typeface="+mn-lt"/>
        <a:ea typeface="+mn-ea"/>
        <a:cs typeface="+mn-cs"/>
      </a:defRPr>
    </a:lvl4pPr>
    <a:lvl5pPr marL="2438148" algn="l" defTabSz="1219075" rtl="0" eaLnBrk="1" latinLnBrk="0" hangingPunct="1">
      <a:defRPr kumimoji="1" sz="1600" kern="1200">
        <a:solidFill>
          <a:schemeClr val="tx1"/>
        </a:solidFill>
        <a:latin typeface="+mn-lt"/>
        <a:ea typeface="+mn-ea"/>
        <a:cs typeface="+mn-cs"/>
      </a:defRPr>
    </a:lvl5pPr>
    <a:lvl6pPr marL="3047686" algn="l" defTabSz="1219075" rtl="0" eaLnBrk="1" latinLnBrk="0" hangingPunct="1">
      <a:defRPr kumimoji="1" sz="1600" kern="1200">
        <a:solidFill>
          <a:schemeClr val="tx1"/>
        </a:solidFill>
        <a:latin typeface="+mn-lt"/>
        <a:ea typeface="+mn-ea"/>
        <a:cs typeface="+mn-cs"/>
      </a:defRPr>
    </a:lvl6pPr>
    <a:lvl7pPr marL="3657223" algn="l" defTabSz="1219075" rtl="0" eaLnBrk="1" latinLnBrk="0" hangingPunct="1">
      <a:defRPr kumimoji="1" sz="1600" kern="1200">
        <a:solidFill>
          <a:schemeClr val="tx1"/>
        </a:solidFill>
        <a:latin typeface="+mn-lt"/>
        <a:ea typeface="+mn-ea"/>
        <a:cs typeface="+mn-cs"/>
      </a:defRPr>
    </a:lvl7pPr>
    <a:lvl8pPr marL="4266761" algn="l" defTabSz="1219075" rtl="0" eaLnBrk="1" latinLnBrk="0" hangingPunct="1">
      <a:defRPr kumimoji="1" sz="1600" kern="1200">
        <a:solidFill>
          <a:schemeClr val="tx1"/>
        </a:solidFill>
        <a:latin typeface="+mn-lt"/>
        <a:ea typeface="+mn-ea"/>
        <a:cs typeface="+mn-cs"/>
      </a:defRPr>
    </a:lvl8pPr>
    <a:lvl9pPr marL="4876298" algn="l" defTabSz="1219075" rtl="0" eaLnBrk="1" latinLnBrk="0" hangingPunct="1">
      <a:defRPr kumimoji="1"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defTabSz="1261743">
              <a:defRPr/>
            </a:pPr>
            <a:r>
              <a:rPr lang="ja-JP" altLang="en-US" sz="1700">
                <a:cs typeface="Meiryo UI" panose="020B0604030504040204" pitchFamily="50" charset="-128"/>
              </a:rPr>
              <a:t>貴社の本提案を通じてのアピールポイントについて記載すること。</a:t>
            </a:r>
          </a:p>
        </p:txBody>
      </p:sp>
      <p:sp>
        <p:nvSpPr>
          <p:cNvPr id="4" name="スライド番号プレースホルダー 3"/>
          <p:cNvSpPr>
            <a:spLocks noGrp="1"/>
          </p:cNvSpPr>
          <p:nvPr>
            <p:ph type="sldNum" sz="quarter" idx="5"/>
          </p:nvPr>
        </p:nvSpPr>
        <p:spPr/>
        <p:txBody>
          <a:bodyPr/>
          <a:lstStyle/>
          <a:p>
            <a:fld id="{BC57080C-E8FE-C146-B769-6100616B65A7}" type="slidenum">
              <a:rPr kumimoji="1" lang="ja-JP" altLang="en-US" smtClean="0"/>
              <a:t>3</a:t>
            </a:fld>
            <a:endParaRPr kumimoji="1" lang="ja-JP" altLang="en-US"/>
          </a:p>
        </p:txBody>
      </p:sp>
    </p:spTree>
    <p:extLst>
      <p:ext uri="{BB962C8B-B14F-4D97-AF65-F5344CB8AC3E}">
        <p14:creationId xmlns:p14="http://schemas.microsoft.com/office/powerpoint/2010/main" val="22710903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17B43A-DF08-C939-1DBC-962EF999FE2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1AD310B-2919-2557-3075-432E609A1D1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6E81CB1F-0C5D-FDED-3CD5-1128D5DF217F}"/>
              </a:ext>
            </a:extLst>
          </p:cNvPr>
          <p:cNvSpPr>
            <a:spLocks noGrp="1"/>
          </p:cNvSpPr>
          <p:nvPr>
            <p:ph type="body" idx="1"/>
          </p:nvPr>
        </p:nvSpPr>
        <p:spPr/>
        <p:txBody>
          <a:bodyPr/>
          <a:lstStyle/>
          <a:p>
            <a:pPr defTabSz="1261743">
              <a:defRPr/>
            </a:pPr>
            <a:r>
              <a:rPr lang="ja-JP" altLang="en-US" sz="1700">
                <a:cs typeface="Meiryo UI" panose="020B0604030504040204" pitchFamily="50" charset="-128"/>
              </a:rPr>
              <a:t>貴社の本提案を通じてのアピールポイントについて記載すること。</a:t>
            </a:r>
          </a:p>
        </p:txBody>
      </p:sp>
      <p:sp>
        <p:nvSpPr>
          <p:cNvPr id="4" name="スライド番号プレースホルダー 3">
            <a:extLst>
              <a:ext uri="{FF2B5EF4-FFF2-40B4-BE49-F238E27FC236}">
                <a16:creationId xmlns:a16="http://schemas.microsoft.com/office/drawing/2014/main" id="{BC386D76-5F2F-FBBD-8EF5-1182D5B8ACF3}"/>
              </a:ext>
            </a:extLst>
          </p:cNvPr>
          <p:cNvSpPr>
            <a:spLocks noGrp="1"/>
          </p:cNvSpPr>
          <p:nvPr>
            <p:ph type="sldNum" sz="quarter" idx="5"/>
          </p:nvPr>
        </p:nvSpPr>
        <p:spPr/>
        <p:txBody>
          <a:bodyPr/>
          <a:lstStyle/>
          <a:p>
            <a:fld id="{BC57080C-E8FE-C146-B769-6100616B65A7}" type="slidenum">
              <a:rPr kumimoji="1" lang="ja-JP" altLang="en-US" smtClean="0"/>
              <a:t>5</a:t>
            </a:fld>
            <a:endParaRPr kumimoji="1" lang="ja-JP" altLang="en-US"/>
          </a:p>
        </p:txBody>
      </p:sp>
    </p:spTree>
    <p:extLst>
      <p:ext uri="{BB962C8B-B14F-4D97-AF65-F5344CB8AC3E}">
        <p14:creationId xmlns:p14="http://schemas.microsoft.com/office/powerpoint/2010/main" val="3536090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0B186B-E3C8-2CCB-01B3-DDD7A2D5589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883648C-BC74-16A8-B528-DC1A55FA455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50FDD05-E7BC-CA6D-B822-0C11999DCF5C}"/>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33B3FDCF-D3F8-5835-904B-0224F566FDD1}"/>
              </a:ext>
            </a:extLst>
          </p:cNvPr>
          <p:cNvSpPr>
            <a:spLocks noGrp="1"/>
          </p:cNvSpPr>
          <p:nvPr>
            <p:ph type="sldNum" sz="quarter" idx="10"/>
          </p:nvPr>
        </p:nvSpPr>
        <p:spPr/>
        <p:txBody>
          <a:bodyPr/>
          <a:lstStyle/>
          <a:p>
            <a:fld id="{BC57080C-E8FE-C146-B769-6100616B65A7}" type="slidenum">
              <a:rPr kumimoji="1" lang="ja-JP" altLang="en-US" smtClean="0"/>
              <a:t>8</a:t>
            </a:fld>
            <a:endParaRPr kumimoji="1" lang="ja-JP" altLang="en-US"/>
          </a:p>
        </p:txBody>
      </p:sp>
    </p:spTree>
    <p:extLst>
      <p:ext uri="{BB962C8B-B14F-4D97-AF65-F5344CB8AC3E}">
        <p14:creationId xmlns:p14="http://schemas.microsoft.com/office/powerpoint/2010/main" val="293128723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10"/>
          </p:nvPr>
        </p:nvSpPr>
        <p:spPr/>
        <p:txBody>
          <a:bodyPr/>
          <a:lstStyle/>
          <a:p>
            <a:fld id="{BC57080C-E8FE-C146-B769-6100616B65A7}" type="slidenum">
              <a:rPr kumimoji="1" lang="ja-JP" altLang="en-US" smtClean="0"/>
              <a:t>22</a:t>
            </a:fld>
            <a:endParaRPr kumimoji="1" lang="ja-JP" altLang="en-US"/>
          </a:p>
        </p:txBody>
      </p:sp>
    </p:spTree>
    <p:extLst>
      <p:ext uri="{BB962C8B-B14F-4D97-AF65-F5344CB8AC3E}">
        <p14:creationId xmlns:p14="http://schemas.microsoft.com/office/powerpoint/2010/main" val="7595987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49F27F-77C9-8DA5-F1A4-C06DF09E9BB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56797AF-4168-3E51-00E2-D9446B8EE72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8AA65EB-B275-2C03-BBD0-2535D1678C69}"/>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B202E2E7-0BB0-343D-4F78-31DD1F343B0F}"/>
              </a:ext>
            </a:extLst>
          </p:cNvPr>
          <p:cNvSpPr>
            <a:spLocks noGrp="1"/>
          </p:cNvSpPr>
          <p:nvPr>
            <p:ph type="sldNum" sz="quarter" idx="10"/>
          </p:nvPr>
        </p:nvSpPr>
        <p:spPr/>
        <p:txBody>
          <a:bodyPr/>
          <a:lstStyle/>
          <a:p>
            <a:fld id="{BC57080C-E8FE-C146-B769-6100616B65A7}" type="slidenum">
              <a:rPr kumimoji="1" lang="ja-JP" altLang="en-US" smtClean="0"/>
              <a:t>23</a:t>
            </a:fld>
            <a:endParaRPr kumimoji="1" lang="ja-JP" altLang="en-US"/>
          </a:p>
        </p:txBody>
      </p:sp>
    </p:spTree>
    <p:extLst>
      <p:ext uri="{BB962C8B-B14F-4D97-AF65-F5344CB8AC3E}">
        <p14:creationId xmlns:p14="http://schemas.microsoft.com/office/powerpoint/2010/main" val="25790561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840A11-4B00-B180-C4D4-AF5706F2B37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4F8E7FF-1895-FDA4-F76E-F6397571251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B1BABAB-0959-C12F-C9C8-F6D24B401C17}"/>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B6EC510B-82B0-406A-C22D-9D5991140952}"/>
              </a:ext>
            </a:extLst>
          </p:cNvPr>
          <p:cNvSpPr>
            <a:spLocks noGrp="1"/>
          </p:cNvSpPr>
          <p:nvPr>
            <p:ph type="sldNum" sz="quarter" idx="10"/>
          </p:nvPr>
        </p:nvSpPr>
        <p:spPr/>
        <p:txBody>
          <a:bodyPr/>
          <a:lstStyle/>
          <a:p>
            <a:fld id="{BC57080C-E8FE-C146-B769-6100616B65A7}" type="slidenum">
              <a:rPr kumimoji="1" lang="ja-JP" altLang="en-US" smtClean="0"/>
              <a:t>25</a:t>
            </a:fld>
            <a:endParaRPr kumimoji="1" lang="ja-JP" altLang="en-US"/>
          </a:p>
        </p:txBody>
      </p:sp>
    </p:spTree>
    <p:extLst>
      <p:ext uri="{BB962C8B-B14F-4D97-AF65-F5344CB8AC3E}">
        <p14:creationId xmlns:p14="http://schemas.microsoft.com/office/powerpoint/2010/main" val="415086455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41B8B9-4F96-C3CF-8D55-58ACE5F28D3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B97BF1A-FA4D-7134-CD01-1082F2D8BE5C}"/>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7C135AB-4F5A-9CA6-9123-DC408A3AB0E1}"/>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0F6F0D38-84B0-9EBB-822A-593E496BF917}"/>
              </a:ext>
            </a:extLst>
          </p:cNvPr>
          <p:cNvSpPr>
            <a:spLocks noGrp="1"/>
          </p:cNvSpPr>
          <p:nvPr>
            <p:ph type="sldNum" sz="quarter" idx="10"/>
          </p:nvPr>
        </p:nvSpPr>
        <p:spPr/>
        <p:txBody>
          <a:bodyPr/>
          <a:lstStyle/>
          <a:p>
            <a:fld id="{BC57080C-E8FE-C146-B769-6100616B65A7}" type="slidenum">
              <a:rPr kumimoji="1" lang="ja-JP" altLang="en-US" smtClean="0"/>
              <a:t>26</a:t>
            </a:fld>
            <a:endParaRPr kumimoji="1" lang="ja-JP" altLang="en-US"/>
          </a:p>
        </p:txBody>
      </p:sp>
    </p:spTree>
    <p:extLst>
      <p:ext uri="{BB962C8B-B14F-4D97-AF65-F5344CB8AC3E}">
        <p14:creationId xmlns:p14="http://schemas.microsoft.com/office/powerpoint/2010/main" val="74377777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073E9C-A1F8-E8E3-8F77-04914748DF0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F8D0A09-9C09-256A-C10E-0764053A83E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FB68F2E-4C7E-6D50-357D-A5BC12EDE349}"/>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15DB83EB-CC40-957E-A549-54767B5D20FD}"/>
              </a:ext>
            </a:extLst>
          </p:cNvPr>
          <p:cNvSpPr>
            <a:spLocks noGrp="1"/>
          </p:cNvSpPr>
          <p:nvPr>
            <p:ph type="sldNum" sz="quarter" idx="10"/>
          </p:nvPr>
        </p:nvSpPr>
        <p:spPr/>
        <p:txBody>
          <a:bodyPr/>
          <a:lstStyle/>
          <a:p>
            <a:fld id="{BC57080C-E8FE-C146-B769-6100616B65A7}" type="slidenum">
              <a:rPr kumimoji="1" lang="ja-JP" altLang="en-US" smtClean="0"/>
              <a:t>27</a:t>
            </a:fld>
            <a:endParaRPr kumimoji="1" lang="ja-JP" altLang="en-US"/>
          </a:p>
        </p:txBody>
      </p:sp>
    </p:spTree>
    <p:extLst>
      <p:ext uri="{BB962C8B-B14F-4D97-AF65-F5344CB8AC3E}">
        <p14:creationId xmlns:p14="http://schemas.microsoft.com/office/powerpoint/2010/main" val="383668957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8A35CC-2589-E386-3EAA-0BA40177525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FE8FD728-2660-4C59-4FB4-2684748F0A7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5413325-01D7-4ED9-EEAD-7ADDDC5F8788}"/>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791FB5EA-0D20-F6A5-4644-FB70E59F65A8}"/>
              </a:ext>
            </a:extLst>
          </p:cNvPr>
          <p:cNvSpPr>
            <a:spLocks noGrp="1"/>
          </p:cNvSpPr>
          <p:nvPr>
            <p:ph type="sldNum" sz="quarter" idx="10"/>
          </p:nvPr>
        </p:nvSpPr>
        <p:spPr/>
        <p:txBody>
          <a:bodyPr/>
          <a:lstStyle/>
          <a:p>
            <a:fld id="{BC57080C-E8FE-C146-B769-6100616B65A7}" type="slidenum">
              <a:rPr kumimoji="1" lang="ja-JP" altLang="en-US" smtClean="0"/>
              <a:t>28</a:t>
            </a:fld>
            <a:endParaRPr kumimoji="1" lang="ja-JP" altLang="en-US"/>
          </a:p>
        </p:txBody>
      </p:sp>
    </p:spTree>
    <p:extLst>
      <p:ext uri="{BB962C8B-B14F-4D97-AF65-F5344CB8AC3E}">
        <p14:creationId xmlns:p14="http://schemas.microsoft.com/office/powerpoint/2010/main" val="388659298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BC57080C-E8FE-C146-B769-6100616B65A7}" type="slidenum">
              <a:rPr kumimoji="1" lang="ja-JP" altLang="en-US" smtClean="0"/>
              <a:pPr/>
              <a:t>29</a:t>
            </a:fld>
            <a:endParaRPr kumimoji="1" lang="ja-JP" altLang="en-US"/>
          </a:p>
        </p:txBody>
      </p:sp>
    </p:spTree>
    <p:extLst>
      <p:ext uri="{BB962C8B-B14F-4D97-AF65-F5344CB8AC3E}">
        <p14:creationId xmlns:p14="http://schemas.microsoft.com/office/powerpoint/2010/main" val="145909493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AAE653-D4A9-F7FE-71C2-783EC8BF505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F15268B3-3001-4AA2-603D-AE6E0DDEAA2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27CE00DB-4AD2-2DFD-0A1F-4BBC33C6DE71}"/>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2FBB6AD5-4B63-C684-46B5-BE76654D8DD1}"/>
              </a:ext>
            </a:extLst>
          </p:cNvPr>
          <p:cNvSpPr>
            <a:spLocks noGrp="1"/>
          </p:cNvSpPr>
          <p:nvPr>
            <p:ph type="sldNum" sz="quarter" idx="10"/>
          </p:nvPr>
        </p:nvSpPr>
        <p:spPr/>
        <p:txBody>
          <a:bodyPr/>
          <a:lstStyle/>
          <a:p>
            <a:fld id="{BC57080C-E8FE-C146-B769-6100616B65A7}" type="slidenum">
              <a:rPr kumimoji="1" lang="ja-JP" altLang="en-US" smtClean="0"/>
              <a:t>30</a:t>
            </a:fld>
            <a:endParaRPr kumimoji="1" lang="ja-JP" altLang="en-US"/>
          </a:p>
        </p:txBody>
      </p:sp>
    </p:spTree>
    <p:extLst>
      <p:ext uri="{BB962C8B-B14F-4D97-AF65-F5344CB8AC3E}">
        <p14:creationId xmlns:p14="http://schemas.microsoft.com/office/powerpoint/2010/main" val="130348973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385A49-0627-3584-16D1-CC48AB69B29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6768F9A7-6390-6EF8-0988-0EE78B25CB0C}"/>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F9ED74D4-45C1-B798-6A5C-DACB1B65C72E}"/>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61B0CBD8-1D1D-DB9E-D880-658580438007}"/>
              </a:ext>
            </a:extLst>
          </p:cNvPr>
          <p:cNvSpPr>
            <a:spLocks noGrp="1"/>
          </p:cNvSpPr>
          <p:nvPr>
            <p:ph type="sldNum" sz="quarter" idx="10"/>
          </p:nvPr>
        </p:nvSpPr>
        <p:spPr/>
        <p:txBody>
          <a:bodyPr/>
          <a:lstStyle/>
          <a:p>
            <a:fld id="{BC57080C-E8FE-C146-B769-6100616B65A7}" type="slidenum">
              <a:rPr kumimoji="1" lang="ja-JP" altLang="en-US" smtClean="0"/>
              <a:t>32</a:t>
            </a:fld>
            <a:endParaRPr kumimoji="1" lang="ja-JP" altLang="en-US"/>
          </a:p>
        </p:txBody>
      </p:sp>
    </p:spTree>
    <p:extLst>
      <p:ext uri="{BB962C8B-B14F-4D97-AF65-F5344CB8AC3E}">
        <p14:creationId xmlns:p14="http://schemas.microsoft.com/office/powerpoint/2010/main" val="151608358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BC57080C-E8FE-C146-B769-6100616B65A7}" type="slidenum">
              <a:rPr kumimoji="1" lang="ja-JP" altLang="en-US" smtClean="0"/>
              <a:t>48</a:t>
            </a:fld>
            <a:endParaRPr kumimoji="1" lang="ja-JP" altLang="en-US"/>
          </a:p>
        </p:txBody>
      </p:sp>
    </p:spTree>
    <p:extLst>
      <p:ext uri="{BB962C8B-B14F-4D97-AF65-F5344CB8AC3E}">
        <p14:creationId xmlns:p14="http://schemas.microsoft.com/office/powerpoint/2010/main" val="187588324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0.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1.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2.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3.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4.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6.pn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7.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8.pn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9.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20.pn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21.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22.pn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23.pn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24.pn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25.png"/></Relationships>
</file>

<file path=ppt/slideLayouts/_rels/slideLayout2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6.png"/><Relationship Id="rId1" Type="http://schemas.openxmlformats.org/officeDocument/2006/relationships/slideMaster" Target="../slideMasters/slideMaster1.xml"/><Relationship Id="rId4" Type="http://schemas.openxmlformats.org/officeDocument/2006/relationships/image" Target="../media/image27.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_タイトル スライド">
    <p:spTree>
      <p:nvGrpSpPr>
        <p:cNvPr id="1" name=""/>
        <p:cNvGrpSpPr/>
        <p:nvPr/>
      </p:nvGrpSpPr>
      <p:grpSpPr>
        <a:xfrm>
          <a:off x="0" y="0"/>
          <a:ext cx="0" cy="0"/>
          <a:chOff x="0" y="0"/>
          <a:chExt cx="0" cy="0"/>
        </a:xfrm>
      </p:grpSpPr>
      <p:pic>
        <p:nvPicPr>
          <p:cNvPr id="7" name="図 6">
            <a:extLst>
              <a:ext uri="{FF2B5EF4-FFF2-40B4-BE49-F238E27FC236}">
                <a16:creationId xmlns:a16="http://schemas.microsoft.com/office/drawing/2014/main" id="{10453C54-7F3F-5842-8AEE-825191D5B6E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31" y="0"/>
            <a:ext cx="12189739" cy="6858000"/>
          </a:xfrm>
          <a:prstGeom prst="rect">
            <a:avLst/>
          </a:prstGeom>
        </p:spPr>
      </p:pic>
      <p:sp>
        <p:nvSpPr>
          <p:cNvPr id="5" name="Footer Placeholder 4"/>
          <p:cNvSpPr>
            <a:spLocks noGrp="1"/>
          </p:cNvSpPr>
          <p:nvPr>
            <p:ph type="ftr" sz="quarter" idx="11"/>
          </p:nvPr>
        </p:nvSpPr>
        <p:spPr/>
        <p:txBody>
          <a:bodyPr/>
          <a:lstStyle/>
          <a:p>
            <a:r>
              <a:rPr lang="en-US"/>
              <a:t>Copyright © SystemEXE,Inc All Rights Reserved.</a:t>
            </a:r>
          </a:p>
        </p:txBody>
      </p:sp>
      <p:sp>
        <p:nvSpPr>
          <p:cNvPr id="8" name="Rectangle 116">
            <a:extLst>
              <a:ext uri="{FF2B5EF4-FFF2-40B4-BE49-F238E27FC236}">
                <a16:creationId xmlns:a16="http://schemas.microsoft.com/office/drawing/2014/main" id="{63CB7166-763A-834A-BD8F-32568DB92384}"/>
              </a:ext>
            </a:extLst>
          </p:cNvPr>
          <p:cNvSpPr/>
          <p:nvPr userDrawn="1"/>
        </p:nvSpPr>
        <p:spPr bwMode="auto">
          <a:xfrm>
            <a:off x="0" y="2403368"/>
            <a:ext cx="12192000" cy="2051264"/>
          </a:xfrm>
          <a:prstGeom prst="rect">
            <a:avLst/>
          </a:prstGeom>
          <a:solidFill>
            <a:schemeClr val="bg1">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sp>
        <p:nvSpPr>
          <p:cNvPr id="2" name="Title 1"/>
          <p:cNvSpPr>
            <a:spLocks noGrp="1"/>
          </p:cNvSpPr>
          <p:nvPr>
            <p:ph type="ctrTitle"/>
          </p:nvPr>
        </p:nvSpPr>
        <p:spPr>
          <a:xfrm>
            <a:off x="576000" y="3312000"/>
            <a:ext cx="8640000" cy="768000"/>
          </a:xfrm>
        </p:spPr>
        <p:txBody>
          <a:bodyPr anchor="ctr">
            <a:noAutofit/>
          </a:bodyPr>
          <a:lstStyle>
            <a:lvl1pPr algn="l">
              <a:lnSpc>
                <a:spcPct val="100000"/>
              </a:lnSpc>
              <a:defRPr sz="4800" b="1">
                <a:solidFill>
                  <a:srgbClr val="9A3B5D"/>
                </a:solidFill>
                <a:latin typeface="游明朝" panose="02020400000000000000" pitchFamily="18" charset="-128"/>
                <a:ea typeface="游明朝" panose="02020400000000000000" pitchFamily="18" charset="-128"/>
              </a:defRPr>
            </a:lvl1pPr>
          </a:lstStyle>
          <a:p>
            <a:r>
              <a:rPr lang="ja-JP" altLang="en-US"/>
              <a:t>マスター タイトルの書式設定</a:t>
            </a:r>
            <a:endParaRPr lang="en-US"/>
          </a:p>
        </p:txBody>
      </p:sp>
      <p:sp>
        <p:nvSpPr>
          <p:cNvPr id="3" name="Subtitle 2"/>
          <p:cNvSpPr>
            <a:spLocks noGrp="1"/>
          </p:cNvSpPr>
          <p:nvPr>
            <p:ph type="subTitle" idx="1"/>
          </p:nvPr>
        </p:nvSpPr>
        <p:spPr>
          <a:xfrm>
            <a:off x="576000" y="2784000"/>
            <a:ext cx="8640000" cy="480000"/>
          </a:xfrm>
        </p:spPr>
        <p:txBody>
          <a:bodyPr anchor="ctr"/>
          <a:lstStyle>
            <a:lvl1pPr marL="0" indent="0" algn="l">
              <a:lnSpc>
                <a:spcPct val="100000"/>
              </a:lnSpc>
              <a:spcBef>
                <a:spcPts val="0"/>
              </a:spcBef>
              <a:buNone/>
              <a:defRPr sz="2400" b="1">
                <a:solidFill>
                  <a:srgbClr val="9A3B5D"/>
                </a:solidFill>
                <a:latin typeface="游明朝" panose="02020400000000000000" pitchFamily="18" charset="-128"/>
                <a:ea typeface="游明朝" panose="02020400000000000000" pitchFamily="18" charset="-128"/>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ja-JP" altLang="en-US"/>
              <a:t>マスター サブタイトルの書式設定</a:t>
            </a:r>
            <a:endParaRPr lang="en-US"/>
          </a:p>
        </p:txBody>
      </p:sp>
      <p:pic>
        <p:nvPicPr>
          <p:cNvPr id="9" name="図 8">
            <a:extLst>
              <a:ext uri="{FF2B5EF4-FFF2-40B4-BE49-F238E27FC236}">
                <a16:creationId xmlns:a16="http://schemas.microsoft.com/office/drawing/2014/main" id="{49B378A5-FEEF-5D48-AD7F-5344F238A17C}"/>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9928710" y="3024001"/>
            <a:ext cx="1646580" cy="428111"/>
          </a:xfrm>
          <a:prstGeom prst="rect">
            <a:avLst/>
          </a:prstGeom>
        </p:spPr>
      </p:pic>
      <p:sp>
        <p:nvSpPr>
          <p:cNvPr id="11" name="テキスト プレースホルダー 10"/>
          <p:cNvSpPr>
            <a:spLocks noGrp="1"/>
          </p:cNvSpPr>
          <p:nvPr>
            <p:ph type="body" sz="quarter" idx="13" hasCustomPrompt="1"/>
          </p:nvPr>
        </p:nvSpPr>
        <p:spPr>
          <a:xfrm>
            <a:off x="9407999" y="3552000"/>
            <a:ext cx="2688000" cy="288000"/>
          </a:xfrm>
        </p:spPr>
        <p:txBody>
          <a:bodyPr anchor="ctr">
            <a:noAutofit/>
          </a:bodyPr>
          <a:lstStyle>
            <a:lvl1pPr marL="0" indent="0" algn="ctr">
              <a:lnSpc>
                <a:spcPct val="100000"/>
              </a:lnSpc>
              <a:spcBef>
                <a:spcPts val="0"/>
              </a:spcBef>
              <a:buNone/>
              <a:defRPr sz="1067">
                <a:latin typeface="游明朝" panose="02020400000000000000" pitchFamily="18" charset="-128"/>
                <a:ea typeface="游明朝" panose="02020400000000000000" pitchFamily="18" charset="-128"/>
              </a:defRPr>
            </a:lvl1pPr>
          </a:lstStyle>
          <a:p>
            <a:pPr lvl="0"/>
            <a:r>
              <a:rPr kumimoji="1" lang="ja-JP" altLang="en-US"/>
              <a:t>○○本部</a:t>
            </a:r>
          </a:p>
        </p:txBody>
      </p:sp>
      <p:sp>
        <p:nvSpPr>
          <p:cNvPr id="4" name="Date Placeholder 3"/>
          <p:cNvSpPr>
            <a:spLocks noGrp="1"/>
          </p:cNvSpPr>
          <p:nvPr>
            <p:ph type="dt" sz="half" idx="10"/>
          </p:nvPr>
        </p:nvSpPr>
        <p:spPr>
          <a:xfrm>
            <a:off x="9791999" y="3840000"/>
            <a:ext cx="1920000" cy="288000"/>
          </a:xfrm>
        </p:spPr>
        <p:txBody>
          <a:bodyPr/>
          <a:lstStyle>
            <a:lvl1pPr algn="ctr">
              <a:defRPr>
                <a:solidFill>
                  <a:srgbClr val="323232"/>
                </a:solidFill>
              </a:defRPr>
            </a:lvl1pPr>
          </a:lstStyle>
          <a:p>
            <a:r>
              <a:rPr lang="en-US" altLang="ja-JP"/>
              <a:t>2024/11/14</a:t>
            </a:r>
            <a:endParaRPr lang="en-US"/>
          </a:p>
        </p:txBody>
      </p:sp>
      <p:sp>
        <p:nvSpPr>
          <p:cNvPr id="13" name="テキスト プレースホルダー 12"/>
          <p:cNvSpPr>
            <a:spLocks noGrp="1"/>
          </p:cNvSpPr>
          <p:nvPr>
            <p:ph type="body" sz="quarter" idx="14" hasCustomPrompt="1"/>
          </p:nvPr>
        </p:nvSpPr>
        <p:spPr>
          <a:xfrm>
            <a:off x="576000" y="384000"/>
            <a:ext cx="3072000" cy="336000"/>
          </a:xfrm>
        </p:spPr>
        <p:txBody>
          <a:bodyPr anchor="ctr">
            <a:normAutofit/>
          </a:bodyPr>
          <a:lstStyle>
            <a:lvl1pPr>
              <a:lnSpc>
                <a:spcPct val="100000"/>
              </a:lnSpc>
              <a:spcBef>
                <a:spcPts val="0"/>
              </a:spcBef>
              <a:defRPr sz="1600" b="1">
                <a:solidFill>
                  <a:schemeClr val="bg1"/>
                </a:solidFill>
              </a:defRPr>
            </a:lvl1pPr>
            <a:lvl2pPr>
              <a:defRPr b="1">
                <a:solidFill>
                  <a:schemeClr val="bg1"/>
                </a:solidFill>
              </a:defRPr>
            </a:lvl2pPr>
            <a:lvl3pPr>
              <a:defRPr b="1">
                <a:solidFill>
                  <a:schemeClr val="bg1"/>
                </a:solidFill>
              </a:defRPr>
            </a:lvl3pPr>
            <a:lvl4pPr>
              <a:defRPr b="1">
                <a:solidFill>
                  <a:schemeClr val="bg1"/>
                </a:solidFill>
              </a:defRPr>
            </a:lvl4pPr>
            <a:lvl5pPr>
              <a:defRPr b="1">
                <a:solidFill>
                  <a:schemeClr val="bg1"/>
                </a:solidFill>
              </a:defRPr>
            </a:lvl5pPr>
          </a:lstStyle>
          <a:p>
            <a:pPr lvl="0"/>
            <a:r>
              <a:rPr kumimoji="1" lang="ja-JP" altLang="en-US"/>
              <a:t>○○株式会社 御中</a:t>
            </a:r>
          </a:p>
        </p:txBody>
      </p:sp>
    </p:spTree>
    <p:extLst>
      <p:ext uri="{BB962C8B-B14F-4D97-AF65-F5344CB8AC3E}">
        <p14:creationId xmlns:p14="http://schemas.microsoft.com/office/powerpoint/2010/main" val="42565185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はじめに">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a:p>
        </p:txBody>
      </p:sp>
      <p:sp>
        <p:nvSpPr>
          <p:cNvPr id="3" name="Content Placeholder 2"/>
          <p:cNvSpPr>
            <a:spLocks noGrp="1"/>
          </p:cNvSpPr>
          <p:nvPr>
            <p:ph idx="1"/>
          </p:nvPr>
        </p:nvSpPr>
        <p:spPr/>
        <p:txBody>
          <a:bodyPr anchor="ctr"/>
          <a:lstStyle>
            <a:lvl1pPr>
              <a:lnSpc>
                <a:spcPct val="120000"/>
              </a:lnSpc>
              <a:spcBef>
                <a:spcPts val="1200"/>
              </a:spcBef>
              <a:defRPr>
                <a:latin typeface="游明朝" panose="02020400000000000000" pitchFamily="18" charset="-128"/>
                <a:ea typeface="游明朝" panose="02020400000000000000" pitchFamily="18" charset="-128"/>
              </a:defRPr>
            </a:lvl1pPr>
          </a:lstStyle>
          <a:p>
            <a:pPr lvl="0"/>
            <a:r>
              <a:rPr lang="ja-JP" altLang="en-US"/>
              <a:t>マスター テキストの書式設定</a:t>
            </a:r>
            <a:endParaRPr lang="en-US"/>
          </a:p>
        </p:txBody>
      </p:sp>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cxnSp>
        <p:nvCxnSpPr>
          <p:cNvPr id="7" name="直線コネクタ 6">
            <a:extLst>
              <a:ext uri="{FF2B5EF4-FFF2-40B4-BE49-F238E27FC236}">
                <a16:creationId xmlns:a16="http://schemas.microsoft.com/office/drawing/2014/main" id="{FBC11A7E-29EC-0147-8188-ACEEB4EB432E}"/>
              </a:ext>
            </a:extLst>
          </p:cNvPr>
          <p:cNvCxnSpPr>
            <a:cxnSpLocks/>
          </p:cNvCxnSpPr>
          <p:nvPr userDrawn="1"/>
        </p:nvCxnSpPr>
        <p:spPr>
          <a:xfrm>
            <a:off x="576000" y="709643"/>
            <a:ext cx="11040000" cy="0"/>
          </a:xfrm>
          <a:prstGeom prst="line">
            <a:avLst/>
          </a:prstGeom>
          <a:ln w="19050">
            <a:solidFill>
              <a:srgbClr val="9A3B5D"/>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380777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a:p>
        </p:txBody>
      </p:sp>
      <p:sp>
        <p:nvSpPr>
          <p:cNvPr id="3" name="Content Placeholder 2"/>
          <p:cNvSpPr>
            <a:spLocks noGrp="1"/>
          </p:cNvSpPr>
          <p:nvPr>
            <p:ph idx="1"/>
          </p:nvPr>
        </p:nvSpPr>
        <p:spPr/>
        <p:txBody>
          <a:bodyPr/>
          <a:lstStyle/>
          <a:p>
            <a:pPr lvl="0"/>
            <a:r>
              <a:rPr lang="ja-JP" altLang="en-US"/>
              <a:t>マスター テキストの書式設定</a:t>
            </a:r>
            <a:endParaRPr lang="en-US"/>
          </a:p>
        </p:txBody>
      </p:sp>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cxnSp>
        <p:nvCxnSpPr>
          <p:cNvPr id="7" name="直線コネクタ 6">
            <a:extLst>
              <a:ext uri="{FF2B5EF4-FFF2-40B4-BE49-F238E27FC236}">
                <a16:creationId xmlns:a16="http://schemas.microsoft.com/office/drawing/2014/main" id="{FBC11A7E-29EC-0147-8188-ACEEB4EB432E}"/>
              </a:ext>
            </a:extLst>
          </p:cNvPr>
          <p:cNvCxnSpPr>
            <a:cxnSpLocks/>
          </p:cNvCxnSpPr>
          <p:nvPr userDrawn="1"/>
        </p:nvCxnSpPr>
        <p:spPr>
          <a:xfrm>
            <a:off x="576000" y="709643"/>
            <a:ext cx="11040000" cy="0"/>
          </a:xfrm>
          <a:prstGeom prst="line">
            <a:avLst/>
          </a:prstGeom>
          <a:ln w="19050">
            <a:solidFill>
              <a:srgbClr val="9A3B5D"/>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924555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a:p>
        </p:txBody>
      </p:sp>
      <p:sp>
        <p:nvSpPr>
          <p:cNvPr id="3" name="Date Placeholder 2"/>
          <p:cNvSpPr>
            <a:spLocks noGrp="1"/>
          </p:cNvSpPr>
          <p:nvPr>
            <p:ph type="dt" sz="half" idx="10"/>
          </p:nvPr>
        </p:nvSpPr>
        <p:spPr/>
        <p:txBody>
          <a:bodyPr/>
          <a:lstStyle/>
          <a:p>
            <a:r>
              <a:rPr lang="en-US" altLang="ja-JP"/>
              <a:t>2024/11/14</a:t>
            </a:r>
            <a:endParaRPr lang="en-US"/>
          </a:p>
        </p:txBody>
      </p:sp>
      <p:sp>
        <p:nvSpPr>
          <p:cNvPr id="4" name="Footer Placeholder 3"/>
          <p:cNvSpPr>
            <a:spLocks noGrp="1"/>
          </p:cNvSpPr>
          <p:nvPr>
            <p:ph type="ftr" sz="quarter" idx="11"/>
          </p:nvPr>
        </p:nvSpPr>
        <p:spPr/>
        <p:txBody>
          <a:bodyPr/>
          <a:lstStyle/>
          <a:p>
            <a:r>
              <a:rPr lang="en-US"/>
              <a:t>Copyright © SystemEXE,Inc All Rights Reserved.</a:t>
            </a:r>
          </a:p>
        </p:txBody>
      </p:sp>
      <p:sp>
        <p:nvSpPr>
          <p:cNvPr id="5" name="Slide Number Placeholder 4"/>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cxnSp>
        <p:nvCxnSpPr>
          <p:cNvPr id="6" name="直線コネクタ 5">
            <a:extLst>
              <a:ext uri="{FF2B5EF4-FFF2-40B4-BE49-F238E27FC236}">
                <a16:creationId xmlns:a16="http://schemas.microsoft.com/office/drawing/2014/main" id="{FBC11A7E-29EC-0147-8188-ACEEB4EB432E}"/>
              </a:ext>
            </a:extLst>
          </p:cNvPr>
          <p:cNvCxnSpPr>
            <a:cxnSpLocks/>
          </p:cNvCxnSpPr>
          <p:nvPr userDrawn="1"/>
        </p:nvCxnSpPr>
        <p:spPr>
          <a:xfrm>
            <a:off x="576000" y="709643"/>
            <a:ext cx="11040000" cy="0"/>
          </a:xfrm>
          <a:prstGeom prst="line">
            <a:avLst/>
          </a:prstGeom>
          <a:ln w="19050">
            <a:solidFill>
              <a:srgbClr val="9A3B5D"/>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777887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目次_10">
    <p:spTree>
      <p:nvGrpSpPr>
        <p:cNvPr id="1" name=""/>
        <p:cNvGrpSpPr/>
        <p:nvPr/>
      </p:nvGrpSpPr>
      <p:grpSpPr>
        <a:xfrm>
          <a:off x="0" y="0"/>
          <a:ext cx="0" cy="0"/>
          <a:chOff x="0" y="0"/>
          <a:chExt cx="0" cy="0"/>
        </a:xfrm>
      </p:grpSpPr>
      <p:sp>
        <p:nvSpPr>
          <p:cNvPr id="2" name="タイトル 1"/>
          <p:cNvSpPr>
            <a:spLocks noGrp="1"/>
          </p:cNvSpPr>
          <p:nvPr>
            <p:ph type="title"/>
          </p:nvPr>
        </p:nvSpPr>
        <p:spPr>
          <a:xfrm>
            <a:off x="576000" y="192000"/>
            <a:ext cx="11040000" cy="480000"/>
          </a:xfrm>
        </p:spPr>
        <p:txBody>
          <a:bodyPr/>
          <a:lstStyle/>
          <a:p>
            <a:r>
              <a:rPr kumimoji="1" lang="ja-JP" altLang="en-US"/>
              <a:t>マスター タイトルの書式設定</a:t>
            </a:r>
          </a:p>
        </p:txBody>
      </p:sp>
      <p:sp>
        <p:nvSpPr>
          <p:cNvPr id="3" name="日付プレースホルダー 2"/>
          <p:cNvSpPr>
            <a:spLocks noGrp="1"/>
          </p:cNvSpPr>
          <p:nvPr>
            <p:ph type="dt" sz="half" idx="10"/>
          </p:nvPr>
        </p:nvSpPr>
        <p:spPr/>
        <p:txBody>
          <a:bodyPr/>
          <a:lstStyle/>
          <a:p>
            <a:r>
              <a:rPr lang="en-US" altLang="ja-JP"/>
              <a:t>2024/11/14</a:t>
            </a:r>
            <a:endParaRPr lang="en-US"/>
          </a:p>
        </p:txBody>
      </p:sp>
      <p:sp>
        <p:nvSpPr>
          <p:cNvPr id="4" name="フッター プレースホルダー 3"/>
          <p:cNvSpPr>
            <a:spLocks noGrp="1"/>
          </p:cNvSpPr>
          <p:nvPr>
            <p:ph type="ftr" sz="quarter" idx="11"/>
          </p:nvPr>
        </p:nvSpPr>
        <p:spPr/>
        <p:txBody>
          <a:bodyPr/>
          <a:lstStyle/>
          <a:p>
            <a:r>
              <a:rPr lang="en-US"/>
              <a:t>Copyright © SystemEXE,Inc All Rights Reserved.</a:t>
            </a:r>
          </a:p>
        </p:txBody>
      </p:sp>
      <p:sp>
        <p:nvSpPr>
          <p:cNvPr id="5" name="スライド番号プレースホルダー 4"/>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533"/>
          </a:p>
        </p:txBody>
      </p:sp>
      <p:sp>
        <p:nvSpPr>
          <p:cNvPr id="7" name="テキスト ボックス 6"/>
          <p:cNvSpPr txBox="1">
            <a:spLocks/>
          </p:cNvSpPr>
          <p:nvPr/>
        </p:nvSpPr>
        <p:spPr>
          <a:xfrm>
            <a:off x="576001" y="1248001"/>
            <a:ext cx="729687" cy="1323439"/>
          </a:xfrm>
          <a:prstGeom prst="rect">
            <a:avLst/>
          </a:prstGeom>
          <a:noFill/>
        </p:spPr>
        <p:txBody>
          <a:bodyPr wrap="none" rtlCol="0">
            <a:spAutoFit/>
          </a:bodyPr>
          <a:lstStyle/>
          <a:p>
            <a:r>
              <a:rPr kumimoji="1" lang="en-US" altLang="ja-JP" sz="8000" b="1">
                <a:solidFill>
                  <a:schemeClr val="bg1">
                    <a:lumMod val="85000"/>
                  </a:schemeClr>
                </a:solidFill>
                <a:latin typeface="游明朝" panose="02020400000000000000" pitchFamily="18" charset="-128"/>
                <a:ea typeface="游明朝" panose="02020400000000000000" pitchFamily="18" charset="-128"/>
              </a:rPr>
              <a:t>1</a:t>
            </a:r>
            <a:endParaRPr kumimoji="1" lang="ja-JP" altLang="en-US" sz="8000" b="1">
              <a:solidFill>
                <a:schemeClr val="bg1">
                  <a:lumMod val="85000"/>
                </a:schemeClr>
              </a:solidFill>
              <a:latin typeface="游明朝" panose="02020400000000000000" pitchFamily="18" charset="-128"/>
              <a:ea typeface="游明朝" panose="02020400000000000000" pitchFamily="18" charset="-128"/>
            </a:endParaRPr>
          </a:p>
        </p:txBody>
      </p:sp>
      <p:sp>
        <p:nvSpPr>
          <p:cNvPr id="8" name="テキスト ボックス 7"/>
          <p:cNvSpPr txBox="1"/>
          <p:nvPr userDrawn="1"/>
        </p:nvSpPr>
        <p:spPr>
          <a:xfrm>
            <a:off x="576002" y="3648001"/>
            <a:ext cx="729687" cy="1323439"/>
          </a:xfrm>
          <a:prstGeom prst="rect">
            <a:avLst/>
          </a:prstGeom>
          <a:noFill/>
        </p:spPr>
        <p:txBody>
          <a:bodyPr wrap="none" rtlCol="0">
            <a:spAutoFit/>
          </a:bodyPr>
          <a:lstStyle/>
          <a:p>
            <a:r>
              <a:rPr kumimoji="1" lang="en-US" altLang="ja-JP" sz="8000" b="1">
                <a:solidFill>
                  <a:schemeClr val="bg1">
                    <a:lumMod val="85000"/>
                  </a:schemeClr>
                </a:solidFill>
                <a:latin typeface="游明朝" panose="02020400000000000000" pitchFamily="18" charset="-128"/>
                <a:ea typeface="游明朝" panose="02020400000000000000" pitchFamily="18" charset="-128"/>
              </a:rPr>
              <a:t>5</a:t>
            </a:r>
            <a:endParaRPr kumimoji="1" lang="ja-JP" altLang="en-US" sz="8000" b="1">
              <a:solidFill>
                <a:schemeClr val="bg1">
                  <a:lumMod val="85000"/>
                </a:schemeClr>
              </a:solidFill>
              <a:latin typeface="游明朝" panose="02020400000000000000" pitchFamily="18" charset="-128"/>
              <a:ea typeface="游明朝" panose="02020400000000000000" pitchFamily="18" charset="-128"/>
            </a:endParaRPr>
          </a:p>
        </p:txBody>
      </p:sp>
      <p:sp>
        <p:nvSpPr>
          <p:cNvPr id="9" name="テキスト ボックス 8"/>
          <p:cNvSpPr txBox="1">
            <a:spLocks/>
          </p:cNvSpPr>
          <p:nvPr/>
        </p:nvSpPr>
        <p:spPr>
          <a:xfrm>
            <a:off x="3552074" y="1248001"/>
            <a:ext cx="729687" cy="1323439"/>
          </a:xfrm>
          <a:prstGeom prst="rect">
            <a:avLst/>
          </a:prstGeom>
          <a:noFill/>
        </p:spPr>
        <p:txBody>
          <a:bodyPr wrap="none" rtlCol="0">
            <a:spAutoFit/>
          </a:bodyPr>
          <a:lstStyle/>
          <a:p>
            <a:r>
              <a:rPr kumimoji="1" lang="en-US" altLang="ja-JP" sz="8000" b="1">
                <a:solidFill>
                  <a:schemeClr val="bg1">
                    <a:lumMod val="85000"/>
                  </a:schemeClr>
                </a:solidFill>
                <a:latin typeface="游明朝" panose="02020400000000000000" pitchFamily="18" charset="-128"/>
                <a:ea typeface="游明朝" panose="02020400000000000000" pitchFamily="18" charset="-128"/>
              </a:rPr>
              <a:t>2</a:t>
            </a:r>
            <a:endParaRPr kumimoji="1" lang="ja-JP" altLang="en-US" sz="8000" b="1">
              <a:solidFill>
                <a:schemeClr val="bg1">
                  <a:lumMod val="85000"/>
                </a:schemeClr>
              </a:solidFill>
              <a:latin typeface="游明朝" panose="02020400000000000000" pitchFamily="18" charset="-128"/>
              <a:ea typeface="游明朝" panose="02020400000000000000" pitchFamily="18" charset="-128"/>
            </a:endParaRPr>
          </a:p>
        </p:txBody>
      </p:sp>
      <p:sp>
        <p:nvSpPr>
          <p:cNvPr id="10" name="テキスト ボックス 9"/>
          <p:cNvSpPr txBox="1">
            <a:spLocks/>
          </p:cNvSpPr>
          <p:nvPr/>
        </p:nvSpPr>
        <p:spPr>
          <a:xfrm>
            <a:off x="6549036" y="1248001"/>
            <a:ext cx="729687" cy="1323439"/>
          </a:xfrm>
          <a:prstGeom prst="rect">
            <a:avLst/>
          </a:prstGeom>
          <a:noFill/>
        </p:spPr>
        <p:txBody>
          <a:bodyPr wrap="none" rtlCol="0">
            <a:spAutoFit/>
          </a:bodyPr>
          <a:lstStyle/>
          <a:p>
            <a:r>
              <a:rPr kumimoji="1" lang="en-US" altLang="ja-JP" sz="8000" b="1">
                <a:solidFill>
                  <a:schemeClr val="bg1">
                    <a:lumMod val="85000"/>
                  </a:schemeClr>
                </a:solidFill>
                <a:latin typeface="游明朝" panose="02020400000000000000" pitchFamily="18" charset="-128"/>
                <a:ea typeface="游明朝" panose="02020400000000000000" pitchFamily="18" charset="-128"/>
              </a:rPr>
              <a:t>3</a:t>
            </a:r>
            <a:endParaRPr kumimoji="1" lang="ja-JP" altLang="en-US" sz="8000" b="1">
              <a:solidFill>
                <a:schemeClr val="bg1">
                  <a:lumMod val="85000"/>
                </a:schemeClr>
              </a:solidFill>
              <a:latin typeface="游明朝" panose="02020400000000000000" pitchFamily="18" charset="-128"/>
              <a:ea typeface="游明朝" panose="02020400000000000000" pitchFamily="18" charset="-128"/>
            </a:endParaRPr>
          </a:p>
        </p:txBody>
      </p:sp>
      <p:sp>
        <p:nvSpPr>
          <p:cNvPr id="11" name="テキスト ボックス 10"/>
          <p:cNvSpPr txBox="1">
            <a:spLocks/>
          </p:cNvSpPr>
          <p:nvPr/>
        </p:nvSpPr>
        <p:spPr>
          <a:xfrm>
            <a:off x="9552003" y="1248001"/>
            <a:ext cx="729687" cy="1323439"/>
          </a:xfrm>
          <a:prstGeom prst="rect">
            <a:avLst/>
          </a:prstGeom>
          <a:noFill/>
        </p:spPr>
        <p:txBody>
          <a:bodyPr wrap="none" rtlCol="0">
            <a:spAutoFit/>
          </a:bodyPr>
          <a:lstStyle/>
          <a:p>
            <a:r>
              <a:rPr kumimoji="1" lang="en-US" altLang="ja-JP" sz="8000" b="1">
                <a:solidFill>
                  <a:schemeClr val="bg1">
                    <a:lumMod val="85000"/>
                  </a:schemeClr>
                </a:solidFill>
                <a:latin typeface="游明朝" panose="02020400000000000000" pitchFamily="18" charset="-128"/>
                <a:ea typeface="游明朝" panose="02020400000000000000" pitchFamily="18" charset="-128"/>
              </a:rPr>
              <a:t>4</a:t>
            </a:r>
            <a:endParaRPr kumimoji="1" lang="ja-JP" altLang="en-US" sz="8000" b="1">
              <a:solidFill>
                <a:schemeClr val="bg1">
                  <a:lumMod val="85000"/>
                </a:schemeClr>
              </a:solidFill>
              <a:latin typeface="游明朝" panose="02020400000000000000" pitchFamily="18" charset="-128"/>
              <a:ea typeface="游明朝" panose="02020400000000000000" pitchFamily="18" charset="-128"/>
            </a:endParaRPr>
          </a:p>
        </p:txBody>
      </p:sp>
      <p:sp>
        <p:nvSpPr>
          <p:cNvPr id="23" name="テキスト ボックス 22"/>
          <p:cNvSpPr txBox="1"/>
          <p:nvPr/>
        </p:nvSpPr>
        <p:spPr>
          <a:xfrm>
            <a:off x="3552075" y="3648001"/>
            <a:ext cx="729687" cy="1323439"/>
          </a:xfrm>
          <a:prstGeom prst="rect">
            <a:avLst/>
          </a:prstGeom>
          <a:noFill/>
        </p:spPr>
        <p:txBody>
          <a:bodyPr wrap="none" rtlCol="0">
            <a:spAutoFit/>
          </a:bodyPr>
          <a:lstStyle/>
          <a:p>
            <a:r>
              <a:rPr kumimoji="1" lang="en-US" altLang="ja-JP" sz="8000" b="1">
                <a:solidFill>
                  <a:schemeClr val="bg1">
                    <a:lumMod val="85000"/>
                  </a:schemeClr>
                </a:solidFill>
                <a:latin typeface="游明朝" panose="02020400000000000000" pitchFamily="18" charset="-128"/>
                <a:ea typeface="游明朝" panose="02020400000000000000" pitchFamily="18" charset="-128"/>
              </a:rPr>
              <a:t>6</a:t>
            </a:r>
            <a:endParaRPr kumimoji="1" lang="ja-JP" altLang="en-US" sz="8000" b="1">
              <a:solidFill>
                <a:schemeClr val="bg1">
                  <a:lumMod val="85000"/>
                </a:schemeClr>
              </a:solidFill>
              <a:latin typeface="游明朝" panose="02020400000000000000" pitchFamily="18" charset="-128"/>
              <a:ea typeface="游明朝" panose="02020400000000000000" pitchFamily="18" charset="-128"/>
            </a:endParaRPr>
          </a:p>
        </p:txBody>
      </p:sp>
      <p:sp>
        <p:nvSpPr>
          <p:cNvPr id="25" name="テキスト ボックス 24"/>
          <p:cNvSpPr txBox="1"/>
          <p:nvPr/>
        </p:nvSpPr>
        <p:spPr>
          <a:xfrm>
            <a:off x="6549037" y="3648001"/>
            <a:ext cx="729687" cy="1323439"/>
          </a:xfrm>
          <a:prstGeom prst="rect">
            <a:avLst/>
          </a:prstGeom>
          <a:noFill/>
        </p:spPr>
        <p:txBody>
          <a:bodyPr wrap="none" rtlCol="0">
            <a:spAutoFit/>
          </a:bodyPr>
          <a:lstStyle/>
          <a:p>
            <a:r>
              <a:rPr kumimoji="1" lang="en-US" altLang="ja-JP" sz="8000" b="1">
                <a:solidFill>
                  <a:schemeClr val="bg1">
                    <a:lumMod val="85000"/>
                  </a:schemeClr>
                </a:solidFill>
                <a:latin typeface="游明朝" panose="02020400000000000000" pitchFamily="18" charset="-128"/>
                <a:ea typeface="游明朝" panose="02020400000000000000" pitchFamily="18" charset="-128"/>
              </a:rPr>
              <a:t>7</a:t>
            </a:r>
            <a:endParaRPr kumimoji="1" lang="ja-JP" altLang="en-US" sz="8000" b="1">
              <a:solidFill>
                <a:schemeClr val="bg1">
                  <a:lumMod val="85000"/>
                </a:schemeClr>
              </a:solidFill>
              <a:latin typeface="游明朝" panose="02020400000000000000" pitchFamily="18" charset="-128"/>
              <a:ea typeface="游明朝" panose="02020400000000000000" pitchFamily="18" charset="-128"/>
            </a:endParaRPr>
          </a:p>
        </p:txBody>
      </p:sp>
      <p:sp>
        <p:nvSpPr>
          <p:cNvPr id="26" name="テキスト ボックス 25"/>
          <p:cNvSpPr txBox="1"/>
          <p:nvPr/>
        </p:nvSpPr>
        <p:spPr>
          <a:xfrm>
            <a:off x="9552004" y="3648001"/>
            <a:ext cx="729687" cy="1323439"/>
          </a:xfrm>
          <a:prstGeom prst="rect">
            <a:avLst/>
          </a:prstGeom>
          <a:noFill/>
        </p:spPr>
        <p:txBody>
          <a:bodyPr wrap="none" rtlCol="0">
            <a:spAutoFit/>
          </a:bodyPr>
          <a:lstStyle/>
          <a:p>
            <a:r>
              <a:rPr kumimoji="1" lang="en-US" altLang="ja-JP" sz="8000" b="1">
                <a:solidFill>
                  <a:schemeClr val="bg1">
                    <a:lumMod val="85000"/>
                  </a:schemeClr>
                </a:solidFill>
                <a:latin typeface="游明朝" panose="02020400000000000000" pitchFamily="18" charset="-128"/>
                <a:ea typeface="游明朝" panose="02020400000000000000" pitchFamily="18" charset="-128"/>
              </a:rPr>
              <a:t>8</a:t>
            </a:r>
            <a:endParaRPr kumimoji="1" lang="ja-JP" altLang="en-US" sz="8000" b="1">
              <a:solidFill>
                <a:schemeClr val="bg1">
                  <a:lumMod val="85000"/>
                </a:schemeClr>
              </a:solidFill>
              <a:latin typeface="游明朝" panose="02020400000000000000" pitchFamily="18" charset="-128"/>
              <a:ea typeface="游明朝" panose="02020400000000000000" pitchFamily="18" charset="-128"/>
            </a:endParaRPr>
          </a:p>
        </p:txBody>
      </p:sp>
      <p:sp>
        <p:nvSpPr>
          <p:cNvPr id="39" name="テキスト プレースホルダー 38"/>
          <p:cNvSpPr>
            <a:spLocks noGrp="1"/>
          </p:cNvSpPr>
          <p:nvPr>
            <p:ph type="body" sz="quarter" idx="13"/>
          </p:nvPr>
        </p:nvSpPr>
        <p:spPr>
          <a:xfrm>
            <a:off x="576000" y="1536000"/>
            <a:ext cx="2064000" cy="768000"/>
          </a:xfrm>
        </p:spPr>
        <p:txBody>
          <a:bodyPr wrap="none" lIns="72000" rIns="72000" anchor="ctr">
            <a:noAutofit/>
          </a:bodyPr>
          <a:lstStyle>
            <a:lvl1pPr algn="ctr">
              <a:lnSpc>
                <a:spcPct val="100000"/>
              </a:lnSpc>
              <a:spcBef>
                <a:spcPts val="0"/>
              </a:spcBef>
              <a:defRPr sz="2000" b="1"/>
            </a:lvl1pPr>
          </a:lstStyle>
          <a:p>
            <a:pPr lvl="0"/>
            <a:endParaRPr kumimoji="1" lang="en-US" altLang="ja-JP"/>
          </a:p>
        </p:txBody>
      </p:sp>
      <p:sp>
        <p:nvSpPr>
          <p:cNvPr id="40" name="テキスト プレースホルダー 38"/>
          <p:cNvSpPr>
            <a:spLocks noGrp="1"/>
          </p:cNvSpPr>
          <p:nvPr>
            <p:ph type="body" sz="quarter" idx="14"/>
          </p:nvPr>
        </p:nvSpPr>
        <p:spPr>
          <a:xfrm>
            <a:off x="576000" y="2304000"/>
            <a:ext cx="2064000" cy="864000"/>
          </a:xfrm>
          <a:solidFill>
            <a:schemeClr val="bg1">
              <a:lumMod val="95000"/>
            </a:schemeClr>
          </a:solidFill>
        </p:spPr>
        <p:txBody>
          <a:bodyPr lIns="72000" rIns="72000" anchor="t">
            <a:noAutofit/>
          </a:bodyPr>
          <a:lstStyle>
            <a:lvl1pPr algn="l">
              <a:lnSpc>
                <a:spcPct val="100000"/>
              </a:lnSpc>
              <a:spcBef>
                <a:spcPts val="0"/>
              </a:spcBef>
              <a:defRPr sz="1600" b="0"/>
            </a:lvl1pPr>
          </a:lstStyle>
          <a:p>
            <a:pPr lvl="0"/>
            <a:endParaRPr kumimoji="1" lang="ja-JP" altLang="en-US"/>
          </a:p>
        </p:txBody>
      </p:sp>
      <p:cxnSp>
        <p:nvCxnSpPr>
          <p:cNvPr id="41" name="直線コネクタ 40">
            <a:extLst>
              <a:ext uri="{FF2B5EF4-FFF2-40B4-BE49-F238E27FC236}">
                <a16:creationId xmlns:a16="http://schemas.microsoft.com/office/drawing/2014/main" id="{FBC11A7E-29EC-0147-8188-ACEEB4EB432E}"/>
              </a:ext>
            </a:extLst>
          </p:cNvPr>
          <p:cNvCxnSpPr>
            <a:cxnSpLocks/>
          </p:cNvCxnSpPr>
          <p:nvPr userDrawn="1"/>
        </p:nvCxnSpPr>
        <p:spPr>
          <a:xfrm>
            <a:off x="576000" y="709643"/>
            <a:ext cx="11040000" cy="0"/>
          </a:xfrm>
          <a:prstGeom prst="line">
            <a:avLst/>
          </a:prstGeom>
          <a:ln w="19050">
            <a:solidFill>
              <a:srgbClr val="9A3B5D"/>
            </a:solidFill>
          </a:ln>
        </p:spPr>
        <p:style>
          <a:lnRef idx="1">
            <a:schemeClr val="accent1"/>
          </a:lnRef>
          <a:fillRef idx="0">
            <a:schemeClr val="accent1"/>
          </a:fillRef>
          <a:effectRef idx="0">
            <a:schemeClr val="accent1"/>
          </a:effectRef>
          <a:fontRef idx="minor">
            <a:schemeClr val="tx1"/>
          </a:fontRef>
        </p:style>
      </p:cxnSp>
      <p:sp>
        <p:nvSpPr>
          <p:cNvPr id="42" name="テキスト プレースホルダー 38"/>
          <p:cNvSpPr>
            <a:spLocks noGrp="1"/>
          </p:cNvSpPr>
          <p:nvPr>
            <p:ph type="body" sz="quarter" idx="15"/>
          </p:nvPr>
        </p:nvSpPr>
        <p:spPr>
          <a:xfrm>
            <a:off x="3552073" y="1536000"/>
            <a:ext cx="2064000" cy="768000"/>
          </a:xfrm>
        </p:spPr>
        <p:txBody>
          <a:bodyPr wrap="none" lIns="72000" rIns="72000" anchor="ctr">
            <a:noAutofit/>
          </a:bodyPr>
          <a:lstStyle>
            <a:lvl1pPr algn="ctr">
              <a:lnSpc>
                <a:spcPct val="100000"/>
              </a:lnSpc>
              <a:spcBef>
                <a:spcPts val="0"/>
              </a:spcBef>
              <a:defRPr sz="2000" b="1"/>
            </a:lvl1pPr>
          </a:lstStyle>
          <a:p>
            <a:pPr lvl="0"/>
            <a:endParaRPr kumimoji="1" lang="ja-JP" altLang="en-US"/>
          </a:p>
        </p:txBody>
      </p:sp>
      <p:sp>
        <p:nvSpPr>
          <p:cNvPr id="43" name="テキスト プレースホルダー 38"/>
          <p:cNvSpPr>
            <a:spLocks noGrp="1"/>
          </p:cNvSpPr>
          <p:nvPr>
            <p:ph type="body" sz="quarter" idx="16"/>
          </p:nvPr>
        </p:nvSpPr>
        <p:spPr>
          <a:xfrm>
            <a:off x="3552073" y="2304000"/>
            <a:ext cx="2064000" cy="864000"/>
          </a:xfrm>
          <a:solidFill>
            <a:schemeClr val="bg1">
              <a:lumMod val="95000"/>
            </a:schemeClr>
          </a:solidFill>
        </p:spPr>
        <p:txBody>
          <a:bodyPr lIns="72000" rIns="72000" anchor="t">
            <a:noAutofit/>
          </a:bodyPr>
          <a:lstStyle>
            <a:lvl1pPr algn="l">
              <a:lnSpc>
                <a:spcPct val="100000"/>
              </a:lnSpc>
              <a:spcBef>
                <a:spcPts val="0"/>
              </a:spcBef>
              <a:defRPr sz="1600" b="0"/>
            </a:lvl1pPr>
          </a:lstStyle>
          <a:p>
            <a:pPr lvl="0"/>
            <a:endParaRPr kumimoji="1" lang="ja-JP" altLang="en-US"/>
          </a:p>
        </p:txBody>
      </p:sp>
      <p:sp>
        <p:nvSpPr>
          <p:cNvPr id="44" name="テキスト プレースホルダー 38"/>
          <p:cNvSpPr>
            <a:spLocks noGrp="1"/>
          </p:cNvSpPr>
          <p:nvPr>
            <p:ph type="body" sz="quarter" idx="17"/>
          </p:nvPr>
        </p:nvSpPr>
        <p:spPr>
          <a:xfrm>
            <a:off x="6549035" y="1536000"/>
            <a:ext cx="2064000" cy="768000"/>
          </a:xfrm>
        </p:spPr>
        <p:txBody>
          <a:bodyPr wrap="none" lIns="72000" rIns="72000" anchor="ctr">
            <a:noAutofit/>
          </a:bodyPr>
          <a:lstStyle>
            <a:lvl1pPr algn="ctr">
              <a:lnSpc>
                <a:spcPct val="100000"/>
              </a:lnSpc>
              <a:spcBef>
                <a:spcPts val="0"/>
              </a:spcBef>
              <a:defRPr sz="2000" b="1"/>
            </a:lvl1pPr>
          </a:lstStyle>
          <a:p>
            <a:pPr lvl="0"/>
            <a:endParaRPr kumimoji="1" lang="ja-JP" altLang="en-US"/>
          </a:p>
        </p:txBody>
      </p:sp>
      <p:sp>
        <p:nvSpPr>
          <p:cNvPr id="45" name="テキスト プレースホルダー 38"/>
          <p:cNvSpPr>
            <a:spLocks noGrp="1"/>
          </p:cNvSpPr>
          <p:nvPr>
            <p:ph type="body" sz="quarter" idx="18"/>
          </p:nvPr>
        </p:nvSpPr>
        <p:spPr>
          <a:xfrm>
            <a:off x="6549035" y="2304000"/>
            <a:ext cx="2064000" cy="864000"/>
          </a:xfrm>
          <a:solidFill>
            <a:schemeClr val="bg1">
              <a:lumMod val="95000"/>
            </a:schemeClr>
          </a:solidFill>
        </p:spPr>
        <p:txBody>
          <a:bodyPr lIns="72000" rIns="72000" anchor="t">
            <a:noAutofit/>
          </a:bodyPr>
          <a:lstStyle>
            <a:lvl1pPr algn="l">
              <a:lnSpc>
                <a:spcPct val="100000"/>
              </a:lnSpc>
              <a:spcBef>
                <a:spcPts val="0"/>
              </a:spcBef>
              <a:defRPr sz="1600" b="0"/>
            </a:lvl1pPr>
          </a:lstStyle>
          <a:p>
            <a:pPr lvl="0"/>
            <a:endParaRPr kumimoji="1" lang="ja-JP" altLang="en-US"/>
          </a:p>
        </p:txBody>
      </p:sp>
      <p:sp>
        <p:nvSpPr>
          <p:cNvPr id="46" name="テキスト プレースホルダー 38"/>
          <p:cNvSpPr>
            <a:spLocks noGrp="1"/>
          </p:cNvSpPr>
          <p:nvPr>
            <p:ph type="body" sz="quarter" idx="19"/>
          </p:nvPr>
        </p:nvSpPr>
        <p:spPr>
          <a:xfrm>
            <a:off x="9552002" y="1536000"/>
            <a:ext cx="2064000" cy="768000"/>
          </a:xfrm>
        </p:spPr>
        <p:txBody>
          <a:bodyPr wrap="none" lIns="72000" rIns="72000" anchor="ctr">
            <a:noAutofit/>
          </a:bodyPr>
          <a:lstStyle>
            <a:lvl1pPr algn="ctr">
              <a:lnSpc>
                <a:spcPct val="100000"/>
              </a:lnSpc>
              <a:spcBef>
                <a:spcPts val="0"/>
              </a:spcBef>
              <a:defRPr sz="2000" b="1"/>
            </a:lvl1pPr>
          </a:lstStyle>
          <a:p>
            <a:pPr lvl="0"/>
            <a:endParaRPr kumimoji="1" lang="ja-JP" altLang="en-US"/>
          </a:p>
        </p:txBody>
      </p:sp>
      <p:sp>
        <p:nvSpPr>
          <p:cNvPr id="47" name="テキスト プレースホルダー 38"/>
          <p:cNvSpPr>
            <a:spLocks noGrp="1"/>
          </p:cNvSpPr>
          <p:nvPr>
            <p:ph type="body" sz="quarter" idx="20"/>
          </p:nvPr>
        </p:nvSpPr>
        <p:spPr>
          <a:xfrm>
            <a:off x="9552002" y="2304000"/>
            <a:ext cx="2064000" cy="864000"/>
          </a:xfrm>
          <a:solidFill>
            <a:schemeClr val="bg1">
              <a:lumMod val="95000"/>
            </a:schemeClr>
          </a:solidFill>
        </p:spPr>
        <p:txBody>
          <a:bodyPr lIns="72000" rIns="72000" anchor="t">
            <a:noAutofit/>
          </a:bodyPr>
          <a:lstStyle>
            <a:lvl1pPr algn="l">
              <a:lnSpc>
                <a:spcPct val="100000"/>
              </a:lnSpc>
              <a:spcBef>
                <a:spcPts val="0"/>
              </a:spcBef>
              <a:defRPr sz="1600" b="0"/>
            </a:lvl1pPr>
          </a:lstStyle>
          <a:p>
            <a:pPr lvl="0"/>
            <a:endParaRPr kumimoji="1" lang="ja-JP" altLang="en-US"/>
          </a:p>
        </p:txBody>
      </p:sp>
      <p:sp>
        <p:nvSpPr>
          <p:cNvPr id="48" name="テキスト プレースホルダー 38"/>
          <p:cNvSpPr>
            <a:spLocks noGrp="1"/>
          </p:cNvSpPr>
          <p:nvPr>
            <p:ph type="body" sz="quarter" idx="21"/>
          </p:nvPr>
        </p:nvSpPr>
        <p:spPr>
          <a:xfrm>
            <a:off x="576001" y="3936000"/>
            <a:ext cx="2064000" cy="768000"/>
          </a:xfrm>
        </p:spPr>
        <p:txBody>
          <a:bodyPr wrap="none" lIns="72000" rIns="72000" anchor="ctr">
            <a:noAutofit/>
          </a:bodyPr>
          <a:lstStyle>
            <a:lvl1pPr algn="ctr">
              <a:lnSpc>
                <a:spcPct val="100000"/>
              </a:lnSpc>
              <a:spcBef>
                <a:spcPts val="0"/>
              </a:spcBef>
              <a:defRPr sz="2000" b="1"/>
            </a:lvl1pPr>
          </a:lstStyle>
          <a:p>
            <a:pPr lvl="0"/>
            <a:endParaRPr kumimoji="1" lang="ja-JP" altLang="en-US"/>
          </a:p>
        </p:txBody>
      </p:sp>
      <p:sp>
        <p:nvSpPr>
          <p:cNvPr id="49" name="テキスト プレースホルダー 38"/>
          <p:cNvSpPr>
            <a:spLocks noGrp="1"/>
          </p:cNvSpPr>
          <p:nvPr>
            <p:ph type="body" sz="quarter" idx="22"/>
          </p:nvPr>
        </p:nvSpPr>
        <p:spPr>
          <a:xfrm>
            <a:off x="576001" y="4704000"/>
            <a:ext cx="2064000" cy="864000"/>
          </a:xfrm>
          <a:solidFill>
            <a:schemeClr val="bg1">
              <a:lumMod val="95000"/>
            </a:schemeClr>
          </a:solidFill>
        </p:spPr>
        <p:txBody>
          <a:bodyPr lIns="72000" rIns="72000" anchor="t">
            <a:noAutofit/>
          </a:bodyPr>
          <a:lstStyle>
            <a:lvl1pPr algn="l">
              <a:lnSpc>
                <a:spcPct val="100000"/>
              </a:lnSpc>
              <a:spcBef>
                <a:spcPts val="0"/>
              </a:spcBef>
              <a:defRPr sz="1600" b="0"/>
            </a:lvl1pPr>
          </a:lstStyle>
          <a:p>
            <a:pPr lvl="0"/>
            <a:endParaRPr kumimoji="1" lang="ja-JP" altLang="en-US"/>
          </a:p>
        </p:txBody>
      </p:sp>
      <p:sp>
        <p:nvSpPr>
          <p:cNvPr id="50" name="テキスト プレースホルダー 38"/>
          <p:cNvSpPr>
            <a:spLocks noGrp="1"/>
          </p:cNvSpPr>
          <p:nvPr>
            <p:ph type="body" sz="quarter" idx="23"/>
          </p:nvPr>
        </p:nvSpPr>
        <p:spPr>
          <a:xfrm>
            <a:off x="3552074" y="3936000"/>
            <a:ext cx="2064000" cy="768000"/>
          </a:xfrm>
        </p:spPr>
        <p:txBody>
          <a:bodyPr wrap="none" lIns="72000" rIns="72000" anchor="ctr">
            <a:noAutofit/>
          </a:bodyPr>
          <a:lstStyle>
            <a:lvl1pPr algn="ctr">
              <a:lnSpc>
                <a:spcPct val="100000"/>
              </a:lnSpc>
              <a:spcBef>
                <a:spcPts val="0"/>
              </a:spcBef>
              <a:defRPr sz="2000" b="1"/>
            </a:lvl1pPr>
          </a:lstStyle>
          <a:p>
            <a:pPr lvl="0"/>
            <a:endParaRPr kumimoji="1" lang="ja-JP" altLang="en-US"/>
          </a:p>
        </p:txBody>
      </p:sp>
      <p:sp>
        <p:nvSpPr>
          <p:cNvPr id="51" name="テキスト プレースホルダー 38"/>
          <p:cNvSpPr>
            <a:spLocks noGrp="1"/>
          </p:cNvSpPr>
          <p:nvPr>
            <p:ph type="body" sz="quarter" idx="24"/>
          </p:nvPr>
        </p:nvSpPr>
        <p:spPr>
          <a:xfrm>
            <a:off x="3552074" y="4704000"/>
            <a:ext cx="2064000" cy="864000"/>
          </a:xfrm>
          <a:solidFill>
            <a:schemeClr val="bg1">
              <a:lumMod val="95000"/>
            </a:schemeClr>
          </a:solidFill>
        </p:spPr>
        <p:txBody>
          <a:bodyPr lIns="72000" rIns="72000" anchor="t">
            <a:noAutofit/>
          </a:bodyPr>
          <a:lstStyle>
            <a:lvl1pPr algn="l">
              <a:lnSpc>
                <a:spcPct val="100000"/>
              </a:lnSpc>
              <a:spcBef>
                <a:spcPts val="0"/>
              </a:spcBef>
              <a:defRPr sz="1600" b="0"/>
            </a:lvl1pPr>
          </a:lstStyle>
          <a:p>
            <a:pPr lvl="0"/>
            <a:endParaRPr kumimoji="1" lang="ja-JP" altLang="en-US"/>
          </a:p>
        </p:txBody>
      </p:sp>
      <p:sp>
        <p:nvSpPr>
          <p:cNvPr id="52" name="テキスト プレースホルダー 38"/>
          <p:cNvSpPr>
            <a:spLocks noGrp="1"/>
          </p:cNvSpPr>
          <p:nvPr>
            <p:ph type="body" sz="quarter" idx="25"/>
          </p:nvPr>
        </p:nvSpPr>
        <p:spPr>
          <a:xfrm>
            <a:off x="6549036" y="3936000"/>
            <a:ext cx="2064000" cy="768000"/>
          </a:xfrm>
        </p:spPr>
        <p:txBody>
          <a:bodyPr wrap="none" lIns="72000" rIns="72000" anchor="ctr">
            <a:noAutofit/>
          </a:bodyPr>
          <a:lstStyle>
            <a:lvl1pPr algn="ctr">
              <a:lnSpc>
                <a:spcPct val="100000"/>
              </a:lnSpc>
              <a:spcBef>
                <a:spcPts val="0"/>
              </a:spcBef>
              <a:defRPr sz="2000" b="1"/>
            </a:lvl1pPr>
          </a:lstStyle>
          <a:p>
            <a:pPr lvl="0"/>
            <a:endParaRPr kumimoji="1" lang="ja-JP" altLang="en-US"/>
          </a:p>
        </p:txBody>
      </p:sp>
      <p:sp>
        <p:nvSpPr>
          <p:cNvPr id="53" name="テキスト プレースホルダー 38"/>
          <p:cNvSpPr>
            <a:spLocks noGrp="1"/>
          </p:cNvSpPr>
          <p:nvPr>
            <p:ph type="body" sz="quarter" idx="26"/>
          </p:nvPr>
        </p:nvSpPr>
        <p:spPr>
          <a:xfrm>
            <a:off x="6549036" y="4704000"/>
            <a:ext cx="2064000" cy="864000"/>
          </a:xfrm>
          <a:solidFill>
            <a:schemeClr val="bg1">
              <a:lumMod val="95000"/>
            </a:schemeClr>
          </a:solidFill>
        </p:spPr>
        <p:txBody>
          <a:bodyPr lIns="72000" rIns="72000" anchor="t">
            <a:noAutofit/>
          </a:bodyPr>
          <a:lstStyle>
            <a:lvl1pPr algn="l">
              <a:lnSpc>
                <a:spcPct val="100000"/>
              </a:lnSpc>
              <a:spcBef>
                <a:spcPts val="0"/>
              </a:spcBef>
              <a:defRPr sz="1600" b="0"/>
            </a:lvl1pPr>
          </a:lstStyle>
          <a:p>
            <a:pPr lvl="0"/>
            <a:endParaRPr kumimoji="1" lang="ja-JP" altLang="en-US"/>
          </a:p>
        </p:txBody>
      </p:sp>
      <p:sp>
        <p:nvSpPr>
          <p:cNvPr id="54" name="テキスト プレースホルダー 38"/>
          <p:cNvSpPr>
            <a:spLocks noGrp="1"/>
          </p:cNvSpPr>
          <p:nvPr>
            <p:ph type="body" sz="quarter" idx="27"/>
          </p:nvPr>
        </p:nvSpPr>
        <p:spPr>
          <a:xfrm>
            <a:off x="9552003" y="3936000"/>
            <a:ext cx="2064000" cy="768000"/>
          </a:xfrm>
        </p:spPr>
        <p:txBody>
          <a:bodyPr wrap="none" lIns="72000" rIns="72000" anchor="ctr">
            <a:noAutofit/>
          </a:bodyPr>
          <a:lstStyle>
            <a:lvl1pPr algn="ctr">
              <a:lnSpc>
                <a:spcPct val="100000"/>
              </a:lnSpc>
              <a:spcBef>
                <a:spcPts val="0"/>
              </a:spcBef>
              <a:defRPr sz="2000" b="1"/>
            </a:lvl1pPr>
          </a:lstStyle>
          <a:p>
            <a:pPr lvl="0"/>
            <a:endParaRPr kumimoji="1" lang="ja-JP" altLang="en-US"/>
          </a:p>
        </p:txBody>
      </p:sp>
      <p:sp>
        <p:nvSpPr>
          <p:cNvPr id="55" name="テキスト プレースホルダー 38"/>
          <p:cNvSpPr>
            <a:spLocks noGrp="1"/>
          </p:cNvSpPr>
          <p:nvPr>
            <p:ph type="body" sz="quarter" idx="28"/>
          </p:nvPr>
        </p:nvSpPr>
        <p:spPr>
          <a:xfrm>
            <a:off x="9552003" y="4704000"/>
            <a:ext cx="2064000" cy="864000"/>
          </a:xfrm>
          <a:solidFill>
            <a:schemeClr val="bg1">
              <a:lumMod val="95000"/>
            </a:schemeClr>
          </a:solidFill>
        </p:spPr>
        <p:txBody>
          <a:bodyPr lIns="72000" rIns="72000" anchor="t">
            <a:noAutofit/>
          </a:bodyPr>
          <a:lstStyle>
            <a:lvl1pPr algn="l">
              <a:lnSpc>
                <a:spcPct val="100000"/>
              </a:lnSpc>
              <a:spcBef>
                <a:spcPts val="0"/>
              </a:spcBef>
              <a:defRPr sz="1600" b="0"/>
            </a:lvl1pPr>
          </a:lstStyle>
          <a:p>
            <a:pPr lvl="0"/>
            <a:endParaRPr kumimoji="1" lang="ja-JP" altLang="en-US"/>
          </a:p>
        </p:txBody>
      </p:sp>
    </p:spTree>
    <p:extLst>
      <p:ext uri="{BB962C8B-B14F-4D97-AF65-F5344CB8AC3E}">
        <p14:creationId xmlns:p14="http://schemas.microsoft.com/office/powerpoint/2010/main" val="34240028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セクション見出し_1">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sp>
        <p:nvSpPr>
          <p:cNvPr id="21" name="正方形/長方形 20">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23"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pic>
        <p:nvPicPr>
          <p:cNvPr id="24" name="図 23">
            <a:extLst>
              <a:ext uri="{FF2B5EF4-FFF2-40B4-BE49-F238E27FC236}">
                <a16:creationId xmlns:a16="http://schemas.microsoft.com/office/drawing/2014/main" id="{F46E3783-8969-F042-AEFB-E6C22717CB05}"/>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7"/>
            <a:ext cx="35179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Tree>
    <p:extLst>
      <p:ext uri="{BB962C8B-B14F-4D97-AF65-F5344CB8AC3E}">
        <p14:creationId xmlns:p14="http://schemas.microsoft.com/office/powerpoint/2010/main" val="32883210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セクション見出し_2">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055D30C4-CAC8-2E43-8AC9-139C13DA26B3}"/>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6"/>
            <a:ext cx="38100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40662858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セクション見出し_3">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EFCF8B92-5079-A849-A76B-B3D7BB9532AA}"/>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6"/>
            <a:ext cx="379095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40561541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セクション見出し_4">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77D795D9-D515-7943-A185-DDAE04C1D387}"/>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4"/>
            <a:ext cx="37592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2460363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セクション見出し_5">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6EDF2FC6-1D05-234D-BFDB-6C1848F0C408}"/>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6"/>
            <a:ext cx="382905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24314860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セクション見出し_6">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A88F7372-C6AD-A745-ADD5-0755C27AAF78}"/>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8227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24283270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セクション見出し_7">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5B467C42-11F0-014D-BB0B-3726E4832A4B}"/>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6"/>
            <a:ext cx="38100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97431800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セクション見出し_8">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62F1E800-89BC-AC4A-B7B7-9C3612421E27}"/>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77825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10130264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セクション見出し_9">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123C138A-4F38-464A-8513-3908AEB3E066}"/>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8227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3754056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セクション見出し_10">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7372B925-BE4F-654A-B108-6CD768070805}"/>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6"/>
            <a:ext cx="35179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00977232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セクション見出し_11">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53B38661-B790-F94B-9CC2-2C79D3EAD5F6}"/>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6"/>
            <a:ext cx="35179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96746035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セクション見出し_12">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8C05D1CE-187C-7B4B-B162-14D3E8322852}"/>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5179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255496779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セクション見出し_13">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3633C1CF-F716-2E45-8568-C6E0FC0ED9D3}"/>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5179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179052524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セクション見出し_14">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7056F889-4155-4A41-83A5-44D734D8E95C}"/>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5179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77972260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セクション見出し_15">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CEF53B95-EC99-B74D-A477-016CCD3E82FB}"/>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5179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198079182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セクション見出し_16">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ED893EE9-F018-7942-88CE-9ED464876B93}"/>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4"/>
            <a:ext cx="3514879"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124872703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セクション見出し_17">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41F14F30-E0F1-5246-B095-0CBD8E25BF00}"/>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513483"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272397062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セクション見出し_18">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D512EF49-6F4F-EF40-A52B-7C103FFD08A5}"/>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6"/>
            <a:ext cx="35179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82421903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セクション見出し_19">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730942D6-3112-7A47-9B1E-32A9824AA5D7}"/>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5179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405929872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セクション見出し_20">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21074A7D-BEE3-DF4E-B3F2-92AC22A3564B}"/>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6"/>
            <a:ext cx="37592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atin typeface="游明朝" panose="02020400000000000000" pitchFamily="18" charset="-128"/>
                <a:ea typeface="游明朝" panose="02020400000000000000" pitchFamily="18" charset="-128"/>
              </a:defRPr>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287703157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さいごに">
    <p:spTree>
      <p:nvGrpSpPr>
        <p:cNvPr id="1" name=""/>
        <p:cNvGrpSpPr/>
        <p:nvPr/>
      </p:nvGrpSpPr>
      <p:grpSpPr>
        <a:xfrm>
          <a:off x="0" y="0"/>
          <a:ext cx="0" cy="0"/>
          <a:chOff x="0" y="0"/>
          <a:chExt cx="0" cy="0"/>
        </a:xfrm>
      </p:grpSpPr>
      <p:pic>
        <p:nvPicPr>
          <p:cNvPr id="33" name="図 32">
            <a:extLst>
              <a:ext uri="{FF2B5EF4-FFF2-40B4-BE49-F238E27FC236}">
                <a16:creationId xmlns:a16="http://schemas.microsoft.com/office/drawing/2014/main" id="{10453C54-7F3F-5842-8AEE-825191D5B6E5}"/>
              </a:ext>
            </a:extLst>
          </p:cNvPr>
          <p:cNvPicPr>
            <a:picLocks noChangeAspect="1"/>
          </p:cNvPicPr>
          <p:nvPr userDrawn="1"/>
        </p:nvPicPr>
        <p:blipFill>
          <a:blip r:embed="rId2" cstate="screen">
            <a:extLst>
              <a:ext uri="{BEBA8EAE-BF5A-486C-A8C5-ECC9F3942E4B}">
                <a14:imgProps xmlns:a14="http://schemas.microsoft.com/office/drawing/2010/main">
                  <a14:imgLayer r:embed="rId3">
                    <a14:imgEffect>
                      <a14:colorTemperature colorTemp="2835"/>
                    </a14:imgEffect>
                    <a14:imgEffect>
                      <a14:saturation sat="0"/>
                    </a14:imgEffect>
                  </a14:imgLayer>
                </a14:imgProps>
              </a:ext>
              <a:ext uri="{28A0092B-C50C-407E-A947-70E740481C1C}">
                <a14:useLocalDpi xmlns:a14="http://schemas.microsoft.com/office/drawing/2010/main"/>
              </a:ext>
            </a:extLst>
          </a:blip>
          <a:stretch>
            <a:fillRect/>
          </a:stretch>
        </p:blipFill>
        <p:spPr>
          <a:xfrm>
            <a:off x="0" y="0"/>
            <a:ext cx="12189739" cy="6858000"/>
          </a:xfrm>
          <a:prstGeom prst="rect">
            <a:avLst/>
          </a:prstGeom>
        </p:spPr>
      </p:pic>
      <p:sp>
        <p:nvSpPr>
          <p:cNvPr id="4" name="Date Placeholder 3"/>
          <p:cNvSpPr>
            <a:spLocks noGrp="1"/>
          </p:cNvSpPr>
          <p:nvPr>
            <p:ph type="dt" sz="half" idx="10"/>
          </p:nvPr>
        </p:nvSpPr>
        <p:spPr/>
        <p:txBody>
          <a:bodyPr/>
          <a:lstStyle/>
          <a:p>
            <a:r>
              <a:rPr lang="en-US" altLang="ja-JP"/>
              <a:t>2024/11/14</a:t>
            </a:r>
            <a:endParaRPr lang="en-US"/>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14" name="タイトル 1">
            <a:extLst>
              <a:ext uri="{FF2B5EF4-FFF2-40B4-BE49-F238E27FC236}">
                <a16:creationId xmlns:a16="http://schemas.microsoft.com/office/drawing/2014/main" id="{E7519865-5BC3-C04C-80FB-9FA07956042B}"/>
              </a:ext>
            </a:extLst>
          </p:cNvPr>
          <p:cNvSpPr txBox="1">
            <a:spLocks/>
          </p:cNvSpPr>
          <p:nvPr userDrawn="1"/>
        </p:nvSpPr>
        <p:spPr>
          <a:xfrm>
            <a:off x="1583797" y="940802"/>
            <a:ext cx="9024409" cy="399189"/>
          </a:xfrm>
          <a:prstGeom prst="rect">
            <a:avLst/>
          </a:prstGeom>
        </p:spPr>
        <p:txBody>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ja-JP" altLang="en-US" sz="2800" b="1" spc="300">
                <a:solidFill>
                  <a:schemeClr val="bg1"/>
                </a:solidFill>
                <a:latin typeface="Yu Gothic" panose="020B0400000000000000" pitchFamily="34" charset="-128"/>
                <a:ea typeface="Yu Gothic" panose="020B0400000000000000" pitchFamily="34" charset="-128"/>
              </a:rPr>
              <a:t>ご高覧ありがとうございました</a:t>
            </a:r>
          </a:p>
        </p:txBody>
      </p:sp>
      <p:sp>
        <p:nvSpPr>
          <p:cNvPr id="15" name="Rectangle 116">
            <a:extLst>
              <a:ext uri="{FF2B5EF4-FFF2-40B4-BE49-F238E27FC236}">
                <a16:creationId xmlns:a16="http://schemas.microsoft.com/office/drawing/2014/main" id="{9B54F006-B62B-7742-AB41-8DBFC72A714E}"/>
              </a:ext>
            </a:extLst>
          </p:cNvPr>
          <p:cNvSpPr/>
          <p:nvPr userDrawn="1"/>
        </p:nvSpPr>
        <p:spPr bwMode="auto">
          <a:xfrm>
            <a:off x="1583797" y="1879600"/>
            <a:ext cx="9024409" cy="4070351"/>
          </a:xfrm>
          <a:prstGeom prst="rect">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6" name="図 15">
            <a:extLst>
              <a:ext uri="{FF2B5EF4-FFF2-40B4-BE49-F238E27FC236}">
                <a16:creationId xmlns:a16="http://schemas.microsoft.com/office/drawing/2014/main" id="{967CC1C0-C78B-7648-8B9B-C92E139082AE}"/>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5377672" y="5424001"/>
            <a:ext cx="1436659" cy="373532"/>
          </a:xfrm>
          <a:prstGeom prst="rect">
            <a:avLst/>
          </a:prstGeom>
        </p:spPr>
      </p:pic>
      <p:graphicFrame>
        <p:nvGraphicFramePr>
          <p:cNvPr id="20" name="表 19">
            <a:extLst>
              <a:ext uri="{FF2B5EF4-FFF2-40B4-BE49-F238E27FC236}">
                <a16:creationId xmlns:a16="http://schemas.microsoft.com/office/drawing/2014/main" id="{22E1DCAE-5D66-1643-9F9E-8DEAD9D415FA}"/>
              </a:ext>
            </a:extLst>
          </p:cNvPr>
          <p:cNvGraphicFramePr>
            <a:graphicFrameLocks noGrp="1"/>
          </p:cNvGraphicFramePr>
          <p:nvPr userDrawn="1">
            <p:extLst>
              <p:ext uri="{D42A27DB-BD31-4B8C-83A1-F6EECF244321}">
                <p14:modId xmlns:p14="http://schemas.microsoft.com/office/powerpoint/2010/main" val="1545377750"/>
              </p:ext>
            </p:extLst>
          </p:nvPr>
        </p:nvGraphicFramePr>
        <p:xfrm>
          <a:off x="1920000" y="2700000"/>
          <a:ext cx="3936000" cy="2520000"/>
        </p:xfrm>
        <a:graphic>
          <a:graphicData uri="http://schemas.openxmlformats.org/drawingml/2006/table">
            <a:tbl>
              <a:tblPr firstRow="1" bandRow="1">
                <a:tableStyleId>{5C22544A-7EE6-4342-B048-85BDC9FD1C3A}</a:tableStyleId>
              </a:tblPr>
              <a:tblGrid>
                <a:gridCol w="3936000">
                  <a:extLst>
                    <a:ext uri="{9D8B030D-6E8A-4147-A177-3AD203B41FA5}">
                      <a16:colId xmlns:a16="http://schemas.microsoft.com/office/drawing/2014/main" val="2827529615"/>
                    </a:ext>
                  </a:extLst>
                </a:gridCol>
              </a:tblGrid>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12700" cmpd="sng">
                      <a:noFill/>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2539194732"/>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1932826650"/>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1261610194"/>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3945782340"/>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988007701"/>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38100" cap="flat" cmpd="sng" algn="ctr">
                      <a:noFill/>
                      <a:prstDash val="solid"/>
                      <a:round/>
                      <a:headEnd type="none" w="med" len="med"/>
                      <a:tailEnd type="none" w="med" len="med"/>
                    </a:lnB>
                    <a:noFill/>
                  </a:tcPr>
                </a:tc>
                <a:extLst>
                  <a:ext uri="{0D108BD9-81ED-4DB2-BD59-A6C34878D82A}">
                    <a16:rowId xmlns:a16="http://schemas.microsoft.com/office/drawing/2014/main" val="1683233331"/>
                  </a:ext>
                </a:extLst>
              </a:tr>
            </a:tbl>
          </a:graphicData>
        </a:graphic>
      </p:graphicFrame>
      <p:sp>
        <p:nvSpPr>
          <p:cNvPr id="22" name="テキスト ボックス 21">
            <a:extLst>
              <a:ext uri="{FF2B5EF4-FFF2-40B4-BE49-F238E27FC236}">
                <a16:creationId xmlns:a16="http://schemas.microsoft.com/office/drawing/2014/main" id="{1D2C5461-F3A6-4B4E-8C2D-A56405AA7034}"/>
              </a:ext>
            </a:extLst>
          </p:cNvPr>
          <p:cNvSpPr txBox="1"/>
          <p:nvPr userDrawn="1"/>
        </p:nvSpPr>
        <p:spPr>
          <a:xfrm>
            <a:off x="6384000" y="2699999"/>
            <a:ext cx="3936000" cy="2074671"/>
          </a:xfrm>
          <a:prstGeom prst="rect">
            <a:avLst/>
          </a:prstGeom>
          <a:noFill/>
        </p:spPr>
        <p:txBody>
          <a:bodyPr wrap="square" rtlCol="0">
            <a:spAutoFit/>
          </a:bodyPr>
          <a:lstStyle/>
          <a:p>
            <a:pPr algn="just">
              <a:lnSpc>
                <a:spcPct val="120000"/>
              </a:lnSpc>
            </a:pPr>
            <a:r>
              <a:rPr kumimoji="1" lang="ja-JP" altLang="en-US" sz="1200">
                <a:solidFill>
                  <a:srgbClr val="323232"/>
                </a:solidFill>
                <a:latin typeface="游ゴシック" panose="020B0400000000000000" pitchFamily="50" charset="-128"/>
                <a:ea typeface="游ゴシック" panose="020B0400000000000000" pitchFamily="50" charset="-128"/>
              </a:rPr>
              <a:t>本文に記載されている商品名、社名は、各社の商標および登録商標の場合があります。</a:t>
            </a:r>
          </a:p>
          <a:p>
            <a:pPr algn="just">
              <a:lnSpc>
                <a:spcPct val="120000"/>
              </a:lnSpc>
            </a:pPr>
            <a:r>
              <a:rPr kumimoji="1" lang="ja-JP" altLang="en-US" sz="1200">
                <a:solidFill>
                  <a:srgbClr val="323232"/>
                </a:solidFill>
                <a:latin typeface="游ゴシック" panose="020B0400000000000000" pitchFamily="50" charset="-128"/>
                <a:ea typeface="游ゴシック" panose="020B0400000000000000" pitchFamily="50" charset="-128"/>
              </a:rPr>
              <a:t>本資料には当社の機密情報が含まれておりますので、当社の書面による承諾なく第三者に開示することはできません。</a:t>
            </a:r>
          </a:p>
          <a:p>
            <a:pPr algn="just">
              <a:lnSpc>
                <a:spcPct val="120000"/>
              </a:lnSpc>
            </a:pPr>
            <a:r>
              <a:rPr kumimoji="1" lang="ja-JP" altLang="en-US" sz="1200">
                <a:solidFill>
                  <a:srgbClr val="323232"/>
                </a:solidFill>
                <a:latin typeface="游ゴシック" panose="020B0400000000000000" pitchFamily="50" charset="-128"/>
                <a:ea typeface="游ゴシック" panose="020B0400000000000000" pitchFamily="50" charset="-128"/>
              </a:rPr>
              <a:t>また、当社の承諾を得た場合であっても、本技術情報は外国為替及び外国貿易管理法の定める特定技術に該当するため、非居住者に提供する場合には同法に基づく許可を要することがあります。</a:t>
            </a:r>
          </a:p>
        </p:txBody>
      </p:sp>
      <p:cxnSp>
        <p:nvCxnSpPr>
          <p:cNvPr id="24" name="直線コネクタ 23">
            <a:extLst>
              <a:ext uri="{FF2B5EF4-FFF2-40B4-BE49-F238E27FC236}">
                <a16:creationId xmlns:a16="http://schemas.microsoft.com/office/drawing/2014/main" id="{D781F7B3-D204-FD4B-B02E-9969ACE46123}"/>
              </a:ext>
            </a:extLst>
          </p:cNvPr>
          <p:cNvCxnSpPr>
            <a:cxnSpLocks/>
          </p:cNvCxnSpPr>
          <p:nvPr userDrawn="1"/>
        </p:nvCxnSpPr>
        <p:spPr>
          <a:xfrm>
            <a:off x="6096000" y="2718057"/>
            <a:ext cx="0" cy="2448000"/>
          </a:xfrm>
          <a:prstGeom prst="line">
            <a:avLst/>
          </a:prstGeom>
          <a:ln>
            <a:solidFill>
              <a:srgbClr val="787878"/>
            </a:solidFill>
          </a:ln>
        </p:spPr>
        <p:style>
          <a:lnRef idx="1">
            <a:schemeClr val="accent1"/>
          </a:lnRef>
          <a:fillRef idx="0">
            <a:schemeClr val="accent1"/>
          </a:fillRef>
          <a:effectRef idx="0">
            <a:schemeClr val="accent1"/>
          </a:effectRef>
          <a:fontRef idx="minor">
            <a:schemeClr val="tx1"/>
          </a:fontRef>
        </p:style>
      </p:cxnSp>
      <p:sp>
        <p:nvSpPr>
          <p:cNvPr id="25" name="正方形/長方形 24">
            <a:extLst>
              <a:ext uri="{FF2B5EF4-FFF2-40B4-BE49-F238E27FC236}">
                <a16:creationId xmlns:a16="http://schemas.microsoft.com/office/drawing/2014/main" id="{D888F97B-6037-7346-8BD1-AF3A4A17D229}"/>
              </a:ext>
            </a:extLst>
          </p:cNvPr>
          <p:cNvSpPr/>
          <p:nvPr userDrawn="1"/>
        </p:nvSpPr>
        <p:spPr>
          <a:xfrm>
            <a:off x="2772000" y="2157768"/>
            <a:ext cx="2232000" cy="288000"/>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a:solidFill>
                  <a:schemeClr val="bg1"/>
                </a:solidFill>
                <a:latin typeface="Yu Gothic" panose="020B0400000000000000" pitchFamily="34" charset="-128"/>
                <a:ea typeface="Yu Gothic" panose="020B0400000000000000" pitchFamily="34" charset="-128"/>
              </a:rPr>
              <a:t>本書に関するお問い合わせ先</a:t>
            </a:r>
          </a:p>
        </p:txBody>
      </p:sp>
      <p:sp>
        <p:nvSpPr>
          <p:cNvPr id="26" name="正方形/長方形 25">
            <a:extLst>
              <a:ext uri="{FF2B5EF4-FFF2-40B4-BE49-F238E27FC236}">
                <a16:creationId xmlns:a16="http://schemas.microsoft.com/office/drawing/2014/main" id="{81991C75-4903-4C48-AC9C-4DCC15888106}"/>
              </a:ext>
            </a:extLst>
          </p:cNvPr>
          <p:cNvSpPr/>
          <p:nvPr userDrawn="1"/>
        </p:nvSpPr>
        <p:spPr>
          <a:xfrm>
            <a:off x="7236000" y="2157768"/>
            <a:ext cx="2232000" cy="288000"/>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a:solidFill>
                  <a:schemeClr val="bg1"/>
                </a:solidFill>
                <a:latin typeface="Yu Gothic" panose="020B0400000000000000" pitchFamily="34" charset="-128"/>
                <a:ea typeface="Yu Gothic" panose="020B0400000000000000" pitchFamily="34" charset="-128"/>
              </a:rPr>
              <a:t>登録商標</a:t>
            </a:r>
          </a:p>
        </p:txBody>
      </p:sp>
      <p:sp>
        <p:nvSpPr>
          <p:cNvPr id="7" name="テキスト プレースホルダー 6"/>
          <p:cNvSpPr>
            <a:spLocks noGrp="1"/>
          </p:cNvSpPr>
          <p:nvPr>
            <p:ph type="body" sz="quarter" idx="13"/>
          </p:nvPr>
        </p:nvSpPr>
        <p:spPr>
          <a:xfrm>
            <a:off x="1920000" y="2784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28" name="テキスト プレースホルダー 6"/>
          <p:cNvSpPr>
            <a:spLocks noGrp="1"/>
          </p:cNvSpPr>
          <p:nvPr>
            <p:ph type="body" sz="quarter" idx="14"/>
          </p:nvPr>
        </p:nvSpPr>
        <p:spPr>
          <a:xfrm>
            <a:off x="1920000" y="3216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29" name="テキスト プレースホルダー 6"/>
          <p:cNvSpPr>
            <a:spLocks noGrp="1"/>
          </p:cNvSpPr>
          <p:nvPr>
            <p:ph type="body" sz="quarter" idx="15"/>
          </p:nvPr>
        </p:nvSpPr>
        <p:spPr>
          <a:xfrm>
            <a:off x="1920000" y="3648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30" name="テキスト プレースホルダー 6"/>
          <p:cNvSpPr>
            <a:spLocks noGrp="1"/>
          </p:cNvSpPr>
          <p:nvPr>
            <p:ph type="body" sz="quarter" idx="16"/>
          </p:nvPr>
        </p:nvSpPr>
        <p:spPr>
          <a:xfrm>
            <a:off x="1920000" y="4080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31" name="テキスト プレースホルダー 6"/>
          <p:cNvSpPr>
            <a:spLocks noGrp="1"/>
          </p:cNvSpPr>
          <p:nvPr>
            <p:ph type="body" sz="quarter" idx="17"/>
          </p:nvPr>
        </p:nvSpPr>
        <p:spPr>
          <a:xfrm>
            <a:off x="1920000" y="4512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32" name="テキスト プレースホルダー 6"/>
          <p:cNvSpPr>
            <a:spLocks noGrp="1"/>
          </p:cNvSpPr>
          <p:nvPr>
            <p:ph type="body" sz="quarter" idx="18"/>
          </p:nvPr>
        </p:nvSpPr>
        <p:spPr>
          <a:xfrm>
            <a:off x="1920000" y="4944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Tree>
    <p:extLst>
      <p:ext uri="{BB962C8B-B14F-4D97-AF65-F5344CB8AC3E}">
        <p14:creationId xmlns:p14="http://schemas.microsoft.com/office/powerpoint/2010/main" val="356393970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コンテンツのみ">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ja-JP" altLang="en-US"/>
              <a:t>マスター テキストの書式設定</a:t>
            </a:r>
            <a:endParaRPr lang="en-US"/>
          </a:p>
        </p:txBody>
      </p:sp>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spTree>
    <p:extLst>
      <p:ext uri="{BB962C8B-B14F-4D97-AF65-F5344CB8AC3E}">
        <p14:creationId xmlns:p14="http://schemas.microsoft.com/office/powerpoint/2010/main" val="37654474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76000" y="180000"/>
            <a:ext cx="11041200" cy="504000"/>
          </a:xfrm>
          <a:prstGeom prst="rect">
            <a:avLst/>
          </a:prstGeom>
        </p:spPr>
        <p:txBody>
          <a:bodyPr vert="horz" wrap="none" lIns="91440" tIns="45720" rIns="91440" bIns="45720" rtlCol="0" anchor="ctr">
            <a:noAutofit/>
          </a:bodyPr>
          <a:lstStyle/>
          <a:p>
            <a:r>
              <a:rPr lang="ja-JP" altLang="en-US"/>
              <a:t>マスター タイトルの書式設定</a:t>
            </a:r>
            <a:endParaRPr lang="en-US"/>
          </a:p>
        </p:txBody>
      </p:sp>
      <p:sp>
        <p:nvSpPr>
          <p:cNvPr id="3" name="Text Placeholder 2"/>
          <p:cNvSpPr>
            <a:spLocks noGrp="1"/>
          </p:cNvSpPr>
          <p:nvPr>
            <p:ph type="body" idx="1"/>
          </p:nvPr>
        </p:nvSpPr>
        <p:spPr>
          <a:xfrm>
            <a:off x="576000" y="936000"/>
            <a:ext cx="11041200" cy="5328000"/>
          </a:xfrm>
          <a:prstGeom prst="rect">
            <a:avLst/>
          </a:prstGeom>
        </p:spPr>
        <p:txBody>
          <a:bodyPr vert="horz" lIns="91440" tIns="45720" rIns="91440" bIns="45720" rtlCol="0">
            <a:normAutofit/>
          </a:bodyPr>
          <a:lstStyle/>
          <a:p>
            <a:pPr lvl="0"/>
            <a:r>
              <a:rPr lang="ja-JP" altLang="en-US"/>
              <a:t>マスター テキストの書式設定</a:t>
            </a:r>
          </a:p>
        </p:txBody>
      </p:sp>
      <p:sp>
        <p:nvSpPr>
          <p:cNvPr id="7" name="Shape 20">
            <a:extLst>
              <a:ext uri="{FF2B5EF4-FFF2-40B4-BE49-F238E27FC236}">
                <a16:creationId xmlns:a16="http://schemas.microsoft.com/office/drawing/2014/main" id="{31B2DB08-A49E-1A4A-90DB-D7A431943820}"/>
              </a:ext>
            </a:extLst>
          </p:cNvPr>
          <p:cNvSpPr/>
          <p:nvPr userDrawn="1"/>
        </p:nvSpPr>
        <p:spPr>
          <a:xfrm>
            <a:off x="0" y="6493898"/>
            <a:ext cx="12193200" cy="360000"/>
          </a:xfrm>
          <a:prstGeom prst="rect">
            <a:avLst/>
          </a:prstGeom>
          <a:solidFill>
            <a:srgbClr val="4B4B4B"/>
          </a:solidFill>
          <a:ln w="12700">
            <a:noFill/>
            <a:miter lim="400000"/>
          </a:ln>
          <a:effectLst>
            <a:outerShdw sx="1000" sy="1000" algn="ctr" rotWithShape="0">
              <a:prstClr val="black"/>
            </a:outerShdw>
          </a:effectLst>
        </p:spPr>
        <p:txBody>
          <a:bodyPr lIns="0" tIns="0" rIns="0" bIns="0"/>
          <a:lstStyle>
            <a:lvl1pPr defTabSz="2177277">
              <a:spcBef>
                <a:spcPts val="400"/>
              </a:spcBef>
              <a:defRPr>
                <a:solidFill>
                  <a:srgbClr val="FFFFFF"/>
                </a:solidFill>
                <a:latin typeface="Calibri"/>
                <a:ea typeface="Calibri"/>
                <a:cs typeface="Calibri"/>
                <a:sym typeface="Calibri"/>
              </a:defRPr>
            </a:lvl1pPr>
            <a:lvl2pPr indent="1088448" defTabSz="2177277">
              <a:spcBef>
                <a:spcPts val="400"/>
              </a:spcBef>
              <a:defRPr>
                <a:solidFill>
                  <a:srgbClr val="FFFFFF"/>
                </a:solidFill>
                <a:latin typeface="Calibri"/>
                <a:ea typeface="Calibri"/>
                <a:cs typeface="Calibri"/>
                <a:sym typeface="Calibri"/>
              </a:defRPr>
            </a:lvl2pPr>
            <a:lvl3pPr indent="2176894" defTabSz="2177277">
              <a:spcBef>
                <a:spcPts val="400"/>
              </a:spcBef>
              <a:defRPr>
                <a:solidFill>
                  <a:srgbClr val="FFFFFF"/>
                </a:solidFill>
                <a:latin typeface="Calibri"/>
                <a:ea typeface="Calibri"/>
                <a:cs typeface="Calibri"/>
                <a:sym typeface="Calibri"/>
              </a:defRPr>
            </a:lvl3pPr>
            <a:lvl4pPr indent="3265342" defTabSz="2177277">
              <a:spcBef>
                <a:spcPts val="400"/>
              </a:spcBef>
              <a:defRPr>
                <a:solidFill>
                  <a:srgbClr val="FFFFFF"/>
                </a:solidFill>
                <a:latin typeface="Calibri"/>
                <a:ea typeface="Calibri"/>
                <a:cs typeface="Calibri"/>
                <a:sym typeface="Calibri"/>
              </a:defRPr>
            </a:lvl4pPr>
            <a:lvl5pPr indent="4353788" defTabSz="2177277">
              <a:spcBef>
                <a:spcPts val="400"/>
              </a:spcBef>
              <a:defRPr>
                <a:solidFill>
                  <a:srgbClr val="FFFFFF"/>
                </a:solidFill>
                <a:latin typeface="Calibri"/>
                <a:ea typeface="Calibri"/>
                <a:cs typeface="Calibri"/>
                <a:sym typeface="Calibri"/>
              </a:defRPr>
            </a:lvl5pPr>
            <a:lvl6pPr indent="5442237" defTabSz="2177277">
              <a:spcBef>
                <a:spcPts val="400"/>
              </a:spcBef>
              <a:defRPr>
                <a:solidFill>
                  <a:srgbClr val="FFFFFF"/>
                </a:solidFill>
                <a:latin typeface="Calibri"/>
                <a:ea typeface="Calibri"/>
                <a:cs typeface="Calibri"/>
                <a:sym typeface="Calibri"/>
              </a:defRPr>
            </a:lvl6pPr>
            <a:lvl7pPr indent="6530682" defTabSz="2177277">
              <a:spcBef>
                <a:spcPts val="400"/>
              </a:spcBef>
              <a:defRPr>
                <a:solidFill>
                  <a:srgbClr val="FFFFFF"/>
                </a:solidFill>
                <a:latin typeface="Calibri"/>
                <a:ea typeface="Calibri"/>
                <a:cs typeface="Calibri"/>
                <a:sym typeface="Calibri"/>
              </a:defRPr>
            </a:lvl7pPr>
            <a:lvl8pPr indent="7619128" defTabSz="2177277">
              <a:spcBef>
                <a:spcPts val="400"/>
              </a:spcBef>
              <a:defRPr>
                <a:solidFill>
                  <a:srgbClr val="FFFFFF"/>
                </a:solidFill>
                <a:latin typeface="Calibri"/>
                <a:ea typeface="Calibri"/>
                <a:cs typeface="Calibri"/>
                <a:sym typeface="Calibri"/>
              </a:defRPr>
            </a:lvl8pPr>
            <a:lvl9pPr indent="8707577" defTabSz="2177277">
              <a:spcBef>
                <a:spcPts val="400"/>
              </a:spcBef>
              <a:defRPr>
                <a:solidFill>
                  <a:srgbClr val="FFFFFF"/>
                </a:solidFill>
                <a:latin typeface="Calibri"/>
                <a:ea typeface="Calibri"/>
                <a:cs typeface="Calibri"/>
                <a:sym typeface="Calibri"/>
              </a:defRPr>
            </a:lvl9pPr>
          </a:lstStyle>
          <a:p>
            <a:pPr lvl="0" algn="ctr" defTabSz="884127">
              <a:spcBef>
                <a:spcPts val="0"/>
              </a:spcBef>
              <a:defRPr sz="4300">
                <a:solidFill>
                  <a:srgbClr val="000000"/>
                </a:solidFill>
              </a:defRPr>
            </a:pPr>
            <a:endParaRPr sz="1747">
              <a:solidFill>
                <a:schemeClr val="bg1"/>
              </a:solidFill>
            </a:endParaRPr>
          </a:p>
        </p:txBody>
      </p:sp>
      <p:cxnSp>
        <p:nvCxnSpPr>
          <p:cNvPr id="8" name="直線コネクタ 7">
            <a:extLst>
              <a:ext uri="{FF2B5EF4-FFF2-40B4-BE49-F238E27FC236}">
                <a16:creationId xmlns:a16="http://schemas.microsoft.com/office/drawing/2014/main" id="{7D91C2AF-B556-A24B-9BE1-1CF44516E0D0}"/>
              </a:ext>
            </a:extLst>
          </p:cNvPr>
          <p:cNvCxnSpPr>
            <a:cxnSpLocks/>
          </p:cNvCxnSpPr>
          <p:nvPr userDrawn="1"/>
        </p:nvCxnSpPr>
        <p:spPr>
          <a:xfrm>
            <a:off x="0" y="6498000"/>
            <a:ext cx="12192000" cy="0"/>
          </a:xfrm>
          <a:prstGeom prst="line">
            <a:avLst/>
          </a:prstGeom>
          <a:ln w="34925">
            <a:solidFill>
              <a:srgbClr val="9A3B5D"/>
            </a:solidFill>
          </a:ln>
        </p:spPr>
        <p:style>
          <a:lnRef idx="1">
            <a:schemeClr val="accent1"/>
          </a:lnRef>
          <a:fillRef idx="0">
            <a:schemeClr val="accent1"/>
          </a:fillRef>
          <a:effectRef idx="0">
            <a:schemeClr val="accent1"/>
          </a:effectRef>
          <a:fontRef idx="minor">
            <a:schemeClr val="tx1"/>
          </a:fontRef>
        </p:style>
      </p:cxnSp>
      <p:cxnSp>
        <p:nvCxnSpPr>
          <p:cNvPr id="9" name="直線コネクタ 8">
            <a:extLst>
              <a:ext uri="{FF2B5EF4-FFF2-40B4-BE49-F238E27FC236}">
                <a16:creationId xmlns:a16="http://schemas.microsoft.com/office/drawing/2014/main" id="{E320A192-F81A-DE46-BFE4-F9AFCC5612A5}"/>
              </a:ext>
            </a:extLst>
          </p:cNvPr>
          <p:cNvCxnSpPr>
            <a:cxnSpLocks/>
          </p:cNvCxnSpPr>
          <p:nvPr userDrawn="1"/>
        </p:nvCxnSpPr>
        <p:spPr>
          <a:xfrm>
            <a:off x="0" y="0"/>
            <a:ext cx="12192000" cy="0"/>
          </a:xfrm>
          <a:prstGeom prst="line">
            <a:avLst/>
          </a:prstGeom>
          <a:ln w="25400">
            <a:solidFill>
              <a:srgbClr val="9A3B5D"/>
            </a:solidFill>
          </a:ln>
        </p:spPr>
        <p:style>
          <a:lnRef idx="1">
            <a:schemeClr val="accent1"/>
          </a:lnRef>
          <a:fillRef idx="0">
            <a:schemeClr val="accent1"/>
          </a:fillRef>
          <a:effectRef idx="0">
            <a:schemeClr val="accent1"/>
          </a:effectRef>
          <a:fontRef idx="minor">
            <a:schemeClr val="tx1"/>
          </a:fontRef>
        </p:style>
      </p:cxnSp>
      <p:pic>
        <p:nvPicPr>
          <p:cNvPr id="10" name="Picture 17" descr="C:\Documents and Settings\sysexe\デスクトップ\SystemEXEロゴ_120329\SystemEXEロゴ_印刷用.png">
            <a:extLst>
              <a:ext uri="{FF2B5EF4-FFF2-40B4-BE49-F238E27FC236}">
                <a16:creationId xmlns:a16="http://schemas.microsoft.com/office/drawing/2014/main" id="{1919A988-D9C7-F241-86D5-3FF4C05E34A4}"/>
              </a:ext>
            </a:extLst>
          </p:cNvPr>
          <p:cNvPicPr>
            <a:picLocks noChangeAspect="1" noChangeArrowheads="1"/>
          </p:cNvPicPr>
          <p:nvPr userDrawn="1"/>
        </p:nvPicPr>
        <p:blipFill rotWithShape="1">
          <a:blip r:embed="rId29" cstate="screen">
            <a:alphaModFix amt="50000"/>
            <a:extLst>
              <a:ext uri="{28A0092B-C50C-407E-A947-70E740481C1C}">
                <a14:useLocalDpi xmlns:a14="http://schemas.microsoft.com/office/drawing/2010/main"/>
              </a:ext>
            </a:extLst>
          </a:blip>
          <a:srcRect/>
          <a:stretch/>
        </p:blipFill>
        <p:spPr bwMode="auto">
          <a:xfrm>
            <a:off x="11812450" y="99099"/>
            <a:ext cx="355685" cy="196135"/>
          </a:xfrm>
          <a:prstGeom prst="rect">
            <a:avLst/>
          </a:prstGeom>
          <a:noFill/>
        </p:spPr>
      </p:pic>
      <p:sp>
        <p:nvSpPr>
          <p:cNvPr id="4" name="Date Placeholder 3"/>
          <p:cNvSpPr>
            <a:spLocks noGrp="1"/>
          </p:cNvSpPr>
          <p:nvPr>
            <p:ph type="dt" sz="half" idx="2"/>
          </p:nvPr>
        </p:nvSpPr>
        <p:spPr>
          <a:xfrm>
            <a:off x="0" y="6552000"/>
            <a:ext cx="1440000" cy="216000"/>
          </a:xfrm>
          <a:prstGeom prst="rect">
            <a:avLst/>
          </a:prstGeom>
        </p:spPr>
        <p:txBody>
          <a:bodyPr vert="horz" lIns="91440" tIns="45720" rIns="91440" bIns="45720" rtlCol="0" anchor="ctr"/>
          <a:lstStyle>
            <a:lvl1pPr algn="l">
              <a:defRPr sz="1200">
                <a:solidFill>
                  <a:schemeClr val="bg1"/>
                </a:solidFill>
                <a:latin typeface="游ゴシック" panose="020B0400000000000000" pitchFamily="50" charset="-128"/>
                <a:ea typeface="游ゴシック" panose="020B0400000000000000" pitchFamily="50" charset="-128"/>
              </a:defRPr>
            </a:lvl1pPr>
          </a:lstStyle>
          <a:p>
            <a:r>
              <a:rPr lang="en-US" altLang="ja-JP"/>
              <a:t>2024/11/14</a:t>
            </a:r>
            <a:endParaRPr lang="en-US"/>
          </a:p>
        </p:txBody>
      </p:sp>
      <p:sp>
        <p:nvSpPr>
          <p:cNvPr id="5" name="Footer Placeholder 4"/>
          <p:cNvSpPr>
            <a:spLocks noGrp="1"/>
          </p:cNvSpPr>
          <p:nvPr>
            <p:ph type="ftr" sz="quarter" idx="3"/>
          </p:nvPr>
        </p:nvSpPr>
        <p:spPr>
          <a:xfrm>
            <a:off x="3036000" y="6552000"/>
            <a:ext cx="6120000" cy="216000"/>
          </a:xfrm>
          <a:prstGeom prst="rect">
            <a:avLst/>
          </a:prstGeom>
        </p:spPr>
        <p:txBody>
          <a:bodyPr vert="horz" lIns="91440" tIns="45720" rIns="91440" bIns="45720" rtlCol="0" anchor="ctr"/>
          <a:lstStyle>
            <a:lvl1pPr algn="ctr">
              <a:defRPr sz="1200">
                <a:solidFill>
                  <a:schemeClr val="bg1"/>
                </a:solidFill>
                <a:latin typeface="游ゴシック" panose="020B0400000000000000" pitchFamily="50" charset="-128"/>
                <a:ea typeface="游ゴシック" panose="020B0400000000000000" pitchFamily="50" charset="-128"/>
              </a:defRPr>
            </a:lvl1pPr>
          </a:lstStyle>
          <a:p>
            <a:r>
              <a:rPr lang="en-US"/>
              <a:t>Copyright © SystemEXE,Inc All Rights Reserved.</a:t>
            </a:r>
          </a:p>
        </p:txBody>
      </p:sp>
      <p:sp>
        <p:nvSpPr>
          <p:cNvPr id="6" name="Slide Number Placeholder 5"/>
          <p:cNvSpPr>
            <a:spLocks noGrp="1"/>
          </p:cNvSpPr>
          <p:nvPr>
            <p:ph type="sldNum" sz="quarter" idx="4"/>
          </p:nvPr>
        </p:nvSpPr>
        <p:spPr>
          <a:xfrm>
            <a:off x="10752000" y="6552000"/>
            <a:ext cx="1440000" cy="216000"/>
          </a:xfrm>
          <a:prstGeom prst="rect">
            <a:avLst/>
          </a:prstGeom>
        </p:spPr>
        <p:txBody>
          <a:bodyPr vert="horz" lIns="91440" tIns="45720" rIns="91440" bIns="45720" rtlCol="0" anchor="ctr"/>
          <a:lstStyle>
            <a:lvl1pPr algn="r">
              <a:defRPr sz="1200">
                <a:solidFill>
                  <a:schemeClr val="bg1"/>
                </a:solidFill>
                <a:latin typeface="游ゴシック" panose="020B0400000000000000" pitchFamily="50" charset="-128"/>
                <a:ea typeface="游ゴシック" panose="020B0400000000000000" pitchFamily="50" charset="-128"/>
              </a:defRPr>
            </a:lvl1pPr>
          </a:lstStyle>
          <a:p>
            <a:fld id="{26CA5134-5AAC-D342-B763-43605FECB385}" type="slidenum">
              <a:rPr kumimoji="1" lang="ja-JP" altLang="en-US" smtClean="0"/>
              <a:pPr/>
              <a:t>‹#›</a:t>
            </a:fld>
            <a:endParaRPr kumimoji="1" lang="ja-JP" altLang="en-US" sz="533"/>
          </a:p>
        </p:txBody>
      </p:sp>
    </p:spTree>
    <p:extLst>
      <p:ext uri="{BB962C8B-B14F-4D97-AF65-F5344CB8AC3E}">
        <p14:creationId xmlns:p14="http://schemas.microsoft.com/office/powerpoint/2010/main" val="428617888"/>
      </p:ext>
    </p:extLst>
  </p:cSld>
  <p:clrMap bg1="lt1" tx1="dk1" bg2="lt2" tx2="dk2" accent1="accent1" accent2="accent2" accent3="accent3" accent4="accent4" accent5="accent5" accent6="accent6" hlink="hlink" folHlink="folHlink"/>
  <p:sldLayoutIdLst>
    <p:sldLayoutId id="2147483782" r:id="rId1"/>
    <p:sldLayoutId id="2147483795" r:id="rId2"/>
    <p:sldLayoutId id="2147483772" r:id="rId3"/>
    <p:sldLayoutId id="2147483776" r:id="rId4"/>
    <p:sldLayoutId id="2147483796" r:id="rId5"/>
    <p:sldLayoutId id="2147483797" r:id="rId6"/>
    <p:sldLayoutId id="2147483798" r:id="rId7"/>
    <p:sldLayoutId id="2147483799" r:id="rId8"/>
    <p:sldLayoutId id="2147483800" r:id="rId9"/>
    <p:sldLayoutId id="2147483801" r:id="rId10"/>
    <p:sldLayoutId id="2147483802" r:id="rId11"/>
    <p:sldLayoutId id="2147483803" r:id="rId12"/>
    <p:sldLayoutId id="2147483804" r:id="rId13"/>
    <p:sldLayoutId id="2147483805" r:id="rId14"/>
    <p:sldLayoutId id="2147483756" r:id="rId15"/>
    <p:sldLayoutId id="2147483757" r:id="rId16"/>
    <p:sldLayoutId id="2147483758" r:id="rId17"/>
    <p:sldLayoutId id="2147483759" r:id="rId18"/>
    <p:sldLayoutId id="2147483760" r:id="rId19"/>
    <p:sldLayoutId id="2147483761" r:id="rId20"/>
    <p:sldLayoutId id="2147483762" r:id="rId21"/>
    <p:sldLayoutId id="2147483763" r:id="rId22"/>
    <p:sldLayoutId id="2147483764" r:id="rId23"/>
    <p:sldLayoutId id="2147483765" r:id="rId24"/>
    <p:sldLayoutId id="2147483766" r:id="rId25"/>
    <p:sldLayoutId id="2147483794" r:id="rId26"/>
    <p:sldLayoutId id="2147483806" r:id="rId27"/>
  </p:sldLayoutIdLst>
  <p:hf sldNum="0" hdr="0" dt="0"/>
  <p:txStyles>
    <p:titleStyle>
      <a:lvl1pPr algn="l" defTabSz="914400" rtl="0" eaLnBrk="1" latinLnBrk="0" hangingPunct="1">
        <a:lnSpc>
          <a:spcPct val="100000"/>
        </a:lnSpc>
        <a:spcBef>
          <a:spcPct val="0"/>
        </a:spcBef>
        <a:buNone/>
        <a:defRPr kumimoji="1" sz="2800" b="0" kern="1200">
          <a:solidFill>
            <a:srgbClr val="9A3B5D"/>
          </a:solidFill>
          <a:latin typeface="游明朝" panose="02020400000000000000" pitchFamily="18" charset="-128"/>
          <a:ea typeface="游明朝" panose="02020400000000000000" pitchFamily="18" charset="-128"/>
          <a:cs typeface="+mj-cs"/>
        </a:defRPr>
      </a:lvl1pPr>
    </p:titleStyle>
    <p:bodyStyle>
      <a:lvl1pPr marL="0" indent="0" algn="l" defTabSz="914400" rtl="0" eaLnBrk="1" latinLnBrk="0" hangingPunct="1">
        <a:lnSpc>
          <a:spcPct val="100000"/>
        </a:lnSpc>
        <a:spcBef>
          <a:spcPts val="600"/>
        </a:spcBef>
        <a:buFont typeface="Arial" panose="020B0604020202020204" pitchFamily="34" charset="0"/>
        <a:buNone/>
        <a:defRPr kumimoji="1" sz="1600" kern="1200">
          <a:solidFill>
            <a:schemeClr val="tx1"/>
          </a:solidFill>
          <a:latin typeface="游ゴシック" panose="020B0400000000000000" pitchFamily="50" charset="-128"/>
          <a:ea typeface="游ゴシック" panose="020B0400000000000000"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29.jpeg"/><Relationship Id="rId7" Type="http://schemas.openxmlformats.org/officeDocument/2006/relationships/image" Target="../media/image33.png"/><Relationship Id="rId12" Type="http://schemas.openxmlformats.org/officeDocument/2006/relationships/image" Target="../media/image38.png"/><Relationship Id="rId2" Type="http://schemas.openxmlformats.org/officeDocument/2006/relationships/image" Target="../media/image28.png"/><Relationship Id="rId1" Type="http://schemas.openxmlformats.org/officeDocument/2006/relationships/slideLayout" Target="../slideLayouts/slideLayout4.xml"/><Relationship Id="rId6" Type="http://schemas.openxmlformats.org/officeDocument/2006/relationships/image" Target="../media/image32.png"/><Relationship Id="rId11" Type="http://schemas.openxmlformats.org/officeDocument/2006/relationships/image" Target="../media/image37.png"/><Relationship Id="rId5" Type="http://schemas.openxmlformats.org/officeDocument/2006/relationships/image" Target="../media/image31.png"/><Relationship Id="rId10" Type="http://schemas.openxmlformats.org/officeDocument/2006/relationships/image" Target="../media/image36.png"/><Relationship Id="rId4" Type="http://schemas.openxmlformats.org/officeDocument/2006/relationships/image" Target="../media/image30.png"/><Relationship Id="rId9" Type="http://schemas.openxmlformats.org/officeDocument/2006/relationships/image" Target="../media/image3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image" Target="../media/image40.png"/><Relationship Id="rId7" Type="http://schemas.openxmlformats.org/officeDocument/2006/relationships/image" Target="../media/image44.png"/><Relationship Id="rId2" Type="http://schemas.openxmlformats.org/officeDocument/2006/relationships/notesSlide" Target="../notesSlides/notesSlide4.xml"/><Relationship Id="rId1" Type="http://schemas.openxmlformats.org/officeDocument/2006/relationships/slideLayout" Target="../slideLayouts/slideLayout4.xml"/><Relationship Id="rId6" Type="http://schemas.openxmlformats.org/officeDocument/2006/relationships/image" Target="../media/image43.png"/><Relationship Id="rId5" Type="http://schemas.openxmlformats.org/officeDocument/2006/relationships/image" Target="../media/image42.png"/><Relationship Id="rId10" Type="http://schemas.openxmlformats.org/officeDocument/2006/relationships/image" Target="../media/image46.png"/><Relationship Id="rId4" Type="http://schemas.openxmlformats.org/officeDocument/2006/relationships/image" Target="../media/image41.png"/><Relationship Id="rId9" Type="http://schemas.openxmlformats.org/officeDocument/2006/relationships/image" Target="../media/image45.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サブタイトル 3"/>
          <p:cNvSpPr>
            <a:spLocks noGrp="1"/>
          </p:cNvSpPr>
          <p:nvPr>
            <p:ph type="subTitle" idx="1"/>
          </p:nvPr>
        </p:nvSpPr>
        <p:spPr>
          <a:xfrm>
            <a:off x="480001" y="2660492"/>
            <a:ext cx="8736000" cy="1563508"/>
          </a:xfrm>
        </p:spPr>
        <p:txBody>
          <a:bodyPr>
            <a:normAutofit/>
          </a:bodyPr>
          <a:lstStyle/>
          <a:p>
            <a:r>
              <a:rPr lang="ja-JP" altLang="en-US" sz="3200" dirty="0"/>
              <a:t>サプライチェーン改革プロジェクト</a:t>
            </a:r>
            <a:endParaRPr lang="en-US" altLang="ja-JP" sz="3200" dirty="0"/>
          </a:p>
          <a:p>
            <a:r>
              <a:rPr lang="ja-JP" altLang="en-US" sz="3200" dirty="0"/>
              <a:t>受注業務システム構築のご提案</a:t>
            </a:r>
            <a:r>
              <a:rPr lang="en-US" altLang="ja-JP" sz="3200" dirty="0"/>
              <a:t>(</a:t>
            </a:r>
            <a:r>
              <a:rPr lang="ja-JP" altLang="en-US" sz="3200" dirty="0"/>
              <a:t>第</a:t>
            </a:r>
            <a:r>
              <a:rPr lang="en-US" altLang="ja-JP" sz="3200" dirty="0"/>
              <a:t>1.0</a:t>
            </a:r>
            <a:r>
              <a:rPr lang="ja-JP" altLang="en-US" sz="3200" dirty="0"/>
              <a:t>版）</a:t>
            </a:r>
            <a:endParaRPr kumimoji="1" lang="ja-JP" altLang="en-US" sz="3200" dirty="0"/>
          </a:p>
        </p:txBody>
      </p:sp>
      <p:sp>
        <p:nvSpPr>
          <p:cNvPr id="5" name="テキスト プレースホルダー 4"/>
          <p:cNvSpPr>
            <a:spLocks noGrp="1"/>
          </p:cNvSpPr>
          <p:nvPr>
            <p:ph type="body" sz="quarter" idx="13"/>
          </p:nvPr>
        </p:nvSpPr>
        <p:spPr/>
        <p:txBody>
          <a:bodyPr/>
          <a:lstStyle/>
          <a:p>
            <a:r>
              <a:rPr lang="ja-JP" altLang="en-US"/>
              <a:t>システムソリューション本部</a:t>
            </a:r>
            <a:endParaRPr kumimoji="1" lang="ja-JP" altLang="en-US"/>
          </a:p>
        </p:txBody>
      </p:sp>
      <p:sp>
        <p:nvSpPr>
          <p:cNvPr id="7" name="テキスト プレースホルダー 6"/>
          <p:cNvSpPr>
            <a:spLocks noGrp="1"/>
          </p:cNvSpPr>
          <p:nvPr>
            <p:ph type="body" sz="quarter" idx="14"/>
          </p:nvPr>
        </p:nvSpPr>
        <p:spPr/>
        <p:txBody>
          <a:bodyPr/>
          <a:lstStyle/>
          <a:p>
            <a:r>
              <a:rPr kumimoji="1" lang="ja-JP" altLang="en-US"/>
              <a:t>出光興産株式会社　御中</a:t>
            </a:r>
            <a:endParaRPr kumimoji="1" lang="en-US" altLang="ja-JP"/>
          </a:p>
        </p:txBody>
      </p:sp>
      <p:sp>
        <p:nvSpPr>
          <p:cNvPr id="8" name="テキスト プレースホルダー 4">
            <a:extLst>
              <a:ext uri="{FF2B5EF4-FFF2-40B4-BE49-F238E27FC236}">
                <a16:creationId xmlns:a16="http://schemas.microsoft.com/office/drawing/2014/main" id="{107CDF1A-DF69-D1B9-6346-1200847D9738}"/>
              </a:ext>
            </a:extLst>
          </p:cNvPr>
          <p:cNvSpPr txBox="1">
            <a:spLocks/>
          </p:cNvSpPr>
          <p:nvPr/>
        </p:nvSpPr>
        <p:spPr>
          <a:xfrm>
            <a:off x="9407999" y="3936000"/>
            <a:ext cx="2688000" cy="288000"/>
          </a:xfrm>
          <a:prstGeom prst="rect">
            <a:avLst/>
          </a:prstGeom>
        </p:spPr>
        <p:txBody>
          <a:bodyPr vert="horz" lIns="91440" tIns="45720" rIns="91440" bIns="45720" rtlCol="0" anchor="ctr">
            <a:noAutofit/>
          </a:bodyPr>
          <a:lstStyle>
            <a:lvl1pPr marL="0" indent="0" algn="ctr" defTabSz="914400" rtl="0" eaLnBrk="1" latinLnBrk="0" hangingPunct="1">
              <a:lnSpc>
                <a:spcPct val="100000"/>
              </a:lnSpc>
              <a:spcBef>
                <a:spcPts val="0"/>
              </a:spcBef>
              <a:buFont typeface="Arial" panose="020B0604020202020204" pitchFamily="34" charset="0"/>
              <a:buNone/>
              <a:defRPr kumimoji="1" sz="1067" kern="1200">
                <a:solidFill>
                  <a:schemeClr val="tx1"/>
                </a:solidFill>
                <a:latin typeface="游明朝" panose="02020400000000000000" pitchFamily="18" charset="-128"/>
                <a:ea typeface="游明朝" panose="02020400000000000000" pitchFamily="18"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a:t>2025/6/4</a:t>
            </a:r>
            <a:endParaRPr lang="ja-JP" altLang="en-US" dirty="0"/>
          </a:p>
        </p:txBody>
      </p:sp>
    </p:spTree>
    <p:extLst>
      <p:ext uri="{BB962C8B-B14F-4D97-AF65-F5344CB8AC3E}">
        <p14:creationId xmlns:p14="http://schemas.microsoft.com/office/powerpoint/2010/main" val="32018882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コンテンツ プレースホルダー 2">
            <a:extLst>
              <a:ext uri="{FF2B5EF4-FFF2-40B4-BE49-F238E27FC236}">
                <a16:creationId xmlns:a16="http://schemas.microsoft.com/office/drawing/2014/main" id="{2E1CE15F-6188-D4DE-439B-CEAF8146E0C0}"/>
              </a:ext>
            </a:extLst>
          </p:cNvPr>
          <p:cNvSpPr txBox="1">
            <a:spLocks/>
          </p:cNvSpPr>
          <p:nvPr/>
        </p:nvSpPr>
        <p:spPr>
          <a:xfrm>
            <a:off x="336000" y="353451"/>
            <a:ext cx="11856000" cy="4039255"/>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600"/>
              </a:spcBef>
              <a:buFont typeface="Arial" panose="020B0604020202020204" pitchFamily="34" charset="0"/>
              <a:buNone/>
              <a:defRPr kumimoji="1" sz="1600" kern="1200">
                <a:solidFill>
                  <a:schemeClr val="tx1"/>
                </a:solidFill>
                <a:latin typeface="游ゴシック" panose="020B0400000000000000" pitchFamily="50" charset="-128"/>
                <a:ea typeface="游ゴシック" panose="020B0400000000000000"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285750" indent="-285750">
              <a:buFont typeface="Wingdings" panose="05000000000000000000" pitchFamily="2" charset="2"/>
              <a:buChar char="l"/>
            </a:pPr>
            <a:r>
              <a:rPr lang="ja-JP" altLang="en-US" dirty="0"/>
              <a:t>本書は、貴社よりご提供をいただきました下記の資料およびメールの内容を基にしたご提案書となります。</a:t>
            </a:r>
            <a:endParaRPr lang="en-US" altLang="ja-JP" dirty="0"/>
          </a:p>
          <a:p>
            <a:pPr marL="720000" lvl="1" indent="-342900">
              <a:lnSpc>
                <a:spcPct val="100000"/>
              </a:lnSpc>
            </a:pPr>
            <a:r>
              <a:rPr lang="ja-JP" altLang="en-US" sz="1600" dirty="0">
                <a:latin typeface="游ゴシック" panose="020B0400000000000000" pitchFamily="50" charset="-128"/>
                <a:ea typeface="游ゴシック" panose="020B0400000000000000" pitchFamily="50" charset="-128"/>
              </a:rPr>
              <a:t>機能舗装材</a:t>
            </a:r>
            <a:r>
              <a:rPr lang="en-US" altLang="ja-JP" sz="1600" dirty="0">
                <a:latin typeface="游ゴシック" panose="020B0400000000000000" pitchFamily="50" charset="-128"/>
                <a:ea typeface="游ゴシック" panose="020B0400000000000000" pitchFamily="50" charset="-128"/>
              </a:rPr>
              <a:t>SC</a:t>
            </a:r>
            <a:r>
              <a:rPr lang="ja-JP" altLang="en-US" sz="1600" dirty="0">
                <a:latin typeface="游ゴシック" panose="020B0400000000000000" pitchFamily="50" charset="-128"/>
                <a:ea typeface="游ゴシック" panose="020B0400000000000000" pitchFamily="50" charset="-128"/>
              </a:rPr>
              <a:t>改革</a:t>
            </a:r>
            <a:r>
              <a:rPr lang="en-US" altLang="ja-JP" sz="1600" dirty="0">
                <a:latin typeface="游ゴシック" panose="020B0400000000000000" pitchFamily="50" charset="-128"/>
                <a:ea typeface="游ゴシック" panose="020B0400000000000000" pitchFamily="50" charset="-128"/>
              </a:rPr>
              <a:t>_</a:t>
            </a:r>
            <a:r>
              <a:rPr lang="ja-JP" altLang="en-US" sz="1600" dirty="0">
                <a:latin typeface="游ゴシック" panose="020B0400000000000000" pitchFamily="50" charset="-128"/>
                <a:ea typeface="游ゴシック" panose="020B0400000000000000" pitchFamily="50" charset="-128"/>
              </a:rPr>
              <a:t>受注システム構築</a:t>
            </a:r>
            <a:r>
              <a:rPr lang="en-US" altLang="ja-JP" sz="1600" dirty="0">
                <a:latin typeface="游ゴシック" panose="020B0400000000000000" pitchFamily="50" charset="-128"/>
                <a:ea typeface="游ゴシック" panose="020B0400000000000000" pitchFamily="50" charset="-128"/>
              </a:rPr>
              <a:t>_</a:t>
            </a:r>
            <a:r>
              <a:rPr lang="ja-JP" altLang="en-US" sz="1600" dirty="0">
                <a:latin typeface="游ゴシック" panose="020B0400000000000000" pitchFamily="50" charset="-128"/>
                <a:ea typeface="游ゴシック" panose="020B0400000000000000" pitchFamily="50" charset="-128"/>
              </a:rPr>
              <a:t>提案依頼書</a:t>
            </a:r>
            <a:r>
              <a:rPr lang="en-US" altLang="ja-JP" sz="1600" dirty="0">
                <a:latin typeface="游ゴシック" panose="020B0400000000000000" pitchFamily="50" charset="-128"/>
                <a:ea typeface="游ゴシック" panose="020B0400000000000000" pitchFamily="50" charset="-128"/>
              </a:rPr>
              <a:t>.docx</a:t>
            </a:r>
          </a:p>
          <a:p>
            <a:pPr marL="720000" lvl="1" indent="-342900">
              <a:lnSpc>
                <a:spcPct val="100000"/>
              </a:lnSpc>
            </a:pPr>
            <a:r>
              <a:rPr lang="ja-JP" altLang="en-US" sz="1600" dirty="0">
                <a:latin typeface="+mn-ea"/>
              </a:rPr>
              <a:t>受注・出荷・運送画面・受注合意画面等の機能要件</a:t>
            </a:r>
            <a:r>
              <a:rPr lang="en-US" altLang="ja-JP" sz="1600" dirty="0">
                <a:latin typeface="+mn-ea"/>
              </a:rPr>
              <a:t>.xlsx</a:t>
            </a:r>
          </a:p>
        </p:txBody>
      </p:sp>
      <p:sp>
        <p:nvSpPr>
          <p:cNvPr id="2" name="フッター プレースホルダー 1">
            <a:extLst>
              <a:ext uri="{FF2B5EF4-FFF2-40B4-BE49-F238E27FC236}">
                <a16:creationId xmlns:a16="http://schemas.microsoft.com/office/drawing/2014/main" id="{2D2AEE21-AA83-075A-3CD6-7EDAC406B400}"/>
              </a:ext>
            </a:extLst>
          </p:cNvPr>
          <p:cNvSpPr>
            <a:spLocks noGrp="1"/>
          </p:cNvSpPr>
          <p:nvPr>
            <p:ph type="ftr" sz="quarter" idx="11"/>
          </p:nvPr>
        </p:nvSpPr>
        <p:spPr/>
        <p:txBody>
          <a:bodyPr/>
          <a:lstStyle/>
          <a:p>
            <a:r>
              <a:rPr lang="en-US"/>
              <a:t>Copyright © SystemEXE,Inc All Rights Reserved.</a:t>
            </a:r>
          </a:p>
        </p:txBody>
      </p:sp>
      <p:sp>
        <p:nvSpPr>
          <p:cNvPr id="3" name="スライド番号プレースホルダー 3">
            <a:extLst>
              <a:ext uri="{FF2B5EF4-FFF2-40B4-BE49-F238E27FC236}">
                <a16:creationId xmlns:a16="http://schemas.microsoft.com/office/drawing/2014/main" id="{55F151F7-AB07-3B47-A78C-6238199A735A}"/>
              </a:ext>
            </a:extLst>
          </p:cNvPr>
          <p:cNvSpPr>
            <a:spLocks noGrp="1"/>
          </p:cNvSpPr>
          <p:nvPr>
            <p:ph type="sldNum" sz="quarter" idx="12"/>
          </p:nvPr>
        </p:nvSpPr>
        <p:spPr>
          <a:xfrm>
            <a:off x="10752000" y="6552000"/>
            <a:ext cx="1440000" cy="216000"/>
          </a:xfrm>
        </p:spPr>
        <p:txBody>
          <a:bodyPr/>
          <a:lstStyle/>
          <a:p>
            <a:fld id="{26CA5134-5AAC-D342-B763-43605FECB385}" type="slidenum">
              <a:rPr kumimoji="1" lang="ja-JP" altLang="en-US" smtClean="0"/>
              <a:pPr/>
              <a:t>1</a:t>
            </a:fld>
            <a:endParaRPr kumimoji="1" lang="ja-JP" altLang="en-US" sz="700" dirty="0"/>
          </a:p>
        </p:txBody>
      </p:sp>
    </p:spTree>
    <p:extLst>
      <p:ext uri="{BB962C8B-B14F-4D97-AF65-F5344CB8AC3E}">
        <p14:creationId xmlns:p14="http://schemas.microsoft.com/office/powerpoint/2010/main" val="32851517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E6C36938-64FB-F691-2504-6209F1AE50DE}"/>
              </a:ext>
            </a:extLst>
          </p:cNvPr>
          <p:cNvSpPr>
            <a:spLocks noGrp="1"/>
          </p:cNvSpPr>
          <p:nvPr>
            <p:ph type="ftr" sz="quarter" idx="11"/>
          </p:nvPr>
        </p:nvSpPr>
        <p:spPr/>
        <p:txBody>
          <a:bodyPr/>
          <a:lstStyle/>
          <a:p>
            <a:r>
              <a:rPr lang="en-US"/>
              <a:t>Copyright © SystemEXE,Inc All Rights Reserved.</a:t>
            </a:r>
          </a:p>
        </p:txBody>
      </p:sp>
      <p:sp>
        <p:nvSpPr>
          <p:cNvPr id="5" name="タイトル 4">
            <a:extLst>
              <a:ext uri="{FF2B5EF4-FFF2-40B4-BE49-F238E27FC236}">
                <a16:creationId xmlns:a16="http://schemas.microsoft.com/office/drawing/2014/main" id="{344DB5F2-73BB-E9CA-B3CC-208D354F5281}"/>
              </a:ext>
            </a:extLst>
          </p:cNvPr>
          <p:cNvSpPr>
            <a:spLocks noGrp="1"/>
          </p:cNvSpPr>
          <p:nvPr>
            <p:ph type="title"/>
          </p:nvPr>
        </p:nvSpPr>
        <p:spPr/>
        <p:txBody>
          <a:bodyPr/>
          <a:lstStyle/>
          <a:p>
            <a:r>
              <a:rPr kumimoji="1" lang="ja-JP" altLang="en-US" dirty="0"/>
              <a:t>ご提案のポイント</a:t>
            </a:r>
          </a:p>
        </p:txBody>
      </p:sp>
      <p:sp>
        <p:nvSpPr>
          <p:cNvPr id="2" name="スライド番号プレースホルダー 3">
            <a:extLst>
              <a:ext uri="{FF2B5EF4-FFF2-40B4-BE49-F238E27FC236}">
                <a16:creationId xmlns:a16="http://schemas.microsoft.com/office/drawing/2014/main" id="{D44A1CFC-B1BF-500C-5AE3-9429D0926C7A}"/>
              </a:ext>
            </a:extLst>
          </p:cNvPr>
          <p:cNvSpPr>
            <a:spLocks noGrp="1"/>
          </p:cNvSpPr>
          <p:nvPr>
            <p:ph type="sldNum" sz="quarter" idx="12"/>
          </p:nvPr>
        </p:nvSpPr>
        <p:spPr>
          <a:xfrm>
            <a:off x="10752000" y="6552000"/>
            <a:ext cx="1440000" cy="216000"/>
          </a:xfrm>
        </p:spPr>
        <p:txBody>
          <a:bodyPr/>
          <a:lstStyle/>
          <a:p>
            <a:fld id="{26CA5134-5AAC-D342-B763-43605FECB385}" type="slidenum">
              <a:rPr kumimoji="1" lang="ja-JP" altLang="en-US" smtClean="0"/>
              <a:pPr/>
              <a:t>2</a:t>
            </a:fld>
            <a:endParaRPr kumimoji="1" lang="ja-JP" altLang="en-US" sz="700" dirty="0"/>
          </a:p>
        </p:txBody>
      </p:sp>
    </p:spTree>
    <p:extLst>
      <p:ext uri="{BB962C8B-B14F-4D97-AF65-F5344CB8AC3E}">
        <p14:creationId xmlns:p14="http://schemas.microsoft.com/office/powerpoint/2010/main" val="9603216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角丸四角形 11">
            <a:extLst>
              <a:ext uri="{FF2B5EF4-FFF2-40B4-BE49-F238E27FC236}">
                <a16:creationId xmlns:a16="http://schemas.microsoft.com/office/drawing/2014/main" id="{C5651CFC-4A98-D939-4DB1-8D3ED09B4264}"/>
              </a:ext>
            </a:extLst>
          </p:cNvPr>
          <p:cNvSpPr/>
          <p:nvPr/>
        </p:nvSpPr>
        <p:spPr>
          <a:xfrm>
            <a:off x="426000" y="3334326"/>
            <a:ext cx="11340000" cy="2957461"/>
          </a:xfrm>
          <a:prstGeom prst="roundRect">
            <a:avLst>
              <a:gd name="adj" fmla="val 1764"/>
            </a:avLst>
          </a:prstGeom>
          <a:solidFill>
            <a:srgbClr val="809EC2">
              <a:lumMod val="20000"/>
              <a:lumOff val="80000"/>
            </a:srgbClr>
          </a:solidFill>
          <a:ln w="19050" cap="flat" cmpd="sng" algn="ctr">
            <a:solidFill>
              <a:sysClr val="window" lastClr="FFFFFF">
                <a:lumMod val="75000"/>
              </a:sysClr>
            </a:solidFill>
            <a:prstDash val="solid"/>
            <a:miter lim="800000"/>
          </a:ln>
          <a:effectLst/>
        </p:spPr>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342900">
              <a:lnSpc>
                <a:spcPct val="120000"/>
              </a:lnSpc>
              <a:defRPr/>
            </a:pPr>
            <a:endParaRPr kumimoji="1" lang="ja-JP" altLang="en-US" sz="1200" kern="0">
              <a:solidFill>
                <a:prstClr val="white"/>
              </a:solidFill>
              <a:latin typeface="游ゴシック" panose="020B0400000000000000" pitchFamily="50" charset="-128"/>
              <a:ea typeface="游ゴシック" panose="020B0400000000000000" pitchFamily="50" charset="-128"/>
            </a:endParaRPr>
          </a:p>
        </p:txBody>
      </p:sp>
      <p:sp>
        <p:nvSpPr>
          <p:cNvPr id="83" name="正方形/長方形 82">
            <a:extLst>
              <a:ext uri="{FF2B5EF4-FFF2-40B4-BE49-F238E27FC236}">
                <a16:creationId xmlns:a16="http://schemas.microsoft.com/office/drawing/2014/main" id="{6363FA19-CC4E-3075-B25B-2CD6CE4F3163}"/>
              </a:ext>
            </a:extLst>
          </p:cNvPr>
          <p:cNvSpPr/>
          <p:nvPr/>
        </p:nvSpPr>
        <p:spPr>
          <a:xfrm>
            <a:off x="584792" y="4203061"/>
            <a:ext cx="11016000" cy="1927240"/>
          </a:xfrm>
          <a:prstGeom prst="rect">
            <a:avLst/>
          </a:prstGeom>
          <a:pattFill prst="dkHorz">
            <a:fgClr>
              <a:srgbClr val="FFFFFF"/>
            </a:fgClr>
            <a:bgClr>
              <a:srgbClr val="809EC2">
                <a:lumMod val="20000"/>
                <a:lumOff val="80000"/>
              </a:srgbClr>
            </a:bgClr>
          </a:pattFill>
          <a:ln w="19050" cap="flat" cmpd="sng" algn="ctr">
            <a:noFill/>
            <a:prstDash val="solid"/>
            <a:miter lim="800000"/>
          </a:ln>
          <a:effectLst/>
        </p:spPr>
        <p:txBody>
          <a:bodyPr rtlCol="0" anchor="t"/>
          <a:lstStyle/>
          <a:p>
            <a:pPr algn="ctr" defTabSz="342900">
              <a:defRPr/>
            </a:pPr>
            <a:endParaRPr kumimoji="1" lang="en-US" altLang="ja-JP" sz="1500" b="1" kern="0">
              <a:solidFill>
                <a:prstClr val="black"/>
              </a:solidFill>
              <a:latin typeface="游ゴシック" panose="020B0400000000000000" pitchFamily="50" charset="-128"/>
              <a:ea typeface="游ゴシック" panose="020B0400000000000000" pitchFamily="50" charset="-128"/>
            </a:endParaRPr>
          </a:p>
        </p:txBody>
      </p:sp>
      <p:sp>
        <p:nvSpPr>
          <p:cNvPr id="2" name="タイトル 1"/>
          <p:cNvSpPr>
            <a:spLocks noGrp="1"/>
          </p:cNvSpPr>
          <p:nvPr>
            <p:ph type="title"/>
          </p:nvPr>
        </p:nvSpPr>
        <p:spPr/>
        <p:txBody>
          <a:bodyPr/>
          <a:lstStyle/>
          <a:p>
            <a:r>
              <a:rPr kumimoji="1" lang="en-US" altLang="ja-JP" dirty="0"/>
              <a:t>1-1</a:t>
            </a:r>
            <a:r>
              <a:rPr lang="ja-JP" altLang="en-US" dirty="0"/>
              <a:t>．</a:t>
            </a:r>
            <a:r>
              <a:rPr kumimoji="1" lang="ja-JP" altLang="en-US"/>
              <a:t>背景と目的</a:t>
            </a:r>
            <a:endParaRPr kumimoji="1" lang="ja-JP" altLang="en-US" dirty="0"/>
          </a:p>
        </p:txBody>
      </p:sp>
      <p:sp>
        <p:nvSpPr>
          <p:cNvPr id="4" name="スライド番号プレースホルダー 3">
            <a:extLst>
              <a:ext uri="{FF2B5EF4-FFF2-40B4-BE49-F238E27FC236}">
                <a16:creationId xmlns:a16="http://schemas.microsoft.com/office/drawing/2014/main" id="{A92D1508-448C-F2E8-8AFC-266D7CA67A22}"/>
              </a:ext>
            </a:extLst>
          </p:cNvPr>
          <p:cNvSpPr>
            <a:spLocks noGrp="1"/>
          </p:cNvSpPr>
          <p:nvPr>
            <p:ph type="sldNum" sz="quarter" idx="12"/>
          </p:nvPr>
        </p:nvSpPr>
        <p:spPr/>
        <p:txBody>
          <a:bodyPr/>
          <a:lstStyle/>
          <a:p>
            <a:fld id="{26CA5134-5AAC-D342-B763-43605FECB385}" type="slidenum">
              <a:rPr kumimoji="1" lang="ja-JP" altLang="en-US" smtClean="0"/>
              <a:pPr/>
              <a:t>3</a:t>
            </a:fld>
            <a:endParaRPr kumimoji="1" lang="ja-JP" altLang="en-US" sz="700" dirty="0"/>
          </a:p>
        </p:txBody>
      </p:sp>
      <p:sp>
        <p:nvSpPr>
          <p:cNvPr id="84" name="角丸四角形 10">
            <a:extLst>
              <a:ext uri="{FF2B5EF4-FFF2-40B4-BE49-F238E27FC236}">
                <a16:creationId xmlns:a16="http://schemas.microsoft.com/office/drawing/2014/main" id="{0DA04537-7B20-9E5E-0620-45DAE3384EC8}"/>
              </a:ext>
            </a:extLst>
          </p:cNvPr>
          <p:cNvSpPr/>
          <p:nvPr/>
        </p:nvSpPr>
        <p:spPr>
          <a:xfrm>
            <a:off x="1897022" y="2971904"/>
            <a:ext cx="8435065" cy="720000"/>
          </a:xfrm>
          <a:prstGeom prst="roundRect">
            <a:avLst>
              <a:gd name="adj" fmla="val 5512"/>
            </a:avLst>
          </a:prstGeom>
          <a:solidFill>
            <a:srgbClr val="3D9599"/>
          </a:solidFill>
          <a:ln>
            <a:noFill/>
          </a:ln>
          <a:effectLst/>
        </p:spPr>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20000"/>
              </a:lnSpc>
              <a:spcBef>
                <a:spcPts val="0"/>
              </a:spcBef>
              <a:spcAft>
                <a:spcPts val="0"/>
              </a:spcAft>
              <a:buClrTx/>
              <a:buSzTx/>
              <a:buFontTx/>
              <a:buNone/>
              <a:tabLst/>
              <a:defRPr/>
            </a:pPr>
            <a:r>
              <a:rPr kumimoji="1" lang="ja-JP" altLang="en-US" sz="2000" b="1" i="0" u="none" strike="noStrike" kern="0" cap="none" spc="0" normalizeH="0" baseline="0" noProof="0">
                <a:ln>
                  <a:noFill/>
                </a:ln>
                <a:solidFill>
                  <a:prstClr val="white"/>
                </a:solidFill>
                <a:effectLst/>
                <a:uLnTx/>
                <a:uFillTx/>
                <a:latin typeface="游ゴシック" panose="020B0400000000000000" pitchFamily="50" charset="-128"/>
                <a:ea typeface="游ゴシック" panose="020B0400000000000000" pitchFamily="50" charset="-128"/>
              </a:rPr>
              <a:t>受注システムの構築</a:t>
            </a:r>
            <a:endParaRPr kumimoji="1" lang="en-US" altLang="ja-JP" sz="2000" b="1" i="0" u="none" strike="noStrike" kern="0" cap="none" spc="0" normalizeH="0" baseline="0" noProof="0">
              <a:ln>
                <a:noFill/>
              </a:ln>
              <a:solidFill>
                <a:prstClr val="white"/>
              </a:solidFill>
              <a:effectLst/>
              <a:uLnTx/>
              <a:uFillTx/>
              <a:latin typeface="游ゴシック" panose="020B0400000000000000" pitchFamily="50" charset="-128"/>
              <a:ea typeface="游ゴシック" panose="020B0400000000000000" pitchFamily="50" charset="-128"/>
            </a:endParaRPr>
          </a:p>
        </p:txBody>
      </p:sp>
      <p:sp>
        <p:nvSpPr>
          <p:cNvPr id="86" name="下矢印 29">
            <a:extLst>
              <a:ext uri="{FF2B5EF4-FFF2-40B4-BE49-F238E27FC236}">
                <a16:creationId xmlns:a16="http://schemas.microsoft.com/office/drawing/2014/main" id="{E36947C8-F0AB-0098-7827-163221B27ED6}"/>
              </a:ext>
            </a:extLst>
          </p:cNvPr>
          <p:cNvSpPr/>
          <p:nvPr/>
        </p:nvSpPr>
        <p:spPr>
          <a:xfrm>
            <a:off x="5599434" y="3766271"/>
            <a:ext cx="1030237" cy="594491"/>
          </a:xfrm>
          <a:prstGeom prst="downArrow">
            <a:avLst>
              <a:gd name="adj1" fmla="val 71621"/>
              <a:gd name="adj2" fmla="val 50000"/>
            </a:avLst>
          </a:prstGeom>
          <a:gradFill>
            <a:gsLst>
              <a:gs pos="0">
                <a:srgbClr val="809EC2">
                  <a:lumMod val="20000"/>
                  <a:lumOff val="80000"/>
                </a:srgbClr>
              </a:gs>
              <a:gs pos="100000">
                <a:sysClr val="window" lastClr="FFFFFF">
                  <a:lumMod val="75000"/>
                </a:sysClr>
              </a:gs>
            </a:gsLst>
            <a:lin ang="5400000" scaled="1"/>
          </a:gradFill>
          <a:ln w="12700" cap="flat" cmpd="sng" algn="ctr">
            <a:noFill/>
            <a:prstDash val="solid"/>
            <a:miter lim="800000"/>
          </a:ln>
          <a:effectLst/>
        </p:spPr>
        <p:txBody>
          <a:bodyPr rtlCol="0" anchor="ctr"/>
          <a:lstStyle/>
          <a:p>
            <a:pPr algn="ctr" defTabSz="342900">
              <a:defRPr/>
            </a:pPr>
            <a:endParaRPr kumimoji="1" lang="ja-JP" altLang="en-US" sz="1350" kern="0">
              <a:solidFill>
                <a:prstClr val="white"/>
              </a:solidFill>
              <a:latin typeface="游ゴシック" panose="020B0400000000000000" pitchFamily="50" charset="-128"/>
              <a:ea typeface="游ゴシック" panose="020B0400000000000000" pitchFamily="50" charset="-128"/>
            </a:endParaRPr>
          </a:p>
        </p:txBody>
      </p:sp>
      <p:sp>
        <p:nvSpPr>
          <p:cNvPr id="87" name="正方形/長方形 86">
            <a:extLst>
              <a:ext uri="{FF2B5EF4-FFF2-40B4-BE49-F238E27FC236}">
                <a16:creationId xmlns:a16="http://schemas.microsoft.com/office/drawing/2014/main" id="{2933AA41-54D6-D5BB-4753-C835F8B9EA81}"/>
              </a:ext>
            </a:extLst>
          </p:cNvPr>
          <p:cNvSpPr/>
          <p:nvPr/>
        </p:nvSpPr>
        <p:spPr>
          <a:xfrm>
            <a:off x="1181179" y="3625308"/>
            <a:ext cx="9848421" cy="753577"/>
          </a:xfrm>
          <a:prstGeom prst="rect">
            <a:avLst/>
          </a:prstGeom>
          <a:no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450"/>
              </a:spcBef>
              <a:spcAft>
                <a:spcPts val="0"/>
              </a:spcAft>
              <a:buClrTx/>
              <a:buSzTx/>
              <a:buFontTx/>
              <a:buNone/>
              <a:tabLst/>
              <a:defRPr/>
            </a:pPr>
            <a:r>
              <a:rPr kumimoji="1" lang="ja-JP" altLang="en-US" sz="1600" b="1" i="0" u="none" strike="noStrike" kern="0" cap="none" spc="0" normalizeH="0" baseline="0" noProof="0">
                <a:ln>
                  <a:noFill/>
                </a:ln>
                <a:solidFill>
                  <a:srgbClr val="000000"/>
                </a:solidFill>
                <a:effectLst/>
                <a:uLnTx/>
                <a:uFillTx/>
                <a:latin typeface="游ゴシック" panose="020B0400000000000000" pitchFamily="50" charset="-128"/>
                <a:ea typeface="游ゴシック" panose="020B0400000000000000" pitchFamily="50" charset="-128"/>
              </a:rPr>
              <a:t>コンセプト・狙い</a:t>
            </a:r>
            <a:endParaRPr kumimoji="1" lang="en-US" altLang="ja-JP" sz="1600" b="1" i="0" u="none" strike="noStrike" kern="0" cap="none" spc="0" normalizeH="0" baseline="0" noProof="0">
              <a:ln>
                <a:noFill/>
              </a:ln>
              <a:solidFill>
                <a:srgbClr val="000000"/>
              </a:solidFill>
              <a:effectLst/>
              <a:uLnTx/>
              <a:uFillTx/>
              <a:latin typeface="游ゴシック" panose="020B0400000000000000" pitchFamily="50" charset="-128"/>
              <a:ea typeface="游ゴシック" panose="020B0400000000000000" pitchFamily="50" charset="-128"/>
            </a:endParaRPr>
          </a:p>
        </p:txBody>
      </p:sp>
      <p:sp>
        <p:nvSpPr>
          <p:cNvPr id="95" name="角丸四角形 10">
            <a:extLst>
              <a:ext uri="{FF2B5EF4-FFF2-40B4-BE49-F238E27FC236}">
                <a16:creationId xmlns:a16="http://schemas.microsoft.com/office/drawing/2014/main" id="{19D9329D-0ED0-8177-6EA1-88E8E1264812}"/>
              </a:ext>
            </a:extLst>
          </p:cNvPr>
          <p:cNvSpPr/>
          <p:nvPr/>
        </p:nvSpPr>
        <p:spPr>
          <a:xfrm>
            <a:off x="1897022" y="4432928"/>
            <a:ext cx="8435065" cy="531471"/>
          </a:xfrm>
          <a:prstGeom prst="roundRect">
            <a:avLst>
              <a:gd name="adj" fmla="val 5512"/>
            </a:avLst>
          </a:prstGeom>
          <a:solidFill>
            <a:srgbClr val="86CEFA">
              <a:lumMod val="50000"/>
            </a:srgbClr>
          </a:solidFill>
          <a:ln>
            <a:noFill/>
          </a:ln>
          <a:effectLst/>
        </p:spPr>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20000"/>
              </a:lnSpc>
              <a:spcBef>
                <a:spcPts val="0"/>
              </a:spcBef>
              <a:spcAft>
                <a:spcPts val="0"/>
              </a:spcAft>
              <a:buClrTx/>
              <a:buSzTx/>
              <a:buFontTx/>
              <a:buNone/>
              <a:tabLst/>
              <a:defRPr/>
            </a:pPr>
            <a:r>
              <a:rPr kumimoji="1" lang="ja-JP" altLang="en-US" sz="2000" b="1" i="0" u="none" strike="noStrike" kern="0" cap="none" spc="0" normalizeH="0" baseline="0" noProof="0">
                <a:ln>
                  <a:noFill/>
                </a:ln>
                <a:solidFill>
                  <a:srgbClr val="FFFFFF"/>
                </a:solidFill>
                <a:effectLst/>
                <a:uLnTx/>
                <a:uFillTx/>
                <a:latin typeface="BIZ UDPゴシック" panose="020B0400000000000000" pitchFamily="50" charset="-128"/>
                <a:ea typeface="BIZ UDPゴシック" panose="020B0400000000000000" pitchFamily="50" charset="-128"/>
                <a:cs typeface="+mn-cs"/>
              </a:rPr>
              <a:t>サプライチェーン全体の効率化</a:t>
            </a:r>
            <a:endParaRPr kumimoji="0" lang="ja-JP" altLang="ja-JP" sz="2000" b="0" i="0" u="none" strike="noStrike" kern="100" cap="none" spc="0" normalizeH="0" baseline="0" noProof="0">
              <a:ln>
                <a:noFill/>
              </a:ln>
              <a:solidFill>
                <a:srgbClr val="FFFFFF"/>
              </a:solidFill>
              <a:effectLst/>
              <a:uLnTx/>
              <a:uFillTx/>
              <a:latin typeface="BIZ UDPゴシック" panose="020B0400000000000000" pitchFamily="50" charset="-128"/>
              <a:ea typeface="BIZ UDPゴシック" panose="020B0400000000000000" pitchFamily="50" charset="-128"/>
              <a:cs typeface="ＭＳ ゴシック" panose="020B0609070205080204" pitchFamily="49" charset="-128"/>
            </a:endParaRPr>
          </a:p>
        </p:txBody>
      </p:sp>
      <p:sp>
        <p:nvSpPr>
          <p:cNvPr id="97" name="角丸四角形 37">
            <a:extLst>
              <a:ext uri="{FF2B5EF4-FFF2-40B4-BE49-F238E27FC236}">
                <a16:creationId xmlns:a16="http://schemas.microsoft.com/office/drawing/2014/main" id="{80A83AFD-1B3E-4E83-1BA1-976491BCC7EC}"/>
              </a:ext>
            </a:extLst>
          </p:cNvPr>
          <p:cNvSpPr/>
          <p:nvPr/>
        </p:nvSpPr>
        <p:spPr>
          <a:xfrm>
            <a:off x="1897022" y="5095309"/>
            <a:ext cx="3960000" cy="407050"/>
          </a:xfrm>
          <a:prstGeom prst="roundRect">
            <a:avLst>
              <a:gd name="adj" fmla="val 50000"/>
            </a:avLst>
          </a:prstGeom>
          <a:solidFill>
            <a:schemeClr val="accent6"/>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500" b="1">
                <a:solidFill>
                  <a:schemeClr val="bg1"/>
                </a:solidFill>
                <a:latin typeface="BIZ UDPゴシック" panose="020B0400000000000000" pitchFamily="50" charset="-128"/>
                <a:ea typeface="BIZ UDPゴシック" panose="020B0400000000000000" pitchFamily="50" charset="-128"/>
              </a:rPr>
              <a:t>業界における商慣習の撤廃・改善</a:t>
            </a:r>
            <a:endParaRPr kumimoji="1" lang="en-US" altLang="ja-JP" sz="1500" b="1">
              <a:solidFill>
                <a:schemeClr val="bg1"/>
              </a:solidFill>
              <a:latin typeface="BIZ UDPゴシック" panose="020B0400000000000000" pitchFamily="50" charset="-128"/>
              <a:ea typeface="BIZ UDPゴシック" panose="020B0400000000000000" pitchFamily="50" charset="-128"/>
            </a:endParaRPr>
          </a:p>
        </p:txBody>
      </p:sp>
      <p:sp>
        <p:nvSpPr>
          <p:cNvPr id="98" name="角丸四角形 38">
            <a:extLst>
              <a:ext uri="{FF2B5EF4-FFF2-40B4-BE49-F238E27FC236}">
                <a16:creationId xmlns:a16="http://schemas.microsoft.com/office/drawing/2014/main" id="{F8E88954-1176-6019-EDA1-AF90CD4A9F02}"/>
              </a:ext>
            </a:extLst>
          </p:cNvPr>
          <p:cNvSpPr/>
          <p:nvPr/>
        </p:nvSpPr>
        <p:spPr>
          <a:xfrm>
            <a:off x="6372087" y="5095302"/>
            <a:ext cx="3960000" cy="407050"/>
          </a:xfrm>
          <a:prstGeom prst="roundRect">
            <a:avLst>
              <a:gd name="adj" fmla="val 50000"/>
            </a:avLst>
          </a:prstGeom>
          <a:solidFill>
            <a:schemeClr val="accent6"/>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500" b="1">
                <a:solidFill>
                  <a:schemeClr val="bg1"/>
                </a:solidFill>
                <a:latin typeface="BIZ UDPゴシック" panose="020B0400000000000000" pitchFamily="50" charset="-128"/>
                <a:ea typeface="BIZ UDPゴシック" panose="020B0400000000000000" pitchFamily="50" charset="-128"/>
              </a:rPr>
              <a:t>受注業務の平準化・効率化</a:t>
            </a:r>
            <a:endParaRPr kumimoji="1" lang="en-US" altLang="ja-JP" sz="1500" b="1">
              <a:solidFill>
                <a:schemeClr val="bg1"/>
              </a:solidFill>
              <a:latin typeface="BIZ UDPゴシック" panose="020B0400000000000000" pitchFamily="50" charset="-128"/>
              <a:ea typeface="BIZ UDPゴシック" panose="020B0400000000000000" pitchFamily="50" charset="-128"/>
            </a:endParaRPr>
          </a:p>
        </p:txBody>
      </p:sp>
      <p:sp>
        <p:nvSpPr>
          <p:cNvPr id="100" name="角丸四角形 37">
            <a:extLst>
              <a:ext uri="{FF2B5EF4-FFF2-40B4-BE49-F238E27FC236}">
                <a16:creationId xmlns:a16="http://schemas.microsoft.com/office/drawing/2014/main" id="{C2162047-03DC-5C26-07F1-5A1970CCD1EB}"/>
              </a:ext>
            </a:extLst>
          </p:cNvPr>
          <p:cNvSpPr/>
          <p:nvPr/>
        </p:nvSpPr>
        <p:spPr>
          <a:xfrm>
            <a:off x="1897022" y="5559046"/>
            <a:ext cx="3960000" cy="407050"/>
          </a:xfrm>
          <a:prstGeom prst="roundRect">
            <a:avLst>
              <a:gd name="adj" fmla="val 50000"/>
            </a:avLst>
          </a:prstGeom>
          <a:solidFill>
            <a:schemeClr val="accent6"/>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500" b="1">
                <a:solidFill>
                  <a:schemeClr val="bg1"/>
                </a:solidFill>
                <a:latin typeface="BIZ UDPゴシック" panose="020B0400000000000000" pitchFamily="50" charset="-128"/>
                <a:ea typeface="BIZ UDPゴシック" panose="020B0400000000000000" pitchFamily="50" charset="-128"/>
              </a:rPr>
              <a:t>安心・安全の向上</a:t>
            </a:r>
            <a:endParaRPr kumimoji="1" lang="en-US" altLang="ja-JP" sz="1500" b="1">
              <a:solidFill>
                <a:schemeClr val="bg1"/>
              </a:solidFill>
              <a:latin typeface="BIZ UDPゴシック" panose="020B0400000000000000" pitchFamily="50" charset="-128"/>
              <a:ea typeface="BIZ UDPゴシック" panose="020B0400000000000000" pitchFamily="50" charset="-128"/>
            </a:endParaRPr>
          </a:p>
        </p:txBody>
      </p:sp>
      <p:sp>
        <p:nvSpPr>
          <p:cNvPr id="101" name="角丸四角形 38">
            <a:extLst>
              <a:ext uri="{FF2B5EF4-FFF2-40B4-BE49-F238E27FC236}">
                <a16:creationId xmlns:a16="http://schemas.microsoft.com/office/drawing/2014/main" id="{6FA1F5CA-E553-AD17-8F42-29B32FEB76A0}"/>
              </a:ext>
            </a:extLst>
          </p:cNvPr>
          <p:cNvSpPr/>
          <p:nvPr/>
        </p:nvSpPr>
        <p:spPr>
          <a:xfrm>
            <a:off x="6372087" y="5556395"/>
            <a:ext cx="3960000" cy="407050"/>
          </a:xfrm>
          <a:prstGeom prst="roundRect">
            <a:avLst>
              <a:gd name="adj" fmla="val 50000"/>
            </a:avLst>
          </a:prstGeom>
          <a:solidFill>
            <a:schemeClr val="accent6"/>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500" b="1">
                <a:solidFill>
                  <a:schemeClr val="bg1"/>
                </a:solidFill>
                <a:latin typeface="BIZ UDPゴシック" panose="020B0400000000000000" pitchFamily="50" charset="-128"/>
                <a:ea typeface="BIZ UDPゴシック" panose="020B0400000000000000" pitchFamily="50" charset="-128"/>
              </a:rPr>
              <a:t>カーボンニュートラルの実現・維持向上</a:t>
            </a:r>
            <a:endParaRPr kumimoji="1" lang="en-US" altLang="ja-JP" sz="1500" b="1">
              <a:solidFill>
                <a:schemeClr val="bg1"/>
              </a:solidFill>
              <a:latin typeface="BIZ UDPゴシック" panose="020B0400000000000000" pitchFamily="50" charset="-128"/>
              <a:ea typeface="BIZ UDPゴシック" panose="020B0400000000000000" pitchFamily="50" charset="-128"/>
            </a:endParaRPr>
          </a:p>
        </p:txBody>
      </p:sp>
      <p:sp>
        <p:nvSpPr>
          <p:cNvPr id="103" name="テキスト ボックス 102">
            <a:extLst>
              <a:ext uri="{FF2B5EF4-FFF2-40B4-BE49-F238E27FC236}">
                <a16:creationId xmlns:a16="http://schemas.microsoft.com/office/drawing/2014/main" id="{C884FBBE-037D-27E7-7095-452DDEBF6CE0}"/>
              </a:ext>
            </a:extLst>
          </p:cNvPr>
          <p:cNvSpPr txBox="1"/>
          <p:nvPr/>
        </p:nvSpPr>
        <p:spPr>
          <a:xfrm>
            <a:off x="724801" y="1337207"/>
            <a:ext cx="11041199" cy="1200329"/>
          </a:xfrm>
          <a:prstGeom prst="rect">
            <a:avLst/>
          </a:prstGeom>
          <a:noFill/>
        </p:spPr>
        <p:txBody>
          <a:bodyPr wrap="square">
            <a:spAutoFit/>
          </a:bodyPr>
          <a:lstStyle/>
          <a:p>
            <a:pPr marL="285750" indent="-285750">
              <a:buFont typeface="Arial" panose="020B0604020202020204" pitchFamily="34" charset="0"/>
              <a:buChar char="•"/>
            </a:pPr>
            <a:r>
              <a:rPr lang="ja-JP" altLang="en-US">
                <a:latin typeface="游ゴシック" panose="020B0400000000000000" pitchFamily="50" charset="-128"/>
                <a:ea typeface="游ゴシック" panose="020B0400000000000000" pitchFamily="50" charset="-128"/>
              </a:rPr>
              <a:t>アスファルト輸送には専用ローリーが必要であるが、多くの運送会社は小規模で、受注業務のデジタル化が進んでいない。</a:t>
            </a:r>
            <a:endParaRPr lang="en-US" altLang="ja-JP">
              <a:latin typeface="游ゴシック" panose="020B0400000000000000" pitchFamily="50" charset="-128"/>
              <a:ea typeface="游ゴシック" panose="020B0400000000000000" pitchFamily="50" charset="-128"/>
            </a:endParaRPr>
          </a:p>
          <a:p>
            <a:pPr marL="285750" indent="-285750">
              <a:buFont typeface="Arial" panose="020B0604020202020204" pitchFamily="34" charset="0"/>
              <a:buChar char="•"/>
            </a:pPr>
            <a:r>
              <a:rPr lang="ja-JP" altLang="en-US">
                <a:latin typeface="游ゴシック" panose="020B0400000000000000" pitchFamily="50" charset="-128"/>
                <a:ea typeface="游ゴシック" panose="020B0400000000000000" pitchFamily="50" charset="-128"/>
              </a:rPr>
              <a:t>電話や</a:t>
            </a:r>
            <a:r>
              <a:rPr lang="en-US" altLang="ja-JP">
                <a:latin typeface="游ゴシック" panose="020B0400000000000000" pitchFamily="50" charset="-128"/>
                <a:ea typeface="游ゴシック" panose="020B0400000000000000" pitchFamily="50" charset="-128"/>
              </a:rPr>
              <a:t>FAX</a:t>
            </a:r>
            <a:r>
              <a:rPr lang="ja-JP" altLang="en-US">
                <a:latin typeface="游ゴシック" panose="020B0400000000000000" pitchFamily="50" charset="-128"/>
                <a:ea typeface="游ゴシック" panose="020B0400000000000000" pitchFamily="50" charset="-128"/>
              </a:rPr>
              <a:t>による対応が主流であり、関係者全体の業務効率は低い。</a:t>
            </a:r>
          </a:p>
          <a:p>
            <a:pPr marL="285750" indent="-285750">
              <a:buFont typeface="Arial" panose="020B0604020202020204" pitchFamily="34" charset="0"/>
              <a:buChar char="•"/>
            </a:pPr>
            <a:r>
              <a:rPr lang="ja-JP" altLang="en-US">
                <a:latin typeface="游ゴシック" panose="020B0400000000000000" pitchFamily="50" charset="-128"/>
                <a:ea typeface="游ゴシック" panose="020B0400000000000000" pitchFamily="50" charset="-128"/>
              </a:rPr>
              <a:t>現状では特販店を介した受注およびローリー手配が中心であり、多段階の調整が必要となっている。</a:t>
            </a:r>
          </a:p>
        </p:txBody>
      </p:sp>
      <p:sp>
        <p:nvSpPr>
          <p:cNvPr id="106" name="テキスト ボックス 105">
            <a:extLst>
              <a:ext uri="{FF2B5EF4-FFF2-40B4-BE49-F238E27FC236}">
                <a16:creationId xmlns:a16="http://schemas.microsoft.com/office/drawing/2014/main" id="{FC60DB6F-97B0-9DD9-10BA-CB7D1EC3401D}"/>
              </a:ext>
            </a:extLst>
          </p:cNvPr>
          <p:cNvSpPr txBox="1"/>
          <p:nvPr/>
        </p:nvSpPr>
        <p:spPr>
          <a:xfrm>
            <a:off x="687941" y="954830"/>
            <a:ext cx="8667741" cy="360000"/>
          </a:xfrm>
          <a:prstGeom prst="rect">
            <a:avLst/>
          </a:prstGeom>
          <a:noFill/>
        </p:spPr>
        <p:txBody>
          <a:bodyPr wrap="none" rtlCol="0" anchor="ctr" anchorCtr="0">
            <a:noAutofit/>
          </a:bodyPr>
          <a:lstStyle/>
          <a:p>
            <a:r>
              <a:rPr lang="ja-JP" altLang="en-US" sz="1600" b="1">
                <a:latin typeface="游ゴシック" panose="020B0400000000000000" pitchFamily="50" charset="-128"/>
                <a:ea typeface="游ゴシック" panose="020B0400000000000000" pitchFamily="50" charset="-128"/>
              </a:rPr>
              <a:t>現状の課題</a:t>
            </a:r>
            <a:endParaRPr kumimoji="1" lang="ja-JP" altLang="en-US" sz="1600" b="1">
              <a:latin typeface="游ゴシック" panose="020B0400000000000000" pitchFamily="50" charset="-128"/>
              <a:ea typeface="游ゴシック" panose="020B0400000000000000" pitchFamily="50" charset="-128"/>
            </a:endParaRPr>
          </a:p>
        </p:txBody>
      </p:sp>
    </p:spTree>
    <p:extLst>
      <p:ext uri="{BB962C8B-B14F-4D97-AF65-F5344CB8AC3E}">
        <p14:creationId xmlns:p14="http://schemas.microsoft.com/office/powerpoint/2010/main" val="21416831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B77D94-4379-AA7F-7ACA-D5DD8CC3F86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55FB33A-61FC-E7A5-2731-26104C1C5873}"/>
              </a:ext>
            </a:extLst>
          </p:cNvPr>
          <p:cNvSpPr>
            <a:spLocks noGrp="1"/>
          </p:cNvSpPr>
          <p:nvPr>
            <p:ph type="title"/>
          </p:nvPr>
        </p:nvSpPr>
        <p:spPr/>
        <p:txBody>
          <a:bodyPr/>
          <a:lstStyle/>
          <a:p>
            <a:r>
              <a:rPr lang="en-US" altLang="ja-JP" dirty="0"/>
              <a:t>1-2</a:t>
            </a:r>
            <a:r>
              <a:rPr lang="ja-JP" altLang="en-US"/>
              <a:t>．弊社の強み</a:t>
            </a:r>
            <a:endParaRPr kumimoji="1" lang="ja-JP" altLang="en-US"/>
          </a:p>
        </p:txBody>
      </p:sp>
      <p:sp>
        <p:nvSpPr>
          <p:cNvPr id="5" name="フッター プレースホルダー 4">
            <a:extLst>
              <a:ext uri="{FF2B5EF4-FFF2-40B4-BE49-F238E27FC236}">
                <a16:creationId xmlns:a16="http://schemas.microsoft.com/office/drawing/2014/main" id="{ECBC8900-0DEF-3F0E-F806-40AC3CF5A6FD}"/>
              </a:ext>
            </a:extLst>
          </p:cNvPr>
          <p:cNvSpPr>
            <a:spLocks noGrp="1"/>
          </p:cNvSpPr>
          <p:nvPr>
            <p:ph type="ftr" sz="quarter" idx="11"/>
          </p:nvPr>
        </p:nvSpPr>
        <p:spPr/>
        <p:txBody>
          <a:bodyPr/>
          <a:lstStyle/>
          <a:p>
            <a:r>
              <a:rPr lang="en-US" altLang="ja-JP"/>
              <a:t>Copyright © SystemEXE,Inc All Rights Reserved.</a:t>
            </a:r>
            <a:endParaRPr lang="ja-JP" altLang="en-US"/>
          </a:p>
        </p:txBody>
      </p:sp>
      <p:sp>
        <p:nvSpPr>
          <p:cNvPr id="3" name="スライド番号プレースホルダー 3">
            <a:extLst>
              <a:ext uri="{FF2B5EF4-FFF2-40B4-BE49-F238E27FC236}">
                <a16:creationId xmlns:a16="http://schemas.microsoft.com/office/drawing/2014/main" id="{B2BC63CA-4930-0779-57D8-F55CB5515E25}"/>
              </a:ext>
            </a:extLst>
          </p:cNvPr>
          <p:cNvSpPr>
            <a:spLocks noGrp="1"/>
          </p:cNvSpPr>
          <p:nvPr>
            <p:ph type="sldNum" sz="quarter" idx="12"/>
          </p:nvPr>
        </p:nvSpPr>
        <p:spPr>
          <a:xfrm>
            <a:off x="10752000" y="6552000"/>
            <a:ext cx="1440000" cy="216000"/>
          </a:xfrm>
        </p:spPr>
        <p:txBody>
          <a:bodyPr/>
          <a:lstStyle/>
          <a:p>
            <a:fld id="{26CA5134-5AAC-D342-B763-43605FECB385}" type="slidenum">
              <a:rPr kumimoji="1" lang="ja-JP" altLang="en-US" smtClean="0"/>
              <a:pPr/>
              <a:t>4</a:t>
            </a:fld>
            <a:endParaRPr kumimoji="1" lang="ja-JP" altLang="en-US" sz="700"/>
          </a:p>
        </p:txBody>
      </p:sp>
      <p:sp>
        <p:nvSpPr>
          <p:cNvPr id="155" name="テキスト ボックス 154">
            <a:extLst>
              <a:ext uri="{FF2B5EF4-FFF2-40B4-BE49-F238E27FC236}">
                <a16:creationId xmlns:a16="http://schemas.microsoft.com/office/drawing/2014/main" id="{27E49E27-E0FC-DCDA-C62C-2A5E3B3C09B0}"/>
              </a:ext>
            </a:extLst>
          </p:cNvPr>
          <p:cNvSpPr txBox="1"/>
          <p:nvPr/>
        </p:nvSpPr>
        <p:spPr>
          <a:xfrm>
            <a:off x="720000" y="863563"/>
            <a:ext cx="10897200" cy="646331"/>
          </a:xfrm>
          <a:prstGeom prst="rect">
            <a:avLst/>
          </a:prstGeom>
          <a:noFill/>
        </p:spPr>
        <p:txBody>
          <a:bodyPr wrap="square" lIns="108000" rIns="108000" rtlCol="0" anchor="t">
            <a:spAutoFit/>
          </a:bodyPr>
          <a:lstStyle/>
          <a:p>
            <a:pPr algn="ctr">
              <a:spcBef>
                <a:spcPts val="600"/>
              </a:spcBef>
            </a:pPr>
            <a:r>
              <a:rPr lang="ja-JP" altLang="en-US" b="1">
                <a:latin typeface="+mn-ea"/>
              </a:rPr>
              <a:t>弊社は以下を強みとし、本システム構築ではこれまでに培った</a:t>
            </a:r>
            <a:br>
              <a:rPr lang="en-US" altLang="ja-JP" b="1">
                <a:latin typeface="+mn-ea"/>
              </a:rPr>
            </a:br>
            <a:r>
              <a:rPr lang="ja-JP" altLang="en-US" b="1">
                <a:solidFill>
                  <a:srgbClr val="C00000"/>
                </a:solidFill>
                <a:latin typeface="+mn-ea"/>
              </a:rPr>
              <a:t>“出光興産様案件プロジェクト成功のノウハウ”</a:t>
            </a:r>
            <a:r>
              <a:rPr lang="ja-JP" altLang="en-US" b="1">
                <a:latin typeface="+mn-ea"/>
              </a:rPr>
              <a:t>を存分に活用できると考えております。</a:t>
            </a:r>
            <a:endParaRPr lang="en-US" altLang="ja-JP" b="1">
              <a:latin typeface="+mn-ea"/>
            </a:endParaRPr>
          </a:p>
        </p:txBody>
      </p:sp>
      <p:grpSp>
        <p:nvGrpSpPr>
          <p:cNvPr id="156" name="グループ化 155">
            <a:extLst>
              <a:ext uri="{FF2B5EF4-FFF2-40B4-BE49-F238E27FC236}">
                <a16:creationId xmlns:a16="http://schemas.microsoft.com/office/drawing/2014/main" id="{26EA07DF-E8AA-5370-0A3E-732F872CAD6D}"/>
              </a:ext>
            </a:extLst>
          </p:cNvPr>
          <p:cNvGrpSpPr/>
          <p:nvPr/>
        </p:nvGrpSpPr>
        <p:grpSpPr>
          <a:xfrm>
            <a:off x="1015038" y="4966930"/>
            <a:ext cx="10184699" cy="1463234"/>
            <a:chOff x="1015039" y="1861216"/>
            <a:chExt cx="10184699" cy="1463234"/>
          </a:xfrm>
        </p:grpSpPr>
        <p:sp>
          <p:nvSpPr>
            <p:cNvPr id="157" name="正方形/長方形 156">
              <a:extLst>
                <a:ext uri="{FF2B5EF4-FFF2-40B4-BE49-F238E27FC236}">
                  <a16:creationId xmlns:a16="http://schemas.microsoft.com/office/drawing/2014/main" id="{9CFF2A2D-202C-20D5-FBBD-00E364425127}"/>
                </a:ext>
              </a:extLst>
            </p:cNvPr>
            <p:cNvSpPr/>
            <p:nvPr/>
          </p:nvSpPr>
          <p:spPr>
            <a:xfrm>
              <a:off x="1015039" y="1861216"/>
              <a:ext cx="211232" cy="426599"/>
            </a:xfrm>
            <a:prstGeom prst="rect">
              <a:avLst/>
            </a:prstGeom>
            <a:pattFill prst="dkUpDiag">
              <a:fgClr>
                <a:srgbClr val="FFAFAF"/>
              </a:fgClr>
              <a:bgClr>
                <a:schemeClr val="bg1"/>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158" name="テキスト ボックス 157">
              <a:extLst>
                <a:ext uri="{FF2B5EF4-FFF2-40B4-BE49-F238E27FC236}">
                  <a16:creationId xmlns:a16="http://schemas.microsoft.com/office/drawing/2014/main" id="{896FD994-A8D9-69DB-EF94-4C65545F2FBC}"/>
                </a:ext>
              </a:extLst>
            </p:cNvPr>
            <p:cNvSpPr txBox="1"/>
            <p:nvPr/>
          </p:nvSpPr>
          <p:spPr>
            <a:xfrm>
              <a:off x="1271194" y="1861216"/>
              <a:ext cx="360996" cy="461665"/>
            </a:xfrm>
            <a:prstGeom prst="rect">
              <a:avLst/>
            </a:prstGeom>
            <a:noFill/>
          </p:spPr>
          <p:txBody>
            <a:bodyPr wrap="none" rtlCol="0">
              <a:spAutoFit/>
            </a:bodyPr>
            <a:lstStyle/>
            <a:p>
              <a:r>
                <a:rPr kumimoji="1" lang="en-US" altLang="ja-JP" sz="2400" b="1">
                  <a:latin typeface="+mn-ea"/>
                </a:rPr>
                <a:t>3</a:t>
              </a:r>
              <a:endParaRPr kumimoji="1" lang="ja-JP" altLang="en-US" sz="2400" b="1">
                <a:latin typeface="+mn-ea"/>
              </a:endParaRPr>
            </a:p>
          </p:txBody>
        </p:sp>
        <p:sp>
          <p:nvSpPr>
            <p:cNvPr id="159" name="テキスト ボックス 158">
              <a:extLst>
                <a:ext uri="{FF2B5EF4-FFF2-40B4-BE49-F238E27FC236}">
                  <a16:creationId xmlns:a16="http://schemas.microsoft.com/office/drawing/2014/main" id="{045923F4-059E-989F-C450-CF980D018D4D}"/>
                </a:ext>
              </a:extLst>
            </p:cNvPr>
            <p:cNvSpPr txBox="1"/>
            <p:nvPr/>
          </p:nvSpPr>
          <p:spPr>
            <a:xfrm>
              <a:off x="1695739" y="1909547"/>
              <a:ext cx="1800493" cy="369332"/>
            </a:xfrm>
            <a:prstGeom prst="rect">
              <a:avLst/>
            </a:prstGeom>
            <a:noFill/>
          </p:spPr>
          <p:txBody>
            <a:bodyPr wrap="none" rtlCol="0">
              <a:noAutofit/>
            </a:bodyPr>
            <a:lstStyle/>
            <a:p>
              <a:r>
                <a:rPr kumimoji="1" lang="en-US" altLang="ja-JP" b="1">
                  <a:latin typeface="+mn-ea"/>
                </a:rPr>
                <a:t>Java</a:t>
              </a:r>
              <a:r>
                <a:rPr kumimoji="1" lang="ja-JP" altLang="en-US" b="1">
                  <a:latin typeface="+mn-ea"/>
                </a:rPr>
                <a:t>開発案件の実績</a:t>
              </a:r>
            </a:p>
          </p:txBody>
        </p:sp>
        <p:sp>
          <p:nvSpPr>
            <p:cNvPr id="160" name="正方形/長方形 159">
              <a:extLst>
                <a:ext uri="{FF2B5EF4-FFF2-40B4-BE49-F238E27FC236}">
                  <a16:creationId xmlns:a16="http://schemas.microsoft.com/office/drawing/2014/main" id="{014A3E58-295A-1F95-6F28-F4BFF73EB02B}"/>
                </a:ext>
              </a:extLst>
            </p:cNvPr>
            <p:cNvSpPr/>
            <p:nvPr/>
          </p:nvSpPr>
          <p:spPr>
            <a:xfrm rot="10800000">
              <a:off x="1015039" y="2305079"/>
              <a:ext cx="4500000" cy="86462"/>
            </a:xfrm>
            <a:prstGeom prst="rect">
              <a:avLst/>
            </a:prstGeom>
            <a:gradFill>
              <a:gsLst>
                <a:gs pos="0">
                  <a:schemeClr val="bg1">
                    <a:lumMod val="85000"/>
                  </a:schemeClr>
                </a:gs>
                <a:gs pos="100000">
                  <a:schemeClr val="bg1">
                    <a:lumMod val="74000"/>
                    <a:lumOff val="26000"/>
                    <a:alpha val="85000"/>
                  </a:scheme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kumimoji="1" lang="ja-JP" altLang="en-US"/>
            </a:p>
          </p:txBody>
        </p:sp>
        <p:sp>
          <p:nvSpPr>
            <p:cNvPr id="161" name="テキスト ボックス 160">
              <a:extLst>
                <a:ext uri="{FF2B5EF4-FFF2-40B4-BE49-F238E27FC236}">
                  <a16:creationId xmlns:a16="http://schemas.microsoft.com/office/drawing/2014/main" id="{2A77212E-20AD-4C2F-CB43-84CC046639DA}"/>
                </a:ext>
              </a:extLst>
            </p:cNvPr>
            <p:cNvSpPr txBox="1"/>
            <p:nvPr/>
          </p:nvSpPr>
          <p:spPr>
            <a:xfrm>
              <a:off x="1695738" y="2416509"/>
              <a:ext cx="9504000" cy="907941"/>
            </a:xfrm>
            <a:prstGeom prst="rect">
              <a:avLst/>
            </a:prstGeom>
            <a:noFill/>
          </p:spPr>
          <p:txBody>
            <a:bodyPr wrap="square" lIns="108000" rIns="108000" rtlCol="0" anchor="t">
              <a:spAutoFit/>
            </a:bodyPr>
            <a:lstStyle/>
            <a:p>
              <a:pPr>
                <a:spcBef>
                  <a:spcPts val="600"/>
                </a:spcBef>
              </a:pPr>
              <a:r>
                <a:rPr lang="ja-JP" altLang="en-US" sz="1600">
                  <a:latin typeface="+mn-ea"/>
                </a:rPr>
                <a:t>貴社の標準言語である</a:t>
              </a:r>
              <a:r>
                <a:rPr lang="en-US" altLang="ja-JP" sz="1600">
                  <a:latin typeface="+mn-ea"/>
                </a:rPr>
                <a:t>Java</a:t>
              </a:r>
              <a:r>
                <a:rPr lang="ja-JP" altLang="en-US" sz="1600">
                  <a:latin typeface="+mn-ea"/>
                </a:rPr>
                <a:t>開発案件を多数構築しております。</a:t>
              </a:r>
              <a:endParaRPr lang="en-US" altLang="ja-JP" sz="1600">
                <a:latin typeface="+mn-ea"/>
              </a:endParaRPr>
            </a:p>
            <a:p>
              <a:pPr>
                <a:spcBef>
                  <a:spcPts val="600"/>
                </a:spcBef>
              </a:pPr>
              <a:r>
                <a:rPr lang="ja-JP" altLang="en-US" sz="1600">
                  <a:latin typeface="+mn-ea"/>
                </a:rPr>
                <a:t>本プロジェクトでも</a:t>
              </a:r>
              <a:r>
                <a:rPr lang="en-US" altLang="ja-JP" sz="1600">
                  <a:latin typeface="+mn-ea"/>
                </a:rPr>
                <a:t>Java</a:t>
              </a:r>
              <a:r>
                <a:rPr lang="ja-JP" altLang="en-US" sz="1600">
                  <a:latin typeface="+mn-ea"/>
                </a:rPr>
                <a:t>及び、</a:t>
              </a:r>
              <a:r>
                <a:rPr lang="en-US" altLang="ja-JP" sz="1600">
                  <a:latin typeface="+mn-ea"/>
                </a:rPr>
                <a:t>Spring</a:t>
              </a:r>
              <a:r>
                <a:rPr lang="ja-JP" altLang="en-US" sz="1600">
                  <a:latin typeface="+mn-ea"/>
                </a:rPr>
                <a:t> </a:t>
              </a:r>
              <a:r>
                <a:rPr lang="en-US" altLang="ja-JP" sz="1600">
                  <a:latin typeface="+mn-ea"/>
                </a:rPr>
                <a:t>Boot</a:t>
              </a:r>
              <a:r>
                <a:rPr lang="ja-JP" altLang="en-US" sz="1600">
                  <a:latin typeface="+mn-ea"/>
                </a:rPr>
                <a:t>フレームワークを使用した開発を実施することで高品質なシステムの構築をいたします。</a:t>
              </a:r>
              <a:endParaRPr lang="en-US" altLang="ja-JP" sz="1600">
                <a:latin typeface="+mn-ea"/>
              </a:endParaRPr>
            </a:p>
          </p:txBody>
        </p:sp>
      </p:grpSp>
      <p:grpSp>
        <p:nvGrpSpPr>
          <p:cNvPr id="162" name="グループ化 161">
            <a:extLst>
              <a:ext uri="{FF2B5EF4-FFF2-40B4-BE49-F238E27FC236}">
                <a16:creationId xmlns:a16="http://schemas.microsoft.com/office/drawing/2014/main" id="{31808FAF-EEA5-2161-F83D-20BF30A53994}"/>
              </a:ext>
            </a:extLst>
          </p:cNvPr>
          <p:cNvGrpSpPr/>
          <p:nvPr/>
        </p:nvGrpSpPr>
        <p:grpSpPr>
          <a:xfrm>
            <a:off x="1015039" y="3340122"/>
            <a:ext cx="9860699" cy="1386290"/>
            <a:chOff x="1015039" y="3428992"/>
            <a:chExt cx="9860699" cy="1386290"/>
          </a:xfrm>
        </p:grpSpPr>
        <p:sp>
          <p:nvSpPr>
            <p:cNvPr id="163" name="正方形/長方形 162">
              <a:extLst>
                <a:ext uri="{FF2B5EF4-FFF2-40B4-BE49-F238E27FC236}">
                  <a16:creationId xmlns:a16="http://schemas.microsoft.com/office/drawing/2014/main" id="{F8DD5349-1F13-3392-274D-8A63D72AB365}"/>
                </a:ext>
              </a:extLst>
            </p:cNvPr>
            <p:cNvSpPr/>
            <p:nvPr/>
          </p:nvSpPr>
          <p:spPr>
            <a:xfrm>
              <a:off x="1015039" y="3428992"/>
              <a:ext cx="211232" cy="426599"/>
            </a:xfrm>
            <a:prstGeom prst="rect">
              <a:avLst/>
            </a:prstGeom>
            <a:pattFill prst="dkUpDiag">
              <a:fgClr>
                <a:srgbClr val="FFAFAF"/>
              </a:fgClr>
              <a:bgClr>
                <a:schemeClr val="bg1"/>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tx1"/>
                </a:solidFill>
              </a:endParaRPr>
            </a:p>
          </p:txBody>
        </p:sp>
        <p:sp>
          <p:nvSpPr>
            <p:cNvPr id="164" name="テキスト ボックス 163">
              <a:extLst>
                <a:ext uri="{FF2B5EF4-FFF2-40B4-BE49-F238E27FC236}">
                  <a16:creationId xmlns:a16="http://schemas.microsoft.com/office/drawing/2014/main" id="{8CF50243-F566-F174-D695-D709708F6561}"/>
                </a:ext>
              </a:extLst>
            </p:cNvPr>
            <p:cNvSpPr txBox="1"/>
            <p:nvPr/>
          </p:nvSpPr>
          <p:spPr>
            <a:xfrm>
              <a:off x="1271194" y="3428992"/>
              <a:ext cx="360996" cy="461665"/>
            </a:xfrm>
            <a:prstGeom prst="rect">
              <a:avLst/>
            </a:prstGeom>
            <a:noFill/>
          </p:spPr>
          <p:txBody>
            <a:bodyPr wrap="none" rtlCol="0">
              <a:spAutoFit/>
            </a:bodyPr>
            <a:lstStyle/>
            <a:p>
              <a:r>
                <a:rPr kumimoji="1" lang="en-US" altLang="ja-JP" sz="2400" b="1">
                  <a:latin typeface="+mn-ea"/>
                </a:rPr>
                <a:t>2</a:t>
              </a:r>
              <a:endParaRPr kumimoji="1" lang="ja-JP" altLang="en-US" sz="2400" b="1">
                <a:latin typeface="+mn-ea"/>
              </a:endParaRPr>
            </a:p>
          </p:txBody>
        </p:sp>
        <p:sp>
          <p:nvSpPr>
            <p:cNvPr id="165" name="テキスト ボックス 164">
              <a:extLst>
                <a:ext uri="{FF2B5EF4-FFF2-40B4-BE49-F238E27FC236}">
                  <a16:creationId xmlns:a16="http://schemas.microsoft.com/office/drawing/2014/main" id="{8EC8FBA7-410B-8B2D-CC88-6377253129F6}"/>
                </a:ext>
              </a:extLst>
            </p:cNvPr>
            <p:cNvSpPr txBox="1"/>
            <p:nvPr/>
          </p:nvSpPr>
          <p:spPr>
            <a:xfrm>
              <a:off x="1695739" y="3477323"/>
              <a:ext cx="1800493" cy="369332"/>
            </a:xfrm>
            <a:prstGeom prst="rect">
              <a:avLst/>
            </a:prstGeom>
            <a:noFill/>
          </p:spPr>
          <p:txBody>
            <a:bodyPr wrap="none" rtlCol="0">
              <a:noAutofit/>
            </a:bodyPr>
            <a:lstStyle/>
            <a:p>
              <a:r>
                <a:rPr kumimoji="1" lang="en-US" altLang="ja-JP" b="1">
                  <a:latin typeface="+mn-ea"/>
                </a:rPr>
                <a:t>SAP</a:t>
              </a:r>
              <a:r>
                <a:rPr kumimoji="1" lang="ja-JP" altLang="en-US" b="1">
                  <a:latin typeface="+mn-ea"/>
                </a:rPr>
                <a:t>連携、</a:t>
              </a:r>
              <a:r>
                <a:rPr kumimoji="1" lang="en-US" altLang="ja-JP" b="1">
                  <a:latin typeface="+mn-ea"/>
                </a:rPr>
                <a:t>DIH</a:t>
              </a:r>
              <a:r>
                <a:rPr kumimoji="1" lang="ja-JP" altLang="en-US" b="1">
                  <a:latin typeface="+mn-ea"/>
                </a:rPr>
                <a:t>連携などの関連システムのノウハウ</a:t>
              </a:r>
            </a:p>
          </p:txBody>
        </p:sp>
        <p:sp>
          <p:nvSpPr>
            <p:cNvPr id="166" name="正方形/長方形 165">
              <a:extLst>
                <a:ext uri="{FF2B5EF4-FFF2-40B4-BE49-F238E27FC236}">
                  <a16:creationId xmlns:a16="http://schemas.microsoft.com/office/drawing/2014/main" id="{5E4E53A2-63A6-9BDF-70FB-1E5A9EC815F0}"/>
                </a:ext>
              </a:extLst>
            </p:cNvPr>
            <p:cNvSpPr/>
            <p:nvPr/>
          </p:nvSpPr>
          <p:spPr>
            <a:xfrm rot="10800000">
              <a:off x="1015039" y="3872855"/>
              <a:ext cx="4500000" cy="86462"/>
            </a:xfrm>
            <a:prstGeom prst="rect">
              <a:avLst/>
            </a:prstGeom>
            <a:gradFill>
              <a:gsLst>
                <a:gs pos="0">
                  <a:schemeClr val="bg1">
                    <a:lumMod val="85000"/>
                  </a:schemeClr>
                </a:gs>
                <a:gs pos="100000">
                  <a:schemeClr val="bg1">
                    <a:lumMod val="74000"/>
                    <a:lumOff val="26000"/>
                    <a:alpha val="85000"/>
                  </a:scheme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kumimoji="1" lang="ja-JP" altLang="en-US">
                <a:solidFill>
                  <a:schemeClr val="tx1"/>
                </a:solidFill>
              </a:endParaRPr>
            </a:p>
          </p:txBody>
        </p:sp>
        <p:sp>
          <p:nvSpPr>
            <p:cNvPr id="167" name="テキスト ボックス 166">
              <a:extLst>
                <a:ext uri="{FF2B5EF4-FFF2-40B4-BE49-F238E27FC236}">
                  <a16:creationId xmlns:a16="http://schemas.microsoft.com/office/drawing/2014/main" id="{0FBBDE85-35D2-6D56-286C-AE529209E7DE}"/>
                </a:ext>
              </a:extLst>
            </p:cNvPr>
            <p:cNvSpPr txBox="1"/>
            <p:nvPr/>
          </p:nvSpPr>
          <p:spPr>
            <a:xfrm>
              <a:off x="1695738" y="3984285"/>
              <a:ext cx="9180000" cy="830997"/>
            </a:xfrm>
            <a:prstGeom prst="rect">
              <a:avLst/>
            </a:prstGeom>
            <a:noFill/>
          </p:spPr>
          <p:txBody>
            <a:bodyPr wrap="square" lIns="108000" rIns="108000" rtlCol="0" anchor="t">
              <a:spAutoFit/>
            </a:bodyPr>
            <a:lstStyle/>
            <a:p>
              <a:pPr>
                <a:spcBef>
                  <a:spcPts val="600"/>
                </a:spcBef>
              </a:pPr>
              <a:r>
                <a:rPr lang="en-US" altLang="ja-JP" sz="1600">
                  <a:latin typeface="+mn-ea"/>
                </a:rPr>
                <a:t>SAP</a:t>
              </a:r>
              <a:r>
                <a:rPr lang="ja-JP" altLang="en-US" sz="1600">
                  <a:latin typeface="+mn-ea"/>
                </a:rPr>
                <a:t>連携や、</a:t>
              </a:r>
              <a:r>
                <a:rPr lang="en-US" altLang="ja-JP" sz="1600">
                  <a:latin typeface="+mn-ea"/>
                </a:rPr>
                <a:t>DIH</a:t>
              </a:r>
              <a:r>
                <a:rPr lang="ja-JP" altLang="en-US" sz="1600">
                  <a:latin typeface="+mn-ea"/>
                </a:rPr>
                <a:t>連携、</a:t>
              </a:r>
              <a:r>
                <a:rPr lang="en-US" altLang="ja-JP" sz="1600">
                  <a:latin typeface="+mn-ea"/>
                </a:rPr>
                <a:t>Azure</a:t>
              </a:r>
              <a:r>
                <a:rPr lang="ja-JP" altLang="en-US" sz="1600">
                  <a:latin typeface="+mn-ea"/>
                </a:rPr>
                <a:t>認証などの本プロジェクトで関連するシステム連携はこれまでのプロジェクトでも利用しておりノウハウを蓄積しております。そのノウハウを活用することで最適な連携方法でシームレスなデータ連携を実施いたします。</a:t>
              </a:r>
              <a:endParaRPr lang="en-US" altLang="ja-JP">
                <a:latin typeface="+mn-ea"/>
              </a:endParaRPr>
            </a:p>
          </p:txBody>
        </p:sp>
      </p:grpSp>
      <p:grpSp>
        <p:nvGrpSpPr>
          <p:cNvPr id="168" name="グループ化 167">
            <a:extLst>
              <a:ext uri="{FF2B5EF4-FFF2-40B4-BE49-F238E27FC236}">
                <a16:creationId xmlns:a16="http://schemas.microsoft.com/office/drawing/2014/main" id="{A6BE0DC4-472C-1C6F-2FED-0852141C422A}"/>
              </a:ext>
            </a:extLst>
          </p:cNvPr>
          <p:cNvGrpSpPr/>
          <p:nvPr/>
        </p:nvGrpSpPr>
        <p:grpSpPr>
          <a:xfrm>
            <a:off x="1015039" y="1887272"/>
            <a:ext cx="9860699" cy="1140068"/>
            <a:chOff x="1015039" y="4903666"/>
            <a:chExt cx="9860699" cy="1140068"/>
          </a:xfrm>
        </p:grpSpPr>
        <p:sp>
          <p:nvSpPr>
            <p:cNvPr id="169" name="正方形/長方形 168">
              <a:extLst>
                <a:ext uri="{FF2B5EF4-FFF2-40B4-BE49-F238E27FC236}">
                  <a16:creationId xmlns:a16="http://schemas.microsoft.com/office/drawing/2014/main" id="{41A6EEFC-30D8-F8FD-C16E-B61382A594D5}"/>
                </a:ext>
              </a:extLst>
            </p:cNvPr>
            <p:cNvSpPr/>
            <p:nvPr/>
          </p:nvSpPr>
          <p:spPr>
            <a:xfrm>
              <a:off x="1015039" y="4903666"/>
              <a:ext cx="211232" cy="426599"/>
            </a:xfrm>
            <a:prstGeom prst="rect">
              <a:avLst/>
            </a:prstGeom>
            <a:pattFill prst="dkUpDiag">
              <a:fgClr>
                <a:srgbClr val="FFAFAF"/>
              </a:fgClr>
              <a:bgClr>
                <a:schemeClr val="bg1"/>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tx1"/>
                </a:solidFill>
              </a:endParaRPr>
            </a:p>
          </p:txBody>
        </p:sp>
        <p:sp>
          <p:nvSpPr>
            <p:cNvPr id="170" name="テキスト ボックス 169">
              <a:extLst>
                <a:ext uri="{FF2B5EF4-FFF2-40B4-BE49-F238E27FC236}">
                  <a16:creationId xmlns:a16="http://schemas.microsoft.com/office/drawing/2014/main" id="{068EFC9F-DE00-E7C6-D7D1-985E5E1C1DD8}"/>
                </a:ext>
              </a:extLst>
            </p:cNvPr>
            <p:cNvSpPr txBox="1"/>
            <p:nvPr/>
          </p:nvSpPr>
          <p:spPr>
            <a:xfrm>
              <a:off x="1271194" y="4903666"/>
              <a:ext cx="360996" cy="461665"/>
            </a:xfrm>
            <a:prstGeom prst="rect">
              <a:avLst/>
            </a:prstGeom>
            <a:noFill/>
          </p:spPr>
          <p:txBody>
            <a:bodyPr wrap="none" rtlCol="0">
              <a:spAutoFit/>
            </a:bodyPr>
            <a:lstStyle/>
            <a:p>
              <a:r>
                <a:rPr kumimoji="1" lang="en-US" altLang="ja-JP" sz="2400" b="1">
                  <a:latin typeface="+mn-ea"/>
                </a:rPr>
                <a:t>1</a:t>
              </a:r>
              <a:endParaRPr kumimoji="1" lang="ja-JP" altLang="en-US" sz="2400" b="1">
                <a:latin typeface="+mn-ea"/>
              </a:endParaRPr>
            </a:p>
          </p:txBody>
        </p:sp>
        <p:sp>
          <p:nvSpPr>
            <p:cNvPr id="171" name="テキスト ボックス 170">
              <a:extLst>
                <a:ext uri="{FF2B5EF4-FFF2-40B4-BE49-F238E27FC236}">
                  <a16:creationId xmlns:a16="http://schemas.microsoft.com/office/drawing/2014/main" id="{5AA1C51B-130F-47C4-ADA2-363900B01B6E}"/>
                </a:ext>
              </a:extLst>
            </p:cNvPr>
            <p:cNvSpPr txBox="1"/>
            <p:nvPr/>
          </p:nvSpPr>
          <p:spPr>
            <a:xfrm>
              <a:off x="1695739" y="4951997"/>
              <a:ext cx="4828153" cy="369332"/>
            </a:xfrm>
            <a:prstGeom prst="rect">
              <a:avLst/>
            </a:prstGeom>
            <a:noFill/>
          </p:spPr>
          <p:txBody>
            <a:bodyPr wrap="none" rtlCol="0">
              <a:noAutofit/>
            </a:bodyPr>
            <a:lstStyle/>
            <a:p>
              <a:r>
                <a:rPr kumimoji="1" lang="ja-JP" altLang="en-US" b="1">
                  <a:latin typeface="+mn-ea"/>
                </a:rPr>
                <a:t>出光興産様プロジェクトでの成功実績</a:t>
              </a:r>
            </a:p>
          </p:txBody>
        </p:sp>
        <p:sp>
          <p:nvSpPr>
            <p:cNvPr id="172" name="正方形/長方形 171">
              <a:extLst>
                <a:ext uri="{FF2B5EF4-FFF2-40B4-BE49-F238E27FC236}">
                  <a16:creationId xmlns:a16="http://schemas.microsoft.com/office/drawing/2014/main" id="{F7FA9149-9491-2747-E578-BC8E1F683C15}"/>
                </a:ext>
              </a:extLst>
            </p:cNvPr>
            <p:cNvSpPr/>
            <p:nvPr/>
          </p:nvSpPr>
          <p:spPr>
            <a:xfrm rot="10800000">
              <a:off x="1015039" y="5347529"/>
              <a:ext cx="4500000" cy="86462"/>
            </a:xfrm>
            <a:prstGeom prst="rect">
              <a:avLst/>
            </a:prstGeom>
            <a:gradFill>
              <a:gsLst>
                <a:gs pos="0">
                  <a:schemeClr val="bg1">
                    <a:lumMod val="85000"/>
                  </a:schemeClr>
                </a:gs>
                <a:gs pos="100000">
                  <a:schemeClr val="bg1">
                    <a:lumMod val="74000"/>
                    <a:lumOff val="26000"/>
                    <a:alpha val="85000"/>
                  </a:scheme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kumimoji="1" lang="ja-JP" altLang="en-US">
                <a:solidFill>
                  <a:schemeClr val="tx1"/>
                </a:solidFill>
              </a:endParaRPr>
            </a:p>
          </p:txBody>
        </p:sp>
        <p:sp>
          <p:nvSpPr>
            <p:cNvPr id="173" name="テキスト ボックス 172">
              <a:extLst>
                <a:ext uri="{FF2B5EF4-FFF2-40B4-BE49-F238E27FC236}">
                  <a16:creationId xmlns:a16="http://schemas.microsoft.com/office/drawing/2014/main" id="{89366D62-965F-E652-425E-EB07F31D144A}"/>
                </a:ext>
              </a:extLst>
            </p:cNvPr>
            <p:cNvSpPr txBox="1"/>
            <p:nvPr/>
          </p:nvSpPr>
          <p:spPr>
            <a:xfrm>
              <a:off x="1695738" y="5458959"/>
              <a:ext cx="9180000" cy="584775"/>
            </a:xfrm>
            <a:prstGeom prst="rect">
              <a:avLst/>
            </a:prstGeom>
            <a:noFill/>
          </p:spPr>
          <p:txBody>
            <a:bodyPr wrap="square" lIns="108000" rIns="108000" rtlCol="0" anchor="t">
              <a:spAutoFit/>
            </a:bodyPr>
            <a:lstStyle/>
            <a:p>
              <a:pPr>
                <a:spcBef>
                  <a:spcPts val="600"/>
                </a:spcBef>
              </a:pPr>
              <a:r>
                <a:rPr lang="ja-JP" altLang="en-US" sz="1600">
                  <a:latin typeface="+mn-ea"/>
                </a:rPr>
                <a:t>千葉運転管理システム構築の大型プロジェクトや貴社案件の多数プロジェクトにおける管理ノウハウを活用することで円滑なプロジェクト遂行を行います。</a:t>
              </a:r>
              <a:endParaRPr lang="en-US" altLang="ja-JP" sz="1600">
                <a:latin typeface="+mn-ea"/>
              </a:endParaRPr>
            </a:p>
          </p:txBody>
        </p:sp>
      </p:grpSp>
    </p:spTree>
    <p:extLst>
      <p:ext uri="{BB962C8B-B14F-4D97-AF65-F5344CB8AC3E}">
        <p14:creationId xmlns:p14="http://schemas.microsoft.com/office/powerpoint/2010/main" val="33320832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A43376-93BB-37EA-FE29-5A6A700F8AB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556D6F1-F820-D59C-0A5E-DC6CF03C3B8F}"/>
              </a:ext>
            </a:extLst>
          </p:cNvPr>
          <p:cNvSpPr>
            <a:spLocks noGrp="1"/>
          </p:cNvSpPr>
          <p:nvPr>
            <p:ph type="title"/>
          </p:nvPr>
        </p:nvSpPr>
        <p:spPr/>
        <p:txBody>
          <a:bodyPr/>
          <a:lstStyle/>
          <a:p>
            <a:r>
              <a:rPr kumimoji="1" lang="en-US" altLang="ja-JP" dirty="0"/>
              <a:t>1-3</a:t>
            </a:r>
            <a:r>
              <a:rPr lang="ja-JP" altLang="en-US"/>
              <a:t>．</a:t>
            </a:r>
            <a:r>
              <a:rPr kumimoji="1" lang="ja-JP" altLang="en-US"/>
              <a:t>ご提案方針</a:t>
            </a:r>
          </a:p>
        </p:txBody>
      </p:sp>
      <p:sp>
        <p:nvSpPr>
          <p:cNvPr id="4" name="スライド番号プレースホルダー 3">
            <a:extLst>
              <a:ext uri="{FF2B5EF4-FFF2-40B4-BE49-F238E27FC236}">
                <a16:creationId xmlns:a16="http://schemas.microsoft.com/office/drawing/2014/main" id="{0CD288EB-E110-6676-91A2-F9C139E203EA}"/>
              </a:ext>
            </a:extLst>
          </p:cNvPr>
          <p:cNvSpPr>
            <a:spLocks noGrp="1"/>
          </p:cNvSpPr>
          <p:nvPr>
            <p:ph type="sldNum" sz="quarter" idx="12"/>
          </p:nvPr>
        </p:nvSpPr>
        <p:spPr/>
        <p:txBody>
          <a:bodyPr/>
          <a:lstStyle/>
          <a:p>
            <a:fld id="{26CA5134-5AAC-D342-B763-43605FECB385}" type="slidenum">
              <a:rPr kumimoji="1" lang="ja-JP" altLang="en-US" smtClean="0"/>
              <a:pPr/>
              <a:t>5</a:t>
            </a:fld>
            <a:endParaRPr kumimoji="1" lang="ja-JP" altLang="en-US" sz="700"/>
          </a:p>
        </p:txBody>
      </p:sp>
      <p:sp>
        <p:nvSpPr>
          <p:cNvPr id="6" name="テキスト ボックス 153">
            <a:extLst>
              <a:ext uri="{FF2B5EF4-FFF2-40B4-BE49-F238E27FC236}">
                <a16:creationId xmlns:a16="http://schemas.microsoft.com/office/drawing/2014/main" id="{BB608AD3-706C-42DC-0D07-D09FB4C1B4C3}"/>
              </a:ext>
            </a:extLst>
          </p:cNvPr>
          <p:cNvSpPr txBox="1"/>
          <p:nvPr/>
        </p:nvSpPr>
        <p:spPr>
          <a:xfrm>
            <a:off x="1349619" y="1070010"/>
            <a:ext cx="6120000" cy="338554"/>
          </a:xfrm>
          <a:prstGeom prst="rect">
            <a:avLst/>
          </a:prstGeom>
          <a:noFill/>
        </p:spPr>
        <p:txBody>
          <a:bodyPr wrap="square" rtlCol="0">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lang="ja-JP" altLang="en-US" sz="1600" b="1">
                <a:solidFill>
                  <a:schemeClr val="tx1">
                    <a:lumMod val="75000"/>
                    <a:lumOff val="25000"/>
                  </a:schemeClr>
                </a:solidFill>
                <a:latin typeface="+mn-ea"/>
                <a:cs typeface="Meiryo UI" panose="020B0604030504040204" pitchFamily="50" charset="-128"/>
              </a:rPr>
              <a:t>細部にわたるまで貴社の業務要件に対応するため</a:t>
            </a:r>
          </a:p>
        </p:txBody>
      </p:sp>
      <p:sp>
        <p:nvSpPr>
          <p:cNvPr id="7" name="角丸四角形 10">
            <a:extLst>
              <a:ext uri="{FF2B5EF4-FFF2-40B4-BE49-F238E27FC236}">
                <a16:creationId xmlns:a16="http://schemas.microsoft.com/office/drawing/2014/main" id="{007D06FD-FDC7-86E5-FCE6-04D23E9249AA}"/>
              </a:ext>
            </a:extLst>
          </p:cNvPr>
          <p:cNvSpPr/>
          <p:nvPr/>
        </p:nvSpPr>
        <p:spPr>
          <a:xfrm>
            <a:off x="1440000" y="1418365"/>
            <a:ext cx="8989592" cy="884458"/>
          </a:xfrm>
          <a:prstGeom prst="rect">
            <a:avLst/>
          </a:prstGeom>
          <a:solidFill>
            <a:schemeClr val="accent6">
              <a:lumMod val="75000"/>
            </a:schemeClr>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68580" tIns="34291" rIns="68580" bIns="34291" numCol="1" spcCol="0" rtlCol="0" fromWordArt="0" anchor="ctr" anchorCtr="0" forceAA="0" compatLnSpc="1">
            <a:prstTxWarp prst="textNoShape">
              <a:avLst/>
            </a:prstTxWarp>
            <a:noAutofit/>
          </a:bodyPr>
          <a:lstStyle/>
          <a:p>
            <a:pPr algn="ctr">
              <a:lnSpc>
                <a:spcPct val="120000"/>
              </a:lnSpc>
            </a:pPr>
            <a:r>
              <a:rPr kumimoji="1" lang="ja-JP" altLang="en-US" sz="3600" b="1">
                <a:latin typeface="+mn-ea"/>
              </a:rPr>
              <a:t>スタンダート技術でのスクラッチ開発</a:t>
            </a:r>
            <a:endParaRPr kumimoji="1" lang="en-US" altLang="ja-JP" sz="3600" b="1">
              <a:latin typeface="+mn-ea"/>
            </a:endParaRPr>
          </a:p>
        </p:txBody>
      </p:sp>
      <p:sp>
        <p:nvSpPr>
          <p:cNvPr id="8" name="テキスト ボックス 153">
            <a:extLst>
              <a:ext uri="{FF2B5EF4-FFF2-40B4-BE49-F238E27FC236}">
                <a16:creationId xmlns:a16="http://schemas.microsoft.com/office/drawing/2014/main" id="{868F9927-688B-F08A-523D-93CF8BF1D878}"/>
              </a:ext>
            </a:extLst>
          </p:cNvPr>
          <p:cNvSpPr txBox="1"/>
          <p:nvPr/>
        </p:nvSpPr>
        <p:spPr>
          <a:xfrm>
            <a:off x="4477299" y="2341877"/>
            <a:ext cx="6120001" cy="338554"/>
          </a:xfrm>
          <a:prstGeom prst="rect">
            <a:avLst/>
          </a:prstGeom>
          <a:noFill/>
        </p:spPr>
        <p:txBody>
          <a:bodyPr wrap="square" rtlCol="0">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r>
              <a:rPr lang="ja-JP" altLang="en-US" sz="1600" b="1">
                <a:solidFill>
                  <a:schemeClr val="tx1">
                    <a:lumMod val="75000"/>
                    <a:lumOff val="25000"/>
                  </a:schemeClr>
                </a:solidFill>
                <a:latin typeface="+mn-ea"/>
                <a:cs typeface="Meiryo UI" panose="020B0604030504040204" pitchFamily="50" charset="-128"/>
              </a:rPr>
              <a:t>をご提案いたします。</a:t>
            </a:r>
          </a:p>
        </p:txBody>
      </p:sp>
      <p:sp>
        <p:nvSpPr>
          <p:cNvPr id="9" name="テキスト ボックス 8">
            <a:extLst>
              <a:ext uri="{FF2B5EF4-FFF2-40B4-BE49-F238E27FC236}">
                <a16:creationId xmlns:a16="http://schemas.microsoft.com/office/drawing/2014/main" id="{9B62513C-A052-6DFE-0899-34A09DF57A93}"/>
              </a:ext>
            </a:extLst>
          </p:cNvPr>
          <p:cNvSpPr txBox="1"/>
          <p:nvPr/>
        </p:nvSpPr>
        <p:spPr>
          <a:xfrm>
            <a:off x="1228109" y="4646921"/>
            <a:ext cx="3060000" cy="360000"/>
          </a:xfrm>
          <a:prstGeom prst="roundRect">
            <a:avLst/>
          </a:prstGeom>
          <a:solidFill>
            <a:schemeClr val="accent1"/>
          </a:solidFill>
        </p:spPr>
        <p:txBody>
          <a:bodyPr wrap="none" rtlCol="0" anchor="ctr">
            <a:noAutofit/>
          </a:bodyPr>
          <a:lstStyle/>
          <a:p>
            <a:pPr algn="ctr"/>
            <a:r>
              <a:rPr kumimoji="1" lang="ja-JP" altLang="en-US" sz="1600" b="1">
                <a:solidFill>
                  <a:schemeClr val="bg1"/>
                </a:solidFill>
                <a:latin typeface="+mn-ea"/>
              </a:rPr>
              <a:t>スクラッチ開発</a:t>
            </a:r>
            <a:endParaRPr kumimoji="1" lang="en-US" altLang="ja-JP" sz="1600" b="1">
              <a:solidFill>
                <a:schemeClr val="bg1"/>
              </a:solidFill>
              <a:latin typeface="+mn-ea"/>
            </a:endParaRPr>
          </a:p>
        </p:txBody>
      </p:sp>
      <p:sp>
        <p:nvSpPr>
          <p:cNvPr id="10" name="テキスト ボックス 9">
            <a:extLst>
              <a:ext uri="{FF2B5EF4-FFF2-40B4-BE49-F238E27FC236}">
                <a16:creationId xmlns:a16="http://schemas.microsoft.com/office/drawing/2014/main" id="{2BE248F6-6D52-28A2-1453-E312F4A5D773}"/>
              </a:ext>
            </a:extLst>
          </p:cNvPr>
          <p:cNvSpPr txBox="1"/>
          <p:nvPr/>
        </p:nvSpPr>
        <p:spPr>
          <a:xfrm>
            <a:off x="1516109" y="5133763"/>
            <a:ext cx="9575728" cy="338554"/>
          </a:xfrm>
          <a:prstGeom prst="rect">
            <a:avLst/>
          </a:prstGeom>
          <a:noFill/>
        </p:spPr>
        <p:txBody>
          <a:bodyPr wrap="square" lIns="108000" rIns="108000" rtlCol="0" anchor="t">
            <a:spAutoFit/>
          </a:bodyPr>
          <a:lstStyle/>
          <a:p>
            <a:pPr marL="180970" indent="-180970">
              <a:spcBef>
                <a:spcPts val="600"/>
              </a:spcBef>
              <a:buFont typeface="Wingdings" panose="05000000000000000000" pitchFamily="2" charset="2"/>
              <a:buChar char="ü"/>
            </a:pPr>
            <a:r>
              <a:rPr lang="ja-JP" altLang="en-US" sz="1600">
                <a:latin typeface="+mn-ea"/>
              </a:rPr>
              <a:t> 貴社独自の業務にあわせ、パッケージでは実現できない</a:t>
            </a:r>
            <a:r>
              <a:rPr lang="ja-JP" altLang="en-US" sz="1600" b="1">
                <a:solidFill>
                  <a:srgbClr val="0070C0"/>
                </a:solidFill>
                <a:latin typeface="+mn-ea"/>
              </a:rPr>
              <a:t>最適なシステム</a:t>
            </a:r>
            <a:r>
              <a:rPr lang="ja-JP" altLang="en-US" sz="1600">
                <a:latin typeface="+mn-ea"/>
              </a:rPr>
              <a:t>を構築します。</a:t>
            </a:r>
            <a:endParaRPr lang="en-US" altLang="ja-JP" sz="1600">
              <a:latin typeface="+mn-ea"/>
            </a:endParaRPr>
          </a:p>
        </p:txBody>
      </p:sp>
      <p:sp>
        <p:nvSpPr>
          <p:cNvPr id="11" name="テキスト ボックス 10">
            <a:extLst>
              <a:ext uri="{FF2B5EF4-FFF2-40B4-BE49-F238E27FC236}">
                <a16:creationId xmlns:a16="http://schemas.microsoft.com/office/drawing/2014/main" id="{90DE3270-6D09-809D-F345-8CEC25D67E87}"/>
              </a:ext>
            </a:extLst>
          </p:cNvPr>
          <p:cNvSpPr txBox="1"/>
          <p:nvPr/>
        </p:nvSpPr>
        <p:spPr>
          <a:xfrm>
            <a:off x="1228109" y="3076146"/>
            <a:ext cx="3060000" cy="369332"/>
          </a:xfrm>
          <a:prstGeom prst="roundRect">
            <a:avLst/>
          </a:prstGeom>
          <a:solidFill>
            <a:schemeClr val="accent1"/>
          </a:solidFill>
        </p:spPr>
        <p:txBody>
          <a:bodyPr wrap="none" rtlCol="0" anchor="ctr">
            <a:noAutofit/>
          </a:bodyPr>
          <a:lstStyle/>
          <a:p>
            <a:pPr algn="ctr"/>
            <a:r>
              <a:rPr kumimoji="1" lang="ja-JP" altLang="en-US" sz="1600" b="1">
                <a:solidFill>
                  <a:schemeClr val="bg1"/>
                </a:solidFill>
                <a:latin typeface="+mn-ea"/>
              </a:rPr>
              <a:t>スタンダード技術</a:t>
            </a:r>
            <a:endParaRPr kumimoji="1" lang="en-US" altLang="ja-JP" sz="1600" b="1">
              <a:solidFill>
                <a:schemeClr val="bg1"/>
              </a:solidFill>
              <a:latin typeface="+mn-ea"/>
            </a:endParaRPr>
          </a:p>
        </p:txBody>
      </p:sp>
      <p:sp>
        <p:nvSpPr>
          <p:cNvPr id="12" name="テキスト ボックス 11">
            <a:extLst>
              <a:ext uri="{FF2B5EF4-FFF2-40B4-BE49-F238E27FC236}">
                <a16:creationId xmlns:a16="http://schemas.microsoft.com/office/drawing/2014/main" id="{2BCB160D-6735-2D94-AE75-E4EDE2E83EF3}"/>
              </a:ext>
            </a:extLst>
          </p:cNvPr>
          <p:cNvSpPr txBox="1"/>
          <p:nvPr/>
        </p:nvSpPr>
        <p:spPr>
          <a:xfrm>
            <a:off x="1516108" y="3572318"/>
            <a:ext cx="10101092" cy="661720"/>
          </a:xfrm>
          <a:prstGeom prst="rect">
            <a:avLst/>
          </a:prstGeom>
          <a:noFill/>
        </p:spPr>
        <p:txBody>
          <a:bodyPr wrap="square" lIns="108000" rIns="108000" rtlCol="0" anchor="t">
            <a:spAutoFit/>
          </a:bodyPr>
          <a:lstStyle/>
          <a:p>
            <a:pPr marL="180970" indent="-180970">
              <a:spcBef>
                <a:spcPts val="600"/>
              </a:spcBef>
              <a:buFont typeface="Wingdings" panose="05000000000000000000" pitchFamily="2" charset="2"/>
              <a:buChar char="ü"/>
            </a:pPr>
            <a:r>
              <a:rPr lang="ja-JP" altLang="en-US" sz="1600">
                <a:latin typeface="+mn-ea"/>
              </a:rPr>
              <a:t> 業務システムでの</a:t>
            </a:r>
            <a:r>
              <a:rPr lang="ja-JP" altLang="en-US" sz="1600" b="1">
                <a:solidFill>
                  <a:srgbClr val="0070C0"/>
                </a:solidFill>
                <a:latin typeface="+mn-ea"/>
              </a:rPr>
              <a:t>利用実績が豊富で情報が流通している</a:t>
            </a:r>
            <a:r>
              <a:rPr lang="ja-JP" altLang="en-US" sz="1600">
                <a:latin typeface="+mn-ea"/>
              </a:rPr>
              <a:t>ミドルウェア、フレームワーク等を活用します。</a:t>
            </a:r>
            <a:endParaRPr lang="en-US" altLang="ja-JP" sz="1600">
              <a:latin typeface="+mn-ea"/>
            </a:endParaRPr>
          </a:p>
          <a:p>
            <a:pPr marL="180970" indent="-180970">
              <a:spcBef>
                <a:spcPts val="600"/>
              </a:spcBef>
              <a:buFont typeface="Wingdings" panose="05000000000000000000" pitchFamily="2" charset="2"/>
              <a:buChar char="ü"/>
            </a:pPr>
            <a:r>
              <a:rPr lang="ja-JP" altLang="en-US" sz="1600">
                <a:latin typeface="+mn-ea"/>
              </a:rPr>
              <a:t> 広く利用されている技術を採用することで、先々の</a:t>
            </a:r>
            <a:r>
              <a:rPr lang="ja-JP" altLang="en-US" sz="1600" b="1">
                <a:solidFill>
                  <a:srgbClr val="FF0000"/>
                </a:solidFill>
                <a:latin typeface="+mn-ea"/>
              </a:rPr>
              <a:t>ベンダーロックイン</a:t>
            </a:r>
            <a:r>
              <a:rPr lang="ja-JP" altLang="en-US" sz="1600">
                <a:latin typeface="+mn-ea"/>
              </a:rPr>
              <a:t>を防止します。</a:t>
            </a:r>
            <a:endParaRPr lang="en-US" altLang="ja-JP" sz="1600">
              <a:latin typeface="+mn-ea"/>
            </a:endParaRPr>
          </a:p>
        </p:txBody>
      </p:sp>
    </p:spTree>
    <p:extLst>
      <p:ext uri="{BB962C8B-B14F-4D97-AF65-F5344CB8AC3E}">
        <p14:creationId xmlns:p14="http://schemas.microsoft.com/office/powerpoint/2010/main" val="21793185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5" name="図 74" descr="図形, アイコン&#10;&#10;AI によって生成されたコンテンツは間違っている可能性があります。">
            <a:extLst>
              <a:ext uri="{FF2B5EF4-FFF2-40B4-BE49-F238E27FC236}">
                <a16:creationId xmlns:a16="http://schemas.microsoft.com/office/drawing/2014/main" id="{852BD6F7-4827-7457-E199-B7B5201AA592}"/>
              </a:ext>
            </a:extLst>
          </p:cNvPr>
          <p:cNvPicPr>
            <a:picLocks noChangeAspect="1"/>
          </p:cNvPicPr>
          <p:nvPr/>
        </p:nvPicPr>
        <p:blipFill>
          <a:blip r:embed="rId2"/>
          <a:stretch>
            <a:fillRect/>
          </a:stretch>
        </p:blipFill>
        <p:spPr>
          <a:xfrm>
            <a:off x="9024814" y="3167898"/>
            <a:ext cx="720000" cy="720000"/>
          </a:xfrm>
          <a:prstGeom prst="rect">
            <a:avLst/>
          </a:prstGeom>
        </p:spPr>
      </p:pic>
      <p:sp>
        <p:nvSpPr>
          <p:cNvPr id="2" name="タイトル 1"/>
          <p:cNvSpPr>
            <a:spLocks noGrp="1"/>
          </p:cNvSpPr>
          <p:nvPr>
            <p:ph type="title"/>
          </p:nvPr>
        </p:nvSpPr>
        <p:spPr/>
        <p:txBody>
          <a:bodyPr/>
          <a:lstStyle/>
          <a:p>
            <a:r>
              <a:rPr kumimoji="1" lang="en-US" altLang="ja-JP" dirty="0"/>
              <a:t>1-4</a:t>
            </a:r>
            <a:r>
              <a:rPr kumimoji="1" lang="ja-JP" altLang="en-US"/>
              <a:t>．</a:t>
            </a:r>
            <a:r>
              <a:rPr kumimoji="1" lang="ja-JP" altLang="en-US" dirty="0"/>
              <a:t>システム化の範囲</a:t>
            </a:r>
          </a:p>
        </p:txBody>
      </p:sp>
      <p:sp>
        <p:nvSpPr>
          <p:cNvPr id="4" name="フッター プレースホルダー 3"/>
          <p:cNvSpPr>
            <a:spLocks noGrp="1"/>
          </p:cNvSpPr>
          <p:nvPr>
            <p:ph type="ftr" sz="quarter" idx="11"/>
          </p:nvPr>
        </p:nvSpPr>
        <p:spPr/>
        <p:txBody>
          <a:bodyPr/>
          <a:lstStyle/>
          <a:p>
            <a:r>
              <a:rPr lang="en-US" dirty="0"/>
              <a:t>Copyright © </a:t>
            </a:r>
            <a:r>
              <a:rPr lang="en-US" dirty="0" err="1"/>
              <a:t>SystemEXE,Inc</a:t>
            </a:r>
            <a:r>
              <a:rPr lang="en-US" dirty="0"/>
              <a:t> All Rights Reserved.</a:t>
            </a:r>
          </a:p>
        </p:txBody>
      </p:sp>
      <p:pic>
        <p:nvPicPr>
          <p:cNvPr id="1026" name="Picture 2" descr="SAP (企業) - Wikipedia">
            <a:extLst>
              <a:ext uri="{FF2B5EF4-FFF2-40B4-BE49-F238E27FC236}">
                <a16:creationId xmlns:a16="http://schemas.microsoft.com/office/drawing/2014/main" id="{44E3B8BF-F050-934F-CD14-6AA8E7D4934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62472" y="936571"/>
            <a:ext cx="891254" cy="441433"/>
          </a:xfrm>
          <a:prstGeom prst="rect">
            <a:avLst/>
          </a:prstGeom>
          <a:noFill/>
          <a:ln>
            <a:solidFill>
              <a:schemeClr val="tx1">
                <a:lumMod val="75000"/>
                <a:lumOff val="25000"/>
              </a:schemeClr>
            </a:solidFill>
          </a:ln>
          <a:extLst>
            <a:ext uri="{909E8E84-426E-40DD-AFC4-6F175D3DCCD1}">
              <a14:hiddenFill xmlns:a14="http://schemas.microsoft.com/office/drawing/2010/main">
                <a:solidFill>
                  <a:srgbClr val="FFFFFF"/>
                </a:solidFill>
              </a14:hiddenFill>
            </a:ext>
          </a:extLst>
        </p:spPr>
      </p:pic>
      <p:pic>
        <p:nvPicPr>
          <p:cNvPr id="68" name="図 67" descr="アイコン&#10;&#10;AI によって生成されたコンテンツは間違っている可能性があります。">
            <a:extLst>
              <a:ext uri="{FF2B5EF4-FFF2-40B4-BE49-F238E27FC236}">
                <a16:creationId xmlns:a16="http://schemas.microsoft.com/office/drawing/2014/main" id="{53C3357B-27A8-E809-B6CC-9F8ECBF52544}"/>
              </a:ext>
            </a:extLst>
          </p:cNvPr>
          <p:cNvPicPr>
            <a:picLocks noChangeAspect="1"/>
          </p:cNvPicPr>
          <p:nvPr/>
        </p:nvPicPr>
        <p:blipFill>
          <a:blip r:embed="rId4"/>
          <a:stretch>
            <a:fillRect/>
          </a:stretch>
        </p:blipFill>
        <p:spPr>
          <a:xfrm>
            <a:off x="6448099" y="3286941"/>
            <a:ext cx="720000" cy="720000"/>
          </a:xfrm>
          <a:prstGeom prst="rect">
            <a:avLst/>
          </a:prstGeom>
        </p:spPr>
      </p:pic>
      <p:pic>
        <p:nvPicPr>
          <p:cNvPr id="81" name="図 80" descr="アイコン&#10;&#10;AI によって生成されたコンテンツは間違っている可能性があります。">
            <a:extLst>
              <a:ext uri="{FF2B5EF4-FFF2-40B4-BE49-F238E27FC236}">
                <a16:creationId xmlns:a16="http://schemas.microsoft.com/office/drawing/2014/main" id="{F9CA2CF4-489F-1DCF-8842-455F8ED53446}"/>
              </a:ext>
            </a:extLst>
          </p:cNvPr>
          <p:cNvPicPr>
            <a:picLocks noChangeAspect="1"/>
          </p:cNvPicPr>
          <p:nvPr/>
        </p:nvPicPr>
        <p:blipFill>
          <a:blip r:embed="rId5"/>
          <a:stretch>
            <a:fillRect/>
          </a:stretch>
        </p:blipFill>
        <p:spPr>
          <a:xfrm>
            <a:off x="9075698" y="4949991"/>
            <a:ext cx="720000" cy="720000"/>
          </a:xfrm>
          <a:prstGeom prst="rect">
            <a:avLst/>
          </a:prstGeom>
        </p:spPr>
      </p:pic>
      <p:pic>
        <p:nvPicPr>
          <p:cNvPr id="83" name="図 82" descr="ロゴ&#10;&#10;AI によって生成されたコンテンツは間違っている可能性があります。">
            <a:extLst>
              <a:ext uri="{FF2B5EF4-FFF2-40B4-BE49-F238E27FC236}">
                <a16:creationId xmlns:a16="http://schemas.microsoft.com/office/drawing/2014/main" id="{2FBD18C7-FDF7-B028-6840-8AE043281F6E}"/>
              </a:ext>
            </a:extLst>
          </p:cNvPr>
          <p:cNvPicPr>
            <a:picLocks noChangeAspect="1"/>
          </p:cNvPicPr>
          <p:nvPr/>
        </p:nvPicPr>
        <p:blipFill>
          <a:blip r:embed="rId6"/>
          <a:stretch>
            <a:fillRect/>
          </a:stretch>
        </p:blipFill>
        <p:spPr>
          <a:xfrm>
            <a:off x="3123368" y="4758455"/>
            <a:ext cx="720000" cy="720000"/>
          </a:xfrm>
          <a:prstGeom prst="rect">
            <a:avLst/>
          </a:prstGeom>
        </p:spPr>
      </p:pic>
      <p:pic>
        <p:nvPicPr>
          <p:cNvPr id="5" name="図 4" descr="アイコン&#10;&#10;AI によって生成されたコンテンツは間違っている可能性があります。">
            <a:extLst>
              <a:ext uri="{FF2B5EF4-FFF2-40B4-BE49-F238E27FC236}">
                <a16:creationId xmlns:a16="http://schemas.microsoft.com/office/drawing/2014/main" id="{E9B815CD-7F38-B51B-05AF-666DC7448923}"/>
              </a:ext>
            </a:extLst>
          </p:cNvPr>
          <p:cNvPicPr>
            <a:picLocks noChangeAspect="1"/>
          </p:cNvPicPr>
          <p:nvPr/>
        </p:nvPicPr>
        <p:blipFill>
          <a:blip r:embed="rId7"/>
          <a:stretch>
            <a:fillRect/>
          </a:stretch>
        </p:blipFill>
        <p:spPr>
          <a:xfrm>
            <a:off x="3705762" y="1982451"/>
            <a:ext cx="720000" cy="720000"/>
          </a:xfrm>
          <a:prstGeom prst="rect">
            <a:avLst/>
          </a:prstGeom>
        </p:spPr>
      </p:pic>
      <p:pic>
        <p:nvPicPr>
          <p:cNvPr id="7" name="図 6" descr="QR コード が含まれている画像&#10;&#10;AI によって生成されたコンテンツは間違っている可能性があります。">
            <a:extLst>
              <a:ext uri="{FF2B5EF4-FFF2-40B4-BE49-F238E27FC236}">
                <a16:creationId xmlns:a16="http://schemas.microsoft.com/office/drawing/2014/main" id="{6FCBC1F1-F6A8-7F77-B7C2-FA64AFFE6D15}"/>
              </a:ext>
            </a:extLst>
          </p:cNvPr>
          <p:cNvPicPr>
            <a:picLocks noChangeAspect="1"/>
          </p:cNvPicPr>
          <p:nvPr/>
        </p:nvPicPr>
        <p:blipFill>
          <a:blip r:embed="rId8"/>
          <a:stretch>
            <a:fillRect/>
          </a:stretch>
        </p:blipFill>
        <p:spPr>
          <a:xfrm>
            <a:off x="3075762" y="1874432"/>
            <a:ext cx="720000" cy="720000"/>
          </a:xfrm>
          <a:prstGeom prst="rect">
            <a:avLst/>
          </a:prstGeom>
        </p:spPr>
      </p:pic>
      <p:pic>
        <p:nvPicPr>
          <p:cNvPr id="9" name="図 8" descr="アイコン&#10;&#10;AI によって生成されたコンテンツは間違っている可能性があります。">
            <a:extLst>
              <a:ext uri="{FF2B5EF4-FFF2-40B4-BE49-F238E27FC236}">
                <a16:creationId xmlns:a16="http://schemas.microsoft.com/office/drawing/2014/main" id="{0FC56E20-B1A4-78B0-EB96-4AB034CB2475}"/>
              </a:ext>
            </a:extLst>
          </p:cNvPr>
          <p:cNvPicPr>
            <a:picLocks noChangeAspect="1"/>
          </p:cNvPicPr>
          <p:nvPr/>
        </p:nvPicPr>
        <p:blipFill>
          <a:blip r:embed="rId9"/>
          <a:stretch>
            <a:fillRect/>
          </a:stretch>
        </p:blipFill>
        <p:spPr>
          <a:xfrm>
            <a:off x="3763902" y="4787613"/>
            <a:ext cx="720000" cy="720000"/>
          </a:xfrm>
          <a:prstGeom prst="rect">
            <a:avLst/>
          </a:prstGeom>
        </p:spPr>
      </p:pic>
      <p:pic>
        <p:nvPicPr>
          <p:cNvPr id="14" name="図 13" descr="アイコン&#10;&#10;AI によって生成されたコンテンツは間違っている可能性があります。">
            <a:extLst>
              <a:ext uri="{FF2B5EF4-FFF2-40B4-BE49-F238E27FC236}">
                <a16:creationId xmlns:a16="http://schemas.microsoft.com/office/drawing/2014/main" id="{0DC17CB9-55AB-2890-3B15-620BEE9CFFC7}"/>
              </a:ext>
            </a:extLst>
          </p:cNvPr>
          <p:cNvPicPr>
            <a:picLocks noChangeAspect="1"/>
          </p:cNvPicPr>
          <p:nvPr/>
        </p:nvPicPr>
        <p:blipFill>
          <a:blip r:embed="rId10"/>
          <a:stretch>
            <a:fillRect/>
          </a:stretch>
        </p:blipFill>
        <p:spPr>
          <a:xfrm>
            <a:off x="8428099" y="5085050"/>
            <a:ext cx="720000" cy="720000"/>
          </a:xfrm>
          <a:prstGeom prst="rect">
            <a:avLst/>
          </a:prstGeom>
        </p:spPr>
      </p:pic>
      <p:pic>
        <p:nvPicPr>
          <p:cNvPr id="12" name="図 11" descr="アイコン&#10;&#10;AI によって生成されたコンテンツは間違っている可能性があります。">
            <a:extLst>
              <a:ext uri="{FF2B5EF4-FFF2-40B4-BE49-F238E27FC236}">
                <a16:creationId xmlns:a16="http://schemas.microsoft.com/office/drawing/2014/main" id="{5EA2F22F-09E2-C402-B509-A6ABC63C7ABA}"/>
              </a:ext>
            </a:extLst>
          </p:cNvPr>
          <p:cNvPicPr>
            <a:picLocks noChangeAspect="1"/>
          </p:cNvPicPr>
          <p:nvPr/>
        </p:nvPicPr>
        <p:blipFill>
          <a:blip r:embed="rId11"/>
          <a:stretch>
            <a:fillRect/>
          </a:stretch>
        </p:blipFill>
        <p:spPr>
          <a:xfrm>
            <a:off x="8360551" y="3401324"/>
            <a:ext cx="720000" cy="720000"/>
          </a:xfrm>
          <a:prstGeom prst="rect">
            <a:avLst/>
          </a:prstGeom>
        </p:spPr>
      </p:pic>
      <p:grpSp>
        <p:nvGrpSpPr>
          <p:cNvPr id="37" name="グループ化 36">
            <a:extLst>
              <a:ext uri="{FF2B5EF4-FFF2-40B4-BE49-F238E27FC236}">
                <a16:creationId xmlns:a16="http://schemas.microsoft.com/office/drawing/2014/main" id="{C8AE539C-1F31-81E7-5D49-209DBDECD190}"/>
              </a:ext>
            </a:extLst>
          </p:cNvPr>
          <p:cNvGrpSpPr/>
          <p:nvPr/>
        </p:nvGrpSpPr>
        <p:grpSpPr>
          <a:xfrm>
            <a:off x="3178461" y="3317159"/>
            <a:ext cx="1203050" cy="880415"/>
            <a:chOff x="2394984" y="3371669"/>
            <a:chExt cx="1203050" cy="880415"/>
          </a:xfrm>
        </p:grpSpPr>
        <p:pic>
          <p:nvPicPr>
            <p:cNvPr id="10" name="図 9" descr="アイコン&#10;&#10;AI によって生成されたコンテンツは間違っている可能性があります。">
              <a:extLst>
                <a:ext uri="{FF2B5EF4-FFF2-40B4-BE49-F238E27FC236}">
                  <a16:creationId xmlns:a16="http://schemas.microsoft.com/office/drawing/2014/main" id="{04DD0394-5954-73D4-CDFB-0AB850258B65}"/>
                </a:ext>
              </a:extLst>
            </p:cNvPr>
            <p:cNvPicPr>
              <a:picLocks noChangeAspect="1"/>
            </p:cNvPicPr>
            <p:nvPr/>
          </p:nvPicPr>
          <p:blipFill>
            <a:blip r:embed="rId5"/>
            <a:stretch>
              <a:fillRect/>
            </a:stretch>
          </p:blipFill>
          <p:spPr>
            <a:xfrm>
              <a:off x="2394984" y="3371669"/>
              <a:ext cx="720000" cy="720000"/>
            </a:xfrm>
            <a:prstGeom prst="rect">
              <a:avLst/>
            </a:prstGeom>
          </p:spPr>
        </p:pic>
        <p:pic>
          <p:nvPicPr>
            <p:cNvPr id="31" name="図 30" descr="アイコン&#10;&#10;AI によって生成されたコンテンツは間違っている可能性があります。">
              <a:extLst>
                <a:ext uri="{FF2B5EF4-FFF2-40B4-BE49-F238E27FC236}">
                  <a16:creationId xmlns:a16="http://schemas.microsoft.com/office/drawing/2014/main" id="{54CEB349-2D22-27BD-84A9-C5D8ECFE501E}"/>
                </a:ext>
              </a:extLst>
            </p:cNvPr>
            <p:cNvPicPr>
              <a:picLocks noChangeAspect="1"/>
            </p:cNvPicPr>
            <p:nvPr/>
          </p:nvPicPr>
          <p:blipFill>
            <a:blip r:embed="rId12"/>
            <a:stretch>
              <a:fillRect/>
            </a:stretch>
          </p:blipFill>
          <p:spPr>
            <a:xfrm>
              <a:off x="2878034" y="3532084"/>
              <a:ext cx="720000" cy="720000"/>
            </a:xfrm>
            <a:prstGeom prst="rect">
              <a:avLst/>
            </a:prstGeom>
          </p:spPr>
        </p:pic>
      </p:grpSp>
      <p:pic>
        <p:nvPicPr>
          <p:cNvPr id="33" name="図 32" descr="アイコン&#10;&#10;AI によって生成されたコンテンツは間違っている可能性があります。">
            <a:extLst>
              <a:ext uri="{FF2B5EF4-FFF2-40B4-BE49-F238E27FC236}">
                <a16:creationId xmlns:a16="http://schemas.microsoft.com/office/drawing/2014/main" id="{2D59373C-DAEF-7B6F-01E6-7C012251186A}"/>
              </a:ext>
            </a:extLst>
          </p:cNvPr>
          <p:cNvPicPr>
            <a:picLocks noChangeAspect="1"/>
          </p:cNvPicPr>
          <p:nvPr/>
        </p:nvPicPr>
        <p:blipFill>
          <a:blip r:embed="rId7"/>
          <a:stretch>
            <a:fillRect/>
          </a:stretch>
        </p:blipFill>
        <p:spPr>
          <a:xfrm>
            <a:off x="1697220" y="3435060"/>
            <a:ext cx="720000" cy="720000"/>
          </a:xfrm>
          <a:prstGeom prst="rect">
            <a:avLst/>
          </a:prstGeom>
        </p:spPr>
      </p:pic>
      <p:pic>
        <p:nvPicPr>
          <p:cNvPr id="34" name="図 33" descr="QR コード が含まれている画像&#10;&#10;AI によって生成されたコンテンツは間違っている可能性があります。">
            <a:extLst>
              <a:ext uri="{FF2B5EF4-FFF2-40B4-BE49-F238E27FC236}">
                <a16:creationId xmlns:a16="http://schemas.microsoft.com/office/drawing/2014/main" id="{DACC3C16-4856-6F92-138C-63DDE207E72D}"/>
              </a:ext>
            </a:extLst>
          </p:cNvPr>
          <p:cNvPicPr>
            <a:picLocks noChangeAspect="1"/>
          </p:cNvPicPr>
          <p:nvPr/>
        </p:nvPicPr>
        <p:blipFill>
          <a:blip r:embed="rId8"/>
          <a:stretch>
            <a:fillRect/>
          </a:stretch>
        </p:blipFill>
        <p:spPr>
          <a:xfrm>
            <a:off x="1027498" y="3418998"/>
            <a:ext cx="720000" cy="720000"/>
          </a:xfrm>
          <a:prstGeom prst="rect">
            <a:avLst/>
          </a:prstGeom>
        </p:spPr>
      </p:pic>
      <p:cxnSp>
        <p:nvCxnSpPr>
          <p:cNvPr id="35" name="直線矢印コネクタ 34">
            <a:extLst>
              <a:ext uri="{FF2B5EF4-FFF2-40B4-BE49-F238E27FC236}">
                <a16:creationId xmlns:a16="http://schemas.microsoft.com/office/drawing/2014/main" id="{3AEC192B-CE66-2482-EE27-F54BE6E4E900}"/>
              </a:ext>
            </a:extLst>
          </p:cNvPr>
          <p:cNvCxnSpPr>
            <a:cxnSpLocks/>
            <a:endCxn id="68" idx="1"/>
          </p:cNvCxnSpPr>
          <p:nvPr/>
        </p:nvCxnSpPr>
        <p:spPr>
          <a:xfrm>
            <a:off x="4478490" y="3624071"/>
            <a:ext cx="1969609" cy="0"/>
          </a:xfrm>
          <a:prstGeom prst="straightConnector1">
            <a:avLst/>
          </a:prstGeom>
          <a:ln w="28575">
            <a:solidFill>
              <a:schemeClr val="tx1">
                <a:lumMod val="75000"/>
                <a:lumOff val="25000"/>
              </a:schemeClr>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41" name="直線矢印コネクタ 40">
            <a:extLst>
              <a:ext uri="{FF2B5EF4-FFF2-40B4-BE49-F238E27FC236}">
                <a16:creationId xmlns:a16="http://schemas.microsoft.com/office/drawing/2014/main" id="{F3651DE8-072B-0E3C-6DAA-B11347CAD3C4}"/>
              </a:ext>
            </a:extLst>
          </p:cNvPr>
          <p:cNvCxnSpPr>
            <a:cxnSpLocks/>
            <a:endCxn id="68" idx="3"/>
          </p:cNvCxnSpPr>
          <p:nvPr/>
        </p:nvCxnSpPr>
        <p:spPr>
          <a:xfrm flipH="1">
            <a:off x="7168099" y="3645058"/>
            <a:ext cx="1192452" cy="0"/>
          </a:xfrm>
          <a:prstGeom prst="straightConnector1">
            <a:avLst/>
          </a:prstGeom>
          <a:ln w="28575">
            <a:solidFill>
              <a:schemeClr val="tx1">
                <a:lumMod val="75000"/>
                <a:lumOff val="25000"/>
              </a:schemeClr>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46" name="コネクタ: カギ線 45">
            <a:extLst>
              <a:ext uri="{FF2B5EF4-FFF2-40B4-BE49-F238E27FC236}">
                <a16:creationId xmlns:a16="http://schemas.microsoft.com/office/drawing/2014/main" id="{0935DB8F-5D9E-E16B-A47B-C947B8F62E4B}"/>
              </a:ext>
            </a:extLst>
          </p:cNvPr>
          <p:cNvCxnSpPr>
            <a:cxnSpLocks/>
            <a:stCxn id="14" idx="1"/>
          </p:cNvCxnSpPr>
          <p:nvPr/>
        </p:nvCxnSpPr>
        <p:spPr>
          <a:xfrm rot="10800000">
            <a:off x="7696289" y="3636604"/>
            <a:ext cx="731811" cy="1808446"/>
          </a:xfrm>
          <a:prstGeom prst="bentConnector2">
            <a:avLst/>
          </a:prstGeom>
          <a:ln w="28575">
            <a:solidFill>
              <a:schemeClr val="tx1">
                <a:lumMod val="75000"/>
                <a:lumOff val="25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1" name="直線矢印コネクタ 50">
            <a:extLst>
              <a:ext uri="{FF2B5EF4-FFF2-40B4-BE49-F238E27FC236}">
                <a16:creationId xmlns:a16="http://schemas.microsoft.com/office/drawing/2014/main" id="{EA96A8A1-624E-E90A-F4A0-D27224C5CB5F}"/>
              </a:ext>
            </a:extLst>
          </p:cNvPr>
          <p:cNvCxnSpPr>
            <a:cxnSpLocks/>
          </p:cNvCxnSpPr>
          <p:nvPr/>
        </p:nvCxnSpPr>
        <p:spPr>
          <a:xfrm>
            <a:off x="2346517" y="3624071"/>
            <a:ext cx="785110" cy="0"/>
          </a:xfrm>
          <a:prstGeom prst="straightConnector1">
            <a:avLst/>
          </a:prstGeom>
          <a:ln w="28575">
            <a:solidFill>
              <a:schemeClr val="tx1">
                <a:lumMod val="75000"/>
                <a:lumOff val="25000"/>
              </a:schemeClr>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53" name="コネクタ: カギ線 52">
            <a:extLst>
              <a:ext uri="{FF2B5EF4-FFF2-40B4-BE49-F238E27FC236}">
                <a16:creationId xmlns:a16="http://schemas.microsoft.com/office/drawing/2014/main" id="{2F4090BF-72C4-A596-E556-9311B5A0FB87}"/>
              </a:ext>
            </a:extLst>
          </p:cNvPr>
          <p:cNvCxnSpPr>
            <a:cxnSpLocks/>
            <a:stCxn id="9" idx="3"/>
            <a:endCxn id="5" idx="3"/>
          </p:cNvCxnSpPr>
          <p:nvPr/>
        </p:nvCxnSpPr>
        <p:spPr>
          <a:xfrm flipH="1" flipV="1">
            <a:off x="4425762" y="2342451"/>
            <a:ext cx="58140" cy="2805162"/>
          </a:xfrm>
          <a:prstGeom prst="bentConnector3">
            <a:avLst>
              <a:gd name="adj1" fmla="val -393189"/>
            </a:avLst>
          </a:prstGeom>
          <a:ln w="28575">
            <a:solidFill>
              <a:schemeClr val="tx1">
                <a:lumMod val="75000"/>
                <a:lumOff val="25000"/>
              </a:schemeClr>
            </a:solidFill>
            <a:tailEnd type="none"/>
          </a:ln>
        </p:spPr>
        <p:style>
          <a:lnRef idx="1">
            <a:schemeClr val="accent1"/>
          </a:lnRef>
          <a:fillRef idx="0">
            <a:schemeClr val="accent1"/>
          </a:fillRef>
          <a:effectRef idx="0">
            <a:schemeClr val="accent1"/>
          </a:effectRef>
          <a:fontRef idx="minor">
            <a:schemeClr val="tx1"/>
          </a:fontRef>
        </p:style>
      </p:cxnSp>
      <p:sp>
        <p:nvSpPr>
          <p:cNvPr id="58" name="四角形: 角を丸くする 57">
            <a:extLst>
              <a:ext uri="{FF2B5EF4-FFF2-40B4-BE49-F238E27FC236}">
                <a16:creationId xmlns:a16="http://schemas.microsoft.com/office/drawing/2014/main" id="{6F6D5229-6EE8-D99C-DD54-30F2C3FCACF4}"/>
              </a:ext>
            </a:extLst>
          </p:cNvPr>
          <p:cNvSpPr/>
          <p:nvPr/>
        </p:nvSpPr>
        <p:spPr>
          <a:xfrm>
            <a:off x="576001" y="1630576"/>
            <a:ext cx="11041200" cy="4475764"/>
          </a:xfrm>
          <a:prstGeom prst="roundRect">
            <a:avLst>
              <a:gd name="adj" fmla="val 4342"/>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9" name="テキスト ボックス 58">
            <a:extLst>
              <a:ext uri="{FF2B5EF4-FFF2-40B4-BE49-F238E27FC236}">
                <a16:creationId xmlns:a16="http://schemas.microsoft.com/office/drawing/2014/main" id="{7404C3C7-8865-3AD4-91F4-DF9D24C7562D}"/>
              </a:ext>
            </a:extLst>
          </p:cNvPr>
          <p:cNvSpPr txBox="1"/>
          <p:nvPr/>
        </p:nvSpPr>
        <p:spPr>
          <a:xfrm>
            <a:off x="575999" y="1254334"/>
            <a:ext cx="5426470" cy="347084"/>
          </a:xfrm>
          <a:prstGeom prst="rect">
            <a:avLst/>
          </a:prstGeom>
          <a:noFill/>
        </p:spPr>
        <p:txBody>
          <a:bodyPr wrap="square" lIns="108000" tIns="72000" rIns="108000" bIns="72000" rtlCol="0" anchor="t">
            <a:noAutofit/>
          </a:bodyPr>
          <a:lstStyle/>
          <a:p>
            <a:pPr>
              <a:spcBef>
                <a:spcPts val="600"/>
              </a:spcBef>
            </a:pPr>
            <a:r>
              <a:rPr kumimoji="1" lang="ja-JP" altLang="en-US" sz="1600" dirty="0">
                <a:solidFill>
                  <a:srgbClr val="FF0000"/>
                </a:solidFill>
                <a:latin typeface="游ゴシック"/>
                <a:ea typeface="游ゴシック"/>
              </a:rPr>
              <a:t>ご提案の範囲（</a:t>
            </a:r>
            <a:r>
              <a:rPr kumimoji="1" lang="en-US" altLang="ja-JP" sz="1600" dirty="0">
                <a:solidFill>
                  <a:srgbClr val="FF0000"/>
                </a:solidFill>
                <a:latin typeface="游ゴシック"/>
                <a:ea typeface="游ゴシック"/>
              </a:rPr>
              <a:t>※</a:t>
            </a:r>
            <a:r>
              <a:rPr kumimoji="1" lang="ja-JP" altLang="en-US" sz="1600" dirty="0">
                <a:solidFill>
                  <a:srgbClr val="FF0000"/>
                </a:solidFill>
                <a:latin typeface="游ゴシック"/>
                <a:ea typeface="游ゴシック"/>
              </a:rPr>
              <a:t>外部連携は含まれておりません）</a:t>
            </a:r>
            <a:endParaRPr kumimoji="1" lang="en-US" altLang="ja-JP" sz="1600" dirty="0">
              <a:solidFill>
                <a:srgbClr val="FF0000"/>
              </a:solidFill>
              <a:latin typeface="游ゴシック"/>
              <a:ea typeface="游ゴシック"/>
            </a:endParaRPr>
          </a:p>
        </p:txBody>
      </p:sp>
      <p:sp>
        <p:nvSpPr>
          <p:cNvPr id="60" name="テキスト ボックス 59">
            <a:extLst>
              <a:ext uri="{FF2B5EF4-FFF2-40B4-BE49-F238E27FC236}">
                <a16:creationId xmlns:a16="http://schemas.microsoft.com/office/drawing/2014/main" id="{41F878C2-DD66-C55D-85B2-172BF48F5960}"/>
              </a:ext>
            </a:extLst>
          </p:cNvPr>
          <p:cNvSpPr txBox="1"/>
          <p:nvPr/>
        </p:nvSpPr>
        <p:spPr>
          <a:xfrm>
            <a:off x="1100532" y="4148385"/>
            <a:ext cx="1413667" cy="347084"/>
          </a:xfrm>
          <a:prstGeom prst="rect">
            <a:avLst/>
          </a:prstGeom>
          <a:noFill/>
        </p:spPr>
        <p:txBody>
          <a:bodyPr wrap="square" lIns="108000" tIns="72000" rIns="108000" bIns="72000" rtlCol="0" anchor="t">
            <a:noAutofit/>
          </a:bodyPr>
          <a:lstStyle/>
          <a:p>
            <a:pPr>
              <a:spcBef>
                <a:spcPts val="600"/>
              </a:spcBef>
            </a:pPr>
            <a:r>
              <a:rPr kumimoji="1" lang="ja-JP" altLang="en-US" sz="1600">
                <a:solidFill>
                  <a:schemeClr val="tx1">
                    <a:lumMod val="75000"/>
                    <a:lumOff val="25000"/>
                  </a:schemeClr>
                </a:solidFill>
                <a:latin typeface="游ゴシック"/>
                <a:ea typeface="游ゴシック"/>
              </a:rPr>
              <a:t>需要家</a:t>
            </a:r>
            <a:endParaRPr kumimoji="1" lang="en-US" altLang="ja-JP" sz="1600">
              <a:solidFill>
                <a:schemeClr val="tx1">
                  <a:lumMod val="75000"/>
                  <a:lumOff val="25000"/>
                </a:schemeClr>
              </a:solidFill>
              <a:latin typeface="游ゴシック"/>
              <a:ea typeface="游ゴシック"/>
            </a:endParaRPr>
          </a:p>
        </p:txBody>
      </p:sp>
      <p:sp>
        <p:nvSpPr>
          <p:cNvPr id="61" name="テキスト ボックス 60">
            <a:extLst>
              <a:ext uri="{FF2B5EF4-FFF2-40B4-BE49-F238E27FC236}">
                <a16:creationId xmlns:a16="http://schemas.microsoft.com/office/drawing/2014/main" id="{A32AB62B-D87B-1533-0BC3-3F5083CDEA76}"/>
              </a:ext>
            </a:extLst>
          </p:cNvPr>
          <p:cNvSpPr txBox="1"/>
          <p:nvPr/>
        </p:nvSpPr>
        <p:spPr>
          <a:xfrm>
            <a:off x="3036178" y="5451046"/>
            <a:ext cx="1413667" cy="347084"/>
          </a:xfrm>
          <a:prstGeom prst="rect">
            <a:avLst/>
          </a:prstGeom>
          <a:noFill/>
        </p:spPr>
        <p:txBody>
          <a:bodyPr wrap="square" lIns="108000" tIns="72000" rIns="108000" bIns="72000" rtlCol="0" anchor="t">
            <a:noAutofit/>
          </a:bodyPr>
          <a:lstStyle/>
          <a:p>
            <a:pPr>
              <a:spcBef>
                <a:spcPts val="600"/>
              </a:spcBef>
            </a:pPr>
            <a:r>
              <a:rPr kumimoji="1" lang="ja-JP" altLang="en-US" sz="1600">
                <a:solidFill>
                  <a:schemeClr val="tx1">
                    <a:lumMod val="75000"/>
                    <a:lumOff val="25000"/>
                  </a:schemeClr>
                </a:solidFill>
                <a:latin typeface="游ゴシック"/>
                <a:ea typeface="游ゴシック"/>
              </a:rPr>
              <a:t>運送会社</a:t>
            </a:r>
            <a:endParaRPr kumimoji="1" lang="en-US" altLang="ja-JP" sz="1600">
              <a:solidFill>
                <a:schemeClr val="tx1">
                  <a:lumMod val="75000"/>
                  <a:lumOff val="25000"/>
                </a:schemeClr>
              </a:solidFill>
              <a:latin typeface="游ゴシック"/>
              <a:ea typeface="游ゴシック"/>
            </a:endParaRPr>
          </a:p>
        </p:txBody>
      </p:sp>
      <p:sp>
        <p:nvSpPr>
          <p:cNvPr id="62" name="テキスト ボックス 61">
            <a:extLst>
              <a:ext uri="{FF2B5EF4-FFF2-40B4-BE49-F238E27FC236}">
                <a16:creationId xmlns:a16="http://schemas.microsoft.com/office/drawing/2014/main" id="{57BB7371-912C-AC58-D4A4-4E4BE9DDA191}"/>
              </a:ext>
            </a:extLst>
          </p:cNvPr>
          <p:cNvSpPr txBox="1"/>
          <p:nvPr/>
        </p:nvSpPr>
        <p:spPr>
          <a:xfrm>
            <a:off x="3030765" y="4123258"/>
            <a:ext cx="1413667" cy="347084"/>
          </a:xfrm>
          <a:prstGeom prst="rect">
            <a:avLst/>
          </a:prstGeom>
          <a:noFill/>
        </p:spPr>
        <p:txBody>
          <a:bodyPr wrap="square" lIns="108000" tIns="72000" rIns="108000" bIns="72000" rtlCol="0" anchor="t">
            <a:noAutofit/>
          </a:bodyPr>
          <a:lstStyle/>
          <a:p>
            <a:pPr>
              <a:spcBef>
                <a:spcPts val="600"/>
              </a:spcBef>
            </a:pPr>
            <a:r>
              <a:rPr kumimoji="1" lang="ja-JP" altLang="en-US" sz="1600" dirty="0">
                <a:solidFill>
                  <a:schemeClr val="tx1">
                    <a:lumMod val="75000"/>
                    <a:lumOff val="25000"/>
                  </a:schemeClr>
                </a:solidFill>
                <a:latin typeface="游ゴシック"/>
                <a:ea typeface="游ゴシック"/>
              </a:rPr>
              <a:t>特販店</a:t>
            </a:r>
            <a:endParaRPr kumimoji="1" lang="en-US" altLang="ja-JP" sz="1600" dirty="0">
              <a:solidFill>
                <a:schemeClr val="tx1">
                  <a:lumMod val="75000"/>
                  <a:lumOff val="25000"/>
                </a:schemeClr>
              </a:solidFill>
              <a:latin typeface="游ゴシック"/>
              <a:ea typeface="游ゴシック"/>
            </a:endParaRPr>
          </a:p>
        </p:txBody>
      </p:sp>
      <p:sp>
        <p:nvSpPr>
          <p:cNvPr id="63" name="テキスト ボックス 62">
            <a:extLst>
              <a:ext uri="{FF2B5EF4-FFF2-40B4-BE49-F238E27FC236}">
                <a16:creationId xmlns:a16="http://schemas.microsoft.com/office/drawing/2014/main" id="{467BCEF4-9094-6DB1-360C-518178194F7A}"/>
              </a:ext>
            </a:extLst>
          </p:cNvPr>
          <p:cNvSpPr txBox="1"/>
          <p:nvPr/>
        </p:nvSpPr>
        <p:spPr>
          <a:xfrm>
            <a:off x="3030765" y="2623590"/>
            <a:ext cx="1741373" cy="347084"/>
          </a:xfrm>
          <a:prstGeom prst="rect">
            <a:avLst/>
          </a:prstGeom>
          <a:noFill/>
        </p:spPr>
        <p:txBody>
          <a:bodyPr wrap="square" lIns="108000" tIns="72000" rIns="108000" bIns="72000" rtlCol="0" anchor="t">
            <a:noAutofit/>
          </a:bodyPr>
          <a:lstStyle/>
          <a:p>
            <a:pPr>
              <a:spcBef>
                <a:spcPts val="600"/>
              </a:spcBef>
            </a:pPr>
            <a:r>
              <a:rPr kumimoji="1" lang="ja-JP" altLang="en-US" sz="1600" dirty="0">
                <a:solidFill>
                  <a:schemeClr val="tx1">
                    <a:lumMod val="75000"/>
                    <a:lumOff val="25000"/>
                  </a:schemeClr>
                </a:solidFill>
                <a:latin typeface="游ゴシック"/>
                <a:ea typeface="游ゴシック"/>
              </a:rPr>
              <a:t>需要家（直売）</a:t>
            </a:r>
            <a:endParaRPr kumimoji="1" lang="en-US" altLang="ja-JP" sz="1600" dirty="0">
              <a:solidFill>
                <a:schemeClr val="tx1">
                  <a:lumMod val="75000"/>
                  <a:lumOff val="25000"/>
                </a:schemeClr>
              </a:solidFill>
              <a:latin typeface="游ゴシック"/>
              <a:ea typeface="游ゴシック"/>
            </a:endParaRPr>
          </a:p>
        </p:txBody>
      </p:sp>
      <p:sp>
        <p:nvSpPr>
          <p:cNvPr id="64" name="テキスト ボックス 63">
            <a:extLst>
              <a:ext uri="{FF2B5EF4-FFF2-40B4-BE49-F238E27FC236}">
                <a16:creationId xmlns:a16="http://schemas.microsoft.com/office/drawing/2014/main" id="{F03A97A7-4CE3-787C-91EE-00F74F38F37E}"/>
              </a:ext>
            </a:extLst>
          </p:cNvPr>
          <p:cNvSpPr txBox="1"/>
          <p:nvPr/>
        </p:nvSpPr>
        <p:spPr>
          <a:xfrm>
            <a:off x="6114398" y="3995731"/>
            <a:ext cx="1741373" cy="347084"/>
          </a:xfrm>
          <a:prstGeom prst="rect">
            <a:avLst/>
          </a:prstGeom>
          <a:noFill/>
        </p:spPr>
        <p:txBody>
          <a:bodyPr wrap="square" lIns="108000" tIns="72000" rIns="108000" bIns="72000" rtlCol="0" anchor="t">
            <a:noAutofit/>
          </a:bodyPr>
          <a:lstStyle/>
          <a:p>
            <a:pPr>
              <a:spcBef>
                <a:spcPts val="600"/>
              </a:spcBef>
            </a:pPr>
            <a:r>
              <a:rPr kumimoji="1" lang="ja-JP" altLang="en-US" sz="1600">
                <a:solidFill>
                  <a:schemeClr val="tx1">
                    <a:lumMod val="75000"/>
                    <a:lumOff val="25000"/>
                  </a:schemeClr>
                </a:solidFill>
                <a:latin typeface="游ゴシック"/>
                <a:ea typeface="游ゴシック"/>
              </a:rPr>
              <a:t>受注システム</a:t>
            </a:r>
            <a:endParaRPr kumimoji="1" lang="en-US" altLang="ja-JP" sz="1600">
              <a:solidFill>
                <a:schemeClr val="tx1">
                  <a:lumMod val="75000"/>
                  <a:lumOff val="25000"/>
                </a:schemeClr>
              </a:solidFill>
              <a:latin typeface="游ゴシック"/>
              <a:ea typeface="游ゴシック"/>
            </a:endParaRPr>
          </a:p>
        </p:txBody>
      </p:sp>
      <p:sp>
        <p:nvSpPr>
          <p:cNvPr id="65" name="テキスト ボックス 64">
            <a:extLst>
              <a:ext uri="{FF2B5EF4-FFF2-40B4-BE49-F238E27FC236}">
                <a16:creationId xmlns:a16="http://schemas.microsoft.com/office/drawing/2014/main" id="{6261C914-C5D3-F0DE-D269-EE5DC53B7B0C}"/>
              </a:ext>
            </a:extLst>
          </p:cNvPr>
          <p:cNvSpPr txBox="1"/>
          <p:nvPr/>
        </p:nvSpPr>
        <p:spPr>
          <a:xfrm>
            <a:off x="8383283" y="4104884"/>
            <a:ext cx="3315103" cy="347084"/>
          </a:xfrm>
          <a:prstGeom prst="rect">
            <a:avLst/>
          </a:prstGeom>
          <a:noFill/>
        </p:spPr>
        <p:txBody>
          <a:bodyPr wrap="square" lIns="108000" tIns="72000" rIns="108000" bIns="72000" rtlCol="0" anchor="t">
            <a:noAutofit/>
          </a:bodyPr>
          <a:lstStyle/>
          <a:p>
            <a:pPr>
              <a:spcBef>
                <a:spcPts val="600"/>
              </a:spcBef>
            </a:pPr>
            <a:r>
              <a:rPr kumimoji="1" lang="ja-JP" altLang="en-US" sz="1600" dirty="0">
                <a:solidFill>
                  <a:schemeClr val="tx1">
                    <a:lumMod val="75000"/>
                    <a:lumOff val="25000"/>
                  </a:schemeClr>
                </a:solidFill>
                <a:latin typeface="游ゴシック"/>
                <a:ea typeface="游ゴシック"/>
              </a:rPr>
              <a:t>事業所・基地（三重／瀝青など）</a:t>
            </a:r>
            <a:endParaRPr kumimoji="1" lang="en-US" altLang="ja-JP" sz="1600" dirty="0">
              <a:solidFill>
                <a:schemeClr val="tx1">
                  <a:lumMod val="75000"/>
                  <a:lumOff val="25000"/>
                </a:schemeClr>
              </a:solidFill>
              <a:latin typeface="游ゴシック"/>
              <a:ea typeface="游ゴシック"/>
            </a:endParaRPr>
          </a:p>
        </p:txBody>
      </p:sp>
      <p:sp>
        <p:nvSpPr>
          <p:cNvPr id="66" name="テキスト ボックス 65">
            <a:extLst>
              <a:ext uri="{FF2B5EF4-FFF2-40B4-BE49-F238E27FC236}">
                <a16:creationId xmlns:a16="http://schemas.microsoft.com/office/drawing/2014/main" id="{4E59933D-D225-529D-C24A-77D8FDA77DF0}"/>
              </a:ext>
            </a:extLst>
          </p:cNvPr>
          <p:cNvSpPr txBox="1"/>
          <p:nvPr/>
        </p:nvSpPr>
        <p:spPr>
          <a:xfrm>
            <a:off x="8393001" y="5788414"/>
            <a:ext cx="1741373" cy="347084"/>
          </a:xfrm>
          <a:prstGeom prst="rect">
            <a:avLst/>
          </a:prstGeom>
          <a:noFill/>
        </p:spPr>
        <p:txBody>
          <a:bodyPr wrap="square" lIns="108000" tIns="72000" rIns="108000" bIns="72000" rtlCol="0" anchor="t">
            <a:noAutofit/>
          </a:bodyPr>
          <a:lstStyle/>
          <a:p>
            <a:pPr>
              <a:spcBef>
                <a:spcPts val="600"/>
              </a:spcBef>
            </a:pPr>
            <a:r>
              <a:rPr kumimoji="1" lang="ja-JP" altLang="en-US" sz="1600">
                <a:solidFill>
                  <a:schemeClr val="tx1">
                    <a:lumMod val="75000"/>
                    <a:lumOff val="25000"/>
                  </a:schemeClr>
                </a:solidFill>
                <a:latin typeface="游ゴシック"/>
                <a:ea typeface="游ゴシック"/>
              </a:rPr>
              <a:t>出光本社</a:t>
            </a:r>
            <a:endParaRPr kumimoji="1" lang="en-US" altLang="ja-JP" sz="1600">
              <a:solidFill>
                <a:schemeClr val="tx1">
                  <a:lumMod val="75000"/>
                  <a:lumOff val="25000"/>
                </a:schemeClr>
              </a:solidFill>
              <a:latin typeface="游ゴシック"/>
              <a:ea typeface="游ゴシック"/>
            </a:endParaRPr>
          </a:p>
        </p:txBody>
      </p:sp>
      <p:cxnSp>
        <p:nvCxnSpPr>
          <p:cNvPr id="24" name="直線矢印コネクタ 23">
            <a:extLst>
              <a:ext uri="{FF2B5EF4-FFF2-40B4-BE49-F238E27FC236}">
                <a16:creationId xmlns:a16="http://schemas.microsoft.com/office/drawing/2014/main" id="{A2CE7793-A95E-BA76-41F1-4E3016CF2FFA}"/>
              </a:ext>
            </a:extLst>
          </p:cNvPr>
          <p:cNvCxnSpPr>
            <a:cxnSpLocks/>
            <a:stCxn id="68" idx="0"/>
            <a:endCxn id="1026" idx="2"/>
          </p:cNvCxnSpPr>
          <p:nvPr/>
        </p:nvCxnSpPr>
        <p:spPr>
          <a:xfrm flipV="1">
            <a:off x="6808099" y="1378004"/>
            <a:ext cx="0" cy="1908937"/>
          </a:xfrm>
          <a:prstGeom prst="straightConnector1">
            <a:avLst/>
          </a:prstGeom>
          <a:ln w="28575">
            <a:solidFill>
              <a:srgbClr val="0070C0"/>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3" name="スライド番号プレースホルダー 3">
            <a:extLst>
              <a:ext uri="{FF2B5EF4-FFF2-40B4-BE49-F238E27FC236}">
                <a16:creationId xmlns:a16="http://schemas.microsoft.com/office/drawing/2014/main" id="{FE67D899-15BA-6FDF-A0D1-75D0A8D1B3CD}"/>
              </a:ext>
            </a:extLst>
          </p:cNvPr>
          <p:cNvSpPr>
            <a:spLocks noGrp="1"/>
          </p:cNvSpPr>
          <p:nvPr>
            <p:ph type="sldNum" sz="quarter" idx="12"/>
          </p:nvPr>
        </p:nvSpPr>
        <p:spPr>
          <a:xfrm>
            <a:off x="10752000" y="6552000"/>
            <a:ext cx="1440000" cy="216000"/>
          </a:xfrm>
        </p:spPr>
        <p:txBody>
          <a:bodyPr/>
          <a:lstStyle/>
          <a:p>
            <a:fld id="{26CA5134-5AAC-D342-B763-43605FECB385}" type="slidenum">
              <a:rPr kumimoji="1" lang="ja-JP" altLang="en-US" smtClean="0"/>
              <a:pPr/>
              <a:t>6</a:t>
            </a:fld>
            <a:endParaRPr kumimoji="1" lang="ja-JP" altLang="en-US" sz="700" dirty="0"/>
          </a:p>
        </p:txBody>
      </p:sp>
    </p:spTree>
    <p:extLst>
      <p:ext uri="{BB962C8B-B14F-4D97-AF65-F5344CB8AC3E}">
        <p14:creationId xmlns:p14="http://schemas.microsoft.com/office/powerpoint/2010/main" val="36529708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スライド番号プレースホルダー 2">
            <a:extLst>
              <a:ext uri="{FF2B5EF4-FFF2-40B4-BE49-F238E27FC236}">
                <a16:creationId xmlns:a16="http://schemas.microsoft.com/office/drawing/2014/main" id="{80415E01-9431-A589-C9FD-E625C9B4E7BC}"/>
              </a:ext>
            </a:extLst>
          </p:cNvPr>
          <p:cNvSpPr>
            <a:spLocks noGrp="1"/>
          </p:cNvSpPr>
          <p:nvPr>
            <p:ph type="sldNum" sz="quarter" idx="12"/>
          </p:nvPr>
        </p:nvSpPr>
        <p:spPr/>
        <p:txBody>
          <a:bodyPr/>
          <a:lstStyle/>
          <a:p>
            <a:fld id="{26CA5134-5AAC-D342-B763-43605FECB385}" type="slidenum">
              <a:rPr kumimoji="1" lang="ja-JP" altLang="en-US" smtClean="0"/>
              <a:pPr/>
              <a:t>7</a:t>
            </a:fld>
            <a:endParaRPr kumimoji="1" lang="ja-JP" altLang="en-US" sz="700"/>
          </a:p>
        </p:txBody>
      </p:sp>
      <p:sp>
        <p:nvSpPr>
          <p:cNvPr id="4" name="タイトル 3">
            <a:extLst>
              <a:ext uri="{FF2B5EF4-FFF2-40B4-BE49-F238E27FC236}">
                <a16:creationId xmlns:a16="http://schemas.microsoft.com/office/drawing/2014/main" id="{50CBA8B7-7E3E-4E10-2E41-240BF4A7E426}"/>
              </a:ext>
            </a:extLst>
          </p:cNvPr>
          <p:cNvSpPr>
            <a:spLocks noGrp="1"/>
          </p:cNvSpPr>
          <p:nvPr>
            <p:ph type="title"/>
          </p:nvPr>
        </p:nvSpPr>
        <p:spPr/>
        <p:txBody>
          <a:bodyPr/>
          <a:lstStyle/>
          <a:p>
            <a:r>
              <a:rPr kumimoji="1" lang="ja-JP" altLang="en-US" dirty="0"/>
              <a:t>スケジュール</a:t>
            </a:r>
          </a:p>
        </p:txBody>
      </p:sp>
    </p:spTree>
    <p:extLst>
      <p:ext uri="{BB962C8B-B14F-4D97-AF65-F5344CB8AC3E}">
        <p14:creationId xmlns:p14="http://schemas.microsoft.com/office/powerpoint/2010/main" val="40899547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F79723-A3DC-6BF6-24EF-31430516762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BF66C9D-7B8E-C70A-059A-B71FB9ADB8CD}"/>
              </a:ext>
            </a:extLst>
          </p:cNvPr>
          <p:cNvSpPr>
            <a:spLocks noGrp="1"/>
          </p:cNvSpPr>
          <p:nvPr>
            <p:ph type="title"/>
          </p:nvPr>
        </p:nvSpPr>
        <p:spPr/>
        <p:txBody>
          <a:bodyPr/>
          <a:lstStyle/>
          <a:p>
            <a:r>
              <a:rPr kumimoji="1" lang="en-US" altLang="ja-JP" dirty="0"/>
              <a:t>2-1</a:t>
            </a:r>
            <a:r>
              <a:rPr kumimoji="1" lang="ja-JP" altLang="en-US"/>
              <a:t>．</a:t>
            </a:r>
            <a:r>
              <a:rPr kumimoji="1" lang="ja-JP" altLang="en-US" dirty="0"/>
              <a:t>スケジュール</a:t>
            </a:r>
            <a:r>
              <a:rPr lang="ja-JP" altLang="en-US" dirty="0"/>
              <a:t>案</a:t>
            </a:r>
            <a:endParaRPr kumimoji="1" lang="ja-JP" altLang="en-US" dirty="0"/>
          </a:p>
        </p:txBody>
      </p:sp>
      <p:sp>
        <p:nvSpPr>
          <p:cNvPr id="4" name="フッター プレースホルダー 3">
            <a:extLst>
              <a:ext uri="{FF2B5EF4-FFF2-40B4-BE49-F238E27FC236}">
                <a16:creationId xmlns:a16="http://schemas.microsoft.com/office/drawing/2014/main" id="{7F6BDC12-2474-59B4-4156-B40F831BC4C0}"/>
              </a:ext>
            </a:extLst>
          </p:cNvPr>
          <p:cNvSpPr>
            <a:spLocks noGrp="1"/>
          </p:cNvSpPr>
          <p:nvPr>
            <p:ph type="ftr" sz="quarter" idx="11"/>
          </p:nvPr>
        </p:nvSpPr>
        <p:spPr/>
        <p:txBody>
          <a:bodyPr/>
          <a:lstStyle/>
          <a:p>
            <a:r>
              <a:rPr lang="en-US" altLang="ja-JP"/>
              <a:t>Copyright © SystemEXE,Inc All Rights Reserved.</a:t>
            </a:r>
          </a:p>
        </p:txBody>
      </p:sp>
      <p:graphicFrame>
        <p:nvGraphicFramePr>
          <p:cNvPr id="9" name="表 8">
            <a:extLst>
              <a:ext uri="{FF2B5EF4-FFF2-40B4-BE49-F238E27FC236}">
                <a16:creationId xmlns:a16="http://schemas.microsoft.com/office/drawing/2014/main" id="{64E36980-A300-D1AD-F1B8-CF0CE5068A0E}"/>
              </a:ext>
            </a:extLst>
          </p:cNvPr>
          <p:cNvGraphicFramePr>
            <a:graphicFrameLocks noGrp="1"/>
          </p:cNvGraphicFramePr>
          <p:nvPr>
            <p:extLst>
              <p:ext uri="{D42A27DB-BD31-4B8C-83A1-F6EECF244321}">
                <p14:modId xmlns:p14="http://schemas.microsoft.com/office/powerpoint/2010/main" val="2372840244"/>
              </p:ext>
            </p:extLst>
          </p:nvPr>
        </p:nvGraphicFramePr>
        <p:xfrm>
          <a:off x="576000" y="914403"/>
          <a:ext cx="11028010" cy="5328000"/>
        </p:xfrm>
        <a:graphic>
          <a:graphicData uri="http://schemas.openxmlformats.org/drawingml/2006/table">
            <a:tbl>
              <a:tblPr firstRow="1" bandRow="1">
                <a:tableStyleId>{2D5ABB26-0587-4C30-8999-92F81FD0307C}</a:tableStyleId>
              </a:tblPr>
              <a:tblGrid>
                <a:gridCol w="829262">
                  <a:extLst>
                    <a:ext uri="{9D8B030D-6E8A-4147-A177-3AD203B41FA5}">
                      <a16:colId xmlns:a16="http://schemas.microsoft.com/office/drawing/2014/main" val="390000680"/>
                    </a:ext>
                  </a:extLst>
                </a:gridCol>
                <a:gridCol w="364241">
                  <a:extLst>
                    <a:ext uri="{9D8B030D-6E8A-4147-A177-3AD203B41FA5}">
                      <a16:colId xmlns:a16="http://schemas.microsoft.com/office/drawing/2014/main" val="2810377369"/>
                    </a:ext>
                  </a:extLst>
                </a:gridCol>
                <a:gridCol w="364241">
                  <a:extLst>
                    <a:ext uri="{9D8B030D-6E8A-4147-A177-3AD203B41FA5}">
                      <a16:colId xmlns:a16="http://schemas.microsoft.com/office/drawing/2014/main" val="1394774728"/>
                    </a:ext>
                  </a:extLst>
                </a:gridCol>
                <a:gridCol w="364241">
                  <a:extLst>
                    <a:ext uri="{9D8B030D-6E8A-4147-A177-3AD203B41FA5}">
                      <a16:colId xmlns:a16="http://schemas.microsoft.com/office/drawing/2014/main" val="534760887"/>
                    </a:ext>
                  </a:extLst>
                </a:gridCol>
                <a:gridCol w="364241">
                  <a:extLst>
                    <a:ext uri="{9D8B030D-6E8A-4147-A177-3AD203B41FA5}">
                      <a16:colId xmlns:a16="http://schemas.microsoft.com/office/drawing/2014/main" val="491088751"/>
                    </a:ext>
                  </a:extLst>
                </a:gridCol>
                <a:gridCol w="364241">
                  <a:extLst>
                    <a:ext uri="{9D8B030D-6E8A-4147-A177-3AD203B41FA5}">
                      <a16:colId xmlns:a16="http://schemas.microsoft.com/office/drawing/2014/main" val="814744698"/>
                    </a:ext>
                  </a:extLst>
                </a:gridCol>
                <a:gridCol w="364241">
                  <a:extLst>
                    <a:ext uri="{9D8B030D-6E8A-4147-A177-3AD203B41FA5}">
                      <a16:colId xmlns:a16="http://schemas.microsoft.com/office/drawing/2014/main" val="611941371"/>
                    </a:ext>
                  </a:extLst>
                </a:gridCol>
                <a:gridCol w="364241">
                  <a:extLst>
                    <a:ext uri="{9D8B030D-6E8A-4147-A177-3AD203B41FA5}">
                      <a16:colId xmlns:a16="http://schemas.microsoft.com/office/drawing/2014/main" val="1302714029"/>
                    </a:ext>
                  </a:extLst>
                </a:gridCol>
                <a:gridCol w="364241">
                  <a:extLst>
                    <a:ext uri="{9D8B030D-6E8A-4147-A177-3AD203B41FA5}">
                      <a16:colId xmlns:a16="http://schemas.microsoft.com/office/drawing/2014/main" val="4050933131"/>
                    </a:ext>
                  </a:extLst>
                </a:gridCol>
                <a:gridCol w="364241">
                  <a:extLst>
                    <a:ext uri="{9D8B030D-6E8A-4147-A177-3AD203B41FA5}">
                      <a16:colId xmlns:a16="http://schemas.microsoft.com/office/drawing/2014/main" val="4066967415"/>
                    </a:ext>
                  </a:extLst>
                </a:gridCol>
                <a:gridCol w="364241">
                  <a:extLst>
                    <a:ext uri="{9D8B030D-6E8A-4147-A177-3AD203B41FA5}">
                      <a16:colId xmlns:a16="http://schemas.microsoft.com/office/drawing/2014/main" val="2818331606"/>
                    </a:ext>
                  </a:extLst>
                </a:gridCol>
                <a:gridCol w="364241">
                  <a:extLst>
                    <a:ext uri="{9D8B030D-6E8A-4147-A177-3AD203B41FA5}">
                      <a16:colId xmlns:a16="http://schemas.microsoft.com/office/drawing/2014/main" val="4146179240"/>
                    </a:ext>
                  </a:extLst>
                </a:gridCol>
                <a:gridCol w="364241">
                  <a:extLst>
                    <a:ext uri="{9D8B030D-6E8A-4147-A177-3AD203B41FA5}">
                      <a16:colId xmlns:a16="http://schemas.microsoft.com/office/drawing/2014/main" val="728973432"/>
                    </a:ext>
                  </a:extLst>
                </a:gridCol>
                <a:gridCol w="364241">
                  <a:extLst>
                    <a:ext uri="{9D8B030D-6E8A-4147-A177-3AD203B41FA5}">
                      <a16:colId xmlns:a16="http://schemas.microsoft.com/office/drawing/2014/main" val="3881238287"/>
                    </a:ext>
                  </a:extLst>
                </a:gridCol>
                <a:gridCol w="364241">
                  <a:extLst>
                    <a:ext uri="{9D8B030D-6E8A-4147-A177-3AD203B41FA5}">
                      <a16:colId xmlns:a16="http://schemas.microsoft.com/office/drawing/2014/main" val="277738048"/>
                    </a:ext>
                  </a:extLst>
                </a:gridCol>
                <a:gridCol w="364241">
                  <a:extLst>
                    <a:ext uri="{9D8B030D-6E8A-4147-A177-3AD203B41FA5}">
                      <a16:colId xmlns:a16="http://schemas.microsoft.com/office/drawing/2014/main" val="2245800188"/>
                    </a:ext>
                  </a:extLst>
                </a:gridCol>
                <a:gridCol w="364241">
                  <a:extLst>
                    <a:ext uri="{9D8B030D-6E8A-4147-A177-3AD203B41FA5}">
                      <a16:colId xmlns:a16="http://schemas.microsoft.com/office/drawing/2014/main" val="3364924607"/>
                    </a:ext>
                  </a:extLst>
                </a:gridCol>
                <a:gridCol w="364241">
                  <a:extLst>
                    <a:ext uri="{9D8B030D-6E8A-4147-A177-3AD203B41FA5}">
                      <a16:colId xmlns:a16="http://schemas.microsoft.com/office/drawing/2014/main" val="1162656261"/>
                    </a:ext>
                  </a:extLst>
                </a:gridCol>
                <a:gridCol w="364241">
                  <a:extLst>
                    <a:ext uri="{9D8B030D-6E8A-4147-A177-3AD203B41FA5}">
                      <a16:colId xmlns:a16="http://schemas.microsoft.com/office/drawing/2014/main" val="4018854686"/>
                    </a:ext>
                  </a:extLst>
                </a:gridCol>
                <a:gridCol w="364241">
                  <a:extLst>
                    <a:ext uri="{9D8B030D-6E8A-4147-A177-3AD203B41FA5}">
                      <a16:colId xmlns:a16="http://schemas.microsoft.com/office/drawing/2014/main" val="884114068"/>
                    </a:ext>
                  </a:extLst>
                </a:gridCol>
                <a:gridCol w="364241">
                  <a:extLst>
                    <a:ext uri="{9D8B030D-6E8A-4147-A177-3AD203B41FA5}">
                      <a16:colId xmlns:a16="http://schemas.microsoft.com/office/drawing/2014/main" val="3069356078"/>
                    </a:ext>
                  </a:extLst>
                </a:gridCol>
                <a:gridCol w="364241">
                  <a:extLst>
                    <a:ext uri="{9D8B030D-6E8A-4147-A177-3AD203B41FA5}">
                      <a16:colId xmlns:a16="http://schemas.microsoft.com/office/drawing/2014/main" val="4199843941"/>
                    </a:ext>
                  </a:extLst>
                </a:gridCol>
                <a:gridCol w="364241">
                  <a:extLst>
                    <a:ext uri="{9D8B030D-6E8A-4147-A177-3AD203B41FA5}">
                      <a16:colId xmlns:a16="http://schemas.microsoft.com/office/drawing/2014/main" val="743787249"/>
                    </a:ext>
                  </a:extLst>
                </a:gridCol>
                <a:gridCol w="364241">
                  <a:extLst>
                    <a:ext uri="{9D8B030D-6E8A-4147-A177-3AD203B41FA5}">
                      <a16:colId xmlns:a16="http://schemas.microsoft.com/office/drawing/2014/main" val="922199780"/>
                    </a:ext>
                  </a:extLst>
                </a:gridCol>
                <a:gridCol w="364241">
                  <a:extLst>
                    <a:ext uri="{9D8B030D-6E8A-4147-A177-3AD203B41FA5}">
                      <a16:colId xmlns:a16="http://schemas.microsoft.com/office/drawing/2014/main" val="383659013"/>
                    </a:ext>
                  </a:extLst>
                </a:gridCol>
                <a:gridCol w="364241">
                  <a:extLst>
                    <a:ext uri="{9D8B030D-6E8A-4147-A177-3AD203B41FA5}">
                      <a16:colId xmlns:a16="http://schemas.microsoft.com/office/drawing/2014/main" val="2904193488"/>
                    </a:ext>
                  </a:extLst>
                </a:gridCol>
                <a:gridCol w="364241">
                  <a:extLst>
                    <a:ext uri="{9D8B030D-6E8A-4147-A177-3AD203B41FA5}">
                      <a16:colId xmlns:a16="http://schemas.microsoft.com/office/drawing/2014/main" val="2901724710"/>
                    </a:ext>
                  </a:extLst>
                </a:gridCol>
                <a:gridCol w="364241">
                  <a:extLst>
                    <a:ext uri="{9D8B030D-6E8A-4147-A177-3AD203B41FA5}">
                      <a16:colId xmlns:a16="http://schemas.microsoft.com/office/drawing/2014/main" val="971198124"/>
                    </a:ext>
                  </a:extLst>
                </a:gridCol>
                <a:gridCol w="364241">
                  <a:extLst>
                    <a:ext uri="{9D8B030D-6E8A-4147-A177-3AD203B41FA5}">
                      <a16:colId xmlns:a16="http://schemas.microsoft.com/office/drawing/2014/main" val="1093279010"/>
                    </a:ext>
                  </a:extLst>
                </a:gridCol>
              </a:tblGrid>
              <a:tr h="360000">
                <a:tc>
                  <a:txBody>
                    <a:bodyPr/>
                    <a:lstStyle/>
                    <a:p>
                      <a:pPr algn="r"/>
                      <a:r>
                        <a:rPr kumimoji="1" lang="ja-JP" altLang="en-US" sz="1600" b="1">
                          <a:solidFill>
                            <a:schemeClr val="bg1"/>
                          </a:solidFill>
                          <a:latin typeface="+mn-ea"/>
                          <a:ea typeface="+mn-ea"/>
                        </a:rPr>
                        <a:t>年度</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gridSpan="28">
                  <a:txBody>
                    <a:bodyPr/>
                    <a:lstStyle/>
                    <a:p>
                      <a:pPr algn="ctr"/>
                      <a:r>
                        <a:rPr lang="en-US" altLang="ja-JP" sz="1600" b="1">
                          <a:solidFill>
                            <a:schemeClr val="bg1"/>
                          </a:solidFill>
                          <a:latin typeface="+mn-ea"/>
                          <a:ea typeface="+mn-ea"/>
                        </a:rPr>
                        <a:t>2025 - 2026</a:t>
                      </a:r>
                      <a:endParaRPr kumimoji="1" lang="en-US" altLang="ja-JP" sz="1600" b="1">
                        <a:solidFill>
                          <a:schemeClr val="bg1"/>
                        </a:solidFill>
                        <a:latin typeface="+mn-ea"/>
                        <a:ea typeface="+mn-ea"/>
                      </a:endParaRPr>
                    </a:p>
                  </a:txBody>
                  <a:tcPr anchor="ctr">
                    <a:lnL w="12700" cap="flat" cmpd="sng" algn="ctr">
                      <a:solidFill>
                        <a:schemeClr val="bg1">
                          <a:lumMod val="75000"/>
                        </a:schemeClr>
                      </a:solidFill>
                      <a:prstDash val="solid"/>
                      <a:round/>
                      <a:headEnd type="none" w="med" len="med"/>
                      <a:tailEnd type="none" w="med" len="med"/>
                    </a:lnL>
                    <a:lnR w="12700">
                      <a:solidFill>
                        <a:schemeClr val="bg1">
                          <a:lumMod val="75000"/>
                        </a:schemeClr>
                      </a:solidFill>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ja-JP" altLang="en-US" sz="1400" b="1">
                        <a:solidFill>
                          <a:schemeClr val="bg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endParaRPr kumimoji="1" lang="ja-JP" altLang="en-US"/>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hMerge="1">
                  <a:txBody>
                    <a:bodyPr/>
                    <a:lstStyle/>
                    <a:p>
                      <a:pPr algn="ctr"/>
                      <a:r>
                        <a:rPr kumimoji="1" lang="en-US" altLang="ja-JP" sz="1400" b="1">
                          <a:solidFill>
                            <a:schemeClr val="bg1"/>
                          </a:solidFill>
                          <a:latin typeface="游ゴシック" panose="020B0400000000000000" pitchFamily="50" charset="-128"/>
                          <a:ea typeface="游ゴシック" panose="020B0400000000000000" pitchFamily="50" charset="-128"/>
                        </a:rPr>
                        <a:t>2022</a:t>
                      </a:r>
                      <a:endParaRPr kumimoji="1" lang="ja-JP" altLang="en-US" sz="1400" b="1">
                        <a:solidFill>
                          <a:schemeClr val="bg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ja-JP" altLang="en-US" sz="1400" b="1">
                        <a:solidFill>
                          <a:schemeClr val="bg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ja-JP" altLang="en-US" sz="1200" b="1">
                        <a:solidFill>
                          <a:schemeClr val="bg1"/>
                        </a:solidFill>
                        <a:latin typeface="+mn-ea"/>
                        <a:ea typeface="+mn-ea"/>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ja-JP" altLang="en-US" sz="1400" b="1">
                        <a:solidFill>
                          <a:schemeClr val="bg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ja-JP" altLang="en-US" sz="1400" b="1">
                        <a:solidFill>
                          <a:schemeClr val="bg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en-US" altLang="ja-JP" sz="1200" b="1">
                        <a:solidFill>
                          <a:schemeClr val="bg1"/>
                        </a:solidFill>
                        <a:latin typeface="+mn-ea"/>
                        <a:ea typeface="+mn-ea"/>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en-US" altLang="ja-JP" sz="1200" b="1">
                        <a:solidFill>
                          <a:schemeClr val="bg1"/>
                        </a:solidFill>
                        <a:latin typeface="+mn-ea"/>
                        <a:ea typeface="+mn-ea"/>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endParaRPr kumimoji="1" lang="ja-JP" altLang="en-US"/>
                    </a:p>
                  </a:txBody>
                  <a:tcPr/>
                </a:tc>
                <a:tc hMerge="1">
                  <a:txBody>
                    <a:bodyPr/>
                    <a:lstStyle/>
                    <a:p>
                      <a:endParaRPr kumimoji="1" lang="ja-JP" altLang="en-US"/>
                    </a:p>
                  </a:txBody>
                  <a:tcPr>
                    <a:lnL w="12700" cap="flat" cmpd="sng" algn="ctr">
                      <a:solidFill>
                        <a:schemeClr val="bg1">
                          <a:lumMod val="75000"/>
                        </a:schemeClr>
                      </a:solidFill>
                      <a:prstDash val="solid"/>
                      <a:round/>
                      <a:headEnd type="none" w="med" len="med"/>
                      <a:tailEnd type="none" w="med" len="med"/>
                    </a:lnL>
                  </a:tcPr>
                </a:tc>
                <a:tc hMerge="1">
                  <a:txBody>
                    <a:bodyPr/>
                    <a:lstStyle/>
                    <a:p>
                      <a:endParaRPr kumimoji="1" lang="ja-JP" altLang="en-US"/>
                    </a:p>
                  </a:txBody>
                  <a:tcPr anchor="ct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solidFill>
                      <a:schemeClr val="bg1">
                        <a:lumMod val="50000"/>
                      </a:schemeClr>
                    </a:solidFill>
                  </a:tcPr>
                </a:tc>
                <a:tc hMerge="1">
                  <a:txBody>
                    <a:bodyPr/>
                    <a:lstStyle/>
                    <a:p>
                      <a:endParaRPr kumimoji="1" lang="ja-JP" altLang="en-US"/>
                    </a:p>
                  </a:txBody>
                  <a:tcPr anchor="ct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solidFill>
                      <a:schemeClr val="bg1">
                        <a:lumMod val="50000"/>
                      </a:schemeClr>
                    </a:solidFill>
                  </a:tcPr>
                </a:tc>
                <a:tc hMerge="1">
                  <a:txBody>
                    <a:bodyPr/>
                    <a:lstStyle/>
                    <a:p>
                      <a:endParaRPr kumimoji="1" lang="ja-JP" altLang="en-US"/>
                    </a:p>
                  </a:txBody>
                  <a:tcPr anchor="ct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solidFill>
                      <a:schemeClr val="bg1">
                        <a:lumMod val="50000"/>
                      </a:schemeClr>
                    </a:solidFill>
                  </a:tcPr>
                </a:tc>
                <a:tc hMerge="1">
                  <a:txBody>
                    <a:bodyPr/>
                    <a:lstStyle/>
                    <a:p>
                      <a:endParaRPr kumimoji="1" lang="ja-JP" altLang="en-US"/>
                    </a:p>
                  </a:txBody>
                  <a:tcPr anchor="ct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a:solidFill>
                        <a:schemeClr val="bg1">
                          <a:lumMod val="75000"/>
                        </a:schemeClr>
                      </a:solidFill>
                    </a:lnT>
                    <a:lnB w="12700">
                      <a:solidFill>
                        <a:schemeClr val="bg1">
                          <a:lumMod val="75000"/>
                        </a:schemeClr>
                      </a:solidFill>
                    </a:lnB>
                    <a:solidFill>
                      <a:schemeClr val="bg1">
                        <a:lumMod val="50000"/>
                      </a:schemeClr>
                    </a:solidFill>
                  </a:tcPr>
                </a:tc>
                <a:tc hMerge="1">
                  <a:txBody>
                    <a:bodyPr/>
                    <a:lstStyle/>
                    <a:p>
                      <a:endParaRPr kumimoji="1" lang="ja-JP" altLang="en-US"/>
                    </a:p>
                  </a:txBody>
                  <a:tcPr anchor="ct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solidFill>
                      <a:schemeClr val="bg1">
                        <a:lumMod val="50000"/>
                      </a:schemeClr>
                    </a:solidFill>
                  </a:tcPr>
                </a:tc>
                <a:tc hMerge="1">
                  <a:txBody>
                    <a:bodyPr/>
                    <a:lstStyle/>
                    <a:p>
                      <a:endParaRPr kumimoji="1" lang="ja-JP" altLang="en-US"/>
                    </a:p>
                  </a:txBody>
                  <a:tcPr anchor="ct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solidFill>
                      <a:schemeClr val="bg1">
                        <a:lumMod val="50000"/>
                      </a:schemeClr>
                    </a:solidFill>
                  </a:tcPr>
                </a:tc>
                <a:tc hMerge="1">
                  <a:txBody>
                    <a:bodyPr/>
                    <a:lstStyle/>
                    <a:p>
                      <a:endParaRPr kumimoji="1" lang="ja-JP" altLang="en-US"/>
                    </a:p>
                  </a:txBody>
                  <a:tcPr anchor="ct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solidFill>
                      <a:schemeClr val="bg1">
                        <a:lumMod val="50000"/>
                      </a:schemeClr>
                    </a:solidFill>
                  </a:tcPr>
                </a:tc>
                <a:tc hMerge="1">
                  <a:txBody>
                    <a:bodyPr/>
                    <a:lstStyle/>
                    <a:p>
                      <a:endParaRPr kumimoji="1" lang="ja-JP" altLang="en-US"/>
                    </a:p>
                  </a:txBody>
                  <a:tcPr anchor="ct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solidFill>
                      <a:schemeClr val="bg1">
                        <a:lumMod val="50000"/>
                      </a:schemeClr>
                    </a:solidFill>
                  </a:tcPr>
                </a:tc>
                <a:tc hMerge="1">
                  <a:txBody>
                    <a:bodyPr/>
                    <a:lstStyle/>
                    <a:p>
                      <a:pPr algn="ctr"/>
                      <a:endParaRPr kumimoji="1" lang="en-US" altLang="ja-JP" sz="1600" b="1">
                        <a:solidFill>
                          <a:schemeClr val="bg1"/>
                        </a:solidFill>
                        <a:latin typeface="+mn-ea"/>
                        <a:ea typeface="+mn-ea"/>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en-US" altLang="ja-JP" sz="1600" b="1">
                        <a:solidFill>
                          <a:schemeClr val="bg1"/>
                        </a:solidFill>
                        <a:latin typeface="+mn-ea"/>
                        <a:ea typeface="+mn-ea"/>
                      </a:endParaRPr>
                    </a:p>
                  </a:txBody>
                  <a:tcPr anchor="ctr">
                    <a:lnL w="12700" cap="flat" cmpd="sng" algn="ctr">
                      <a:solidFill>
                        <a:schemeClr val="bg1">
                          <a:lumMod val="75000"/>
                        </a:schemeClr>
                      </a:solidFill>
                      <a:prstDash val="solid"/>
                      <a:round/>
                      <a:headEnd type="none" w="med" len="med"/>
                      <a:tailEnd type="none" w="med" len="med"/>
                    </a:lnL>
                    <a:lnR w="12700">
                      <a:solidFill>
                        <a:schemeClr val="bg1">
                          <a:lumMod val="75000"/>
                        </a:schemeClr>
                      </a:solidFill>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en-US" altLang="ja-JP" sz="1600" b="1">
                        <a:solidFill>
                          <a:schemeClr val="bg1"/>
                        </a:solidFill>
                        <a:latin typeface="+mn-ea"/>
                        <a:ea typeface="+mn-ea"/>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en-US" altLang="ja-JP" sz="1600" b="1">
                        <a:solidFill>
                          <a:schemeClr val="bg1"/>
                        </a:solidFill>
                        <a:latin typeface="+mn-ea"/>
                        <a:ea typeface="+mn-ea"/>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en-US" altLang="ja-JP" sz="1600" b="1">
                        <a:solidFill>
                          <a:schemeClr val="bg1"/>
                        </a:solidFill>
                        <a:latin typeface="+mn-ea"/>
                        <a:ea typeface="+mn-ea"/>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en-US" altLang="ja-JP" sz="1600" b="1">
                        <a:solidFill>
                          <a:schemeClr val="bg1"/>
                        </a:solidFill>
                        <a:latin typeface="+mn-ea"/>
                        <a:ea typeface="+mn-ea"/>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en-US" altLang="ja-JP" sz="1600" b="1">
                        <a:solidFill>
                          <a:schemeClr val="bg1"/>
                        </a:solidFill>
                        <a:latin typeface="+mn-ea"/>
                        <a:ea typeface="+mn-ea"/>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en-US" altLang="ja-JP" sz="1600" b="1">
                        <a:solidFill>
                          <a:schemeClr val="bg1"/>
                        </a:solidFill>
                        <a:latin typeface="+mn-ea"/>
                        <a:ea typeface="+mn-ea"/>
                      </a:endParaRPr>
                    </a:p>
                  </a:txBody>
                  <a:tcPr anchor="ctr">
                    <a:lnL w="12700" cap="flat" cmpd="sng" algn="ctr">
                      <a:solidFill>
                        <a:schemeClr val="bg1">
                          <a:lumMod val="75000"/>
                        </a:schemeClr>
                      </a:solidFill>
                      <a:prstDash val="solid"/>
                      <a:round/>
                      <a:headEnd type="none" w="med" len="med"/>
                      <a:tailEnd type="none" w="med" len="med"/>
                    </a:lnL>
                    <a:lnR w="12700">
                      <a:solidFill>
                        <a:schemeClr val="bg1">
                          <a:lumMod val="75000"/>
                        </a:schemeClr>
                      </a:solidFill>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extLst>
                  <a:ext uri="{0D108BD9-81ED-4DB2-BD59-A6C34878D82A}">
                    <a16:rowId xmlns:a16="http://schemas.microsoft.com/office/drawing/2014/main" val="964622394"/>
                  </a:ext>
                </a:extLst>
              </a:tr>
              <a:tr h="360000">
                <a:tc>
                  <a:txBody>
                    <a:bodyPr/>
                    <a:lstStyle/>
                    <a:p>
                      <a:pPr algn="r"/>
                      <a:r>
                        <a:rPr kumimoji="1" lang="ja-JP" altLang="en-US" sz="1600" b="1">
                          <a:solidFill>
                            <a:schemeClr val="bg1"/>
                          </a:solidFill>
                          <a:latin typeface="+mn-ea"/>
                          <a:ea typeface="+mn-ea"/>
                        </a:rPr>
                        <a:t>月</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gridSpan="2">
                  <a:txBody>
                    <a:bodyPr/>
                    <a:lstStyle/>
                    <a:p>
                      <a:pPr algn="ctr"/>
                      <a:r>
                        <a:rPr lang="en-US" altLang="ja-JP" sz="1600" b="1">
                          <a:solidFill>
                            <a:schemeClr val="bg1"/>
                          </a:solidFill>
                          <a:latin typeface="+mn-ea"/>
                          <a:ea typeface="+mn-ea"/>
                        </a:rPr>
                        <a:t>4</a:t>
                      </a:r>
                      <a:endParaRPr kumimoji="1" lang="ja-JP" altLang="en-US" sz="1600" b="1">
                        <a:solidFill>
                          <a:schemeClr val="bg1"/>
                        </a:solidFill>
                        <a:latin typeface="+mn-ea"/>
                        <a:ea typeface="+mn-ea"/>
                      </a:endParaRPr>
                    </a:p>
                  </a:txBody>
                  <a:tcPr marL="36000" marR="36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ja-JP" altLang="en-US" sz="1200" b="1">
                        <a:solidFill>
                          <a:schemeClr val="bg1"/>
                        </a:solidFill>
                        <a:latin typeface="+mn-ea"/>
                        <a:ea typeface="+mn-ea"/>
                      </a:endParaRPr>
                    </a:p>
                  </a:txBody>
                  <a:tcPr marL="36000" marR="3600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gridSpan="2">
                  <a:txBody>
                    <a:bodyPr/>
                    <a:lstStyle/>
                    <a:p>
                      <a:pPr algn="ctr"/>
                      <a:r>
                        <a:rPr lang="en-US" altLang="ja-JP" sz="1600" b="1">
                          <a:solidFill>
                            <a:schemeClr val="bg1"/>
                          </a:solidFill>
                          <a:latin typeface="+mn-ea"/>
                          <a:ea typeface="+mn-ea"/>
                        </a:rPr>
                        <a:t>5</a:t>
                      </a:r>
                      <a:endParaRPr kumimoji="1" lang="ja-JP" altLang="en-US" sz="1600" b="1">
                        <a:solidFill>
                          <a:schemeClr val="bg1"/>
                        </a:solidFill>
                        <a:latin typeface="+mn-ea"/>
                        <a:ea typeface="+mn-ea"/>
                      </a:endParaRPr>
                    </a:p>
                  </a:txBody>
                  <a:tcPr marL="36000" marR="3600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ja-JP" altLang="en-US" sz="1200" b="1">
                        <a:solidFill>
                          <a:schemeClr val="bg1"/>
                        </a:solidFill>
                        <a:latin typeface="+mn-ea"/>
                        <a:ea typeface="+mn-ea"/>
                      </a:endParaRPr>
                    </a:p>
                  </a:txBody>
                  <a:tcPr marL="36000" marR="3600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gridSpan="2">
                  <a:txBody>
                    <a:bodyPr/>
                    <a:lstStyle/>
                    <a:p>
                      <a:pPr algn="ctr"/>
                      <a:r>
                        <a:rPr lang="en-US" altLang="ja-JP" sz="1600" b="1">
                          <a:solidFill>
                            <a:schemeClr val="bg1"/>
                          </a:solidFill>
                          <a:latin typeface="+mn-ea"/>
                          <a:ea typeface="+mn-ea"/>
                        </a:rPr>
                        <a:t>6</a:t>
                      </a:r>
                      <a:endParaRPr kumimoji="1" lang="en-US" altLang="ja-JP" sz="1600" b="1">
                        <a:solidFill>
                          <a:schemeClr val="bg1"/>
                        </a:solidFill>
                        <a:latin typeface="+mn-ea"/>
                        <a:ea typeface="+mn-ea"/>
                      </a:endParaRPr>
                    </a:p>
                  </a:txBody>
                  <a:tcPr marL="36000" marR="3600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ja-JP" altLang="en-US" sz="1200" b="1">
                        <a:solidFill>
                          <a:schemeClr val="bg1"/>
                        </a:solidFill>
                        <a:latin typeface="+mn-ea"/>
                        <a:ea typeface="+mn-ea"/>
                      </a:endParaRPr>
                    </a:p>
                  </a:txBody>
                  <a:tcPr marL="36000" marR="3600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gridSpan="2">
                  <a:txBody>
                    <a:bodyPr/>
                    <a:lstStyle/>
                    <a:p>
                      <a:pPr algn="ctr"/>
                      <a:r>
                        <a:rPr lang="en-US" altLang="ja-JP" sz="1600" b="1">
                          <a:solidFill>
                            <a:schemeClr val="bg1"/>
                          </a:solidFill>
                          <a:latin typeface="+mn-ea"/>
                          <a:ea typeface="+mn-ea"/>
                        </a:rPr>
                        <a:t>7</a:t>
                      </a:r>
                      <a:endParaRPr kumimoji="1" lang="en-US" altLang="ja-JP" sz="1600" b="1">
                        <a:solidFill>
                          <a:schemeClr val="bg1"/>
                        </a:solidFill>
                        <a:latin typeface="+mn-ea"/>
                        <a:ea typeface="+mn-ea"/>
                      </a:endParaRPr>
                    </a:p>
                  </a:txBody>
                  <a:tcPr marL="36000" marR="3600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ja-JP" altLang="en-US" sz="1200" b="1">
                        <a:solidFill>
                          <a:schemeClr val="bg1"/>
                        </a:solidFill>
                        <a:latin typeface="+mn-ea"/>
                        <a:ea typeface="+mn-ea"/>
                      </a:endParaRPr>
                    </a:p>
                  </a:txBody>
                  <a:tcPr marL="36000" marR="3600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gridSpan="2">
                  <a:txBody>
                    <a:bodyPr/>
                    <a:lstStyle/>
                    <a:p>
                      <a:pPr algn="ctr"/>
                      <a:r>
                        <a:rPr lang="en-US" altLang="ja-JP" sz="1600" b="1">
                          <a:solidFill>
                            <a:schemeClr val="bg1"/>
                          </a:solidFill>
                          <a:latin typeface="+mn-ea"/>
                          <a:ea typeface="+mn-ea"/>
                        </a:rPr>
                        <a:t>8</a:t>
                      </a:r>
                      <a:endParaRPr kumimoji="1" lang="en-US" altLang="ja-JP" sz="1600" b="1">
                        <a:solidFill>
                          <a:schemeClr val="bg1"/>
                        </a:solidFill>
                        <a:latin typeface="+mn-ea"/>
                        <a:ea typeface="+mn-ea"/>
                      </a:endParaRPr>
                    </a:p>
                  </a:txBody>
                  <a:tcPr marL="36000" marR="3600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ja-JP" altLang="en-US" sz="1200" b="1">
                        <a:solidFill>
                          <a:schemeClr val="bg1"/>
                        </a:solidFill>
                        <a:latin typeface="+mn-ea"/>
                        <a:ea typeface="+mn-ea"/>
                      </a:endParaRPr>
                    </a:p>
                  </a:txBody>
                  <a:tcPr marL="36000" marR="3600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gridSpan="2">
                  <a:txBody>
                    <a:bodyPr/>
                    <a:lstStyle/>
                    <a:p>
                      <a:pPr algn="ctr"/>
                      <a:r>
                        <a:rPr lang="en-US" altLang="ja-JP" sz="1600" b="1">
                          <a:solidFill>
                            <a:schemeClr val="bg1"/>
                          </a:solidFill>
                          <a:latin typeface="+mn-ea"/>
                          <a:ea typeface="+mn-ea"/>
                        </a:rPr>
                        <a:t>9</a:t>
                      </a:r>
                      <a:endParaRPr kumimoji="1" lang="en-US" altLang="ja-JP" sz="1600" b="1">
                        <a:solidFill>
                          <a:schemeClr val="bg1"/>
                        </a:solidFill>
                        <a:latin typeface="+mn-ea"/>
                        <a:ea typeface="+mn-ea"/>
                      </a:endParaRPr>
                    </a:p>
                  </a:txBody>
                  <a:tcPr marL="36000" marR="3600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ja-JP" altLang="en-US" sz="1200" b="1">
                        <a:solidFill>
                          <a:schemeClr val="bg1"/>
                        </a:solidFill>
                        <a:latin typeface="+mn-ea"/>
                        <a:ea typeface="+mn-ea"/>
                      </a:endParaRPr>
                    </a:p>
                  </a:txBody>
                  <a:tcPr marL="36000" marR="3600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B w="12700" cap="flat" cmpd="sng" algn="ctr">
                      <a:solidFill>
                        <a:schemeClr val="bg1">
                          <a:lumMod val="75000"/>
                        </a:schemeClr>
                      </a:solidFill>
                      <a:prstDash val="solid"/>
                      <a:round/>
                      <a:headEnd type="none" w="med" len="med"/>
                      <a:tailEnd type="none" w="med" len="med"/>
                    </a:lnB>
                    <a:solidFill>
                      <a:schemeClr val="bg1">
                        <a:lumMod val="50000"/>
                      </a:schemeClr>
                    </a:solidFill>
                  </a:tcPr>
                </a:tc>
                <a:tc gridSpan="2">
                  <a:txBody>
                    <a:bodyPr/>
                    <a:lstStyle/>
                    <a:p>
                      <a:pPr lvl="0" algn="ctr">
                        <a:buNone/>
                      </a:pPr>
                      <a:r>
                        <a:rPr lang="en-US" altLang="ja-JP" sz="1600" b="1">
                          <a:solidFill>
                            <a:schemeClr val="bg1"/>
                          </a:solidFill>
                          <a:latin typeface="+mn-ea"/>
                          <a:ea typeface="+mn-ea"/>
                        </a:rPr>
                        <a:t>10</a:t>
                      </a:r>
                      <a:endParaRPr kumimoji="1" lang="en-US" altLang="ja-JP" sz="1600" b="1">
                        <a:solidFill>
                          <a:schemeClr val="bg1"/>
                        </a:solidFill>
                        <a:latin typeface="+mn-ea"/>
                        <a:ea typeface="+mn-ea"/>
                      </a:endParaRPr>
                    </a:p>
                  </a:txBody>
                  <a:tcPr marL="36000" marR="36000" anchor="ctr">
                    <a:lnL w="12700" cap="flat" cmpd="sng" algn="ctr">
                      <a:solidFill>
                        <a:schemeClr val="bg1">
                          <a:lumMod val="75000"/>
                        </a:schemeClr>
                      </a:solidFill>
                      <a:prstDash val="sysDash"/>
                      <a:round/>
                      <a:headEnd type="none" w="med" len="med"/>
                      <a:tailEnd type="none" w="med" len="med"/>
                    </a:lnL>
                    <a:lnR w="12700">
                      <a:solidFill>
                        <a:schemeClr val="bg1">
                          <a:lumMod val="75000"/>
                        </a:schemeClr>
                      </a:solidFill>
                    </a:lnR>
                    <a:lnT w="12700">
                      <a:solidFill>
                        <a:schemeClr val="bg1">
                          <a:lumMod val="75000"/>
                        </a:schemeClr>
                      </a:solidFill>
                    </a:lnT>
                    <a:lnB w="12700">
                      <a:solidFill>
                        <a:schemeClr val="bg1">
                          <a:lumMod val="75000"/>
                        </a:schemeClr>
                      </a:solidFill>
                    </a:lnB>
                    <a:solidFill>
                      <a:schemeClr val="bg1">
                        <a:lumMod val="50000"/>
                      </a:schemeClr>
                    </a:solidFill>
                  </a:tcPr>
                </a:tc>
                <a:tc hMerge="1">
                  <a:txBody>
                    <a:bodyPr/>
                    <a:lstStyle/>
                    <a:p>
                      <a:endParaRPr kumimoji="1" lang="ja-JP" altLang="en-US"/>
                    </a:p>
                  </a:txBody>
                  <a:tcPr marL="36000" marR="36000" anchor="ct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solidFill>
                      <a:schemeClr val="bg1">
                        <a:lumMod val="50000"/>
                      </a:schemeClr>
                    </a:solidFill>
                  </a:tcPr>
                </a:tc>
                <a:tc gridSpan="2">
                  <a:txBody>
                    <a:bodyPr/>
                    <a:lstStyle/>
                    <a:p>
                      <a:pPr lvl="0" algn="ctr">
                        <a:buNone/>
                      </a:pPr>
                      <a:r>
                        <a:rPr lang="en-US" altLang="ja-JP" sz="1600" b="1">
                          <a:solidFill>
                            <a:schemeClr val="bg1"/>
                          </a:solidFill>
                          <a:latin typeface="+mn-ea"/>
                          <a:ea typeface="+mn-ea"/>
                        </a:rPr>
                        <a:t>11</a:t>
                      </a:r>
                      <a:endParaRPr kumimoji="1" lang="en-US" altLang="ja-JP" sz="1600" b="1">
                        <a:solidFill>
                          <a:schemeClr val="bg1"/>
                        </a:solidFill>
                        <a:latin typeface="+mn-ea"/>
                        <a:ea typeface="+mn-ea"/>
                      </a:endParaRPr>
                    </a:p>
                  </a:txBody>
                  <a:tcPr marL="36000" marR="36000" anchor="ct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a:solidFill>
                        <a:schemeClr val="bg1">
                          <a:lumMod val="75000"/>
                        </a:schemeClr>
                      </a:solidFill>
                    </a:lnT>
                    <a:lnB w="12700">
                      <a:solidFill>
                        <a:schemeClr val="bg1">
                          <a:lumMod val="75000"/>
                        </a:schemeClr>
                      </a:solidFill>
                    </a:lnB>
                    <a:solidFill>
                      <a:schemeClr val="bg1">
                        <a:lumMod val="50000"/>
                      </a:schemeClr>
                    </a:solidFill>
                  </a:tcPr>
                </a:tc>
                <a:tc hMerge="1">
                  <a:txBody>
                    <a:bodyPr/>
                    <a:lstStyle/>
                    <a:p>
                      <a:endParaRPr kumimoji="1" lang="ja-JP" altLang="en-US"/>
                    </a:p>
                  </a:txBody>
                  <a:tcPr marL="36000" marR="36000" anchor="ct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a:solidFill>
                        <a:schemeClr val="bg1">
                          <a:lumMod val="75000"/>
                        </a:schemeClr>
                      </a:solidFill>
                    </a:lnT>
                    <a:lnB w="12700">
                      <a:solidFill>
                        <a:schemeClr val="bg1">
                          <a:lumMod val="75000"/>
                        </a:schemeClr>
                      </a:solidFill>
                    </a:lnB>
                    <a:solidFill>
                      <a:schemeClr val="bg1">
                        <a:lumMod val="50000"/>
                      </a:schemeClr>
                    </a:solidFill>
                  </a:tcPr>
                </a:tc>
                <a:tc gridSpan="2">
                  <a:txBody>
                    <a:bodyPr/>
                    <a:lstStyle/>
                    <a:p>
                      <a:pPr lvl="0" algn="ctr">
                        <a:buNone/>
                      </a:pPr>
                      <a:r>
                        <a:rPr lang="en-US" altLang="ja-JP" sz="1600" b="1">
                          <a:solidFill>
                            <a:schemeClr val="bg1"/>
                          </a:solidFill>
                          <a:latin typeface="+mn-ea"/>
                          <a:ea typeface="+mn-ea"/>
                        </a:rPr>
                        <a:t>12</a:t>
                      </a:r>
                      <a:endParaRPr kumimoji="1" lang="en-US" altLang="ja-JP" sz="1600" b="1">
                        <a:solidFill>
                          <a:schemeClr val="bg1"/>
                        </a:solidFill>
                        <a:latin typeface="+mn-ea"/>
                        <a:ea typeface="+mn-ea"/>
                      </a:endParaRPr>
                    </a:p>
                  </a:txBody>
                  <a:tcPr marL="36000" marR="36000" anchor="ct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solidFill>
                      <a:schemeClr val="bg1">
                        <a:lumMod val="50000"/>
                      </a:schemeClr>
                    </a:solidFill>
                  </a:tcPr>
                </a:tc>
                <a:tc hMerge="1">
                  <a:txBody>
                    <a:bodyPr/>
                    <a:lstStyle/>
                    <a:p>
                      <a:endParaRPr kumimoji="1" lang="ja-JP" altLang="en-US"/>
                    </a:p>
                  </a:txBody>
                  <a:tcPr marL="36000" marR="36000" anchor="ct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solidFill>
                      <a:schemeClr val="bg1">
                        <a:lumMod val="50000"/>
                      </a:schemeClr>
                    </a:solidFill>
                  </a:tcPr>
                </a:tc>
                <a:tc gridSpan="2">
                  <a:txBody>
                    <a:bodyPr/>
                    <a:lstStyle/>
                    <a:p>
                      <a:pPr lvl="0" algn="ctr">
                        <a:buNone/>
                      </a:pPr>
                      <a:r>
                        <a:rPr lang="en-US" altLang="ja-JP" sz="1600" b="1">
                          <a:solidFill>
                            <a:schemeClr val="bg1"/>
                          </a:solidFill>
                          <a:latin typeface="+mn-ea"/>
                          <a:ea typeface="+mn-ea"/>
                        </a:rPr>
                        <a:t>1</a:t>
                      </a:r>
                      <a:endParaRPr kumimoji="1" lang="en-US" altLang="ja-JP" sz="1600" b="1">
                        <a:solidFill>
                          <a:schemeClr val="bg1"/>
                        </a:solidFill>
                        <a:latin typeface="+mn-ea"/>
                        <a:ea typeface="+mn-ea"/>
                      </a:endParaRPr>
                    </a:p>
                  </a:txBody>
                  <a:tcPr marL="36000" marR="36000" anchor="ct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a:solidFill>
                        <a:schemeClr val="bg1">
                          <a:lumMod val="75000"/>
                        </a:schemeClr>
                      </a:solidFill>
                    </a:lnT>
                    <a:lnB w="12700">
                      <a:solidFill>
                        <a:schemeClr val="bg1">
                          <a:lumMod val="75000"/>
                        </a:schemeClr>
                      </a:solidFill>
                    </a:lnB>
                    <a:solidFill>
                      <a:schemeClr val="bg1">
                        <a:lumMod val="50000"/>
                      </a:schemeClr>
                    </a:solidFill>
                  </a:tcPr>
                </a:tc>
                <a:tc hMerge="1">
                  <a:txBody>
                    <a:bodyPr/>
                    <a:lstStyle/>
                    <a:p>
                      <a:endParaRPr kumimoji="1" lang="ja-JP" altLang="en-US"/>
                    </a:p>
                  </a:txBody>
                  <a:tcPr marL="36000" marR="36000" anchor="ct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solidFill>
                      <a:schemeClr val="bg1">
                        <a:lumMod val="50000"/>
                      </a:schemeClr>
                    </a:solidFill>
                  </a:tcPr>
                </a:tc>
                <a:tc gridSpan="2">
                  <a:txBody>
                    <a:bodyPr/>
                    <a:lstStyle/>
                    <a:p>
                      <a:pPr lvl="0" algn="ctr">
                        <a:buNone/>
                      </a:pPr>
                      <a:r>
                        <a:rPr kumimoji="1" lang="en-US" altLang="ja-JP" sz="1600" b="1">
                          <a:solidFill>
                            <a:schemeClr val="bg1"/>
                          </a:solidFill>
                          <a:latin typeface="+mn-ea"/>
                          <a:ea typeface="+mn-ea"/>
                        </a:rPr>
                        <a:t>2</a:t>
                      </a:r>
                    </a:p>
                  </a:txBody>
                  <a:tcPr marL="36000" marR="36000" anchor="ct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lvl="0" algn="ctr">
                        <a:buNone/>
                      </a:pPr>
                      <a:endParaRPr kumimoji="1" lang="en-US" altLang="ja-JP" sz="1600" b="1">
                        <a:solidFill>
                          <a:schemeClr val="bg1"/>
                        </a:solidFill>
                        <a:latin typeface="+mn-ea"/>
                        <a:ea typeface="+mn-ea"/>
                      </a:endParaRPr>
                    </a:p>
                  </a:txBody>
                  <a:tcPr marL="36000" marR="36000" anchor="ctr">
                    <a:lnL w="12700">
                      <a:solidFill>
                        <a:schemeClr val="bg1">
                          <a:lumMod val="75000"/>
                        </a:schemeClr>
                      </a:solidFill>
                    </a:lnL>
                    <a:lnR w="12700">
                      <a:solidFill>
                        <a:schemeClr val="bg1">
                          <a:lumMod val="75000"/>
                        </a:schemeClr>
                      </a:solidFill>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gridSpan="2">
                  <a:txBody>
                    <a:bodyPr/>
                    <a:lstStyle/>
                    <a:p>
                      <a:pPr lvl="0" algn="ctr">
                        <a:buNone/>
                      </a:pPr>
                      <a:r>
                        <a:rPr kumimoji="1" lang="en-US" altLang="ja-JP" sz="1600" b="1">
                          <a:solidFill>
                            <a:schemeClr val="bg1"/>
                          </a:solidFill>
                          <a:latin typeface="+mn-ea"/>
                          <a:ea typeface="+mn-ea"/>
                        </a:rPr>
                        <a:t>3</a:t>
                      </a:r>
                    </a:p>
                  </a:txBody>
                  <a:tcPr marL="36000" marR="36000" anchor="ct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lvl="0" algn="ctr">
                        <a:buNone/>
                      </a:pPr>
                      <a:endParaRPr kumimoji="1" lang="en-US" altLang="ja-JP" sz="1600" b="1">
                        <a:solidFill>
                          <a:schemeClr val="bg1"/>
                        </a:solidFill>
                        <a:latin typeface="+mn-ea"/>
                        <a:ea typeface="+mn-ea"/>
                      </a:endParaRPr>
                    </a:p>
                  </a:txBody>
                  <a:tcPr marL="36000" marR="36000" anchor="ct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gridSpan="2">
                  <a:txBody>
                    <a:bodyPr/>
                    <a:lstStyle/>
                    <a:p>
                      <a:pPr lvl="0" algn="ctr">
                        <a:buNone/>
                      </a:pPr>
                      <a:r>
                        <a:rPr kumimoji="1" lang="en-US" altLang="ja-JP" sz="1600" b="1">
                          <a:solidFill>
                            <a:schemeClr val="bg1"/>
                          </a:solidFill>
                          <a:latin typeface="+mn-ea"/>
                          <a:ea typeface="+mn-ea"/>
                        </a:rPr>
                        <a:t>4</a:t>
                      </a:r>
                    </a:p>
                  </a:txBody>
                  <a:tcPr marL="36000" marR="36000" anchor="ct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lvl="0" algn="ctr">
                        <a:buNone/>
                      </a:pPr>
                      <a:endParaRPr kumimoji="1" lang="en-US" altLang="ja-JP" sz="1600" b="1">
                        <a:solidFill>
                          <a:schemeClr val="bg1"/>
                        </a:solidFill>
                        <a:latin typeface="+mn-ea"/>
                        <a:ea typeface="+mn-ea"/>
                      </a:endParaRPr>
                    </a:p>
                  </a:txBody>
                  <a:tcPr marL="36000" marR="36000" anchor="ct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gridSpan="2">
                  <a:txBody>
                    <a:bodyPr/>
                    <a:lstStyle/>
                    <a:p>
                      <a:pPr lvl="0" algn="ctr">
                        <a:buNone/>
                      </a:pPr>
                      <a:r>
                        <a:rPr kumimoji="1" lang="en-US" altLang="ja-JP" sz="1600" b="1">
                          <a:solidFill>
                            <a:schemeClr val="bg1"/>
                          </a:solidFill>
                          <a:latin typeface="+mn-ea"/>
                          <a:ea typeface="+mn-ea"/>
                        </a:rPr>
                        <a:t>5</a:t>
                      </a:r>
                    </a:p>
                  </a:txBody>
                  <a:tcPr marL="36000" marR="36000" anchor="ctr">
                    <a:lnL w="12700">
                      <a:solidFill>
                        <a:schemeClr val="bg1">
                          <a:lumMod val="75000"/>
                        </a:schemeClr>
                      </a:solidFill>
                    </a:lnL>
                    <a:lnR w="12700">
                      <a:solidFill>
                        <a:schemeClr val="bg1">
                          <a:lumMod val="75000"/>
                        </a:schemeClr>
                      </a:solidFill>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lvl="0" algn="ctr">
                        <a:buNone/>
                      </a:pPr>
                      <a:endParaRPr kumimoji="1" lang="en-US" altLang="ja-JP" sz="1600" b="1">
                        <a:solidFill>
                          <a:schemeClr val="bg1"/>
                        </a:solidFill>
                        <a:latin typeface="+mn-ea"/>
                        <a:ea typeface="+mn-ea"/>
                      </a:endParaRPr>
                    </a:p>
                  </a:txBody>
                  <a:tcPr marL="36000" marR="36000" anchor="ctr">
                    <a:lnL w="12700">
                      <a:solidFill>
                        <a:schemeClr val="bg1">
                          <a:lumMod val="75000"/>
                        </a:schemeClr>
                      </a:solidFill>
                    </a:lnL>
                    <a:lnR w="12700">
                      <a:solidFill>
                        <a:schemeClr val="bg1">
                          <a:lumMod val="75000"/>
                        </a:schemeClr>
                      </a:solidFill>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extLst>
                  <a:ext uri="{0D108BD9-81ED-4DB2-BD59-A6C34878D82A}">
                    <a16:rowId xmlns:a16="http://schemas.microsoft.com/office/drawing/2014/main" val="3414931248"/>
                  </a:ext>
                </a:extLst>
              </a:tr>
              <a:tr h="648000">
                <a:tc>
                  <a:txBody>
                    <a:bodyPr/>
                    <a:lstStyle/>
                    <a:p>
                      <a:r>
                        <a:rPr kumimoji="1" lang="ja-JP" altLang="en-US" sz="1200" dirty="0">
                          <a:latin typeface="+mn-ea"/>
                          <a:ea typeface="+mn-ea"/>
                        </a:rPr>
                        <a:t>契約形態</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endParaRPr kumimoji="1" lang="ja-JP" altLang="en-US" sz="1200" dirty="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dirty="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dirty="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dirty="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dirty="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dirty="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dirty="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a:solidFill>
                        <a:schemeClr val="bg1">
                          <a:lumMod val="75000"/>
                        </a:schemeClr>
                      </a:solidFill>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dirty="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a:solidFill>
                        <a:schemeClr val="bg1">
                          <a:lumMod val="75000"/>
                        </a:schemeClr>
                      </a:solidFill>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dirty="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a:solidFill>
                        <a:schemeClr val="bg1">
                          <a:lumMod val="75000"/>
                        </a:schemeClr>
                      </a:solidFill>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dirty="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a:solidFill>
                        <a:schemeClr val="bg1">
                          <a:lumMod val="75000"/>
                        </a:schemeClr>
                      </a:solidFill>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dirty="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a:solidFill>
                        <a:schemeClr val="bg1">
                          <a:lumMod val="75000"/>
                        </a:schemeClr>
                      </a:solidFill>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a:solidFill>
                        <a:schemeClr val="bg1">
                          <a:lumMod val="75000"/>
                        </a:schemeClr>
                      </a:solidFill>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dirty="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a:solidFill>
                        <a:schemeClr val="bg1">
                          <a:lumMod val="75000"/>
                        </a:schemeClr>
                      </a:solidFill>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dirty="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a:solidFill>
                        <a:schemeClr val="bg1">
                          <a:lumMod val="75000"/>
                        </a:schemeClr>
                      </a:solidFill>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dirty="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dirty="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dirty="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dirty="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dirty="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dirty="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dirty="0">
                        <a:latin typeface="+mn-ea"/>
                        <a:ea typeface="+mn-ea"/>
                      </a:endParaRPr>
                    </a:p>
                  </a:txBody>
                  <a:tcPr>
                    <a:lnL w="12700" cap="flat" cmpd="sng" algn="ctr">
                      <a:solidFill>
                        <a:schemeClr val="bg1">
                          <a:lumMod val="75000"/>
                        </a:schemeClr>
                      </a:solidFill>
                      <a:prstDash val="solid"/>
                      <a:round/>
                      <a:headEnd type="none" w="med" len="med"/>
                      <a:tailEnd type="none" w="med" len="med"/>
                    </a:lnL>
                    <a:lnR w="12700">
                      <a:solidFill>
                        <a:schemeClr val="bg1">
                          <a:lumMod val="75000"/>
                        </a:schemeClr>
                      </a:solidFill>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206649569"/>
                  </a:ext>
                </a:extLst>
              </a:tr>
              <a:tr h="1080000">
                <a:tc>
                  <a:txBody>
                    <a:bodyPr/>
                    <a:lstStyle/>
                    <a:p>
                      <a:r>
                        <a:rPr kumimoji="1" lang="ja-JP" altLang="en-US" sz="1200">
                          <a:latin typeface="+mn-ea"/>
                          <a:ea typeface="+mn-ea"/>
                        </a:rPr>
                        <a:t>マイルストーン</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a:solidFill>
                        <a:schemeClr val="bg1">
                          <a:lumMod val="75000"/>
                        </a:schemeClr>
                      </a:solidFill>
                    </a:lnR>
                    <a:lnT w="12700">
                      <a:solidFill>
                        <a:schemeClr val="bg1">
                          <a:lumMod val="75000"/>
                        </a:schemeClr>
                      </a:solidFill>
                    </a:lnT>
                    <a:lnB w="12700">
                      <a:solidFill>
                        <a:schemeClr val="bg1">
                          <a:lumMod val="75000"/>
                        </a:schemeClr>
                      </a:solidFill>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a:solidFill>
                        <a:schemeClr val="bg1">
                          <a:lumMod val="75000"/>
                        </a:schemeClr>
                      </a:solidFill>
                    </a:lnT>
                    <a:lnB w="12700">
                      <a:solidFill>
                        <a:schemeClr val="bg1">
                          <a:lumMod val="75000"/>
                        </a:schemeClr>
                      </a:solidFill>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a:solidFill>
                        <a:schemeClr val="bg1">
                          <a:lumMod val="75000"/>
                        </a:schemeClr>
                      </a:solidFill>
                    </a:lnT>
                    <a:lnB w="12700">
                      <a:solidFill>
                        <a:schemeClr val="bg1">
                          <a:lumMod val="75000"/>
                        </a:schemeClr>
                      </a:solidFill>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a:solidFill>
                        <a:schemeClr val="bg1">
                          <a:lumMod val="75000"/>
                        </a:schemeClr>
                      </a:solidFill>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133042941"/>
                  </a:ext>
                </a:extLst>
              </a:tr>
              <a:tr h="1980000">
                <a:tc>
                  <a:txBody>
                    <a:bodyPr/>
                    <a:lstStyle/>
                    <a:p>
                      <a:r>
                        <a:rPr kumimoji="1" lang="ja-JP" altLang="en-US" sz="1200">
                          <a:latin typeface="+mn-ea"/>
                          <a:ea typeface="+mn-ea"/>
                        </a:rPr>
                        <a:t>アプリケーション開発</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dirty="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dirty="0">
                        <a:latin typeface="+mn-ea"/>
                        <a:ea typeface="+mn-ea"/>
                      </a:endParaRPr>
                    </a:p>
                  </a:txBody>
                  <a:tcPr>
                    <a:lnL w="12700" cap="flat" cmpd="sng" algn="ctr">
                      <a:solidFill>
                        <a:schemeClr val="bg1">
                          <a:lumMod val="75000"/>
                        </a:schemeClr>
                      </a:solidFill>
                      <a:prstDash val="sysDash"/>
                      <a:round/>
                      <a:headEnd type="none" w="med" len="med"/>
                      <a:tailEnd type="none" w="med" len="med"/>
                    </a:lnL>
                    <a:lnR w="12700">
                      <a:solidFill>
                        <a:schemeClr val="bg1">
                          <a:lumMod val="75000"/>
                        </a:schemeClr>
                      </a:solidFill>
                    </a:lnR>
                    <a:lnT w="12700">
                      <a:solidFill>
                        <a:schemeClr val="bg1">
                          <a:lumMod val="75000"/>
                        </a:schemeClr>
                      </a:solidFill>
                    </a:lnT>
                    <a:lnB w="12700">
                      <a:solidFill>
                        <a:schemeClr val="bg1">
                          <a:lumMod val="75000"/>
                        </a:schemeClr>
                      </a:solidFill>
                    </a:lnB>
                  </a:tcPr>
                </a:tc>
                <a:tc>
                  <a:txBody>
                    <a:bodyPr/>
                    <a:lstStyle/>
                    <a:p>
                      <a:pPr lvl="0">
                        <a:buNone/>
                      </a:pPr>
                      <a:endParaRPr kumimoji="1" lang="ja-JP" altLang="en-US" sz="1200" dirty="0">
                        <a:latin typeface="+mn-ea"/>
                        <a:ea typeface="+mn-ea"/>
                      </a:endParaRPr>
                    </a:p>
                  </a:txBody>
                  <a:tcP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tcPr>
                </a:tc>
                <a:tc>
                  <a:txBody>
                    <a:bodyPr/>
                    <a:lstStyle/>
                    <a:p>
                      <a:pPr lvl="0">
                        <a:buNone/>
                      </a:pPr>
                      <a:endParaRPr kumimoji="1" lang="ja-JP" altLang="en-US" sz="1200" dirty="0">
                        <a:latin typeface="+mn-ea"/>
                        <a:ea typeface="+mn-ea"/>
                      </a:endParaRPr>
                    </a:p>
                  </a:txBody>
                  <a:tcP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tcPr>
                </a:tc>
                <a:tc>
                  <a:txBody>
                    <a:bodyPr/>
                    <a:lstStyle/>
                    <a:p>
                      <a:pPr lvl="0">
                        <a:buNone/>
                      </a:pPr>
                      <a:endParaRPr kumimoji="1" lang="ja-JP" altLang="en-US" sz="1200" dirty="0">
                        <a:latin typeface="+mn-ea"/>
                        <a:ea typeface="+mn-ea"/>
                      </a:endParaRPr>
                    </a:p>
                  </a:txBody>
                  <a:tcP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a:solidFill>
                        <a:schemeClr val="bg1">
                          <a:lumMod val="75000"/>
                        </a:schemeClr>
                      </a:solidFill>
                    </a:lnT>
                    <a:lnB w="12700">
                      <a:solidFill>
                        <a:schemeClr val="bg1">
                          <a:lumMod val="75000"/>
                        </a:schemeClr>
                      </a:solidFill>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a:solidFill>
                        <a:schemeClr val="bg1">
                          <a:lumMod val="75000"/>
                        </a:schemeClr>
                      </a:solidFill>
                    </a:lnT>
                    <a:lnB w="12700">
                      <a:solidFill>
                        <a:schemeClr val="bg1">
                          <a:lumMod val="75000"/>
                        </a:schemeClr>
                      </a:solidFill>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a:solidFill>
                        <a:schemeClr val="bg1">
                          <a:lumMod val="75000"/>
                        </a:schemeClr>
                      </a:solidFill>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993275038"/>
                  </a:ext>
                </a:extLst>
              </a:tr>
              <a:tr h="900000">
                <a:tc>
                  <a:txBody>
                    <a:bodyPr/>
                    <a:lstStyle/>
                    <a:p>
                      <a:r>
                        <a:rPr kumimoji="1" lang="ja-JP" altLang="en-US" sz="1200">
                          <a:latin typeface="+mn-ea"/>
                          <a:ea typeface="+mn-ea"/>
                        </a:rPr>
                        <a:t>環境構築</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dirty="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dirty="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dirty="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dirty="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dirty="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dirty="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dirty="0">
                        <a:latin typeface="+mn-ea"/>
                        <a:ea typeface="+mn-ea"/>
                      </a:endParaRPr>
                    </a:p>
                  </a:txBody>
                  <a:tcPr>
                    <a:lnL w="12700" cap="flat" cmpd="sng" algn="ctr">
                      <a:solidFill>
                        <a:schemeClr val="bg1">
                          <a:lumMod val="75000"/>
                        </a:schemeClr>
                      </a:solidFill>
                      <a:prstDash val="solid"/>
                      <a:round/>
                      <a:headEnd type="none" w="med" len="med"/>
                      <a:tailEnd type="none" w="med" len="med"/>
                    </a:lnL>
                    <a:lnR w="12700">
                      <a:solidFill>
                        <a:schemeClr val="bg1">
                          <a:lumMod val="75000"/>
                        </a:schemeClr>
                      </a:solidFill>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116013521"/>
                  </a:ext>
                </a:extLst>
              </a:tr>
            </a:tbl>
          </a:graphicData>
        </a:graphic>
      </p:graphicFrame>
      <p:grpSp>
        <p:nvGrpSpPr>
          <p:cNvPr id="15" name="グループ化 14">
            <a:extLst>
              <a:ext uri="{FF2B5EF4-FFF2-40B4-BE49-F238E27FC236}">
                <a16:creationId xmlns:a16="http://schemas.microsoft.com/office/drawing/2014/main" id="{5DC777E2-F40B-0283-B3C8-FAF7F8F84C5A}"/>
              </a:ext>
            </a:extLst>
          </p:cNvPr>
          <p:cNvGrpSpPr/>
          <p:nvPr/>
        </p:nvGrpSpPr>
        <p:grpSpPr>
          <a:xfrm>
            <a:off x="7382267" y="233148"/>
            <a:ext cx="4221743" cy="372517"/>
            <a:chOff x="2744754" y="513955"/>
            <a:chExt cx="8514710" cy="360050"/>
          </a:xfrm>
        </p:grpSpPr>
        <p:sp>
          <p:nvSpPr>
            <p:cNvPr id="16" name="正方形/長方形 15">
              <a:extLst>
                <a:ext uri="{FF2B5EF4-FFF2-40B4-BE49-F238E27FC236}">
                  <a16:creationId xmlns:a16="http://schemas.microsoft.com/office/drawing/2014/main" id="{FF44804B-3C73-071E-290E-03F0ADCAED7C}"/>
                </a:ext>
              </a:extLst>
            </p:cNvPr>
            <p:cNvSpPr/>
            <p:nvPr/>
          </p:nvSpPr>
          <p:spPr>
            <a:xfrm>
              <a:off x="2744754" y="513955"/>
              <a:ext cx="8514710" cy="360050"/>
            </a:xfrm>
            <a:prstGeom prst="rect">
              <a:avLst/>
            </a:prstGeom>
            <a:solidFill>
              <a:schemeClr val="bg1"/>
            </a:solidFill>
            <a:ln w="635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050">
                  <a:solidFill>
                    <a:schemeClr val="tx1"/>
                  </a:solidFill>
                  <a:latin typeface="+mn-ea"/>
                </a:rPr>
                <a:t>凡例</a:t>
              </a:r>
            </a:p>
          </p:txBody>
        </p:sp>
        <p:sp>
          <p:nvSpPr>
            <p:cNvPr id="17" name="角丸四角形 1">
              <a:extLst>
                <a:ext uri="{FF2B5EF4-FFF2-40B4-BE49-F238E27FC236}">
                  <a16:creationId xmlns:a16="http://schemas.microsoft.com/office/drawing/2014/main" id="{4AD75070-A563-93A7-F7D3-50DB22C8EB01}"/>
                </a:ext>
              </a:extLst>
            </p:cNvPr>
            <p:cNvSpPr>
              <a:spLocks noChangeArrowheads="1"/>
            </p:cNvSpPr>
            <p:nvPr/>
          </p:nvSpPr>
          <p:spPr bwMode="auto">
            <a:xfrm>
              <a:off x="3675737" y="569038"/>
              <a:ext cx="359999" cy="216000"/>
            </a:xfrm>
            <a:prstGeom prst="rect">
              <a:avLst/>
            </a:prstGeom>
            <a:solidFill>
              <a:schemeClr val="accent2">
                <a:lumMod val="60000"/>
                <a:lumOff val="40000"/>
              </a:schemeClr>
            </a:solidFill>
            <a:ln w="6350">
              <a:solidFill>
                <a:schemeClr val="bg1">
                  <a:lumMod val="50000"/>
                </a:schemeClr>
              </a:solidFill>
              <a:headEnd/>
              <a:tailEnd/>
            </a:ln>
          </p:spPr>
          <p:style>
            <a:lnRef idx="2">
              <a:schemeClr val="accent2"/>
            </a:lnRef>
            <a:fillRef idx="1">
              <a:schemeClr val="lt1"/>
            </a:fillRef>
            <a:effectRef idx="0">
              <a:schemeClr val="accent2"/>
            </a:effectRef>
            <a:fontRef idx="minor">
              <a:schemeClr val="dk1"/>
            </a:fontRef>
          </p:style>
          <p:txBody>
            <a:bodyPr wrap="none" lIns="576000" tIns="36000" bIns="0" anchor="ctr"/>
            <a:lstStyle/>
            <a:p>
              <a:r>
                <a:rPr lang="ja-JP" altLang="en-US" sz="1000">
                  <a:latin typeface="+mn-ea"/>
                </a:rPr>
                <a:t>貴社・弊社共同作業</a:t>
              </a:r>
            </a:p>
          </p:txBody>
        </p:sp>
        <p:sp>
          <p:nvSpPr>
            <p:cNvPr id="18" name="角丸四角形 1">
              <a:extLst>
                <a:ext uri="{FF2B5EF4-FFF2-40B4-BE49-F238E27FC236}">
                  <a16:creationId xmlns:a16="http://schemas.microsoft.com/office/drawing/2014/main" id="{5370F356-2476-315D-FCAC-A6A9F7B3398A}"/>
                </a:ext>
              </a:extLst>
            </p:cNvPr>
            <p:cNvSpPr>
              <a:spLocks noChangeArrowheads="1"/>
            </p:cNvSpPr>
            <p:nvPr/>
          </p:nvSpPr>
          <p:spPr bwMode="auto">
            <a:xfrm>
              <a:off x="6826289" y="580705"/>
              <a:ext cx="359999" cy="216000"/>
            </a:xfrm>
            <a:prstGeom prst="rect">
              <a:avLst/>
            </a:prstGeom>
            <a:solidFill>
              <a:schemeClr val="accent3">
                <a:lumMod val="20000"/>
                <a:lumOff val="80000"/>
              </a:schemeClr>
            </a:solidFill>
            <a:ln w="6350">
              <a:solidFill>
                <a:schemeClr val="bg1">
                  <a:lumMod val="50000"/>
                </a:schemeClr>
              </a:solidFill>
              <a:headEnd/>
              <a:tailEnd/>
            </a:ln>
          </p:spPr>
          <p:style>
            <a:lnRef idx="2">
              <a:schemeClr val="accent3"/>
            </a:lnRef>
            <a:fillRef idx="1">
              <a:schemeClr val="lt1"/>
            </a:fillRef>
            <a:effectRef idx="0">
              <a:schemeClr val="accent3"/>
            </a:effectRef>
            <a:fontRef idx="minor">
              <a:schemeClr val="dk1"/>
            </a:fontRef>
          </p:style>
          <p:txBody>
            <a:bodyPr wrap="none" lIns="576000" tIns="36000" bIns="0" anchor="ctr"/>
            <a:lstStyle/>
            <a:p>
              <a:r>
                <a:rPr lang="ja-JP" altLang="en-US" sz="1000">
                  <a:latin typeface="+mn-ea"/>
                </a:rPr>
                <a:t>弊社作業</a:t>
              </a:r>
            </a:p>
          </p:txBody>
        </p:sp>
        <p:sp>
          <p:nvSpPr>
            <p:cNvPr id="19" name="角丸四角形 1">
              <a:extLst>
                <a:ext uri="{FF2B5EF4-FFF2-40B4-BE49-F238E27FC236}">
                  <a16:creationId xmlns:a16="http://schemas.microsoft.com/office/drawing/2014/main" id="{4FDF9951-C6C9-5C65-00A9-50EDC87918F7}"/>
                </a:ext>
              </a:extLst>
            </p:cNvPr>
            <p:cNvSpPr>
              <a:spLocks noChangeArrowheads="1"/>
            </p:cNvSpPr>
            <p:nvPr/>
          </p:nvSpPr>
          <p:spPr bwMode="auto">
            <a:xfrm>
              <a:off x="9042877" y="569715"/>
              <a:ext cx="359999" cy="216000"/>
            </a:xfrm>
            <a:prstGeom prst="rect">
              <a:avLst/>
            </a:prstGeom>
            <a:solidFill>
              <a:schemeClr val="tx2">
                <a:lumMod val="40000"/>
                <a:lumOff val="60000"/>
              </a:schemeClr>
            </a:solidFill>
            <a:ln w="6350">
              <a:solidFill>
                <a:schemeClr val="bg1">
                  <a:lumMod val="50000"/>
                </a:schemeClr>
              </a:solidFill>
              <a:headEnd/>
              <a:tailEnd/>
            </a:ln>
          </p:spPr>
          <p:style>
            <a:lnRef idx="2">
              <a:schemeClr val="accent1"/>
            </a:lnRef>
            <a:fillRef idx="1">
              <a:schemeClr val="lt1"/>
            </a:fillRef>
            <a:effectRef idx="0">
              <a:schemeClr val="accent1"/>
            </a:effectRef>
            <a:fontRef idx="minor">
              <a:schemeClr val="dk1"/>
            </a:fontRef>
          </p:style>
          <p:txBody>
            <a:bodyPr wrap="none" lIns="576000" tIns="36000" bIns="0" anchor="ctr"/>
            <a:lstStyle/>
            <a:p>
              <a:r>
                <a:rPr lang="ja-JP" altLang="en-US" sz="1000">
                  <a:latin typeface="+mn-ea"/>
                </a:rPr>
                <a:t>貴社作業</a:t>
              </a:r>
            </a:p>
          </p:txBody>
        </p:sp>
      </p:grpSp>
      <p:graphicFrame>
        <p:nvGraphicFramePr>
          <p:cNvPr id="6" name="表 5">
            <a:extLst>
              <a:ext uri="{FF2B5EF4-FFF2-40B4-BE49-F238E27FC236}">
                <a16:creationId xmlns:a16="http://schemas.microsoft.com/office/drawing/2014/main" id="{067F2A02-2C22-B7B2-6A5C-CEE5CF1BA9A4}"/>
              </a:ext>
            </a:extLst>
          </p:cNvPr>
          <p:cNvGraphicFramePr>
            <a:graphicFrameLocks noGrp="1"/>
          </p:cNvGraphicFramePr>
          <p:nvPr>
            <p:extLst>
              <p:ext uri="{D42A27DB-BD31-4B8C-83A1-F6EECF244321}">
                <p14:modId xmlns:p14="http://schemas.microsoft.com/office/powerpoint/2010/main" val="810162571"/>
              </p:ext>
            </p:extLst>
          </p:nvPr>
        </p:nvGraphicFramePr>
        <p:xfrm>
          <a:off x="3584020" y="4071717"/>
          <a:ext cx="752820" cy="648000"/>
        </p:xfrm>
        <a:graphic>
          <a:graphicData uri="http://schemas.openxmlformats.org/drawingml/2006/table">
            <a:tbl>
              <a:tblPr firstRow="1" bandRow="1">
                <a:tableStyleId>{2D5ABB26-0587-4C30-8999-92F81FD0307C}</a:tableStyleId>
              </a:tblPr>
              <a:tblGrid>
                <a:gridCol w="752820">
                  <a:extLst>
                    <a:ext uri="{9D8B030D-6E8A-4147-A177-3AD203B41FA5}">
                      <a16:colId xmlns:a16="http://schemas.microsoft.com/office/drawing/2014/main" val="2823374101"/>
                    </a:ext>
                  </a:extLst>
                </a:gridCol>
              </a:tblGrid>
              <a:tr h="648000">
                <a:tc>
                  <a:txBody>
                    <a:bodyPr/>
                    <a:lstStyle/>
                    <a:p>
                      <a:pPr algn="ctr"/>
                      <a:r>
                        <a:rPr kumimoji="1" lang="ja-JP" altLang="en-US" sz="1100" b="0" dirty="0">
                          <a:solidFill>
                            <a:schemeClr val="tx1"/>
                          </a:solidFill>
                          <a:latin typeface="+mn-ea"/>
                          <a:ea typeface="+mn-ea"/>
                        </a:rPr>
                        <a:t>要件定義</a:t>
                      </a:r>
                      <a:endParaRPr kumimoji="1" lang="en-US" altLang="ja-JP" sz="1100" b="0" dirty="0">
                        <a:solidFill>
                          <a:schemeClr val="tx1"/>
                        </a:solidFill>
                        <a:latin typeface="+mn-ea"/>
                        <a:ea typeface="+mn-ea"/>
                      </a:endParaRPr>
                    </a:p>
                  </a:txBody>
                  <a:tcPr marL="36000" marR="36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F8C891"/>
                    </a:solidFill>
                  </a:tcPr>
                </a:tc>
                <a:extLst>
                  <a:ext uri="{0D108BD9-81ED-4DB2-BD59-A6C34878D82A}">
                    <a16:rowId xmlns:a16="http://schemas.microsoft.com/office/drawing/2014/main" val="2434114032"/>
                  </a:ext>
                </a:extLst>
              </a:tr>
            </a:tbl>
          </a:graphicData>
        </a:graphic>
      </p:graphicFrame>
      <p:graphicFrame>
        <p:nvGraphicFramePr>
          <p:cNvPr id="8" name="表 7">
            <a:extLst>
              <a:ext uri="{FF2B5EF4-FFF2-40B4-BE49-F238E27FC236}">
                <a16:creationId xmlns:a16="http://schemas.microsoft.com/office/drawing/2014/main" id="{DF899297-39CA-68D9-7882-DDF2777D91A0}"/>
              </a:ext>
            </a:extLst>
          </p:cNvPr>
          <p:cNvGraphicFramePr>
            <a:graphicFrameLocks noGrp="1"/>
          </p:cNvGraphicFramePr>
          <p:nvPr>
            <p:extLst>
              <p:ext uri="{D42A27DB-BD31-4B8C-83A1-F6EECF244321}">
                <p14:modId xmlns:p14="http://schemas.microsoft.com/office/powerpoint/2010/main" val="3025085713"/>
              </p:ext>
            </p:extLst>
          </p:nvPr>
        </p:nvGraphicFramePr>
        <p:xfrm>
          <a:off x="7226209" y="4071717"/>
          <a:ext cx="728106" cy="646559"/>
        </p:xfrm>
        <a:graphic>
          <a:graphicData uri="http://schemas.openxmlformats.org/drawingml/2006/table">
            <a:tbl>
              <a:tblPr firstRow="1" bandRow="1">
                <a:tableStyleId>{2D5ABB26-0587-4C30-8999-92F81FD0307C}</a:tableStyleId>
              </a:tblPr>
              <a:tblGrid>
                <a:gridCol w="728106">
                  <a:extLst>
                    <a:ext uri="{9D8B030D-6E8A-4147-A177-3AD203B41FA5}">
                      <a16:colId xmlns:a16="http://schemas.microsoft.com/office/drawing/2014/main" val="1708186329"/>
                    </a:ext>
                  </a:extLst>
                </a:gridCol>
              </a:tblGrid>
              <a:tr h="646559">
                <a:tc>
                  <a:txBody>
                    <a:bodyPr/>
                    <a:lstStyle/>
                    <a:p>
                      <a:pPr algn="ctr"/>
                      <a:r>
                        <a:rPr kumimoji="1" lang="ja-JP" altLang="en-US" sz="1100" b="0">
                          <a:solidFill>
                            <a:schemeClr val="tx1"/>
                          </a:solidFill>
                          <a:latin typeface="+mn-ea"/>
                          <a:ea typeface="+mn-ea"/>
                        </a:rPr>
                        <a:t>結合</a:t>
                      </a:r>
                      <a:endParaRPr kumimoji="1" lang="en-US" altLang="ja-JP" sz="1100" b="0">
                        <a:solidFill>
                          <a:schemeClr val="tx1"/>
                        </a:solidFill>
                        <a:latin typeface="+mn-ea"/>
                        <a:ea typeface="+mn-ea"/>
                      </a:endParaRPr>
                    </a:p>
                    <a:p>
                      <a:pPr algn="ctr"/>
                      <a:r>
                        <a:rPr kumimoji="1" lang="ja-JP" altLang="en-US" sz="1100" b="0">
                          <a:solidFill>
                            <a:schemeClr val="tx1"/>
                          </a:solidFill>
                          <a:latin typeface="+mn-ea"/>
                          <a:ea typeface="+mn-ea"/>
                        </a:rPr>
                        <a:t>テスト</a:t>
                      </a:r>
                    </a:p>
                  </a:txBody>
                  <a:tcPr marL="36000" marR="36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2434114032"/>
                  </a:ext>
                </a:extLst>
              </a:tr>
            </a:tbl>
          </a:graphicData>
        </a:graphic>
      </p:graphicFrame>
      <p:graphicFrame>
        <p:nvGraphicFramePr>
          <p:cNvPr id="11" name="表 10">
            <a:extLst>
              <a:ext uri="{FF2B5EF4-FFF2-40B4-BE49-F238E27FC236}">
                <a16:creationId xmlns:a16="http://schemas.microsoft.com/office/drawing/2014/main" id="{29952574-B67B-359B-557A-64E5EADDFC46}"/>
              </a:ext>
            </a:extLst>
          </p:cNvPr>
          <p:cNvGraphicFramePr>
            <a:graphicFrameLocks noGrp="1"/>
          </p:cNvGraphicFramePr>
          <p:nvPr>
            <p:extLst>
              <p:ext uri="{D42A27DB-BD31-4B8C-83A1-F6EECF244321}">
                <p14:modId xmlns:p14="http://schemas.microsoft.com/office/powerpoint/2010/main" val="1561078337"/>
              </p:ext>
            </p:extLst>
          </p:nvPr>
        </p:nvGraphicFramePr>
        <p:xfrm>
          <a:off x="7950675" y="4071717"/>
          <a:ext cx="586744" cy="646559"/>
        </p:xfrm>
        <a:graphic>
          <a:graphicData uri="http://schemas.openxmlformats.org/drawingml/2006/table">
            <a:tbl>
              <a:tblPr firstRow="1" bandRow="1">
                <a:tableStyleId>{2D5ABB26-0587-4C30-8999-92F81FD0307C}</a:tableStyleId>
              </a:tblPr>
              <a:tblGrid>
                <a:gridCol w="586744">
                  <a:extLst>
                    <a:ext uri="{9D8B030D-6E8A-4147-A177-3AD203B41FA5}">
                      <a16:colId xmlns:a16="http://schemas.microsoft.com/office/drawing/2014/main" val="2823374101"/>
                    </a:ext>
                  </a:extLst>
                </a:gridCol>
              </a:tblGrid>
              <a:tr h="646559">
                <a:tc>
                  <a:txBody>
                    <a:bodyPr/>
                    <a:lstStyle/>
                    <a:p>
                      <a:pPr algn="ctr"/>
                      <a:r>
                        <a:rPr kumimoji="1" lang="ja-JP" altLang="en-US" sz="1000" b="0" dirty="0">
                          <a:solidFill>
                            <a:schemeClr val="tx1"/>
                          </a:solidFill>
                          <a:latin typeface="+mn-ea"/>
                          <a:ea typeface="+mn-ea"/>
                        </a:rPr>
                        <a:t>システムテスト</a:t>
                      </a:r>
                      <a:endParaRPr kumimoji="1" lang="en-US" altLang="ja-JP" sz="1000" b="0" dirty="0">
                        <a:solidFill>
                          <a:schemeClr val="tx1"/>
                        </a:solidFill>
                        <a:latin typeface="+mn-ea"/>
                        <a:ea typeface="+mn-ea"/>
                      </a:endParaRPr>
                    </a:p>
                  </a:txBody>
                  <a:tcPr marL="36000" marR="36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F8C891"/>
                    </a:solidFill>
                  </a:tcPr>
                </a:tc>
                <a:extLst>
                  <a:ext uri="{0D108BD9-81ED-4DB2-BD59-A6C34878D82A}">
                    <a16:rowId xmlns:a16="http://schemas.microsoft.com/office/drawing/2014/main" val="2434114032"/>
                  </a:ext>
                </a:extLst>
              </a:tr>
            </a:tbl>
          </a:graphicData>
        </a:graphic>
      </p:graphicFrame>
      <p:graphicFrame>
        <p:nvGraphicFramePr>
          <p:cNvPr id="42" name="表 41">
            <a:extLst>
              <a:ext uri="{FF2B5EF4-FFF2-40B4-BE49-F238E27FC236}">
                <a16:creationId xmlns:a16="http://schemas.microsoft.com/office/drawing/2014/main" id="{36E68966-5D4C-2A50-9DAB-C9EC84BE5859}"/>
              </a:ext>
            </a:extLst>
          </p:cNvPr>
          <p:cNvGraphicFramePr>
            <a:graphicFrameLocks noGrp="1"/>
          </p:cNvGraphicFramePr>
          <p:nvPr>
            <p:extLst>
              <p:ext uri="{D42A27DB-BD31-4B8C-83A1-F6EECF244321}">
                <p14:modId xmlns:p14="http://schemas.microsoft.com/office/powerpoint/2010/main" val="756706701"/>
              </p:ext>
            </p:extLst>
          </p:nvPr>
        </p:nvGraphicFramePr>
        <p:xfrm>
          <a:off x="5030246" y="4071717"/>
          <a:ext cx="752820" cy="648000"/>
        </p:xfrm>
        <a:graphic>
          <a:graphicData uri="http://schemas.openxmlformats.org/drawingml/2006/table">
            <a:tbl>
              <a:tblPr firstRow="1" bandRow="1">
                <a:tableStyleId>{2D5ABB26-0587-4C30-8999-92F81FD0307C}</a:tableStyleId>
              </a:tblPr>
              <a:tblGrid>
                <a:gridCol w="752820">
                  <a:extLst>
                    <a:ext uri="{9D8B030D-6E8A-4147-A177-3AD203B41FA5}">
                      <a16:colId xmlns:a16="http://schemas.microsoft.com/office/drawing/2014/main" val="1708186329"/>
                    </a:ext>
                  </a:extLst>
                </a:gridCol>
              </a:tblGrid>
              <a:tr h="648000">
                <a:tc>
                  <a:txBody>
                    <a:bodyPr/>
                    <a:lstStyle/>
                    <a:p>
                      <a:pPr algn="ctr"/>
                      <a:r>
                        <a:rPr kumimoji="1" lang="ja-JP" altLang="en-US" sz="1100" b="0">
                          <a:solidFill>
                            <a:schemeClr val="tx1"/>
                          </a:solidFill>
                          <a:latin typeface="+mn-ea"/>
                          <a:ea typeface="+mn-ea"/>
                        </a:rPr>
                        <a:t>詳細設計</a:t>
                      </a:r>
                    </a:p>
                  </a:txBody>
                  <a:tcPr marL="36000" marR="36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2434114032"/>
                  </a:ext>
                </a:extLst>
              </a:tr>
            </a:tbl>
          </a:graphicData>
        </a:graphic>
      </p:graphicFrame>
      <p:graphicFrame>
        <p:nvGraphicFramePr>
          <p:cNvPr id="7" name="表 6">
            <a:extLst>
              <a:ext uri="{FF2B5EF4-FFF2-40B4-BE49-F238E27FC236}">
                <a16:creationId xmlns:a16="http://schemas.microsoft.com/office/drawing/2014/main" id="{40425F0B-7978-1852-2DF3-F182D07E5483}"/>
              </a:ext>
            </a:extLst>
          </p:cNvPr>
          <p:cNvGraphicFramePr>
            <a:graphicFrameLocks noGrp="1"/>
          </p:cNvGraphicFramePr>
          <p:nvPr>
            <p:extLst>
              <p:ext uri="{D42A27DB-BD31-4B8C-83A1-F6EECF244321}">
                <p14:modId xmlns:p14="http://schemas.microsoft.com/office/powerpoint/2010/main" val="1457544456"/>
              </p:ext>
            </p:extLst>
          </p:nvPr>
        </p:nvGraphicFramePr>
        <p:xfrm>
          <a:off x="5779982" y="4071717"/>
          <a:ext cx="1448872" cy="648423"/>
        </p:xfrm>
        <a:graphic>
          <a:graphicData uri="http://schemas.openxmlformats.org/drawingml/2006/table">
            <a:tbl>
              <a:tblPr firstRow="1" bandRow="1">
                <a:tableStyleId>{2D5ABB26-0587-4C30-8999-92F81FD0307C}</a:tableStyleId>
              </a:tblPr>
              <a:tblGrid>
                <a:gridCol w="1448872">
                  <a:extLst>
                    <a:ext uri="{9D8B030D-6E8A-4147-A177-3AD203B41FA5}">
                      <a16:colId xmlns:a16="http://schemas.microsoft.com/office/drawing/2014/main" val="1708186329"/>
                    </a:ext>
                  </a:extLst>
                </a:gridCol>
              </a:tblGrid>
              <a:tr h="648423">
                <a:tc>
                  <a:txBody>
                    <a:bodyPr/>
                    <a:lstStyle/>
                    <a:p>
                      <a:pPr algn="ctr"/>
                      <a:r>
                        <a:rPr kumimoji="1" lang="ja-JP" altLang="en-US" sz="1100" b="0" dirty="0">
                          <a:solidFill>
                            <a:schemeClr val="tx1"/>
                          </a:solidFill>
                          <a:latin typeface="+mn-ea"/>
                          <a:ea typeface="+mn-ea"/>
                        </a:rPr>
                        <a:t>製造～単体テスト</a:t>
                      </a:r>
                    </a:p>
                  </a:txBody>
                  <a:tcPr marL="36000" marR="36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2434114032"/>
                  </a:ext>
                </a:extLst>
              </a:tr>
            </a:tbl>
          </a:graphicData>
        </a:graphic>
      </p:graphicFrame>
      <p:graphicFrame>
        <p:nvGraphicFramePr>
          <p:cNvPr id="52" name="表 51">
            <a:extLst>
              <a:ext uri="{FF2B5EF4-FFF2-40B4-BE49-F238E27FC236}">
                <a16:creationId xmlns:a16="http://schemas.microsoft.com/office/drawing/2014/main" id="{E0D51858-26E2-A83B-AA49-4F369A7F5E57}"/>
              </a:ext>
            </a:extLst>
          </p:cNvPr>
          <p:cNvGraphicFramePr>
            <a:graphicFrameLocks noGrp="1"/>
          </p:cNvGraphicFramePr>
          <p:nvPr>
            <p:extLst>
              <p:ext uri="{D42A27DB-BD31-4B8C-83A1-F6EECF244321}">
                <p14:modId xmlns:p14="http://schemas.microsoft.com/office/powerpoint/2010/main" val="1156890939"/>
              </p:ext>
            </p:extLst>
          </p:nvPr>
        </p:nvGraphicFramePr>
        <p:xfrm>
          <a:off x="8537419" y="4071717"/>
          <a:ext cx="894366" cy="648000"/>
        </p:xfrm>
        <a:graphic>
          <a:graphicData uri="http://schemas.openxmlformats.org/drawingml/2006/table">
            <a:tbl>
              <a:tblPr firstRow="1" bandRow="1">
                <a:tableStyleId>{2D5ABB26-0587-4C30-8999-92F81FD0307C}</a:tableStyleId>
              </a:tblPr>
              <a:tblGrid>
                <a:gridCol w="894366">
                  <a:extLst>
                    <a:ext uri="{9D8B030D-6E8A-4147-A177-3AD203B41FA5}">
                      <a16:colId xmlns:a16="http://schemas.microsoft.com/office/drawing/2014/main" val="2823374101"/>
                    </a:ext>
                  </a:extLst>
                </a:gridCol>
              </a:tblGrid>
              <a:tr h="648000">
                <a:tc>
                  <a:txBody>
                    <a:bodyPr/>
                    <a:lstStyle/>
                    <a:p>
                      <a:pPr algn="ctr"/>
                      <a:r>
                        <a:rPr kumimoji="1" lang="ja-JP" altLang="en-US" sz="1100" b="0" dirty="0">
                          <a:solidFill>
                            <a:schemeClr val="tx1"/>
                          </a:solidFill>
                          <a:latin typeface="+mn-ea"/>
                          <a:ea typeface="+mn-ea"/>
                        </a:rPr>
                        <a:t>ユーザ</a:t>
                      </a:r>
                      <a:endParaRPr kumimoji="1" lang="en-US" altLang="ja-JP" sz="1100" b="0" dirty="0">
                        <a:solidFill>
                          <a:schemeClr val="tx1"/>
                        </a:solidFill>
                        <a:latin typeface="+mn-ea"/>
                        <a:ea typeface="+mn-ea"/>
                      </a:endParaRPr>
                    </a:p>
                    <a:p>
                      <a:pPr algn="ctr"/>
                      <a:r>
                        <a:rPr kumimoji="1" lang="ja-JP" altLang="en-US" sz="1100" b="0" dirty="0">
                          <a:solidFill>
                            <a:schemeClr val="tx1"/>
                          </a:solidFill>
                          <a:latin typeface="+mn-ea"/>
                          <a:ea typeface="+mn-ea"/>
                        </a:rPr>
                        <a:t>テスト</a:t>
                      </a:r>
                      <a:endParaRPr kumimoji="1" lang="en-US" altLang="ja-JP" sz="1100" b="0" dirty="0">
                        <a:solidFill>
                          <a:schemeClr val="tx1"/>
                        </a:solidFill>
                        <a:latin typeface="+mn-ea"/>
                        <a:ea typeface="+mn-ea"/>
                      </a:endParaRPr>
                    </a:p>
                  </a:txBody>
                  <a:tcPr marL="36000" marR="3600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tx2">
                        <a:lumMod val="40000"/>
                        <a:lumOff val="60000"/>
                      </a:schemeClr>
                    </a:solidFill>
                  </a:tcPr>
                </a:tc>
                <a:extLst>
                  <a:ext uri="{0D108BD9-81ED-4DB2-BD59-A6C34878D82A}">
                    <a16:rowId xmlns:a16="http://schemas.microsoft.com/office/drawing/2014/main" val="2434114032"/>
                  </a:ext>
                </a:extLst>
              </a:tr>
            </a:tbl>
          </a:graphicData>
        </a:graphic>
      </p:graphicFrame>
      <p:graphicFrame>
        <p:nvGraphicFramePr>
          <p:cNvPr id="21" name="表 20">
            <a:extLst>
              <a:ext uri="{FF2B5EF4-FFF2-40B4-BE49-F238E27FC236}">
                <a16:creationId xmlns:a16="http://schemas.microsoft.com/office/drawing/2014/main" id="{F0103D76-E5FB-DA88-49A0-997C19C3E328}"/>
              </a:ext>
            </a:extLst>
          </p:cNvPr>
          <p:cNvGraphicFramePr>
            <a:graphicFrameLocks noGrp="1"/>
          </p:cNvGraphicFramePr>
          <p:nvPr>
            <p:extLst>
              <p:ext uri="{D42A27DB-BD31-4B8C-83A1-F6EECF244321}">
                <p14:modId xmlns:p14="http://schemas.microsoft.com/office/powerpoint/2010/main" val="3092912216"/>
              </p:ext>
            </p:extLst>
          </p:nvPr>
        </p:nvGraphicFramePr>
        <p:xfrm>
          <a:off x="9422820" y="4071717"/>
          <a:ext cx="738048" cy="648000"/>
        </p:xfrm>
        <a:graphic>
          <a:graphicData uri="http://schemas.openxmlformats.org/drawingml/2006/table">
            <a:tbl>
              <a:tblPr firstRow="1" bandRow="1">
                <a:tableStyleId>{2D5ABB26-0587-4C30-8999-92F81FD0307C}</a:tableStyleId>
              </a:tblPr>
              <a:tblGrid>
                <a:gridCol w="738048">
                  <a:extLst>
                    <a:ext uri="{9D8B030D-6E8A-4147-A177-3AD203B41FA5}">
                      <a16:colId xmlns:a16="http://schemas.microsoft.com/office/drawing/2014/main" val="2823374101"/>
                    </a:ext>
                  </a:extLst>
                </a:gridCol>
              </a:tblGrid>
              <a:tr h="648000">
                <a:tc>
                  <a:txBody>
                    <a:bodyPr/>
                    <a:lstStyle/>
                    <a:p>
                      <a:pPr algn="ctr"/>
                      <a:r>
                        <a:rPr kumimoji="1" lang="ja-JP" altLang="en-US" sz="1100" b="0">
                          <a:solidFill>
                            <a:schemeClr val="tx1"/>
                          </a:solidFill>
                          <a:latin typeface="+mn-ea"/>
                          <a:ea typeface="+mn-ea"/>
                        </a:rPr>
                        <a:t>初期流動</a:t>
                      </a:r>
                      <a:endParaRPr kumimoji="1" lang="en-US" altLang="ja-JP" sz="1100" b="0">
                        <a:solidFill>
                          <a:schemeClr val="tx1"/>
                        </a:solidFill>
                        <a:latin typeface="+mn-ea"/>
                        <a:ea typeface="+mn-ea"/>
                      </a:endParaRPr>
                    </a:p>
                  </a:txBody>
                  <a:tcPr marL="36000" marR="36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F8C891"/>
                    </a:solidFill>
                  </a:tcPr>
                </a:tc>
                <a:extLst>
                  <a:ext uri="{0D108BD9-81ED-4DB2-BD59-A6C34878D82A}">
                    <a16:rowId xmlns:a16="http://schemas.microsoft.com/office/drawing/2014/main" val="2434114032"/>
                  </a:ext>
                </a:extLst>
              </a:tr>
            </a:tbl>
          </a:graphicData>
        </a:graphic>
      </p:graphicFrame>
      <p:sp>
        <p:nvSpPr>
          <p:cNvPr id="39" name="テキスト ボックス 38">
            <a:extLst>
              <a:ext uri="{FF2B5EF4-FFF2-40B4-BE49-F238E27FC236}">
                <a16:creationId xmlns:a16="http://schemas.microsoft.com/office/drawing/2014/main" id="{BE794BC6-EB53-3AAA-445E-3DC0858905D6}"/>
              </a:ext>
            </a:extLst>
          </p:cNvPr>
          <p:cNvSpPr txBox="1"/>
          <p:nvPr/>
        </p:nvSpPr>
        <p:spPr>
          <a:xfrm>
            <a:off x="3457986" y="1772651"/>
            <a:ext cx="1640954" cy="288147"/>
          </a:xfrm>
          <a:prstGeom prst="rect">
            <a:avLst/>
          </a:prstGeom>
          <a:noFill/>
          <a:ln>
            <a:noFill/>
          </a:ln>
        </p:spPr>
        <p:txBody>
          <a:bodyPr wrap="square" lIns="54000" tIns="36000" rIns="54000" bIns="36000" rtlCol="0" anchor="ctr">
            <a:spAutoFit/>
          </a:bodyPr>
          <a:lstStyle/>
          <a:p>
            <a:pPr algn="ctr"/>
            <a:r>
              <a:rPr kumimoji="1" lang="ja-JP" altLang="en-US" sz="1400" b="1" dirty="0">
                <a:solidFill>
                  <a:schemeClr val="tx1">
                    <a:lumMod val="75000"/>
                    <a:lumOff val="25000"/>
                  </a:schemeClr>
                </a:solidFill>
                <a:latin typeface="游ゴシック" panose="020B0400000000000000" pitchFamily="50" charset="-128"/>
                <a:ea typeface="游ゴシック" panose="020B0400000000000000" pitchFamily="50" charset="-128"/>
                <a:cs typeface="メイリオ" pitchFamily="50" charset="-128"/>
              </a:rPr>
              <a:t>契約①</a:t>
            </a:r>
            <a:r>
              <a:rPr kumimoji="1" lang="en-US" altLang="ja-JP" sz="1400" b="1" dirty="0">
                <a:solidFill>
                  <a:schemeClr val="tx1">
                    <a:lumMod val="75000"/>
                    <a:lumOff val="25000"/>
                  </a:schemeClr>
                </a:solidFill>
                <a:latin typeface="游ゴシック" panose="020B0400000000000000" pitchFamily="50" charset="-128"/>
                <a:ea typeface="游ゴシック" panose="020B0400000000000000" pitchFamily="50" charset="-128"/>
                <a:cs typeface="メイリオ" pitchFamily="50" charset="-128"/>
              </a:rPr>
              <a:t>:</a:t>
            </a:r>
            <a:r>
              <a:rPr kumimoji="1" lang="ja-JP" altLang="en-US" sz="1400" b="1" dirty="0">
                <a:solidFill>
                  <a:schemeClr val="tx1">
                    <a:lumMod val="75000"/>
                    <a:lumOff val="25000"/>
                  </a:schemeClr>
                </a:solidFill>
                <a:latin typeface="游ゴシック" panose="020B0400000000000000" pitchFamily="50" charset="-128"/>
                <a:ea typeface="游ゴシック" panose="020B0400000000000000" pitchFamily="50" charset="-128"/>
                <a:cs typeface="メイリオ" pitchFamily="50" charset="-128"/>
              </a:rPr>
              <a:t>準委任契約</a:t>
            </a:r>
          </a:p>
        </p:txBody>
      </p:sp>
      <p:sp>
        <p:nvSpPr>
          <p:cNvPr id="40" name="テキスト ボックス 39">
            <a:extLst>
              <a:ext uri="{FF2B5EF4-FFF2-40B4-BE49-F238E27FC236}">
                <a16:creationId xmlns:a16="http://schemas.microsoft.com/office/drawing/2014/main" id="{6CD68CD5-0065-0C9A-941A-94E15CBF3546}"/>
              </a:ext>
            </a:extLst>
          </p:cNvPr>
          <p:cNvSpPr txBox="1"/>
          <p:nvPr/>
        </p:nvSpPr>
        <p:spPr>
          <a:xfrm>
            <a:off x="5098940" y="1778083"/>
            <a:ext cx="2817884" cy="288147"/>
          </a:xfrm>
          <a:prstGeom prst="rect">
            <a:avLst/>
          </a:prstGeom>
          <a:noFill/>
          <a:ln>
            <a:noFill/>
          </a:ln>
        </p:spPr>
        <p:txBody>
          <a:bodyPr wrap="square" lIns="54000" tIns="36000" rIns="54000" bIns="36000" rtlCol="0" anchor="ctr">
            <a:spAutoFit/>
          </a:bodyPr>
          <a:lstStyle/>
          <a:p>
            <a:pPr algn="ctr"/>
            <a:r>
              <a:rPr kumimoji="1" lang="ja-JP" altLang="en-US" sz="1400" b="1">
                <a:solidFill>
                  <a:schemeClr val="tx1">
                    <a:lumMod val="75000"/>
                    <a:lumOff val="25000"/>
                  </a:schemeClr>
                </a:solidFill>
                <a:latin typeface="游ゴシック" panose="020B0400000000000000" pitchFamily="50" charset="-128"/>
                <a:ea typeface="游ゴシック" panose="020B0400000000000000" pitchFamily="50" charset="-128"/>
                <a:cs typeface="メイリオ" pitchFamily="50" charset="-128"/>
              </a:rPr>
              <a:t>契約②</a:t>
            </a:r>
            <a:r>
              <a:rPr kumimoji="1" lang="en-US" altLang="ja-JP" sz="1400" b="1">
                <a:solidFill>
                  <a:schemeClr val="tx1">
                    <a:lumMod val="75000"/>
                    <a:lumOff val="25000"/>
                  </a:schemeClr>
                </a:solidFill>
                <a:latin typeface="游ゴシック" panose="020B0400000000000000" pitchFamily="50" charset="-128"/>
                <a:ea typeface="游ゴシック" panose="020B0400000000000000" pitchFamily="50" charset="-128"/>
                <a:cs typeface="メイリオ" pitchFamily="50" charset="-128"/>
              </a:rPr>
              <a:t>:</a:t>
            </a:r>
            <a:r>
              <a:rPr kumimoji="1" lang="ja-JP" altLang="en-US" sz="1400" b="1">
                <a:solidFill>
                  <a:schemeClr val="tx1">
                    <a:lumMod val="75000"/>
                    <a:lumOff val="25000"/>
                  </a:schemeClr>
                </a:solidFill>
                <a:latin typeface="游ゴシック" panose="020B0400000000000000" pitchFamily="50" charset="-128"/>
                <a:ea typeface="游ゴシック" panose="020B0400000000000000" pitchFamily="50" charset="-128"/>
                <a:cs typeface="メイリオ" pitchFamily="50" charset="-128"/>
              </a:rPr>
              <a:t>請負契約</a:t>
            </a:r>
          </a:p>
        </p:txBody>
      </p:sp>
      <p:cxnSp>
        <p:nvCxnSpPr>
          <p:cNvPr id="44" name="直線矢印コネクタ 43">
            <a:extLst>
              <a:ext uri="{FF2B5EF4-FFF2-40B4-BE49-F238E27FC236}">
                <a16:creationId xmlns:a16="http://schemas.microsoft.com/office/drawing/2014/main" id="{C1618CE8-D021-AFDC-7AB6-68DD2FF38DE2}"/>
              </a:ext>
            </a:extLst>
          </p:cNvPr>
          <p:cNvCxnSpPr>
            <a:cxnSpLocks/>
          </p:cNvCxnSpPr>
          <p:nvPr/>
        </p:nvCxnSpPr>
        <p:spPr>
          <a:xfrm>
            <a:off x="3584019" y="2113402"/>
            <a:ext cx="1461047" cy="0"/>
          </a:xfrm>
          <a:prstGeom prst="straightConnector1">
            <a:avLst/>
          </a:prstGeom>
          <a:ln w="44450">
            <a:solidFill>
              <a:srgbClr val="0000FF"/>
            </a:solidFill>
            <a:headEnd type="oval"/>
            <a:tailEnd type="oval"/>
          </a:ln>
        </p:spPr>
        <p:style>
          <a:lnRef idx="1">
            <a:schemeClr val="accent1"/>
          </a:lnRef>
          <a:fillRef idx="0">
            <a:schemeClr val="accent1"/>
          </a:fillRef>
          <a:effectRef idx="0">
            <a:schemeClr val="accent1"/>
          </a:effectRef>
          <a:fontRef idx="minor">
            <a:schemeClr val="tx1"/>
          </a:fontRef>
        </p:style>
      </p:cxnSp>
      <p:cxnSp>
        <p:nvCxnSpPr>
          <p:cNvPr id="46" name="直線矢印コネクタ 45">
            <a:extLst>
              <a:ext uri="{FF2B5EF4-FFF2-40B4-BE49-F238E27FC236}">
                <a16:creationId xmlns:a16="http://schemas.microsoft.com/office/drawing/2014/main" id="{4944E78B-45D3-D252-A30B-4EE3B9D76DCF}"/>
              </a:ext>
            </a:extLst>
          </p:cNvPr>
          <p:cNvCxnSpPr>
            <a:cxnSpLocks/>
          </p:cNvCxnSpPr>
          <p:nvPr/>
        </p:nvCxnSpPr>
        <p:spPr>
          <a:xfrm>
            <a:off x="5053564" y="2113402"/>
            <a:ext cx="2900750" cy="0"/>
          </a:xfrm>
          <a:prstGeom prst="straightConnector1">
            <a:avLst/>
          </a:prstGeom>
          <a:ln w="44450">
            <a:solidFill>
              <a:srgbClr val="FF0000"/>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49" name="テキスト ボックス 48">
            <a:extLst>
              <a:ext uri="{FF2B5EF4-FFF2-40B4-BE49-F238E27FC236}">
                <a16:creationId xmlns:a16="http://schemas.microsoft.com/office/drawing/2014/main" id="{5F6F8CEF-FF21-DCDB-6DCD-C2AA6A8BFCA1}"/>
              </a:ext>
            </a:extLst>
          </p:cNvPr>
          <p:cNvSpPr txBox="1"/>
          <p:nvPr/>
        </p:nvSpPr>
        <p:spPr>
          <a:xfrm>
            <a:off x="7980926" y="1772587"/>
            <a:ext cx="2166802" cy="288147"/>
          </a:xfrm>
          <a:prstGeom prst="rect">
            <a:avLst/>
          </a:prstGeom>
          <a:noFill/>
          <a:ln>
            <a:noFill/>
          </a:ln>
        </p:spPr>
        <p:txBody>
          <a:bodyPr wrap="square" lIns="54000" tIns="36000" rIns="54000" bIns="36000" rtlCol="0" anchor="ctr">
            <a:spAutoFit/>
          </a:bodyPr>
          <a:lstStyle/>
          <a:p>
            <a:pPr algn="ctr"/>
            <a:r>
              <a:rPr kumimoji="1" lang="ja-JP" altLang="en-US" sz="1400" b="1">
                <a:solidFill>
                  <a:schemeClr val="tx1">
                    <a:lumMod val="75000"/>
                    <a:lumOff val="25000"/>
                  </a:schemeClr>
                </a:solidFill>
                <a:latin typeface="游ゴシック" panose="020B0400000000000000" pitchFamily="50" charset="-128"/>
                <a:ea typeface="游ゴシック" panose="020B0400000000000000" pitchFamily="50" charset="-128"/>
                <a:cs typeface="メイリオ" pitchFamily="50" charset="-128"/>
              </a:rPr>
              <a:t>契約③</a:t>
            </a:r>
            <a:r>
              <a:rPr kumimoji="1" lang="en-US" altLang="ja-JP" sz="1400" b="1">
                <a:solidFill>
                  <a:schemeClr val="tx1">
                    <a:lumMod val="75000"/>
                    <a:lumOff val="25000"/>
                  </a:schemeClr>
                </a:solidFill>
                <a:latin typeface="游ゴシック" panose="020B0400000000000000" pitchFamily="50" charset="-128"/>
                <a:ea typeface="游ゴシック" panose="020B0400000000000000" pitchFamily="50" charset="-128"/>
                <a:cs typeface="メイリオ" pitchFamily="50" charset="-128"/>
              </a:rPr>
              <a:t>:</a:t>
            </a:r>
            <a:r>
              <a:rPr kumimoji="1" lang="ja-JP" altLang="en-US" sz="1400" b="1">
                <a:solidFill>
                  <a:schemeClr val="tx1">
                    <a:lumMod val="75000"/>
                    <a:lumOff val="25000"/>
                  </a:schemeClr>
                </a:solidFill>
                <a:latin typeface="游ゴシック" panose="020B0400000000000000" pitchFamily="50" charset="-128"/>
                <a:ea typeface="游ゴシック" panose="020B0400000000000000" pitchFamily="50" charset="-128"/>
                <a:cs typeface="メイリオ" pitchFamily="50" charset="-128"/>
              </a:rPr>
              <a:t>準委任契約</a:t>
            </a:r>
          </a:p>
        </p:txBody>
      </p:sp>
      <p:cxnSp>
        <p:nvCxnSpPr>
          <p:cNvPr id="50" name="直線矢印コネクタ 49">
            <a:extLst>
              <a:ext uri="{FF2B5EF4-FFF2-40B4-BE49-F238E27FC236}">
                <a16:creationId xmlns:a16="http://schemas.microsoft.com/office/drawing/2014/main" id="{939C843D-2297-233C-4F61-4627CB4DF4BD}"/>
              </a:ext>
            </a:extLst>
          </p:cNvPr>
          <p:cNvCxnSpPr>
            <a:cxnSpLocks/>
          </p:cNvCxnSpPr>
          <p:nvPr/>
        </p:nvCxnSpPr>
        <p:spPr>
          <a:xfrm>
            <a:off x="7954314" y="2111538"/>
            <a:ext cx="2215519" cy="1864"/>
          </a:xfrm>
          <a:prstGeom prst="straightConnector1">
            <a:avLst/>
          </a:prstGeom>
          <a:ln w="44450">
            <a:solidFill>
              <a:srgbClr val="0000FF"/>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12" name="矢印: 五方向 11">
            <a:extLst>
              <a:ext uri="{FF2B5EF4-FFF2-40B4-BE49-F238E27FC236}">
                <a16:creationId xmlns:a16="http://schemas.microsoft.com/office/drawing/2014/main" id="{58E53524-3E18-214F-E3F8-D81A26FFF872}"/>
              </a:ext>
            </a:extLst>
          </p:cNvPr>
          <p:cNvSpPr/>
          <p:nvPr/>
        </p:nvSpPr>
        <p:spPr>
          <a:xfrm>
            <a:off x="5053563" y="3487890"/>
            <a:ext cx="2927363" cy="567936"/>
          </a:xfrm>
          <a:prstGeom prst="homePlate">
            <a:avLst>
              <a:gd name="adj" fmla="val 18180"/>
            </a:avLst>
          </a:prstGeom>
          <a:solidFill>
            <a:schemeClr val="bg1"/>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kumimoji="1" lang="ja-JP" altLang="en-US" sz="1400">
                <a:solidFill>
                  <a:schemeClr val="tx1">
                    <a:lumMod val="75000"/>
                    <a:lumOff val="25000"/>
                  </a:schemeClr>
                </a:solidFill>
              </a:rPr>
              <a:t>開発フェーズ</a:t>
            </a:r>
          </a:p>
        </p:txBody>
      </p:sp>
      <p:sp>
        <p:nvSpPr>
          <p:cNvPr id="13" name="矢印: 五方向 12">
            <a:extLst>
              <a:ext uri="{FF2B5EF4-FFF2-40B4-BE49-F238E27FC236}">
                <a16:creationId xmlns:a16="http://schemas.microsoft.com/office/drawing/2014/main" id="{A3BD0B5C-633F-3B7C-285B-8E75D39D93E1}"/>
              </a:ext>
            </a:extLst>
          </p:cNvPr>
          <p:cNvSpPr/>
          <p:nvPr/>
        </p:nvSpPr>
        <p:spPr>
          <a:xfrm>
            <a:off x="7968103" y="3479348"/>
            <a:ext cx="2179625" cy="567936"/>
          </a:xfrm>
          <a:prstGeom prst="homePlate">
            <a:avLst>
              <a:gd name="adj" fmla="val 18180"/>
            </a:avLst>
          </a:prstGeom>
          <a:solidFill>
            <a:schemeClr val="bg1"/>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kumimoji="1" lang="ja-JP" altLang="en-US" sz="1400" dirty="0">
                <a:solidFill>
                  <a:schemeClr val="tx1">
                    <a:lumMod val="75000"/>
                    <a:lumOff val="25000"/>
                  </a:schemeClr>
                </a:solidFill>
              </a:rPr>
              <a:t>導入フェーズ</a:t>
            </a:r>
          </a:p>
        </p:txBody>
      </p:sp>
      <p:sp>
        <p:nvSpPr>
          <p:cNvPr id="14" name="テキスト ボックス 13">
            <a:extLst>
              <a:ext uri="{FF2B5EF4-FFF2-40B4-BE49-F238E27FC236}">
                <a16:creationId xmlns:a16="http://schemas.microsoft.com/office/drawing/2014/main" id="{FFBC16D5-1859-0B08-0A01-44D1D42C74D5}"/>
              </a:ext>
            </a:extLst>
          </p:cNvPr>
          <p:cNvSpPr txBox="1"/>
          <p:nvPr/>
        </p:nvSpPr>
        <p:spPr>
          <a:xfrm>
            <a:off x="9431746" y="2272032"/>
            <a:ext cx="2045861" cy="288147"/>
          </a:xfrm>
          <a:prstGeom prst="rect">
            <a:avLst/>
          </a:prstGeom>
          <a:noFill/>
          <a:ln>
            <a:noFill/>
          </a:ln>
        </p:spPr>
        <p:txBody>
          <a:bodyPr wrap="square" lIns="54000" tIns="36000" rIns="54000" bIns="36000" rtlCol="0" anchor="ctr">
            <a:spAutoFit/>
          </a:bodyPr>
          <a:lstStyle/>
          <a:p>
            <a:r>
              <a:rPr kumimoji="1" lang="en-US" altLang="ja-JP" sz="1400" b="1" dirty="0">
                <a:solidFill>
                  <a:srgbClr val="FF0000"/>
                </a:solidFill>
                <a:latin typeface="游ゴシック" panose="020B0400000000000000" pitchFamily="50" charset="-128"/>
                <a:ea typeface="游ゴシック" panose="020B0400000000000000" pitchFamily="50" charset="-128"/>
                <a:cs typeface="メイリオ" pitchFamily="50" charset="-128"/>
              </a:rPr>
              <a:t>3</a:t>
            </a:r>
            <a:r>
              <a:rPr kumimoji="1" lang="ja-JP" altLang="en-US" sz="1400" b="1" dirty="0">
                <a:solidFill>
                  <a:srgbClr val="FF0000"/>
                </a:solidFill>
                <a:latin typeface="游ゴシック" panose="020B0400000000000000" pitchFamily="50" charset="-128"/>
                <a:ea typeface="游ゴシック" panose="020B0400000000000000" pitchFamily="50" charset="-128"/>
                <a:cs typeface="メイリオ" pitchFamily="50" charset="-128"/>
              </a:rPr>
              <a:t>月～本稼働</a:t>
            </a:r>
          </a:p>
        </p:txBody>
      </p:sp>
      <p:sp>
        <p:nvSpPr>
          <p:cNvPr id="20" name="矢印: 五方向 19">
            <a:extLst>
              <a:ext uri="{FF2B5EF4-FFF2-40B4-BE49-F238E27FC236}">
                <a16:creationId xmlns:a16="http://schemas.microsoft.com/office/drawing/2014/main" id="{A9CBBE5D-E58A-F03A-653F-AF23B73FFECD}"/>
              </a:ext>
            </a:extLst>
          </p:cNvPr>
          <p:cNvSpPr/>
          <p:nvPr/>
        </p:nvSpPr>
        <p:spPr>
          <a:xfrm>
            <a:off x="10146115" y="3479348"/>
            <a:ext cx="1469886" cy="567936"/>
          </a:xfrm>
          <a:prstGeom prst="homePlate">
            <a:avLst>
              <a:gd name="adj" fmla="val 18180"/>
            </a:avLst>
          </a:prstGeom>
          <a:solidFill>
            <a:schemeClr val="bg1"/>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kumimoji="1" lang="ja-JP" altLang="en-US" sz="1400" dirty="0">
                <a:solidFill>
                  <a:schemeClr val="tx1">
                    <a:lumMod val="75000"/>
                    <a:lumOff val="25000"/>
                  </a:schemeClr>
                </a:solidFill>
              </a:rPr>
              <a:t>運用・保守</a:t>
            </a:r>
          </a:p>
        </p:txBody>
      </p:sp>
      <p:graphicFrame>
        <p:nvGraphicFramePr>
          <p:cNvPr id="3" name="表 2">
            <a:extLst>
              <a:ext uri="{FF2B5EF4-FFF2-40B4-BE49-F238E27FC236}">
                <a16:creationId xmlns:a16="http://schemas.microsoft.com/office/drawing/2014/main" id="{293A2EEF-EB4B-83B4-8409-E9B78B928EA3}"/>
              </a:ext>
            </a:extLst>
          </p:cNvPr>
          <p:cNvGraphicFramePr>
            <a:graphicFrameLocks noGrp="1"/>
          </p:cNvGraphicFramePr>
          <p:nvPr>
            <p:extLst>
              <p:ext uri="{D42A27DB-BD31-4B8C-83A1-F6EECF244321}">
                <p14:modId xmlns:p14="http://schemas.microsoft.com/office/powerpoint/2010/main" val="4078552053"/>
              </p:ext>
            </p:extLst>
          </p:nvPr>
        </p:nvGraphicFramePr>
        <p:xfrm>
          <a:off x="4326237" y="4072292"/>
          <a:ext cx="708067" cy="648000"/>
        </p:xfrm>
        <a:graphic>
          <a:graphicData uri="http://schemas.openxmlformats.org/drawingml/2006/table">
            <a:tbl>
              <a:tblPr firstRow="1" bandRow="1">
                <a:tableStyleId>{2D5ABB26-0587-4C30-8999-92F81FD0307C}</a:tableStyleId>
              </a:tblPr>
              <a:tblGrid>
                <a:gridCol w="708067">
                  <a:extLst>
                    <a:ext uri="{9D8B030D-6E8A-4147-A177-3AD203B41FA5}">
                      <a16:colId xmlns:a16="http://schemas.microsoft.com/office/drawing/2014/main" val="2823374101"/>
                    </a:ext>
                  </a:extLst>
                </a:gridCol>
              </a:tblGrid>
              <a:tr h="648000">
                <a:tc>
                  <a:txBody>
                    <a:bodyPr/>
                    <a:lstStyle/>
                    <a:p>
                      <a:pPr algn="ctr"/>
                      <a:r>
                        <a:rPr kumimoji="1" lang="ja-JP" altLang="en-US" sz="1100" b="0" dirty="0">
                          <a:solidFill>
                            <a:schemeClr val="tx1"/>
                          </a:solidFill>
                          <a:latin typeface="+mn-ea"/>
                          <a:ea typeface="+mn-ea"/>
                        </a:rPr>
                        <a:t>基本設計</a:t>
                      </a:r>
                      <a:endParaRPr kumimoji="1" lang="en-US" altLang="ja-JP" sz="1100" b="0" dirty="0">
                        <a:solidFill>
                          <a:schemeClr val="tx1"/>
                        </a:solidFill>
                        <a:latin typeface="+mn-ea"/>
                        <a:ea typeface="+mn-ea"/>
                      </a:endParaRPr>
                    </a:p>
                  </a:txBody>
                  <a:tcPr marL="36000" marR="36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F8C891"/>
                    </a:solidFill>
                  </a:tcPr>
                </a:tc>
                <a:extLst>
                  <a:ext uri="{0D108BD9-81ED-4DB2-BD59-A6C34878D82A}">
                    <a16:rowId xmlns:a16="http://schemas.microsoft.com/office/drawing/2014/main" val="2434114032"/>
                  </a:ext>
                </a:extLst>
              </a:tr>
            </a:tbl>
          </a:graphicData>
        </a:graphic>
      </p:graphicFrame>
      <p:graphicFrame>
        <p:nvGraphicFramePr>
          <p:cNvPr id="10" name="表 9">
            <a:extLst>
              <a:ext uri="{FF2B5EF4-FFF2-40B4-BE49-F238E27FC236}">
                <a16:creationId xmlns:a16="http://schemas.microsoft.com/office/drawing/2014/main" id="{85146763-E865-2084-EF4B-EC1D74727ED3}"/>
              </a:ext>
            </a:extLst>
          </p:cNvPr>
          <p:cNvGraphicFramePr>
            <a:graphicFrameLocks noGrp="1"/>
          </p:cNvGraphicFramePr>
          <p:nvPr>
            <p:extLst>
              <p:ext uri="{D42A27DB-BD31-4B8C-83A1-F6EECF244321}">
                <p14:modId xmlns:p14="http://schemas.microsoft.com/office/powerpoint/2010/main" val="645662101"/>
              </p:ext>
            </p:extLst>
          </p:nvPr>
        </p:nvGraphicFramePr>
        <p:xfrm>
          <a:off x="7168572" y="4718276"/>
          <a:ext cx="153412" cy="567936"/>
        </p:xfrm>
        <a:graphic>
          <a:graphicData uri="http://schemas.openxmlformats.org/drawingml/2006/table">
            <a:tbl>
              <a:tblPr firstRow="1" bandRow="1">
                <a:tableStyleId>{2D5ABB26-0587-4C30-8999-92F81FD0307C}</a:tableStyleId>
              </a:tblPr>
              <a:tblGrid>
                <a:gridCol w="153412">
                  <a:extLst>
                    <a:ext uri="{9D8B030D-6E8A-4147-A177-3AD203B41FA5}">
                      <a16:colId xmlns:a16="http://schemas.microsoft.com/office/drawing/2014/main" val="1708186329"/>
                    </a:ext>
                  </a:extLst>
                </a:gridCol>
              </a:tblGrid>
              <a:tr h="567936">
                <a:tc>
                  <a:txBody>
                    <a:bodyPr/>
                    <a:lstStyle/>
                    <a:p>
                      <a:pPr algn="ctr"/>
                      <a:endParaRPr kumimoji="1" lang="ja-JP" altLang="en-US" sz="1100" b="0" dirty="0">
                        <a:solidFill>
                          <a:schemeClr val="tx1"/>
                        </a:solidFill>
                        <a:latin typeface="+mn-ea"/>
                        <a:ea typeface="+mn-ea"/>
                      </a:endParaRPr>
                    </a:p>
                  </a:txBody>
                  <a:tcPr marL="36000" marR="36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2434114032"/>
                  </a:ext>
                </a:extLst>
              </a:tr>
            </a:tbl>
          </a:graphicData>
        </a:graphic>
      </p:graphicFrame>
      <p:sp>
        <p:nvSpPr>
          <p:cNvPr id="25" name="テキスト ボックス 24">
            <a:extLst>
              <a:ext uri="{FF2B5EF4-FFF2-40B4-BE49-F238E27FC236}">
                <a16:creationId xmlns:a16="http://schemas.microsoft.com/office/drawing/2014/main" id="{C4E2B8B1-1A61-E82E-096D-278EA4C6FB1B}"/>
              </a:ext>
            </a:extLst>
          </p:cNvPr>
          <p:cNvSpPr txBox="1"/>
          <p:nvPr/>
        </p:nvSpPr>
        <p:spPr>
          <a:xfrm>
            <a:off x="5652884" y="4736382"/>
            <a:ext cx="1741373" cy="347084"/>
          </a:xfrm>
          <a:prstGeom prst="rect">
            <a:avLst/>
          </a:prstGeom>
          <a:noFill/>
        </p:spPr>
        <p:txBody>
          <a:bodyPr wrap="square" lIns="108000" tIns="72000" rIns="108000" bIns="72000" rtlCol="0" anchor="t">
            <a:noAutofit/>
          </a:bodyPr>
          <a:lstStyle/>
          <a:p>
            <a:pPr algn="r">
              <a:spcBef>
                <a:spcPts val="600"/>
              </a:spcBef>
            </a:pPr>
            <a:r>
              <a:rPr kumimoji="1" lang="ja-JP" altLang="en-US" sz="1100" dirty="0">
                <a:solidFill>
                  <a:schemeClr val="tx1">
                    <a:lumMod val="75000"/>
                    <a:lumOff val="25000"/>
                  </a:schemeClr>
                </a:solidFill>
                <a:latin typeface="游ゴシック"/>
                <a:ea typeface="游ゴシック"/>
              </a:rPr>
              <a:t>データ移行</a:t>
            </a:r>
            <a:endParaRPr kumimoji="1" lang="en-US" altLang="ja-JP" sz="1100" dirty="0">
              <a:solidFill>
                <a:schemeClr val="tx1">
                  <a:lumMod val="75000"/>
                  <a:lumOff val="25000"/>
                </a:schemeClr>
              </a:solidFill>
              <a:latin typeface="游ゴシック"/>
              <a:ea typeface="游ゴシック"/>
            </a:endParaRPr>
          </a:p>
          <a:p>
            <a:pPr algn="r">
              <a:spcBef>
                <a:spcPts val="600"/>
              </a:spcBef>
            </a:pPr>
            <a:r>
              <a:rPr kumimoji="1" lang="ja-JP" altLang="en-US" sz="1100" dirty="0">
                <a:solidFill>
                  <a:schemeClr val="tx1">
                    <a:lumMod val="75000"/>
                    <a:lumOff val="25000"/>
                  </a:schemeClr>
                </a:solidFill>
                <a:latin typeface="游ゴシック"/>
                <a:ea typeface="游ゴシック"/>
              </a:rPr>
              <a:t>リハ①</a:t>
            </a:r>
            <a:endParaRPr kumimoji="1" lang="en-US" altLang="ja-JP" sz="1100" dirty="0">
              <a:solidFill>
                <a:schemeClr val="tx1">
                  <a:lumMod val="75000"/>
                  <a:lumOff val="25000"/>
                </a:schemeClr>
              </a:solidFill>
              <a:latin typeface="游ゴシック"/>
              <a:ea typeface="游ゴシック"/>
            </a:endParaRPr>
          </a:p>
        </p:txBody>
      </p:sp>
      <p:graphicFrame>
        <p:nvGraphicFramePr>
          <p:cNvPr id="26" name="表 25">
            <a:extLst>
              <a:ext uri="{FF2B5EF4-FFF2-40B4-BE49-F238E27FC236}">
                <a16:creationId xmlns:a16="http://schemas.microsoft.com/office/drawing/2014/main" id="{C2C2175D-A73D-CCE8-15F0-FECEA77F2E44}"/>
              </a:ext>
            </a:extLst>
          </p:cNvPr>
          <p:cNvGraphicFramePr>
            <a:graphicFrameLocks noGrp="1"/>
          </p:cNvGraphicFramePr>
          <p:nvPr>
            <p:extLst>
              <p:ext uri="{D42A27DB-BD31-4B8C-83A1-F6EECF244321}">
                <p14:modId xmlns:p14="http://schemas.microsoft.com/office/powerpoint/2010/main" val="4108378002"/>
              </p:ext>
            </p:extLst>
          </p:nvPr>
        </p:nvGraphicFramePr>
        <p:xfrm>
          <a:off x="8460713" y="4724227"/>
          <a:ext cx="153412" cy="567936"/>
        </p:xfrm>
        <a:graphic>
          <a:graphicData uri="http://schemas.openxmlformats.org/drawingml/2006/table">
            <a:tbl>
              <a:tblPr firstRow="1" bandRow="1">
                <a:tableStyleId>{2D5ABB26-0587-4C30-8999-92F81FD0307C}</a:tableStyleId>
              </a:tblPr>
              <a:tblGrid>
                <a:gridCol w="153412">
                  <a:extLst>
                    <a:ext uri="{9D8B030D-6E8A-4147-A177-3AD203B41FA5}">
                      <a16:colId xmlns:a16="http://schemas.microsoft.com/office/drawing/2014/main" val="1708186329"/>
                    </a:ext>
                  </a:extLst>
                </a:gridCol>
              </a:tblGrid>
              <a:tr h="567936">
                <a:tc>
                  <a:txBody>
                    <a:bodyPr/>
                    <a:lstStyle/>
                    <a:p>
                      <a:pPr algn="ctr"/>
                      <a:endParaRPr kumimoji="1" lang="ja-JP" altLang="en-US" sz="1100" b="0" dirty="0">
                        <a:solidFill>
                          <a:schemeClr val="tx1"/>
                        </a:solidFill>
                        <a:latin typeface="+mn-ea"/>
                        <a:ea typeface="+mn-ea"/>
                      </a:endParaRPr>
                    </a:p>
                  </a:txBody>
                  <a:tcPr marL="36000" marR="36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2434114032"/>
                  </a:ext>
                </a:extLst>
              </a:tr>
            </a:tbl>
          </a:graphicData>
        </a:graphic>
      </p:graphicFrame>
      <p:sp>
        <p:nvSpPr>
          <p:cNvPr id="27" name="テキスト ボックス 26">
            <a:extLst>
              <a:ext uri="{FF2B5EF4-FFF2-40B4-BE49-F238E27FC236}">
                <a16:creationId xmlns:a16="http://schemas.microsoft.com/office/drawing/2014/main" id="{9A1B1B27-1175-EA10-186B-7E90DB3B74DE}"/>
              </a:ext>
            </a:extLst>
          </p:cNvPr>
          <p:cNvSpPr txBox="1"/>
          <p:nvPr/>
        </p:nvSpPr>
        <p:spPr>
          <a:xfrm>
            <a:off x="6970703" y="4742709"/>
            <a:ext cx="1741373" cy="347084"/>
          </a:xfrm>
          <a:prstGeom prst="rect">
            <a:avLst/>
          </a:prstGeom>
          <a:noFill/>
        </p:spPr>
        <p:txBody>
          <a:bodyPr wrap="square" lIns="108000" tIns="72000" rIns="108000" bIns="72000" rtlCol="0" anchor="t">
            <a:noAutofit/>
          </a:bodyPr>
          <a:lstStyle/>
          <a:p>
            <a:pPr algn="r">
              <a:spcBef>
                <a:spcPts val="600"/>
              </a:spcBef>
            </a:pPr>
            <a:r>
              <a:rPr kumimoji="1" lang="ja-JP" altLang="en-US" sz="1100" dirty="0">
                <a:solidFill>
                  <a:schemeClr val="tx1">
                    <a:lumMod val="75000"/>
                    <a:lumOff val="25000"/>
                  </a:schemeClr>
                </a:solidFill>
                <a:latin typeface="游ゴシック"/>
                <a:ea typeface="游ゴシック"/>
              </a:rPr>
              <a:t>データ移行</a:t>
            </a:r>
            <a:endParaRPr kumimoji="1" lang="en-US" altLang="ja-JP" sz="1100" dirty="0">
              <a:solidFill>
                <a:schemeClr val="tx1">
                  <a:lumMod val="75000"/>
                  <a:lumOff val="25000"/>
                </a:schemeClr>
              </a:solidFill>
              <a:latin typeface="游ゴシック"/>
              <a:ea typeface="游ゴシック"/>
            </a:endParaRPr>
          </a:p>
          <a:p>
            <a:pPr algn="r">
              <a:spcBef>
                <a:spcPts val="600"/>
              </a:spcBef>
            </a:pPr>
            <a:r>
              <a:rPr kumimoji="1" lang="ja-JP" altLang="en-US" sz="1100" dirty="0">
                <a:solidFill>
                  <a:schemeClr val="tx1">
                    <a:lumMod val="75000"/>
                    <a:lumOff val="25000"/>
                  </a:schemeClr>
                </a:solidFill>
                <a:latin typeface="游ゴシック"/>
                <a:ea typeface="游ゴシック"/>
              </a:rPr>
              <a:t>リハ②</a:t>
            </a:r>
            <a:endParaRPr kumimoji="1" lang="en-US" altLang="ja-JP" sz="1100" dirty="0">
              <a:solidFill>
                <a:schemeClr val="tx1">
                  <a:lumMod val="75000"/>
                  <a:lumOff val="25000"/>
                </a:schemeClr>
              </a:solidFill>
              <a:latin typeface="游ゴシック"/>
              <a:ea typeface="游ゴシック"/>
            </a:endParaRPr>
          </a:p>
        </p:txBody>
      </p:sp>
      <p:graphicFrame>
        <p:nvGraphicFramePr>
          <p:cNvPr id="28" name="表 27">
            <a:extLst>
              <a:ext uri="{FF2B5EF4-FFF2-40B4-BE49-F238E27FC236}">
                <a16:creationId xmlns:a16="http://schemas.microsoft.com/office/drawing/2014/main" id="{365826FC-B19C-42D3-EC1E-7E4CEBEDF067}"/>
              </a:ext>
            </a:extLst>
          </p:cNvPr>
          <p:cNvGraphicFramePr>
            <a:graphicFrameLocks noGrp="1"/>
          </p:cNvGraphicFramePr>
          <p:nvPr>
            <p:extLst>
              <p:ext uri="{D42A27DB-BD31-4B8C-83A1-F6EECF244321}">
                <p14:modId xmlns:p14="http://schemas.microsoft.com/office/powerpoint/2010/main" val="1863420683"/>
              </p:ext>
            </p:extLst>
          </p:nvPr>
        </p:nvGraphicFramePr>
        <p:xfrm>
          <a:off x="9340634" y="4724369"/>
          <a:ext cx="153412" cy="567936"/>
        </p:xfrm>
        <a:graphic>
          <a:graphicData uri="http://schemas.openxmlformats.org/drawingml/2006/table">
            <a:tbl>
              <a:tblPr firstRow="1" bandRow="1">
                <a:tableStyleId>{2D5ABB26-0587-4C30-8999-92F81FD0307C}</a:tableStyleId>
              </a:tblPr>
              <a:tblGrid>
                <a:gridCol w="153412">
                  <a:extLst>
                    <a:ext uri="{9D8B030D-6E8A-4147-A177-3AD203B41FA5}">
                      <a16:colId xmlns:a16="http://schemas.microsoft.com/office/drawing/2014/main" val="1708186329"/>
                    </a:ext>
                  </a:extLst>
                </a:gridCol>
              </a:tblGrid>
              <a:tr h="567936">
                <a:tc>
                  <a:txBody>
                    <a:bodyPr/>
                    <a:lstStyle/>
                    <a:p>
                      <a:pPr algn="ctr"/>
                      <a:endParaRPr kumimoji="1" lang="ja-JP" altLang="en-US" sz="1100" b="0" dirty="0">
                        <a:solidFill>
                          <a:schemeClr val="tx1"/>
                        </a:solidFill>
                        <a:latin typeface="+mn-ea"/>
                        <a:ea typeface="+mn-ea"/>
                      </a:endParaRPr>
                    </a:p>
                  </a:txBody>
                  <a:tcPr marL="36000" marR="36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2434114032"/>
                  </a:ext>
                </a:extLst>
              </a:tr>
            </a:tbl>
          </a:graphicData>
        </a:graphic>
      </p:graphicFrame>
      <p:sp>
        <p:nvSpPr>
          <p:cNvPr id="29" name="テキスト ボックス 28">
            <a:extLst>
              <a:ext uri="{FF2B5EF4-FFF2-40B4-BE49-F238E27FC236}">
                <a16:creationId xmlns:a16="http://schemas.microsoft.com/office/drawing/2014/main" id="{6FCC87C2-B0A3-6E66-CC78-8F3FC6FEC0D7}"/>
              </a:ext>
            </a:extLst>
          </p:cNvPr>
          <p:cNvSpPr txBox="1"/>
          <p:nvPr/>
        </p:nvSpPr>
        <p:spPr>
          <a:xfrm>
            <a:off x="7836803" y="4740845"/>
            <a:ext cx="1741373" cy="347084"/>
          </a:xfrm>
          <a:prstGeom prst="rect">
            <a:avLst/>
          </a:prstGeom>
          <a:noFill/>
        </p:spPr>
        <p:txBody>
          <a:bodyPr wrap="square" lIns="108000" tIns="72000" rIns="108000" bIns="72000" rtlCol="0" anchor="t">
            <a:noAutofit/>
          </a:bodyPr>
          <a:lstStyle/>
          <a:p>
            <a:pPr algn="r">
              <a:spcBef>
                <a:spcPts val="600"/>
              </a:spcBef>
            </a:pPr>
            <a:r>
              <a:rPr kumimoji="1" lang="ja-JP" altLang="en-US" sz="1100" dirty="0">
                <a:solidFill>
                  <a:schemeClr val="tx1">
                    <a:lumMod val="75000"/>
                    <a:lumOff val="25000"/>
                  </a:schemeClr>
                </a:solidFill>
                <a:latin typeface="游ゴシック"/>
                <a:ea typeface="游ゴシック"/>
              </a:rPr>
              <a:t>データ移行</a:t>
            </a:r>
            <a:endParaRPr kumimoji="1" lang="en-US" altLang="ja-JP" sz="1100" dirty="0">
              <a:solidFill>
                <a:schemeClr val="tx1">
                  <a:lumMod val="75000"/>
                  <a:lumOff val="25000"/>
                </a:schemeClr>
              </a:solidFill>
              <a:latin typeface="游ゴシック"/>
              <a:ea typeface="游ゴシック"/>
            </a:endParaRPr>
          </a:p>
          <a:p>
            <a:pPr algn="r">
              <a:spcBef>
                <a:spcPts val="600"/>
              </a:spcBef>
            </a:pPr>
            <a:r>
              <a:rPr kumimoji="1" lang="ja-JP" altLang="en-US" sz="1100" dirty="0">
                <a:solidFill>
                  <a:schemeClr val="tx1">
                    <a:lumMod val="75000"/>
                    <a:lumOff val="25000"/>
                  </a:schemeClr>
                </a:solidFill>
                <a:latin typeface="游ゴシック"/>
                <a:ea typeface="游ゴシック"/>
              </a:rPr>
              <a:t>本番</a:t>
            </a:r>
            <a:endParaRPr kumimoji="1" lang="en-US" altLang="ja-JP" sz="1100" dirty="0">
              <a:solidFill>
                <a:schemeClr val="tx1">
                  <a:lumMod val="75000"/>
                  <a:lumOff val="25000"/>
                </a:schemeClr>
              </a:solidFill>
              <a:latin typeface="游ゴシック"/>
              <a:ea typeface="游ゴシック"/>
            </a:endParaRPr>
          </a:p>
        </p:txBody>
      </p:sp>
      <p:sp>
        <p:nvSpPr>
          <p:cNvPr id="22" name="スライド番号プレースホルダー 3">
            <a:extLst>
              <a:ext uri="{FF2B5EF4-FFF2-40B4-BE49-F238E27FC236}">
                <a16:creationId xmlns:a16="http://schemas.microsoft.com/office/drawing/2014/main" id="{BE1A85A4-4234-6839-6960-9AF6ECE95656}"/>
              </a:ext>
            </a:extLst>
          </p:cNvPr>
          <p:cNvSpPr>
            <a:spLocks noGrp="1"/>
          </p:cNvSpPr>
          <p:nvPr>
            <p:ph type="sldNum" sz="quarter" idx="12"/>
          </p:nvPr>
        </p:nvSpPr>
        <p:spPr>
          <a:xfrm>
            <a:off x="10752000" y="6552000"/>
            <a:ext cx="1440000" cy="216000"/>
          </a:xfrm>
        </p:spPr>
        <p:txBody>
          <a:bodyPr/>
          <a:lstStyle/>
          <a:p>
            <a:fld id="{26CA5134-5AAC-D342-B763-43605FECB385}" type="slidenum">
              <a:rPr kumimoji="1" lang="ja-JP" altLang="en-US" smtClean="0"/>
              <a:pPr/>
              <a:t>8</a:t>
            </a:fld>
            <a:endParaRPr kumimoji="1" lang="ja-JP" altLang="en-US" sz="700" dirty="0"/>
          </a:p>
        </p:txBody>
      </p:sp>
      <p:sp>
        <p:nvSpPr>
          <p:cNvPr id="5" name="矢印: 五方向 4">
            <a:extLst>
              <a:ext uri="{FF2B5EF4-FFF2-40B4-BE49-F238E27FC236}">
                <a16:creationId xmlns:a16="http://schemas.microsoft.com/office/drawing/2014/main" id="{3AFCE336-4F24-3E84-91D4-78A9C5405E9E}"/>
              </a:ext>
            </a:extLst>
          </p:cNvPr>
          <p:cNvSpPr/>
          <p:nvPr/>
        </p:nvSpPr>
        <p:spPr>
          <a:xfrm>
            <a:off x="3584019" y="3479348"/>
            <a:ext cx="1469544" cy="586948"/>
          </a:xfrm>
          <a:prstGeom prst="homePlate">
            <a:avLst>
              <a:gd name="adj" fmla="val 18180"/>
            </a:avLst>
          </a:prstGeom>
          <a:solidFill>
            <a:schemeClr val="bg1"/>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kumimoji="1" lang="ja-JP" altLang="en-US" sz="1200" dirty="0">
                <a:solidFill>
                  <a:schemeClr val="tx1">
                    <a:lumMod val="75000"/>
                    <a:lumOff val="25000"/>
                  </a:schemeClr>
                </a:solidFill>
              </a:rPr>
              <a:t>要件定義・</a:t>
            </a:r>
            <a:endParaRPr kumimoji="1" lang="en-US" altLang="ja-JP" sz="1200" dirty="0">
              <a:solidFill>
                <a:schemeClr val="tx1">
                  <a:lumMod val="75000"/>
                  <a:lumOff val="25000"/>
                </a:schemeClr>
              </a:solidFill>
            </a:endParaRPr>
          </a:p>
          <a:p>
            <a:pPr algn="ctr"/>
            <a:r>
              <a:rPr kumimoji="1" lang="ja-JP" altLang="en-US" sz="1200" dirty="0">
                <a:solidFill>
                  <a:schemeClr val="tx1">
                    <a:lumMod val="75000"/>
                    <a:lumOff val="25000"/>
                  </a:schemeClr>
                </a:solidFill>
              </a:rPr>
              <a:t>基本設計</a:t>
            </a:r>
            <a:endParaRPr kumimoji="1" lang="en-US" altLang="ja-JP" sz="1200" dirty="0">
              <a:solidFill>
                <a:schemeClr val="tx1">
                  <a:lumMod val="75000"/>
                  <a:lumOff val="25000"/>
                </a:schemeClr>
              </a:solidFill>
            </a:endParaRPr>
          </a:p>
          <a:p>
            <a:pPr algn="ctr"/>
            <a:r>
              <a:rPr kumimoji="1" lang="ja-JP" altLang="en-US" sz="1200" dirty="0">
                <a:solidFill>
                  <a:schemeClr val="tx1">
                    <a:lumMod val="75000"/>
                    <a:lumOff val="25000"/>
                  </a:schemeClr>
                </a:solidFill>
              </a:rPr>
              <a:t>フェーズ</a:t>
            </a:r>
          </a:p>
        </p:txBody>
      </p:sp>
      <p:sp>
        <p:nvSpPr>
          <p:cNvPr id="24" name="テキスト ボックス 23">
            <a:extLst>
              <a:ext uri="{FF2B5EF4-FFF2-40B4-BE49-F238E27FC236}">
                <a16:creationId xmlns:a16="http://schemas.microsoft.com/office/drawing/2014/main" id="{F5887B8E-4E5E-CB13-D5CC-AD90375B68A4}"/>
              </a:ext>
            </a:extLst>
          </p:cNvPr>
          <p:cNvSpPr txBox="1"/>
          <p:nvPr/>
        </p:nvSpPr>
        <p:spPr>
          <a:xfrm>
            <a:off x="9900609" y="1778469"/>
            <a:ext cx="2166802" cy="288147"/>
          </a:xfrm>
          <a:prstGeom prst="rect">
            <a:avLst/>
          </a:prstGeom>
          <a:noFill/>
          <a:ln>
            <a:noFill/>
          </a:ln>
        </p:spPr>
        <p:txBody>
          <a:bodyPr wrap="square" lIns="54000" tIns="36000" rIns="54000" bIns="36000" rtlCol="0" anchor="ctr">
            <a:spAutoFit/>
          </a:bodyPr>
          <a:lstStyle/>
          <a:p>
            <a:pPr algn="ctr"/>
            <a:r>
              <a:rPr kumimoji="1" lang="ja-JP" altLang="en-US" sz="1400" b="1">
                <a:solidFill>
                  <a:schemeClr val="tx1">
                    <a:lumMod val="75000"/>
                    <a:lumOff val="25000"/>
                  </a:schemeClr>
                </a:solidFill>
                <a:latin typeface="游ゴシック" panose="020B0400000000000000" pitchFamily="50" charset="-128"/>
                <a:ea typeface="游ゴシック" panose="020B0400000000000000" pitchFamily="50" charset="-128"/>
                <a:cs typeface="メイリオ" pitchFamily="50" charset="-128"/>
              </a:rPr>
              <a:t>契約④</a:t>
            </a:r>
            <a:r>
              <a:rPr kumimoji="1" lang="en-US" altLang="ja-JP" sz="1400" b="1">
                <a:solidFill>
                  <a:schemeClr val="tx1">
                    <a:lumMod val="75000"/>
                    <a:lumOff val="25000"/>
                  </a:schemeClr>
                </a:solidFill>
                <a:latin typeface="游ゴシック" panose="020B0400000000000000" pitchFamily="50" charset="-128"/>
                <a:ea typeface="游ゴシック" panose="020B0400000000000000" pitchFamily="50" charset="-128"/>
                <a:cs typeface="メイリオ" pitchFamily="50" charset="-128"/>
              </a:rPr>
              <a:t>:</a:t>
            </a:r>
            <a:r>
              <a:rPr kumimoji="1" lang="ja-JP" altLang="en-US" sz="1400" b="1">
                <a:solidFill>
                  <a:schemeClr val="tx1">
                    <a:lumMod val="75000"/>
                    <a:lumOff val="25000"/>
                  </a:schemeClr>
                </a:solidFill>
                <a:latin typeface="游ゴシック" panose="020B0400000000000000" pitchFamily="50" charset="-128"/>
                <a:ea typeface="游ゴシック" panose="020B0400000000000000" pitchFamily="50" charset="-128"/>
                <a:cs typeface="メイリオ" pitchFamily="50" charset="-128"/>
              </a:rPr>
              <a:t>準委任契約</a:t>
            </a:r>
          </a:p>
        </p:txBody>
      </p:sp>
      <p:cxnSp>
        <p:nvCxnSpPr>
          <p:cNvPr id="30" name="直線矢印コネクタ 29">
            <a:extLst>
              <a:ext uri="{FF2B5EF4-FFF2-40B4-BE49-F238E27FC236}">
                <a16:creationId xmlns:a16="http://schemas.microsoft.com/office/drawing/2014/main" id="{EA5A12D4-D7B1-1653-CEF3-A4818C836D76}"/>
              </a:ext>
            </a:extLst>
          </p:cNvPr>
          <p:cNvCxnSpPr>
            <a:cxnSpLocks/>
          </p:cNvCxnSpPr>
          <p:nvPr/>
        </p:nvCxnSpPr>
        <p:spPr>
          <a:xfrm>
            <a:off x="10181823" y="2111538"/>
            <a:ext cx="1434177" cy="0"/>
          </a:xfrm>
          <a:prstGeom prst="straightConnector1">
            <a:avLst/>
          </a:prstGeom>
          <a:ln w="44450">
            <a:solidFill>
              <a:srgbClr val="0000FF"/>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31" name="テキスト ボックス 30">
            <a:extLst>
              <a:ext uri="{FF2B5EF4-FFF2-40B4-BE49-F238E27FC236}">
                <a16:creationId xmlns:a16="http://schemas.microsoft.com/office/drawing/2014/main" id="{D61AA070-48B2-FFFC-7987-68469287CDA9}"/>
              </a:ext>
            </a:extLst>
          </p:cNvPr>
          <p:cNvSpPr txBox="1"/>
          <p:nvPr/>
        </p:nvSpPr>
        <p:spPr>
          <a:xfrm>
            <a:off x="3365532" y="2272586"/>
            <a:ext cx="1151277" cy="276999"/>
          </a:xfrm>
          <a:prstGeom prst="rect">
            <a:avLst/>
          </a:prstGeom>
          <a:noFill/>
        </p:spPr>
        <p:txBody>
          <a:bodyPr wrap="none" rtlCol="0" anchor="t">
            <a:spAutoFit/>
          </a:bodyPr>
          <a:lstStyle/>
          <a:p>
            <a:r>
              <a:rPr kumimoji="1" lang="ja-JP" altLang="en-US" sz="1200" dirty="0">
                <a:latin typeface="游ゴシック" panose="020B0400000000000000" pitchFamily="50" charset="-128"/>
                <a:ea typeface="游ゴシック" panose="020B0400000000000000" pitchFamily="50" charset="-128"/>
              </a:rPr>
              <a:t> ★キックオフ</a:t>
            </a:r>
            <a:endParaRPr kumimoji="1" lang="en-US" altLang="ja-JP" sz="1100" dirty="0">
              <a:latin typeface="游ゴシック" panose="020B0400000000000000" pitchFamily="50" charset="-128"/>
              <a:ea typeface="游ゴシック" panose="020B0400000000000000" pitchFamily="50" charset="-128"/>
            </a:endParaRPr>
          </a:p>
        </p:txBody>
      </p:sp>
      <p:sp>
        <p:nvSpPr>
          <p:cNvPr id="32" name="テキスト ボックス 31">
            <a:extLst>
              <a:ext uri="{FF2B5EF4-FFF2-40B4-BE49-F238E27FC236}">
                <a16:creationId xmlns:a16="http://schemas.microsoft.com/office/drawing/2014/main" id="{D2537E50-4F43-9175-12AD-B411A80BCD5C}"/>
              </a:ext>
            </a:extLst>
          </p:cNvPr>
          <p:cNvSpPr txBox="1"/>
          <p:nvPr/>
        </p:nvSpPr>
        <p:spPr>
          <a:xfrm>
            <a:off x="7916824" y="2473050"/>
            <a:ext cx="1557403" cy="276999"/>
          </a:xfrm>
          <a:prstGeom prst="rect">
            <a:avLst/>
          </a:prstGeom>
          <a:noFill/>
        </p:spPr>
        <p:txBody>
          <a:bodyPr wrap="square" rtlCol="0" anchor="t">
            <a:spAutoFit/>
          </a:bodyPr>
          <a:lstStyle/>
          <a:p>
            <a:pPr algn="r"/>
            <a:r>
              <a:rPr kumimoji="1" lang="ja-JP" altLang="en-US" sz="1200" dirty="0">
                <a:latin typeface="游ゴシック" panose="020B0400000000000000" pitchFamily="50" charset="-128"/>
                <a:ea typeface="游ゴシック" panose="020B0400000000000000" pitchFamily="50" charset="-128"/>
              </a:rPr>
              <a:t>リリース▲</a:t>
            </a:r>
            <a:endParaRPr kumimoji="1" lang="en-US" altLang="ja-JP" sz="1100" dirty="0">
              <a:latin typeface="游ゴシック" panose="020B0400000000000000" pitchFamily="50" charset="-128"/>
              <a:ea typeface="游ゴシック" panose="020B0400000000000000" pitchFamily="50" charset="-128"/>
            </a:endParaRPr>
          </a:p>
        </p:txBody>
      </p:sp>
      <p:sp>
        <p:nvSpPr>
          <p:cNvPr id="33" name="テキスト ボックス 32">
            <a:extLst>
              <a:ext uri="{FF2B5EF4-FFF2-40B4-BE49-F238E27FC236}">
                <a16:creationId xmlns:a16="http://schemas.microsoft.com/office/drawing/2014/main" id="{7710AEF8-5BDF-1B08-8A9D-06479FF6EDCC}"/>
              </a:ext>
            </a:extLst>
          </p:cNvPr>
          <p:cNvSpPr txBox="1"/>
          <p:nvPr/>
        </p:nvSpPr>
        <p:spPr>
          <a:xfrm>
            <a:off x="4698030" y="2869313"/>
            <a:ext cx="1920719" cy="276999"/>
          </a:xfrm>
          <a:prstGeom prst="rect">
            <a:avLst/>
          </a:prstGeom>
          <a:noFill/>
        </p:spPr>
        <p:txBody>
          <a:bodyPr wrap="none" rtlCol="0" anchor="t">
            <a:spAutoFit/>
          </a:bodyPr>
          <a:lstStyle/>
          <a:p>
            <a:pPr algn="ctr"/>
            <a:r>
              <a:rPr kumimoji="1" lang="ja-JP" altLang="en-US" sz="1200" dirty="0">
                <a:solidFill>
                  <a:srgbClr val="008000"/>
                </a:solidFill>
                <a:latin typeface="游ゴシック" panose="020B0400000000000000" pitchFamily="50" charset="-128"/>
                <a:ea typeface="游ゴシック" panose="020B0400000000000000" pitchFamily="50" charset="-128"/>
              </a:rPr>
              <a:t> ▲開発フェーズ契約締結</a:t>
            </a:r>
            <a:endParaRPr kumimoji="1" lang="en-US" altLang="ja-JP" sz="1100" dirty="0">
              <a:solidFill>
                <a:srgbClr val="008000"/>
              </a:solidFill>
              <a:latin typeface="游ゴシック" panose="020B0400000000000000" pitchFamily="50" charset="-128"/>
              <a:ea typeface="游ゴシック" panose="020B0400000000000000" pitchFamily="50" charset="-128"/>
            </a:endParaRPr>
          </a:p>
        </p:txBody>
      </p:sp>
      <p:sp>
        <p:nvSpPr>
          <p:cNvPr id="34" name="テキスト ボックス 33">
            <a:extLst>
              <a:ext uri="{FF2B5EF4-FFF2-40B4-BE49-F238E27FC236}">
                <a16:creationId xmlns:a16="http://schemas.microsoft.com/office/drawing/2014/main" id="{D113FC43-E524-3587-47BF-8E2381D62A6D}"/>
              </a:ext>
            </a:extLst>
          </p:cNvPr>
          <p:cNvSpPr txBox="1"/>
          <p:nvPr/>
        </p:nvSpPr>
        <p:spPr>
          <a:xfrm>
            <a:off x="4698030" y="2395484"/>
            <a:ext cx="997389" cy="276999"/>
          </a:xfrm>
          <a:prstGeom prst="rect">
            <a:avLst/>
          </a:prstGeom>
          <a:noFill/>
        </p:spPr>
        <p:txBody>
          <a:bodyPr wrap="none" rtlCol="0" anchor="t">
            <a:spAutoFit/>
          </a:bodyPr>
          <a:lstStyle/>
          <a:p>
            <a:r>
              <a:rPr kumimoji="1" lang="ja-JP" altLang="en-US" sz="1200" dirty="0">
                <a:latin typeface="游ゴシック" panose="020B0400000000000000" pitchFamily="50" charset="-128"/>
                <a:ea typeface="游ゴシック" panose="020B0400000000000000" pitchFamily="50" charset="-128"/>
              </a:rPr>
              <a:t> ★要件確定</a:t>
            </a:r>
            <a:endParaRPr kumimoji="1" lang="en-US" altLang="ja-JP" sz="1100" dirty="0">
              <a:latin typeface="游ゴシック" panose="020B0400000000000000" pitchFamily="50" charset="-128"/>
              <a:ea typeface="游ゴシック" panose="020B0400000000000000" pitchFamily="50" charset="-128"/>
            </a:endParaRPr>
          </a:p>
        </p:txBody>
      </p:sp>
      <p:sp>
        <p:nvSpPr>
          <p:cNvPr id="37" name="テキスト ボックス 36">
            <a:extLst>
              <a:ext uri="{FF2B5EF4-FFF2-40B4-BE49-F238E27FC236}">
                <a16:creationId xmlns:a16="http://schemas.microsoft.com/office/drawing/2014/main" id="{67D83C73-B40E-4C31-0FCB-545779FB6163}"/>
              </a:ext>
            </a:extLst>
          </p:cNvPr>
          <p:cNvSpPr txBox="1"/>
          <p:nvPr/>
        </p:nvSpPr>
        <p:spPr>
          <a:xfrm>
            <a:off x="4698030" y="2634727"/>
            <a:ext cx="997388" cy="276999"/>
          </a:xfrm>
          <a:prstGeom prst="rect">
            <a:avLst/>
          </a:prstGeom>
          <a:noFill/>
        </p:spPr>
        <p:txBody>
          <a:bodyPr wrap="none" rtlCol="0" anchor="t">
            <a:spAutoFit/>
          </a:bodyPr>
          <a:lstStyle/>
          <a:p>
            <a:pPr algn="ctr"/>
            <a:r>
              <a:rPr kumimoji="1" lang="ja-JP" altLang="en-US" sz="1200">
                <a:latin typeface="游ゴシック" panose="020B0400000000000000" pitchFamily="50" charset="-128"/>
                <a:ea typeface="游ゴシック" panose="020B0400000000000000" pitchFamily="50" charset="-128"/>
              </a:rPr>
              <a:t> ★仕様確定</a:t>
            </a:r>
            <a:endParaRPr kumimoji="1" lang="en-US" altLang="ja-JP" sz="1100">
              <a:latin typeface="游ゴシック" panose="020B0400000000000000" pitchFamily="50" charset="-128"/>
              <a:ea typeface="游ゴシック" panose="020B0400000000000000" pitchFamily="50" charset="-128"/>
            </a:endParaRPr>
          </a:p>
        </p:txBody>
      </p:sp>
      <p:sp>
        <p:nvSpPr>
          <p:cNvPr id="38" name="テキスト ボックス 37">
            <a:extLst>
              <a:ext uri="{FF2B5EF4-FFF2-40B4-BE49-F238E27FC236}">
                <a16:creationId xmlns:a16="http://schemas.microsoft.com/office/drawing/2014/main" id="{96E92E26-508F-BB37-A00E-817A4BE1F8E8}"/>
              </a:ext>
            </a:extLst>
          </p:cNvPr>
          <p:cNvSpPr txBox="1"/>
          <p:nvPr/>
        </p:nvSpPr>
        <p:spPr>
          <a:xfrm>
            <a:off x="10012946" y="3101653"/>
            <a:ext cx="1459054" cy="276999"/>
          </a:xfrm>
          <a:prstGeom prst="rect">
            <a:avLst/>
          </a:prstGeom>
          <a:noFill/>
        </p:spPr>
        <p:txBody>
          <a:bodyPr wrap="none" rtlCol="0" anchor="t">
            <a:spAutoFit/>
          </a:bodyPr>
          <a:lstStyle/>
          <a:p>
            <a:r>
              <a:rPr kumimoji="1" lang="ja-JP" altLang="en-US" sz="1200" dirty="0">
                <a:latin typeface="游ゴシック" panose="020B0400000000000000" pitchFamily="50" charset="-128"/>
                <a:ea typeface="游ゴシック" panose="020B0400000000000000" pitchFamily="50" charset="-128"/>
              </a:rPr>
              <a:t> ▲保守・運用開始</a:t>
            </a:r>
            <a:endParaRPr kumimoji="1" lang="en-US" altLang="ja-JP" sz="1100" dirty="0">
              <a:latin typeface="游ゴシック" panose="020B0400000000000000" pitchFamily="50" charset="-128"/>
              <a:ea typeface="游ゴシック" panose="020B0400000000000000" pitchFamily="50" charset="-128"/>
            </a:endParaRPr>
          </a:p>
        </p:txBody>
      </p:sp>
      <p:sp>
        <p:nvSpPr>
          <p:cNvPr id="41" name="テキスト ボックス 40">
            <a:extLst>
              <a:ext uri="{FF2B5EF4-FFF2-40B4-BE49-F238E27FC236}">
                <a16:creationId xmlns:a16="http://schemas.microsoft.com/office/drawing/2014/main" id="{452B7346-FF6A-B10B-9DAF-A917FF3CB9E4}"/>
              </a:ext>
            </a:extLst>
          </p:cNvPr>
          <p:cNvSpPr txBox="1"/>
          <p:nvPr/>
        </p:nvSpPr>
        <p:spPr>
          <a:xfrm>
            <a:off x="7968103" y="2272032"/>
            <a:ext cx="1372531" cy="276999"/>
          </a:xfrm>
          <a:prstGeom prst="rect">
            <a:avLst/>
          </a:prstGeom>
          <a:noFill/>
        </p:spPr>
        <p:txBody>
          <a:bodyPr wrap="square" rtlCol="0" anchor="t">
            <a:spAutoFit/>
          </a:bodyPr>
          <a:lstStyle/>
          <a:p>
            <a:pPr algn="r"/>
            <a:r>
              <a:rPr kumimoji="1" lang="ja-JP" altLang="en-US" sz="1200" dirty="0">
                <a:latin typeface="游ゴシック" panose="020B0400000000000000" pitchFamily="50" charset="-128"/>
                <a:ea typeface="游ゴシック" panose="020B0400000000000000" pitchFamily="50" charset="-128"/>
              </a:rPr>
              <a:t>リリース判定</a:t>
            </a:r>
            <a:r>
              <a:rPr kumimoji="1" lang="ja-JP" altLang="en-US" sz="1100" dirty="0">
                <a:latin typeface="游ゴシック" panose="020B0400000000000000" pitchFamily="50" charset="-128"/>
                <a:ea typeface="游ゴシック" panose="020B0400000000000000" pitchFamily="50" charset="-128"/>
              </a:rPr>
              <a:t>★</a:t>
            </a:r>
            <a:endParaRPr kumimoji="1" lang="en-US" altLang="ja-JP" sz="1100" dirty="0">
              <a:latin typeface="游ゴシック" panose="020B0400000000000000" pitchFamily="50" charset="-128"/>
              <a:ea typeface="游ゴシック" panose="020B0400000000000000" pitchFamily="50" charset="-128"/>
            </a:endParaRPr>
          </a:p>
        </p:txBody>
      </p:sp>
      <p:sp>
        <p:nvSpPr>
          <p:cNvPr id="43" name="テキスト ボックス 42">
            <a:extLst>
              <a:ext uri="{FF2B5EF4-FFF2-40B4-BE49-F238E27FC236}">
                <a16:creationId xmlns:a16="http://schemas.microsoft.com/office/drawing/2014/main" id="{3C9E3919-8716-BBF8-2755-F919E578F79A}"/>
              </a:ext>
            </a:extLst>
          </p:cNvPr>
          <p:cNvSpPr txBox="1"/>
          <p:nvPr/>
        </p:nvSpPr>
        <p:spPr>
          <a:xfrm>
            <a:off x="7653766" y="3092976"/>
            <a:ext cx="1920718" cy="276999"/>
          </a:xfrm>
          <a:prstGeom prst="rect">
            <a:avLst/>
          </a:prstGeom>
          <a:noFill/>
        </p:spPr>
        <p:txBody>
          <a:bodyPr wrap="none" rtlCol="0" anchor="t">
            <a:spAutoFit/>
          </a:bodyPr>
          <a:lstStyle/>
          <a:p>
            <a:pPr algn="ctr"/>
            <a:r>
              <a:rPr kumimoji="1" lang="ja-JP" altLang="en-US" sz="1200" dirty="0">
                <a:solidFill>
                  <a:srgbClr val="008000"/>
                </a:solidFill>
                <a:latin typeface="游ゴシック" panose="020B0400000000000000" pitchFamily="50" charset="-128"/>
                <a:ea typeface="游ゴシック" panose="020B0400000000000000" pitchFamily="50" charset="-128"/>
              </a:rPr>
              <a:t> ▲導入フェーズ契約締結</a:t>
            </a:r>
            <a:endParaRPr kumimoji="1" lang="en-US" altLang="ja-JP" sz="1100" dirty="0">
              <a:solidFill>
                <a:srgbClr val="008000"/>
              </a:solidFill>
              <a:latin typeface="游ゴシック" panose="020B0400000000000000" pitchFamily="50" charset="-128"/>
              <a:ea typeface="游ゴシック" panose="020B0400000000000000" pitchFamily="50" charset="-128"/>
            </a:endParaRPr>
          </a:p>
        </p:txBody>
      </p:sp>
      <p:sp>
        <p:nvSpPr>
          <p:cNvPr id="45" name="テキスト ボックス 44">
            <a:extLst>
              <a:ext uri="{FF2B5EF4-FFF2-40B4-BE49-F238E27FC236}">
                <a16:creationId xmlns:a16="http://schemas.microsoft.com/office/drawing/2014/main" id="{F0EF75A2-F380-E1EA-7E23-0C53A8738016}"/>
              </a:ext>
            </a:extLst>
          </p:cNvPr>
          <p:cNvSpPr txBox="1"/>
          <p:nvPr/>
        </p:nvSpPr>
        <p:spPr>
          <a:xfrm>
            <a:off x="9845043" y="2864527"/>
            <a:ext cx="1305165" cy="276999"/>
          </a:xfrm>
          <a:prstGeom prst="rect">
            <a:avLst/>
          </a:prstGeom>
          <a:noFill/>
        </p:spPr>
        <p:txBody>
          <a:bodyPr wrap="none" rtlCol="0" anchor="t">
            <a:spAutoFit/>
          </a:bodyPr>
          <a:lstStyle/>
          <a:p>
            <a:pPr algn="ctr"/>
            <a:r>
              <a:rPr kumimoji="1" lang="ja-JP" altLang="en-US" sz="1200" dirty="0">
                <a:solidFill>
                  <a:srgbClr val="008000"/>
                </a:solidFill>
                <a:latin typeface="游ゴシック" panose="020B0400000000000000" pitchFamily="50" charset="-128"/>
                <a:ea typeface="游ゴシック" panose="020B0400000000000000" pitchFamily="50" charset="-128"/>
              </a:rPr>
              <a:t> ▲保守契約締結</a:t>
            </a:r>
            <a:endParaRPr kumimoji="1" lang="en-US" altLang="ja-JP" sz="1100" dirty="0">
              <a:solidFill>
                <a:srgbClr val="008000"/>
              </a:solidFill>
              <a:latin typeface="游ゴシック" panose="020B0400000000000000" pitchFamily="50" charset="-128"/>
              <a:ea typeface="游ゴシック" panose="020B0400000000000000" pitchFamily="50" charset="-128"/>
            </a:endParaRPr>
          </a:p>
        </p:txBody>
      </p:sp>
      <p:sp>
        <p:nvSpPr>
          <p:cNvPr id="47" name="テキスト ボックス 46">
            <a:extLst>
              <a:ext uri="{FF2B5EF4-FFF2-40B4-BE49-F238E27FC236}">
                <a16:creationId xmlns:a16="http://schemas.microsoft.com/office/drawing/2014/main" id="{93FCF73D-AC56-182D-5A77-501DB1A5B450}"/>
              </a:ext>
            </a:extLst>
          </p:cNvPr>
          <p:cNvSpPr txBox="1"/>
          <p:nvPr/>
        </p:nvSpPr>
        <p:spPr>
          <a:xfrm>
            <a:off x="9884476" y="2462398"/>
            <a:ext cx="646331" cy="276999"/>
          </a:xfrm>
          <a:prstGeom prst="rect">
            <a:avLst/>
          </a:prstGeom>
          <a:noFill/>
        </p:spPr>
        <p:txBody>
          <a:bodyPr wrap="none" rtlCol="0" anchor="t">
            <a:spAutoFit/>
          </a:bodyPr>
          <a:lstStyle/>
          <a:p>
            <a:r>
              <a:rPr kumimoji="1" lang="ja-JP" altLang="en-US" sz="1200" b="1" dirty="0">
                <a:solidFill>
                  <a:srgbClr val="FF0000"/>
                </a:solidFill>
                <a:latin typeface="游ゴシック" panose="020B0400000000000000" pitchFamily="50" charset="-128"/>
                <a:ea typeface="游ゴシック" panose="020B0400000000000000" pitchFamily="50" charset="-128"/>
              </a:rPr>
              <a:t>▲検収</a:t>
            </a:r>
            <a:endParaRPr kumimoji="1" lang="en-US" altLang="ja-JP" sz="1100" b="1" dirty="0">
              <a:solidFill>
                <a:srgbClr val="FF0000"/>
              </a:solidFill>
              <a:latin typeface="游ゴシック" panose="020B0400000000000000" pitchFamily="50" charset="-128"/>
              <a:ea typeface="游ゴシック" panose="020B0400000000000000" pitchFamily="50" charset="-128"/>
            </a:endParaRPr>
          </a:p>
        </p:txBody>
      </p:sp>
      <p:graphicFrame>
        <p:nvGraphicFramePr>
          <p:cNvPr id="35" name="表 34">
            <a:extLst>
              <a:ext uri="{FF2B5EF4-FFF2-40B4-BE49-F238E27FC236}">
                <a16:creationId xmlns:a16="http://schemas.microsoft.com/office/drawing/2014/main" id="{CFF21322-1A0A-79E2-61D9-74A4E94B5A8F}"/>
              </a:ext>
            </a:extLst>
          </p:cNvPr>
          <p:cNvGraphicFramePr>
            <a:graphicFrameLocks noGrp="1"/>
          </p:cNvGraphicFramePr>
          <p:nvPr>
            <p:extLst>
              <p:ext uri="{D42A27DB-BD31-4B8C-83A1-F6EECF244321}">
                <p14:modId xmlns:p14="http://schemas.microsoft.com/office/powerpoint/2010/main" val="3100912611"/>
              </p:ext>
            </p:extLst>
          </p:nvPr>
        </p:nvGraphicFramePr>
        <p:xfrm>
          <a:off x="4300743" y="5450227"/>
          <a:ext cx="752820" cy="648000"/>
        </p:xfrm>
        <a:graphic>
          <a:graphicData uri="http://schemas.openxmlformats.org/drawingml/2006/table">
            <a:tbl>
              <a:tblPr firstRow="1" bandRow="1">
                <a:tableStyleId>{2D5ABB26-0587-4C30-8999-92F81FD0307C}</a:tableStyleId>
              </a:tblPr>
              <a:tblGrid>
                <a:gridCol w="752820">
                  <a:extLst>
                    <a:ext uri="{9D8B030D-6E8A-4147-A177-3AD203B41FA5}">
                      <a16:colId xmlns:a16="http://schemas.microsoft.com/office/drawing/2014/main" val="2823374101"/>
                    </a:ext>
                  </a:extLst>
                </a:gridCol>
              </a:tblGrid>
              <a:tr h="648000">
                <a:tc>
                  <a:txBody>
                    <a:bodyPr/>
                    <a:lstStyle/>
                    <a:p>
                      <a:pPr algn="ctr"/>
                      <a:r>
                        <a:rPr kumimoji="1" lang="en-US" altLang="ja-JP" sz="1100" b="0" dirty="0">
                          <a:solidFill>
                            <a:schemeClr val="tx1"/>
                          </a:solidFill>
                          <a:latin typeface="+mn-ea"/>
                          <a:ea typeface="+mn-ea"/>
                        </a:rPr>
                        <a:t>Azure</a:t>
                      </a:r>
                    </a:p>
                    <a:p>
                      <a:pPr algn="ctr"/>
                      <a:r>
                        <a:rPr kumimoji="1" lang="ja-JP" altLang="en-US" sz="1100" b="0" dirty="0">
                          <a:solidFill>
                            <a:schemeClr val="tx1"/>
                          </a:solidFill>
                          <a:latin typeface="+mn-ea"/>
                          <a:ea typeface="+mn-ea"/>
                        </a:rPr>
                        <a:t>環境構築</a:t>
                      </a:r>
                      <a:endParaRPr kumimoji="1" lang="en-US" altLang="ja-JP" sz="1100" b="0" dirty="0">
                        <a:solidFill>
                          <a:schemeClr val="tx1"/>
                        </a:solidFill>
                        <a:latin typeface="+mn-ea"/>
                        <a:ea typeface="+mn-ea"/>
                      </a:endParaRPr>
                    </a:p>
                  </a:txBody>
                  <a:tcPr marL="36000" marR="3600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tx2">
                        <a:lumMod val="40000"/>
                        <a:lumOff val="60000"/>
                      </a:schemeClr>
                    </a:solidFill>
                  </a:tcPr>
                </a:tc>
                <a:extLst>
                  <a:ext uri="{0D108BD9-81ED-4DB2-BD59-A6C34878D82A}">
                    <a16:rowId xmlns:a16="http://schemas.microsoft.com/office/drawing/2014/main" val="2434114032"/>
                  </a:ext>
                </a:extLst>
              </a:tr>
            </a:tbl>
          </a:graphicData>
        </a:graphic>
      </p:graphicFrame>
    </p:spTree>
    <p:extLst>
      <p:ext uri="{BB962C8B-B14F-4D97-AF65-F5344CB8AC3E}">
        <p14:creationId xmlns:p14="http://schemas.microsoft.com/office/powerpoint/2010/main" val="4214697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スライド番号プレースホルダー 2">
            <a:extLst>
              <a:ext uri="{FF2B5EF4-FFF2-40B4-BE49-F238E27FC236}">
                <a16:creationId xmlns:a16="http://schemas.microsoft.com/office/drawing/2014/main" id="{C861573B-D465-84B8-C9A4-216594A8EF7D}"/>
              </a:ext>
            </a:extLst>
          </p:cNvPr>
          <p:cNvSpPr>
            <a:spLocks noGrp="1"/>
          </p:cNvSpPr>
          <p:nvPr>
            <p:ph type="sldNum" sz="quarter" idx="12"/>
          </p:nvPr>
        </p:nvSpPr>
        <p:spPr/>
        <p:txBody>
          <a:bodyPr/>
          <a:lstStyle/>
          <a:p>
            <a:fld id="{26CA5134-5AAC-D342-B763-43605FECB385}" type="slidenum">
              <a:rPr kumimoji="1" lang="ja-JP" altLang="en-US" smtClean="0"/>
              <a:pPr/>
              <a:t>9</a:t>
            </a:fld>
            <a:endParaRPr kumimoji="1" lang="ja-JP" altLang="en-US" sz="700"/>
          </a:p>
        </p:txBody>
      </p:sp>
      <p:sp>
        <p:nvSpPr>
          <p:cNvPr id="4" name="タイトル 3">
            <a:extLst>
              <a:ext uri="{FF2B5EF4-FFF2-40B4-BE49-F238E27FC236}">
                <a16:creationId xmlns:a16="http://schemas.microsoft.com/office/drawing/2014/main" id="{82BECC29-D4CD-6C55-B861-3ABD6DFE03EB}"/>
              </a:ext>
            </a:extLst>
          </p:cNvPr>
          <p:cNvSpPr>
            <a:spLocks noGrp="1"/>
          </p:cNvSpPr>
          <p:nvPr>
            <p:ph type="title"/>
          </p:nvPr>
        </p:nvSpPr>
        <p:spPr/>
        <p:txBody>
          <a:bodyPr/>
          <a:lstStyle/>
          <a:p>
            <a:r>
              <a:rPr lang="ja-JP" altLang="en-US" dirty="0"/>
              <a:t>作業概要</a:t>
            </a:r>
            <a:endParaRPr kumimoji="1" lang="ja-JP" altLang="en-US" dirty="0"/>
          </a:p>
        </p:txBody>
      </p:sp>
    </p:spTree>
    <p:extLst>
      <p:ext uri="{BB962C8B-B14F-4D97-AF65-F5344CB8AC3E}">
        <p14:creationId xmlns:p14="http://schemas.microsoft.com/office/powerpoint/2010/main" val="19058343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34F3D2-3DBF-5621-87E8-24927754D86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DC23065-9BB7-3350-BA5E-726A29FDBFDF}"/>
              </a:ext>
            </a:extLst>
          </p:cNvPr>
          <p:cNvSpPr>
            <a:spLocks noGrp="1"/>
          </p:cNvSpPr>
          <p:nvPr>
            <p:ph type="title"/>
          </p:nvPr>
        </p:nvSpPr>
        <p:spPr/>
        <p:txBody>
          <a:bodyPr/>
          <a:lstStyle/>
          <a:p>
            <a:r>
              <a:rPr lang="en-US" altLang="ja-JP" dirty="0"/>
              <a:t>3-1</a:t>
            </a:r>
            <a:r>
              <a:rPr lang="ja-JP" altLang="en-US"/>
              <a:t>．</a:t>
            </a:r>
            <a:r>
              <a:rPr lang="ja-JP" altLang="en-US" dirty="0"/>
              <a:t>プロジェクト全体の作業概要</a:t>
            </a:r>
            <a:endParaRPr kumimoji="1" lang="ja-JP" altLang="en-US" dirty="0"/>
          </a:p>
        </p:txBody>
      </p:sp>
      <p:sp>
        <p:nvSpPr>
          <p:cNvPr id="5" name="フッター プレースホルダー 4">
            <a:extLst>
              <a:ext uri="{FF2B5EF4-FFF2-40B4-BE49-F238E27FC236}">
                <a16:creationId xmlns:a16="http://schemas.microsoft.com/office/drawing/2014/main" id="{8B9A1A40-00D9-6D1A-97B9-6990C6D8D1C2}"/>
              </a:ext>
            </a:extLst>
          </p:cNvPr>
          <p:cNvSpPr>
            <a:spLocks noGrp="1"/>
          </p:cNvSpPr>
          <p:nvPr>
            <p:ph type="ftr" sz="quarter" idx="11"/>
          </p:nvPr>
        </p:nvSpPr>
        <p:spPr/>
        <p:txBody>
          <a:bodyPr/>
          <a:lstStyle/>
          <a:p>
            <a:r>
              <a:rPr lang="en-US" altLang="ja-JP"/>
              <a:t>Copyright © SystemEXE,Inc All Rights Reserved.</a:t>
            </a:r>
            <a:endParaRPr lang="ja-JP" altLang="en-US"/>
          </a:p>
        </p:txBody>
      </p:sp>
      <p:graphicFrame>
        <p:nvGraphicFramePr>
          <p:cNvPr id="4" name="コンテンツ プレースホルダー 6">
            <a:extLst>
              <a:ext uri="{FF2B5EF4-FFF2-40B4-BE49-F238E27FC236}">
                <a16:creationId xmlns:a16="http://schemas.microsoft.com/office/drawing/2014/main" id="{B8BB1181-8D6C-4D50-4C38-3B95B22AA763}"/>
              </a:ext>
            </a:extLst>
          </p:cNvPr>
          <p:cNvGraphicFramePr>
            <a:graphicFrameLocks/>
          </p:cNvGraphicFramePr>
          <p:nvPr>
            <p:extLst>
              <p:ext uri="{D42A27DB-BD31-4B8C-83A1-F6EECF244321}">
                <p14:modId xmlns:p14="http://schemas.microsoft.com/office/powerpoint/2010/main" val="705766465"/>
              </p:ext>
            </p:extLst>
          </p:nvPr>
        </p:nvGraphicFramePr>
        <p:xfrm>
          <a:off x="576000" y="936000"/>
          <a:ext cx="11016000" cy="5311176"/>
        </p:xfrm>
        <a:graphic>
          <a:graphicData uri="http://schemas.openxmlformats.org/drawingml/2006/table">
            <a:tbl>
              <a:tblPr firstRow="1">
                <a:tableStyleId>{5C22544A-7EE6-4342-B048-85BDC9FD1C3A}</a:tableStyleId>
              </a:tblPr>
              <a:tblGrid>
                <a:gridCol w="2350462">
                  <a:extLst>
                    <a:ext uri="{9D8B030D-6E8A-4147-A177-3AD203B41FA5}">
                      <a16:colId xmlns:a16="http://schemas.microsoft.com/office/drawing/2014/main" val="20000"/>
                    </a:ext>
                  </a:extLst>
                </a:gridCol>
                <a:gridCol w="8665538">
                  <a:extLst>
                    <a:ext uri="{9D8B030D-6E8A-4147-A177-3AD203B41FA5}">
                      <a16:colId xmlns:a16="http://schemas.microsoft.com/office/drawing/2014/main" val="20001"/>
                    </a:ext>
                  </a:extLst>
                </a:gridCol>
              </a:tblGrid>
              <a:tr h="396000">
                <a:tc>
                  <a:txBody>
                    <a:bodyPr/>
                    <a:lstStyle/>
                    <a:p>
                      <a:r>
                        <a:rPr kumimoji="1" lang="ja-JP" altLang="en-US" sz="1600" dirty="0">
                          <a:latin typeface="+mn-ea"/>
                          <a:ea typeface="+mn-ea"/>
                        </a:rPr>
                        <a:t>工程</a:t>
                      </a:r>
                    </a:p>
                  </a:txBody>
                  <a:tcPr marL="72000" marR="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l"/>
                      <a:r>
                        <a:rPr kumimoji="1" lang="ja-JP" altLang="en-US" sz="1600" dirty="0">
                          <a:latin typeface="+mn-ea"/>
                          <a:ea typeface="+mn-ea"/>
                        </a:rPr>
                        <a:t>作業概要</a:t>
                      </a:r>
                    </a:p>
                  </a:txBody>
                  <a:tcPr marL="72000" marR="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614397">
                <a:tc>
                  <a:txBody>
                    <a:bodyPr/>
                    <a:lstStyle/>
                    <a:p>
                      <a:r>
                        <a:rPr kumimoji="1" lang="ja-JP" altLang="en-US" sz="1600" dirty="0">
                          <a:latin typeface="+mn-ea"/>
                          <a:ea typeface="+mn-ea"/>
                        </a:rPr>
                        <a:t>要件定義</a:t>
                      </a:r>
                      <a:endParaRPr kumimoji="1" lang="ja-JP" altLang="en-US" sz="1600" b="0" dirty="0">
                        <a:latin typeface="+mn-ea"/>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600" dirty="0">
                          <a:latin typeface="+mn-ea"/>
                          <a:ea typeface="+mn-ea"/>
                        </a:rPr>
                        <a:t>利害関係者とのヒアリング、要件の</a:t>
                      </a:r>
                      <a:r>
                        <a:rPr lang="ja-JP" altLang="en-US" sz="1600" dirty="0">
                          <a:latin typeface="+mn-ea"/>
                          <a:ea typeface="+mn-ea"/>
                        </a:rPr>
                        <a:t>再</a:t>
                      </a:r>
                      <a:r>
                        <a:rPr kumimoji="1" lang="ja-JP" altLang="en-US" sz="1600" dirty="0">
                          <a:latin typeface="+mn-ea"/>
                          <a:ea typeface="+mn-ea"/>
                        </a:rPr>
                        <a:t>確認、</a:t>
                      </a:r>
                      <a:r>
                        <a:rPr lang="ja-JP" altLang="en-US" sz="1600" dirty="0">
                          <a:latin typeface="+mn-ea"/>
                          <a:ea typeface="+mn-ea"/>
                        </a:rPr>
                        <a:t>未確定部分の</a:t>
                      </a:r>
                      <a:r>
                        <a:rPr kumimoji="1" lang="ja-JP" altLang="en-US" sz="1600" dirty="0">
                          <a:latin typeface="+mn-ea"/>
                          <a:ea typeface="+mn-ea"/>
                        </a:rPr>
                        <a:t>検討・決定を行います。</a:t>
                      </a:r>
                      <a:endParaRPr kumimoji="1" lang="en-US" altLang="ja-JP" sz="1600" dirty="0">
                        <a:latin typeface="+mn-ea"/>
                        <a:ea typeface="+mn-ea"/>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600" dirty="0">
                          <a:latin typeface="+mn-ea"/>
                          <a:ea typeface="+mn-ea"/>
                        </a:rPr>
                        <a:t>要件定義書、業務フローの作成</a:t>
                      </a:r>
                      <a:endParaRPr kumimoji="1" lang="en-US" altLang="ja-JP" sz="1600" dirty="0">
                        <a:latin typeface="+mn-ea"/>
                        <a:ea typeface="+mn-ea"/>
                      </a:endParaRPr>
                    </a:p>
                  </a:txBody>
                  <a:tcPr marL="72000" marR="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7"/>
                  </a:ext>
                </a:extLst>
              </a:tr>
              <a:tr h="614397">
                <a:tc>
                  <a:txBody>
                    <a:bodyPr/>
                    <a:lstStyle/>
                    <a:p>
                      <a:r>
                        <a:rPr kumimoji="1" lang="ja-JP" altLang="en-US" sz="1600" dirty="0">
                          <a:latin typeface="+mn-ea"/>
                          <a:ea typeface="+mn-ea"/>
                        </a:rPr>
                        <a:t>基本設計</a:t>
                      </a:r>
                      <a:endParaRPr kumimoji="1" lang="ja-JP" altLang="en-US" sz="1600" b="0" dirty="0">
                        <a:latin typeface="+mn-ea"/>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600" dirty="0">
                          <a:latin typeface="+mn-ea"/>
                          <a:ea typeface="+mn-ea"/>
                        </a:rPr>
                        <a:t>要件定義書の内容で基本設計書を作成します。</a:t>
                      </a:r>
                      <a:endParaRPr kumimoji="1" lang="en-US" altLang="ja-JP" sz="1600" dirty="0">
                        <a:latin typeface="+mn-ea"/>
                        <a:ea typeface="+mn-ea"/>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600" dirty="0">
                          <a:latin typeface="+mn-ea"/>
                          <a:ea typeface="+mn-ea"/>
                        </a:rPr>
                        <a:t>アーキテクチャ設計やデータベース設計、各画面の項目などの設計をします。</a:t>
                      </a:r>
                    </a:p>
                  </a:txBody>
                  <a:tcPr marL="72000" marR="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9"/>
                  </a:ext>
                </a:extLst>
              </a:tr>
              <a:tr h="614397">
                <a:tc>
                  <a:txBody>
                    <a:bodyPr/>
                    <a:lstStyle/>
                    <a:p>
                      <a:r>
                        <a:rPr kumimoji="1" lang="ja-JP" altLang="en-US" sz="1600" dirty="0">
                          <a:latin typeface="+mn-ea"/>
                          <a:ea typeface="+mn-ea"/>
                        </a:rPr>
                        <a:t>詳細設計</a:t>
                      </a:r>
                      <a:endParaRPr kumimoji="1" lang="ja-JP" altLang="en-US" sz="1600" b="0" dirty="0">
                        <a:solidFill>
                          <a:schemeClr val="tx1"/>
                        </a:solidFill>
                        <a:latin typeface="+mn-ea"/>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600" dirty="0">
                          <a:latin typeface="+mn-ea"/>
                          <a:ea typeface="+mn-ea"/>
                        </a:rPr>
                        <a:t>機能単位</a:t>
                      </a:r>
                      <a:r>
                        <a:rPr kumimoji="1" lang="en-US" altLang="ja-JP" sz="1600" dirty="0">
                          <a:latin typeface="+mn-ea"/>
                          <a:ea typeface="+mn-ea"/>
                        </a:rPr>
                        <a:t>(API)</a:t>
                      </a:r>
                      <a:r>
                        <a:rPr kumimoji="1" lang="ja-JP" altLang="en-US" sz="1600" dirty="0">
                          <a:latin typeface="+mn-ea"/>
                          <a:ea typeface="+mn-ea"/>
                        </a:rPr>
                        <a:t>に分割し、設計します。</a:t>
                      </a:r>
                    </a:p>
                  </a:txBody>
                  <a:tcPr marL="72000" marR="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2"/>
                  </a:ext>
                </a:extLst>
              </a:tr>
              <a:tr h="614397">
                <a:tc>
                  <a:txBody>
                    <a:bodyPr/>
                    <a:lstStyle/>
                    <a:p>
                      <a:r>
                        <a:rPr kumimoji="1" lang="ja-JP" altLang="en-US" sz="1600" dirty="0">
                          <a:latin typeface="+mn-ea"/>
                          <a:ea typeface="+mn-ea"/>
                        </a:rPr>
                        <a:t>製造・単体テスト</a:t>
                      </a:r>
                      <a:endParaRPr kumimoji="1" lang="en-US" altLang="ja-JP" sz="1600" b="0" dirty="0">
                        <a:latin typeface="+mn-ea"/>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l" latinLnBrk="1"/>
                      <a:r>
                        <a:rPr kumimoji="1" lang="ja-JP" altLang="en-US" sz="1600" dirty="0">
                          <a:latin typeface="+mn-ea"/>
                          <a:ea typeface="+mn-ea"/>
                        </a:rPr>
                        <a:t>プログラミングを実施します。また、実装したプログラムが設計通りかを検証します。</a:t>
                      </a:r>
                      <a:endParaRPr lang="en-US" altLang="ja-JP" sz="1600" dirty="0">
                        <a:latin typeface="+mn-ea"/>
                        <a:ea typeface="+mn-ea"/>
                      </a:endParaRPr>
                    </a:p>
                    <a:p>
                      <a:pPr lvl="0" algn="l">
                        <a:buNone/>
                      </a:pPr>
                      <a:r>
                        <a:rPr lang="ja-JP" altLang="en-US" sz="1600" dirty="0">
                          <a:latin typeface="+mn-ea"/>
                          <a:ea typeface="+mn-ea"/>
                        </a:rPr>
                        <a:t>※</a:t>
                      </a:r>
                      <a:r>
                        <a:rPr kumimoji="1" lang="ja-JP" altLang="en-US" sz="1600" dirty="0">
                          <a:latin typeface="+mn-ea"/>
                          <a:ea typeface="+mn-ea"/>
                        </a:rPr>
                        <a:t>プログラム設計としてのドキュメント作成は実施しません。</a:t>
                      </a:r>
                      <a:endParaRPr kumimoji="1" lang="en-US" altLang="ja-JP" sz="1600" dirty="0">
                        <a:latin typeface="+mn-ea"/>
                        <a:ea typeface="+mn-ea"/>
                      </a:endParaRPr>
                    </a:p>
                  </a:txBody>
                  <a:tcPr marL="72000" marR="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3"/>
                  </a:ext>
                </a:extLst>
              </a:tr>
              <a:tr h="614397">
                <a:tc>
                  <a:txBody>
                    <a:bodyPr/>
                    <a:lstStyle/>
                    <a:p>
                      <a:r>
                        <a:rPr kumimoji="1" lang="ja-JP" altLang="en-US" sz="1600" dirty="0">
                          <a:latin typeface="+mn-ea"/>
                          <a:ea typeface="+mn-ea"/>
                        </a:rPr>
                        <a:t>結合テスト</a:t>
                      </a:r>
                      <a:endParaRPr kumimoji="1" lang="ja-JP" altLang="en-US" sz="1600" b="0" dirty="0">
                        <a:latin typeface="+mn-ea"/>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600" dirty="0">
                          <a:latin typeface="+mn-ea"/>
                          <a:ea typeface="+mn-ea"/>
                        </a:rPr>
                        <a:t>弊社内の環境にて、結合テストを実施し、品質を検証します。</a:t>
                      </a:r>
                      <a:endParaRPr kumimoji="1" lang="en-US" altLang="ja-JP" sz="1600" dirty="0">
                        <a:latin typeface="+mn-ea"/>
                        <a:ea typeface="+mn-ea"/>
                      </a:endParaRPr>
                    </a:p>
                  </a:txBody>
                  <a:tcPr marL="72000" marR="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4"/>
                  </a:ext>
                </a:extLst>
              </a:tr>
              <a:tr h="614397">
                <a:tc>
                  <a:txBody>
                    <a:bodyPr/>
                    <a:lstStyle/>
                    <a:p>
                      <a:r>
                        <a:rPr kumimoji="1" lang="ja-JP" altLang="en-US" sz="1600" dirty="0">
                          <a:latin typeface="+mn-ea"/>
                          <a:ea typeface="+mn-ea"/>
                        </a:rPr>
                        <a:t>システムテスト</a:t>
                      </a:r>
                      <a:endParaRPr kumimoji="1" lang="ja-JP" altLang="en-US" sz="1600" b="0" dirty="0">
                        <a:latin typeface="+mn-ea"/>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600" dirty="0">
                          <a:latin typeface="+mn-ea"/>
                          <a:ea typeface="+mn-ea"/>
                        </a:rPr>
                        <a:t>本番環境にて、システムテストを実施し、機能、性能、セキュリティ等の要件を充足するかを検証します。</a:t>
                      </a:r>
                    </a:p>
                  </a:txBody>
                  <a:tcPr marL="72000" marR="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5"/>
                  </a:ext>
                </a:extLst>
              </a:tr>
              <a:tr h="614397">
                <a:tc>
                  <a:txBody>
                    <a:bodyPr/>
                    <a:lstStyle/>
                    <a:p>
                      <a:r>
                        <a:rPr kumimoji="1" lang="ja-JP" altLang="en-US" sz="1600" b="0" dirty="0">
                          <a:latin typeface="+mn-ea"/>
                          <a:ea typeface="+mn-ea"/>
                        </a:rPr>
                        <a:t>受入テスト支援</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600" dirty="0">
                          <a:latin typeface="+mn-ea"/>
                          <a:ea typeface="+mn-ea"/>
                        </a:rPr>
                        <a:t>受入テストでの問合せの管理・対応を行います。</a:t>
                      </a:r>
                    </a:p>
                  </a:txBody>
                  <a:tcPr marL="72000" marR="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539893235"/>
                  </a:ext>
                </a:extLst>
              </a:tr>
              <a:tr h="614397">
                <a:tc>
                  <a:txBody>
                    <a:bodyPr/>
                    <a:lstStyle/>
                    <a:p>
                      <a:r>
                        <a:rPr kumimoji="1" lang="ja-JP" altLang="en-US" sz="1600" b="0">
                          <a:latin typeface="+mn-ea"/>
                          <a:ea typeface="+mn-ea"/>
                        </a:rPr>
                        <a:t>初期流動</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600" dirty="0">
                          <a:latin typeface="+mn-ea"/>
                          <a:ea typeface="+mn-ea"/>
                        </a:rPr>
                        <a:t>システム稼働後の問合せの管理・対応を行います。</a:t>
                      </a:r>
                    </a:p>
                  </a:txBody>
                  <a:tcPr marL="72000" marR="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227847548"/>
                  </a:ext>
                </a:extLst>
              </a:tr>
            </a:tbl>
          </a:graphicData>
        </a:graphic>
      </p:graphicFrame>
      <p:sp>
        <p:nvSpPr>
          <p:cNvPr id="6" name="スライド番号プレースホルダー 3">
            <a:extLst>
              <a:ext uri="{FF2B5EF4-FFF2-40B4-BE49-F238E27FC236}">
                <a16:creationId xmlns:a16="http://schemas.microsoft.com/office/drawing/2014/main" id="{964A5454-BBA0-6E57-C3B3-63B794605CC4}"/>
              </a:ext>
            </a:extLst>
          </p:cNvPr>
          <p:cNvSpPr>
            <a:spLocks noGrp="1"/>
          </p:cNvSpPr>
          <p:nvPr>
            <p:ph type="sldNum" sz="quarter" idx="12"/>
          </p:nvPr>
        </p:nvSpPr>
        <p:spPr>
          <a:xfrm>
            <a:off x="10752000" y="6552000"/>
            <a:ext cx="1440000" cy="216000"/>
          </a:xfrm>
        </p:spPr>
        <p:txBody>
          <a:bodyPr/>
          <a:lstStyle/>
          <a:p>
            <a:fld id="{26CA5134-5AAC-D342-B763-43605FECB385}" type="slidenum">
              <a:rPr kumimoji="1" lang="ja-JP" altLang="en-US" smtClean="0"/>
              <a:pPr/>
              <a:t>10</a:t>
            </a:fld>
            <a:endParaRPr kumimoji="1" lang="ja-JP" altLang="en-US" sz="700" dirty="0"/>
          </a:p>
        </p:txBody>
      </p:sp>
    </p:spTree>
    <p:extLst>
      <p:ext uri="{BB962C8B-B14F-4D97-AF65-F5344CB8AC3E}">
        <p14:creationId xmlns:p14="http://schemas.microsoft.com/office/powerpoint/2010/main" val="42287933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84F798-EC52-E23E-2C73-21E62B8E90E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D482C5D-13B7-A84C-75A8-84CC86292AD3}"/>
              </a:ext>
            </a:extLst>
          </p:cNvPr>
          <p:cNvSpPr>
            <a:spLocks noGrp="1"/>
          </p:cNvSpPr>
          <p:nvPr>
            <p:ph type="title"/>
          </p:nvPr>
        </p:nvSpPr>
        <p:spPr/>
        <p:txBody>
          <a:bodyPr/>
          <a:lstStyle/>
          <a:p>
            <a:r>
              <a:rPr lang="en-US" altLang="ja-JP" dirty="0"/>
              <a:t>3-2</a:t>
            </a:r>
            <a:r>
              <a:rPr lang="ja-JP" altLang="en-US" dirty="0"/>
              <a:t>．要件定義・基本設計工程の作業概要</a:t>
            </a:r>
            <a:endParaRPr kumimoji="1" lang="ja-JP" altLang="en-US" dirty="0"/>
          </a:p>
        </p:txBody>
      </p:sp>
      <p:sp>
        <p:nvSpPr>
          <p:cNvPr id="5" name="フッター プレースホルダー 4">
            <a:extLst>
              <a:ext uri="{FF2B5EF4-FFF2-40B4-BE49-F238E27FC236}">
                <a16:creationId xmlns:a16="http://schemas.microsoft.com/office/drawing/2014/main" id="{A6F6C05A-F0E9-41E9-24F6-7CE4A163C5AC}"/>
              </a:ext>
            </a:extLst>
          </p:cNvPr>
          <p:cNvSpPr>
            <a:spLocks noGrp="1"/>
          </p:cNvSpPr>
          <p:nvPr>
            <p:ph type="ftr" sz="quarter" idx="11"/>
          </p:nvPr>
        </p:nvSpPr>
        <p:spPr/>
        <p:txBody>
          <a:bodyPr/>
          <a:lstStyle/>
          <a:p>
            <a:r>
              <a:rPr lang="en-US" altLang="ja-JP"/>
              <a:t>Copyright © SystemEXE,Inc All Rights Reserved.</a:t>
            </a:r>
            <a:endParaRPr lang="ja-JP" altLang="en-US"/>
          </a:p>
        </p:txBody>
      </p:sp>
      <p:graphicFrame>
        <p:nvGraphicFramePr>
          <p:cNvPr id="4" name="コンテンツ プレースホルダー 6">
            <a:extLst>
              <a:ext uri="{FF2B5EF4-FFF2-40B4-BE49-F238E27FC236}">
                <a16:creationId xmlns:a16="http://schemas.microsoft.com/office/drawing/2014/main" id="{C3ABFFB8-718F-E877-CBCF-1E10B79F64C1}"/>
              </a:ext>
            </a:extLst>
          </p:cNvPr>
          <p:cNvGraphicFramePr>
            <a:graphicFrameLocks/>
          </p:cNvGraphicFramePr>
          <p:nvPr>
            <p:extLst>
              <p:ext uri="{D42A27DB-BD31-4B8C-83A1-F6EECF244321}">
                <p14:modId xmlns:p14="http://schemas.microsoft.com/office/powerpoint/2010/main" val="2082426568"/>
              </p:ext>
            </p:extLst>
          </p:nvPr>
        </p:nvGraphicFramePr>
        <p:xfrm>
          <a:off x="576000" y="936000"/>
          <a:ext cx="11016000" cy="5392447"/>
        </p:xfrm>
        <a:graphic>
          <a:graphicData uri="http://schemas.openxmlformats.org/drawingml/2006/table">
            <a:tbl>
              <a:tblPr firstRow="1">
                <a:tableStyleId>{5C22544A-7EE6-4342-B048-85BDC9FD1C3A}</a:tableStyleId>
              </a:tblPr>
              <a:tblGrid>
                <a:gridCol w="1817651">
                  <a:extLst>
                    <a:ext uri="{9D8B030D-6E8A-4147-A177-3AD203B41FA5}">
                      <a16:colId xmlns:a16="http://schemas.microsoft.com/office/drawing/2014/main" val="20000"/>
                    </a:ext>
                  </a:extLst>
                </a:gridCol>
                <a:gridCol w="9198349">
                  <a:extLst>
                    <a:ext uri="{9D8B030D-6E8A-4147-A177-3AD203B41FA5}">
                      <a16:colId xmlns:a16="http://schemas.microsoft.com/office/drawing/2014/main" val="20001"/>
                    </a:ext>
                  </a:extLst>
                </a:gridCol>
              </a:tblGrid>
              <a:tr h="396000">
                <a:tc>
                  <a:txBody>
                    <a:bodyPr/>
                    <a:lstStyle/>
                    <a:p>
                      <a:r>
                        <a:rPr kumimoji="1" lang="ja-JP" altLang="en-US" sz="1600" dirty="0">
                          <a:latin typeface="+mn-ea"/>
                          <a:ea typeface="+mn-ea"/>
                        </a:rPr>
                        <a:t>対応時期</a:t>
                      </a:r>
                    </a:p>
                  </a:txBody>
                  <a:tcPr marL="72000" marR="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l"/>
                      <a:r>
                        <a:rPr kumimoji="1" lang="ja-JP" altLang="en-US" sz="1600" dirty="0">
                          <a:latin typeface="+mn-ea"/>
                          <a:ea typeface="+mn-ea"/>
                        </a:rPr>
                        <a:t>作業概要</a:t>
                      </a:r>
                    </a:p>
                  </a:txBody>
                  <a:tcPr marL="72000" marR="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0"/>
                  </a:ext>
                </a:extLst>
              </a:tr>
              <a:tr h="1266023">
                <a:tc>
                  <a:txBody>
                    <a:bodyPr/>
                    <a:lstStyle/>
                    <a:p>
                      <a:pPr algn="ctr"/>
                      <a:r>
                        <a:rPr kumimoji="1" lang="en-US" altLang="ja-JP" sz="1600" b="0" dirty="0">
                          <a:latin typeface="+mn-ea"/>
                          <a:ea typeface="+mn-ea"/>
                        </a:rPr>
                        <a:t>7</a:t>
                      </a:r>
                      <a:r>
                        <a:rPr kumimoji="1" lang="ja-JP" altLang="en-US" sz="1600" b="0" dirty="0">
                          <a:latin typeface="+mn-ea"/>
                          <a:ea typeface="+mn-ea"/>
                        </a:rPr>
                        <a:t>月上旬</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600" dirty="0">
                          <a:latin typeface="+mn-ea"/>
                          <a:ea typeface="+mn-ea"/>
                        </a:rPr>
                        <a:t>・業務要件・機能要件・非機能要件ヒアリング</a:t>
                      </a:r>
                      <a:endParaRPr kumimoji="1" lang="en-US" altLang="ja-JP" sz="1600" dirty="0">
                        <a:latin typeface="+mn-ea"/>
                        <a:ea typeface="+mn-ea"/>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600" dirty="0">
                          <a:latin typeface="+mn-ea"/>
                          <a:ea typeface="+mn-ea"/>
                        </a:rPr>
                        <a:t>・要件定義書、業務フローの作成</a:t>
                      </a:r>
                      <a:endParaRPr kumimoji="1" lang="en-US" altLang="ja-JP" sz="1600" dirty="0">
                        <a:latin typeface="+mn-ea"/>
                        <a:ea typeface="+mn-ea"/>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600" dirty="0">
                          <a:latin typeface="+mn-ea"/>
                          <a:ea typeface="+mn-ea"/>
                        </a:rPr>
                        <a:t>・移行用データを受領・整理</a:t>
                      </a:r>
                      <a:endParaRPr kumimoji="1" lang="en-US" altLang="ja-JP" sz="1600" dirty="0">
                        <a:latin typeface="+mn-ea"/>
                        <a:ea typeface="+mn-ea"/>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600" dirty="0">
                          <a:latin typeface="+mn-ea"/>
                          <a:ea typeface="+mn-ea"/>
                        </a:rPr>
                        <a:t>・</a:t>
                      </a:r>
                      <a:r>
                        <a:rPr kumimoji="1" lang="en-US" altLang="ja-JP" sz="1600" dirty="0">
                          <a:latin typeface="+mn-ea"/>
                          <a:ea typeface="+mn-ea"/>
                        </a:rPr>
                        <a:t>SAP</a:t>
                      </a:r>
                      <a:r>
                        <a:rPr kumimoji="1" lang="ja-JP" altLang="en-US" sz="1600" dirty="0">
                          <a:latin typeface="+mn-ea"/>
                          <a:ea typeface="+mn-ea"/>
                        </a:rPr>
                        <a:t>連携情報も受領し、機能拡張しやすい設計となるよう検討する</a:t>
                      </a:r>
                      <a:endParaRPr kumimoji="1" lang="en-US" altLang="ja-JP" sz="1600" dirty="0">
                        <a:latin typeface="+mn-ea"/>
                        <a:ea typeface="+mn-ea"/>
                      </a:endParaRPr>
                    </a:p>
                  </a:txBody>
                  <a:tcPr marL="72000" marR="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7"/>
                  </a:ext>
                </a:extLst>
              </a:tr>
              <a:tr h="1159431">
                <a:tc>
                  <a:txBody>
                    <a:bodyPr/>
                    <a:lstStyle/>
                    <a:p>
                      <a:pPr algn="ctr"/>
                      <a:r>
                        <a:rPr kumimoji="1" lang="en-US" altLang="ja-JP" sz="1600" b="0" dirty="0">
                          <a:latin typeface="+mn-ea"/>
                          <a:ea typeface="+mn-ea"/>
                        </a:rPr>
                        <a:t>7</a:t>
                      </a:r>
                      <a:r>
                        <a:rPr kumimoji="1" lang="ja-JP" altLang="en-US" sz="1600" b="0" dirty="0">
                          <a:latin typeface="+mn-ea"/>
                          <a:ea typeface="+mn-ea"/>
                        </a:rPr>
                        <a:t>月下旬</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600" dirty="0">
                          <a:latin typeface="+mn-ea"/>
                          <a:ea typeface="+mn-ea"/>
                        </a:rPr>
                        <a:t>・要件定義書、業務フローの作成・レビュー・承認</a:t>
                      </a:r>
                      <a:endParaRPr kumimoji="1" lang="en-US" altLang="ja-JP" sz="1600" dirty="0">
                        <a:latin typeface="+mn-ea"/>
                        <a:ea typeface="+mn-ea"/>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600" dirty="0">
                          <a:latin typeface="+mn-ea"/>
                          <a:ea typeface="+mn-ea"/>
                        </a:rPr>
                        <a:t>・アーキテクチャ設計、データベース設計</a:t>
                      </a:r>
                      <a:endParaRPr kumimoji="1" lang="en-US" altLang="ja-JP" sz="1600" dirty="0">
                        <a:latin typeface="+mn-ea"/>
                        <a:ea typeface="+mn-ea"/>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600" dirty="0">
                          <a:latin typeface="+mn-ea"/>
                          <a:ea typeface="+mn-ea"/>
                        </a:rPr>
                        <a:t>・基本設計書（画面項目定義書等）の作成</a:t>
                      </a:r>
                      <a:endParaRPr kumimoji="1" lang="en-US" altLang="ja-JP" sz="1600" dirty="0">
                        <a:latin typeface="+mn-ea"/>
                        <a:ea typeface="+mn-ea"/>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600" dirty="0">
                          <a:latin typeface="+mn-ea"/>
                          <a:ea typeface="+mn-ea"/>
                        </a:rPr>
                        <a:t>・</a:t>
                      </a:r>
                      <a:r>
                        <a:rPr kumimoji="1" lang="en-US" altLang="ja-JP" sz="1600" dirty="0">
                          <a:latin typeface="+mn-ea"/>
                          <a:ea typeface="+mn-ea"/>
                        </a:rPr>
                        <a:t>UI</a:t>
                      </a:r>
                      <a:r>
                        <a:rPr kumimoji="1" lang="ja-JP" altLang="en-US" sz="1600" dirty="0">
                          <a:latin typeface="+mn-ea"/>
                          <a:ea typeface="+mn-ea"/>
                        </a:rPr>
                        <a:t>検討（</a:t>
                      </a:r>
                      <a:r>
                        <a:rPr kumimoji="1" lang="en-US" altLang="ja-JP" sz="1600" dirty="0">
                          <a:latin typeface="+mn-ea"/>
                          <a:ea typeface="+mn-ea"/>
                        </a:rPr>
                        <a:t>※</a:t>
                      </a:r>
                      <a:r>
                        <a:rPr kumimoji="1" lang="ja-JP" altLang="en-US" sz="1600" dirty="0">
                          <a:latin typeface="+mn-ea"/>
                          <a:ea typeface="+mn-ea"/>
                        </a:rPr>
                        <a:t>モックは作成しない想定です。）</a:t>
                      </a:r>
                      <a:endParaRPr kumimoji="1" lang="en-US" altLang="ja-JP" sz="1600" dirty="0">
                        <a:latin typeface="+mn-ea"/>
                        <a:ea typeface="+mn-ea"/>
                      </a:endParaRPr>
                    </a:p>
                  </a:txBody>
                  <a:tcPr marL="72000" marR="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9"/>
                  </a:ext>
                </a:extLst>
              </a:tr>
              <a:tr h="1411562">
                <a:tc>
                  <a:txBody>
                    <a:bodyPr/>
                    <a:lstStyle/>
                    <a:p>
                      <a:pPr algn="ctr"/>
                      <a:r>
                        <a:rPr kumimoji="1" lang="en-US" altLang="ja-JP" sz="1600" b="0" dirty="0">
                          <a:latin typeface="+mn-ea"/>
                          <a:ea typeface="+mn-ea"/>
                        </a:rPr>
                        <a:t>8</a:t>
                      </a:r>
                      <a:r>
                        <a:rPr kumimoji="1" lang="ja-JP" altLang="en-US" sz="1600" b="0" dirty="0">
                          <a:latin typeface="+mn-ea"/>
                          <a:ea typeface="+mn-ea"/>
                        </a:rPr>
                        <a:t>月上旬</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600" dirty="0">
                          <a:latin typeface="+mn-ea"/>
                          <a:ea typeface="+mn-ea"/>
                        </a:rPr>
                        <a:t>・要件定義書、業務フローの承認</a:t>
                      </a:r>
                      <a:endParaRPr kumimoji="1" lang="en-US" altLang="ja-JP" sz="1600" dirty="0">
                        <a:latin typeface="+mn-ea"/>
                        <a:ea typeface="+mn-ea"/>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600" dirty="0">
                          <a:latin typeface="+mn-ea"/>
                          <a:ea typeface="+mn-ea"/>
                        </a:rPr>
                        <a:t>・基本設計書（画面項目定義書等）のレビュー</a:t>
                      </a:r>
                      <a:endParaRPr kumimoji="1" lang="en-US" altLang="ja-JP" sz="1600" dirty="0">
                        <a:latin typeface="+mn-ea"/>
                        <a:ea typeface="+mn-ea"/>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600" dirty="0">
                          <a:latin typeface="+mn-ea"/>
                          <a:ea typeface="+mn-ea"/>
                        </a:rPr>
                        <a:t>・アーキテクチャ設計書、データベース設計のレビュー</a:t>
                      </a:r>
                      <a:endParaRPr kumimoji="1" lang="en-US" altLang="ja-JP" sz="1600" dirty="0">
                        <a:latin typeface="+mn-ea"/>
                        <a:ea typeface="+mn-ea"/>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600" dirty="0">
                          <a:latin typeface="+mn-ea"/>
                          <a:ea typeface="+mn-ea"/>
                        </a:rPr>
                        <a:t>・</a:t>
                      </a:r>
                      <a:r>
                        <a:rPr kumimoji="1" lang="en-US" altLang="ja-JP" sz="1600" dirty="0">
                          <a:latin typeface="+mn-ea"/>
                          <a:ea typeface="+mn-ea"/>
                        </a:rPr>
                        <a:t>UI</a:t>
                      </a:r>
                      <a:r>
                        <a:rPr kumimoji="1" lang="ja-JP" altLang="en-US" sz="1600" dirty="0">
                          <a:latin typeface="+mn-ea"/>
                          <a:ea typeface="+mn-ea"/>
                        </a:rPr>
                        <a:t>検討・レビュー</a:t>
                      </a:r>
                      <a:endParaRPr kumimoji="1" lang="en-US" altLang="ja-JP" sz="1600" dirty="0">
                        <a:latin typeface="+mn-ea"/>
                        <a:ea typeface="+mn-ea"/>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600" dirty="0">
                          <a:latin typeface="+mn-ea"/>
                          <a:ea typeface="+mn-ea"/>
                        </a:rPr>
                        <a:t>・テスト計画書、データ移行計画書の作成・レビュー</a:t>
                      </a:r>
                      <a:endParaRPr kumimoji="1" lang="en-US" altLang="ja-JP" sz="1600" dirty="0">
                        <a:latin typeface="+mn-ea"/>
                        <a:ea typeface="+mn-ea"/>
                      </a:endParaRPr>
                    </a:p>
                  </a:txBody>
                  <a:tcPr marL="72000" marR="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487833570"/>
                  </a:ext>
                </a:extLst>
              </a:tr>
              <a:tr h="1159431">
                <a:tc>
                  <a:txBody>
                    <a:bodyPr/>
                    <a:lstStyle/>
                    <a:p>
                      <a:pPr algn="ctr"/>
                      <a:r>
                        <a:rPr kumimoji="1" lang="en-US" altLang="ja-JP" sz="1600" b="0" dirty="0">
                          <a:latin typeface="+mn-ea"/>
                          <a:ea typeface="+mn-ea"/>
                        </a:rPr>
                        <a:t>8</a:t>
                      </a:r>
                      <a:r>
                        <a:rPr kumimoji="1" lang="ja-JP" altLang="en-US" sz="1600" b="0" dirty="0">
                          <a:latin typeface="+mn-ea"/>
                          <a:ea typeface="+mn-ea"/>
                        </a:rPr>
                        <a:t>月下旬</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600" dirty="0">
                          <a:latin typeface="+mn-ea"/>
                          <a:ea typeface="+mn-ea"/>
                        </a:rPr>
                        <a:t>・基本設計書（画面項目定義書等）の承認</a:t>
                      </a:r>
                      <a:endParaRPr kumimoji="1" lang="en-US" altLang="ja-JP" sz="1600" dirty="0">
                        <a:latin typeface="+mn-ea"/>
                        <a:ea typeface="+mn-ea"/>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600" dirty="0">
                          <a:latin typeface="+mn-ea"/>
                          <a:ea typeface="+mn-ea"/>
                        </a:rPr>
                        <a:t>・アーキテクチャ設計書、データベース設計の承認</a:t>
                      </a:r>
                      <a:endParaRPr kumimoji="1" lang="en-US" altLang="ja-JP" sz="1600" dirty="0">
                        <a:latin typeface="+mn-ea"/>
                        <a:ea typeface="+mn-ea"/>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600" dirty="0">
                          <a:latin typeface="+mn-ea"/>
                          <a:ea typeface="+mn-ea"/>
                        </a:rPr>
                        <a:t>・</a:t>
                      </a:r>
                      <a:r>
                        <a:rPr kumimoji="1" lang="en-US" altLang="ja-JP" sz="1600" dirty="0">
                          <a:latin typeface="+mn-ea"/>
                          <a:ea typeface="+mn-ea"/>
                        </a:rPr>
                        <a:t>UI</a:t>
                      </a:r>
                      <a:r>
                        <a:rPr kumimoji="1" lang="ja-JP" altLang="en-US" sz="1600" dirty="0">
                          <a:latin typeface="+mn-ea"/>
                          <a:ea typeface="+mn-ea"/>
                        </a:rPr>
                        <a:t>承認</a:t>
                      </a:r>
                      <a:endParaRPr kumimoji="1" lang="en-US" altLang="ja-JP" sz="1600" dirty="0">
                        <a:latin typeface="+mn-ea"/>
                        <a:ea typeface="+mn-ea"/>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600" dirty="0">
                          <a:latin typeface="+mn-ea"/>
                          <a:ea typeface="+mn-ea"/>
                        </a:rPr>
                        <a:t>・テスト計画書、データ移行計画書の承認</a:t>
                      </a:r>
                      <a:endParaRPr kumimoji="1" lang="en-US" altLang="ja-JP" sz="1600" dirty="0">
                        <a:latin typeface="+mn-ea"/>
                        <a:ea typeface="+mn-ea"/>
                      </a:endParaRPr>
                    </a:p>
                  </a:txBody>
                  <a:tcPr marL="72000" marR="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020410608"/>
                  </a:ext>
                </a:extLst>
              </a:tr>
            </a:tbl>
          </a:graphicData>
        </a:graphic>
      </p:graphicFrame>
      <p:sp>
        <p:nvSpPr>
          <p:cNvPr id="3" name="スライド番号プレースホルダー 3">
            <a:extLst>
              <a:ext uri="{FF2B5EF4-FFF2-40B4-BE49-F238E27FC236}">
                <a16:creationId xmlns:a16="http://schemas.microsoft.com/office/drawing/2014/main" id="{DE263C4D-C9EC-C55C-48FF-353ED24137DD}"/>
              </a:ext>
            </a:extLst>
          </p:cNvPr>
          <p:cNvSpPr>
            <a:spLocks noGrp="1"/>
          </p:cNvSpPr>
          <p:nvPr>
            <p:ph type="sldNum" sz="quarter" idx="12"/>
          </p:nvPr>
        </p:nvSpPr>
        <p:spPr>
          <a:xfrm>
            <a:off x="10752000" y="6552000"/>
            <a:ext cx="1440000" cy="216000"/>
          </a:xfrm>
        </p:spPr>
        <p:txBody>
          <a:bodyPr/>
          <a:lstStyle/>
          <a:p>
            <a:fld id="{26CA5134-5AAC-D342-B763-43605FECB385}" type="slidenum">
              <a:rPr kumimoji="1" lang="ja-JP" altLang="en-US" smtClean="0"/>
              <a:pPr/>
              <a:t>11</a:t>
            </a:fld>
            <a:endParaRPr kumimoji="1" lang="ja-JP" altLang="en-US" sz="700" dirty="0"/>
          </a:p>
        </p:txBody>
      </p:sp>
    </p:spTree>
    <p:extLst>
      <p:ext uri="{BB962C8B-B14F-4D97-AF65-F5344CB8AC3E}">
        <p14:creationId xmlns:p14="http://schemas.microsoft.com/office/powerpoint/2010/main" val="40687598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15A1977-001A-47E2-A226-93AAC587563E}"/>
              </a:ext>
            </a:extLst>
          </p:cNvPr>
          <p:cNvSpPr>
            <a:spLocks noGrp="1"/>
          </p:cNvSpPr>
          <p:nvPr>
            <p:ph type="title"/>
          </p:nvPr>
        </p:nvSpPr>
        <p:spPr/>
        <p:txBody>
          <a:bodyPr/>
          <a:lstStyle/>
          <a:p>
            <a:r>
              <a:rPr lang="en-US" altLang="ja-JP" dirty="0">
                <a:latin typeface="游明朝"/>
                <a:ea typeface="游明朝"/>
              </a:rPr>
              <a:t>3-3</a:t>
            </a:r>
            <a:r>
              <a:rPr lang="ja-JP" altLang="en-US">
                <a:latin typeface="游明朝"/>
                <a:ea typeface="游明朝"/>
              </a:rPr>
              <a:t>．</a:t>
            </a:r>
            <a:r>
              <a:rPr lang="ja-JP" altLang="en-US" dirty="0">
                <a:latin typeface="游明朝"/>
                <a:ea typeface="游明朝"/>
              </a:rPr>
              <a:t>想定</a:t>
            </a:r>
            <a:r>
              <a:rPr kumimoji="1" lang="ja-JP" altLang="en-US" dirty="0">
                <a:latin typeface="游明朝"/>
                <a:ea typeface="游明朝"/>
              </a:rPr>
              <a:t>機能・</a:t>
            </a:r>
            <a:r>
              <a:rPr lang="ja-JP" altLang="en-US" dirty="0">
                <a:latin typeface="游明朝"/>
                <a:ea typeface="游明朝"/>
              </a:rPr>
              <a:t>画面</a:t>
            </a:r>
            <a:r>
              <a:rPr kumimoji="1" lang="ja-JP" altLang="en-US" dirty="0">
                <a:latin typeface="游明朝"/>
                <a:ea typeface="游明朝"/>
              </a:rPr>
              <a:t>一覧①</a:t>
            </a:r>
            <a:endParaRPr kumimoji="1" lang="ja-JP" altLang="en-US" dirty="0"/>
          </a:p>
        </p:txBody>
      </p:sp>
      <p:graphicFrame>
        <p:nvGraphicFramePr>
          <p:cNvPr id="6" name="表 5">
            <a:extLst>
              <a:ext uri="{FF2B5EF4-FFF2-40B4-BE49-F238E27FC236}">
                <a16:creationId xmlns:a16="http://schemas.microsoft.com/office/drawing/2014/main" id="{AD3B78A0-1783-449D-845D-A46B0767A3FB}"/>
              </a:ext>
            </a:extLst>
          </p:cNvPr>
          <p:cNvGraphicFramePr>
            <a:graphicFrameLocks noGrp="1"/>
          </p:cNvGraphicFramePr>
          <p:nvPr>
            <p:extLst>
              <p:ext uri="{D42A27DB-BD31-4B8C-83A1-F6EECF244321}">
                <p14:modId xmlns:p14="http://schemas.microsoft.com/office/powerpoint/2010/main" val="246407882"/>
              </p:ext>
            </p:extLst>
          </p:nvPr>
        </p:nvGraphicFramePr>
        <p:xfrm>
          <a:off x="575400" y="813840"/>
          <a:ext cx="11015999" cy="5242560"/>
        </p:xfrm>
        <a:graphic>
          <a:graphicData uri="http://schemas.openxmlformats.org/drawingml/2006/table">
            <a:tbl>
              <a:tblPr firstRow="1" bandRow="1">
                <a:tableStyleId>{5940675A-B579-460E-94D1-54222C63F5DA}</a:tableStyleId>
              </a:tblPr>
              <a:tblGrid>
                <a:gridCol w="1599096">
                  <a:extLst>
                    <a:ext uri="{9D8B030D-6E8A-4147-A177-3AD203B41FA5}">
                      <a16:colId xmlns:a16="http://schemas.microsoft.com/office/drawing/2014/main" val="2191046775"/>
                    </a:ext>
                  </a:extLst>
                </a:gridCol>
                <a:gridCol w="1599096">
                  <a:extLst>
                    <a:ext uri="{9D8B030D-6E8A-4147-A177-3AD203B41FA5}">
                      <a16:colId xmlns:a16="http://schemas.microsoft.com/office/drawing/2014/main" val="2023518490"/>
                    </a:ext>
                  </a:extLst>
                </a:gridCol>
                <a:gridCol w="1066064">
                  <a:extLst>
                    <a:ext uri="{9D8B030D-6E8A-4147-A177-3AD203B41FA5}">
                      <a16:colId xmlns:a16="http://schemas.microsoft.com/office/drawing/2014/main" val="2791548711"/>
                    </a:ext>
                  </a:extLst>
                </a:gridCol>
                <a:gridCol w="6751743">
                  <a:extLst>
                    <a:ext uri="{9D8B030D-6E8A-4147-A177-3AD203B41FA5}">
                      <a16:colId xmlns:a16="http://schemas.microsoft.com/office/drawing/2014/main" val="1616917508"/>
                    </a:ext>
                  </a:extLst>
                </a:gridCol>
              </a:tblGrid>
              <a:tr h="152945">
                <a:tc>
                  <a:txBody>
                    <a:bodyPr/>
                    <a:lstStyle/>
                    <a:p>
                      <a:pPr algn="ctr"/>
                      <a:r>
                        <a:rPr kumimoji="1" lang="ja-JP" altLang="en-US" sz="1400" b="1">
                          <a:solidFill>
                            <a:schemeClr val="bg1"/>
                          </a:solidFill>
                          <a:latin typeface="+mn-ea"/>
                          <a:ea typeface="+mn-ea"/>
                        </a:rPr>
                        <a:t>大分類</a:t>
                      </a:r>
                    </a:p>
                  </a:txBody>
                  <a:tcPr marL="90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solidFill>
                  </a:tcPr>
                </a:tc>
                <a:tc>
                  <a:txBody>
                    <a:bodyPr/>
                    <a:lstStyle/>
                    <a:p>
                      <a:pPr algn="ctr"/>
                      <a:r>
                        <a:rPr kumimoji="1" lang="ja-JP" altLang="en-US" sz="1400" b="1">
                          <a:solidFill>
                            <a:schemeClr val="bg1"/>
                          </a:solidFill>
                          <a:latin typeface="+mn-ea"/>
                          <a:ea typeface="+mn-ea"/>
                        </a:rPr>
                        <a:t>中項目</a:t>
                      </a:r>
                    </a:p>
                  </a:txBody>
                  <a:tcPr marL="90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solidFill>
                  </a:tcPr>
                </a:tc>
                <a:tc>
                  <a:txBody>
                    <a:bodyPr/>
                    <a:lstStyle/>
                    <a:p>
                      <a:pPr algn="ctr"/>
                      <a:r>
                        <a:rPr kumimoji="1" lang="ja-JP" altLang="en-US" sz="1400" b="1">
                          <a:solidFill>
                            <a:schemeClr val="bg1"/>
                          </a:solidFill>
                          <a:latin typeface="+mn-ea"/>
                          <a:ea typeface="+mn-ea"/>
                        </a:rPr>
                        <a:t>分類</a:t>
                      </a:r>
                    </a:p>
                  </a:txBody>
                  <a:tcPr marL="90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solidFill>
                  </a:tcPr>
                </a:tc>
                <a:tc>
                  <a:txBody>
                    <a:bodyPr/>
                    <a:lstStyle/>
                    <a:p>
                      <a:pPr algn="ctr"/>
                      <a:r>
                        <a:rPr kumimoji="1" lang="ja-JP" altLang="en-US" sz="1400" b="1">
                          <a:solidFill>
                            <a:schemeClr val="bg1"/>
                          </a:solidFill>
                          <a:latin typeface="+mn-ea"/>
                          <a:ea typeface="+mn-ea"/>
                        </a:rPr>
                        <a:t>機能・画面概要</a:t>
                      </a:r>
                    </a:p>
                  </a:txBody>
                  <a:tcPr marL="90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52205234"/>
                  </a:ext>
                </a:extLst>
              </a:tr>
              <a:tr h="224718">
                <a:tc rowSpan="3">
                  <a:txBody>
                    <a:bodyPr/>
                    <a:lstStyle/>
                    <a:p>
                      <a:pPr algn="l"/>
                      <a:r>
                        <a:rPr kumimoji="1" lang="ja-JP" altLang="en-US" sz="1200">
                          <a:latin typeface="+mn-ea"/>
                          <a:ea typeface="+mn-ea"/>
                        </a:rPr>
                        <a:t>共通</a:t>
                      </a: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a:r>
                        <a:rPr kumimoji="1" lang="ja-JP" altLang="en-US" sz="1200">
                          <a:latin typeface="+mn-ea"/>
                          <a:ea typeface="+mn-ea"/>
                        </a:rPr>
                        <a:t>アーキテクチャ</a:t>
                      </a: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ctr"/>
                      <a:r>
                        <a:rPr kumimoji="1" lang="ja-JP" altLang="en-US" sz="1200">
                          <a:latin typeface="+mn-ea"/>
                          <a:ea typeface="+mn-ea"/>
                        </a:rPr>
                        <a:t>機能</a:t>
                      </a: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a:solidFill>
                            <a:schemeClr val="tx1"/>
                          </a:solidFill>
                          <a:latin typeface="+mn-ea"/>
                          <a:ea typeface="+mn-ea"/>
                          <a:cs typeface="+mn-cs"/>
                        </a:rPr>
                        <a:t>システムアーキテクチャを構築</a:t>
                      </a: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604773201"/>
                  </a:ext>
                </a:extLst>
              </a:tr>
              <a:tr h="152945">
                <a:tc vMerge="1">
                  <a:txBody>
                    <a:bodyPr/>
                    <a:lstStyle/>
                    <a:p>
                      <a:pPr algn="l"/>
                      <a:endParaRPr kumimoji="1" lang="ja-JP" altLang="en-US" sz="1200">
                        <a:latin typeface="游ゴシック" panose="020B0400000000000000" pitchFamily="50" charset="-128"/>
                        <a:ea typeface="游ゴシック" panose="020B0400000000000000" pitchFamily="50" charset="-128"/>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a:r>
                        <a:rPr kumimoji="1" lang="ja-JP" altLang="en-US" sz="1200" dirty="0">
                          <a:latin typeface="+mn-ea"/>
                          <a:ea typeface="+mn-ea"/>
                        </a:rPr>
                        <a:t>認証</a:t>
                      </a: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a:latin typeface="+mn-ea"/>
                          <a:ea typeface="+mn-ea"/>
                        </a:rPr>
                        <a:t>機能</a:t>
                      </a:r>
                    </a:p>
                    <a:p>
                      <a:pPr algn="ctr"/>
                      <a:endParaRPr kumimoji="1" lang="ja-JP" altLang="en-US" sz="1200">
                        <a:latin typeface="+mn-ea"/>
                        <a:ea typeface="+mn-ea"/>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dirty="0">
                          <a:solidFill>
                            <a:schemeClr val="tx1"/>
                          </a:solidFill>
                          <a:latin typeface="+mn-ea"/>
                          <a:ea typeface="+mn-ea"/>
                          <a:cs typeface="+mn-cs"/>
                        </a:rPr>
                        <a:t>出光共通認証基盤を利用</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dirty="0">
                          <a:solidFill>
                            <a:schemeClr val="tx1"/>
                          </a:solidFill>
                          <a:latin typeface="+mn-ea"/>
                          <a:ea typeface="+mn-ea"/>
                          <a:cs typeface="+mn-cs"/>
                        </a:rPr>
                        <a:t>・出光社員は</a:t>
                      </a:r>
                      <a:r>
                        <a:rPr kumimoji="1" lang="en-US" altLang="ja-JP" sz="1200" b="0" i="0" u="none" strike="noStrike" kern="1200" baseline="0" dirty="0">
                          <a:solidFill>
                            <a:schemeClr val="tx1"/>
                          </a:solidFill>
                          <a:latin typeface="+mn-ea"/>
                          <a:ea typeface="+mn-ea"/>
                          <a:cs typeface="+mn-cs"/>
                        </a:rPr>
                        <a:t>IDM</a:t>
                      </a:r>
                      <a:r>
                        <a:rPr kumimoji="1" lang="ja-JP" altLang="en-US" sz="1200" b="0" i="0" u="none" strike="noStrike" kern="1200" baseline="0" dirty="0">
                          <a:solidFill>
                            <a:schemeClr val="tx1"/>
                          </a:solidFill>
                          <a:latin typeface="+mn-ea"/>
                          <a:ea typeface="+mn-ea"/>
                          <a:cs typeface="+mn-cs"/>
                        </a:rPr>
                        <a:t>にて認証</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dirty="0">
                          <a:solidFill>
                            <a:schemeClr val="tx1"/>
                          </a:solidFill>
                          <a:latin typeface="+mn-ea"/>
                          <a:ea typeface="+mn-ea"/>
                          <a:cs typeface="+mn-cs"/>
                        </a:rPr>
                        <a:t>・外部ユーザーは別途認証</a:t>
                      </a: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724696759"/>
                  </a:ext>
                </a:extLst>
              </a:tr>
              <a:tr h="152945">
                <a:tc vMerge="1">
                  <a:txBody>
                    <a:bodyPr/>
                    <a:lstStyle/>
                    <a:p>
                      <a:pPr algn="l"/>
                      <a:endParaRPr kumimoji="1" lang="en-US" altLang="ja-JP" sz="1200">
                        <a:latin typeface="游ゴシック" panose="020B0400000000000000" pitchFamily="50" charset="-128"/>
                        <a:ea typeface="游ゴシック" panose="020B0400000000000000" pitchFamily="50" charset="-128"/>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a:r>
                        <a:rPr kumimoji="1" lang="ja-JP" altLang="en-US" sz="1200">
                          <a:latin typeface="+mn-ea"/>
                          <a:ea typeface="+mn-ea"/>
                        </a:rPr>
                        <a:t>権限管理</a:t>
                      </a:r>
                      <a:endParaRPr kumimoji="1" lang="en-US" altLang="ja-JP" sz="1200">
                        <a:latin typeface="+mn-ea"/>
                        <a:ea typeface="+mn-ea"/>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a:latin typeface="+mn-ea"/>
                          <a:ea typeface="+mn-ea"/>
                        </a:rPr>
                        <a:t>機能</a:t>
                      </a: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dirty="0">
                          <a:solidFill>
                            <a:schemeClr val="tx1"/>
                          </a:solidFill>
                          <a:latin typeface="+mn-ea"/>
                          <a:ea typeface="+mn-ea"/>
                          <a:cs typeface="+mn-cs"/>
                        </a:rPr>
                        <a:t>出光権限管理</a:t>
                      </a:r>
                      <a:r>
                        <a:rPr kumimoji="1" lang="en-US" altLang="ja-JP" sz="1200" b="0" i="0" u="none" strike="noStrike" kern="1200" baseline="0" dirty="0">
                          <a:solidFill>
                            <a:schemeClr val="tx1"/>
                          </a:solidFill>
                          <a:latin typeface="+mn-ea"/>
                          <a:ea typeface="+mn-ea"/>
                          <a:cs typeface="+mn-cs"/>
                        </a:rPr>
                        <a:t>IDM</a:t>
                      </a:r>
                      <a:r>
                        <a:rPr kumimoji="1" lang="ja-JP" altLang="en-US" sz="1200" b="0" i="0" u="none" strike="noStrike" kern="1200" baseline="0" dirty="0">
                          <a:solidFill>
                            <a:schemeClr val="tx1"/>
                          </a:solidFill>
                          <a:latin typeface="+mn-ea"/>
                          <a:ea typeface="+mn-ea"/>
                          <a:cs typeface="+mn-cs"/>
                        </a:rPr>
                        <a:t>システムを利用</a:t>
                      </a: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335918143"/>
                  </a:ext>
                </a:extLst>
              </a:tr>
              <a:tr h="152945">
                <a:tc>
                  <a:txBody>
                    <a:bodyPr/>
                    <a:lstStyle/>
                    <a:p>
                      <a:pPr algn="l"/>
                      <a:r>
                        <a:rPr kumimoji="1" lang="ja-JP" altLang="en-US" sz="1200">
                          <a:latin typeface="+mn-ea"/>
                          <a:ea typeface="+mn-ea"/>
                        </a:rPr>
                        <a:t>ログイン</a:t>
                      </a: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a:r>
                        <a:rPr kumimoji="1" lang="ja-JP" altLang="en-US" sz="1200">
                          <a:latin typeface="+mn-ea"/>
                          <a:ea typeface="+mn-ea"/>
                        </a:rPr>
                        <a:t>ログイン画面</a:t>
                      </a: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ctr"/>
                      <a:r>
                        <a:rPr kumimoji="1" lang="ja-JP" altLang="en-US" sz="1200">
                          <a:latin typeface="+mn-ea"/>
                          <a:ea typeface="+mn-ea"/>
                        </a:rPr>
                        <a:t>画面</a:t>
                      </a: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a:solidFill>
                            <a:schemeClr val="tx1"/>
                          </a:solidFill>
                          <a:latin typeface="+mn-ea"/>
                          <a:ea typeface="+mn-ea"/>
                          <a:cs typeface="+mn-cs"/>
                        </a:rPr>
                        <a:t>ログイン（出光社員、外部ユーザー）</a:t>
                      </a: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941904601"/>
                  </a:ext>
                </a:extLst>
              </a:tr>
              <a:tr h="152945">
                <a:tc rowSpan="2">
                  <a:txBody>
                    <a:bodyPr/>
                    <a:lstStyle/>
                    <a:p>
                      <a:pPr algn="l"/>
                      <a:r>
                        <a:rPr kumimoji="1" lang="ja-JP" altLang="en-US" sz="1200">
                          <a:latin typeface="+mn-ea"/>
                          <a:ea typeface="+mn-ea"/>
                        </a:rPr>
                        <a:t>受注</a:t>
                      </a:r>
                      <a:endParaRPr kumimoji="1" lang="en-US" altLang="ja-JP" sz="1200">
                        <a:latin typeface="+mn-ea"/>
                        <a:ea typeface="+mn-ea"/>
                      </a:endParaRPr>
                    </a:p>
                    <a:p>
                      <a:pPr algn="l"/>
                      <a:r>
                        <a:rPr kumimoji="1" lang="ja-JP" altLang="en-US" sz="1200">
                          <a:latin typeface="+mn-ea"/>
                          <a:ea typeface="+mn-ea"/>
                        </a:rPr>
                        <a:t>（特販店、需要家）</a:t>
                      </a: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a:r>
                        <a:rPr kumimoji="1" lang="ja-JP" altLang="en-US" sz="1200" dirty="0">
                          <a:latin typeface="+mn-ea"/>
                          <a:ea typeface="+mn-ea"/>
                        </a:rPr>
                        <a:t>受注一覧画面</a:t>
                      </a: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ctr"/>
                      <a:r>
                        <a:rPr kumimoji="1" lang="ja-JP" altLang="en-US" sz="1200" dirty="0">
                          <a:latin typeface="+mn-ea"/>
                          <a:ea typeface="+mn-ea"/>
                        </a:rPr>
                        <a:t>画面</a:t>
                      </a: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dirty="0">
                          <a:solidFill>
                            <a:schemeClr val="tx1"/>
                          </a:solidFill>
                          <a:latin typeface="+mn-ea"/>
                          <a:ea typeface="+mn-ea"/>
                          <a:cs typeface="+mn-cs"/>
                        </a:rPr>
                        <a:t>・受注一覧の表示（受注、出荷、運送、合意の情報を表示）</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dirty="0">
                          <a:solidFill>
                            <a:schemeClr val="tx1"/>
                          </a:solidFill>
                          <a:latin typeface="+mn-ea"/>
                          <a:ea typeface="+mn-ea"/>
                          <a:cs typeface="+mn-cs"/>
                        </a:rPr>
                        <a:t>・検索（各ステータスを検索可能とする。受注手続中、受注確定など）</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dirty="0">
                          <a:solidFill>
                            <a:schemeClr val="tx1"/>
                          </a:solidFill>
                          <a:latin typeface="+mn-ea"/>
                          <a:ea typeface="+mn-ea"/>
                          <a:cs typeface="+mn-cs"/>
                        </a:rPr>
                        <a:t>・新規注文ボタン</a:t>
                      </a: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025700629"/>
                  </a:ext>
                </a:extLst>
              </a:tr>
              <a:tr h="152945">
                <a:tc vMerge="1">
                  <a:txBody>
                    <a:bodyPr/>
                    <a:lstStyle/>
                    <a:p>
                      <a:pPr algn="l"/>
                      <a:endParaRPr kumimoji="1" lang="ja-JP" altLang="en-US" sz="1200">
                        <a:latin typeface="游ゴシック" panose="020B0400000000000000" pitchFamily="50" charset="-128"/>
                        <a:ea typeface="游ゴシック" panose="020B0400000000000000" pitchFamily="50" charset="-128"/>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a:r>
                        <a:rPr kumimoji="1" lang="ja-JP" altLang="en-US" sz="1200">
                          <a:latin typeface="+mn-ea"/>
                          <a:ea typeface="+mn-ea"/>
                        </a:rPr>
                        <a:t>受注画面</a:t>
                      </a: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ctr"/>
                      <a:r>
                        <a:rPr kumimoji="1" lang="ja-JP" altLang="en-US" sz="1200">
                          <a:latin typeface="+mn-ea"/>
                          <a:ea typeface="+mn-ea"/>
                        </a:rPr>
                        <a:t>画面</a:t>
                      </a: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dirty="0">
                          <a:solidFill>
                            <a:schemeClr val="tx1"/>
                          </a:solidFill>
                          <a:latin typeface="+mn-ea"/>
                          <a:ea typeface="+mn-ea"/>
                          <a:cs typeface="+mn-cs"/>
                        </a:rPr>
                        <a:t>・受注情報の表示</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dirty="0">
                          <a:solidFill>
                            <a:schemeClr val="tx1"/>
                          </a:solidFill>
                          <a:latin typeface="+mn-ea"/>
                          <a:ea typeface="+mn-ea"/>
                          <a:cs typeface="+mn-cs"/>
                        </a:rPr>
                        <a:t>・受注情報の入力</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dirty="0">
                          <a:solidFill>
                            <a:schemeClr val="tx1"/>
                          </a:solidFill>
                          <a:latin typeface="+mn-ea"/>
                          <a:ea typeface="+mn-ea"/>
                          <a:cs typeface="+mn-cs"/>
                        </a:rPr>
                        <a:t>・マスタより出荷基地を設定（変更可）</a:t>
                      </a:r>
                      <a:r>
                        <a:rPr kumimoji="1" lang="en-US" altLang="ja-JP" sz="1200" b="0" i="0" u="none" strike="noStrike" kern="1200" baseline="0" dirty="0">
                          <a:solidFill>
                            <a:schemeClr val="tx1"/>
                          </a:solidFill>
                          <a:latin typeface="+mn-ea"/>
                          <a:ea typeface="+mn-ea"/>
                          <a:cs typeface="+mn-cs"/>
                        </a:rPr>
                        <a:t>※</a:t>
                      </a:r>
                      <a:r>
                        <a:rPr kumimoji="1" lang="ja-JP" altLang="en-US" sz="1200" b="0" i="0" u="none" strike="noStrike" kern="1200" baseline="0" dirty="0">
                          <a:solidFill>
                            <a:schemeClr val="tx1"/>
                          </a:solidFill>
                          <a:latin typeface="+mn-ea"/>
                          <a:ea typeface="+mn-ea"/>
                          <a:cs typeface="+mn-cs"/>
                        </a:rPr>
                        <a:t>注文者に紐づく出荷基地がある</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dirty="0">
                          <a:solidFill>
                            <a:schemeClr val="tx1"/>
                          </a:solidFill>
                          <a:latin typeface="+mn-ea"/>
                          <a:ea typeface="+mn-ea"/>
                          <a:cs typeface="+mn-cs"/>
                        </a:rPr>
                        <a:t>・マスタより運送会社を設定（変更可）</a:t>
                      </a:r>
                      <a:r>
                        <a:rPr kumimoji="1" lang="en-US" altLang="ja-JP" sz="1200" b="0" i="0" u="none" strike="noStrike" kern="1200" baseline="0" dirty="0">
                          <a:solidFill>
                            <a:schemeClr val="tx1"/>
                          </a:solidFill>
                          <a:latin typeface="+mn-ea"/>
                          <a:ea typeface="+mn-ea"/>
                          <a:cs typeface="+mn-cs"/>
                        </a:rPr>
                        <a:t>※</a:t>
                      </a:r>
                      <a:r>
                        <a:rPr kumimoji="1" lang="ja-JP" altLang="en-US" sz="1200" b="0" i="0" u="none" strike="noStrike" kern="1200" baseline="0" dirty="0">
                          <a:solidFill>
                            <a:schemeClr val="tx1"/>
                          </a:solidFill>
                          <a:latin typeface="+mn-ea"/>
                          <a:ea typeface="+mn-ea"/>
                          <a:cs typeface="+mn-cs"/>
                        </a:rPr>
                        <a:t>注文者に紐づく運送会社がある</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dirty="0">
                          <a:solidFill>
                            <a:schemeClr val="tx1"/>
                          </a:solidFill>
                          <a:latin typeface="+mn-ea"/>
                          <a:ea typeface="+mn-ea"/>
                          <a:cs typeface="+mn-cs"/>
                        </a:rPr>
                        <a:t>・マスタより積時間を仮決定（変更可）</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dirty="0">
                          <a:solidFill>
                            <a:schemeClr val="tx1"/>
                          </a:solidFill>
                          <a:latin typeface="+mn-ea"/>
                          <a:ea typeface="+mn-ea"/>
                          <a:cs typeface="+mn-cs"/>
                        </a:rPr>
                        <a:t>　⇒希望着日時は</a:t>
                      </a:r>
                      <a:r>
                        <a:rPr kumimoji="1" lang="en-US" altLang="ja-JP" sz="1200" b="0" i="0" u="none" strike="noStrike" kern="1200" baseline="0" dirty="0">
                          <a:solidFill>
                            <a:schemeClr val="tx1"/>
                          </a:solidFill>
                          <a:latin typeface="+mn-ea"/>
                          <a:ea typeface="+mn-ea"/>
                          <a:cs typeface="+mn-cs"/>
                        </a:rPr>
                        <a:t>30</a:t>
                      </a:r>
                      <a:r>
                        <a:rPr kumimoji="1" lang="ja-JP" altLang="en-US" sz="1200" b="0" i="0" u="none" strike="noStrike" kern="1200" baseline="0" dirty="0">
                          <a:solidFill>
                            <a:schemeClr val="tx1"/>
                          </a:solidFill>
                          <a:latin typeface="+mn-ea"/>
                          <a:ea typeface="+mn-ea"/>
                          <a:cs typeface="+mn-cs"/>
                        </a:rPr>
                        <a:t>分単位、</a:t>
                      </a:r>
                      <a:r>
                        <a:rPr kumimoji="1" lang="en-US" altLang="ja-JP" sz="1200" b="0" i="0" u="none" strike="noStrike" kern="1200" baseline="0" dirty="0">
                          <a:solidFill>
                            <a:schemeClr val="tx1"/>
                          </a:solidFill>
                          <a:latin typeface="+mn-ea"/>
                          <a:ea typeface="+mn-ea"/>
                          <a:cs typeface="+mn-cs"/>
                        </a:rPr>
                        <a:t>AM/PM/</a:t>
                      </a:r>
                      <a:r>
                        <a:rPr kumimoji="1" lang="ja-JP" altLang="en-US" sz="1200" b="0" i="0" u="none" strike="noStrike" kern="1200" baseline="0" dirty="0">
                          <a:solidFill>
                            <a:schemeClr val="tx1"/>
                          </a:solidFill>
                          <a:latin typeface="+mn-ea"/>
                          <a:ea typeface="+mn-ea"/>
                          <a:cs typeface="+mn-cs"/>
                        </a:rPr>
                        <a:t>終日フリーが選択可</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dirty="0">
                          <a:solidFill>
                            <a:schemeClr val="tx1"/>
                          </a:solidFill>
                          <a:latin typeface="+mn-ea"/>
                          <a:ea typeface="+mn-ea"/>
                          <a:cs typeface="+mn-cs"/>
                        </a:rPr>
                        <a:t>　⇒選択可能な希望着日時は基地により異なる</a:t>
                      </a:r>
                      <a:endParaRPr kumimoji="1" lang="en-US" altLang="ja-JP" sz="1200" b="0" i="0" u="none" strike="noStrike" kern="1200" baseline="0" dirty="0">
                        <a:solidFill>
                          <a:schemeClr val="tx1"/>
                        </a:solidFill>
                        <a:latin typeface="+mn-ea"/>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dirty="0">
                          <a:solidFill>
                            <a:schemeClr val="tx1"/>
                          </a:solidFill>
                          <a:latin typeface="+mn-ea"/>
                          <a:ea typeface="+mn-ea"/>
                          <a:cs typeface="+mn-cs"/>
                        </a:rPr>
                        <a:t>　　選択不可</a:t>
                      </a:r>
                      <a:r>
                        <a:rPr kumimoji="1" lang="en-US" altLang="ja-JP" sz="1200" b="0" i="0" u="none" strike="noStrike" kern="1200" baseline="0" dirty="0">
                          <a:solidFill>
                            <a:schemeClr val="tx1"/>
                          </a:solidFill>
                          <a:latin typeface="+mn-ea"/>
                          <a:ea typeface="+mn-ea"/>
                          <a:cs typeface="+mn-cs"/>
                        </a:rPr>
                        <a:t>or</a:t>
                      </a:r>
                      <a:r>
                        <a:rPr kumimoji="1" lang="ja-JP" altLang="en-US" sz="1200" b="0" i="0" u="none" strike="noStrike" kern="1200" baseline="0" dirty="0">
                          <a:solidFill>
                            <a:schemeClr val="tx1"/>
                          </a:solidFill>
                          <a:latin typeface="+mn-ea"/>
                          <a:ea typeface="+mn-ea"/>
                          <a:cs typeface="+mn-cs"/>
                        </a:rPr>
                        <a:t>バリデーションエラーは要検討</a:t>
                      </a:r>
                      <a:endParaRPr kumimoji="1" lang="en-US" altLang="ja-JP" sz="1200" b="0" i="0" u="none" strike="noStrike" kern="1200" baseline="0" dirty="0">
                        <a:solidFill>
                          <a:schemeClr val="tx1"/>
                        </a:solidFill>
                        <a:latin typeface="+mn-ea"/>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dirty="0">
                          <a:solidFill>
                            <a:schemeClr val="tx1"/>
                          </a:solidFill>
                          <a:latin typeface="+mn-ea"/>
                          <a:ea typeface="+mn-ea"/>
                          <a:cs typeface="+mn-cs"/>
                        </a:rPr>
                        <a:t>　　年末年始などイレギュラー都合を考慮し、受注不可日時も基地ごとに事前設定するか検討</a:t>
                      </a:r>
                      <a:endParaRPr kumimoji="1" lang="en-US" altLang="ja-JP" sz="1200" b="0" i="0" u="none" strike="noStrike" kern="1200" baseline="0" dirty="0">
                        <a:solidFill>
                          <a:schemeClr val="tx1"/>
                        </a:solidFill>
                        <a:latin typeface="+mn-ea"/>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dirty="0">
                          <a:solidFill>
                            <a:schemeClr val="tx1"/>
                          </a:solidFill>
                          <a:latin typeface="+mn-ea"/>
                          <a:ea typeface="+mn-ea"/>
                          <a:cs typeface="+mn-cs"/>
                        </a:rPr>
                        <a:t>　　</a:t>
                      </a:r>
                      <a:r>
                        <a:rPr kumimoji="1" lang="en-US" altLang="ja-JP" sz="1200" b="0" i="0" u="none" strike="noStrike" kern="1200" baseline="0" dirty="0">
                          <a:solidFill>
                            <a:schemeClr val="tx1"/>
                          </a:solidFill>
                          <a:latin typeface="+mn-ea"/>
                          <a:ea typeface="+mn-ea"/>
                          <a:cs typeface="+mn-cs"/>
                        </a:rPr>
                        <a:t>※</a:t>
                      </a:r>
                      <a:r>
                        <a:rPr kumimoji="1" lang="ja-JP" altLang="en-US" sz="1200" b="0" i="0" u="none" strike="noStrike" kern="1200" baseline="0" dirty="0">
                          <a:solidFill>
                            <a:schemeClr val="tx1"/>
                          </a:solidFill>
                          <a:latin typeface="+mn-ea"/>
                          <a:ea typeface="+mn-ea"/>
                          <a:cs typeface="+mn-cs"/>
                        </a:rPr>
                        <a:t>希望着日時の混雑状況をわかるようにしなくてよい</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dirty="0">
                          <a:solidFill>
                            <a:schemeClr val="tx1"/>
                          </a:solidFill>
                          <a:latin typeface="+mn-ea"/>
                          <a:ea typeface="+mn-ea"/>
                          <a:cs typeface="+mn-cs"/>
                        </a:rPr>
                        <a:t>・必須入力（品目、数量、出荷基地、出荷先、希望着日時、第</a:t>
                      </a:r>
                      <a:r>
                        <a:rPr kumimoji="1" lang="en-US" altLang="ja-JP" sz="1200" b="0" i="0" u="none" strike="noStrike" kern="1200" baseline="0" dirty="0">
                          <a:solidFill>
                            <a:schemeClr val="tx1"/>
                          </a:solidFill>
                          <a:latin typeface="+mn-ea"/>
                          <a:ea typeface="+mn-ea"/>
                          <a:cs typeface="+mn-cs"/>
                        </a:rPr>
                        <a:t>1</a:t>
                      </a:r>
                      <a:r>
                        <a:rPr kumimoji="1" lang="ja-JP" altLang="en-US" sz="1200" b="0" i="0" u="none" strike="noStrike" kern="1200" baseline="0" dirty="0">
                          <a:solidFill>
                            <a:schemeClr val="tx1"/>
                          </a:solidFill>
                          <a:latin typeface="+mn-ea"/>
                          <a:ea typeface="+mn-ea"/>
                          <a:cs typeface="+mn-cs"/>
                        </a:rPr>
                        <a:t>運送会社、第</a:t>
                      </a:r>
                      <a:r>
                        <a:rPr kumimoji="1" lang="en-US" altLang="ja-JP" sz="1200" b="0" i="0" u="none" strike="noStrike" kern="1200" baseline="0" dirty="0">
                          <a:solidFill>
                            <a:schemeClr val="tx1"/>
                          </a:solidFill>
                          <a:latin typeface="+mn-ea"/>
                          <a:ea typeface="+mn-ea"/>
                          <a:cs typeface="+mn-cs"/>
                        </a:rPr>
                        <a:t>2</a:t>
                      </a:r>
                      <a:r>
                        <a:rPr kumimoji="1" lang="ja-JP" altLang="en-US" sz="1200" b="0" i="0" u="none" strike="noStrike" kern="1200" baseline="0" dirty="0">
                          <a:solidFill>
                            <a:schemeClr val="tx1"/>
                          </a:solidFill>
                          <a:latin typeface="+mn-ea"/>
                          <a:ea typeface="+mn-ea"/>
                          <a:cs typeface="+mn-cs"/>
                        </a:rPr>
                        <a:t>運送会社）</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dirty="0">
                          <a:solidFill>
                            <a:schemeClr val="tx1"/>
                          </a:solidFill>
                          <a:latin typeface="+mn-ea"/>
                          <a:ea typeface="+mn-ea"/>
                          <a:cs typeface="+mn-cs"/>
                        </a:rPr>
                        <a:t>　</a:t>
                      </a:r>
                      <a:r>
                        <a:rPr kumimoji="1" lang="en-US" altLang="ja-JP" sz="1200" b="0" i="0" u="none" strike="noStrike" kern="1200" baseline="0" dirty="0">
                          <a:solidFill>
                            <a:schemeClr val="tx1"/>
                          </a:solidFill>
                          <a:latin typeface="+mn-ea"/>
                          <a:ea typeface="+mn-ea"/>
                          <a:cs typeface="+mn-cs"/>
                        </a:rPr>
                        <a:t>※</a:t>
                      </a:r>
                      <a:r>
                        <a:rPr kumimoji="1" lang="ja-JP" altLang="en-US" sz="1200" b="0" i="0" u="none" strike="noStrike" kern="1200" baseline="0" dirty="0">
                          <a:solidFill>
                            <a:schemeClr val="tx1"/>
                          </a:solidFill>
                          <a:latin typeface="+mn-ea"/>
                          <a:ea typeface="+mn-ea"/>
                          <a:cs typeface="+mn-cs"/>
                        </a:rPr>
                        <a:t>品目ごとに数量単位が異なる</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dirty="0">
                          <a:solidFill>
                            <a:schemeClr val="tx1"/>
                          </a:solidFill>
                          <a:latin typeface="+mn-ea"/>
                          <a:ea typeface="+mn-ea"/>
                          <a:cs typeface="+mn-cs"/>
                        </a:rPr>
                        <a:t>・バリデーション</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dirty="0">
                          <a:solidFill>
                            <a:schemeClr val="tx1"/>
                          </a:solidFill>
                          <a:latin typeface="+mn-ea"/>
                          <a:ea typeface="+mn-ea"/>
                          <a:cs typeface="+mn-cs"/>
                        </a:rPr>
                        <a:t>・一時保存</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dirty="0">
                          <a:solidFill>
                            <a:schemeClr val="tx1"/>
                          </a:solidFill>
                          <a:latin typeface="+mn-ea"/>
                          <a:ea typeface="+mn-ea"/>
                          <a:cs typeface="+mn-cs"/>
                        </a:rPr>
                        <a:t>・受注登録</a:t>
                      </a: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593048486"/>
                  </a:ext>
                </a:extLst>
              </a:tr>
            </a:tbl>
          </a:graphicData>
        </a:graphic>
      </p:graphicFrame>
      <p:sp>
        <p:nvSpPr>
          <p:cNvPr id="3" name="フッター プレースホルダー 2">
            <a:extLst>
              <a:ext uri="{FF2B5EF4-FFF2-40B4-BE49-F238E27FC236}">
                <a16:creationId xmlns:a16="http://schemas.microsoft.com/office/drawing/2014/main" id="{752F2B02-036F-860B-F73F-0E4FC7487946}"/>
              </a:ext>
            </a:extLst>
          </p:cNvPr>
          <p:cNvSpPr>
            <a:spLocks noGrp="1"/>
          </p:cNvSpPr>
          <p:nvPr>
            <p:ph type="ftr" sz="quarter" idx="11"/>
          </p:nvPr>
        </p:nvSpPr>
        <p:spPr/>
        <p:txBody>
          <a:bodyPr/>
          <a:lstStyle/>
          <a:p>
            <a:r>
              <a:rPr lang="en-US"/>
              <a:t>Copyright © SystemEXE,Inc All Rights Reserved.</a:t>
            </a:r>
          </a:p>
        </p:txBody>
      </p:sp>
      <p:sp>
        <p:nvSpPr>
          <p:cNvPr id="4" name="スライド番号プレースホルダー 3">
            <a:extLst>
              <a:ext uri="{FF2B5EF4-FFF2-40B4-BE49-F238E27FC236}">
                <a16:creationId xmlns:a16="http://schemas.microsoft.com/office/drawing/2014/main" id="{95DA0B14-CB09-3B2C-CAC2-3F2B80C780CD}"/>
              </a:ext>
            </a:extLst>
          </p:cNvPr>
          <p:cNvSpPr>
            <a:spLocks noGrp="1"/>
          </p:cNvSpPr>
          <p:nvPr>
            <p:ph type="sldNum" sz="quarter" idx="12"/>
          </p:nvPr>
        </p:nvSpPr>
        <p:spPr>
          <a:xfrm>
            <a:off x="10752000" y="6552000"/>
            <a:ext cx="1440000" cy="216000"/>
          </a:xfrm>
        </p:spPr>
        <p:txBody>
          <a:bodyPr/>
          <a:lstStyle/>
          <a:p>
            <a:fld id="{26CA5134-5AAC-D342-B763-43605FECB385}" type="slidenum">
              <a:rPr kumimoji="1" lang="ja-JP" altLang="en-US" smtClean="0"/>
              <a:pPr/>
              <a:t>12</a:t>
            </a:fld>
            <a:endParaRPr kumimoji="1" lang="ja-JP" altLang="en-US" sz="700" dirty="0"/>
          </a:p>
        </p:txBody>
      </p:sp>
    </p:spTree>
    <p:extLst>
      <p:ext uri="{BB962C8B-B14F-4D97-AF65-F5344CB8AC3E}">
        <p14:creationId xmlns:p14="http://schemas.microsoft.com/office/powerpoint/2010/main" val="5392549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15A1977-001A-47E2-A226-93AAC587563E}"/>
              </a:ext>
            </a:extLst>
          </p:cNvPr>
          <p:cNvSpPr>
            <a:spLocks noGrp="1"/>
          </p:cNvSpPr>
          <p:nvPr>
            <p:ph type="title"/>
          </p:nvPr>
        </p:nvSpPr>
        <p:spPr/>
        <p:txBody>
          <a:bodyPr/>
          <a:lstStyle/>
          <a:p>
            <a:r>
              <a:rPr lang="en-US" altLang="ja-JP" dirty="0">
                <a:latin typeface="游明朝"/>
                <a:ea typeface="游明朝"/>
              </a:rPr>
              <a:t>3-3</a:t>
            </a:r>
            <a:r>
              <a:rPr lang="ja-JP" altLang="en-US">
                <a:latin typeface="游明朝"/>
                <a:ea typeface="游明朝"/>
              </a:rPr>
              <a:t>．</a:t>
            </a:r>
            <a:r>
              <a:rPr lang="ja-JP" altLang="en-US" dirty="0">
                <a:latin typeface="游明朝"/>
                <a:ea typeface="游明朝"/>
              </a:rPr>
              <a:t>想定</a:t>
            </a:r>
            <a:r>
              <a:rPr kumimoji="1" lang="ja-JP" altLang="en-US" dirty="0">
                <a:latin typeface="游明朝"/>
                <a:ea typeface="游明朝"/>
              </a:rPr>
              <a:t>機能・</a:t>
            </a:r>
            <a:r>
              <a:rPr lang="ja-JP" altLang="en-US" dirty="0">
                <a:latin typeface="游明朝"/>
                <a:ea typeface="游明朝"/>
              </a:rPr>
              <a:t>画面</a:t>
            </a:r>
            <a:r>
              <a:rPr kumimoji="1" lang="ja-JP" altLang="en-US" dirty="0">
                <a:latin typeface="游明朝"/>
                <a:ea typeface="游明朝"/>
              </a:rPr>
              <a:t>一覧②</a:t>
            </a:r>
            <a:endParaRPr kumimoji="1" lang="ja-JP" altLang="en-US" dirty="0"/>
          </a:p>
        </p:txBody>
      </p:sp>
      <p:sp>
        <p:nvSpPr>
          <p:cNvPr id="3" name="フッター プレースホルダー 2">
            <a:extLst>
              <a:ext uri="{FF2B5EF4-FFF2-40B4-BE49-F238E27FC236}">
                <a16:creationId xmlns:a16="http://schemas.microsoft.com/office/drawing/2014/main" id="{5329906E-F9AB-2AE6-C16E-9C4E3BF4E4BC}"/>
              </a:ext>
            </a:extLst>
          </p:cNvPr>
          <p:cNvSpPr>
            <a:spLocks noGrp="1"/>
          </p:cNvSpPr>
          <p:nvPr>
            <p:ph type="ftr" sz="quarter" idx="11"/>
          </p:nvPr>
        </p:nvSpPr>
        <p:spPr/>
        <p:txBody>
          <a:bodyPr/>
          <a:lstStyle/>
          <a:p>
            <a:r>
              <a:rPr lang="en-US"/>
              <a:t>Copyright © SystemEXE,Inc All Rights Reserved.</a:t>
            </a:r>
          </a:p>
        </p:txBody>
      </p:sp>
      <p:graphicFrame>
        <p:nvGraphicFramePr>
          <p:cNvPr id="5" name="表 4">
            <a:extLst>
              <a:ext uri="{FF2B5EF4-FFF2-40B4-BE49-F238E27FC236}">
                <a16:creationId xmlns:a16="http://schemas.microsoft.com/office/drawing/2014/main" id="{DA73F207-25CE-5C63-AF14-FCD298F7DD44}"/>
              </a:ext>
            </a:extLst>
          </p:cNvPr>
          <p:cNvGraphicFramePr>
            <a:graphicFrameLocks noGrp="1"/>
          </p:cNvGraphicFramePr>
          <p:nvPr>
            <p:extLst>
              <p:ext uri="{D42A27DB-BD31-4B8C-83A1-F6EECF244321}">
                <p14:modId xmlns:p14="http://schemas.microsoft.com/office/powerpoint/2010/main" val="2755711593"/>
              </p:ext>
            </p:extLst>
          </p:nvPr>
        </p:nvGraphicFramePr>
        <p:xfrm>
          <a:off x="575400" y="813840"/>
          <a:ext cx="11015999" cy="4785360"/>
        </p:xfrm>
        <a:graphic>
          <a:graphicData uri="http://schemas.openxmlformats.org/drawingml/2006/table">
            <a:tbl>
              <a:tblPr firstRow="1" bandRow="1">
                <a:tableStyleId>{5940675A-B579-460E-94D1-54222C63F5DA}</a:tableStyleId>
              </a:tblPr>
              <a:tblGrid>
                <a:gridCol w="1599096">
                  <a:extLst>
                    <a:ext uri="{9D8B030D-6E8A-4147-A177-3AD203B41FA5}">
                      <a16:colId xmlns:a16="http://schemas.microsoft.com/office/drawing/2014/main" val="2191046775"/>
                    </a:ext>
                  </a:extLst>
                </a:gridCol>
                <a:gridCol w="1599096">
                  <a:extLst>
                    <a:ext uri="{9D8B030D-6E8A-4147-A177-3AD203B41FA5}">
                      <a16:colId xmlns:a16="http://schemas.microsoft.com/office/drawing/2014/main" val="2023518490"/>
                    </a:ext>
                  </a:extLst>
                </a:gridCol>
                <a:gridCol w="1066064">
                  <a:extLst>
                    <a:ext uri="{9D8B030D-6E8A-4147-A177-3AD203B41FA5}">
                      <a16:colId xmlns:a16="http://schemas.microsoft.com/office/drawing/2014/main" val="1363100917"/>
                    </a:ext>
                  </a:extLst>
                </a:gridCol>
                <a:gridCol w="6751743">
                  <a:extLst>
                    <a:ext uri="{9D8B030D-6E8A-4147-A177-3AD203B41FA5}">
                      <a16:colId xmlns:a16="http://schemas.microsoft.com/office/drawing/2014/main" val="1616917508"/>
                    </a:ext>
                  </a:extLst>
                </a:gridCol>
              </a:tblGrid>
              <a:tr h="152945">
                <a:tc>
                  <a:txBody>
                    <a:bodyPr/>
                    <a:lstStyle/>
                    <a:p>
                      <a:pPr algn="ctr"/>
                      <a:r>
                        <a:rPr kumimoji="1" lang="ja-JP" altLang="en-US" sz="1400" b="1">
                          <a:solidFill>
                            <a:schemeClr val="bg1"/>
                          </a:solidFill>
                          <a:latin typeface="+mn-ea"/>
                          <a:ea typeface="+mn-ea"/>
                        </a:rPr>
                        <a:t>大分類</a:t>
                      </a:r>
                    </a:p>
                  </a:txBody>
                  <a:tcPr marL="90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solidFill>
                  </a:tcPr>
                </a:tc>
                <a:tc>
                  <a:txBody>
                    <a:bodyPr/>
                    <a:lstStyle/>
                    <a:p>
                      <a:pPr algn="ctr"/>
                      <a:r>
                        <a:rPr kumimoji="1" lang="ja-JP" altLang="en-US" sz="1400" b="1">
                          <a:solidFill>
                            <a:schemeClr val="bg1"/>
                          </a:solidFill>
                          <a:latin typeface="+mn-ea"/>
                          <a:ea typeface="+mn-ea"/>
                        </a:rPr>
                        <a:t>中項目</a:t>
                      </a:r>
                    </a:p>
                  </a:txBody>
                  <a:tcPr marL="90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solidFill>
                  </a:tcPr>
                </a:tc>
                <a:tc>
                  <a:txBody>
                    <a:bodyPr/>
                    <a:lstStyle/>
                    <a:p>
                      <a:pPr algn="ctr"/>
                      <a:r>
                        <a:rPr kumimoji="1" lang="ja-JP" altLang="en-US" sz="1400" b="1">
                          <a:solidFill>
                            <a:schemeClr val="bg1"/>
                          </a:solidFill>
                          <a:latin typeface="+mn-ea"/>
                          <a:ea typeface="+mn-ea"/>
                        </a:rPr>
                        <a:t>分類</a:t>
                      </a:r>
                    </a:p>
                  </a:txBody>
                  <a:tcPr marL="90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solidFill>
                  </a:tcPr>
                </a:tc>
                <a:tc>
                  <a:txBody>
                    <a:bodyPr/>
                    <a:lstStyle/>
                    <a:p>
                      <a:pPr algn="ctr"/>
                      <a:r>
                        <a:rPr kumimoji="1" lang="ja-JP" altLang="en-US" sz="1400" b="1">
                          <a:solidFill>
                            <a:schemeClr val="bg1"/>
                          </a:solidFill>
                          <a:latin typeface="+mn-ea"/>
                          <a:ea typeface="+mn-ea"/>
                        </a:rPr>
                        <a:t>機能・画面概要</a:t>
                      </a:r>
                    </a:p>
                  </a:txBody>
                  <a:tcPr marL="90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52205234"/>
                  </a:ext>
                </a:extLst>
              </a:tr>
              <a:tr h="152945">
                <a:tc>
                  <a:txBody>
                    <a:bodyPr/>
                    <a:lstStyle/>
                    <a:p>
                      <a:pPr algn="l"/>
                      <a:r>
                        <a:rPr kumimoji="1" lang="ja-JP" altLang="en-US" sz="1200" dirty="0">
                          <a:latin typeface="+mn-ea"/>
                          <a:ea typeface="+mn-ea"/>
                        </a:rPr>
                        <a:t>出荷確認</a:t>
                      </a:r>
                      <a:endParaRPr kumimoji="1" lang="en-US" altLang="ja-JP" sz="1200" dirty="0">
                        <a:latin typeface="+mn-ea"/>
                        <a:ea typeface="+mn-ea"/>
                      </a:endParaRPr>
                    </a:p>
                    <a:p>
                      <a:pPr algn="l"/>
                      <a:r>
                        <a:rPr kumimoji="1" lang="ja-JP" altLang="en-US" sz="1200" dirty="0">
                          <a:latin typeface="+mn-ea"/>
                          <a:ea typeface="+mn-ea"/>
                        </a:rPr>
                        <a:t>（基地）</a:t>
                      </a:r>
                    </a:p>
                    <a:p>
                      <a:pPr algn="l"/>
                      <a:endParaRPr kumimoji="1" lang="en-US" altLang="ja-JP" sz="1200" dirty="0">
                        <a:latin typeface="游ゴシック" panose="020B0400000000000000" pitchFamily="50" charset="-128"/>
                        <a:ea typeface="游ゴシック" panose="020B0400000000000000" pitchFamily="50" charset="-128"/>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a:r>
                        <a:rPr kumimoji="1" lang="ja-JP" altLang="en-US" sz="1200">
                          <a:latin typeface="+mn-ea"/>
                          <a:ea typeface="+mn-ea"/>
                        </a:rPr>
                        <a:t>出荷画面</a:t>
                      </a:r>
                      <a:endParaRPr kumimoji="1" lang="en-US" altLang="ja-JP" sz="1200">
                        <a:latin typeface="+mn-ea"/>
                        <a:ea typeface="+mn-ea"/>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prstClr val="black"/>
                          </a:solidFill>
                          <a:effectLst/>
                          <a:uLnTx/>
                          <a:uFillTx/>
                          <a:latin typeface="+mn-ea"/>
                          <a:ea typeface="+mn-ea"/>
                          <a:cs typeface="+mn-cs"/>
                        </a:rPr>
                        <a:t>画面</a:t>
                      </a: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dirty="0">
                          <a:solidFill>
                            <a:schemeClr val="tx1"/>
                          </a:solidFill>
                          <a:latin typeface="+mn-ea"/>
                          <a:ea typeface="+mn-ea"/>
                          <a:cs typeface="+mn-cs"/>
                        </a:rPr>
                        <a:t>・受注一覧の表示（受注、出荷、運送、合意の情報を表示）</a:t>
                      </a:r>
                      <a:endParaRPr kumimoji="1" lang="en-US" altLang="ja-JP" sz="1200" b="0" i="0" u="none" strike="noStrike" kern="1200" baseline="0" dirty="0">
                        <a:solidFill>
                          <a:schemeClr val="tx1"/>
                        </a:solidFill>
                        <a:latin typeface="+mn-ea"/>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dirty="0">
                          <a:solidFill>
                            <a:schemeClr val="tx1"/>
                          </a:solidFill>
                          <a:latin typeface="+mn-ea"/>
                          <a:ea typeface="+mn-ea"/>
                          <a:cs typeface="+mn-cs"/>
                        </a:rPr>
                        <a:t>・検索（各ステータスを検索可能とする。受注手続中、受注確定など）</a:t>
                      </a:r>
                      <a:endParaRPr kumimoji="1" lang="en-US" altLang="ja-JP" sz="1200" b="0" i="0" u="none" strike="noStrike" kern="1200" baseline="0" dirty="0">
                        <a:solidFill>
                          <a:schemeClr val="tx1"/>
                        </a:solidFill>
                        <a:latin typeface="+mn-ea"/>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dirty="0">
                          <a:solidFill>
                            <a:schemeClr val="tx1"/>
                          </a:solidFill>
                          <a:latin typeface="+mn-ea"/>
                          <a:ea typeface="+mn-ea"/>
                          <a:cs typeface="+mn-cs"/>
                        </a:rPr>
                        <a:t>・出荷情報（確定積日、確定積時間、積時間確定）の入力</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dirty="0">
                          <a:solidFill>
                            <a:schemeClr val="tx1"/>
                          </a:solidFill>
                          <a:latin typeface="+mn-ea"/>
                          <a:ea typeface="+mn-ea"/>
                          <a:cs typeface="+mn-cs"/>
                        </a:rPr>
                        <a:t>　</a:t>
                      </a:r>
                      <a:r>
                        <a:rPr kumimoji="1" lang="en-US" altLang="ja-JP" sz="1200" b="0" i="0" u="none" strike="noStrike" kern="1200" baseline="0" dirty="0">
                          <a:solidFill>
                            <a:schemeClr val="tx1"/>
                          </a:solidFill>
                          <a:latin typeface="+mn-ea"/>
                          <a:ea typeface="+mn-ea"/>
                          <a:cs typeface="+mn-cs"/>
                        </a:rPr>
                        <a:t>※</a:t>
                      </a:r>
                      <a:r>
                        <a:rPr kumimoji="1" lang="ja-JP" altLang="en-US" sz="1200" b="0" i="0" u="none" strike="noStrike" kern="1200" baseline="0" dirty="0">
                          <a:solidFill>
                            <a:schemeClr val="tx1"/>
                          </a:solidFill>
                          <a:latin typeface="+mn-ea"/>
                          <a:ea typeface="+mn-ea"/>
                          <a:cs typeface="+mn-cs"/>
                        </a:rPr>
                        <a:t>在庫・生産計画は別システムにて確認するため、スコープ外</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dirty="0">
                          <a:solidFill>
                            <a:schemeClr val="tx1"/>
                          </a:solidFill>
                          <a:latin typeface="+mn-ea"/>
                          <a:ea typeface="+mn-ea"/>
                          <a:cs typeface="+mn-cs"/>
                        </a:rPr>
                        <a:t>・バリデーション</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dirty="0">
                          <a:solidFill>
                            <a:schemeClr val="tx1"/>
                          </a:solidFill>
                          <a:latin typeface="+mn-ea"/>
                          <a:ea typeface="+mn-ea"/>
                          <a:cs typeface="+mn-cs"/>
                        </a:rPr>
                        <a:t>・登録</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dirty="0">
                          <a:solidFill>
                            <a:schemeClr val="tx1"/>
                          </a:solidFill>
                          <a:latin typeface="+mn-ea"/>
                          <a:ea typeface="+mn-ea"/>
                          <a:cs typeface="+mn-cs"/>
                        </a:rPr>
                        <a:t>・注文</a:t>
                      </a:r>
                      <a:r>
                        <a:rPr kumimoji="1" lang="en-US" altLang="ja-JP" sz="1200" b="0" i="0" u="none" strike="noStrike" kern="1200" baseline="0" dirty="0">
                          <a:solidFill>
                            <a:schemeClr val="tx1"/>
                          </a:solidFill>
                          <a:latin typeface="+mn-ea"/>
                          <a:ea typeface="+mn-ea"/>
                          <a:cs typeface="+mn-cs"/>
                        </a:rPr>
                        <a:t>NG</a:t>
                      </a:r>
                      <a:r>
                        <a:rPr kumimoji="1" lang="ja-JP" altLang="en-US" sz="1200" b="0" i="0" u="none" strike="noStrike" kern="1200" baseline="0" dirty="0">
                          <a:solidFill>
                            <a:schemeClr val="tx1"/>
                          </a:solidFill>
                          <a:latin typeface="+mn-ea"/>
                          <a:ea typeface="+mn-ea"/>
                          <a:cs typeface="+mn-cs"/>
                        </a:rPr>
                        <a:t>メール送付</a:t>
                      </a:r>
                      <a:endParaRPr kumimoji="1" lang="en-US" altLang="ja-JP" sz="1200" b="0" i="0" u="none" strike="noStrike" kern="1200" baseline="0" dirty="0">
                        <a:solidFill>
                          <a:schemeClr val="tx1"/>
                        </a:solidFill>
                        <a:latin typeface="+mn-ea"/>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sz="1200" b="0" i="0" u="none" strike="noStrike" kern="1200" baseline="0" dirty="0">
                        <a:solidFill>
                          <a:schemeClr val="tx1"/>
                        </a:solidFill>
                        <a:latin typeface="+mn-ea"/>
                        <a:ea typeface="+mn-ea"/>
                        <a:cs typeface="+mn-cs"/>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335918143"/>
                  </a:ext>
                </a:extLst>
              </a:tr>
              <a:tr h="152945">
                <a:tc>
                  <a:txBody>
                    <a:bodyPr/>
                    <a:lstStyle/>
                    <a:p>
                      <a:pPr algn="l"/>
                      <a:r>
                        <a:rPr kumimoji="1" lang="ja-JP" altLang="en-US" sz="1200" dirty="0">
                          <a:latin typeface="+mn-ea"/>
                          <a:ea typeface="+mn-ea"/>
                        </a:rPr>
                        <a:t>運送手配</a:t>
                      </a:r>
                      <a:endParaRPr kumimoji="1" lang="en-US" altLang="ja-JP" sz="1200" dirty="0">
                        <a:latin typeface="+mn-ea"/>
                        <a:ea typeface="+mn-ea"/>
                      </a:endParaRPr>
                    </a:p>
                    <a:p>
                      <a:pPr algn="l"/>
                      <a:r>
                        <a:rPr kumimoji="1" lang="ja-JP" altLang="en-US" sz="1200" dirty="0">
                          <a:latin typeface="+mn-ea"/>
                          <a:ea typeface="+mn-ea"/>
                        </a:rPr>
                        <a:t>（運送会社）</a:t>
                      </a:r>
                    </a:p>
                    <a:p>
                      <a:pPr algn="l"/>
                      <a:endParaRPr kumimoji="1" lang="ja-JP" altLang="en-US" sz="1200" dirty="0">
                        <a:latin typeface="游ゴシック" panose="020B0400000000000000" pitchFamily="50" charset="-128"/>
                        <a:ea typeface="游ゴシック" panose="020B0400000000000000" pitchFamily="50" charset="-128"/>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a:r>
                        <a:rPr kumimoji="1" lang="ja-JP" altLang="en-US" sz="1200" dirty="0">
                          <a:latin typeface="+mn-ea"/>
                          <a:ea typeface="+mn-ea"/>
                        </a:rPr>
                        <a:t>運送画面</a:t>
                      </a: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dirty="0">
                          <a:ln>
                            <a:noFill/>
                          </a:ln>
                          <a:solidFill>
                            <a:prstClr val="black"/>
                          </a:solidFill>
                          <a:effectLst/>
                          <a:uLnTx/>
                          <a:uFillTx/>
                          <a:latin typeface="+mn-ea"/>
                          <a:ea typeface="+mn-ea"/>
                          <a:cs typeface="+mn-cs"/>
                        </a:rPr>
                        <a:t>画面</a:t>
                      </a: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dirty="0">
                          <a:solidFill>
                            <a:schemeClr val="tx1"/>
                          </a:solidFill>
                          <a:latin typeface="+mn-ea"/>
                          <a:ea typeface="+mn-ea"/>
                          <a:cs typeface="+mn-cs"/>
                        </a:rPr>
                        <a:t>・受注一覧の表示（受注、出荷、運送、合意の情報を表示）</a:t>
                      </a:r>
                      <a:endParaRPr kumimoji="1" lang="en-US" altLang="ja-JP" sz="1200" b="0" i="0" u="none" strike="noStrike" kern="1200" baseline="0" dirty="0">
                        <a:solidFill>
                          <a:schemeClr val="tx1"/>
                        </a:solidFill>
                        <a:latin typeface="+mn-ea"/>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dirty="0">
                          <a:solidFill>
                            <a:schemeClr val="tx1"/>
                          </a:solidFill>
                          <a:latin typeface="+mn-ea"/>
                          <a:ea typeface="+mn-ea"/>
                          <a:cs typeface="+mn-cs"/>
                        </a:rPr>
                        <a:t>・検索（各ステータスを検索可能とする。受注手続中、受注確定など）</a:t>
                      </a:r>
                      <a:endParaRPr kumimoji="1" lang="en-US" altLang="ja-JP" sz="1200" b="0" i="0" u="none" strike="noStrike" kern="1200" baseline="0" dirty="0">
                        <a:solidFill>
                          <a:schemeClr val="tx1"/>
                        </a:solidFill>
                        <a:latin typeface="+mn-ea"/>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dirty="0">
                          <a:solidFill>
                            <a:schemeClr val="tx1"/>
                          </a:solidFill>
                          <a:latin typeface="+mn-ea"/>
                          <a:ea typeface="+mn-ea"/>
                          <a:cs typeface="+mn-cs"/>
                        </a:rPr>
                        <a:t>・運送情報（着予定日、着予定時間、車番、配送確定、配送不可）の入力</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dirty="0">
                          <a:solidFill>
                            <a:schemeClr val="tx1"/>
                          </a:solidFill>
                          <a:latin typeface="+mn-ea"/>
                          <a:ea typeface="+mn-ea"/>
                          <a:cs typeface="+mn-cs"/>
                        </a:rPr>
                        <a:t>・バリデーション</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dirty="0">
                          <a:solidFill>
                            <a:schemeClr val="tx1"/>
                          </a:solidFill>
                          <a:latin typeface="+mn-ea"/>
                          <a:ea typeface="+mn-ea"/>
                          <a:cs typeface="+mn-cs"/>
                        </a:rPr>
                        <a:t>・運送会社変更</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dirty="0">
                          <a:solidFill>
                            <a:schemeClr val="tx1"/>
                          </a:solidFill>
                          <a:latin typeface="+mn-ea"/>
                          <a:ea typeface="+mn-ea"/>
                          <a:cs typeface="+mn-cs"/>
                        </a:rPr>
                        <a:t>・運送可否登録</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dirty="0">
                          <a:solidFill>
                            <a:schemeClr val="tx1"/>
                          </a:solidFill>
                          <a:latin typeface="+mn-ea"/>
                          <a:ea typeface="+mn-ea"/>
                          <a:cs typeface="+mn-cs"/>
                        </a:rPr>
                        <a:t>・注文</a:t>
                      </a:r>
                      <a:r>
                        <a:rPr kumimoji="1" lang="en-US" altLang="ja-JP" sz="1200" b="0" i="0" u="none" strike="noStrike" kern="1200" baseline="0" dirty="0">
                          <a:solidFill>
                            <a:schemeClr val="tx1"/>
                          </a:solidFill>
                          <a:latin typeface="+mn-ea"/>
                          <a:ea typeface="+mn-ea"/>
                          <a:cs typeface="+mn-cs"/>
                        </a:rPr>
                        <a:t>NG</a:t>
                      </a:r>
                      <a:r>
                        <a:rPr kumimoji="1" lang="ja-JP" altLang="en-US" sz="1200" b="0" i="0" u="none" strike="noStrike" kern="1200" baseline="0" dirty="0">
                          <a:solidFill>
                            <a:schemeClr val="tx1"/>
                          </a:solidFill>
                          <a:latin typeface="+mn-ea"/>
                          <a:ea typeface="+mn-ea"/>
                          <a:cs typeface="+mn-cs"/>
                        </a:rPr>
                        <a:t>メール送付</a:t>
                      </a:r>
                      <a:endParaRPr kumimoji="1" lang="en-US" altLang="ja-JP" sz="1200" b="0" i="0" u="none" strike="noStrike" kern="1200" baseline="0" dirty="0">
                        <a:solidFill>
                          <a:schemeClr val="tx1"/>
                        </a:solidFill>
                        <a:latin typeface="+mn-ea"/>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sz="1200" b="0" i="0" u="none" strike="noStrike" kern="1200" baseline="0" dirty="0">
                        <a:solidFill>
                          <a:schemeClr val="tx1"/>
                        </a:solidFill>
                        <a:latin typeface="+mn-ea"/>
                        <a:ea typeface="+mn-ea"/>
                        <a:cs typeface="+mn-cs"/>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593048486"/>
                  </a:ext>
                </a:extLst>
              </a:tr>
              <a:tr h="152945">
                <a:tc>
                  <a:txBody>
                    <a:bodyPr/>
                    <a:lstStyle/>
                    <a:p>
                      <a:pPr algn="l"/>
                      <a:r>
                        <a:rPr kumimoji="1" lang="ja-JP" altLang="en-US" sz="1200">
                          <a:latin typeface="+mn-ea"/>
                          <a:ea typeface="+mn-ea"/>
                        </a:rPr>
                        <a:t>最終合意</a:t>
                      </a:r>
                      <a:endParaRPr kumimoji="1" lang="en-US" altLang="ja-JP" sz="1200">
                        <a:latin typeface="+mn-ea"/>
                        <a:ea typeface="+mn-ea"/>
                      </a:endParaRPr>
                    </a:p>
                    <a:p>
                      <a:pPr algn="l"/>
                      <a:r>
                        <a:rPr kumimoji="1" lang="ja-JP" altLang="en-US" sz="1200">
                          <a:latin typeface="+mn-ea"/>
                          <a:ea typeface="+mn-ea"/>
                        </a:rPr>
                        <a:t>（特販店、需要家）</a:t>
                      </a: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a:r>
                        <a:rPr kumimoji="1" lang="ja-JP" altLang="en-US" sz="1200">
                          <a:latin typeface="+mn-ea"/>
                          <a:ea typeface="+mn-ea"/>
                        </a:rPr>
                        <a:t>最終合意</a:t>
                      </a: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ctr"/>
                      <a:r>
                        <a:rPr kumimoji="1" lang="ja-JP" altLang="en-US" sz="1200" b="0" i="0" u="none" strike="noStrike" kern="1200" cap="none" spc="0" normalizeH="0" baseline="0" noProof="0" dirty="0">
                          <a:ln>
                            <a:noFill/>
                          </a:ln>
                          <a:solidFill>
                            <a:prstClr val="black"/>
                          </a:solidFill>
                          <a:effectLst/>
                          <a:uLnTx/>
                          <a:uFillTx/>
                          <a:latin typeface="+mn-ea"/>
                          <a:ea typeface="+mn-ea"/>
                          <a:cs typeface="+mn-cs"/>
                        </a:rPr>
                        <a:t>画面</a:t>
                      </a:r>
                      <a:endParaRPr kumimoji="1" lang="ja-JP" altLang="en-US" sz="1200" dirty="0">
                        <a:latin typeface="+mn-ea"/>
                        <a:ea typeface="+mn-ea"/>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dirty="0">
                          <a:solidFill>
                            <a:schemeClr val="tx1"/>
                          </a:solidFill>
                          <a:latin typeface="+mn-ea"/>
                          <a:ea typeface="+mn-ea"/>
                          <a:cs typeface="+mn-cs"/>
                        </a:rPr>
                        <a:t>・受注一覧の表示（受注、出荷、運送、合意の情報を表示）</a:t>
                      </a:r>
                      <a:endParaRPr kumimoji="1" lang="en-US" altLang="ja-JP" sz="1200" b="0" i="0" u="none" strike="noStrike" kern="1200" baseline="0" dirty="0">
                        <a:solidFill>
                          <a:schemeClr val="tx1"/>
                        </a:solidFill>
                        <a:latin typeface="+mn-ea"/>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dirty="0">
                          <a:solidFill>
                            <a:schemeClr val="tx1"/>
                          </a:solidFill>
                          <a:latin typeface="+mn-ea"/>
                          <a:ea typeface="+mn-ea"/>
                          <a:cs typeface="+mn-cs"/>
                        </a:rPr>
                        <a:t>・検索（各ステータスを検索可能とする。受注手続中、受注確定など）</a:t>
                      </a:r>
                      <a:endParaRPr kumimoji="1" lang="en-US" altLang="ja-JP" sz="1200" b="0" i="0" u="none" strike="noStrike" kern="1200" baseline="0" dirty="0">
                        <a:solidFill>
                          <a:schemeClr val="tx1"/>
                        </a:solidFill>
                        <a:latin typeface="+mn-ea"/>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dirty="0">
                          <a:solidFill>
                            <a:schemeClr val="tx1"/>
                          </a:solidFill>
                          <a:latin typeface="+mn-ea"/>
                          <a:ea typeface="+mn-ea"/>
                          <a:cs typeface="+mn-cs"/>
                        </a:rPr>
                        <a:t>・受注合意・否認の入力</a:t>
                      </a:r>
                      <a:endParaRPr kumimoji="1" lang="en-US" altLang="ja-JP" sz="1200" b="0" i="0" u="none" strike="noStrike" kern="1200" baseline="0" dirty="0">
                        <a:solidFill>
                          <a:schemeClr val="tx1"/>
                        </a:solidFill>
                        <a:latin typeface="+mn-ea"/>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dirty="0">
                          <a:solidFill>
                            <a:schemeClr val="tx1"/>
                          </a:solidFill>
                          <a:latin typeface="+mn-ea"/>
                          <a:ea typeface="+mn-ea"/>
                          <a:cs typeface="+mn-cs"/>
                        </a:rPr>
                        <a:t>・バリデーション</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dirty="0">
                          <a:solidFill>
                            <a:schemeClr val="tx1"/>
                          </a:solidFill>
                          <a:latin typeface="+mn-ea"/>
                          <a:ea typeface="+mn-ea"/>
                          <a:cs typeface="+mn-cs"/>
                        </a:rPr>
                        <a:t>・登録</a:t>
                      </a:r>
                      <a:endParaRPr kumimoji="1" lang="en-US" altLang="ja-JP" sz="1200" b="0" i="0" u="none" strike="noStrike" kern="1200" baseline="0" dirty="0">
                        <a:solidFill>
                          <a:schemeClr val="tx1"/>
                        </a:solidFill>
                        <a:latin typeface="+mn-ea"/>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dirty="0">
                          <a:solidFill>
                            <a:schemeClr val="tx1"/>
                          </a:solidFill>
                          <a:latin typeface="+mn-ea"/>
                          <a:ea typeface="+mn-ea"/>
                          <a:cs typeface="+mn-cs"/>
                        </a:rPr>
                        <a:t>・受注確定・キャンセルメール送付</a:t>
                      </a:r>
                      <a:endParaRPr kumimoji="1" lang="en-US" altLang="ja-JP" sz="1200" b="0" i="0" u="none" strike="noStrike" kern="1200" baseline="0" dirty="0">
                        <a:solidFill>
                          <a:schemeClr val="tx1"/>
                        </a:solidFill>
                        <a:latin typeface="+mn-ea"/>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sz="1200" b="0" i="0" u="none" strike="noStrike" kern="1200" baseline="0" dirty="0">
                        <a:solidFill>
                          <a:schemeClr val="tx1"/>
                        </a:solidFill>
                        <a:latin typeface="+mn-ea"/>
                        <a:ea typeface="+mn-ea"/>
                        <a:cs typeface="+mn-cs"/>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890307263"/>
                  </a:ext>
                </a:extLst>
              </a:tr>
            </a:tbl>
          </a:graphicData>
        </a:graphic>
      </p:graphicFrame>
      <p:sp>
        <p:nvSpPr>
          <p:cNvPr id="4" name="スライド番号プレースホルダー 3">
            <a:extLst>
              <a:ext uri="{FF2B5EF4-FFF2-40B4-BE49-F238E27FC236}">
                <a16:creationId xmlns:a16="http://schemas.microsoft.com/office/drawing/2014/main" id="{2259736E-48D8-B264-7BBC-BC8A66C0D2E8}"/>
              </a:ext>
            </a:extLst>
          </p:cNvPr>
          <p:cNvSpPr>
            <a:spLocks noGrp="1"/>
          </p:cNvSpPr>
          <p:nvPr>
            <p:ph type="sldNum" sz="quarter" idx="12"/>
          </p:nvPr>
        </p:nvSpPr>
        <p:spPr>
          <a:xfrm>
            <a:off x="10752000" y="6552000"/>
            <a:ext cx="1440000" cy="216000"/>
          </a:xfrm>
        </p:spPr>
        <p:txBody>
          <a:bodyPr/>
          <a:lstStyle/>
          <a:p>
            <a:fld id="{26CA5134-5AAC-D342-B763-43605FECB385}" type="slidenum">
              <a:rPr kumimoji="1" lang="ja-JP" altLang="en-US" smtClean="0"/>
              <a:pPr/>
              <a:t>13</a:t>
            </a:fld>
            <a:endParaRPr kumimoji="1" lang="ja-JP" altLang="en-US" sz="700" dirty="0"/>
          </a:p>
        </p:txBody>
      </p:sp>
    </p:spTree>
    <p:extLst>
      <p:ext uri="{BB962C8B-B14F-4D97-AF65-F5344CB8AC3E}">
        <p14:creationId xmlns:p14="http://schemas.microsoft.com/office/powerpoint/2010/main" val="42884564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80D5ED-82F5-A074-DC1D-16C2016DA09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3872AE4-2D9D-8C6D-6F46-4929A0D8A392}"/>
              </a:ext>
            </a:extLst>
          </p:cNvPr>
          <p:cNvSpPr>
            <a:spLocks noGrp="1"/>
          </p:cNvSpPr>
          <p:nvPr>
            <p:ph type="title"/>
          </p:nvPr>
        </p:nvSpPr>
        <p:spPr/>
        <p:txBody>
          <a:bodyPr/>
          <a:lstStyle/>
          <a:p>
            <a:r>
              <a:rPr lang="en-US" altLang="ja-JP" dirty="0">
                <a:latin typeface="游明朝"/>
                <a:ea typeface="游明朝"/>
              </a:rPr>
              <a:t>3-3</a:t>
            </a:r>
            <a:r>
              <a:rPr lang="ja-JP" altLang="en-US">
                <a:latin typeface="游明朝"/>
                <a:ea typeface="游明朝"/>
              </a:rPr>
              <a:t>．</a:t>
            </a:r>
            <a:r>
              <a:rPr lang="ja-JP" altLang="en-US" dirty="0">
                <a:latin typeface="游明朝"/>
                <a:ea typeface="游明朝"/>
              </a:rPr>
              <a:t>想定</a:t>
            </a:r>
            <a:r>
              <a:rPr kumimoji="1" lang="ja-JP" altLang="en-US" dirty="0">
                <a:latin typeface="游明朝"/>
                <a:ea typeface="游明朝"/>
              </a:rPr>
              <a:t>機能・</a:t>
            </a:r>
            <a:r>
              <a:rPr lang="ja-JP" altLang="en-US" dirty="0">
                <a:latin typeface="游明朝"/>
                <a:ea typeface="游明朝"/>
              </a:rPr>
              <a:t>画面</a:t>
            </a:r>
            <a:r>
              <a:rPr kumimoji="1" lang="ja-JP" altLang="en-US" dirty="0">
                <a:latin typeface="游明朝"/>
                <a:ea typeface="游明朝"/>
              </a:rPr>
              <a:t>一覧③</a:t>
            </a:r>
            <a:endParaRPr kumimoji="1" lang="ja-JP" altLang="en-US" dirty="0"/>
          </a:p>
        </p:txBody>
      </p:sp>
      <p:sp>
        <p:nvSpPr>
          <p:cNvPr id="3" name="フッター プレースホルダー 2">
            <a:extLst>
              <a:ext uri="{FF2B5EF4-FFF2-40B4-BE49-F238E27FC236}">
                <a16:creationId xmlns:a16="http://schemas.microsoft.com/office/drawing/2014/main" id="{29248727-A276-E2B2-45B4-DFD851618157}"/>
              </a:ext>
            </a:extLst>
          </p:cNvPr>
          <p:cNvSpPr>
            <a:spLocks noGrp="1"/>
          </p:cNvSpPr>
          <p:nvPr>
            <p:ph type="ftr" sz="quarter" idx="11"/>
          </p:nvPr>
        </p:nvSpPr>
        <p:spPr/>
        <p:txBody>
          <a:bodyPr/>
          <a:lstStyle/>
          <a:p>
            <a:r>
              <a:rPr lang="en-US"/>
              <a:t>Copyright © SystemEXE,Inc All Rights Reserved.</a:t>
            </a:r>
          </a:p>
        </p:txBody>
      </p:sp>
      <p:graphicFrame>
        <p:nvGraphicFramePr>
          <p:cNvPr id="5" name="表 4">
            <a:extLst>
              <a:ext uri="{FF2B5EF4-FFF2-40B4-BE49-F238E27FC236}">
                <a16:creationId xmlns:a16="http://schemas.microsoft.com/office/drawing/2014/main" id="{253DDDF4-6788-041F-1E1D-A0D8472C65B2}"/>
              </a:ext>
            </a:extLst>
          </p:cNvPr>
          <p:cNvGraphicFramePr>
            <a:graphicFrameLocks noGrp="1"/>
          </p:cNvGraphicFramePr>
          <p:nvPr>
            <p:extLst>
              <p:ext uri="{D42A27DB-BD31-4B8C-83A1-F6EECF244321}">
                <p14:modId xmlns:p14="http://schemas.microsoft.com/office/powerpoint/2010/main" val="304677561"/>
              </p:ext>
            </p:extLst>
          </p:nvPr>
        </p:nvGraphicFramePr>
        <p:xfrm>
          <a:off x="575400" y="813840"/>
          <a:ext cx="11015999" cy="4876800"/>
        </p:xfrm>
        <a:graphic>
          <a:graphicData uri="http://schemas.openxmlformats.org/drawingml/2006/table">
            <a:tbl>
              <a:tblPr firstRow="1" bandRow="1">
                <a:tableStyleId>{5940675A-B579-460E-94D1-54222C63F5DA}</a:tableStyleId>
              </a:tblPr>
              <a:tblGrid>
                <a:gridCol w="1599096">
                  <a:extLst>
                    <a:ext uri="{9D8B030D-6E8A-4147-A177-3AD203B41FA5}">
                      <a16:colId xmlns:a16="http://schemas.microsoft.com/office/drawing/2014/main" val="2191046775"/>
                    </a:ext>
                  </a:extLst>
                </a:gridCol>
                <a:gridCol w="1599096">
                  <a:extLst>
                    <a:ext uri="{9D8B030D-6E8A-4147-A177-3AD203B41FA5}">
                      <a16:colId xmlns:a16="http://schemas.microsoft.com/office/drawing/2014/main" val="2023518490"/>
                    </a:ext>
                  </a:extLst>
                </a:gridCol>
                <a:gridCol w="1066064">
                  <a:extLst>
                    <a:ext uri="{9D8B030D-6E8A-4147-A177-3AD203B41FA5}">
                      <a16:colId xmlns:a16="http://schemas.microsoft.com/office/drawing/2014/main" val="2846625851"/>
                    </a:ext>
                  </a:extLst>
                </a:gridCol>
                <a:gridCol w="6751743">
                  <a:extLst>
                    <a:ext uri="{9D8B030D-6E8A-4147-A177-3AD203B41FA5}">
                      <a16:colId xmlns:a16="http://schemas.microsoft.com/office/drawing/2014/main" val="1616917508"/>
                    </a:ext>
                  </a:extLst>
                </a:gridCol>
              </a:tblGrid>
              <a:tr h="152945">
                <a:tc>
                  <a:txBody>
                    <a:bodyPr/>
                    <a:lstStyle/>
                    <a:p>
                      <a:pPr algn="ctr"/>
                      <a:r>
                        <a:rPr kumimoji="1" lang="ja-JP" altLang="en-US" sz="1400" b="1">
                          <a:solidFill>
                            <a:schemeClr val="bg1"/>
                          </a:solidFill>
                          <a:latin typeface="+mn-ea"/>
                          <a:ea typeface="+mn-ea"/>
                        </a:rPr>
                        <a:t>大分類</a:t>
                      </a:r>
                    </a:p>
                  </a:txBody>
                  <a:tcPr marL="90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solidFill>
                  </a:tcPr>
                </a:tc>
                <a:tc>
                  <a:txBody>
                    <a:bodyPr/>
                    <a:lstStyle/>
                    <a:p>
                      <a:pPr algn="ctr"/>
                      <a:r>
                        <a:rPr kumimoji="1" lang="ja-JP" altLang="en-US" sz="1400" b="1">
                          <a:solidFill>
                            <a:schemeClr val="bg1"/>
                          </a:solidFill>
                          <a:latin typeface="+mn-ea"/>
                          <a:ea typeface="+mn-ea"/>
                        </a:rPr>
                        <a:t>中項目</a:t>
                      </a:r>
                    </a:p>
                  </a:txBody>
                  <a:tcPr marL="90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solidFill>
                  </a:tcPr>
                </a:tc>
                <a:tc>
                  <a:txBody>
                    <a:bodyPr/>
                    <a:lstStyle/>
                    <a:p>
                      <a:pPr algn="ctr"/>
                      <a:r>
                        <a:rPr kumimoji="1" lang="ja-JP" altLang="en-US" sz="1400" b="1">
                          <a:solidFill>
                            <a:schemeClr val="bg1"/>
                          </a:solidFill>
                          <a:latin typeface="+mn-ea"/>
                          <a:ea typeface="+mn-ea"/>
                        </a:rPr>
                        <a:t>分類</a:t>
                      </a:r>
                    </a:p>
                  </a:txBody>
                  <a:tcPr marL="90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solidFill>
                  </a:tcPr>
                </a:tc>
                <a:tc>
                  <a:txBody>
                    <a:bodyPr/>
                    <a:lstStyle/>
                    <a:p>
                      <a:pPr algn="ctr"/>
                      <a:r>
                        <a:rPr kumimoji="1" lang="ja-JP" altLang="en-US" sz="1400" b="1">
                          <a:solidFill>
                            <a:schemeClr val="bg1"/>
                          </a:solidFill>
                          <a:latin typeface="+mn-ea"/>
                          <a:ea typeface="+mn-ea"/>
                        </a:rPr>
                        <a:t>機能・画面概要</a:t>
                      </a:r>
                    </a:p>
                  </a:txBody>
                  <a:tcPr marL="90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52205234"/>
                  </a:ext>
                </a:extLst>
              </a:tr>
              <a:tr h="224718">
                <a:tc rowSpan="6">
                  <a:txBody>
                    <a:bodyPr/>
                    <a:lstStyle/>
                    <a:p>
                      <a:pPr algn="l"/>
                      <a:r>
                        <a:rPr kumimoji="1" lang="ja-JP" altLang="en-US" sz="1200">
                          <a:latin typeface="+mn-ea"/>
                          <a:ea typeface="+mn-ea"/>
                        </a:rPr>
                        <a:t>マスタ</a:t>
                      </a: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a:r>
                        <a:rPr kumimoji="1" lang="ja-JP" altLang="en-US" sz="1200">
                          <a:latin typeface="+mn-ea"/>
                          <a:ea typeface="+mn-ea"/>
                        </a:rPr>
                        <a:t>品目</a:t>
                      </a:r>
                      <a:endParaRPr kumimoji="1" lang="en-US" altLang="ja-JP" sz="1200">
                        <a:latin typeface="+mn-ea"/>
                        <a:ea typeface="+mn-ea"/>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prstClr val="black"/>
                          </a:solidFill>
                          <a:effectLst/>
                          <a:uLnTx/>
                          <a:uFillTx/>
                          <a:latin typeface="+mn-ea"/>
                          <a:ea typeface="+mn-ea"/>
                          <a:cs typeface="+mn-cs"/>
                        </a:rPr>
                        <a:t>画面</a:t>
                      </a: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a:solidFill>
                            <a:schemeClr val="tx1"/>
                          </a:solidFill>
                          <a:latin typeface="+mn-ea"/>
                          <a:ea typeface="+mn-ea"/>
                          <a:cs typeface="+mn-cs"/>
                        </a:rPr>
                        <a:t>・一覧表示</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a:solidFill>
                            <a:schemeClr val="tx1"/>
                          </a:solidFill>
                          <a:latin typeface="+mn-ea"/>
                          <a:ea typeface="+mn-ea"/>
                          <a:cs typeface="+mn-cs"/>
                        </a:rPr>
                        <a:t>・新規登録、編集</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a:solidFill>
                            <a:schemeClr val="tx1"/>
                          </a:solidFill>
                          <a:latin typeface="+mn-ea"/>
                          <a:ea typeface="+mn-ea"/>
                          <a:cs typeface="+mn-cs"/>
                        </a:rPr>
                        <a:t>・データ想定</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a:solidFill>
                            <a:schemeClr val="tx1"/>
                          </a:solidFill>
                          <a:latin typeface="+mn-ea"/>
                          <a:ea typeface="+mn-ea"/>
                          <a:cs typeface="+mn-cs"/>
                        </a:rPr>
                        <a:t>　　品目、単位、作成時間</a:t>
                      </a: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604773201"/>
                  </a:ext>
                </a:extLst>
              </a:tr>
              <a:tr h="152945">
                <a:tc vMerge="1">
                  <a:txBody>
                    <a:bodyPr/>
                    <a:lstStyle/>
                    <a:p>
                      <a:pPr algn="l"/>
                      <a:endParaRPr kumimoji="1" lang="ja-JP" altLang="en-US" sz="1200">
                        <a:latin typeface="游ゴシック" panose="020B0400000000000000" pitchFamily="50" charset="-128"/>
                        <a:ea typeface="游ゴシック" panose="020B0400000000000000" pitchFamily="50" charset="-128"/>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a:r>
                        <a:rPr kumimoji="1" lang="ja-JP" altLang="en-US" sz="1200">
                          <a:latin typeface="+mn-ea"/>
                          <a:ea typeface="+mn-ea"/>
                        </a:rPr>
                        <a:t>出荷基地</a:t>
                      </a: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prstClr val="black"/>
                          </a:solidFill>
                          <a:effectLst/>
                          <a:uLnTx/>
                          <a:uFillTx/>
                          <a:latin typeface="+mn-ea"/>
                          <a:ea typeface="+mn-ea"/>
                          <a:cs typeface="+mn-cs"/>
                        </a:rPr>
                        <a:t>画面</a:t>
                      </a: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a:solidFill>
                            <a:schemeClr val="tx1"/>
                          </a:solidFill>
                          <a:latin typeface="+mn-ea"/>
                          <a:ea typeface="+mn-ea"/>
                          <a:cs typeface="+mn-cs"/>
                        </a:rPr>
                        <a:t>・一覧表示</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a:solidFill>
                            <a:schemeClr val="tx1"/>
                          </a:solidFill>
                          <a:latin typeface="+mn-ea"/>
                          <a:ea typeface="+mn-ea"/>
                          <a:cs typeface="+mn-cs"/>
                        </a:rPr>
                        <a:t>・新規登録、編集</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a:solidFill>
                            <a:schemeClr val="tx1"/>
                          </a:solidFill>
                          <a:latin typeface="+mn-ea"/>
                          <a:ea typeface="+mn-ea"/>
                          <a:cs typeface="+mn-cs"/>
                        </a:rPr>
                        <a:t>・データ想定</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a:solidFill>
                            <a:schemeClr val="tx1"/>
                          </a:solidFill>
                          <a:latin typeface="+mn-ea"/>
                          <a:ea typeface="+mn-ea"/>
                          <a:cs typeface="+mn-cs"/>
                        </a:rPr>
                        <a:t>　　需要家</a:t>
                      </a:r>
                      <a:r>
                        <a:rPr kumimoji="1" lang="en-US" altLang="ja-JP" sz="1200" b="0" i="0" u="none" strike="noStrike" kern="1200" baseline="0">
                          <a:solidFill>
                            <a:schemeClr val="tx1"/>
                          </a:solidFill>
                          <a:latin typeface="+mn-ea"/>
                          <a:ea typeface="+mn-ea"/>
                          <a:cs typeface="+mn-cs"/>
                        </a:rPr>
                        <a:t>/</a:t>
                      </a:r>
                      <a:r>
                        <a:rPr kumimoji="1" lang="ja-JP" altLang="en-US" sz="1200" b="0" i="0" u="none" strike="noStrike" kern="1200" baseline="0">
                          <a:solidFill>
                            <a:schemeClr val="tx1"/>
                          </a:solidFill>
                          <a:latin typeface="+mn-ea"/>
                          <a:ea typeface="+mn-ea"/>
                          <a:cs typeface="+mn-cs"/>
                        </a:rPr>
                        <a:t>特販店</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a:solidFill>
                            <a:schemeClr val="tx1"/>
                          </a:solidFill>
                          <a:latin typeface="+mn-ea"/>
                          <a:ea typeface="+mn-ea"/>
                          <a:cs typeface="+mn-cs"/>
                        </a:rPr>
                        <a:t>　　出荷基地</a:t>
                      </a: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724696759"/>
                  </a:ext>
                </a:extLst>
              </a:tr>
              <a:tr h="152945">
                <a:tc vMerge="1">
                  <a:txBody>
                    <a:bodyPr/>
                    <a:lstStyle/>
                    <a:p>
                      <a:endParaRPr kumimoji="1" lang="ja-JP" altLang="en-US"/>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a:latin typeface="+mn-ea"/>
                          <a:ea typeface="+mn-ea"/>
                        </a:rPr>
                        <a:t>運送会社</a:t>
                      </a:r>
                      <a:endParaRPr kumimoji="1" lang="en-US" altLang="ja-JP" sz="1200">
                        <a:latin typeface="+mn-ea"/>
                        <a:ea typeface="+mn-ea"/>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prstClr val="black"/>
                          </a:solidFill>
                          <a:effectLst/>
                          <a:uLnTx/>
                          <a:uFillTx/>
                          <a:latin typeface="+mn-ea"/>
                          <a:ea typeface="+mn-ea"/>
                          <a:cs typeface="+mn-cs"/>
                        </a:rPr>
                        <a:t>画面</a:t>
                      </a: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a:solidFill>
                            <a:schemeClr val="tx1"/>
                          </a:solidFill>
                          <a:latin typeface="+mn-ea"/>
                          <a:ea typeface="+mn-ea"/>
                          <a:cs typeface="+mn-cs"/>
                        </a:rPr>
                        <a:t>・一覧表示</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a:solidFill>
                            <a:schemeClr val="tx1"/>
                          </a:solidFill>
                          <a:latin typeface="+mn-ea"/>
                          <a:ea typeface="+mn-ea"/>
                          <a:cs typeface="+mn-cs"/>
                        </a:rPr>
                        <a:t>・新規登録、編集</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a:solidFill>
                            <a:schemeClr val="tx1"/>
                          </a:solidFill>
                          <a:latin typeface="+mn-ea"/>
                          <a:ea typeface="+mn-ea"/>
                          <a:cs typeface="+mn-cs"/>
                        </a:rPr>
                        <a:t>・データ想定</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a:solidFill>
                            <a:schemeClr val="tx1"/>
                          </a:solidFill>
                          <a:latin typeface="+mn-ea"/>
                          <a:ea typeface="+mn-ea"/>
                          <a:cs typeface="+mn-cs"/>
                        </a:rPr>
                        <a:t>　　需要家</a:t>
                      </a:r>
                      <a:r>
                        <a:rPr kumimoji="1" lang="en-US" altLang="ja-JP" sz="1200" b="0" i="0" u="none" strike="noStrike" kern="1200" baseline="0">
                          <a:solidFill>
                            <a:schemeClr val="tx1"/>
                          </a:solidFill>
                          <a:latin typeface="+mn-ea"/>
                          <a:ea typeface="+mn-ea"/>
                          <a:cs typeface="+mn-cs"/>
                        </a:rPr>
                        <a:t>/</a:t>
                      </a:r>
                      <a:r>
                        <a:rPr kumimoji="1" lang="ja-JP" altLang="en-US" sz="1200" b="0" i="0" u="none" strike="noStrike" kern="1200" baseline="0">
                          <a:solidFill>
                            <a:schemeClr val="tx1"/>
                          </a:solidFill>
                          <a:latin typeface="+mn-ea"/>
                          <a:ea typeface="+mn-ea"/>
                          <a:cs typeface="+mn-cs"/>
                        </a:rPr>
                        <a:t>特販店 </a:t>
                      </a:r>
                      <a:r>
                        <a:rPr kumimoji="1" lang="en-US" altLang="ja-JP" sz="1200" b="0" i="0" u="none" strike="noStrike" kern="1200" baseline="0">
                          <a:solidFill>
                            <a:schemeClr val="tx1"/>
                          </a:solidFill>
                          <a:latin typeface="+mn-ea"/>
                          <a:ea typeface="+mn-ea"/>
                          <a:cs typeface="+mn-cs"/>
                        </a:rPr>
                        <a:t>or </a:t>
                      </a:r>
                      <a:r>
                        <a:rPr kumimoji="1" lang="ja-JP" altLang="en-US" sz="1200" b="0" i="0" u="none" strike="noStrike" kern="1200" baseline="0">
                          <a:solidFill>
                            <a:schemeClr val="tx1"/>
                          </a:solidFill>
                          <a:latin typeface="+mn-ea"/>
                          <a:ea typeface="+mn-ea"/>
                          <a:cs typeface="+mn-cs"/>
                        </a:rPr>
                        <a:t>出荷先</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a:solidFill>
                            <a:schemeClr val="tx1"/>
                          </a:solidFill>
                          <a:latin typeface="+mn-ea"/>
                          <a:ea typeface="+mn-ea"/>
                          <a:cs typeface="+mn-cs"/>
                        </a:rPr>
                        <a:t>　　運送会社</a:t>
                      </a: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22735918"/>
                  </a:ext>
                </a:extLst>
              </a:tr>
              <a:tr h="152945">
                <a:tc vMerge="1">
                  <a:txBody>
                    <a:bodyPr/>
                    <a:lstStyle/>
                    <a:p>
                      <a:endParaRPr kumimoji="1" lang="ja-JP" altLang="en-US"/>
                    </a:p>
                  </a:txBody>
                  <a:tcPr/>
                </a:tc>
                <a:tc>
                  <a:txBody>
                    <a:bodyPr/>
                    <a:lstStyle/>
                    <a:p>
                      <a:pPr algn="l"/>
                      <a:r>
                        <a:rPr kumimoji="1" lang="ja-JP" altLang="en-US" sz="1200" dirty="0">
                          <a:latin typeface="+mn-ea"/>
                          <a:ea typeface="+mn-ea"/>
                        </a:rPr>
                        <a:t>出荷先</a:t>
                      </a:r>
                      <a:endParaRPr kumimoji="1" lang="en-US" altLang="ja-JP" sz="1200" dirty="0">
                        <a:latin typeface="+mn-ea"/>
                        <a:ea typeface="+mn-ea"/>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prstClr val="black"/>
                          </a:solidFill>
                          <a:effectLst/>
                          <a:uLnTx/>
                          <a:uFillTx/>
                          <a:latin typeface="+mn-ea"/>
                          <a:ea typeface="+mn-ea"/>
                          <a:cs typeface="+mn-cs"/>
                        </a:rPr>
                        <a:t>画面</a:t>
                      </a: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a:solidFill>
                            <a:schemeClr val="tx1"/>
                          </a:solidFill>
                          <a:latin typeface="+mn-ea"/>
                          <a:ea typeface="+mn-ea"/>
                          <a:cs typeface="+mn-cs"/>
                        </a:rPr>
                        <a:t>・一覧表示</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a:solidFill>
                            <a:schemeClr val="tx1"/>
                          </a:solidFill>
                          <a:latin typeface="+mn-ea"/>
                          <a:ea typeface="+mn-ea"/>
                          <a:cs typeface="+mn-cs"/>
                        </a:rPr>
                        <a:t>・新規登録、編集</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a:solidFill>
                            <a:schemeClr val="tx1"/>
                          </a:solidFill>
                          <a:latin typeface="+mn-ea"/>
                          <a:ea typeface="+mn-ea"/>
                          <a:cs typeface="+mn-cs"/>
                        </a:rPr>
                        <a:t>・データ想定</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a:solidFill>
                            <a:schemeClr val="tx1"/>
                          </a:solidFill>
                          <a:latin typeface="+mn-ea"/>
                          <a:ea typeface="+mn-ea"/>
                          <a:cs typeface="+mn-cs"/>
                        </a:rPr>
                        <a:t>　　需要家</a:t>
                      </a:r>
                      <a:r>
                        <a:rPr kumimoji="1" lang="en-US" altLang="ja-JP" sz="1200" b="0" i="0" u="none" strike="noStrike" kern="1200" baseline="0">
                          <a:solidFill>
                            <a:schemeClr val="tx1"/>
                          </a:solidFill>
                          <a:latin typeface="+mn-ea"/>
                          <a:ea typeface="+mn-ea"/>
                          <a:cs typeface="+mn-cs"/>
                        </a:rPr>
                        <a:t>/</a:t>
                      </a:r>
                      <a:r>
                        <a:rPr kumimoji="1" lang="ja-JP" altLang="en-US" sz="1200" b="0" i="0" u="none" strike="noStrike" kern="1200" baseline="0">
                          <a:solidFill>
                            <a:schemeClr val="tx1"/>
                          </a:solidFill>
                          <a:latin typeface="+mn-ea"/>
                          <a:ea typeface="+mn-ea"/>
                          <a:cs typeface="+mn-cs"/>
                        </a:rPr>
                        <a:t>特販店</a:t>
                      </a: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318188733"/>
                  </a:ext>
                </a:extLst>
              </a:tr>
              <a:tr h="152945">
                <a:tc vMerge="1">
                  <a:txBody>
                    <a:bodyPr/>
                    <a:lstStyle/>
                    <a:p>
                      <a:endParaRPr kumimoji="1" lang="ja-JP" altLang="en-US"/>
                    </a:p>
                  </a:txBody>
                  <a:tcPr/>
                </a:tc>
                <a:tc>
                  <a:txBody>
                    <a:bodyPr/>
                    <a:lstStyle/>
                    <a:p>
                      <a:pPr algn="l"/>
                      <a:r>
                        <a:rPr kumimoji="1" lang="ja-JP" altLang="en-US" sz="1200" dirty="0">
                          <a:latin typeface="+mn-ea"/>
                          <a:ea typeface="+mn-ea"/>
                        </a:rPr>
                        <a:t>ユーザー</a:t>
                      </a:r>
                      <a:endParaRPr kumimoji="1" lang="en-US" altLang="ja-JP" sz="1200" dirty="0">
                        <a:latin typeface="+mn-ea"/>
                        <a:ea typeface="+mn-ea"/>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dirty="0">
                          <a:ln>
                            <a:noFill/>
                          </a:ln>
                          <a:solidFill>
                            <a:prstClr val="black"/>
                          </a:solidFill>
                          <a:effectLst/>
                          <a:uLnTx/>
                          <a:uFillTx/>
                          <a:latin typeface="+mn-ea"/>
                          <a:ea typeface="+mn-ea"/>
                          <a:cs typeface="+mn-cs"/>
                        </a:rPr>
                        <a:t>画面</a:t>
                      </a: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dirty="0">
                          <a:solidFill>
                            <a:schemeClr val="tx1"/>
                          </a:solidFill>
                          <a:latin typeface="+mn-ea"/>
                          <a:ea typeface="+mn-ea"/>
                          <a:cs typeface="+mn-cs"/>
                        </a:rPr>
                        <a:t>・一覧表示</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dirty="0">
                          <a:solidFill>
                            <a:schemeClr val="tx1"/>
                          </a:solidFill>
                          <a:latin typeface="+mn-ea"/>
                          <a:ea typeface="+mn-ea"/>
                          <a:cs typeface="+mn-cs"/>
                        </a:rPr>
                        <a:t>・新規登録、編集</a:t>
                      </a:r>
                      <a:endParaRPr kumimoji="1" lang="en-US" altLang="ja-JP" sz="1200" b="0" i="0" u="none" strike="noStrike" kern="1200" baseline="0" dirty="0">
                        <a:solidFill>
                          <a:schemeClr val="tx1"/>
                        </a:solidFill>
                        <a:latin typeface="+mn-ea"/>
                        <a:ea typeface="+mn-ea"/>
                        <a:cs typeface="+mn-cs"/>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427324199"/>
                  </a:ext>
                </a:extLst>
              </a:tr>
              <a:tr h="152945">
                <a:tc vMerge="1">
                  <a:txBody>
                    <a:bodyPr/>
                    <a:lstStyle/>
                    <a:p>
                      <a:endParaRPr kumimoji="1" lang="ja-JP" altLang="en-US"/>
                    </a:p>
                  </a:txBody>
                  <a:tcPr/>
                </a:tc>
                <a:tc>
                  <a:txBody>
                    <a:bodyPr/>
                    <a:lstStyle/>
                    <a:p>
                      <a:pPr algn="l"/>
                      <a:r>
                        <a:rPr kumimoji="1" lang="ja-JP" altLang="en-US" sz="1200" dirty="0">
                          <a:latin typeface="+mn-ea"/>
                          <a:ea typeface="+mn-ea"/>
                        </a:rPr>
                        <a:t>ユーザー権限</a:t>
                      </a:r>
                      <a:endParaRPr kumimoji="1" lang="en-US" altLang="ja-JP" sz="1200" dirty="0">
                        <a:latin typeface="+mn-ea"/>
                        <a:ea typeface="+mn-ea"/>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dirty="0">
                          <a:ln>
                            <a:noFill/>
                          </a:ln>
                          <a:solidFill>
                            <a:prstClr val="black"/>
                          </a:solidFill>
                          <a:effectLst/>
                          <a:uLnTx/>
                          <a:uFillTx/>
                          <a:latin typeface="+mn-ea"/>
                          <a:ea typeface="+mn-ea"/>
                          <a:cs typeface="+mn-cs"/>
                        </a:rPr>
                        <a:t>画面</a:t>
                      </a: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dirty="0">
                          <a:solidFill>
                            <a:schemeClr val="tx1"/>
                          </a:solidFill>
                          <a:latin typeface="+mn-ea"/>
                          <a:ea typeface="+mn-ea"/>
                          <a:cs typeface="+mn-cs"/>
                        </a:rPr>
                        <a:t>・一覧表示</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dirty="0">
                          <a:solidFill>
                            <a:schemeClr val="tx1"/>
                          </a:solidFill>
                          <a:latin typeface="+mn-ea"/>
                          <a:ea typeface="+mn-ea"/>
                          <a:cs typeface="+mn-cs"/>
                        </a:rPr>
                        <a:t>・新規登録、編集</a:t>
                      </a: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859212031"/>
                  </a:ext>
                </a:extLst>
              </a:tr>
            </a:tbl>
          </a:graphicData>
        </a:graphic>
      </p:graphicFrame>
      <p:sp>
        <p:nvSpPr>
          <p:cNvPr id="4" name="スライド番号プレースホルダー 3">
            <a:extLst>
              <a:ext uri="{FF2B5EF4-FFF2-40B4-BE49-F238E27FC236}">
                <a16:creationId xmlns:a16="http://schemas.microsoft.com/office/drawing/2014/main" id="{46BEA196-AF2C-3897-6BD9-D7C19EB8884D}"/>
              </a:ext>
            </a:extLst>
          </p:cNvPr>
          <p:cNvSpPr>
            <a:spLocks noGrp="1"/>
          </p:cNvSpPr>
          <p:nvPr>
            <p:ph type="sldNum" sz="quarter" idx="12"/>
          </p:nvPr>
        </p:nvSpPr>
        <p:spPr>
          <a:xfrm>
            <a:off x="10752000" y="6552000"/>
            <a:ext cx="1440000" cy="216000"/>
          </a:xfrm>
        </p:spPr>
        <p:txBody>
          <a:bodyPr/>
          <a:lstStyle/>
          <a:p>
            <a:fld id="{26CA5134-5AAC-D342-B763-43605FECB385}" type="slidenum">
              <a:rPr kumimoji="1" lang="ja-JP" altLang="en-US" smtClean="0"/>
              <a:pPr/>
              <a:t>14</a:t>
            </a:fld>
            <a:endParaRPr kumimoji="1" lang="ja-JP" altLang="en-US" sz="700" dirty="0"/>
          </a:p>
        </p:txBody>
      </p:sp>
    </p:spTree>
    <p:extLst>
      <p:ext uri="{BB962C8B-B14F-4D97-AF65-F5344CB8AC3E}">
        <p14:creationId xmlns:p14="http://schemas.microsoft.com/office/powerpoint/2010/main" val="37804082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E5570A-36C6-1F6A-381C-2FAE64AE1AA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862AA72-76DC-BE0D-1025-0A8884D66F9B}"/>
              </a:ext>
            </a:extLst>
          </p:cNvPr>
          <p:cNvSpPr>
            <a:spLocks noGrp="1"/>
          </p:cNvSpPr>
          <p:nvPr>
            <p:ph type="title"/>
          </p:nvPr>
        </p:nvSpPr>
        <p:spPr/>
        <p:txBody>
          <a:bodyPr/>
          <a:lstStyle/>
          <a:p>
            <a:r>
              <a:rPr lang="en-US" altLang="ja-JP" dirty="0">
                <a:latin typeface="游明朝"/>
                <a:ea typeface="游明朝"/>
              </a:rPr>
              <a:t>3-3</a:t>
            </a:r>
            <a:r>
              <a:rPr lang="ja-JP" altLang="en-US" dirty="0">
                <a:latin typeface="游明朝"/>
                <a:ea typeface="游明朝"/>
              </a:rPr>
              <a:t>．想定</a:t>
            </a:r>
            <a:r>
              <a:rPr kumimoji="1" lang="ja-JP" altLang="en-US" dirty="0">
                <a:latin typeface="游明朝"/>
                <a:ea typeface="游明朝"/>
              </a:rPr>
              <a:t>機能・</a:t>
            </a:r>
            <a:r>
              <a:rPr lang="ja-JP" altLang="en-US" dirty="0">
                <a:latin typeface="游明朝"/>
                <a:ea typeface="游明朝"/>
              </a:rPr>
              <a:t>画面</a:t>
            </a:r>
            <a:r>
              <a:rPr kumimoji="1" lang="ja-JP" altLang="en-US" dirty="0">
                <a:latin typeface="游明朝"/>
                <a:ea typeface="游明朝"/>
              </a:rPr>
              <a:t>一覧④</a:t>
            </a:r>
            <a:endParaRPr kumimoji="1" lang="ja-JP" altLang="en-US" dirty="0"/>
          </a:p>
        </p:txBody>
      </p:sp>
      <p:sp>
        <p:nvSpPr>
          <p:cNvPr id="3" name="フッター プレースホルダー 2">
            <a:extLst>
              <a:ext uri="{FF2B5EF4-FFF2-40B4-BE49-F238E27FC236}">
                <a16:creationId xmlns:a16="http://schemas.microsoft.com/office/drawing/2014/main" id="{0E890676-DF1A-89F0-F3D5-1A7DA112DC95}"/>
              </a:ext>
            </a:extLst>
          </p:cNvPr>
          <p:cNvSpPr>
            <a:spLocks noGrp="1"/>
          </p:cNvSpPr>
          <p:nvPr>
            <p:ph type="ftr" sz="quarter" idx="11"/>
          </p:nvPr>
        </p:nvSpPr>
        <p:spPr/>
        <p:txBody>
          <a:bodyPr/>
          <a:lstStyle/>
          <a:p>
            <a:r>
              <a:rPr lang="en-US"/>
              <a:t>Copyright © SystemEXE,Inc All Rights Reserved.</a:t>
            </a:r>
          </a:p>
        </p:txBody>
      </p:sp>
      <p:graphicFrame>
        <p:nvGraphicFramePr>
          <p:cNvPr id="5" name="表 4">
            <a:extLst>
              <a:ext uri="{FF2B5EF4-FFF2-40B4-BE49-F238E27FC236}">
                <a16:creationId xmlns:a16="http://schemas.microsoft.com/office/drawing/2014/main" id="{8F149C5D-A446-CB8F-EC91-A56CE63959A8}"/>
              </a:ext>
            </a:extLst>
          </p:cNvPr>
          <p:cNvGraphicFramePr>
            <a:graphicFrameLocks noGrp="1"/>
          </p:cNvGraphicFramePr>
          <p:nvPr>
            <p:extLst>
              <p:ext uri="{D42A27DB-BD31-4B8C-83A1-F6EECF244321}">
                <p14:modId xmlns:p14="http://schemas.microsoft.com/office/powerpoint/2010/main" val="3856583020"/>
              </p:ext>
            </p:extLst>
          </p:nvPr>
        </p:nvGraphicFramePr>
        <p:xfrm>
          <a:off x="575400" y="813840"/>
          <a:ext cx="11015999" cy="1767840"/>
        </p:xfrm>
        <a:graphic>
          <a:graphicData uri="http://schemas.openxmlformats.org/drawingml/2006/table">
            <a:tbl>
              <a:tblPr firstRow="1" bandRow="1">
                <a:tableStyleId>{5940675A-B579-460E-94D1-54222C63F5DA}</a:tableStyleId>
              </a:tblPr>
              <a:tblGrid>
                <a:gridCol w="1599096">
                  <a:extLst>
                    <a:ext uri="{9D8B030D-6E8A-4147-A177-3AD203B41FA5}">
                      <a16:colId xmlns:a16="http://schemas.microsoft.com/office/drawing/2014/main" val="2191046775"/>
                    </a:ext>
                  </a:extLst>
                </a:gridCol>
                <a:gridCol w="1599096">
                  <a:extLst>
                    <a:ext uri="{9D8B030D-6E8A-4147-A177-3AD203B41FA5}">
                      <a16:colId xmlns:a16="http://schemas.microsoft.com/office/drawing/2014/main" val="2023518490"/>
                    </a:ext>
                  </a:extLst>
                </a:gridCol>
                <a:gridCol w="1066064">
                  <a:extLst>
                    <a:ext uri="{9D8B030D-6E8A-4147-A177-3AD203B41FA5}">
                      <a16:colId xmlns:a16="http://schemas.microsoft.com/office/drawing/2014/main" val="2846625851"/>
                    </a:ext>
                  </a:extLst>
                </a:gridCol>
                <a:gridCol w="6751743">
                  <a:extLst>
                    <a:ext uri="{9D8B030D-6E8A-4147-A177-3AD203B41FA5}">
                      <a16:colId xmlns:a16="http://schemas.microsoft.com/office/drawing/2014/main" val="1616917508"/>
                    </a:ext>
                  </a:extLst>
                </a:gridCol>
              </a:tblGrid>
              <a:tr h="152945">
                <a:tc>
                  <a:txBody>
                    <a:bodyPr/>
                    <a:lstStyle/>
                    <a:p>
                      <a:pPr algn="ctr"/>
                      <a:r>
                        <a:rPr kumimoji="1" lang="ja-JP" altLang="en-US" sz="1400" b="1">
                          <a:solidFill>
                            <a:schemeClr val="bg1"/>
                          </a:solidFill>
                          <a:latin typeface="+mn-ea"/>
                          <a:ea typeface="+mn-ea"/>
                        </a:rPr>
                        <a:t>大分類</a:t>
                      </a:r>
                    </a:p>
                  </a:txBody>
                  <a:tcPr marL="90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solidFill>
                  </a:tcPr>
                </a:tc>
                <a:tc>
                  <a:txBody>
                    <a:bodyPr/>
                    <a:lstStyle/>
                    <a:p>
                      <a:pPr algn="ctr"/>
                      <a:r>
                        <a:rPr kumimoji="1" lang="ja-JP" altLang="en-US" sz="1400" b="1">
                          <a:solidFill>
                            <a:schemeClr val="bg1"/>
                          </a:solidFill>
                          <a:latin typeface="+mn-ea"/>
                          <a:ea typeface="+mn-ea"/>
                        </a:rPr>
                        <a:t>中項目</a:t>
                      </a:r>
                    </a:p>
                  </a:txBody>
                  <a:tcPr marL="90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solidFill>
                  </a:tcPr>
                </a:tc>
                <a:tc>
                  <a:txBody>
                    <a:bodyPr/>
                    <a:lstStyle/>
                    <a:p>
                      <a:pPr algn="ctr"/>
                      <a:r>
                        <a:rPr kumimoji="1" lang="ja-JP" altLang="en-US" sz="1400" b="1">
                          <a:solidFill>
                            <a:schemeClr val="bg1"/>
                          </a:solidFill>
                          <a:latin typeface="+mn-ea"/>
                          <a:ea typeface="+mn-ea"/>
                        </a:rPr>
                        <a:t>分類</a:t>
                      </a:r>
                    </a:p>
                  </a:txBody>
                  <a:tcPr marL="90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solidFill>
                  </a:tcPr>
                </a:tc>
                <a:tc>
                  <a:txBody>
                    <a:bodyPr/>
                    <a:lstStyle/>
                    <a:p>
                      <a:pPr algn="ctr"/>
                      <a:r>
                        <a:rPr kumimoji="1" lang="ja-JP" altLang="en-US" sz="1400" b="1">
                          <a:solidFill>
                            <a:schemeClr val="bg1"/>
                          </a:solidFill>
                          <a:latin typeface="+mn-ea"/>
                          <a:ea typeface="+mn-ea"/>
                        </a:rPr>
                        <a:t>機能・画面概要</a:t>
                      </a:r>
                    </a:p>
                  </a:txBody>
                  <a:tcPr marL="90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52205234"/>
                  </a:ext>
                </a:extLst>
              </a:tr>
              <a:tr h="152945">
                <a:tc rowSpan="2">
                  <a:txBody>
                    <a:bodyPr/>
                    <a:lstStyle/>
                    <a:p>
                      <a:pPr algn="l"/>
                      <a:r>
                        <a:rPr kumimoji="1" lang="ja-JP" altLang="en-US" sz="1200">
                          <a:latin typeface="+mn-ea"/>
                          <a:ea typeface="+mn-ea"/>
                        </a:rPr>
                        <a:t>その他</a:t>
                      </a: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a:r>
                        <a:rPr kumimoji="1" lang="ja-JP" altLang="en-US" sz="1200" dirty="0">
                          <a:latin typeface="+mn-ea"/>
                          <a:ea typeface="+mn-ea"/>
                        </a:rPr>
                        <a:t>脆弱性診断</a:t>
                      </a: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ctr"/>
                      <a:r>
                        <a:rPr kumimoji="1" lang="ja-JP" altLang="en-US" sz="1200">
                          <a:latin typeface="+mn-ea"/>
                          <a:ea typeface="+mn-ea"/>
                        </a:rPr>
                        <a:t>ー</a:t>
                      </a: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dirty="0">
                          <a:solidFill>
                            <a:schemeClr val="tx1"/>
                          </a:solidFill>
                          <a:latin typeface="+mn-ea"/>
                          <a:ea typeface="+mn-ea"/>
                          <a:cs typeface="+mn-cs"/>
                        </a:rPr>
                        <a:t>・脆弱性診断を実施した結果の対応 </a:t>
                      </a:r>
                      <a:endParaRPr kumimoji="1" lang="en-US" altLang="ja-JP" sz="1200" b="0" i="0" u="none" strike="noStrike" kern="1200" baseline="0" dirty="0">
                        <a:solidFill>
                          <a:schemeClr val="tx1"/>
                        </a:solidFill>
                        <a:latin typeface="+mn-ea"/>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dirty="0">
                          <a:solidFill>
                            <a:schemeClr val="tx1"/>
                          </a:solidFill>
                          <a:latin typeface="+mn-ea"/>
                          <a:ea typeface="+mn-ea"/>
                          <a:cs typeface="+mn-cs"/>
                        </a:rPr>
                        <a:t>　</a:t>
                      </a:r>
                      <a:r>
                        <a:rPr kumimoji="1" lang="en-US" altLang="ja-JP" sz="1200" b="0" i="0" u="none" strike="noStrike" kern="1200" baseline="0" dirty="0">
                          <a:solidFill>
                            <a:schemeClr val="tx1"/>
                          </a:solidFill>
                          <a:latin typeface="+mn-ea"/>
                          <a:ea typeface="+mn-ea"/>
                          <a:cs typeface="+mn-cs"/>
                        </a:rPr>
                        <a:t>※</a:t>
                      </a:r>
                      <a:r>
                        <a:rPr kumimoji="1" lang="ja-JP" altLang="en-US" sz="1200" b="0" i="0" u="none" strike="noStrike" kern="1200" baseline="0" dirty="0">
                          <a:solidFill>
                            <a:schemeClr val="tx1"/>
                          </a:solidFill>
                          <a:latin typeface="+mn-ea"/>
                          <a:ea typeface="+mn-ea"/>
                          <a:cs typeface="+mn-cs"/>
                        </a:rPr>
                        <a:t>脆弱性診断の費用は見積対象外</a:t>
                      </a:r>
                      <a:endParaRPr kumimoji="1" lang="en-US" altLang="ja-JP" sz="1200" b="0" i="0" u="none" strike="noStrike" kern="1200" baseline="0" dirty="0">
                        <a:solidFill>
                          <a:schemeClr val="tx1"/>
                        </a:solidFill>
                        <a:latin typeface="+mn-ea"/>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sz="1200" b="0" i="0" u="none" strike="noStrike" kern="1200" baseline="0" dirty="0">
                        <a:solidFill>
                          <a:schemeClr val="tx1"/>
                        </a:solidFill>
                        <a:latin typeface="+mn-ea"/>
                        <a:ea typeface="+mn-ea"/>
                        <a:cs typeface="+mn-cs"/>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025700629"/>
                  </a:ext>
                </a:extLst>
              </a:tr>
              <a:tr h="152945">
                <a:tc vMerge="1">
                  <a:txBody>
                    <a:bodyPr/>
                    <a:lstStyle/>
                    <a:p>
                      <a:endParaRPr kumimoji="1" lang="ja-JP" altLang="en-US"/>
                    </a:p>
                  </a:txBody>
                  <a:tcPr/>
                </a:tc>
                <a:tc>
                  <a:txBody>
                    <a:bodyPr/>
                    <a:lstStyle/>
                    <a:p>
                      <a:pPr algn="l"/>
                      <a:r>
                        <a:rPr kumimoji="1" lang="ja-JP" altLang="en-US" sz="1200">
                          <a:latin typeface="+mn-ea"/>
                          <a:ea typeface="+mn-ea"/>
                        </a:rPr>
                        <a:t>画面デザイン</a:t>
                      </a: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ctr"/>
                      <a:r>
                        <a:rPr kumimoji="1" lang="ja-JP" altLang="en-US" sz="1200" dirty="0">
                          <a:latin typeface="+mn-ea"/>
                          <a:ea typeface="+mn-ea"/>
                        </a:rPr>
                        <a:t>画面</a:t>
                      </a: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dirty="0">
                          <a:solidFill>
                            <a:schemeClr val="tx1"/>
                          </a:solidFill>
                          <a:latin typeface="+mn-ea"/>
                          <a:ea typeface="+mn-ea"/>
                          <a:cs typeface="+mn-cs"/>
                        </a:rPr>
                        <a:t>出荷画面の「積時間を調整する</a:t>
                      </a:r>
                      <a:r>
                        <a:rPr kumimoji="1" lang="en-US" altLang="ja-JP" sz="1200" b="0" i="0" u="none" strike="noStrike" kern="1200" baseline="0" dirty="0">
                          <a:solidFill>
                            <a:schemeClr val="tx1"/>
                          </a:solidFill>
                          <a:latin typeface="+mn-ea"/>
                          <a:ea typeface="+mn-ea"/>
                          <a:cs typeface="+mn-cs"/>
                        </a:rPr>
                        <a:t>UI</a:t>
                      </a:r>
                      <a:r>
                        <a:rPr kumimoji="1" lang="ja-JP" altLang="en-US" sz="1200" b="0" i="0" u="none" strike="noStrike" kern="1200" baseline="0" dirty="0">
                          <a:solidFill>
                            <a:schemeClr val="tx1"/>
                          </a:solidFill>
                          <a:latin typeface="+mn-ea"/>
                          <a:ea typeface="+mn-ea"/>
                          <a:cs typeface="+mn-cs"/>
                        </a:rPr>
                        <a:t>」について</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dirty="0">
                          <a:solidFill>
                            <a:schemeClr val="tx1"/>
                          </a:solidFill>
                          <a:latin typeface="+mn-ea"/>
                          <a:ea typeface="+mn-ea"/>
                          <a:cs typeface="+mn-cs"/>
                        </a:rPr>
                        <a:t>・ユーザが直感的に分かる操作・表現とする</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dirty="0">
                          <a:solidFill>
                            <a:schemeClr val="tx1"/>
                          </a:solidFill>
                          <a:latin typeface="+mn-ea"/>
                          <a:ea typeface="+mn-ea"/>
                          <a:cs typeface="+mn-cs"/>
                        </a:rPr>
                        <a:t>・一括編集可能とする</a:t>
                      </a:r>
                      <a:endParaRPr kumimoji="1" lang="en-US" altLang="ja-JP" sz="1200" b="0" i="0" u="none" strike="noStrike" kern="1200" baseline="0" dirty="0">
                        <a:solidFill>
                          <a:schemeClr val="tx1"/>
                        </a:solidFill>
                        <a:latin typeface="+mn-ea"/>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sz="1200" b="0" i="0" u="none" strike="noStrike" kern="1200" baseline="0" dirty="0">
                        <a:solidFill>
                          <a:schemeClr val="tx1"/>
                        </a:solidFill>
                        <a:latin typeface="+mn-ea"/>
                        <a:ea typeface="+mn-ea"/>
                        <a:cs typeface="+mn-cs"/>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129702642"/>
                  </a:ext>
                </a:extLst>
              </a:tr>
            </a:tbl>
          </a:graphicData>
        </a:graphic>
      </p:graphicFrame>
      <p:sp>
        <p:nvSpPr>
          <p:cNvPr id="4" name="スライド番号プレースホルダー 3">
            <a:extLst>
              <a:ext uri="{FF2B5EF4-FFF2-40B4-BE49-F238E27FC236}">
                <a16:creationId xmlns:a16="http://schemas.microsoft.com/office/drawing/2014/main" id="{C280DADA-27FF-41C6-E738-C66296F60934}"/>
              </a:ext>
            </a:extLst>
          </p:cNvPr>
          <p:cNvSpPr>
            <a:spLocks noGrp="1"/>
          </p:cNvSpPr>
          <p:nvPr>
            <p:ph type="sldNum" sz="quarter" idx="12"/>
          </p:nvPr>
        </p:nvSpPr>
        <p:spPr>
          <a:xfrm>
            <a:off x="10752000" y="6552000"/>
            <a:ext cx="1440000" cy="216000"/>
          </a:xfrm>
        </p:spPr>
        <p:txBody>
          <a:bodyPr/>
          <a:lstStyle/>
          <a:p>
            <a:fld id="{26CA5134-5AAC-D342-B763-43605FECB385}" type="slidenum">
              <a:rPr kumimoji="1" lang="ja-JP" altLang="en-US" smtClean="0"/>
              <a:pPr/>
              <a:t>15</a:t>
            </a:fld>
            <a:endParaRPr kumimoji="1" lang="ja-JP" altLang="en-US" sz="700" dirty="0"/>
          </a:p>
        </p:txBody>
      </p:sp>
    </p:spTree>
    <p:extLst>
      <p:ext uri="{BB962C8B-B14F-4D97-AF65-F5344CB8AC3E}">
        <p14:creationId xmlns:p14="http://schemas.microsoft.com/office/powerpoint/2010/main" val="19589179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スライド番号プレースホルダー 2">
            <a:extLst>
              <a:ext uri="{FF2B5EF4-FFF2-40B4-BE49-F238E27FC236}">
                <a16:creationId xmlns:a16="http://schemas.microsoft.com/office/drawing/2014/main" id="{31CB3882-9CC5-A0DE-B164-1C332C065E33}"/>
              </a:ext>
            </a:extLst>
          </p:cNvPr>
          <p:cNvSpPr>
            <a:spLocks noGrp="1"/>
          </p:cNvSpPr>
          <p:nvPr>
            <p:ph type="sldNum" sz="quarter" idx="12"/>
          </p:nvPr>
        </p:nvSpPr>
        <p:spPr/>
        <p:txBody>
          <a:bodyPr/>
          <a:lstStyle/>
          <a:p>
            <a:fld id="{26CA5134-5AAC-D342-B763-43605FECB385}" type="slidenum">
              <a:rPr kumimoji="1" lang="ja-JP" altLang="en-US" smtClean="0"/>
              <a:pPr/>
              <a:t>16</a:t>
            </a:fld>
            <a:endParaRPr kumimoji="1" lang="ja-JP" altLang="en-US" sz="700"/>
          </a:p>
        </p:txBody>
      </p:sp>
      <p:sp>
        <p:nvSpPr>
          <p:cNvPr id="4" name="タイトル 3">
            <a:extLst>
              <a:ext uri="{FF2B5EF4-FFF2-40B4-BE49-F238E27FC236}">
                <a16:creationId xmlns:a16="http://schemas.microsoft.com/office/drawing/2014/main" id="{8D344C24-90BA-8CA4-BAEE-C7E62D0B5C6D}"/>
              </a:ext>
            </a:extLst>
          </p:cNvPr>
          <p:cNvSpPr>
            <a:spLocks noGrp="1"/>
          </p:cNvSpPr>
          <p:nvPr>
            <p:ph type="title"/>
          </p:nvPr>
        </p:nvSpPr>
        <p:spPr/>
        <p:txBody>
          <a:bodyPr/>
          <a:lstStyle/>
          <a:p>
            <a:r>
              <a:rPr kumimoji="1" lang="ja-JP" altLang="en-US" dirty="0"/>
              <a:t>プロジェクト推進体制</a:t>
            </a:r>
          </a:p>
        </p:txBody>
      </p:sp>
    </p:spTree>
    <p:extLst>
      <p:ext uri="{BB962C8B-B14F-4D97-AF65-F5344CB8AC3E}">
        <p14:creationId xmlns:p14="http://schemas.microsoft.com/office/powerpoint/2010/main" val="37189717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80CD78-C27B-404E-EB80-3D2B8B66D2D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CBA065B-2F8B-F0D5-5B04-79E2FD7160BB}"/>
              </a:ext>
            </a:extLst>
          </p:cNvPr>
          <p:cNvSpPr>
            <a:spLocks noGrp="1"/>
          </p:cNvSpPr>
          <p:nvPr>
            <p:ph type="title"/>
          </p:nvPr>
        </p:nvSpPr>
        <p:spPr/>
        <p:txBody>
          <a:bodyPr/>
          <a:lstStyle/>
          <a:p>
            <a:r>
              <a:rPr kumimoji="1" lang="en-US" altLang="ja-JP" dirty="0"/>
              <a:t>4-1</a:t>
            </a:r>
            <a:r>
              <a:rPr kumimoji="1" lang="ja-JP" altLang="en-US"/>
              <a:t>．</a:t>
            </a:r>
            <a:r>
              <a:rPr kumimoji="1" lang="ja-JP" altLang="en-US" dirty="0"/>
              <a:t>体制</a:t>
            </a:r>
          </a:p>
        </p:txBody>
      </p:sp>
      <p:sp>
        <p:nvSpPr>
          <p:cNvPr id="4" name="フッター プレースホルダー 3">
            <a:extLst>
              <a:ext uri="{FF2B5EF4-FFF2-40B4-BE49-F238E27FC236}">
                <a16:creationId xmlns:a16="http://schemas.microsoft.com/office/drawing/2014/main" id="{70A0DD85-93E1-8A00-0CC2-ED0215C8439F}"/>
              </a:ext>
            </a:extLst>
          </p:cNvPr>
          <p:cNvSpPr>
            <a:spLocks noGrp="1"/>
          </p:cNvSpPr>
          <p:nvPr>
            <p:ph type="ftr" sz="quarter" idx="11"/>
          </p:nvPr>
        </p:nvSpPr>
        <p:spPr/>
        <p:txBody>
          <a:bodyPr/>
          <a:lstStyle/>
          <a:p>
            <a:r>
              <a:rPr lang="en-US" altLang="ja-JP" dirty="0"/>
              <a:t>Copyright © </a:t>
            </a:r>
            <a:r>
              <a:rPr lang="en-US" altLang="ja-JP" dirty="0" err="1"/>
              <a:t>SystemEXE,Inc</a:t>
            </a:r>
            <a:r>
              <a:rPr lang="en-US" altLang="ja-JP" dirty="0"/>
              <a:t> All Rights Reserved.</a:t>
            </a:r>
          </a:p>
        </p:txBody>
      </p:sp>
      <p:sp>
        <p:nvSpPr>
          <p:cNvPr id="24" name="正方形/長方形 23">
            <a:extLst>
              <a:ext uri="{FF2B5EF4-FFF2-40B4-BE49-F238E27FC236}">
                <a16:creationId xmlns:a16="http://schemas.microsoft.com/office/drawing/2014/main" id="{9981E65E-52D1-06E7-B62C-88E5C962C4BB}"/>
              </a:ext>
            </a:extLst>
          </p:cNvPr>
          <p:cNvSpPr/>
          <p:nvPr/>
        </p:nvSpPr>
        <p:spPr>
          <a:xfrm>
            <a:off x="575998" y="1297411"/>
            <a:ext cx="5899422" cy="4623178"/>
          </a:xfrm>
          <a:prstGeom prst="rect">
            <a:avLst/>
          </a:prstGeom>
          <a:solidFill>
            <a:schemeClr val="accent2">
              <a:lumMod val="20000"/>
              <a:lumOff val="80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r"/>
            <a:endParaRPr kumimoji="1" lang="ja-JP" altLang="en-US" sz="1400" dirty="0">
              <a:solidFill>
                <a:schemeClr val="tx1"/>
              </a:solidFill>
              <a:latin typeface="+mn-ea"/>
            </a:endParaRPr>
          </a:p>
        </p:txBody>
      </p:sp>
      <p:sp>
        <p:nvSpPr>
          <p:cNvPr id="30" name="四角形: 上の 2 つの角を丸める 29">
            <a:extLst>
              <a:ext uri="{FF2B5EF4-FFF2-40B4-BE49-F238E27FC236}">
                <a16:creationId xmlns:a16="http://schemas.microsoft.com/office/drawing/2014/main" id="{E49C9C00-4C88-3DED-AD78-80F24A61AE28}"/>
              </a:ext>
            </a:extLst>
          </p:cNvPr>
          <p:cNvSpPr/>
          <p:nvPr/>
        </p:nvSpPr>
        <p:spPr>
          <a:xfrm>
            <a:off x="575999" y="937411"/>
            <a:ext cx="5899421" cy="360000"/>
          </a:xfrm>
          <a:prstGeom prst="round2Same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b="1">
                <a:latin typeface="+mn-ea"/>
              </a:rPr>
              <a:t>出光興産様</a:t>
            </a:r>
          </a:p>
        </p:txBody>
      </p:sp>
      <p:cxnSp>
        <p:nvCxnSpPr>
          <p:cNvPr id="34" name="直線コネクタ 33">
            <a:extLst>
              <a:ext uri="{FF2B5EF4-FFF2-40B4-BE49-F238E27FC236}">
                <a16:creationId xmlns:a16="http://schemas.microsoft.com/office/drawing/2014/main" id="{804F6137-3497-2C14-7346-DC041DFD9FE0}"/>
              </a:ext>
            </a:extLst>
          </p:cNvPr>
          <p:cNvCxnSpPr>
            <a:cxnSpLocks/>
          </p:cNvCxnSpPr>
          <p:nvPr/>
        </p:nvCxnSpPr>
        <p:spPr>
          <a:xfrm flipV="1">
            <a:off x="3597738" y="2066834"/>
            <a:ext cx="0" cy="295777"/>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38" name="正方形/長方形 37">
            <a:extLst>
              <a:ext uri="{FF2B5EF4-FFF2-40B4-BE49-F238E27FC236}">
                <a16:creationId xmlns:a16="http://schemas.microsoft.com/office/drawing/2014/main" id="{2AD9E013-F686-2FD1-698C-D175FBC3E2BC}"/>
              </a:ext>
            </a:extLst>
          </p:cNvPr>
          <p:cNvSpPr/>
          <p:nvPr/>
        </p:nvSpPr>
        <p:spPr>
          <a:xfrm>
            <a:off x="6744448" y="1297410"/>
            <a:ext cx="4875154" cy="4615807"/>
          </a:xfrm>
          <a:prstGeom prst="rect">
            <a:avLst/>
          </a:prstGeom>
          <a:solidFill>
            <a:schemeClr val="accent1">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a:latin typeface="+mn-ea"/>
            </a:endParaRPr>
          </a:p>
        </p:txBody>
      </p:sp>
      <p:sp>
        <p:nvSpPr>
          <p:cNvPr id="39" name="四角形: 上の 2 つの角を丸める 38">
            <a:extLst>
              <a:ext uri="{FF2B5EF4-FFF2-40B4-BE49-F238E27FC236}">
                <a16:creationId xmlns:a16="http://schemas.microsoft.com/office/drawing/2014/main" id="{E8F7F3A3-58F5-FEA7-E58E-7F9FDD0E2C69}"/>
              </a:ext>
            </a:extLst>
          </p:cNvPr>
          <p:cNvSpPr/>
          <p:nvPr/>
        </p:nvSpPr>
        <p:spPr>
          <a:xfrm>
            <a:off x="6744447" y="937411"/>
            <a:ext cx="4875155" cy="360000"/>
          </a:xfrm>
          <a:prstGeom prst="round2Same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b="1">
                <a:latin typeface="+mn-ea"/>
              </a:rPr>
              <a:t>システムエグゼ</a:t>
            </a:r>
          </a:p>
        </p:txBody>
      </p:sp>
      <p:grpSp>
        <p:nvGrpSpPr>
          <p:cNvPr id="40" name="グループ化 39">
            <a:extLst>
              <a:ext uri="{FF2B5EF4-FFF2-40B4-BE49-F238E27FC236}">
                <a16:creationId xmlns:a16="http://schemas.microsoft.com/office/drawing/2014/main" id="{7D45572A-6564-039D-42E2-D100FDD3A02A}"/>
              </a:ext>
            </a:extLst>
          </p:cNvPr>
          <p:cNvGrpSpPr/>
          <p:nvPr/>
        </p:nvGrpSpPr>
        <p:grpSpPr>
          <a:xfrm>
            <a:off x="7048358" y="1513413"/>
            <a:ext cx="1814985" cy="559820"/>
            <a:chOff x="4655954" y="1512000"/>
            <a:chExt cx="3738953" cy="720000"/>
          </a:xfrm>
        </p:grpSpPr>
        <p:sp>
          <p:nvSpPr>
            <p:cNvPr id="41" name="正方形/長方形 40">
              <a:extLst>
                <a:ext uri="{FF2B5EF4-FFF2-40B4-BE49-F238E27FC236}">
                  <a16:creationId xmlns:a16="http://schemas.microsoft.com/office/drawing/2014/main" id="{DA37A262-DC47-433A-D740-78DB9C3C8698}"/>
                </a:ext>
              </a:extLst>
            </p:cNvPr>
            <p:cNvSpPr/>
            <p:nvPr/>
          </p:nvSpPr>
          <p:spPr>
            <a:xfrm>
              <a:off x="4655954" y="1512000"/>
              <a:ext cx="3738947" cy="360000"/>
            </a:xfrm>
            <a:prstGeom prst="rect">
              <a:avLst/>
            </a:prstGeom>
            <a:solidFill>
              <a:schemeClr val="bg1">
                <a:lumMod val="95000"/>
              </a:schemeClr>
            </a:solidFill>
            <a:ln w="6350">
              <a:solidFill>
                <a:schemeClr val="bg1">
                  <a:lumMod val="50000"/>
                </a:schemeClr>
              </a:solidFill>
            </a:ln>
          </p:spPr>
          <p:style>
            <a:lnRef idx="3">
              <a:schemeClr val="lt1"/>
            </a:lnRef>
            <a:fillRef idx="1">
              <a:schemeClr val="accent1"/>
            </a:fillRef>
            <a:effectRef idx="1">
              <a:schemeClr val="accent1"/>
            </a:effectRef>
            <a:fontRef idx="minor">
              <a:schemeClr val="lt1"/>
            </a:fontRef>
          </p:style>
          <p:txBody>
            <a:bodyPr lIns="36000" rIns="36000" rtlCol="0" anchor="ctr"/>
            <a:lstStyle/>
            <a:p>
              <a:pPr algn="ctr"/>
              <a:r>
                <a:rPr lang="ja-JP" altLang="en-US" sz="1400">
                  <a:solidFill>
                    <a:schemeClr val="tx1"/>
                  </a:solidFill>
                  <a:latin typeface="+mn-ea"/>
                </a:rPr>
                <a:t>プロジェクト責任者</a:t>
              </a:r>
              <a:endParaRPr kumimoji="1" lang="ja-JP" altLang="en-US" sz="1400">
                <a:solidFill>
                  <a:schemeClr val="tx1"/>
                </a:solidFill>
                <a:latin typeface="+mn-ea"/>
              </a:endParaRPr>
            </a:p>
          </p:txBody>
        </p:sp>
        <p:sp>
          <p:nvSpPr>
            <p:cNvPr id="42" name="正方形/長方形 41">
              <a:extLst>
                <a:ext uri="{FF2B5EF4-FFF2-40B4-BE49-F238E27FC236}">
                  <a16:creationId xmlns:a16="http://schemas.microsoft.com/office/drawing/2014/main" id="{C0DF0B83-0B92-5F58-76C3-3F69C4A13F42}"/>
                </a:ext>
              </a:extLst>
            </p:cNvPr>
            <p:cNvSpPr/>
            <p:nvPr/>
          </p:nvSpPr>
          <p:spPr>
            <a:xfrm>
              <a:off x="4655960" y="1872000"/>
              <a:ext cx="3738947" cy="360000"/>
            </a:xfrm>
            <a:prstGeom prst="rect">
              <a:avLst/>
            </a:prstGeom>
            <a:solidFill>
              <a:schemeClr val="bg1"/>
            </a:solidFill>
            <a:ln w="6350">
              <a:solidFill>
                <a:schemeClr val="bg1">
                  <a:lumMod val="50000"/>
                </a:schemeClr>
              </a:solidFill>
            </a:ln>
          </p:spPr>
          <p:style>
            <a:lnRef idx="3">
              <a:schemeClr val="lt1"/>
            </a:lnRef>
            <a:fillRef idx="1">
              <a:schemeClr val="accent1"/>
            </a:fillRef>
            <a:effectRef idx="1">
              <a:schemeClr val="accent1"/>
            </a:effectRef>
            <a:fontRef idx="minor">
              <a:schemeClr val="lt1"/>
            </a:fontRef>
          </p:style>
          <p:txBody>
            <a:bodyPr lIns="90000" tIns="46800" rIns="90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ja-JP" altLang="en-US" sz="1400" kern="0">
                  <a:solidFill>
                    <a:prstClr val="black"/>
                  </a:solidFill>
                  <a:latin typeface="+mn-ea"/>
                </a:rPr>
                <a:t>福田 慎</a:t>
              </a:r>
              <a:endParaRPr kumimoji="1" lang="ja-JP" altLang="en-US" sz="1400" b="0" i="0" u="none" strike="noStrike" kern="0" cap="none" spc="0" normalizeH="0" baseline="0" noProof="0">
                <a:ln>
                  <a:noFill/>
                </a:ln>
                <a:solidFill>
                  <a:prstClr val="black"/>
                </a:solidFill>
                <a:effectLst/>
                <a:uLnTx/>
                <a:uFillTx/>
                <a:latin typeface="+mn-ea"/>
              </a:endParaRPr>
            </a:p>
          </p:txBody>
        </p:sp>
      </p:grpSp>
      <p:grpSp>
        <p:nvGrpSpPr>
          <p:cNvPr id="43" name="グループ化 42">
            <a:extLst>
              <a:ext uri="{FF2B5EF4-FFF2-40B4-BE49-F238E27FC236}">
                <a16:creationId xmlns:a16="http://schemas.microsoft.com/office/drawing/2014/main" id="{FEA875BE-D9E8-79FD-65C7-EFEA23812683}"/>
              </a:ext>
            </a:extLst>
          </p:cNvPr>
          <p:cNvGrpSpPr/>
          <p:nvPr/>
        </p:nvGrpSpPr>
        <p:grpSpPr>
          <a:xfrm>
            <a:off x="7048358" y="2919908"/>
            <a:ext cx="1814985" cy="559820"/>
            <a:chOff x="4655954" y="2520000"/>
            <a:chExt cx="3738953" cy="720000"/>
          </a:xfrm>
        </p:grpSpPr>
        <p:sp>
          <p:nvSpPr>
            <p:cNvPr id="44" name="正方形/長方形 43">
              <a:extLst>
                <a:ext uri="{FF2B5EF4-FFF2-40B4-BE49-F238E27FC236}">
                  <a16:creationId xmlns:a16="http://schemas.microsoft.com/office/drawing/2014/main" id="{3CF23CE0-1398-0291-3AD6-E7C70ED5F6E6}"/>
                </a:ext>
              </a:extLst>
            </p:cNvPr>
            <p:cNvSpPr/>
            <p:nvPr/>
          </p:nvSpPr>
          <p:spPr>
            <a:xfrm>
              <a:off x="4655954" y="2520000"/>
              <a:ext cx="3738947" cy="360000"/>
            </a:xfrm>
            <a:prstGeom prst="rect">
              <a:avLst/>
            </a:prstGeom>
            <a:solidFill>
              <a:schemeClr val="bg1">
                <a:lumMod val="95000"/>
              </a:schemeClr>
            </a:solidFill>
            <a:ln w="6350">
              <a:solidFill>
                <a:schemeClr val="bg1">
                  <a:lumMod val="50000"/>
                </a:schemeClr>
              </a:solidFill>
            </a:ln>
          </p:spPr>
          <p:style>
            <a:lnRef idx="3">
              <a:schemeClr val="lt1"/>
            </a:lnRef>
            <a:fillRef idx="1">
              <a:schemeClr val="accent1"/>
            </a:fillRef>
            <a:effectRef idx="1">
              <a:schemeClr val="accent1"/>
            </a:effectRef>
            <a:fontRef idx="minor">
              <a:schemeClr val="lt1"/>
            </a:fontRef>
          </p:style>
          <p:txBody>
            <a:bodyPr lIns="36000" rIns="36000" rtlCol="0" anchor="ctr"/>
            <a:lstStyle/>
            <a:p>
              <a:pPr algn="ctr"/>
              <a:r>
                <a:rPr lang="en-US" altLang="ja-JP" sz="1400">
                  <a:solidFill>
                    <a:schemeClr val="tx1"/>
                  </a:solidFill>
                  <a:latin typeface="+mn-ea"/>
                </a:rPr>
                <a:t>PM</a:t>
              </a:r>
              <a:endParaRPr kumimoji="1" lang="ja-JP" altLang="en-US" sz="1400">
                <a:solidFill>
                  <a:schemeClr val="tx1"/>
                </a:solidFill>
                <a:latin typeface="+mn-ea"/>
              </a:endParaRPr>
            </a:p>
          </p:txBody>
        </p:sp>
        <p:sp>
          <p:nvSpPr>
            <p:cNvPr id="47" name="正方形/長方形 46">
              <a:extLst>
                <a:ext uri="{FF2B5EF4-FFF2-40B4-BE49-F238E27FC236}">
                  <a16:creationId xmlns:a16="http://schemas.microsoft.com/office/drawing/2014/main" id="{2E8D1934-EA8D-35FD-4885-FB50A09461F7}"/>
                </a:ext>
              </a:extLst>
            </p:cNvPr>
            <p:cNvSpPr/>
            <p:nvPr/>
          </p:nvSpPr>
          <p:spPr>
            <a:xfrm>
              <a:off x="4655960" y="2880000"/>
              <a:ext cx="3738947" cy="360000"/>
            </a:xfrm>
            <a:prstGeom prst="rect">
              <a:avLst/>
            </a:prstGeom>
            <a:solidFill>
              <a:schemeClr val="bg1"/>
            </a:solidFill>
            <a:ln w="6350">
              <a:solidFill>
                <a:schemeClr val="bg1">
                  <a:lumMod val="50000"/>
                </a:schemeClr>
              </a:solidFill>
            </a:ln>
          </p:spPr>
          <p:style>
            <a:lnRef idx="3">
              <a:schemeClr val="lt1"/>
            </a:lnRef>
            <a:fillRef idx="1">
              <a:schemeClr val="accent1"/>
            </a:fillRef>
            <a:effectRef idx="1">
              <a:schemeClr val="accent1"/>
            </a:effectRef>
            <a:fontRef idx="minor">
              <a:schemeClr val="lt1"/>
            </a:fontRef>
          </p:style>
          <p:txBody>
            <a:bodyPr lIns="90000" tIns="46800" rIns="90000" rtlCol="0" anchor="ctr"/>
            <a:lstStyle/>
            <a:p>
              <a:pPr lvl="0" algn="ctr" defTabSz="914400">
                <a:defRPr/>
              </a:pPr>
              <a:r>
                <a:rPr lang="ja-JP" altLang="en-US" sz="1400">
                  <a:solidFill>
                    <a:srgbClr val="333333"/>
                  </a:solidFill>
                  <a:latin typeface="+mn-ea"/>
                </a:rPr>
                <a:t>福井 将敏</a:t>
              </a:r>
            </a:p>
          </p:txBody>
        </p:sp>
      </p:grpSp>
      <p:cxnSp>
        <p:nvCxnSpPr>
          <p:cNvPr id="48" name="直線コネクタ 47">
            <a:extLst>
              <a:ext uri="{FF2B5EF4-FFF2-40B4-BE49-F238E27FC236}">
                <a16:creationId xmlns:a16="http://schemas.microsoft.com/office/drawing/2014/main" id="{B02D2D4D-3924-332F-F7F5-F534F737B379}"/>
              </a:ext>
            </a:extLst>
          </p:cNvPr>
          <p:cNvCxnSpPr>
            <a:cxnSpLocks/>
          </p:cNvCxnSpPr>
          <p:nvPr/>
        </p:nvCxnSpPr>
        <p:spPr>
          <a:xfrm flipH="1">
            <a:off x="7955849" y="2073231"/>
            <a:ext cx="3" cy="846673"/>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nvGrpSpPr>
          <p:cNvPr id="56" name="グループ化 55">
            <a:extLst>
              <a:ext uri="{FF2B5EF4-FFF2-40B4-BE49-F238E27FC236}">
                <a16:creationId xmlns:a16="http://schemas.microsoft.com/office/drawing/2014/main" id="{73ACBD6B-7455-0EDD-4932-D0A6D9353ACF}"/>
              </a:ext>
            </a:extLst>
          </p:cNvPr>
          <p:cNvGrpSpPr/>
          <p:nvPr/>
        </p:nvGrpSpPr>
        <p:grpSpPr>
          <a:xfrm>
            <a:off x="9506939" y="2197789"/>
            <a:ext cx="1547336" cy="559820"/>
            <a:chOff x="768000" y="1440000"/>
            <a:chExt cx="2880000" cy="720000"/>
          </a:xfrm>
        </p:grpSpPr>
        <p:sp>
          <p:nvSpPr>
            <p:cNvPr id="57" name="正方形/長方形 56">
              <a:extLst>
                <a:ext uri="{FF2B5EF4-FFF2-40B4-BE49-F238E27FC236}">
                  <a16:creationId xmlns:a16="http://schemas.microsoft.com/office/drawing/2014/main" id="{FF55B776-4E02-0991-7001-3D3AA5FC8656}"/>
                </a:ext>
              </a:extLst>
            </p:cNvPr>
            <p:cNvSpPr/>
            <p:nvPr/>
          </p:nvSpPr>
          <p:spPr>
            <a:xfrm>
              <a:off x="768000" y="1440000"/>
              <a:ext cx="2880000" cy="360000"/>
            </a:xfrm>
            <a:prstGeom prst="rect">
              <a:avLst/>
            </a:prstGeom>
            <a:solidFill>
              <a:schemeClr val="bg1">
                <a:lumMod val="95000"/>
              </a:schemeClr>
            </a:solidFill>
            <a:ln w="6350">
              <a:solidFill>
                <a:schemeClr val="bg1">
                  <a:lumMod val="50000"/>
                </a:schemeClr>
              </a:solidFill>
            </a:ln>
          </p:spPr>
          <p:style>
            <a:lnRef idx="3">
              <a:schemeClr val="lt1"/>
            </a:lnRef>
            <a:fillRef idx="1">
              <a:schemeClr val="accent1"/>
            </a:fillRef>
            <a:effectRef idx="1">
              <a:schemeClr val="accent1"/>
            </a:effectRef>
            <a:fontRef idx="minor">
              <a:schemeClr val="lt1"/>
            </a:fontRef>
          </p:style>
          <p:txBody>
            <a:bodyPr lIns="36000" rIns="36000" rtlCol="0" anchor="ctr"/>
            <a:lstStyle/>
            <a:p>
              <a:pPr algn="ctr"/>
              <a:r>
                <a:rPr lang="ja-JP" altLang="en-US" sz="1400">
                  <a:solidFill>
                    <a:schemeClr val="tx1"/>
                  </a:solidFill>
                  <a:latin typeface="+mn-ea"/>
                </a:rPr>
                <a:t>営業</a:t>
              </a:r>
              <a:endParaRPr kumimoji="1" lang="ja-JP" altLang="en-US" sz="1400">
                <a:solidFill>
                  <a:schemeClr val="tx1"/>
                </a:solidFill>
                <a:latin typeface="+mn-ea"/>
              </a:endParaRPr>
            </a:p>
          </p:txBody>
        </p:sp>
        <p:sp>
          <p:nvSpPr>
            <p:cNvPr id="58" name="正方形/長方形 57">
              <a:extLst>
                <a:ext uri="{FF2B5EF4-FFF2-40B4-BE49-F238E27FC236}">
                  <a16:creationId xmlns:a16="http://schemas.microsoft.com/office/drawing/2014/main" id="{010B5056-28F7-F4B8-3F4A-01D74EE5E06C}"/>
                </a:ext>
              </a:extLst>
            </p:cNvPr>
            <p:cNvSpPr/>
            <p:nvPr/>
          </p:nvSpPr>
          <p:spPr>
            <a:xfrm>
              <a:off x="768000" y="1800000"/>
              <a:ext cx="2880000" cy="360000"/>
            </a:xfrm>
            <a:prstGeom prst="rect">
              <a:avLst/>
            </a:prstGeom>
            <a:solidFill>
              <a:schemeClr val="bg1"/>
            </a:solidFill>
            <a:ln w="6350">
              <a:solidFill>
                <a:schemeClr val="bg1">
                  <a:lumMod val="50000"/>
                </a:schemeClr>
              </a:solidFill>
            </a:ln>
          </p:spPr>
          <p:style>
            <a:lnRef idx="3">
              <a:schemeClr val="lt1"/>
            </a:lnRef>
            <a:fillRef idx="1">
              <a:schemeClr val="accent1"/>
            </a:fillRef>
            <a:effectRef idx="1">
              <a:schemeClr val="accent1"/>
            </a:effectRef>
            <a:fontRef idx="minor">
              <a:schemeClr val="lt1"/>
            </a:fontRef>
          </p:style>
          <p:txBody>
            <a:bodyPr lIns="90000" tIns="46800" rIns="90000" rtlCol="0" anchor="ctr"/>
            <a:lstStyle/>
            <a:p>
              <a:pPr algn="ctr"/>
              <a:r>
                <a:rPr lang="ja-JP" altLang="en-US" sz="1400" b="0" i="0">
                  <a:solidFill>
                    <a:srgbClr val="333333"/>
                  </a:solidFill>
                  <a:effectLst/>
                  <a:latin typeface="+mn-ea"/>
                </a:rPr>
                <a:t>髙浦 祐朗</a:t>
              </a:r>
            </a:p>
          </p:txBody>
        </p:sp>
      </p:grpSp>
      <p:cxnSp>
        <p:nvCxnSpPr>
          <p:cNvPr id="59" name="直線コネクタ 58">
            <a:extLst>
              <a:ext uri="{FF2B5EF4-FFF2-40B4-BE49-F238E27FC236}">
                <a16:creationId xmlns:a16="http://schemas.microsoft.com/office/drawing/2014/main" id="{6C5BF4C1-2748-3C2D-D135-958049E0D3B7}"/>
              </a:ext>
            </a:extLst>
          </p:cNvPr>
          <p:cNvCxnSpPr>
            <a:cxnSpLocks/>
          </p:cNvCxnSpPr>
          <p:nvPr/>
        </p:nvCxnSpPr>
        <p:spPr>
          <a:xfrm flipV="1">
            <a:off x="7955849" y="3479724"/>
            <a:ext cx="3" cy="450474"/>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nvGrpSpPr>
          <p:cNvPr id="61" name="グループ化 60">
            <a:extLst>
              <a:ext uri="{FF2B5EF4-FFF2-40B4-BE49-F238E27FC236}">
                <a16:creationId xmlns:a16="http://schemas.microsoft.com/office/drawing/2014/main" id="{BF9B8D69-5C51-0F59-7C7B-B4AA7FED1961}"/>
              </a:ext>
            </a:extLst>
          </p:cNvPr>
          <p:cNvGrpSpPr/>
          <p:nvPr/>
        </p:nvGrpSpPr>
        <p:grpSpPr>
          <a:xfrm>
            <a:off x="2579180" y="1507014"/>
            <a:ext cx="2037111" cy="559819"/>
            <a:chOff x="719999" y="2016000"/>
            <a:chExt cx="2304000" cy="720000"/>
          </a:xfrm>
        </p:grpSpPr>
        <p:sp>
          <p:nvSpPr>
            <p:cNvPr id="62" name="正方形/長方形 61">
              <a:extLst>
                <a:ext uri="{FF2B5EF4-FFF2-40B4-BE49-F238E27FC236}">
                  <a16:creationId xmlns:a16="http://schemas.microsoft.com/office/drawing/2014/main" id="{9E968649-4ED0-C9BB-7812-383B64DDA856}"/>
                </a:ext>
              </a:extLst>
            </p:cNvPr>
            <p:cNvSpPr/>
            <p:nvPr/>
          </p:nvSpPr>
          <p:spPr>
            <a:xfrm>
              <a:off x="719999" y="2016000"/>
              <a:ext cx="504000" cy="720000"/>
            </a:xfrm>
            <a:prstGeom prst="rect">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a:solidFill>
                  <a:schemeClr val="tx1"/>
                </a:solidFill>
                <a:latin typeface="+mn-ea"/>
              </a:endParaRPr>
            </a:p>
          </p:txBody>
        </p:sp>
        <p:sp>
          <p:nvSpPr>
            <p:cNvPr id="63" name="正方形/長方形 62">
              <a:extLst>
                <a:ext uri="{FF2B5EF4-FFF2-40B4-BE49-F238E27FC236}">
                  <a16:creationId xmlns:a16="http://schemas.microsoft.com/office/drawing/2014/main" id="{361B9BA4-8F54-97D7-E684-51F2467ABD38}"/>
                </a:ext>
              </a:extLst>
            </p:cNvPr>
            <p:cNvSpPr/>
            <p:nvPr/>
          </p:nvSpPr>
          <p:spPr>
            <a:xfrm>
              <a:off x="719999" y="2016000"/>
              <a:ext cx="2304000" cy="360000"/>
            </a:xfrm>
            <a:prstGeom prst="rect">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a:solidFill>
                    <a:schemeClr val="tx1"/>
                  </a:solidFill>
                  <a:latin typeface="+mn-ea"/>
                </a:rPr>
                <a:t>プロジェクト責任者</a:t>
              </a:r>
            </a:p>
          </p:txBody>
        </p:sp>
        <p:sp>
          <p:nvSpPr>
            <p:cNvPr id="64" name="正方形/長方形 63">
              <a:extLst>
                <a:ext uri="{FF2B5EF4-FFF2-40B4-BE49-F238E27FC236}">
                  <a16:creationId xmlns:a16="http://schemas.microsoft.com/office/drawing/2014/main" id="{E73CD72B-6DA5-068C-262A-4401C4D9DA54}"/>
                </a:ext>
              </a:extLst>
            </p:cNvPr>
            <p:cNvSpPr/>
            <p:nvPr/>
          </p:nvSpPr>
          <p:spPr>
            <a:xfrm>
              <a:off x="719999" y="2376000"/>
              <a:ext cx="2304000" cy="360000"/>
            </a:xfrm>
            <a:prstGeom prst="rect">
              <a:avLst/>
            </a:prstGeom>
            <a:solidFill>
              <a:schemeClr val="bg1"/>
            </a:solidFill>
            <a:ln w="6350">
              <a:solidFill>
                <a:schemeClr val="bg1">
                  <a:lumMod val="50000"/>
                </a:schemeClr>
              </a:solidFill>
            </a:ln>
          </p:spPr>
          <p:style>
            <a:lnRef idx="3">
              <a:schemeClr val="lt1"/>
            </a:lnRef>
            <a:fillRef idx="1">
              <a:schemeClr val="accent1"/>
            </a:fillRef>
            <a:effectRef idx="1">
              <a:schemeClr val="accent1"/>
            </a:effectRef>
            <a:fontRef idx="minor">
              <a:schemeClr val="lt1"/>
            </a:fontRef>
          </p:style>
          <p:txBody>
            <a:bodyPr lIns="90000" tIns="46800" rIns="90000" rtlCol="0" anchor="ctr" anchorCtr="0"/>
            <a:lstStyle/>
            <a:p>
              <a:pPr algn="ctr"/>
              <a:r>
                <a:rPr lang="ja-JP" altLang="en-US" sz="1400">
                  <a:solidFill>
                    <a:schemeClr val="tx1"/>
                  </a:solidFill>
                  <a:latin typeface="+mn-ea"/>
                </a:rPr>
                <a:t>山本様／澤井様</a:t>
              </a:r>
              <a:endParaRPr lang="en-US" altLang="ja-JP" sz="1400">
                <a:solidFill>
                  <a:schemeClr val="tx1"/>
                </a:solidFill>
                <a:latin typeface="+mn-ea"/>
              </a:endParaRPr>
            </a:p>
          </p:txBody>
        </p:sp>
      </p:grpSp>
      <p:grpSp>
        <p:nvGrpSpPr>
          <p:cNvPr id="65" name="グループ化 64">
            <a:extLst>
              <a:ext uri="{FF2B5EF4-FFF2-40B4-BE49-F238E27FC236}">
                <a16:creationId xmlns:a16="http://schemas.microsoft.com/office/drawing/2014/main" id="{862F4B9C-F012-733C-97E7-BC4BD6155E59}"/>
              </a:ext>
            </a:extLst>
          </p:cNvPr>
          <p:cNvGrpSpPr/>
          <p:nvPr/>
        </p:nvGrpSpPr>
        <p:grpSpPr>
          <a:xfrm>
            <a:off x="2022888" y="3727145"/>
            <a:ext cx="1553178" cy="559820"/>
            <a:chOff x="719999" y="2952000"/>
            <a:chExt cx="2304000" cy="720000"/>
          </a:xfrm>
        </p:grpSpPr>
        <p:sp>
          <p:nvSpPr>
            <p:cNvPr id="67" name="正方形/長方形 66">
              <a:extLst>
                <a:ext uri="{FF2B5EF4-FFF2-40B4-BE49-F238E27FC236}">
                  <a16:creationId xmlns:a16="http://schemas.microsoft.com/office/drawing/2014/main" id="{0A951824-8CC8-3E3C-1303-25EAC7814C5E}"/>
                </a:ext>
              </a:extLst>
            </p:cNvPr>
            <p:cNvSpPr/>
            <p:nvPr/>
          </p:nvSpPr>
          <p:spPr>
            <a:xfrm>
              <a:off x="719999" y="2952000"/>
              <a:ext cx="2304000" cy="360000"/>
            </a:xfrm>
            <a:prstGeom prst="rect">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ja-JP" altLang="en-US" sz="1400">
                  <a:solidFill>
                    <a:schemeClr val="tx1"/>
                  </a:solidFill>
                  <a:latin typeface="+mn-ea"/>
                </a:rPr>
                <a:t>業務</a:t>
              </a:r>
              <a:r>
                <a:rPr kumimoji="1" lang="en-US" altLang="ja-JP" sz="1400">
                  <a:solidFill>
                    <a:schemeClr val="tx1"/>
                  </a:solidFill>
                  <a:latin typeface="+mn-ea"/>
                </a:rPr>
                <a:t>PL</a:t>
              </a:r>
              <a:endParaRPr kumimoji="1" lang="ja-JP" altLang="en-US" sz="1400">
                <a:solidFill>
                  <a:schemeClr val="tx1"/>
                </a:solidFill>
                <a:latin typeface="+mn-ea"/>
              </a:endParaRPr>
            </a:p>
          </p:txBody>
        </p:sp>
        <p:sp>
          <p:nvSpPr>
            <p:cNvPr id="68" name="正方形/長方形 67">
              <a:extLst>
                <a:ext uri="{FF2B5EF4-FFF2-40B4-BE49-F238E27FC236}">
                  <a16:creationId xmlns:a16="http://schemas.microsoft.com/office/drawing/2014/main" id="{2CAD3C1A-C881-4FEF-D40C-BC2757062581}"/>
                </a:ext>
              </a:extLst>
            </p:cNvPr>
            <p:cNvSpPr/>
            <p:nvPr/>
          </p:nvSpPr>
          <p:spPr>
            <a:xfrm>
              <a:off x="719999" y="3312000"/>
              <a:ext cx="2304000" cy="360000"/>
            </a:xfrm>
            <a:prstGeom prst="rect">
              <a:avLst/>
            </a:prstGeom>
            <a:solidFill>
              <a:schemeClr val="bg1"/>
            </a:solidFill>
            <a:ln w="6350">
              <a:solidFill>
                <a:schemeClr val="bg1">
                  <a:lumMod val="50000"/>
                </a:schemeClr>
              </a:solidFill>
            </a:ln>
          </p:spPr>
          <p:style>
            <a:lnRef idx="3">
              <a:schemeClr val="lt1"/>
            </a:lnRef>
            <a:fillRef idx="1">
              <a:schemeClr val="accent1"/>
            </a:fillRef>
            <a:effectRef idx="1">
              <a:schemeClr val="accent1"/>
            </a:effectRef>
            <a:fontRef idx="minor">
              <a:schemeClr val="lt1"/>
            </a:fontRef>
          </p:style>
          <p:txBody>
            <a:bodyPr lIns="90000" tIns="46800" rIns="90000"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400" b="0" i="0" u="none" strike="noStrike" kern="0" cap="none" spc="0" normalizeH="0" baseline="0" noProof="0">
                  <a:ln>
                    <a:noFill/>
                  </a:ln>
                  <a:solidFill>
                    <a:prstClr val="black"/>
                  </a:solidFill>
                  <a:effectLst/>
                  <a:uLnTx/>
                  <a:uFillTx/>
                  <a:latin typeface="+mn-ea"/>
                </a:rPr>
                <a:t>前田様・宮武様</a:t>
              </a:r>
              <a:endParaRPr lang="en-US" altLang="ja-JP" sz="1400">
                <a:solidFill>
                  <a:schemeClr val="tx1"/>
                </a:solidFill>
                <a:latin typeface="+mn-ea"/>
              </a:endParaRPr>
            </a:p>
          </p:txBody>
        </p:sp>
      </p:grpSp>
      <p:cxnSp>
        <p:nvCxnSpPr>
          <p:cNvPr id="72" name="直線コネクタ 71">
            <a:extLst>
              <a:ext uri="{FF2B5EF4-FFF2-40B4-BE49-F238E27FC236}">
                <a16:creationId xmlns:a16="http://schemas.microsoft.com/office/drawing/2014/main" id="{73A7776E-EDE7-9544-B058-8773197D39DB}"/>
              </a:ext>
            </a:extLst>
          </p:cNvPr>
          <p:cNvCxnSpPr>
            <a:cxnSpLocks/>
          </p:cNvCxnSpPr>
          <p:nvPr/>
        </p:nvCxnSpPr>
        <p:spPr>
          <a:xfrm>
            <a:off x="7955849" y="2617652"/>
            <a:ext cx="1551090" cy="0"/>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79" name="テキスト ボックス 78">
            <a:extLst>
              <a:ext uri="{FF2B5EF4-FFF2-40B4-BE49-F238E27FC236}">
                <a16:creationId xmlns:a16="http://schemas.microsoft.com/office/drawing/2014/main" id="{B4320A7A-4E78-AB2E-0A05-B82174F939B7}"/>
              </a:ext>
            </a:extLst>
          </p:cNvPr>
          <p:cNvSpPr txBox="1"/>
          <p:nvPr/>
        </p:nvSpPr>
        <p:spPr>
          <a:xfrm>
            <a:off x="470388" y="5980609"/>
            <a:ext cx="10800000" cy="504000"/>
          </a:xfrm>
          <a:prstGeom prst="rect">
            <a:avLst/>
          </a:prstGeom>
          <a:noFill/>
        </p:spPr>
        <p:txBody>
          <a:bodyPr wrap="square" rtlCol="0">
            <a:noAutofit/>
          </a:bodyPr>
          <a:lstStyle/>
          <a:p>
            <a:pPr marL="171450" indent="-171450">
              <a:buFont typeface="游ゴシック" panose="020B0400000000000000" pitchFamily="50" charset="-128"/>
              <a:buChar char="※"/>
            </a:pPr>
            <a:r>
              <a:rPr kumimoji="1" lang="ja-JP" altLang="en-US" sz="1400" dirty="0">
                <a:latin typeface="+mn-ea"/>
              </a:rPr>
              <a:t> 表記の体制には、弊社の協力会社の要員を含みます。</a:t>
            </a:r>
            <a:endParaRPr kumimoji="1" lang="en-US" altLang="ja-JP" sz="1400" dirty="0">
              <a:latin typeface="+mn-ea"/>
            </a:endParaRPr>
          </a:p>
          <a:p>
            <a:pPr marL="171450" indent="-171450">
              <a:buFont typeface="游ゴシック" panose="020B0400000000000000" pitchFamily="50" charset="-128"/>
              <a:buChar char="※"/>
            </a:pPr>
            <a:r>
              <a:rPr kumimoji="1" lang="ja-JP" altLang="en-US" sz="1400" dirty="0">
                <a:latin typeface="+mn-ea"/>
                <a:cs typeface="メイリオ" pitchFamily="50" charset="-128"/>
              </a:rPr>
              <a:t> メンバー</a:t>
            </a:r>
            <a:r>
              <a:rPr lang="ja-JP" altLang="en-US" sz="1400" dirty="0">
                <a:latin typeface="+mn-ea"/>
                <a:cs typeface="メイリオ" pitchFamily="50" charset="-128"/>
              </a:rPr>
              <a:t>については、状況により変更が発生する場合がございます。</a:t>
            </a:r>
            <a:endParaRPr lang="en-US" altLang="ja-JP" sz="1400" dirty="0">
              <a:latin typeface="+mn-ea"/>
              <a:cs typeface="メイリオ" pitchFamily="50" charset="-128"/>
            </a:endParaRPr>
          </a:p>
        </p:txBody>
      </p:sp>
      <p:grpSp>
        <p:nvGrpSpPr>
          <p:cNvPr id="80" name="グループ化 79">
            <a:extLst>
              <a:ext uri="{FF2B5EF4-FFF2-40B4-BE49-F238E27FC236}">
                <a16:creationId xmlns:a16="http://schemas.microsoft.com/office/drawing/2014/main" id="{246F0BDE-F499-6864-1CEA-70DB2389728C}"/>
              </a:ext>
            </a:extLst>
          </p:cNvPr>
          <p:cNvGrpSpPr/>
          <p:nvPr/>
        </p:nvGrpSpPr>
        <p:grpSpPr>
          <a:xfrm>
            <a:off x="9506939" y="1507018"/>
            <a:ext cx="1547336" cy="559820"/>
            <a:chOff x="8544000" y="2232000"/>
            <a:chExt cx="2880000" cy="720000"/>
          </a:xfrm>
        </p:grpSpPr>
        <p:sp>
          <p:nvSpPr>
            <p:cNvPr id="81" name="正方形/長方形 80">
              <a:extLst>
                <a:ext uri="{FF2B5EF4-FFF2-40B4-BE49-F238E27FC236}">
                  <a16:creationId xmlns:a16="http://schemas.microsoft.com/office/drawing/2014/main" id="{D49D4550-B88E-9FBF-3574-39A081350ACB}"/>
                </a:ext>
              </a:extLst>
            </p:cNvPr>
            <p:cNvSpPr/>
            <p:nvPr/>
          </p:nvSpPr>
          <p:spPr>
            <a:xfrm>
              <a:off x="8544000" y="2232000"/>
              <a:ext cx="2880000" cy="360000"/>
            </a:xfrm>
            <a:prstGeom prst="rect">
              <a:avLst/>
            </a:prstGeom>
            <a:solidFill>
              <a:schemeClr val="bg1">
                <a:lumMod val="95000"/>
              </a:schemeClr>
            </a:solidFill>
            <a:ln w="6350">
              <a:solidFill>
                <a:schemeClr val="bg1">
                  <a:lumMod val="50000"/>
                </a:schemeClr>
              </a:solidFill>
            </a:ln>
          </p:spPr>
          <p:style>
            <a:lnRef idx="3">
              <a:schemeClr val="lt1"/>
            </a:lnRef>
            <a:fillRef idx="1">
              <a:schemeClr val="accent1"/>
            </a:fillRef>
            <a:effectRef idx="1">
              <a:schemeClr val="accent1"/>
            </a:effectRef>
            <a:fontRef idx="minor">
              <a:schemeClr val="lt1"/>
            </a:fontRef>
          </p:style>
          <p:txBody>
            <a:bodyPr lIns="36000" rIns="36000" rtlCol="0" anchor="ctr"/>
            <a:lstStyle/>
            <a:p>
              <a:pPr algn="ctr"/>
              <a:r>
                <a:rPr kumimoji="1" lang="ja-JP" altLang="en-US" sz="1400" dirty="0">
                  <a:solidFill>
                    <a:schemeClr val="tx1"/>
                  </a:solidFill>
                  <a:latin typeface="+mn-ea"/>
                </a:rPr>
                <a:t>品質保証</a:t>
              </a:r>
            </a:p>
          </p:txBody>
        </p:sp>
        <p:sp>
          <p:nvSpPr>
            <p:cNvPr id="82" name="正方形/長方形 81">
              <a:extLst>
                <a:ext uri="{FF2B5EF4-FFF2-40B4-BE49-F238E27FC236}">
                  <a16:creationId xmlns:a16="http://schemas.microsoft.com/office/drawing/2014/main" id="{7011170F-99B2-45A0-5B70-3BA6915D24FC}"/>
                </a:ext>
              </a:extLst>
            </p:cNvPr>
            <p:cNvSpPr/>
            <p:nvPr/>
          </p:nvSpPr>
          <p:spPr>
            <a:xfrm>
              <a:off x="8544000" y="2592000"/>
              <a:ext cx="2880000" cy="360000"/>
            </a:xfrm>
            <a:prstGeom prst="rect">
              <a:avLst/>
            </a:prstGeom>
            <a:solidFill>
              <a:schemeClr val="bg1"/>
            </a:solidFill>
            <a:ln w="6350">
              <a:solidFill>
                <a:schemeClr val="bg1">
                  <a:lumMod val="50000"/>
                </a:schemeClr>
              </a:solidFill>
            </a:ln>
          </p:spPr>
          <p:style>
            <a:lnRef idx="3">
              <a:schemeClr val="lt1"/>
            </a:lnRef>
            <a:fillRef idx="1">
              <a:schemeClr val="accent1"/>
            </a:fillRef>
            <a:effectRef idx="1">
              <a:schemeClr val="accent1"/>
            </a:effectRef>
            <a:fontRef idx="minor">
              <a:schemeClr val="lt1"/>
            </a:fontRef>
          </p:style>
          <p:txBody>
            <a:bodyPr wrap="none" lIns="90000" tIns="46800" rIns="90000" rtlCol="0" anchor="ctr" anchorCtr="0"/>
            <a:lstStyle/>
            <a:p>
              <a:pPr algn="ctr"/>
              <a:r>
                <a:rPr lang="ja-JP" altLang="en-US" sz="1400" dirty="0">
                  <a:solidFill>
                    <a:schemeClr val="tx1"/>
                  </a:solidFill>
                  <a:latin typeface="+mn-ea"/>
                </a:rPr>
                <a:t>品質向上委員会</a:t>
              </a:r>
              <a:endParaRPr lang="en-US" altLang="ja-JP" sz="1400" dirty="0">
                <a:solidFill>
                  <a:schemeClr val="tx1"/>
                </a:solidFill>
                <a:latin typeface="+mn-ea"/>
              </a:endParaRPr>
            </a:p>
          </p:txBody>
        </p:sp>
      </p:grpSp>
      <p:grpSp>
        <p:nvGrpSpPr>
          <p:cNvPr id="14" name="グループ化 13">
            <a:extLst>
              <a:ext uri="{FF2B5EF4-FFF2-40B4-BE49-F238E27FC236}">
                <a16:creationId xmlns:a16="http://schemas.microsoft.com/office/drawing/2014/main" id="{DDA90344-18AB-3A2A-E52C-87B67DFD8143}"/>
              </a:ext>
            </a:extLst>
          </p:cNvPr>
          <p:cNvGrpSpPr/>
          <p:nvPr/>
        </p:nvGrpSpPr>
        <p:grpSpPr>
          <a:xfrm>
            <a:off x="7048357" y="4880605"/>
            <a:ext cx="1818992" cy="516975"/>
            <a:chOff x="6215483" y="4414071"/>
            <a:chExt cx="2597723" cy="997345"/>
          </a:xfrm>
        </p:grpSpPr>
        <p:sp>
          <p:nvSpPr>
            <p:cNvPr id="87" name="正方形/長方形 86">
              <a:extLst>
                <a:ext uri="{FF2B5EF4-FFF2-40B4-BE49-F238E27FC236}">
                  <a16:creationId xmlns:a16="http://schemas.microsoft.com/office/drawing/2014/main" id="{E326D6E4-DC31-1435-808A-3B0131517697}"/>
                </a:ext>
              </a:extLst>
            </p:cNvPr>
            <p:cNvSpPr/>
            <p:nvPr/>
          </p:nvSpPr>
          <p:spPr>
            <a:xfrm>
              <a:off x="6221210" y="4414071"/>
              <a:ext cx="2591996" cy="539991"/>
            </a:xfrm>
            <a:prstGeom prst="rect">
              <a:avLst/>
            </a:prstGeom>
            <a:solidFill>
              <a:schemeClr val="bg1">
                <a:lumMod val="95000"/>
              </a:schemeClr>
            </a:solidFill>
            <a:ln w="6350">
              <a:solidFill>
                <a:schemeClr val="bg1">
                  <a:lumMod val="50000"/>
                </a:schemeClr>
              </a:solidFill>
            </a:ln>
          </p:spPr>
          <p:style>
            <a:lnRef idx="3">
              <a:schemeClr val="lt1"/>
            </a:lnRef>
            <a:fillRef idx="1">
              <a:schemeClr val="accent1"/>
            </a:fillRef>
            <a:effectRef idx="1">
              <a:schemeClr val="accent1"/>
            </a:effectRef>
            <a:fontRef idx="minor">
              <a:schemeClr val="lt1"/>
            </a:fontRef>
          </p:style>
          <p:txBody>
            <a:bodyPr lIns="36000" rIns="36000" rtlCol="0" anchor="ctr"/>
            <a:lstStyle/>
            <a:p>
              <a:pPr algn="ctr">
                <a:spcAft>
                  <a:spcPts val="600"/>
                </a:spcAft>
              </a:pPr>
              <a:r>
                <a:rPr kumimoji="1" lang="ja-JP" altLang="en-US" sz="1400">
                  <a:solidFill>
                    <a:schemeClr val="tx1"/>
                  </a:solidFill>
                  <a:latin typeface="+mn-ea"/>
                </a:rPr>
                <a:t>メンバー</a:t>
              </a:r>
            </a:p>
          </p:txBody>
        </p:sp>
        <p:sp>
          <p:nvSpPr>
            <p:cNvPr id="88" name="正方形/長方形 87">
              <a:extLst>
                <a:ext uri="{FF2B5EF4-FFF2-40B4-BE49-F238E27FC236}">
                  <a16:creationId xmlns:a16="http://schemas.microsoft.com/office/drawing/2014/main" id="{358B10C0-7217-1F66-B3D7-FBF916B25408}"/>
                </a:ext>
              </a:extLst>
            </p:cNvPr>
            <p:cNvSpPr/>
            <p:nvPr/>
          </p:nvSpPr>
          <p:spPr>
            <a:xfrm>
              <a:off x="6215483" y="4871425"/>
              <a:ext cx="2591996" cy="539991"/>
            </a:xfrm>
            <a:prstGeom prst="rect">
              <a:avLst/>
            </a:prstGeom>
            <a:solidFill>
              <a:schemeClr val="bg1"/>
            </a:solidFill>
            <a:ln w="6350">
              <a:solidFill>
                <a:schemeClr val="bg1">
                  <a:lumMod val="50000"/>
                </a:schemeClr>
              </a:solidFill>
            </a:ln>
          </p:spPr>
          <p:style>
            <a:lnRef idx="3">
              <a:schemeClr val="lt1"/>
            </a:lnRef>
            <a:fillRef idx="1">
              <a:schemeClr val="accent1"/>
            </a:fillRef>
            <a:effectRef idx="1">
              <a:schemeClr val="accent1"/>
            </a:effectRef>
            <a:fontRef idx="minor">
              <a:schemeClr val="lt1"/>
            </a:fontRef>
          </p:style>
          <p:txBody>
            <a:bodyPr lIns="90000" tIns="46800" rIns="90000" rtlCol="0" anchor="ctr"/>
            <a:lstStyle/>
            <a:p>
              <a:pPr algn="ctr">
                <a:spcAft>
                  <a:spcPts val="600"/>
                </a:spcAft>
              </a:pPr>
              <a:r>
                <a:rPr lang="en-US" altLang="ja-JP" sz="1400">
                  <a:solidFill>
                    <a:schemeClr val="tx1"/>
                  </a:solidFill>
                  <a:latin typeface="+mn-ea"/>
                </a:rPr>
                <a:t>TBD</a:t>
              </a:r>
            </a:p>
          </p:txBody>
        </p:sp>
      </p:grpSp>
      <p:grpSp>
        <p:nvGrpSpPr>
          <p:cNvPr id="7" name="グループ化 6">
            <a:extLst>
              <a:ext uri="{FF2B5EF4-FFF2-40B4-BE49-F238E27FC236}">
                <a16:creationId xmlns:a16="http://schemas.microsoft.com/office/drawing/2014/main" id="{F577832E-2F89-DD95-2824-8FEE8A1B77F8}"/>
              </a:ext>
            </a:extLst>
          </p:cNvPr>
          <p:cNvGrpSpPr/>
          <p:nvPr/>
        </p:nvGrpSpPr>
        <p:grpSpPr>
          <a:xfrm>
            <a:off x="7048358" y="3930202"/>
            <a:ext cx="1814985" cy="559820"/>
            <a:chOff x="4655954" y="2520000"/>
            <a:chExt cx="3738953" cy="720000"/>
          </a:xfrm>
        </p:grpSpPr>
        <p:sp>
          <p:nvSpPr>
            <p:cNvPr id="8" name="正方形/長方形 7">
              <a:extLst>
                <a:ext uri="{FF2B5EF4-FFF2-40B4-BE49-F238E27FC236}">
                  <a16:creationId xmlns:a16="http://schemas.microsoft.com/office/drawing/2014/main" id="{2AD0D64D-CECC-5CFE-8C12-C90736F92B62}"/>
                </a:ext>
              </a:extLst>
            </p:cNvPr>
            <p:cNvSpPr/>
            <p:nvPr/>
          </p:nvSpPr>
          <p:spPr>
            <a:xfrm>
              <a:off x="4655954" y="2520000"/>
              <a:ext cx="3738947" cy="360000"/>
            </a:xfrm>
            <a:prstGeom prst="rect">
              <a:avLst/>
            </a:prstGeom>
            <a:solidFill>
              <a:schemeClr val="bg1">
                <a:lumMod val="95000"/>
              </a:schemeClr>
            </a:solidFill>
            <a:ln w="6350">
              <a:solidFill>
                <a:schemeClr val="bg1">
                  <a:lumMod val="50000"/>
                </a:schemeClr>
              </a:solidFill>
            </a:ln>
          </p:spPr>
          <p:style>
            <a:lnRef idx="3">
              <a:schemeClr val="lt1"/>
            </a:lnRef>
            <a:fillRef idx="1">
              <a:schemeClr val="accent1"/>
            </a:fillRef>
            <a:effectRef idx="1">
              <a:schemeClr val="accent1"/>
            </a:effectRef>
            <a:fontRef idx="minor">
              <a:schemeClr val="lt1"/>
            </a:fontRef>
          </p:style>
          <p:txBody>
            <a:bodyPr lIns="36000" rIns="36000" rtlCol="0" anchor="ctr"/>
            <a:lstStyle/>
            <a:p>
              <a:pPr algn="ctr"/>
              <a:r>
                <a:rPr lang="en-US" altLang="ja-JP" sz="1400">
                  <a:solidFill>
                    <a:schemeClr val="tx1"/>
                  </a:solidFill>
                  <a:latin typeface="+mn-ea"/>
                </a:rPr>
                <a:t>PL</a:t>
              </a:r>
              <a:endParaRPr kumimoji="1" lang="ja-JP" altLang="en-US" sz="1400">
                <a:solidFill>
                  <a:schemeClr val="tx1"/>
                </a:solidFill>
                <a:latin typeface="+mn-ea"/>
              </a:endParaRPr>
            </a:p>
          </p:txBody>
        </p:sp>
        <p:sp>
          <p:nvSpPr>
            <p:cNvPr id="9" name="正方形/長方形 8">
              <a:extLst>
                <a:ext uri="{FF2B5EF4-FFF2-40B4-BE49-F238E27FC236}">
                  <a16:creationId xmlns:a16="http://schemas.microsoft.com/office/drawing/2014/main" id="{E4E17FAC-410D-8B5C-9908-59F63D6FE463}"/>
                </a:ext>
              </a:extLst>
            </p:cNvPr>
            <p:cNvSpPr/>
            <p:nvPr/>
          </p:nvSpPr>
          <p:spPr>
            <a:xfrm>
              <a:off x="4655960" y="2880000"/>
              <a:ext cx="3738947" cy="360000"/>
            </a:xfrm>
            <a:prstGeom prst="rect">
              <a:avLst/>
            </a:prstGeom>
            <a:solidFill>
              <a:schemeClr val="bg1"/>
            </a:solidFill>
            <a:ln w="6350">
              <a:solidFill>
                <a:schemeClr val="bg1">
                  <a:lumMod val="50000"/>
                </a:schemeClr>
              </a:solidFill>
            </a:ln>
          </p:spPr>
          <p:style>
            <a:lnRef idx="3">
              <a:schemeClr val="lt1"/>
            </a:lnRef>
            <a:fillRef idx="1">
              <a:schemeClr val="accent1"/>
            </a:fillRef>
            <a:effectRef idx="1">
              <a:schemeClr val="accent1"/>
            </a:effectRef>
            <a:fontRef idx="minor">
              <a:schemeClr val="lt1"/>
            </a:fontRef>
          </p:style>
          <p:txBody>
            <a:bodyPr lIns="90000" tIns="46800" rIns="90000" rtlCol="0" anchor="ctr"/>
            <a:lstStyle/>
            <a:p>
              <a:pPr lvl="0" algn="ctr" defTabSz="914400">
                <a:defRPr/>
              </a:pPr>
              <a:r>
                <a:rPr lang="ja-JP" altLang="en-US" sz="1400">
                  <a:solidFill>
                    <a:srgbClr val="333333"/>
                  </a:solidFill>
                  <a:latin typeface="+mn-ea"/>
                </a:rPr>
                <a:t>齋藤 貴行</a:t>
              </a:r>
            </a:p>
          </p:txBody>
        </p:sp>
      </p:grpSp>
      <p:grpSp>
        <p:nvGrpSpPr>
          <p:cNvPr id="3" name="グループ化 2">
            <a:extLst>
              <a:ext uri="{FF2B5EF4-FFF2-40B4-BE49-F238E27FC236}">
                <a16:creationId xmlns:a16="http://schemas.microsoft.com/office/drawing/2014/main" id="{96FB4407-8A1B-CAC8-091C-3D05A408BAE3}"/>
              </a:ext>
            </a:extLst>
          </p:cNvPr>
          <p:cNvGrpSpPr/>
          <p:nvPr/>
        </p:nvGrpSpPr>
        <p:grpSpPr>
          <a:xfrm>
            <a:off x="9468683" y="3288248"/>
            <a:ext cx="1547336" cy="811441"/>
            <a:chOff x="768000" y="1440000"/>
            <a:chExt cx="2880000" cy="703876"/>
          </a:xfrm>
        </p:grpSpPr>
        <p:sp>
          <p:nvSpPr>
            <p:cNvPr id="5" name="正方形/長方形 4">
              <a:extLst>
                <a:ext uri="{FF2B5EF4-FFF2-40B4-BE49-F238E27FC236}">
                  <a16:creationId xmlns:a16="http://schemas.microsoft.com/office/drawing/2014/main" id="{818E4531-6F08-35E2-E87B-952122EB802E}"/>
                </a:ext>
              </a:extLst>
            </p:cNvPr>
            <p:cNvSpPr/>
            <p:nvPr/>
          </p:nvSpPr>
          <p:spPr>
            <a:xfrm>
              <a:off x="768000" y="1440000"/>
              <a:ext cx="2880000" cy="243578"/>
            </a:xfrm>
            <a:prstGeom prst="rect">
              <a:avLst/>
            </a:prstGeom>
            <a:solidFill>
              <a:schemeClr val="bg1">
                <a:lumMod val="95000"/>
              </a:schemeClr>
            </a:solidFill>
            <a:ln w="6350">
              <a:solidFill>
                <a:schemeClr val="bg1">
                  <a:lumMod val="50000"/>
                </a:schemeClr>
              </a:solidFill>
            </a:ln>
          </p:spPr>
          <p:style>
            <a:lnRef idx="3">
              <a:schemeClr val="lt1"/>
            </a:lnRef>
            <a:fillRef idx="1">
              <a:schemeClr val="accent1"/>
            </a:fillRef>
            <a:effectRef idx="1">
              <a:schemeClr val="accent1"/>
            </a:effectRef>
            <a:fontRef idx="minor">
              <a:schemeClr val="lt1"/>
            </a:fontRef>
          </p:style>
          <p:txBody>
            <a:bodyPr lIns="36000" rIns="36000" rtlCol="0" anchor="ctr"/>
            <a:lstStyle/>
            <a:p>
              <a:pPr algn="ctr"/>
              <a:r>
                <a:rPr kumimoji="1" lang="ja-JP" altLang="en-US" sz="1400">
                  <a:solidFill>
                    <a:schemeClr val="tx1"/>
                  </a:solidFill>
                  <a:latin typeface="+mn-ea"/>
                </a:rPr>
                <a:t>オブザーバー</a:t>
              </a:r>
            </a:p>
          </p:txBody>
        </p:sp>
        <p:sp>
          <p:nvSpPr>
            <p:cNvPr id="6" name="正方形/長方形 5">
              <a:extLst>
                <a:ext uri="{FF2B5EF4-FFF2-40B4-BE49-F238E27FC236}">
                  <a16:creationId xmlns:a16="http://schemas.microsoft.com/office/drawing/2014/main" id="{BD6D7470-DE1C-A376-DD4E-AD952ACE06DB}"/>
                </a:ext>
              </a:extLst>
            </p:cNvPr>
            <p:cNvSpPr/>
            <p:nvPr/>
          </p:nvSpPr>
          <p:spPr>
            <a:xfrm>
              <a:off x="768000" y="1683580"/>
              <a:ext cx="2880000" cy="460296"/>
            </a:xfrm>
            <a:prstGeom prst="rect">
              <a:avLst/>
            </a:prstGeom>
            <a:solidFill>
              <a:schemeClr val="bg1"/>
            </a:solidFill>
            <a:ln w="6350">
              <a:solidFill>
                <a:schemeClr val="bg1">
                  <a:lumMod val="50000"/>
                </a:schemeClr>
              </a:solidFill>
            </a:ln>
          </p:spPr>
          <p:style>
            <a:lnRef idx="3">
              <a:schemeClr val="lt1"/>
            </a:lnRef>
            <a:fillRef idx="1">
              <a:schemeClr val="accent1"/>
            </a:fillRef>
            <a:effectRef idx="1">
              <a:schemeClr val="accent1"/>
            </a:effectRef>
            <a:fontRef idx="minor">
              <a:schemeClr val="lt1"/>
            </a:fontRef>
          </p:style>
          <p:txBody>
            <a:bodyPr lIns="90000" tIns="46800" rIns="90000" rtlCol="0" anchor="ctr"/>
            <a:lstStyle/>
            <a:p>
              <a:pPr algn="ctr"/>
              <a:r>
                <a:rPr lang="ja-JP" altLang="en-US" sz="1400" b="0" i="0" dirty="0">
                  <a:solidFill>
                    <a:srgbClr val="333333"/>
                  </a:solidFill>
                  <a:effectLst/>
                  <a:latin typeface="+mn-ea"/>
                </a:rPr>
                <a:t>福田 一希</a:t>
              </a:r>
              <a:endParaRPr lang="en-US" altLang="ja-JP" sz="1400" b="0" i="0" dirty="0">
                <a:solidFill>
                  <a:srgbClr val="333333"/>
                </a:solidFill>
                <a:effectLst/>
                <a:latin typeface="+mn-ea"/>
              </a:endParaRPr>
            </a:p>
            <a:p>
              <a:pPr algn="ctr"/>
              <a:r>
                <a:rPr lang="ja-JP" altLang="en-US" sz="1400" dirty="0">
                  <a:solidFill>
                    <a:srgbClr val="333333"/>
                  </a:solidFill>
                  <a:latin typeface="+mn-ea"/>
                </a:rPr>
                <a:t>髙木 義尚</a:t>
              </a:r>
              <a:endParaRPr lang="ja-JP" altLang="en-US" sz="1400" b="0" i="0" dirty="0">
                <a:solidFill>
                  <a:srgbClr val="333333"/>
                </a:solidFill>
                <a:effectLst/>
                <a:latin typeface="+mn-ea"/>
              </a:endParaRPr>
            </a:p>
          </p:txBody>
        </p:sp>
      </p:grpSp>
      <p:cxnSp>
        <p:nvCxnSpPr>
          <p:cNvPr id="10" name="直線コネクタ 9">
            <a:extLst>
              <a:ext uri="{FF2B5EF4-FFF2-40B4-BE49-F238E27FC236}">
                <a16:creationId xmlns:a16="http://schemas.microsoft.com/office/drawing/2014/main" id="{5CD8019A-A634-011C-0421-F0221EDEC400}"/>
              </a:ext>
            </a:extLst>
          </p:cNvPr>
          <p:cNvCxnSpPr>
            <a:cxnSpLocks/>
          </p:cNvCxnSpPr>
          <p:nvPr/>
        </p:nvCxnSpPr>
        <p:spPr>
          <a:xfrm>
            <a:off x="7955849" y="3708109"/>
            <a:ext cx="1512834" cy="0"/>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nvGrpSpPr>
          <p:cNvPr id="11" name="グループ化 10">
            <a:extLst>
              <a:ext uri="{FF2B5EF4-FFF2-40B4-BE49-F238E27FC236}">
                <a16:creationId xmlns:a16="http://schemas.microsoft.com/office/drawing/2014/main" id="{B536A79C-A3DF-6768-AB93-5BFDB6C1782C}"/>
              </a:ext>
            </a:extLst>
          </p:cNvPr>
          <p:cNvGrpSpPr/>
          <p:nvPr/>
        </p:nvGrpSpPr>
        <p:grpSpPr>
          <a:xfrm>
            <a:off x="2579181" y="2362611"/>
            <a:ext cx="2037113" cy="534950"/>
            <a:chOff x="719999" y="2983984"/>
            <a:chExt cx="2304000" cy="688016"/>
          </a:xfrm>
        </p:grpSpPr>
        <p:sp>
          <p:nvSpPr>
            <p:cNvPr id="12" name="正方形/長方形 11">
              <a:extLst>
                <a:ext uri="{FF2B5EF4-FFF2-40B4-BE49-F238E27FC236}">
                  <a16:creationId xmlns:a16="http://schemas.microsoft.com/office/drawing/2014/main" id="{4BE8B883-A622-80E0-591D-30454989A35B}"/>
                </a:ext>
              </a:extLst>
            </p:cNvPr>
            <p:cNvSpPr/>
            <p:nvPr/>
          </p:nvSpPr>
          <p:spPr>
            <a:xfrm>
              <a:off x="719999" y="2983984"/>
              <a:ext cx="2304000" cy="360000"/>
            </a:xfrm>
            <a:prstGeom prst="rect">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400">
                  <a:solidFill>
                    <a:schemeClr val="tx1"/>
                  </a:solidFill>
                  <a:latin typeface="+mn-ea"/>
                </a:rPr>
                <a:t>PM</a:t>
              </a:r>
              <a:endParaRPr kumimoji="1" lang="ja-JP" altLang="en-US" sz="1400">
                <a:solidFill>
                  <a:schemeClr val="tx1"/>
                </a:solidFill>
                <a:latin typeface="+mn-ea"/>
              </a:endParaRPr>
            </a:p>
          </p:txBody>
        </p:sp>
        <p:sp>
          <p:nvSpPr>
            <p:cNvPr id="13" name="正方形/長方形 12">
              <a:extLst>
                <a:ext uri="{FF2B5EF4-FFF2-40B4-BE49-F238E27FC236}">
                  <a16:creationId xmlns:a16="http://schemas.microsoft.com/office/drawing/2014/main" id="{9EB40195-DEA1-9481-3CEA-B62FEA0BA4C3}"/>
                </a:ext>
              </a:extLst>
            </p:cNvPr>
            <p:cNvSpPr/>
            <p:nvPr/>
          </p:nvSpPr>
          <p:spPr>
            <a:xfrm>
              <a:off x="719999" y="3312000"/>
              <a:ext cx="2304000" cy="360000"/>
            </a:xfrm>
            <a:prstGeom prst="rect">
              <a:avLst/>
            </a:prstGeom>
            <a:solidFill>
              <a:schemeClr val="bg1"/>
            </a:solidFill>
            <a:ln w="6350">
              <a:solidFill>
                <a:schemeClr val="bg1">
                  <a:lumMod val="50000"/>
                </a:schemeClr>
              </a:solidFill>
            </a:ln>
          </p:spPr>
          <p:style>
            <a:lnRef idx="3">
              <a:schemeClr val="lt1"/>
            </a:lnRef>
            <a:fillRef idx="1">
              <a:schemeClr val="accent1"/>
            </a:fillRef>
            <a:effectRef idx="1">
              <a:schemeClr val="accent1"/>
            </a:effectRef>
            <a:fontRef idx="minor">
              <a:schemeClr val="lt1"/>
            </a:fontRef>
          </p:style>
          <p:txBody>
            <a:bodyPr lIns="90000" tIns="46800" rIns="90000"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400" b="0" i="0" u="none" strike="noStrike" kern="0" cap="none" spc="0" normalizeH="0" baseline="0" noProof="0">
                  <a:ln>
                    <a:noFill/>
                  </a:ln>
                  <a:solidFill>
                    <a:prstClr val="black"/>
                  </a:solidFill>
                  <a:effectLst/>
                  <a:uLnTx/>
                  <a:uFillTx/>
                  <a:latin typeface="+mn-ea"/>
                </a:rPr>
                <a:t>遠西様／肥後様</a:t>
              </a:r>
              <a:endParaRPr lang="en-US" altLang="ja-JP" sz="1400">
                <a:solidFill>
                  <a:schemeClr val="tx1"/>
                </a:solidFill>
                <a:latin typeface="+mn-ea"/>
              </a:endParaRPr>
            </a:p>
          </p:txBody>
        </p:sp>
      </p:grpSp>
      <p:grpSp>
        <p:nvGrpSpPr>
          <p:cNvPr id="15" name="グループ化 14">
            <a:extLst>
              <a:ext uri="{FF2B5EF4-FFF2-40B4-BE49-F238E27FC236}">
                <a16:creationId xmlns:a16="http://schemas.microsoft.com/office/drawing/2014/main" id="{6BAA73AF-B39F-F29B-5CBA-0CA8725405CC}"/>
              </a:ext>
            </a:extLst>
          </p:cNvPr>
          <p:cNvGrpSpPr/>
          <p:nvPr/>
        </p:nvGrpSpPr>
        <p:grpSpPr>
          <a:xfrm>
            <a:off x="3788957" y="3708965"/>
            <a:ext cx="1553178" cy="559820"/>
            <a:chOff x="719999" y="2952000"/>
            <a:chExt cx="2304000" cy="720000"/>
          </a:xfrm>
        </p:grpSpPr>
        <p:sp>
          <p:nvSpPr>
            <p:cNvPr id="16" name="正方形/長方形 15">
              <a:extLst>
                <a:ext uri="{FF2B5EF4-FFF2-40B4-BE49-F238E27FC236}">
                  <a16:creationId xmlns:a16="http://schemas.microsoft.com/office/drawing/2014/main" id="{B230FE41-8BE2-7F7A-A4E3-1166B6DF8584}"/>
                </a:ext>
              </a:extLst>
            </p:cNvPr>
            <p:cNvSpPr/>
            <p:nvPr/>
          </p:nvSpPr>
          <p:spPr>
            <a:xfrm>
              <a:off x="719999" y="2952000"/>
              <a:ext cx="2304000" cy="360000"/>
            </a:xfrm>
            <a:prstGeom prst="rect">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ja-JP" altLang="en-US" sz="1400">
                  <a:solidFill>
                    <a:schemeClr val="tx1"/>
                  </a:solidFill>
                  <a:latin typeface="+mn-ea"/>
                </a:rPr>
                <a:t>システム</a:t>
              </a:r>
              <a:r>
                <a:rPr kumimoji="1" lang="en-US" altLang="ja-JP" sz="1400">
                  <a:solidFill>
                    <a:schemeClr val="tx1"/>
                  </a:solidFill>
                  <a:latin typeface="+mn-ea"/>
                </a:rPr>
                <a:t>PL</a:t>
              </a:r>
              <a:endParaRPr kumimoji="1" lang="ja-JP" altLang="en-US" sz="1400">
                <a:solidFill>
                  <a:schemeClr val="tx1"/>
                </a:solidFill>
                <a:latin typeface="+mn-ea"/>
              </a:endParaRPr>
            </a:p>
          </p:txBody>
        </p:sp>
        <p:sp>
          <p:nvSpPr>
            <p:cNvPr id="17" name="正方形/長方形 16">
              <a:extLst>
                <a:ext uri="{FF2B5EF4-FFF2-40B4-BE49-F238E27FC236}">
                  <a16:creationId xmlns:a16="http://schemas.microsoft.com/office/drawing/2014/main" id="{FEFA8F45-AB29-CDF0-3F8B-7410226E3DEE}"/>
                </a:ext>
              </a:extLst>
            </p:cNvPr>
            <p:cNvSpPr/>
            <p:nvPr/>
          </p:nvSpPr>
          <p:spPr>
            <a:xfrm>
              <a:off x="719999" y="3312000"/>
              <a:ext cx="2304000" cy="360000"/>
            </a:xfrm>
            <a:prstGeom prst="rect">
              <a:avLst/>
            </a:prstGeom>
            <a:solidFill>
              <a:schemeClr val="bg1"/>
            </a:solidFill>
            <a:ln w="6350">
              <a:solidFill>
                <a:schemeClr val="bg1">
                  <a:lumMod val="50000"/>
                </a:schemeClr>
              </a:solidFill>
            </a:ln>
          </p:spPr>
          <p:style>
            <a:lnRef idx="3">
              <a:schemeClr val="lt1"/>
            </a:lnRef>
            <a:fillRef idx="1">
              <a:schemeClr val="accent1"/>
            </a:fillRef>
            <a:effectRef idx="1">
              <a:schemeClr val="accent1"/>
            </a:effectRef>
            <a:fontRef idx="minor">
              <a:schemeClr val="lt1"/>
            </a:fontRef>
          </p:style>
          <p:txBody>
            <a:bodyPr lIns="90000" tIns="46800" rIns="90000"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400" b="0" i="0" u="none" strike="noStrike" kern="0" cap="none" spc="0" normalizeH="0" baseline="0" noProof="0">
                  <a:ln>
                    <a:noFill/>
                  </a:ln>
                  <a:solidFill>
                    <a:prstClr val="black"/>
                  </a:solidFill>
                  <a:effectLst/>
                  <a:uLnTx/>
                  <a:uFillTx/>
                  <a:latin typeface="+mn-ea"/>
                </a:rPr>
                <a:t>鳴海様</a:t>
              </a:r>
              <a:endParaRPr lang="en-US" altLang="ja-JP" sz="1400">
                <a:solidFill>
                  <a:schemeClr val="tx1"/>
                </a:solidFill>
                <a:latin typeface="+mn-ea"/>
              </a:endParaRPr>
            </a:p>
          </p:txBody>
        </p:sp>
      </p:grpSp>
      <p:grpSp>
        <p:nvGrpSpPr>
          <p:cNvPr id="19" name="グループ化 18">
            <a:extLst>
              <a:ext uri="{FF2B5EF4-FFF2-40B4-BE49-F238E27FC236}">
                <a16:creationId xmlns:a16="http://schemas.microsoft.com/office/drawing/2014/main" id="{04C9672A-E31C-6259-70BD-D4206532691D}"/>
              </a:ext>
            </a:extLst>
          </p:cNvPr>
          <p:cNvGrpSpPr/>
          <p:nvPr/>
        </p:nvGrpSpPr>
        <p:grpSpPr>
          <a:xfrm>
            <a:off x="4987354" y="2649265"/>
            <a:ext cx="1286307" cy="559820"/>
            <a:chOff x="719999" y="2952000"/>
            <a:chExt cx="2304000" cy="720000"/>
          </a:xfrm>
        </p:grpSpPr>
        <p:sp>
          <p:nvSpPr>
            <p:cNvPr id="20" name="正方形/長方形 19">
              <a:extLst>
                <a:ext uri="{FF2B5EF4-FFF2-40B4-BE49-F238E27FC236}">
                  <a16:creationId xmlns:a16="http://schemas.microsoft.com/office/drawing/2014/main" id="{6F4F68DC-3BDA-79F3-7EB1-53AD8480C381}"/>
                </a:ext>
              </a:extLst>
            </p:cNvPr>
            <p:cNvSpPr/>
            <p:nvPr/>
          </p:nvSpPr>
          <p:spPr>
            <a:xfrm>
              <a:off x="719999" y="2952000"/>
              <a:ext cx="2304000" cy="360000"/>
            </a:xfrm>
            <a:prstGeom prst="rect">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ja-JP" altLang="en-US" sz="1400">
                  <a:solidFill>
                    <a:schemeClr val="tx1"/>
                  </a:solidFill>
                  <a:latin typeface="+mn-ea"/>
                </a:rPr>
                <a:t>システム支援</a:t>
              </a:r>
            </a:p>
          </p:txBody>
        </p:sp>
        <p:sp>
          <p:nvSpPr>
            <p:cNvPr id="21" name="正方形/長方形 20">
              <a:extLst>
                <a:ext uri="{FF2B5EF4-FFF2-40B4-BE49-F238E27FC236}">
                  <a16:creationId xmlns:a16="http://schemas.microsoft.com/office/drawing/2014/main" id="{9D0A244E-E81C-7747-4017-96BDA8A1F8A9}"/>
                </a:ext>
              </a:extLst>
            </p:cNvPr>
            <p:cNvSpPr/>
            <p:nvPr/>
          </p:nvSpPr>
          <p:spPr>
            <a:xfrm>
              <a:off x="719999" y="3312000"/>
              <a:ext cx="2304000" cy="360000"/>
            </a:xfrm>
            <a:prstGeom prst="rect">
              <a:avLst/>
            </a:prstGeom>
            <a:solidFill>
              <a:schemeClr val="bg1"/>
            </a:solidFill>
            <a:ln w="6350">
              <a:solidFill>
                <a:schemeClr val="bg1">
                  <a:lumMod val="50000"/>
                </a:schemeClr>
              </a:solidFill>
            </a:ln>
          </p:spPr>
          <p:style>
            <a:lnRef idx="3">
              <a:schemeClr val="lt1"/>
            </a:lnRef>
            <a:fillRef idx="1">
              <a:schemeClr val="accent1"/>
            </a:fillRef>
            <a:effectRef idx="1">
              <a:schemeClr val="accent1"/>
            </a:effectRef>
            <a:fontRef idx="minor">
              <a:schemeClr val="lt1"/>
            </a:fontRef>
          </p:style>
          <p:txBody>
            <a:bodyPr lIns="90000" tIns="46800" rIns="90000"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400" b="0" i="0" u="none" strike="noStrike" kern="0" cap="none" spc="0" normalizeH="0" baseline="0" noProof="0">
                  <a:ln>
                    <a:noFill/>
                  </a:ln>
                  <a:solidFill>
                    <a:prstClr val="black"/>
                  </a:solidFill>
                  <a:effectLst/>
                  <a:uLnTx/>
                  <a:uFillTx/>
                  <a:latin typeface="+mn-ea"/>
                </a:rPr>
                <a:t>古田様</a:t>
              </a:r>
              <a:endParaRPr lang="en-US" altLang="ja-JP" sz="1400">
                <a:solidFill>
                  <a:schemeClr val="tx1"/>
                </a:solidFill>
                <a:latin typeface="+mn-ea"/>
              </a:endParaRPr>
            </a:p>
          </p:txBody>
        </p:sp>
      </p:grpSp>
      <p:grpSp>
        <p:nvGrpSpPr>
          <p:cNvPr id="22" name="グループ化 21">
            <a:extLst>
              <a:ext uri="{FF2B5EF4-FFF2-40B4-BE49-F238E27FC236}">
                <a16:creationId xmlns:a16="http://schemas.microsoft.com/office/drawing/2014/main" id="{A2ADED71-46EE-C302-14AA-AFD307B61C38}"/>
              </a:ext>
            </a:extLst>
          </p:cNvPr>
          <p:cNvGrpSpPr/>
          <p:nvPr/>
        </p:nvGrpSpPr>
        <p:grpSpPr>
          <a:xfrm>
            <a:off x="2022571" y="4676562"/>
            <a:ext cx="1553178" cy="559820"/>
            <a:chOff x="719999" y="2952000"/>
            <a:chExt cx="2304000" cy="720000"/>
          </a:xfrm>
        </p:grpSpPr>
        <p:sp>
          <p:nvSpPr>
            <p:cNvPr id="23" name="正方形/長方形 22">
              <a:extLst>
                <a:ext uri="{FF2B5EF4-FFF2-40B4-BE49-F238E27FC236}">
                  <a16:creationId xmlns:a16="http://schemas.microsoft.com/office/drawing/2014/main" id="{83EB39DC-E1F4-BD7F-BD55-6DBD32CD5DD5}"/>
                </a:ext>
              </a:extLst>
            </p:cNvPr>
            <p:cNvSpPr/>
            <p:nvPr/>
          </p:nvSpPr>
          <p:spPr>
            <a:xfrm>
              <a:off x="719999" y="2952000"/>
              <a:ext cx="2304000" cy="360000"/>
            </a:xfrm>
            <a:prstGeom prst="rect">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ja-JP" altLang="en-US" sz="1400">
                  <a:solidFill>
                    <a:schemeClr val="tx1"/>
                  </a:solidFill>
                  <a:latin typeface="+mn-ea"/>
                </a:rPr>
                <a:t>メンバー</a:t>
              </a:r>
            </a:p>
          </p:txBody>
        </p:sp>
        <p:sp>
          <p:nvSpPr>
            <p:cNvPr id="25" name="正方形/長方形 24">
              <a:extLst>
                <a:ext uri="{FF2B5EF4-FFF2-40B4-BE49-F238E27FC236}">
                  <a16:creationId xmlns:a16="http://schemas.microsoft.com/office/drawing/2014/main" id="{A2AA0FF1-FF18-F52C-04D5-967BB0963895}"/>
                </a:ext>
              </a:extLst>
            </p:cNvPr>
            <p:cNvSpPr/>
            <p:nvPr/>
          </p:nvSpPr>
          <p:spPr>
            <a:xfrm>
              <a:off x="719999" y="3312000"/>
              <a:ext cx="2304000" cy="360000"/>
            </a:xfrm>
            <a:prstGeom prst="rect">
              <a:avLst/>
            </a:prstGeom>
            <a:solidFill>
              <a:schemeClr val="bg1"/>
            </a:solidFill>
            <a:ln w="6350">
              <a:solidFill>
                <a:schemeClr val="bg1">
                  <a:lumMod val="50000"/>
                </a:schemeClr>
              </a:solidFill>
            </a:ln>
          </p:spPr>
          <p:style>
            <a:lnRef idx="3">
              <a:schemeClr val="lt1"/>
            </a:lnRef>
            <a:fillRef idx="1">
              <a:schemeClr val="accent1"/>
            </a:fillRef>
            <a:effectRef idx="1">
              <a:schemeClr val="accent1"/>
            </a:effectRef>
            <a:fontRef idx="minor">
              <a:schemeClr val="lt1"/>
            </a:fontRef>
          </p:style>
          <p:txBody>
            <a:bodyPr lIns="90000" tIns="46800" rIns="90000"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400" b="0" i="0" u="none" strike="noStrike" kern="0" cap="none" spc="0" normalizeH="0" baseline="0" noProof="0">
                  <a:ln>
                    <a:noFill/>
                  </a:ln>
                  <a:solidFill>
                    <a:prstClr val="black"/>
                  </a:solidFill>
                  <a:effectLst/>
                  <a:uLnTx/>
                  <a:uFillTx/>
                  <a:latin typeface="+mn-ea"/>
                </a:rPr>
                <a:t>前田様・宮武様</a:t>
              </a:r>
              <a:endParaRPr lang="en-US" altLang="ja-JP" sz="1400">
                <a:solidFill>
                  <a:schemeClr val="tx1"/>
                </a:solidFill>
                <a:latin typeface="+mn-ea"/>
              </a:endParaRPr>
            </a:p>
          </p:txBody>
        </p:sp>
      </p:grpSp>
      <p:grpSp>
        <p:nvGrpSpPr>
          <p:cNvPr id="26" name="グループ化 25">
            <a:extLst>
              <a:ext uri="{FF2B5EF4-FFF2-40B4-BE49-F238E27FC236}">
                <a16:creationId xmlns:a16="http://schemas.microsoft.com/office/drawing/2014/main" id="{6C60DB1D-3617-E943-4DBB-DF4DED5C5D71}"/>
              </a:ext>
            </a:extLst>
          </p:cNvPr>
          <p:cNvGrpSpPr/>
          <p:nvPr/>
        </p:nvGrpSpPr>
        <p:grpSpPr>
          <a:xfrm>
            <a:off x="3787050" y="4676562"/>
            <a:ext cx="1553178" cy="559820"/>
            <a:chOff x="719999" y="2952000"/>
            <a:chExt cx="2304000" cy="720000"/>
          </a:xfrm>
        </p:grpSpPr>
        <p:sp>
          <p:nvSpPr>
            <p:cNvPr id="27" name="正方形/長方形 26">
              <a:extLst>
                <a:ext uri="{FF2B5EF4-FFF2-40B4-BE49-F238E27FC236}">
                  <a16:creationId xmlns:a16="http://schemas.microsoft.com/office/drawing/2014/main" id="{31E8E4C6-7B1D-34F6-C3DA-DC26AD7474E1}"/>
                </a:ext>
              </a:extLst>
            </p:cNvPr>
            <p:cNvSpPr/>
            <p:nvPr/>
          </p:nvSpPr>
          <p:spPr>
            <a:xfrm>
              <a:off x="719999" y="2952000"/>
              <a:ext cx="2304000" cy="360000"/>
            </a:xfrm>
            <a:prstGeom prst="rect">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ja-JP" altLang="en-US" sz="1400">
                  <a:solidFill>
                    <a:schemeClr val="tx1"/>
                  </a:solidFill>
                  <a:latin typeface="+mn-ea"/>
                </a:rPr>
                <a:t>メンバー</a:t>
              </a:r>
            </a:p>
          </p:txBody>
        </p:sp>
        <p:sp>
          <p:nvSpPr>
            <p:cNvPr id="28" name="正方形/長方形 27">
              <a:extLst>
                <a:ext uri="{FF2B5EF4-FFF2-40B4-BE49-F238E27FC236}">
                  <a16:creationId xmlns:a16="http://schemas.microsoft.com/office/drawing/2014/main" id="{AC791635-FFA0-DBE4-9B70-A6986A8DCD70}"/>
                </a:ext>
              </a:extLst>
            </p:cNvPr>
            <p:cNvSpPr/>
            <p:nvPr/>
          </p:nvSpPr>
          <p:spPr>
            <a:xfrm>
              <a:off x="719999" y="3312000"/>
              <a:ext cx="2304000" cy="360000"/>
            </a:xfrm>
            <a:prstGeom prst="rect">
              <a:avLst/>
            </a:prstGeom>
            <a:solidFill>
              <a:schemeClr val="bg1"/>
            </a:solidFill>
            <a:ln w="6350">
              <a:solidFill>
                <a:schemeClr val="bg1">
                  <a:lumMod val="50000"/>
                </a:schemeClr>
              </a:solidFill>
            </a:ln>
          </p:spPr>
          <p:style>
            <a:lnRef idx="3">
              <a:schemeClr val="lt1"/>
            </a:lnRef>
            <a:fillRef idx="1">
              <a:schemeClr val="accent1"/>
            </a:fillRef>
            <a:effectRef idx="1">
              <a:schemeClr val="accent1"/>
            </a:effectRef>
            <a:fontRef idx="minor">
              <a:schemeClr val="lt1"/>
            </a:fontRef>
          </p:style>
          <p:txBody>
            <a:bodyPr lIns="90000" tIns="46800" rIns="90000"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400" b="0" i="0" u="none" strike="noStrike" kern="0" cap="none" spc="0" normalizeH="0" baseline="0" noProof="0">
                  <a:ln>
                    <a:noFill/>
                  </a:ln>
                  <a:solidFill>
                    <a:prstClr val="black"/>
                  </a:solidFill>
                  <a:effectLst/>
                  <a:uLnTx/>
                  <a:uFillTx/>
                  <a:latin typeface="+mn-ea"/>
                </a:rPr>
                <a:t>鳴海様・</a:t>
              </a:r>
              <a:r>
                <a:rPr kumimoji="0" lang="en-US" altLang="ja-JP" sz="1400" b="0" i="0" u="none" strike="noStrike" kern="0" cap="none" spc="0" normalizeH="0" baseline="0" noProof="0">
                  <a:ln>
                    <a:noFill/>
                  </a:ln>
                  <a:solidFill>
                    <a:prstClr val="black"/>
                  </a:solidFill>
                  <a:effectLst/>
                  <a:uLnTx/>
                  <a:uFillTx/>
                  <a:latin typeface="+mn-ea"/>
                </a:rPr>
                <a:t>TBD</a:t>
              </a:r>
              <a:endParaRPr lang="en-US" altLang="ja-JP" sz="1400">
                <a:solidFill>
                  <a:schemeClr val="tx1"/>
                </a:solidFill>
                <a:latin typeface="+mn-ea"/>
              </a:endParaRPr>
            </a:p>
          </p:txBody>
        </p:sp>
      </p:grpSp>
      <p:grpSp>
        <p:nvGrpSpPr>
          <p:cNvPr id="29" name="グループ化 28">
            <a:extLst>
              <a:ext uri="{FF2B5EF4-FFF2-40B4-BE49-F238E27FC236}">
                <a16:creationId xmlns:a16="http://schemas.microsoft.com/office/drawing/2014/main" id="{23BE3B07-7AAE-EBF4-4B57-42CFCAFE9560}"/>
              </a:ext>
            </a:extLst>
          </p:cNvPr>
          <p:cNvGrpSpPr/>
          <p:nvPr/>
        </p:nvGrpSpPr>
        <p:grpSpPr>
          <a:xfrm>
            <a:off x="715081" y="3726218"/>
            <a:ext cx="1043640" cy="559820"/>
            <a:chOff x="719999" y="2952000"/>
            <a:chExt cx="2304000" cy="720000"/>
          </a:xfrm>
        </p:grpSpPr>
        <p:sp>
          <p:nvSpPr>
            <p:cNvPr id="31" name="正方形/長方形 30">
              <a:extLst>
                <a:ext uri="{FF2B5EF4-FFF2-40B4-BE49-F238E27FC236}">
                  <a16:creationId xmlns:a16="http://schemas.microsoft.com/office/drawing/2014/main" id="{E7C0C173-8E79-5CCF-A001-4A269D166283}"/>
                </a:ext>
              </a:extLst>
            </p:cNvPr>
            <p:cNvSpPr/>
            <p:nvPr/>
          </p:nvSpPr>
          <p:spPr>
            <a:xfrm>
              <a:off x="719999" y="2952000"/>
              <a:ext cx="2304000" cy="360000"/>
            </a:xfrm>
            <a:prstGeom prst="rect">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ja-JP" altLang="en-US" sz="1400">
                  <a:solidFill>
                    <a:schemeClr val="tx1"/>
                  </a:solidFill>
                  <a:latin typeface="+mn-ea"/>
                </a:rPr>
                <a:t>慣習改革</a:t>
              </a:r>
              <a:r>
                <a:rPr kumimoji="1" lang="en-US" altLang="ja-JP" sz="1400">
                  <a:solidFill>
                    <a:schemeClr val="tx1"/>
                  </a:solidFill>
                  <a:latin typeface="+mn-ea"/>
                </a:rPr>
                <a:t>T</a:t>
              </a:r>
              <a:endParaRPr kumimoji="1" lang="ja-JP" altLang="en-US" sz="1400">
                <a:solidFill>
                  <a:schemeClr val="tx1"/>
                </a:solidFill>
                <a:latin typeface="+mn-ea"/>
              </a:endParaRPr>
            </a:p>
          </p:txBody>
        </p:sp>
        <p:sp>
          <p:nvSpPr>
            <p:cNvPr id="32" name="正方形/長方形 31">
              <a:extLst>
                <a:ext uri="{FF2B5EF4-FFF2-40B4-BE49-F238E27FC236}">
                  <a16:creationId xmlns:a16="http://schemas.microsoft.com/office/drawing/2014/main" id="{D8E3CAF1-4737-3BB7-3022-B1B4E832A999}"/>
                </a:ext>
              </a:extLst>
            </p:cNvPr>
            <p:cNvSpPr/>
            <p:nvPr/>
          </p:nvSpPr>
          <p:spPr>
            <a:xfrm>
              <a:off x="719999" y="3312000"/>
              <a:ext cx="2304000" cy="360000"/>
            </a:xfrm>
            <a:prstGeom prst="rect">
              <a:avLst/>
            </a:prstGeom>
            <a:solidFill>
              <a:schemeClr val="bg1"/>
            </a:solidFill>
            <a:ln w="6350">
              <a:solidFill>
                <a:schemeClr val="bg1">
                  <a:lumMod val="50000"/>
                </a:schemeClr>
              </a:solidFill>
            </a:ln>
          </p:spPr>
          <p:style>
            <a:lnRef idx="3">
              <a:schemeClr val="lt1"/>
            </a:lnRef>
            <a:fillRef idx="1">
              <a:schemeClr val="accent1"/>
            </a:fillRef>
            <a:effectRef idx="1">
              <a:schemeClr val="accent1"/>
            </a:effectRef>
            <a:fontRef idx="minor">
              <a:schemeClr val="lt1"/>
            </a:fontRef>
          </p:style>
          <p:txBody>
            <a:bodyPr lIns="90000" tIns="46800" rIns="90000"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400" b="0" i="0" u="none" strike="noStrike" kern="0" cap="none" spc="0" normalizeH="0" baseline="0" noProof="0">
                  <a:ln>
                    <a:noFill/>
                  </a:ln>
                  <a:solidFill>
                    <a:prstClr val="black"/>
                  </a:solidFill>
                  <a:effectLst/>
                  <a:uLnTx/>
                  <a:uFillTx/>
                  <a:latin typeface="+mn-ea"/>
                </a:rPr>
                <a:t>TBD</a:t>
              </a:r>
              <a:endParaRPr lang="en-US" altLang="ja-JP" sz="1400">
                <a:solidFill>
                  <a:schemeClr val="tx1"/>
                </a:solidFill>
                <a:latin typeface="+mn-ea"/>
              </a:endParaRPr>
            </a:p>
          </p:txBody>
        </p:sp>
      </p:grpSp>
      <p:cxnSp>
        <p:nvCxnSpPr>
          <p:cNvPr id="49" name="直線コネクタ 48">
            <a:extLst>
              <a:ext uri="{FF2B5EF4-FFF2-40B4-BE49-F238E27FC236}">
                <a16:creationId xmlns:a16="http://schemas.microsoft.com/office/drawing/2014/main" id="{4D8CFCEE-8038-B193-2CB8-C44EFD92947D}"/>
              </a:ext>
            </a:extLst>
          </p:cNvPr>
          <p:cNvCxnSpPr>
            <a:cxnSpLocks/>
          </p:cNvCxnSpPr>
          <p:nvPr/>
        </p:nvCxnSpPr>
        <p:spPr>
          <a:xfrm flipV="1">
            <a:off x="4563639" y="4268781"/>
            <a:ext cx="1907" cy="407777"/>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55" name="コネクタ: カギ線 54">
            <a:extLst>
              <a:ext uri="{FF2B5EF4-FFF2-40B4-BE49-F238E27FC236}">
                <a16:creationId xmlns:a16="http://schemas.microsoft.com/office/drawing/2014/main" id="{907E4B63-A481-32FA-E3E0-2780E9ABE715}"/>
              </a:ext>
            </a:extLst>
          </p:cNvPr>
          <p:cNvCxnSpPr>
            <a:cxnSpLocks/>
          </p:cNvCxnSpPr>
          <p:nvPr/>
        </p:nvCxnSpPr>
        <p:spPr>
          <a:xfrm rot="5400000">
            <a:off x="2783818" y="2913221"/>
            <a:ext cx="829580" cy="798261"/>
          </a:xfrm>
          <a:prstGeom prst="bentConnector3">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73" name="コネクタ: カギ線 72">
            <a:extLst>
              <a:ext uri="{FF2B5EF4-FFF2-40B4-BE49-F238E27FC236}">
                <a16:creationId xmlns:a16="http://schemas.microsoft.com/office/drawing/2014/main" id="{F324846F-F5B2-A528-5591-1B6CA22C4044}"/>
              </a:ext>
            </a:extLst>
          </p:cNvPr>
          <p:cNvCxnSpPr>
            <a:cxnSpLocks/>
          </p:cNvCxnSpPr>
          <p:nvPr/>
        </p:nvCxnSpPr>
        <p:spPr>
          <a:xfrm rot="16200000" flipH="1">
            <a:off x="3675942" y="2819357"/>
            <a:ext cx="811400" cy="967808"/>
          </a:xfrm>
          <a:prstGeom prst="bentConnector3">
            <a:avLst>
              <a:gd name="adj1" fmla="val 51116"/>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3" name="直線コネクタ 82">
            <a:extLst>
              <a:ext uri="{FF2B5EF4-FFF2-40B4-BE49-F238E27FC236}">
                <a16:creationId xmlns:a16="http://schemas.microsoft.com/office/drawing/2014/main" id="{AB4E6E81-CF56-2044-A2A0-7C3955B3F59E}"/>
              </a:ext>
            </a:extLst>
          </p:cNvPr>
          <p:cNvCxnSpPr>
            <a:cxnSpLocks/>
          </p:cNvCxnSpPr>
          <p:nvPr/>
        </p:nvCxnSpPr>
        <p:spPr>
          <a:xfrm flipV="1">
            <a:off x="2799160" y="4286961"/>
            <a:ext cx="317" cy="389597"/>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1" name="コネクタ: カギ線 90">
            <a:extLst>
              <a:ext uri="{FF2B5EF4-FFF2-40B4-BE49-F238E27FC236}">
                <a16:creationId xmlns:a16="http://schemas.microsoft.com/office/drawing/2014/main" id="{E998FC3B-2BE8-AB13-33B6-59CBDF47B9DC}"/>
              </a:ext>
            </a:extLst>
          </p:cNvPr>
          <p:cNvCxnSpPr>
            <a:cxnSpLocks/>
          </p:cNvCxnSpPr>
          <p:nvPr/>
        </p:nvCxnSpPr>
        <p:spPr>
          <a:xfrm rot="16200000" flipH="1">
            <a:off x="4206764" y="2288535"/>
            <a:ext cx="171565" cy="1389616"/>
          </a:xfrm>
          <a:prstGeom prst="bentConnector2">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4" name="直線コネクタ 93">
            <a:extLst>
              <a:ext uri="{FF2B5EF4-FFF2-40B4-BE49-F238E27FC236}">
                <a16:creationId xmlns:a16="http://schemas.microsoft.com/office/drawing/2014/main" id="{ED90BFE9-4E09-D476-126D-17E408DAC94C}"/>
              </a:ext>
            </a:extLst>
          </p:cNvPr>
          <p:cNvCxnSpPr>
            <a:cxnSpLocks/>
          </p:cNvCxnSpPr>
          <p:nvPr/>
        </p:nvCxnSpPr>
        <p:spPr>
          <a:xfrm>
            <a:off x="1758721" y="4146079"/>
            <a:ext cx="264167" cy="927"/>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01" name="直線コネクタ 100">
            <a:extLst>
              <a:ext uri="{FF2B5EF4-FFF2-40B4-BE49-F238E27FC236}">
                <a16:creationId xmlns:a16="http://schemas.microsoft.com/office/drawing/2014/main" id="{567D51D4-9C9B-E24F-0F2C-7958C731EFF9}"/>
              </a:ext>
            </a:extLst>
          </p:cNvPr>
          <p:cNvCxnSpPr>
            <a:cxnSpLocks/>
          </p:cNvCxnSpPr>
          <p:nvPr/>
        </p:nvCxnSpPr>
        <p:spPr>
          <a:xfrm flipH="1" flipV="1">
            <a:off x="7955852" y="4490018"/>
            <a:ext cx="4007" cy="390586"/>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09" name="スライド番号プレースホルダー 3">
            <a:extLst>
              <a:ext uri="{FF2B5EF4-FFF2-40B4-BE49-F238E27FC236}">
                <a16:creationId xmlns:a16="http://schemas.microsoft.com/office/drawing/2014/main" id="{BE0FAD37-1CEB-90BF-F8BC-9C686A13CB82}"/>
              </a:ext>
            </a:extLst>
          </p:cNvPr>
          <p:cNvSpPr>
            <a:spLocks noGrp="1"/>
          </p:cNvSpPr>
          <p:nvPr>
            <p:ph type="sldNum" sz="quarter" idx="12"/>
          </p:nvPr>
        </p:nvSpPr>
        <p:spPr>
          <a:xfrm>
            <a:off x="10752000" y="6552000"/>
            <a:ext cx="1440000" cy="216000"/>
          </a:xfrm>
        </p:spPr>
        <p:txBody>
          <a:bodyPr/>
          <a:lstStyle/>
          <a:p>
            <a:fld id="{26CA5134-5AAC-D342-B763-43605FECB385}" type="slidenum">
              <a:rPr kumimoji="1" lang="ja-JP" altLang="en-US" smtClean="0"/>
              <a:pPr/>
              <a:t>17</a:t>
            </a:fld>
            <a:endParaRPr kumimoji="1" lang="ja-JP" altLang="en-US" sz="700" dirty="0"/>
          </a:p>
        </p:txBody>
      </p:sp>
    </p:spTree>
    <p:extLst>
      <p:ext uri="{BB962C8B-B14F-4D97-AF65-F5344CB8AC3E}">
        <p14:creationId xmlns:p14="http://schemas.microsoft.com/office/powerpoint/2010/main" val="37031314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38E7CA-FB00-608C-98F1-4F1AF40305A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F438DDC-6CC3-D2FB-845B-47FB5DD6AFDA}"/>
              </a:ext>
            </a:extLst>
          </p:cNvPr>
          <p:cNvSpPr>
            <a:spLocks noGrp="1"/>
          </p:cNvSpPr>
          <p:nvPr>
            <p:ph type="title"/>
          </p:nvPr>
        </p:nvSpPr>
        <p:spPr/>
        <p:txBody>
          <a:bodyPr/>
          <a:lstStyle/>
          <a:p>
            <a:r>
              <a:rPr kumimoji="1" lang="en-US" altLang="ja-JP" dirty="0"/>
              <a:t>4-2</a:t>
            </a:r>
            <a:r>
              <a:rPr kumimoji="1" lang="ja-JP" altLang="en-US" dirty="0"/>
              <a:t>．</a:t>
            </a:r>
            <a:r>
              <a:rPr lang="ja-JP" altLang="en-US" dirty="0"/>
              <a:t>技術者の略歴</a:t>
            </a:r>
            <a:endParaRPr kumimoji="1" lang="ja-JP" altLang="en-US" dirty="0"/>
          </a:p>
        </p:txBody>
      </p:sp>
      <p:sp>
        <p:nvSpPr>
          <p:cNvPr id="4" name="フッター プレースホルダー 3">
            <a:extLst>
              <a:ext uri="{FF2B5EF4-FFF2-40B4-BE49-F238E27FC236}">
                <a16:creationId xmlns:a16="http://schemas.microsoft.com/office/drawing/2014/main" id="{78E55855-5245-C8F9-1C96-8179D785D765}"/>
              </a:ext>
            </a:extLst>
          </p:cNvPr>
          <p:cNvSpPr>
            <a:spLocks noGrp="1"/>
          </p:cNvSpPr>
          <p:nvPr>
            <p:ph type="ftr" sz="quarter" idx="11"/>
          </p:nvPr>
        </p:nvSpPr>
        <p:spPr/>
        <p:txBody>
          <a:bodyPr/>
          <a:lstStyle/>
          <a:p>
            <a:r>
              <a:rPr lang="en-US" altLang="ja-JP"/>
              <a:t>Copyright © SystemEXE,Inc All Rights Reserved.</a:t>
            </a:r>
          </a:p>
        </p:txBody>
      </p:sp>
      <p:sp>
        <p:nvSpPr>
          <p:cNvPr id="5" name="スライド番号プレースホルダー 3">
            <a:extLst>
              <a:ext uri="{FF2B5EF4-FFF2-40B4-BE49-F238E27FC236}">
                <a16:creationId xmlns:a16="http://schemas.microsoft.com/office/drawing/2014/main" id="{8ED89406-D9B8-25BA-3009-E861C2360DE8}"/>
              </a:ext>
            </a:extLst>
          </p:cNvPr>
          <p:cNvSpPr>
            <a:spLocks noGrp="1"/>
          </p:cNvSpPr>
          <p:nvPr>
            <p:ph type="sldNum" sz="quarter" idx="12"/>
          </p:nvPr>
        </p:nvSpPr>
        <p:spPr>
          <a:xfrm>
            <a:off x="10752000" y="6552000"/>
            <a:ext cx="1440000" cy="216000"/>
          </a:xfrm>
        </p:spPr>
        <p:txBody>
          <a:bodyPr/>
          <a:lstStyle/>
          <a:p>
            <a:fld id="{26CA5134-5AAC-D342-B763-43605FECB385}" type="slidenum">
              <a:rPr kumimoji="1" lang="ja-JP" altLang="en-US" smtClean="0"/>
              <a:pPr/>
              <a:t>18</a:t>
            </a:fld>
            <a:endParaRPr kumimoji="1" lang="ja-JP" altLang="en-US" sz="700" dirty="0"/>
          </a:p>
        </p:txBody>
      </p:sp>
      <p:graphicFrame>
        <p:nvGraphicFramePr>
          <p:cNvPr id="6" name="コンテンツ プレースホルダー 5">
            <a:extLst>
              <a:ext uri="{FF2B5EF4-FFF2-40B4-BE49-F238E27FC236}">
                <a16:creationId xmlns:a16="http://schemas.microsoft.com/office/drawing/2014/main" id="{A2A695D3-35CA-28BC-6936-C9CE652E37CD}"/>
              </a:ext>
            </a:extLst>
          </p:cNvPr>
          <p:cNvGraphicFramePr>
            <a:graphicFrameLocks/>
          </p:cNvGraphicFramePr>
          <p:nvPr>
            <p:extLst>
              <p:ext uri="{D42A27DB-BD31-4B8C-83A1-F6EECF244321}">
                <p14:modId xmlns:p14="http://schemas.microsoft.com/office/powerpoint/2010/main" val="3568298843"/>
              </p:ext>
            </p:extLst>
          </p:nvPr>
        </p:nvGraphicFramePr>
        <p:xfrm>
          <a:off x="576000" y="872940"/>
          <a:ext cx="11041200" cy="5357840"/>
        </p:xfrm>
        <a:graphic>
          <a:graphicData uri="http://schemas.openxmlformats.org/drawingml/2006/table">
            <a:tbl>
              <a:tblPr firstRow="1" bandRow="1">
                <a:tableStyleId>{2D5ABB26-0587-4C30-8999-92F81FD0307C}</a:tableStyleId>
              </a:tblPr>
              <a:tblGrid>
                <a:gridCol w="4023709">
                  <a:extLst>
                    <a:ext uri="{9D8B030D-6E8A-4147-A177-3AD203B41FA5}">
                      <a16:colId xmlns:a16="http://schemas.microsoft.com/office/drawing/2014/main" val="3051579495"/>
                    </a:ext>
                  </a:extLst>
                </a:gridCol>
                <a:gridCol w="7017491">
                  <a:extLst>
                    <a:ext uri="{9D8B030D-6E8A-4147-A177-3AD203B41FA5}">
                      <a16:colId xmlns:a16="http://schemas.microsoft.com/office/drawing/2014/main" val="134037021"/>
                    </a:ext>
                  </a:extLst>
                </a:gridCol>
              </a:tblGrid>
              <a:tr h="241695">
                <a:tc>
                  <a:txBody>
                    <a:bodyPr/>
                    <a:lstStyle/>
                    <a:p>
                      <a:pPr algn="l"/>
                      <a:r>
                        <a:rPr kumimoji="1" lang="ja-JP" altLang="en-US" sz="1400" b="1">
                          <a:solidFill>
                            <a:schemeClr val="bg1"/>
                          </a:solidFill>
                          <a:latin typeface="+mn-ea"/>
                          <a:ea typeface="+mn-ea"/>
                        </a:rPr>
                        <a:t>氏名 等</a:t>
                      </a:r>
                      <a:endParaRPr kumimoji="1" lang="en-US" altLang="ja-JP" sz="1400" b="1">
                        <a:solidFill>
                          <a:schemeClr val="bg1"/>
                        </a:solidFill>
                        <a:latin typeface="+mn-ea"/>
                        <a:ea typeface="+mn-ea"/>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solidFill>
                  </a:tcPr>
                </a:tc>
                <a:tc>
                  <a:txBody>
                    <a:bodyPr/>
                    <a:lstStyle/>
                    <a:p>
                      <a:r>
                        <a:rPr kumimoji="1" lang="ja-JP" altLang="en-US" sz="1400" b="1">
                          <a:solidFill>
                            <a:schemeClr val="bg1"/>
                          </a:solidFill>
                          <a:latin typeface="+mn-ea"/>
                          <a:ea typeface="+mn-ea"/>
                        </a:rPr>
                        <a:t>主な経歴</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2806219429"/>
                  </a:ext>
                </a:extLst>
              </a:tr>
              <a:tr h="2097978">
                <a:tc>
                  <a:txBody>
                    <a:bodyPr/>
                    <a:lstStyle/>
                    <a:p>
                      <a:r>
                        <a:rPr kumimoji="1" lang="ja-JP" altLang="en-US" sz="1600" b="1" dirty="0">
                          <a:latin typeface="+mn-ea"/>
                          <a:ea typeface="+mn-ea"/>
                        </a:rPr>
                        <a:t>福井 将敏（ふくい まさとし）</a:t>
                      </a:r>
                      <a:endParaRPr kumimoji="1" lang="en-US" altLang="ja-JP" sz="1600" b="1" dirty="0">
                        <a:latin typeface="+mn-ea"/>
                        <a:ea typeface="+mn-ea"/>
                      </a:endParaRPr>
                    </a:p>
                    <a:p>
                      <a:endParaRPr kumimoji="1" lang="en-US" altLang="ja-JP" sz="800" dirty="0">
                        <a:latin typeface="+mn-ea"/>
                        <a:ea typeface="+mn-ea"/>
                      </a:endParaRPr>
                    </a:p>
                    <a:p>
                      <a:r>
                        <a:rPr kumimoji="1" lang="ja-JP" altLang="en-US" sz="1400" dirty="0">
                          <a:latin typeface="+mn-ea"/>
                          <a:ea typeface="+mn-ea"/>
                        </a:rPr>
                        <a:t>役割　　：プロジェクトマネージャー</a:t>
                      </a:r>
                      <a:endParaRPr kumimoji="1" lang="en-US" altLang="ja-JP" sz="1400" dirty="0">
                        <a:latin typeface="+mn-ea"/>
                        <a:ea typeface="+mn-ea"/>
                      </a:endParaRPr>
                    </a:p>
                    <a:p>
                      <a:r>
                        <a:rPr kumimoji="1" lang="ja-JP" altLang="en-US" sz="1400" dirty="0">
                          <a:latin typeface="+mn-ea"/>
                          <a:ea typeface="+mn-ea"/>
                        </a:rPr>
                        <a:t>職位　　：システムソリューション本部</a:t>
                      </a:r>
                      <a:endParaRPr kumimoji="1" lang="en-US" altLang="ja-JP" sz="1400" dirty="0">
                        <a:latin typeface="+mn-ea"/>
                        <a:ea typeface="+mn-ea"/>
                      </a:endParaRPr>
                    </a:p>
                    <a:p>
                      <a:r>
                        <a:rPr kumimoji="1" lang="ja-JP" altLang="en-US" sz="1400" dirty="0">
                          <a:latin typeface="+mn-ea"/>
                          <a:ea typeface="+mn-ea"/>
                        </a:rPr>
                        <a:t>　　　　　システムソリューション１部</a:t>
                      </a:r>
                      <a:endParaRPr kumimoji="1" lang="en-US" altLang="ja-JP" sz="1400" dirty="0">
                        <a:latin typeface="+mn-ea"/>
                        <a:ea typeface="+mn-ea"/>
                      </a:endParaRPr>
                    </a:p>
                    <a:p>
                      <a:r>
                        <a:rPr kumimoji="1" lang="ja-JP" altLang="en-US" sz="1400" dirty="0">
                          <a:latin typeface="+mn-ea"/>
                          <a:ea typeface="+mn-ea"/>
                        </a:rPr>
                        <a:t>　　　　　部長</a:t>
                      </a:r>
                      <a:endParaRPr kumimoji="1" lang="en-US" altLang="ja-JP" sz="1400" dirty="0">
                        <a:latin typeface="+mn-ea"/>
                        <a:ea typeface="+mn-ea"/>
                      </a:endParaRPr>
                    </a:p>
                    <a:p>
                      <a:r>
                        <a:rPr kumimoji="1" lang="ja-JP" altLang="en-US" sz="1400" dirty="0">
                          <a:latin typeface="+mn-ea"/>
                          <a:ea typeface="+mn-ea"/>
                        </a:rPr>
                        <a:t>経験年数：</a:t>
                      </a:r>
                      <a:r>
                        <a:rPr kumimoji="1" lang="en-US" altLang="ja-JP" sz="1400" dirty="0">
                          <a:latin typeface="+mn-ea"/>
                          <a:ea typeface="+mn-ea"/>
                        </a:rPr>
                        <a:t>23</a:t>
                      </a:r>
                      <a:r>
                        <a:rPr kumimoji="1" lang="ja-JP" altLang="en-US" sz="1400" dirty="0">
                          <a:latin typeface="+mn-ea"/>
                          <a:ea typeface="+mn-ea"/>
                        </a:rPr>
                        <a:t>年</a:t>
                      </a:r>
                      <a:endParaRPr kumimoji="1" lang="en-US" altLang="ja-JP" sz="1400" dirty="0">
                        <a:latin typeface="+mn-ea"/>
                        <a:ea typeface="+mn-ea"/>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dirty="0">
                          <a:latin typeface="+mn-ea"/>
                          <a:ea typeface="+mn-ea"/>
                        </a:rPr>
                        <a:t>スキル　：</a:t>
                      </a:r>
                      <a:r>
                        <a:rPr lang="ja-JP" altLang="en-US" sz="1400" kern="100" dirty="0">
                          <a:effectLst/>
                          <a:latin typeface="+mn-ea"/>
                          <a:ea typeface="+mn-ea"/>
                          <a:cs typeface="Times New Roman" panose="02020603050405020304" pitchFamily="18" charset="0"/>
                        </a:rPr>
                        <a:t>プロジェクトマネジメント</a:t>
                      </a:r>
                      <a:endParaRPr lang="en-US" altLang="ja-JP" sz="1400" kern="100" dirty="0">
                        <a:effectLst/>
                        <a:latin typeface="+mn-ea"/>
                        <a:ea typeface="+mn-ea"/>
                        <a:cs typeface="Times New Roman" panose="02020603050405020304" pitchFamily="18" charset="0"/>
                      </a:endParaRPr>
                    </a:p>
                    <a:p>
                      <a:endParaRPr kumimoji="1" lang="en-US" altLang="ja-JP" sz="1400" dirty="0">
                        <a:latin typeface="+mn-ea"/>
                        <a:ea typeface="+mn-ea"/>
                      </a:endParaRPr>
                    </a:p>
                  </a:txBody>
                  <a:tcPr marL="144000" marR="144000" marT="72000" marB="72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108000" marR="0" lvl="0" indent="-108000" algn="l" defTabSz="914400" rtl="0" eaLnBrk="1" fontAlgn="auto" latinLnBrk="1" hangingPunct="1">
                        <a:lnSpc>
                          <a:spcPct val="100000"/>
                        </a:lnSpc>
                        <a:spcBef>
                          <a:spcPts val="400"/>
                        </a:spcBef>
                        <a:spcAft>
                          <a:spcPts val="0"/>
                        </a:spcAft>
                        <a:buClrTx/>
                        <a:buSzTx/>
                        <a:buFont typeface="Arial" panose="020B0604020202020204" pitchFamily="34" charset="0"/>
                        <a:buChar char="•"/>
                        <a:tabLst/>
                        <a:defRPr/>
                      </a:pPr>
                      <a:r>
                        <a:rPr lang="ja-JP" altLang="en-US" sz="1400" kern="100" dirty="0">
                          <a:effectLst/>
                          <a:latin typeface="+mn-ea"/>
                          <a:ea typeface="+mn-ea"/>
                          <a:cs typeface="Times New Roman" panose="02020603050405020304" pitchFamily="18" charset="0"/>
                        </a:rPr>
                        <a:t>不動産企業様向け売買契約書作成システムの再構築案件にて</a:t>
                      </a:r>
                      <a:r>
                        <a:rPr lang="en-US" altLang="ja-JP" sz="1400" kern="100" dirty="0">
                          <a:effectLst/>
                          <a:latin typeface="+mn-ea"/>
                          <a:ea typeface="+mn-ea"/>
                          <a:cs typeface="Times New Roman" panose="02020603050405020304" pitchFamily="18" charset="0"/>
                        </a:rPr>
                        <a:t>PM</a:t>
                      </a:r>
                      <a:r>
                        <a:rPr lang="ja-JP" altLang="en-US" sz="1400" kern="100" dirty="0">
                          <a:effectLst/>
                          <a:latin typeface="+mn-ea"/>
                          <a:ea typeface="+mn-ea"/>
                          <a:cs typeface="Times New Roman" panose="02020603050405020304" pitchFamily="18" charset="0"/>
                        </a:rPr>
                        <a:t>補佐、移行における設計・開発・テスト・導入といった一連の工程でチームリーダーとして参画</a:t>
                      </a:r>
                      <a:endParaRPr lang="en-US" altLang="ja-JP" sz="1400" kern="100" dirty="0">
                        <a:effectLst/>
                        <a:latin typeface="+mn-ea"/>
                        <a:ea typeface="+mn-ea"/>
                        <a:cs typeface="Times New Roman" panose="02020603050405020304" pitchFamily="18" charset="0"/>
                      </a:endParaRPr>
                    </a:p>
                    <a:p>
                      <a:pPr marL="0" marR="0" lvl="0" indent="0" algn="l" defTabSz="914400" rtl="0" eaLnBrk="1" fontAlgn="auto" latinLnBrk="1" hangingPunct="1">
                        <a:lnSpc>
                          <a:spcPct val="100000"/>
                        </a:lnSpc>
                        <a:spcBef>
                          <a:spcPts val="400"/>
                        </a:spcBef>
                        <a:spcAft>
                          <a:spcPts val="0"/>
                        </a:spcAft>
                        <a:buClrTx/>
                        <a:buSzTx/>
                        <a:buFont typeface="Arial" panose="020B0604020202020204" pitchFamily="34" charset="0"/>
                        <a:buNone/>
                        <a:tabLst/>
                        <a:defRPr/>
                      </a:pPr>
                      <a:r>
                        <a:rPr lang="ja-JP" altLang="en-US" sz="1400" kern="100" dirty="0">
                          <a:effectLst/>
                          <a:latin typeface="+mn-ea"/>
                          <a:ea typeface="+mn-ea"/>
                          <a:cs typeface="Times New Roman" panose="02020603050405020304" pitchFamily="18" charset="0"/>
                        </a:rPr>
                        <a:t>（</a:t>
                      </a:r>
                      <a:r>
                        <a:rPr lang="en-US" altLang="ja-JP" sz="1400" kern="100" dirty="0">
                          <a:effectLst/>
                          <a:latin typeface="+mn-ea"/>
                          <a:ea typeface="+mn-ea"/>
                          <a:cs typeface="Times New Roman" panose="02020603050405020304" pitchFamily="18" charset="0"/>
                        </a:rPr>
                        <a:t>2023</a:t>
                      </a:r>
                      <a:r>
                        <a:rPr lang="ja-JP" altLang="en-US" sz="1400" kern="100" dirty="0">
                          <a:effectLst/>
                          <a:latin typeface="+mn-ea"/>
                          <a:ea typeface="+mn-ea"/>
                          <a:cs typeface="Times New Roman" panose="02020603050405020304" pitchFamily="18" charset="0"/>
                        </a:rPr>
                        <a:t>年</a:t>
                      </a:r>
                      <a:r>
                        <a:rPr lang="en-US" altLang="ja-JP" sz="1400" kern="100" dirty="0">
                          <a:effectLst/>
                          <a:latin typeface="+mn-ea"/>
                          <a:ea typeface="+mn-ea"/>
                          <a:cs typeface="Times New Roman" panose="02020603050405020304" pitchFamily="18" charset="0"/>
                        </a:rPr>
                        <a:t>4</a:t>
                      </a:r>
                      <a:r>
                        <a:rPr lang="ja-JP" altLang="en-US" sz="1400" kern="100" dirty="0">
                          <a:effectLst/>
                          <a:latin typeface="+mn-ea"/>
                          <a:ea typeface="+mn-ea"/>
                          <a:cs typeface="Times New Roman" panose="02020603050405020304" pitchFamily="18" charset="0"/>
                        </a:rPr>
                        <a:t>月～</a:t>
                      </a:r>
                      <a:r>
                        <a:rPr lang="en-US" altLang="ja-JP" sz="1400" kern="100" dirty="0">
                          <a:effectLst/>
                          <a:latin typeface="+mn-ea"/>
                          <a:ea typeface="+mn-ea"/>
                          <a:cs typeface="Times New Roman" panose="02020603050405020304" pitchFamily="18" charset="0"/>
                        </a:rPr>
                        <a:t>2025</a:t>
                      </a:r>
                      <a:r>
                        <a:rPr lang="ja-JP" altLang="en-US" sz="1400" kern="100" dirty="0">
                          <a:effectLst/>
                          <a:latin typeface="+mn-ea"/>
                          <a:ea typeface="+mn-ea"/>
                          <a:cs typeface="Times New Roman" panose="02020603050405020304" pitchFamily="18" charset="0"/>
                        </a:rPr>
                        <a:t>年</a:t>
                      </a:r>
                      <a:r>
                        <a:rPr lang="en-US" altLang="ja-JP" sz="1400" kern="100" dirty="0">
                          <a:effectLst/>
                          <a:latin typeface="+mn-ea"/>
                          <a:ea typeface="+mn-ea"/>
                          <a:cs typeface="Times New Roman" panose="02020603050405020304" pitchFamily="18" charset="0"/>
                        </a:rPr>
                        <a:t>5</a:t>
                      </a:r>
                      <a:r>
                        <a:rPr lang="ja-JP" altLang="en-US" sz="1400" kern="100" dirty="0">
                          <a:effectLst/>
                          <a:latin typeface="+mn-ea"/>
                          <a:ea typeface="+mn-ea"/>
                          <a:cs typeface="Times New Roman" panose="02020603050405020304" pitchFamily="18" charset="0"/>
                        </a:rPr>
                        <a:t>月）</a:t>
                      </a:r>
                      <a:endParaRPr lang="en-US" altLang="ja-JP" sz="1400" kern="100" dirty="0">
                        <a:effectLst/>
                        <a:latin typeface="+mn-ea"/>
                        <a:ea typeface="+mn-ea"/>
                        <a:cs typeface="Times New Roman" panose="02020603050405020304" pitchFamily="18" charset="0"/>
                      </a:endParaRPr>
                    </a:p>
                    <a:p>
                      <a:pPr marL="108000" marR="0" lvl="0" indent="-108000" algn="l" defTabSz="914400" rtl="0" eaLnBrk="1" fontAlgn="auto" latinLnBrk="1" hangingPunct="1">
                        <a:lnSpc>
                          <a:spcPct val="100000"/>
                        </a:lnSpc>
                        <a:spcBef>
                          <a:spcPts val="400"/>
                        </a:spcBef>
                        <a:spcAft>
                          <a:spcPts val="0"/>
                        </a:spcAft>
                        <a:buClrTx/>
                        <a:buSzTx/>
                        <a:buFont typeface="Arial" panose="020B0604020202020204" pitchFamily="34" charset="0"/>
                        <a:buChar char="•"/>
                        <a:tabLst/>
                        <a:defRPr/>
                      </a:pPr>
                      <a:endParaRPr lang="en-US" altLang="ja-JP" sz="1400" kern="100" dirty="0">
                        <a:effectLst/>
                        <a:latin typeface="+mn-ea"/>
                        <a:ea typeface="+mn-ea"/>
                        <a:cs typeface="Times New Roman" panose="02020603050405020304" pitchFamily="18" charset="0"/>
                      </a:endParaRPr>
                    </a:p>
                    <a:p>
                      <a:pPr marL="108000" marR="0" lvl="0" indent="-108000" algn="l" defTabSz="914400" rtl="0" eaLnBrk="1" fontAlgn="auto" latinLnBrk="1" hangingPunct="1">
                        <a:lnSpc>
                          <a:spcPct val="100000"/>
                        </a:lnSpc>
                        <a:spcBef>
                          <a:spcPts val="400"/>
                        </a:spcBef>
                        <a:spcAft>
                          <a:spcPts val="0"/>
                        </a:spcAft>
                        <a:buClrTx/>
                        <a:buSzTx/>
                        <a:buFont typeface="Arial" panose="020B0604020202020204" pitchFamily="34" charset="0"/>
                        <a:buChar char="•"/>
                        <a:tabLst/>
                        <a:defRPr/>
                      </a:pPr>
                      <a:r>
                        <a:rPr lang="ja-JP" altLang="en-US" sz="1400" kern="100" dirty="0">
                          <a:effectLst/>
                          <a:latin typeface="+mn-ea"/>
                          <a:ea typeface="+mn-ea"/>
                          <a:cs typeface="Times New Roman" panose="02020603050405020304" pitchFamily="18" charset="0"/>
                        </a:rPr>
                        <a:t>船級協会様向けのシステム改修プロジェクトへ</a:t>
                      </a:r>
                      <a:r>
                        <a:rPr lang="en-US" altLang="ja-JP" sz="1400" kern="100" dirty="0">
                          <a:effectLst/>
                          <a:latin typeface="+mn-ea"/>
                          <a:ea typeface="+mn-ea"/>
                          <a:cs typeface="Times New Roman" panose="02020603050405020304" pitchFamily="18" charset="0"/>
                        </a:rPr>
                        <a:t>PM</a:t>
                      </a:r>
                      <a:r>
                        <a:rPr lang="ja-JP" altLang="en-US" sz="1400" kern="100" dirty="0">
                          <a:effectLst/>
                          <a:latin typeface="+mn-ea"/>
                          <a:ea typeface="+mn-ea"/>
                          <a:cs typeface="Times New Roman" panose="02020603050405020304" pitchFamily="18" charset="0"/>
                        </a:rPr>
                        <a:t>として参画</a:t>
                      </a:r>
                      <a:endParaRPr lang="en-US" altLang="ja-JP" sz="1400" kern="100" dirty="0">
                        <a:effectLst/>
                        <a:latin typeface="+mn-ea"/>
                        <a:ea typeface="+mn-ea"/>
                        <a:cs typeface="Times New Roman" panose="02020603050405020304" pitchFamily="18" charset="0"/>
                      </a:endParaRPr>
                    </a:p>
                    <a:p>
                      <a:pPr marL="0" marR="0" lvl="0" indent="0" algn="l" defTabSz="914400" rtl="0" eaLnBrk="1" fontAlgn="auto" latinLnBrk="1" hangingPunct="1">
                        <a:lnSpc>
                          <a:spcPct val="100000"/>
                        </a:lnSpc>
                        <a:spcBef>
                          <a:spcPts val="400"/>
                        </a:spcBef>
                        <a:spcAft>
                          <a:spcPts val="0"/>
                        </a:spcAft>
                        <a:buClrTx/>
                        <a:buSzTx/>
                        <a:buFont typeface="Arial" panose="020B0604020202020204" pitchFamily="34" charset="0"/>
                        <a:buNone/>
                        <a:tabLst/>
                        <a:defRPr/>
                      </a:pPr>
                      <a:r>
                        <a:rPr lang="ja-JP" altLang="en-US" sz="1400" kern="100" dirty="0">
                          <a:effectLst/>
                          <a:latin typeface="+mn-ea"/>
                          <a:ea typeface="+mn-ea"/>
                          <a:cs typeface="Times New Roman" panose="02020603050405020304" pitchFamily="18" charset="0"/>
                        </a:rPr>
                        <a:t>（</a:t>
                      </a:r>
                      <a:r>
                        <a:rPr lang="en-US" altLang="ja-JP" sz="1400" kern="100" dirty="0">
                          <a:effectLst/>
                          <a:latin typeface="+mn-ea"/>
                          <a:ea typeface="+mn-ea"/>
                          <a:cs typeface="Times New Roman" panose="02020603050405020304" pitchFamily="18" charset="0"/>
                        </a:rPr>
                        <a:t>2022</a:t>
                      </a:r>
                      <a:r>
                        <a:rPr lang="ja-JP" altLang="en-US" sz="1400" kern="100" dirty="0">
                          <a:effectLst/>
                          <a:latin typeface="+mn-ea"/>
                          <a:ea typeface="+mn-ea"/>
                          <a:cs typeface="Times New Roman" panose="02020603050405020304" pitchFamily="18" charset="0"/>
                        </a:rPr>
                        <a:t>年</a:t>
                      </a:r>
                      <a:r>
                        <a:rPr lang="en-US" altLang="ja-JP" sz="1400" kern="100" dirty="0">
                          <a:effectLst/>
                          <a:latin typeface="+mn-ea"/>
                          <a:ea typeface="+mn-ea"/>
                          <a:cs typeface="Times New Roman" panose="02020603050405020304" pitchFamily="18" charset="0"/>
                        </a:rPr>
                        <a:t>4</a:t>
                      </a:r>
                      <a:r>
                        <a:rPr lang="ja-JP" altLang="en-US" sz="1400" kern="100" dirty="0">
                          <a:effectLst/>
                          <a:latin typeface="+mn-ea"/>
                          <a:ea typeface="+mn-ea"/>
                          <a:cs typeface="Times New Roman" panose="02020603050405020304" pitchFamily="18" charset="0"/>
                        </a:rPr>
                        <a:t>月～</a:t>
                      </a:r>
                      <a:r>
                        <a:rPr lang="en-US" altLang="ja-JP" sz="1400" kern="100" dirty="0">
                          <a:effectLst/>
                          <a:latin typeface="+mn-ea"/>
                          <a:ea typeface="+mn-ea"/>
                          <a:cs typeface="Times New Roman" panose="02020603050405020304" pitchFamily="18" charset="0"/>
                        </a:rPr>
                        <a:t>2023</a:t>
                      </a:r>
                      <a:r>
                        <a:rPr lang="ja-JP" altLang="en-US" sz="1400" kern="100" dirty="0">
                          <a:effectLst/>
                          <a:latin typeface="+mn-ea"/>
                          <a:ea typeface="+mn-ea"/>
                          <a:cs typeface="Times New Roman" panose="02020603050405020304" pitchFamily="18" charset="0"/>
                        </a:rPr>
                        <a:t>年</a:t>
                      </a:r>
                      <a:r>
                        <a:rPr lang="en-US" altLang="ja-JP" sz="1400" kern="100" dirty="0">
                          <a:effectLst/>
                          <a:latin typeface="+mn-ea"/>
                          <a:ea typeface="+mn-ea"/>
                          <a:cs typeface="Times New Roman" panose="02020603050405020304" pitchFamily="18" charset="0"/>
                        </a:rPr>
                        <a:t>3</a:t>
                      </a:r>
                      <a:r>
                        <a:rPr lang="ja-JP" altLang="en-US" sz="1400" kern="100" dirty="0">
                          <a:effectLst/>
                          <a:latin typeface="+mn-ea"/>
                          <a:ea typeface="+mn-ea"/>
                          <a:cs typeface="Times New Roman" panose="02020603050405020304" pitchFamily="18" charset="0"/>
                        </a:rPr>
                        <a:t>月）</a:t>
                      </a:r>
                      <a:endParaRPr lang="en-US" altLang="ja-JP" sz="1400" kern="100" dirty="0">
                        <a:effectLst/>
                        <a:latin typeface="+mn-ea"/>
                        <a:ea typeface="+mn-ea"/>
                        <a:cs typeface="Times New Roman" panose="02020603050405020304" pitchFamily="18" charset="0"/>
                      </a:endParaRPr>
                    </a:p>
                    <a:p>
                      <a:pPr marL="108000" marR="0" lvl="0" indent="-108000" algn="l" defTabSz="914400" rtl="0" eaLnBrk="1" fontAlgn="auto" latinLnBrk="1" hangingPunct="1">
                        <a:lnSpc>
                          <a:spcPct val="100000"/>
                        </a:lnSpc>
                        <a:spcBef>
                          <a:spcPts val="400"/>
                        </a:spcBef>
                        <a:spcAft>
                          <a:spcPts val="0"/>
                        </a:spcAft>
                        <a:buClrTx/>
                        <a:buSzTx/>
                        <a:buFont typeface="Arial" panose="020B0604020202020204" pitchFamily="34" charset="0"/>
                        <a:buChar char="•"/>
                        <a:tabLst/>
                        <a:defRPr/>
                      </a:pPr>
                      <a:endParaRPr lang="en-US" altLang="ja-JP" sz="1400" kern="100" dirty="0">
                        <a:effectLst/>
                        <a:latin typeface="+mn-ea"/>
                        <a:ea typeface="+mn-ea"/>
                        <a:cs typeface="Times New Roman" panose="02020603050405020304" pitchFamily="18" charset="0"/>
                      </a:endParaRPr>
                    </a:p>
                    <a:p>
                      <a:pPr marL="108000" marR="0" lvl="0" indent="-108000" algn="l" defTabSz="914400" rtl="0" eaLnBrk="1" fontAlgn="auto" latinLnBrk="1" hangingPunct="1">
                        <a:lnSpc>
                          <a:spcPct val="100000"/>
                        </a:lnSpc>
                        <a:spcBef>
                          <a:spcPts val="400"/>
                        </a:spcBef>
                        <a:spcAft>
                          <a:spcPts val="0"/>
                        </a:spcAft>
                        <a:buClrTx/>
                        <a:buSzTx/>
                        <a:buFont typeface="Arial" panose="020B0604020202020204" pitchFamily="34" charset="0"/>
                        <a:buChar char="•"/>
                        <a:tabLst/>
                        <a:defRPr/>
                      </a:pPr>
                      <a:r>
                        <a:rPr lang="ja-JP" altLang="en-US" sz="1400" kern="100" dirty="0">
                          <a:effectLst/>
                          <a:latin typeface="+mn-ea"/>
                          <a:ea typeface="+mn-ea"/>
                          <a:cs typeface="Times New Roman" panose="02020603050405020304" pitchFamily="18" charset="0"/>
                        </a:rPr>
                        <a:t>電機機器企業様向け製品データ収集システム構築案件へ</a:t>
                      </a:r>
                      <a:r>
                        <a:rPr lang="en-US" altLang="ja-JP" sz="1400" kern="100" dirty="0">
                          <a:effectLst/>
                          <a:latin typeface="+mn-ea"/>
                          <a:ea typeface="+mn-ea"/>
                          <a:cs typeface="Times New Roman" panose="02020603050405020304" pitchFamily="18" charset="0"/>
                        </a:rPr>
                        <a:t>PM</a:t>
                      </a:r>
                      <a:r>
                        <a:rPr lang="ja-JP" altLang="en-US" sz="1400" kern="100" dirty="0">
                          <a:effectLst/>
                          <a:latin typeface="+mn-ea"/>
                          <a:ea typeface="+mn-ea"/>
                          <a:cs typeface="Times New Roman" panose="02020603050405020304" pitchFamily="18" charset="0"/>
                        </a:rPr>
                        <a:t>として参画</a:t>
                      </a:r>
                      <a:endParaRPr lang="en-US" altLang="ja-JP" sz="1400" kern="100" dirty="0">
                        <a:effectLst/>
                        <a:latin typeface="+mn-ea"/>
                        <a:ea typeface="+mn-ea"/>
                        <a:cs typeface="Times New Roman" panose="02020603050405020304" pitchFamily="18" charset="0"/>
                      </a:endParaRPr>
                    </a:p>
                    <a:p>
                      <a:pPr marL="0" marR="0" lvl="0" indent="0" algn="l" defTabSz="914400" rtl="0" eaLnBrk="1" fontAlgn="auto" latinLnBrk="1" hangingPunct="1">
                        <a:lnSpc>
                          <a:spcPct val="100000"/>
                        </a:lnSpc>
                        <a:spcBef>
                          <a:spcPts val="400"/>
                        </a:spcBef>
                        <a:spcAft>
                          <a:spcPts val="0"/>
                        </a:spcAft>
                        <a:buClrTx/>
                        <a:buSzTx/>
                        <a:buFont typeface="Arial" panose="020B0604020202020204" pitchFamily="34" charset="0"/>
                        <a:buNone/>
                        <a:tabLst/>
                        <a:defRPr/>
                      </a:pPr>
                      <a:r>
                        <a:rPr lang="ja-JP" altLang="en-US" sz="1400" kern="100" dirty="0">
                          <a:effectLst/>
                          <a:latin typeface="+mn-ea"/>
                          <a:ea typeface="+mn-ea"/>
                          <a:cs typeface="Times New Roman" panose="02020603050405020304" pitchFamily="18" charset="0"/>
                        </a:rPr>
                        <a:t>（</a:t>
                      </a:r>
                      <a:r>
                        <a:rPr lang="en-US" altLang="ja-JP" sz="1400" kern="100" dirty="0">
                          <a:effectLst/>
                          <a:latin typeface="+mn-ea"/>
                          <a:ea typeface="+mn-ea"/>
                          <a:cs typeface="Times New Roman" panose="02020603050405020304" pitchFamily="18" charset="0"/>
                        </a:rPr>
                        <a:t>2021</a:t>
                      </a:r>
                      <a:r>
                        <a:rPr lang="ja-JP" altLang="en-US" sz="1400" kern="100" dirty="0">
                          <a:effectLst/>
                          <a:latin typeface="+mn-ea"/>
                          <a:ea typeface="+mn-ea"/>
                          <a:cs typeface="Times New Roman" panose="02020603050405020304" pitchFamily="18" charset="0"/>
                        </a:rPr>
                        <a:t>年</a:t>
                      </a:r>
                      <a:r>
                        <a:rPr lang="en-US" altLang="ja-JP" sz="1400" kern="100" dirty="0">
                          <a:effectLst/>
                          <a:latin typeface="+mn-ea"/>
                          <a:ea typeface="+mn-ea"/>
                          <a:cs typeface="Times New Roman" panose="02020603050405020304" pitchFamily="18" charset="0"/>
                        </a:rPr>
                        <a:t>1</a:t>
                      </a:r>
                      <a:r>
                        <a:rPr lang="ja-JP" altLang="en-US" sz="1400" kern="100" dirty="0">
                          <a:effectLst/>
                          <a:latin typeface="+mn-ea"/>
                          <a:ea typeface="+mn-ea"/>
                          <a:cs typeface="Times New Roman" panose="02020603050405020304" pitchFamily="18" charset="0"/>
                        </a:rPr>
                        <a:t>月～</a:t>
                      </a:r>
                      <a:r>
                        <a:rPr lang="en-US" altLang="ja-JP" sz="1400" kern="100" dirty="0">
                          <a:effectLst/>
                          <a:latin typeface="+mn-ea"/>
                          <a:ea typeface="+mn-ea"/>
                          <a:cs typeface="Times New Roman" panose="02020603050405020304" pitchFamily="18" charset="0"/>
                        </a:rPr>
                        <a:t>2022</a:t>
                      </a:r>
                      <a:r>
                        <a:rPr lang="ja-JP" altLang="en-US" sz="1400" kern="100" dirty="0">
                          <a:effectLst/>
                          <a:latin typeface="+mn-ea"/>
                          <a:ea typeface="+mn-ea"/>
                          <a:cs typeface="Times New Roman" panose="02020603050405020304" pitchFamily="18" charset="0"/>
                        </a:rPr>
                        <a:t>年</a:t>
                      </a:r>
                      <a:r>
                        <a:rPr lang="en-US" altLang="ja-JP" sz="1400" kern="100" dirty="0">
                          <a:effectLst/>
                          <a:latin typeface="+mn-ea"/>
                          <a:ea typeface="+mn-ea"/>
                          <a:cs typeface="Times New Roman" panose="02020603050405020304" pitchFamily="18" charset="0"/>
                        </a:rPr>
                        <a:t>3</a:t>
                      </a:r>
                      <a:r>
                        <a:rPr lang="ja-JP" altLang="en-US" sz="1400" kern="100" dirty="0">
                          <a:effectLst/>
                          <a:latin typeface="+mn-ea"/>
                          <a:ea typeface="+mn-ea"/>
                          <a:cs typeface="Times New Roman" panose="02020603050405020304" pitchFamily="18" charset="0"/>
                        </a:rPr>
                        <a:t>月）</a:t>
                      </a:r>
                      <a:endParaRPr lang="en-US" altLang="ja-JP" sz="1400" kern="100" dirty="0">
                        <a:effectLst/>
                        <a:latin typeface="+mn-ea"/>
                        <a:ea typeface="+mn-ea"/>
                        <a:cs typeface="Times New Roman" panose="02020603050405020304" pitchFamily="18" charset="0"/>
                      </a:endParaRPr>
                    </a:p>
                  </a:txBody>
                  <a:tcPr marL="144000" marR="144000" marT="72000" marB="72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21282771"/>
                  </a:ext>
                </a:extLst>
              </a:tr>
              <a:tr h="2017370">
                <a:tc>
                  <a:txBody>
                    <a:bodyPr/>
                    <a:lstStyle/>
                    <a:p>
                      <a:r>
                        <a:rPr kumimoji="1" lang="ja-JP" altLang="en-US" sz="1600" b="1" dirty="0">
                          <a:latin typeface="+mn-ea"/>
                          <a:ea typeface="+mn-ea"/>
                        </a:rPr>
                        <a:t>齋藤 貴行（さいとう たかゆき）</a:t>
                      </a:r>
                      <a:endParaRPr kumimoji="1" lang="en-US" altLang="ja-JP" sz="1600" b="1" dirty="0">
                        <a:latin typeface="+mn-ea"/>
                        <a:ea typeface="+mn-ea"/>
                      </a:endParaRPr>
                    </a:p>
                    <a:p>
                      <a:endParaRPr kumimoji="1" lang="en-US" altLang="ja-JP" sz="800" dirty="0">
                        <a:latin typeface="+mn-ea"/>
                        <a:ea typeface="+mn-ea"/>
                      </a:endParaRPr>
                    </a:p>
                    <a:p>
                      <a:r>
                        <a:rPr kumimoji="1" lang="ja-JP" altLang="en-US" sz="1400" dirty="0">
                          <a:latin typeface="+mn-ea"/>
                          <a:ea typeface="+mn-ea"/>
                        </a:rPr>
                        <a:t>役割　　：プロジェクトリーダー</a:t>
                      </a:r>
                      <a:endParaRPr kumimoji="1" lang="en-US" altLang="ja-JP" sz="1400" dirty="0">
                        <a:latin typeface="+mn-ea"/>
                        <a:ea typeface="+mn-ea"/>
                      </a:endParaRPr>
                    </a:p>
                    <a:p>
                      <a:r>
                        <a:rPr kumimoji="1" lang="ja-JP" altLang="en-US" sz="1400" dirty="0">
                          <a:latin typeface="+mn-ea"/>
                          <a:ea typeface="+mn-ea"/>
                        </a:rPr>
                        <a:t>職位　　：システムソリューション本部</a:t>
                      </a:r>
                      <a:endParaRPr kumimoji="1" lang="en-US" altLang="ja-JP" sz="1400" dirty="0">
                        <a:latin typeface="+mn-ea"/>
                        <a:ea typeface="+mn-ea"/>
                      </a:endParaRPr>
                    </a:p>
                    <a:p>
                      <a:r>
                        <a:rPr kumimoji="1" lang="ja-JP" altLang="en-US" sz="1400" dirty="0">
                          <a:latin typeface="+mn-ea"/>
                          <a:ea typeface="+mn-ea"/>
                        </a:rPr>
                        <a:t>　　　　　システムソリューション１部</a:t>
                      </a:r>
                      <a:endParaRPr kumimoji="1" lang="en-US" altLang="ja-JP" sz="1400" dirty="0">
                        <a:latin typeface="+mn-ea"/>
                        <a:ea typeface="+mn-ea"/>
                      </a:endParaRPr>
                    </a:p>
                    <a:p>
                      <a:r>
                        <a:rPr kumimoji="1" lang="ja-JP" altLang="en-US" sz="1400" dirty="0">
                          <a:latin typeface="+mn-ea"/>
                          <a:ea typeface="+mn-ea"/>
                        </a:rPr>
                        <a:t>経験年数：</a:t>
                      </a:r>
                      <a:r>
                        <a:rPr kumimoji="1" lang="en-US" altLang="ja-JP" sz="1400" dirty="0">
                          <a:latin typeface="+mn-ea"/>
                          <a:ea typeface="+mn-ea"/>
                        </a:rPr>
                        <a:t>24</a:t>
                      </a:r>
                      <a:r>
                        <a:rPr kumimoji="1" lang="ja-JP" altLang="en-US" sz="1400" dirty="0">
                          <a:latin typeface="+mn-ea"/>
                          <a:ea typeface="+mn-ea"/>
                        </a:rPr>
                        <a:t>年</a:t>
                      </a:r>
                      <a:endParaRPr kumimoji="1" lang="en-US" altLang="ja-JP" sz="1400" dirty="0">
                        <a:latin typeface="+mn-ea"/>
                        <a:ea typeface="+mn-ea"/>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dirty="0">
                          <a:latin typeface="+mn-ea"/>
                          <a:ea typeface="+mn-ea"/>
                        </a:rPr>
                        <a:t>スキル　：</a:t>
                      </a:r>
                      <a:r>
                        <a:rPr lang="ja-JP" altLang="en-US" sz="1400" kern="100" dirty="0">
                          <a:effectLst/>
                          <a:latin typeface="+mn-ea"/>
                          <a:ea typeface="+mn-ea"/>
                          <a:cs typeface="Times New Roman" panose="02020603050405020304" pitchFamily="18" charset="0"/>
                        </a:rPr>
                        <a:t>プロジェクトマネジメント</a:t>
                      </a:r>
                      <a:endParaRPr lang="en-US" altLang="ja-JP" sz="1400" kern="100" dirty="0">
                        <a:effectLst/>
                        <a:latin typeface="+mn-ea"/>
                        <a:ea typeface="+mn-ea"/>
                        <a:cs typeface="Times New Roman" panose="02020603050405020304" pitchFamily="18" charset="0"/>
                      </a:endParaRPr>
                    </a:p>
                    <a:p>
                      <a:pPr marL="0" marR="0" lvl="0" indent="0" algn="l" defTabSz="914400" rtl="0" eaLnBrk="1" fontAlgn="auto" latinLnBrk="1" hangingPunct="1">
                        <a:lnSpc>
                          <a:spcPct val="100000"/>
                        </a:lnSpc>
                        <a:spcBef>
                          <a:spcPts val="400"/>
                        </a:spcBef>
                        <a:spcAft>
                          <a:spcPts val="0"/>
                        </a:spcAft>
                        <a:buClrTx/>
                        <a:buSzTx/>
                        <a:buFont typeface="Arial" panose="020B0604020202020204" pitchFamily="34" charset="0"/>
                        <a:buNone/>
                        <a:tabLst/>
                        <a:defRPr/>
                      </a:pPr>
                      <a:r>
                        <a:rPr lang="ja-JP" altLang="en-US" sz="1400" kern="100" dirty="0">
                          <a:effectLst/>
                          <a:latin typeface="+mn-ea"/>
                          <a:ea typeface="+mn-ea"/>
                          <a:cs typeface="Times New Roman" panose="02020603050405020304" pitchFamily="18" charset="0"/>
                        </a:rPr>
                        <a:t>　　　　　アーキテクチャ設計</a:t>
                      </a:r>
                      <a:endParaRPr lang="en-US" altLang="ja-JP" sz="1400" kern="100" dirty="0">
                        <a:effectLst/>
                        <a:latin typeface="+mn-ea"/>
                        <a:ea typeface="+mn-ea"/>
                        <a:cs typeface="Times New Roman" panose="02020603050405020304" pitchFamily="18" charset="0"/>
                      </a:endParaRPr>
                    </a:p>
                    <a:p>
                      <a:pPr marL="0" marR="0" lvl="0" indent="0" algn="l" defTabSz="914400" rtl="0" eaLnBrk="1" fontAlgn="auto" latinLnBrk="1" hangingPunct="1">
                        <a:lnSpc>
                          <a:spcPct val="100000"/>
                        </a:lnSpc>
                        <a:spcBef>
                          <a:spcPts val="400"/>
                        </a:spcBef>
                        <a:spcAft>
                          <a:spcPts val="0"/>
                        </a:spcAft>
                        <a:buClrTx/>
                        <a:buSzTx/>
                        <a:buFont typeface="Arial" panose="020B0604020202020204" pitchFamily="34" charset="0"/>
                        <a:buNone/>
                        <a:tabLst/>
                        <a:defRPr/>
                      </a:pPr>
                      <a:r>
                        <a:rPr lang="ja-JP" altLang="en-US" sz="1400" kern="100" dirty="0">
                          <a:effectLst/>
                          <a:latin typeface="+mn-ea"/>
                          <a:ea typeface="+mn-ea"/>
                          <a:cs typeface="Times New Roman" panose="02020603050405020304" pitchFamily="18" charset="0"/>
                        </a:rPr>
                        <a:t>主な開発言語等</a:t>
                      </a:r>
                      <a:endParaRPr lang="en-US" altLang="ja-JP" sz="1400" kern="100" dirty="0">
                        <a:effectLst/>
                        <a:latin typeface="+mn-ea"/>
                        <a:ea typeface="+mn-ea"/>
                        <a:cs typeface="Times New Roman" panose="02020603050405020304" pitchFamily="18" charset="0"/>
                      </a:endParaRPr>
                    </a:p>
                    <a:p>
                      <a:pPr marL="0" marR="0" lvl="0" indent="0" algn="l" defTabSz="914400" rtl="0" eaLnBrk="1" fontAlgn="auto" latinLnBrk="1" hangingPunct="1">
                        <a:lnSpc>
                          <a:spcPct val="100000"/>
                        </a:lnSpc>
                        <a:spcBef>
                          <a:spcPts val="400"/>
                        </a:spcBef>
                        <a:spcAft>
                          <a:spcPts val="0"/>
                        </a:spcAft>
                        <a:buClrTx/>
                        <a:buSzTx/>
                        <a:buFont typeface="Arial" panose="020B0604020202020204" pitchFamily="34" charset="0"/>
                        <a:buNone/>
                        <a:tabLst/>
                        <a:defRPr/>
                      </a:pPr>
                      <a:r>
                        <a:rPr lang="ja-JP" altLang="en-US" sz="1400" kern="100" dirty="0">
                          <a:effectLst/>
                          <a:latin typeface="+mn-ea"/>
                          <a:ea typeface="+mn-ea"/>
                          <a:cs typeface="Times New Roman" panose="02020603050405020304" pitchFamily="18" charset="0"/>
                        </a:rPr>
                        <a:t>　</a:t>
                      </a:r>
                      <a:r>
                        <a:rPr lang="en-US" altLang="ja-JP" sz="1400" kern="100" dirty="0">
                          <a:effectLst/>
                          <a:latin typeface="+mn-ea"/>
                          <a:ea typeface="+mn-ea"/>
                          <a:cs typeface="Times New Roman" panose="02020603050405020304" pitchFamily="18" charset="0"/>
                        </a:rPr>
                        <a:t>Java</a:t>
                      </a:r>
                      <a:r>
                        <a:rPr lang="ja-JP" altLang="en-US" sz="1400" kern="100" dirty="0">
                          <a:effectLst/>
                          <a:latin typeface="+mn-ea"/>
                          <a:ea typeface="+mn-ea"/>
                          <a:cs typeface="Times New Roman" panose="02020603050405020304" pitchFamily="18" charset="0"/>
                        </a:rPr>
                        <a:t>、</a:t>
                      </a:r>
                      <a:r>
                        <a:rPr lang="en-US" altLang="ja-JP" sz="1400" kern="100" dirty="0" err="1">
                          <a:effectLst/>
                          <a:latin typeface="+mn-ea"/>
                          <a:ea typeface="+mn-ea"/>
                          <a:cs typeface="Times New Roman" panose="02020603050405020304" pitchFamily="18" charset="0"/>
                        </a:rPr>
                        <a:t>springboot</a:t>
                      </a:r>
                      <a:r>
                        <a:rPr lang="ja-JP" altLang="en-US" sz="1400" kern="100" dirty="0">
                          <a:effectLst/>
                          <a:latin typeface="+mn-ea"/>
                          <a:ea typeface="+mn-ea"/>
                          <a:cs typeface="Times New Roman" panose="02020603050405020304" pitchFamily="18" charset="0"/>
                        </a:rPr>
                        <a:t>、</a:t>
                      </a:r>
                      <a:r>
                        <a:rPr lang="en-US" altLang="ja-JP" sz="1400" kern="100" dirty="0">
                          <a:effectLst/>
                          <a:latin typeface="+mn-ea"/>
                          <a:ea typeface="+mn-ea"/>
                          <a:cs typeface="Times New Roman" panose="02020603050405020304" pitchFamily="18" charset="0"/>
                        </a:rPr>
                        <a:t>React.js</a:t>
                      </a:r>
                    </a:p>
                    <a:p>
                      <a:pPr marL="0" marR="0" lvl="0" indent="0" algn="l" defTabSz="914400" rtl="0" eaLnBrk="1" fontAlgn="auto" latinLnBrk="1" hangingPunct="1">
                        <a:lnSpc>
                          <a:spcPct val="100000"/>
                        </a:lnSpc>
                        <a:spcBef>
                          <a:spcPts val="400"/>
                        </a:spcBef>
                        <a:spcAft>
                          <a:spcPts val="0"/>
                        </a:spcAft>
                        <a:buClrTx/>
                        <a:buSzTx/>
                        <a:buFont typeface="Arial" panose="020B0604020202020204" pitchFamily="34" charset="0"/>
                        <a:buNone/>
                        <a:tabLst/>
                        <a:defRPr/>
                      </a:pPr>
                      <a:r>
                        <a:rPr lang="ja-JP" altLang="en-US" sz="1400" kern="100" dirty="0">
                          <a:effectLst/>
                          <a:latin typeface="+mn-ea"/>
                          <a:ea typeface="+mn-ea"/>
                          <a:cs typeface="Times New Roman" panose="02020603050405020304" pitchFamily="18" charset="0"/>
                        </a:rPr>
                        <a:t>　</a:t>
                      </a:r>
                      <a:r>
                        <a:rPr lang="en-US" altLang="ja-JP" sz="1400" kern="100" dirty="0">
                          <a:effectLst/>
                          <a:latin typeface="+mn-ea"/>
                          <a:ea typeface="+mn-ea"/>
                          <a:cs typeface="Times New Roman" panose="02020603050405020304" pitchFamily="18" charset="0"/>
                        </a:rPr>
                        <a:t>AWS</a:t>
                      </a:r>
                      <a:r>
                        <a:rPr lang="ja-JP" altLang="en-US" sz="1400" kern="100" dirty="0">
                          <a:effectLst/>
                          <a:latin typeface="+mn-ea"/>
                          <a:ea typeface="+mn-ea"/>
                          <a:cs typeface="Times New Roman" panose="02020603050405020304" pitchFamily="18" charset="0"/>
                        </a:rPr>
                        <a:t>、</a:t>
                      </a:r>
                      <a:r>
                        <a:rPr lang="en-US" altLang="ja-JP" sz="1400" kern="100" dirty="0">
                          <a:effectLst/>
                          <a:latin typeface="+mn-ea"/>
                          <a:ea typeface="+mn-ea"/>
                          <a:cs typeface="Times New Roman" panose="02020603050405020304" pitchFamily="18" charset="0"/>
                        </a:rPr>
                        <a:t>Azure </a:t>
                      </a:r>
                      <a:r>
                        <a:rPr lang="ja-JP" altLang="en-US" sz="1400" kern="100" dirty="0">
                          <a:effectLst/>
                          <a:latin typeface="+mn-ea"/>
                          <a:ea typeface="+mn-ea"/>
                          <a:cs typeface="Times New Roman" panose="02020603050405020304" pitchFamily="18" charset="0"/>
                        </a:rPr>
                        <a:t>等</a:t>
                      </a:r>
                      <a:endParaRPr lang="en-US" altLang="ja-JP" sz="1400" kern="100" dirty="0">
                        <a:effectLst/>
                        <a:latin typeface="+mn-ea"/>
                        <a:ea typeface="+mn-ea"/>
                        <a:cs typeface="Times New Roman" panose="02020603050405020304" pitchFamily="18" charset="0"/>
                      </a:endParaRPr>
                    </a:p>
                  </a:txBody>
                  <a:tcPr marL="144000" marR="144000" marT="72000" marB="72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108000" marR="0" lvl="0" indent="-108000" algn="l" defTabSz="914400" rtl="0" eaLnBrk="1" fontAlgn="auto" latinLnBrk="1" hangingPunct="1">
                        <a:lnSpc>
                          <a:spcPct val="100000"/>
                        </a:lnSpc>
                        <a:spcBef>
                          <a:spcPts val="400"/>
                        </a:spcBef>
                        <a:spcAft>
                          <a:spcPts val="0"/>
                        </a:spcAft>
                        <a:buClrTx/>
                        <a:buSzTx/>
                        <a:buFont typeface="Arial" panose="020B0604020202020204" pitchFamily="34" charset="0"/>
                        <a:buChar char="•"/>
                        <a:tabLst/>
                        <a:defRPr/>
                      </a:pPr>
                      <a:r>
                        <a:rPr lang="ja-JP" altLang="en-US" sz="1400" kern="100" dirty="0">
                          <a:effectLst/>
                          <a:latin typeface="+mn-ea"/>
                          <a:ea typeface="+mn-ea"/>
                          <a:cs typeface="Times New Roman" panose="02020603050405020304" pitchFamily="18" charset="0"/>
                        </a:rPr>
                        <a:t>不動産企業様向け売買契約書作成システムの再構築案件にてチームリーダを担当し、設計・開発・テスト・導入といった一連の工程でリーダーとして参画</a:t>
                      </a:r>
                      <a:endParaRPr lang="en-US" altLang="ja-JP" sz="1400" kern="100" dirty="0">
                        <a:effectLst/>
                        <a:latin typeface="+mn-ea"/>
                        <a:ea typeface="+mn-ea"/>
                        <a:cs typeface="Times New Roman" panose="02020603050405020304" pitchFamily="18" charset="0"/>
                      </a:endParaRPr>
                    </a:p>
                    <a:p>
                      <a:pPr marL="0" marR="0" lvl="0" indent="0" algn="l" defTabSz="914400" rtl="0" eaLnBrk="1" fontAlgn="auto" latinLnBrk="1" hangingPunct="1">
                        <a:lnSpc>
                          <a:spcPct val="100000"/>
                        </a:lnSpc>
                        <a:spcBef>
                          <a:spcPts val="400"/>
                        </a:spcBef>
                        <a:spcAft>
                          <a:spcPts val="0"/>
                        </a:spcAft>
                        <a:buClrTx/>
                        <a:buSzTx/>
                        <a:buFont typeface="Arial" panose="020B0604020202020204" pitchFamily="34" charset="0"/>
                        <a:buNone/>
                        <a:tabLst/>
                        <a:defRPr/>
                      </a:pPr>
                      <a:r>
                        <a:rPr lang="ja-JP" altLang="en-US" sz="1400" kern="100" dirty="0">
                          <a:effectLst/>
                          <a:latin typeface="+mn-ea"/>
                          <a:ea typeface="+mn-ea"/>
                          <a:cs typeface="Times New Roman" panose="02020603050405020304" pitchFamily="18" charset="0"/>
                        </a:rPr>
                        <a:t>（</a:t>
                      </a:r>
                      <a:r>
                        <a:rPr lang="en-US" altLang="ja-JP" sz="1400" kern="100" dirty="0">
                          <a:effectLst/>
                          <a:latin typeface="+mn-ea"/>
                          <a:ea typeface="+mn-ea"/>
                          <a:cs typeface="Times New Roman" panose="02020603050405020304" pitchFamily="18" charset="0"/>
                        </a:rPr>
                        <a:t>2023</a:t>
                      </a:r>
                      <a:r>
                        <a:rPr lang="ja-JP" altLang="en-US" sz="1400" kern="100" dirty="0">
                          <a:effectLst/>
                          <a:latin typeface="+mn-ea"/>
                          <a:ea typeface="+mn-ea"/>
                          <a:cs typeface="Times New Roman" panose="02020603050405020304" pitchFamily="18" charset="0"/>
                        </a:rPr>
                        <a:t>年</a:t>
                      </a:r>
                      <a:r>
                        <a:rPr lang="en-US" altLang="ja-JP" sz="1400" kern="100" dirty="0">
                          <a:effectLst/>
                          <a:latin typeface="+mn-ea"/>
                          <a:ea typeface="+mn-ea"/>
                          <a:cs typeface="Times New Roman" panose="02020603050405020304" pitchFamily="18" charset="0"/>
                        </a:rPr>
                        <a:t>4</a:t>
                      </a:r>
                      <a:r>
                        <a:rPr lang="ja-JP" altLang="en-US" sz="1400" kern="100" dirty="0">
                          <a:effectLst/>
                          <a:latin typeface="+mn-ea"/>
                          <a:ea typeface="+mn-ea"/>
                          <a:cs typeface="Times New Roman" panose="02020603050405020304" pitchFamily="18" charset="0"/>
                        </a:rPr>
                        <a:t>月～</a:t>
                      </a:r>
                      <a:r>
                        <a:rPr lang="en-US" altLang="ja-JP" sz="1400" kern="100" dirty="0">
                          <a:effectLst/>
                          <a:latin typeface="+mn-ea"/>
                          <a:ea typeface="+mn-ea"/>
                          <a:cs typeface="Times New Roman" panose="02020603050405020304" pitchFamily="18" charset="0"/>
                        </a:rPr>
                        <a:t>2025</a:t>
                      </a:r>
                      <a:r>
                        <a:rPr lang="ja-JP" altLang="en-US" sz="1400" kern="100" dirty="0">
                          <a:effectLst/>
                          <a:latin typeface="+mn-ea"/>
                          <a:ea typeface="+mn-ea"/>
                          <a:cs typeface="Times New Roman" panose="02020603050405020304" pitchFamily="18" charset="0"/>
                        </a:rPr>
                        <a:t>年</a:t>
                      </a:r>
                      <a:r>
                        <a:rPr lang="en-US" altLang="ja-JP" sz="1400" kern="100" dirty="0">
                          <a:effectLst/>
                          <a:latin typeface="+mn-ea"/>
                          <a:ea typeface="+mn-ea"/>
                          <a:cs typeface="Times New Roman" panose="02020603050405020304" pitchFamily="18" charset="0"/>
                        </a:rPr>
                        <a:t>5</a:t>
                      </a:r>
                      <a:r>
                        <a:rPr lang="ja-JP" altLang="en-US" sz="1400" kern="100" dirty="0">
                          <a:effectLst/>
                          <a:latin typeface="+mn-ea"/>
                          <a:ea typeface="+mn-ea"/>
                          <a:cs typeface="Times New Roman" panose="02020603050405020304" pitchFamily="18" charset="0"/>
                        </a:rPr>
                        <a:t>月）</a:t>
                      </a:r>
                      <a:endParaRPr lang="en-US" altLang="ja-JP" sz="1400" kern="100" dirty="0">
                        <a:effectLst/>
                        <a:latin typeface="+mn-ea"/>
                        <a:ea typeface="+mn-ea"/>
                        <a:cs typeface="Times New Roman" panose="02020603050405020304" pitchFamily="18" charset="0"/>
                      </a:endParaRPr>
                    </a:p>
                    <a:p>
                      <a:pPr marL="108000" marR="0" lvl="0" indent="-108000" algn="l" defTabSz="914400" rtl="0" eaLnBrk="1" fontAlgn="auto" latinLnBrk="1" hangingPunct="1">
                        <a:lnSpc>
                          <a:spcPct val="100000"/>
                        </a:lnSpc>
                        <a:spcBef>
                          <a:spcPts val="400"/>
                        </a:spcBef>
                        <a:spcAft>
                          <a:spcPts val="0"/>
                        </a:spcAft>
                        <a:buClrTx/>
                        <a:buSzTx/>
                        <a:buFont typeface="Arial" panose="020B0604020202020204" pitchFamily="34" charset="0"/>
                        <a:buChar char="•"/>
                        <a:tabLst/>
                        <a:defRPr/>
                      </a:pPr>
                      <a:endParaRPr lang="en-US" altLang="ja-JP" sz="1400" kern="100" dirty="0">
                        <a:effectLst/>
                        <a:latin typeface="+mn-ea"/>
                        <a:ea typeface="+mn-ea"/>
                        <a:cs typeface="Times New Roman" panose="02020603050405020304" pitchFamily="18" charset="0"/>
                      </a:endParaRPr>
                    </a:p>
                    <a:p>
                      <a:pPr marL="108000" marR="0" lvl="0" indent="-108000" algn="l" defTabSz="914400" rtl="0" eaLnBrk="1" fontAlgn="auto" latinLnBrk="1" hangingPunct="1">
                        <a:lnSpc>
                          <a:spcPct val="100000"/>
                        </a:lnSpc>
                        <a:spcBef>
                          <a:spcPts val="400"/>
                        </a:spcBef>
                        <a:spcAft>
                          <a:spcPts val="0"/>
                        </a:spcAft>
                        <a:buClrTx/>
                        <a:buSzTx/>
                        <a:buFont typeface="Arial" panose="020B0604020202020204" pitchFamily="34" charset="0"/>
                        <a:buChar char="•"/>
                        <a:tabLst/>
                        <a:defRPr/>
                      </a:pPr>
                      <a:r>
                        <a:rPr lang="ja-JP" altLang="en-US" sz="1400" kern="100" dirty="0">
                          <a:effectLst/>
                          <a:latin typeface="+mn-ea"/>
                          <a:ea typeface="+mn-ea"/>
                          <a:cs typeface="Times New Roman" panose="02020603050405020304" pitchFamily="18" charset="0"/>
                        </a:rPr>
                        <a:t>出光興産様向け 工場保全業務の</a:t>
                      </a:r>
                      <a:r>
                        <a:rPr lang="en-US" altLang="ja-JP" sz="1400" kern="100" dirty="0">
                          <a:effectLst/>
                          <a:latin typeface="+mn-ea"/>
                          <a:ea typeface="+mn-ea"/>
                          <a:cs typeface="Times New Roman" panose="02020603050405020304" pitchFamily="18" charset="0"/>
                        </a:rPr>
                        <a:t>DX</a:t>
                      </a:r>
                      <a:r>
                        <a:rPr lang="ja-JP" altLang="en-US" sz="1400" kern="100" dirty="0">
                          <a:effectLst/>
                          <a:latin typeface="+mn-ea"/>
                          <a:ea typeface="+mn-ea"/>
                          <a:cs typeface="Times New Roman" panose="02020603050405020304" pitchFamily="18" charset="0"/>
                        </a:rPr>
                        <a:t>プロジェクト（アジャイル開発）にリーダーとして参画</a:t>
                      </a:r>
                      <a:endParaRPr lang="en-US" altLang="ja-JP" sz="1400" kern="100" dirty="0">
                        <a:effectLst/>
                        <a:latin typeface="+mn-ea"/>
                        <a:ea typeface="+mn-ea"/>
                        <a:cs typeface="Times New Roman" panose="02020603050405020304" pitchFamily="18" charset="0"/>
                      </a:endParaRPr>
                    </a:p>
                    <a:p>
                      <a:pPr marL="0" marR="0" lvl="0" indent="0" algn="l" defTabSz="914400" rtl="0" eaLnBrk="1" fontAlgn="auto" latinLnBrk="1" hangingPunct="1">
                        <a:lnSpc>
                          <a:spcPct val="100000"/>
                        </a:lnSpc>
                        <a:spcBef>
                          <a:spcPts val="400"/>
                        </a:spcBef>
                        <a:spcAft>
                          <a:spcPts val="0"/>
                        </a:spcAft>
                        <a:buClrTx/>
                        <a:buSzTx/>
                        <a:buFont typeface="Arial" panose="020B0604020202020204" pitchFamily="34" charset="0"/>
                        <a:buNone/>
                        <a:tabLst/>
                        <a:defRPr/>
                      </a:pPr>
                      <a:r>
                        <a:rPr lang="ja-JP" altLang="en-US" sz="1400" kern="100" dirty="0">
                          <a:effectLst/>
                          <a:latin typeface="+mn-ea"/>
                          <a:ea typeface="+mn-ea"/>
                          <a:cs typeface="Times New Roman" panose="02020603050405020304" pitchFamily="18" charset="0"/>
                        </a:rPr>
                        <a:t>（</a:t>
                      </a:r>
                      <a:r>
                        <a:rPr lang="en-US" altLang="ja-JP" sz="1400" kern="100" dirty="0">
                          <a:effectLst/>
                          <a:latin typeface="+mn-ea"/>
                          <a:ea typeface="+mn-ea"/>
                          <a:cs typeface="Times New Roman" panose="02020603050405020304" pitchFamily="18" charset="0"/>
                        </a:rPr>
                        <a:t>2021</a:t>
                      </a:r>
                      <a:r>
                        <a:rPr lang="ja-JP" altLang="en-US" sz="1400" kern="100" dirty="0">
                          <a:effectLst/>
                          <a:latin typeface="+mn-ea"/>
                          <a:ea typeface="+mn-ea"/>
                          <a:cs typeface="Times New Roman" panose="02020603050405020304" pitchFamily="18" charset="0"/>
                        </a:rPr>
                        <a:t>年</a:t>
                      </a:r>
                      <a:r>
                        <a:rPr lang="en-US" altLang="ja-JP" sz="1400" kern="100" dirty="0">
                          <a:effectLst/>
                          <a:latin typeface="+mn-ea"/>
                          <a:ea typeface="+mn-ea"/>
                          <a:cs typeface="Times New Roman" panose="02020603050405020304" pitchFamily="18" charset="0"/>
                        </a:rPr>
                        <a:t>7</a:t>
                      </a:r>
                      <a:r>
                        <a:rPr lang="ja-JP" altLang="en-US" sz="1400" kern="100" dirty="0">
                          <a:effectLst/>
                          <a:latin typeface="+mn-ea"/>
                          <a:ea typeface="+mn-ea"/>
                          <a:cs typeface="Times New Roman" panose="02020603050405020304" pitchFamily="18" charset="0"/>
                        </a:rPr>
                        <a:t>月～</a:t>
                      </a:r>
                      <a:r>
                        <a:rPr lang="en-US" altLang="ja-JP" sz="1400" kern="100" dirty="0">
                          <a:effectLst/>
                          <a:latin typeface="+mn-ea"/>
                          <a:ea typeface="+mn-ea"/>
                          <a:cs typeface="Times New Roman" panose="02020603050405020304" pitchFamily="18" charset="0"/>
                        </a:rPr>
                        <a:t>2023</a:t>
                      </a:r>
                      <a:r>
                        <a:rPr lang="ja-JP" altLang="en-US" sz="1400" kern="100" dirty="0">
                          <a:effectLst/>
                          <a:latin typeface="+mn-ea"/>
                          <a:ea typeface="+mn-ea"/>
                          <a:cs typeface="Times New Roman" panose="02020603050405020304" pitchFamily="18" charset="0"/>
                        </a:rPr>
                        <a:t>年</a:t>
                      </a:r>
                      <a:r>
                        <a:rPr lang="en-US" altLang="ja-JP" sz="1400" kern="100" dirty="0">
                          <a:effectLst/>
                          <a:latin typeface="+mn-ea"/>
                          <a:ea typeface="+mn-ea"/>
                          <a:cs typeface="Times New Roman" panose="02020603050405020304" pitchFamily="18" charset="0"/>
                        </a:rPr>
                        <a:t>3</a:t>
                      </a:r>
                      <a:r>
                        <a:rPr lang="ja-JP" altLang="en-US" sz="1400" kern="100" dirty="0">
                          <a:effectLst/>
                          <a:latin typeface="+mn-ea"/>
                          <a:ea typeface="+mn-ea"/>
                          <a:cs typeface="Times New Roman" panose="02020603050405020304" pitchFamily="18" charset="0"/>
                        </a:rPr>
                        <a:t>月）</a:t>
                      </a:r>
                      <a:endParaRPr lang="en-US" altLang="ja-JP" sz="1400" kern="100" dirty="0">
                        <a:effectLst/>
                        <a:latin typeface="+mn-ea"/>
                        <a:ea typeface="+mn-ea"/>
                        <a:cs typeface="Times New Roman" panose="02020603050405020304" pitchFamily="18" charset="0"/>
                      </a:endParaRPr>
                    </a:p>
                  </a:txBody>
                  <a:tcPr marL="144000" marR="144000" marT="72000" marB="72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103365359"/>
                  </a:ext>
                </a:extLst>
              </a:tr>
            </a:tbl>
          </a:graphicData>
        </a:graphic>
      </p:graphicFrame>
    </p:spTree>
    <p:extLst>
      <p:ext uri="{BB962C8B-B14F-4D97-AF65-F5344CB8AC3E}">
        <p14:creationId xmlns:p14="http://schemas.microsoft.com/office/powerpoint/2010/main" val="30346860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C8B397-9A68-1268-5638-611A0C4B2C3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9EB238E-34DD-353E-DBDE-3B486158E6C9}"/>
              </a:ext>
            </a:extLst>
          </p:cNvPr>
          <p:cNvSpPr>
            <a:spLocks noGrp="1"/>
          </p:cNvSpPr>
          <p:nvPr>
            <p:ph type="title"/>
          </p:nvPr>
        </p:nvSpPr>
        <p:spPr/>
        <p:txBody>
          <a:bodyPr/>
          <a:lstStyle/>
          <a:p>
            <a:r>
              <a:rPr kumimoji="1" lang="en-US" altLang="ja-JP" dirty="0"/>
              <a:t>4-3</a:t>
            </a:r>
            <a:r>
              <a:rPr kumimoji="1" lang="ja-JP" altLang="en-US" dirty="0"/>
              <a:t>．</a:t>
            </a:r>
            <a:r>
              <a:rPr lang="ja-JP" altLang="en-US" dirty="0"/>
              <a:t>有資格者</a:t>
            </a:r>
            <a:endParaRPr kumimoji="1" lang="ja-JP" altLang="en-US" dirty="0"/>
          </a:p>
        </p:txBody>
      </p:sp>
      <p:sp>
        <p:nvSpPr>
          <p:cNvPr id="4" name="フッター プレースホルダー 3">
            <a:extLst>
              <a:ext uri="{FF2B5EF4-FFF2-40B4-BE49-F238E27FC236}">
                <a16:creationId xmlns:a16="http://schemas.microsoft.com/office/drawing/2014/main" id="{9E870B0B-76C4-DDBC-ABF7-97EB5C2EFB29}"/>
              </a:ext>
            </a:extLst>
          </p:cNvPr>
          <p:cNvSpPr>
            <a:spLocks noGrp="1"/>
          </p:cNvSpPr>
          <p:nvPr>
            <p:ph type="ftr" sz="quarter" idx="11"/>
          </p:nvPr>
        </p:nvSpPr>
        <p:spPr/>
        <p:txBody>
          <a:bodyPr/>
          <a:lstStyle/>
          <a:p>
            <a:r>
              <a:rPr lang="en-US" altLang="ja-JP"/>
              <a:t>Copyright © SystemEXE,Inc All Rights Reserved.</a:t>
            </a:r>
          </a:p>
        </p:txBody>
      </p:sp>
      <p:sp>
        <p:nvSpPr>
          <p:cNvPr id="5" name="スライド番号プレースホルダー 3">
            <a:extLst>
              <a:ext uri="{FF2B5EF4-FFF2-40B4-BE49-F238E27FC236}">
                <a16:creationId xmlns:a16="http://schemas.microsoft.com/office/drawing/2014/main" id="{70A2F191-FFCB-2CCC-162A-23E86A7388C1}"/>
              </a:ext>
            </a:extLst>
          </p:cNvPr>
          <p:cNvSpPr>
            <a:spLocks noGrp="1"/>
          </p:cNvSpPr>
          <p:nvPr>
            <p:ph type="sldNum" sz="quarter" idx="12"/>
          </p:nvPr>
        </p:nvSpPr>
        <p:spPr>
          <a:xfrm>
            <a:off x="10752000" y="6552000"/>
            <a:ext cx="1440000" cy="216000"/>
          </a:xfrm>
        </p:spPr>
        <p:txBody>
          <a:bodyPr/>
          <a:lstStyle/>
          <a:p>
            <a:fld id="{26CA5134-5AAC-D342-B763-43605FECB385}" type="slidenum">
              <a:rPr kumimoji="1" lang="ja-JP" altLang="en-US" smtClean="0"/>
              <a:pPr/>
              <a:t>19</a:t>
            </a:fld>
            <a:endParaRPr kumimoji="1" lang="ja-JP" altLang="en-US" sz="700" dirty="0"/>
          </a:p>
        </p:txBody>
      </p:sp>
      <p:graphicFrame>
        <p:nvGraphicFramePr>
          <p:cNvPr id="3" name="コンテンツ プレースホルダー 5">
            <a:extLst>
              <a:ext uri="{FF2B5EF4-FFF2-40B4-BE49-F238E27FC236}">
                <a16:creationId xmlns:a16="http://schemas.microsoft.com/office/drawing/2014/main" id="{E0C5D7B6-14B0-A5F3-8266-6599E727A485}"/>
              </a:ext>
            </a:extLst>
          </p:cNvPr>
          <p:cNvGraphicFramePr>
            <a:graphicFrameLocks/>
          </p:cNvGraphicFramePr>
          <p:nvPr>
            <p:extLst>
              <p:ext uri="{D42A27DB-BD31-4B8C-83A1-F6EECF244321}">
                <p14:modId xmlns:p14="http://schemas.microsoft.com/office/powerpoint/2010/main" val="1113227883"/>
              </p:ext>
            </p:extLst>
          </p:nvPr>
        </p:nvGraphicFramePr>
        <p:xfrm>
          <a:off x="576000" y="872940"/>
          <a:ext cx="11041200" cy="5455941"/>
        </p:xfrm>
        <a:graphic>
          <a:graphicData uri="http://schemas.openxmlformats.org/drawingml/2006/table">
            <a:tbl>
              <a:tblPr firstRow="1" bandRow="1">
                <a:tableStyleId>{2D5ABB26-0587-4C30-8999-92F81FD0307C}</a:tableStyleId>
              </a:tblPr>
              <a:tblGrid>
                <a:gridCol w="4023709">
                  <a:extLst>
                    <a:ext uri="{9D8B030D-6E8A-4147-A177-3AD203B41FA5}">
                      <a16:colId xmlns:a16="http://schemas.microsoft.com/office/drawing/2014/main" val="3051579495"/>
                    </a:ext>
                  </a:extLst>
                </a:gridCol>
                <a:gridCol w="7017491">
                  <a:extLst>
                    <a:ext uri="{9D8B030D-6E8A-4147-A177-3AD203B41FA5}">
                      <a16:colId xmlns:a16="http://schemas.microsoft.com/office/drawing/2014/main" val="134037021"/>
                    </a:ext>
                  </a:extLst>
                </a:gridCol>
              </a:tblGrid>
              <a:tr h="450107">
                <a:tc>
                  <a:txBody>
                    <a:bodyPr/>
                    <a:lstStyle/>
                    <a:p>
                      <a:pPr algn="l"/>
                      <a:r>
                        <a:rPr kumimoji="1" lang="ja-JP" altLang="en-US" sz="1400" b="1">
                          <a:solidFill>
                            <a:schemeClr val="bg1"/>
                          </a:solidFill>
                          <a:latin typeface="+mn-ea"/>
                          <a:ea typeface="+mn-ea"/>
                        </a:rPr>
                        <a:t>氏名 等</a:t>
                      </a:r>
                      <a:endParaRPr kumimoji="1" lang="en-US" altLang="ja-JP" sz="1400" b="1">
                        <a:solidFill>
                          <a:schemeClr val="bg1"/>
                        </a:solidFill>
                        <a:latin typeface="+mn-ea"/>
                        <a:ea typeface="+mn-ea"/>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solidFill>
                  </a:tcPr>
                </a:tc>
                <a:tc>
                  <a:txBody>
                    <a:bodyPr/>
                    <a:lstStyle/>
                    <a:p>
                      <a:r>
                        <a:rPr kumimoji="1" lang="ja-JP" altLang="en-US" sz="1400" b="1">
                          <a:solidFill>
                            <a:schemeClr val="bg1"/>
                          </a:solidFill>
                          <a:latin typeface="+mn-ea"/>
                          <a:ea typeface="+mn-ea"/>
                        </a:rPr>
                        <a:t>有資格</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2806219429"/>
                  </a:ext>
                </a:extLst>
              </a:tr>
              <a:tr h="5005834">
                <a:tc>
                  <a:txBody>
                    <a:bodyPr/>
                    <a:lstStyle/>
                    <a:p>
                      <a:pPr lvl="0">
                        <a:buNone/>
                      </a:pPr>
                      <a:r>
                        <a:rPr lang="ja-JP" altLang="en-US" sz="1600" b="1" i="0" u="none" strike="noStrike" noProof="0">
                          <a:solidFill>
                            <a:srgbClr val="000000"/>
                          </a:solidFill>
                          <a:latin typeface="游ゴシック"/>
                          <a:ea typeface="游ゴシック"/>
                        </a:rPr>
                        <a:t>髙木義尚（たかぎよしなお）</a:t>
                      </a:r>
                      <a:endParaRPr lang="en-US" altLang="ja-JP" sz="1600" b="0" i="0" u="none" strike="noStrike" noProof="0">
                        <a:solidFill>
                          <a:srgbClr val="000000"/>
                        </a:solidFill>
                        <a:latin typeface="游ゴシック"/>
                      </a:endParaRPr>
                    </a:p>
                    <a:p>
                      <a:pPr lvl="0">
                        <a:buNone/>
                      </a:pPr>
                      <a:endParaRPr lang="en-US" altLang="ja-JP" sz="800" b="0" i="0" u="none" strike="noStrike" noProof="0">
                        <a:solidFill>
                          <a:srgbClr val="000000"/>
                        </a:solidFill>
                        <a:latin typeface="游ゴシック"/>
                      </a:endParaRPr>
                    </a:p>
                    <a:p>
                      <a:pPr lvl="0">
                        <a:buNone/>
                      </a:pPr>
                      <a:r>
                        <a:rPr lang="ja-JP" altLang="en-US" sz="1400" b="0" i="0" u="none" strike="noStrike" noProof="0">
                          <a:solidFill>
                            <a:srgbClr val="000000"/>
                          </a:solidFill>
                          <a:latin typeface="游ゴシック"/>
                          <a:ea typeface="游ゴシック"/>
                        </a:rPr>
                        <a:t>役割　　：オブザーバー</a:t>
                      </a:r>
                      <a:endParaRPr lang="en-US" altLang="en-US" sz="1400" b="0" i="0" u="none" strike="noStrike" noProof="0">
                        <a:solidFill>
                          <a:srgbClr val="000000"/>
                        </a:solidFill>
                        <a:latin typeface="游ゴシック"/>
                      </a:endParaRPr>
                    </a:p>
                    <a:p>
                      <a:pPr lvl="0">
                        <a:buNone/>
                      </a:pPr>
                      <a:r>
                        <a:rPr lang="ja-JP" altLang="en-US" sz="1400" b="0" i="0" u="none" strike="noStrike" noProof="0">
                          <a:solidFill>
                            <a:srgbClr val="000000"/>
                          </a:solidFill>
                          <a:latin typeface="游ゴシック"/>
                          <a:ea typeface="游ゴシック"/>
                        </a:rPr>
                        <a:t>職位　　：システムソリューション本部</a:t>
                      </a:r>
                      <a:endParaRPr lang="en-US" altLang="ja-JP" sz="1400" b="0" i="0" u="none" strike="noStrike" noProof="0">
                        <a:solidFill>
                          <a:srgbClr val="000000"/>
                        </a:solidFill>
                        <a:latin typeface="游ゴシック"/>
                      </a:endParaRPr>
                    </a:p>
                    <a:p>
                      <a:r>
                        <a:rPr lang="ja-JP" altLang="en-US" sz="1400" b="0" i="0" u="none" strike="noStrike" noProof="0">
                          <a:solidFill>
                            <a:srgbClr val="000000"/>
                          </a:solidFill>
                          <a:latin typeface="游ゴシック"/>
                          <a:ea typeface="游ゴシック"/>
                        </a:rPr>
                        <a:t>　　　　　システムソリューション３部</a:t>
                      </a:r>
                      <a:endParaRPr kumimoji="1" lang="en-US" altLang="ja-JP" sz="1400">
                        <a:latin typeface="+mn-ea"/>
                        <a:ea typeface="+mn-ea"/>
                      </a:endParaRPr>
                    </a:p>
                    <a:p>
                      <a:r>
                        <a:rPr kumimoji="1" lang="ja-JP" altLang="en-US" sz="1400">
                          <a:latin typeface="+mn-ea"/>
                          <a:ea typeface="+mn-ea"/>
                        </a:rPr>
                        <a:t>経験年数：</a:t>
                      </a:r>
                      <a:r>
                        <a:rPr kumimoji="1" lang="en-US" altLang="ja-JP" sz="1400">
                          <a:latin typeface="+mn-ea"/>
                          <a:ea typeface="+mn-ea"/>
                        </a:rPr>
                        <a:t>20</a:t>
                      </a:r>
                      <a:r>
                        <a:rPr kumimoji="1" lang="ja-JP" altLang="en-US" sz="1400">
                          <a:latin typeface="+mn-ea"/>
                          <a:ea typeface="+mn-ea"/>
                        </a:rPr>
                        <a:t>年以上（マネジメント経験有）</a:t>
                      </a:r>
                      <a:endParaRPr kumimoji="1" lang="en-US" altLang="ja-JP" sz="1400">
                        <a:latin typeface="+mn-ea"/>
                        <a:ea typeface="+mn-ea"/>
                      </a:endParaRPr>
                    </a:p>
                    <a:p>
                      <a:pPr lvl="0">
                        <a:buNone/>
                      </a:pPr>
                      <a:endParaRPr lang="en-US" altLang="ja-JP" sz="1400" b="0" i="0" u="none" strike="noStrike" noProof="0">
                        <a:solidFill>
                          <a:srgbClr val="000000"/>
                        </a:solidFill>
                        <a:latin typeface="游ゴシック"/>
                      </a:endParaRPr>
                    </a:p>
                  </a:txBody>
                  <a:tcPr marL="144000" marR="144000" marT="144000" marB="144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lvl="0" algn="l">
                        <a:lnSpc>
                          <a:spcPct val="100000"/>
                        </a:lnSpc>
                        <a:spcBef>
                          <a:spcPts val="0"/>
                        </a:spcBef>
                        <a:spcAft>
                          <a:spcPts val="0"/>
                        </a:spcAft>
                        <a:buNone/>
                      </a:pPr>
                      <a:endParaRPr lang="en-US"/>
                    </a:p>
                    <a:p>
                      <a:pPr lvl="0" algn="l">
                        <a:lnSpc>
                          <a:spcPct val="100000"/>
                        </a:lnSpc>
                        <a:spcBef>
                          <a:spcPts val="0"/>
                        </a:spcBef>
                        <a:spcAft>
                          <a:spcPts val="0"/>
                        </a:spcAft>
                        <a:buNone/>
                      </a:pPr>
                      <a:endParaRPr lang="en-US"/>
                    </a:p>
                  </a:txBody>
                  <a:tcPr marL="144000" marR="144000" marT="144000" marB="144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21282771"/>
                  </a:ext>
                </a:extLst>
              </a:tr>
            </a:tbl>
          </a:graphicData>
        </a:graphic>
      </p:graphicFrame>
      <p:pic>
        <p:nvPicPr>
          <p:cNvPr id="7" name="図 6">
            <a:extLst>
              <a:ext uri="{FF2B5EF4-FFF2-40B4-BE49-F238E27FC236}">
                <a16:creationId xmlns:a16="http://schemas.microsoft.com/office/drawing/2014/main" id="{9970D7A3-C0E8-2142-10BE-9E5B6CB658C9}"/>
              </a:ext>
            </a:extLst>
          </p:cNvPr>
          <p:cNvPicPr>
            <a:picLocks noChangeAspect="1"/>
          </p:cNvPicPr>
          <p:nvPr/>
        </p:nvPicPr>
        <p:blipFill>
          <a:blip r:embed="rId2"/>
          <a:stretch>
            <a:fillRect/>
          </a:stretch>
        </p:blipFill>
        <p:spPr>
          <a:xfrm>
            <a:off x="4836494" y="1382237"/>
            <a:ext cx="3485266" cy="4736387"/>
          </a:xfrm>
          <a:prstGeom prst="rect">
            <a:avLst/>
          </a:prstGeom>
        </p:spPr>
      </p:pic>
    </p:spTree>
    <p:extLst>
      <p:ext uri="{BB962C8B-B14F-4D97-AF65-F5344CB8AC3E}">
        <p14:creationId xmlns:p14="http://schemas.microsoft.com/office/powerpoint/2010/main" val="269775599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81F3F8-B380-BFAB-A2FF-5F50DF959A0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5F81390-A44E-CCDA-DCDF-286F47E61DA2}"/>
              </a:ext>
            </a:extLst>
          </p:cNvPr>
          <p:cNvSpPr>
            <a:spLocks noGrp="1"/>
          </p:cNvSpPr>
          <p:nvPr>
            <p:ph type="title"/>
          </p:nvPr>
        </p:nvSpPr>
        <p:spPr/>
        <p:txBody>
          <a:bodyPr/>
          <a:lstStyle/>
          <a:p>
            <a:r>
              <a:rPr kumimoji="1" lang="en-US" altLang="ja-JP" dirty="0"/>
              <a:t>4-4</a:t>
            </a:r>
            <a:r>
              <a:rPr kumimoji="1" lang="ja-JP" altLang="en-US"/>
              <a:t>．</a:t>
            </a:r>
            <a:r>
              <a:rPr kumimoji="1" lang="ja-JP" altLang="en-US" dirty="0"/>
              <a:t>役割および責任・権限</a:t>
            </a:r>
          </a:p>
        </p:txBody>
      </p:sp>
      <p:sp>
        <p:nvSpPr>
          <p:cNvPr id="4" name="フッター プレースホルダー 3">
            <a:extLst>
              <a:ext uri="{FF2B5EF4-FFF2-40B4-BE49-F238E27FC236}">
                <a16:creationId xmlns:a16="http://schemas.microsoft.com/office/drawing/2014/main" id="{BFE40D89-F5DE-857A-47F5-E2FAB8C655FC}"/>
              </a:ext>
            </a:extLst>
          </p:cNvPr>
          <p:cNvSpPr>
            <a:spLocks noGrp="1"/>
          </p:cNvSpPr>
          <p:nvPr>
            <p:ph type="ftr" sz="quarter" idx="11"/>
          </p:nvPr>
        </p:nvSpPr>
        <p:spPr/>
        <p:txBody>
          <a:bodyPr/>
          <a:lstStyle/>
          <a:p>
            <a:r>
              <a:rPr lang="en-US" altLang="ja-JP"/>
              <a:t>Copyright © SystemEXE,Inc All Rights Reserved.</a:t>
            </a:r>
          </a:p>
        </p:txBody>
      </p:sp>
      <p:sp>
        <p:nvSpPr>
          <p:cNvPr id="3" name="スライド番号プレースホルダー 3">
            <a:extLst>
              <a:ext uri="{FF2B5EF4-FFF2-40B4-BE49-F238E27FC236}">
                <a16:creationId xmlns:a16="http://schemas.microsoft.com/office/drawing/2014/main" id="{76C0EF26-D9F9-3A93-96F1-E76E6816B62F}"/>
              </a:ext>
            </a:extLst>
          </p:cNvPr>
          <p:cNvSpPr>
            <a:spLocks noGrp="1"/>
          </p:cNvSpPr>
          <p:nvPr>
            <p:ph type="sldNum" sz="quarter" idx="12"/>
          </p:nvPr>
        </p:nvSpPr>
        <p:spPr>
          <a:xfrm>
            <a:off x="10752000" y="6552000"/>
            <a:ext cx="1440000" cy="216000"/>
          </a:xfrm>
        </p:spPr>
        <p:txBody>
          <a:bodyPr/>
          <a:lstStyle/>
          <a:p>
            <a:fld id="{26CA5134-5AAC-D342-B763-43605FECB385}" type="slidenum">
              <a:rPr kumimoji="1" lang="ja-JP" altLang="en-US" smtClean="0"/>
              <a:pPr/>
              <a:t>20</a:t>
            </a:fld>
            <a:endParaRPr kumimoji="1" lang="ja-JP" altLang="en-US" sz="700" dirty="0"/>
          </a:p>
        </p:txBody>
      </p:sp>
      <p:graphicFrame>
        <p:nvGraphicFramePr>
          <p:cNvPr id="6" name="コンテンツ プレースホルダー 5">
            <a:extLst>
              <a:ext uri="{FF2B5EF4-FFF2-40B4-BE49-F238E27FC236}">
                <a16:creationId xmlns:a16="http://schemas.microsoft.com/office/drawing/2014/main" id="{7A3D85B5-5C12-D3E4-86FF-2A45B0260640}"/>
              </a:ext>
            </a:extLst>
          </p:cNvPr>
          <p:cNvGraphicFramePr>
            <a:graphicFrameLocks/>
          </p:cNvGraphicFramePr>
          <p:nvPr>
            <p:extLst>
              <p:ext uri="{D42A27DB-BD31-4B8C-83A1-F6EECF244321}">
                <p14:modId xmlns:p14="http://schemas.microsoft.com/office/powerpoint/2010/main" val="1750685338"/>
              </p:ext>
            </p:extLst>
          </p:nvPr>
        </p:nvGraphicFramePr>
        <p:xfrm>
          <a:off x="576000" y="1276181"/>
          <a:ext cx="11041199" cy="5120640"/>
        </p:xfrm>
        <a:graphic>
          <a:graphicData uri="http://schemas.openxmlformats.org/drawingml/2006/table">
            <a:tbl>
              <a:tblPr firstRow="1" bandRow="1">
                <a:tableStyleId>{3B4B98B0-60AC-42C2-AFA5-B58CD77FA1E5}</a:tableStyleId>
              </a:tblPr>
              <a:tblGrid>
                <a:gridCol w="2111216">
                  <a:extLst>
                    <a:ext uri="{9D8B030D-6E8A-4147-A177-3AD203B41FA5}">
                      <a16:colId xmlns:a16="http://schemas.microsoft.com/office/drawing/2014/main" val="3739787443"/>
                    </a:ext>
                  </a:extLst>
                </a:gridCol>
                <a:gridCol w="8929983">
                  <a:extLst>
                    <a:ext uri="{9D8B030D-6E8A-4147-A177-3AD203B41FA5}">
                      <a16:colId xmlns:a16="http://schemas.microsoft.com/office/drawing/2014/main" val="1167101293"/>
                    </a:ext>
                  </a:extLst>
                </a:gridCol>
              </a:tblGrid>
              <a:tr h="207092">
                <a:tc>
                  <a:txBody>
                    <a:bodyPr/>
                    <a:lstStyle/>
                    <a:p>
                      <a:r>
                        <a:rPr kumimoji="1" lang="ja-JP" altLang="en-US" sz="1600">
                          <a:solidFill>
                            <a:schemeClr val="bg1"/>
                          </a:solidFill>
                          <a:latin typeface="游ゴシック" panose="020B0400000000000000" pitchFamily="50" charset="-128"/>
                          <a:ea typeface="游ゴシック" panose="020B0400000000000000" pitchFamily="50" charset="-128"/>
                        </a:rPr>
                        <a:t>役割</a:t>
                      </a:r>
                      <a:endParaRPr kumimoji="1" lang="ja-JP" altLang="en-US" sz="1600" b="1">
                        <a:solidFill>
                          <a:schemeClr val="bg1"/>
                        </a:solidFill>
                        <a:latin typeface="游ゴシック" panose="020B0400000000000000" pitchFamily="50" charset="-128"/>
                        <a:ea typeface="游ゴシック" panose="020B0400000000000000" pitchFamily="50" charset="-128"/>
                      </a:endParaRPr>
                    </a:p>
                  </a:txBody>
                  <a:tcPr anchor="ctr">
                    <a:solidFill>
                      <a:schemeClr val="accent1"/>
                    </a:solidFill>
                  </a:tcPr>
                </a:tc>
                <a:tc>
                  <a:txBody>
                    <a:bodyPr/>
                    <a:lstStyle/>
                    <a:p>
                      <a:r>
                        <a:rPr kumimoji="1" lang="ja-JP" altLang="en-US" sz="1600">
                          <a:solidFill>
                            <a:schemeClr val="bg1"/>
                          </a:solidFill>
                          <a:latin typeface="游ゴシック" panose="020B0400000000000000" pitchFamily="50" charset="-128"/>
                          <a:ea typeface="游ゴシック" panose="020B0400000000000000" pitchFamily="50" charset="-128"/>
                        </a:rPr>
                        <a:t>作業範囲</a:t>
                      </a:r>
                      <a:endParaRPr kumimoji="1" lang="ja-JP" altLang="en-US" sz="1600" b="1">
                        <a:solidFill>
                          <a:schemeClr val="bg1"/>
                        </a:solidFill>
                        <a:latin typeface="游ゴシック" panose="020B0400000000000000" pitchFamily="50" charset="-128"/>
                        <a:ea typeface="游ゴシック" panose="020B0400000000000000" pitchFamily="50" charset="-128"/>
                      </a:endParaRPr>
                    </a:p>
                  </a:txBody>
                  <a:tcPr anchor="ctr">
                    <a:solidFill>
                      <a:schemeClr val="accent1"/>
                    </a:solidFill>
                  </a:tcPr>
                </a:tc>
                <a:extLst>
                  <a:ext uri="{0D108BD9-81ED-4DB2-BD59-A6C34878D82A}">
                    <a16:rowId xmlns:a16="http://schemas.microsoft.com/office/drawing/2014/main" val="3449912314"/>
                  </a:ext>
                </a:extLst>
              </a:tr>
              <a:tr h="357704">
                <a:tc>
                  <a:txBody>
                    <a:bodyPr/>
                    <a:lstStyle/>
                    <a:p>
                      <a:r>
                        <a:rPr kumimoji="1" lang="ja-JP" altLang="en-US" sz="1600">
                          <a:latin typeface="游ゴシック" panose="020B0400000000000000" pitchFamily="50" charset="-128"/>
                          <a:ea typeface="游ゴシック" panose="020B0400000000000000" pitchFamily="50" charset="-128"/>
                        </a:rPr>
                        <a:t>プロジェクト責任者</a:t>
                      </a:r>
                      <a:endParaRPr kumimoji="1" lang="ja-JP" altLang="en-US" sz="1600">
                        <a:solidFill>
                          <a:schemeClr val="tx1"/>
                        </a:solidFill>
                        <a:latin typeface="游ゴシック" panose="020B0400000000000000" pitchFamily="50" charset="-128"/>
                        <a:ea typeface="游ゴシック" panose="020B0400000000000000" pitchFamily="50" charset="-128"/>
                      </a:endParaRPr>
                    </a:p>
                  </a:txBody>
                  <a:tcPr anchor="ctr"/>
                </a:tc>
                <a:tc>
                  <a:txBody>
                    <a:bodyPr/>
                    <a:lstStyle/>
                    <a:p>
                      <a:pPr marL="179388" marR="0" lvl="0" indent="-179388" algn="l" defTabSz="914400" rtl="0" eaLnBrk="1" fontAlgn="base" latinLnBrk="0" hangingPunct="1">
                        <a:lnSpc>
                          <a:spcPct val="100000"/>
                        </a:lnSpc>
                        <a:spcBef>
                          <a:spcPct val="0"/>
                        </a:spcBef>
                        <a:spcAft>
                          <a:spcPct val="0"/>
                        </a:spcAft>
                        <a:buClrTx/>
                        <a:buSzTx/>
                        <a:buFont typeface="Arial" panose="020B0604020202020204" pitchFamily="34" charset="0"/>
                        <a:buChar char="•"/>
                        <a:tabLst>
                          <a:tab pos="179388" algn="l"/>
                        </a:tabLst>
                      </a:pPr>
                      <a:r>
                        <a:rPr kumimoji="0" lang="ja-JP" altLang="en-US" sz="1600" u="none" strike="noStrike" cap="none" normalizeH="0" baseline="0">
                          <a:ln>
                            <a:noFill/>
                          </a:ln>
                          <a:effectLst/>
                          <a:latin typeface="游ゴシック" panose="020B0400000000000000" pitchFamily="50" charset="-128"/>
                          <a:ea typeface="游ゴシック" panose="020B0400000000000000" pitchFamily="50" charset="-128"/>
                        </a:rPr>
                        <a:t>プロジェクト全般にわたる弊社の責任者</a:t>
                      </a:r>
                      <a:endParaRPr kumimoji="0" lang="en-US" altLang="ja-JP" sz="1600" u="none" strike="noStrike" cap="none" normalizeH="0" baseline="0">
                        <a:ln>
                          <a:noFill/>
                        </a:ln>
                        <a:effectLst/>
                        <a:latin typeface="游ゴシック" panose="020B0400000000000000" pitchFamily="50" charset="-128"/>
                        <a:ea typeface="游ゴシック" panose="020B0400000000000000" pitchFamily="50" charset="-128"/>
                      </a:endParaRPr>
                    </a:p>
                    <a:p>
                      <a:pPr marL="179388" marR="0" lvl="0" indent="-179388" algn="l" defTabSz="914400" rtl="0" eaLnBrk="1" fontAlgn="base" latinLnBrk="0" hangingPunct="1">
                        <a:lnSpc>
                          <a:spcPct val="100000"/>
                        </a:lnSpc>
                        <a:spcBef>
                          <a:spcPct val="0"/>
                        </a:spcBef>
                        <a:spcAft>
                          <a:spcPct val="0"/>
                        </a:spcAft>
                        <a:buClrTx/>
                        <a:buSzTx/>
                        <a:buFont typeface="Arial" panose="020B0604020202020204" pitchFamily="34" charset="0"/>
                        <a:buChar char="•"/>
                        <a:tabLst/>
                      </a:pPr>
                      <a:r>
                        <a:rPr kumimoji="0" lang="ja-JP" altLang="en-US" sz="1600" u="none" strike="noStrike" cap="none" normalizeH="0" baseline="0">
                          <a:ln>
                            <a:noFill/>
                          </a:ln>
                          <a:effectLst/>
                          <a:latin typeface="游ゴシック" panose="020B0400000000000000" pitchFamily="50" charset="-128"/>
                          <a:ea typeface="游ゴシック" panose="020B0400000000000000" pitchFamily="50" charset="-128"/>
                        </a:rPr>
                        <a:t>プロジェクト全体方針の確認・重要事項の意思決定</a:t>
                      </a:r>
                      <a:endParaRPr kumimoji="0" lang="ja-JP" altLang="en-US" sz="1600" b="0" i="1" u="none" strike="noStrike" cap="none" normalizeH="0" baseline="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endParaRPr>
                    </a:p>
                  </a:txBody>
                  <a:tcPr marL="144000" anchor="ctr"/>
                </a:tc>
                <a:extLst>
                  <a:ext uri="{0D108BD9-81ED-4DB2-BD59-A6C34878D82A}">
                    <a16:rowId xmlns:a16="http://schemas.microsoft.com/office/drawing/2014/main" val="1960948427"/>
                  </a:ext>
                </a:extLst>
              </a:tr>
              <a:tr h="809541">
                <a:tc>
                  <a:txBody>
                    <a:bodyPr/>
                    <a:lstStyle/>
                    <a:p>
                      <a:r>
                        <a:rPr kumimoji="1" lang="ja-JP" altLang="en-US" sz="1600" dirty="0">
                          <a:latin typeface="游ゴシック" panose="020B0400000000000000" pitchFamily="50" charset="-128"/>
                          <a:ea typeface="游ゴシック" panose="020B0400000000000000" pitchFamily="50" charset="-128"/>
                        </a:rPr>
                        <a:t>プロジェクト</a:t>
                      </a:r>
                      <a:endParaRPr kumimoji="1" lang="en-US" altLang="ja-JP" sz="1600" dirty="0">
                        <a:latin typeface="游ゴシック" panose="020B0400000000000000" pitchFamily="50" charset="-128"/>
                        <a:ea typeface="游ゴシック" panose="020B0400000000000000" pitchFamily="50" charset="-128"/>
                      </a:endParaRPr>
                    </a:p>
                    <a:p>
                      <a:r>
                        <a:rPr kumimoji="1" lang="ja-JP" altLang="en-US" sz="1600" dirty="0">
                          <a:latin typeface="游ゴシック" panose="020B0400000000000000" pitchFamily="50" charset="-128"/>
                          <a:ea typeface="游ゴシック" panose="020B0400000000000000" pitchFamily="50" charset="-128"/>
                        </a:rPr>
                        <a:t>マネージャー</a:t>
                      </a:r>
                      <a:endParaRPr kumimoji="1" lang="en-US" altLang="ja-JP" sz="1600" dirty="0">
                        <a:latin typeface="游ゴシック" panose="020B0400000000000000" pitchFamily="50" charset="-128"/>
                        <a:ea typeface="游ゴシック" panose="020B0400000000000000" pitchFamily="50" charset="-128"/>
                      </a:endParaRPr>
                    </a:p>
                  </a:txBody>
                  <a:tcPr anchor="ctr"/>
                </a:tc>
                <a:tc>
                  <a:txBody>
                    <a:bodyPr/>
                    <a:lstStyle/>
                    <a:p>
                      <a:pPr marL="179388" marR="0" lvl="0" indent="-179388"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ja-JP" altLang="en-US" sz="1600" u="none" strike="noStrike" cap="none" normalizeH="0" baseline="0">
                          <a:ln>
                            <a:noFill/>
                          </a:ln>
                          <a:effectLst/>
                          <a:latin typeface="游ゴシック" panose="020B0400000000000000" pitchFamily="50" charset="-128"/>
                          <a:ea typeface="游ゴシック" panose="020B0400000000000000" pitchFamily="50" charset="-128"/>
                        </a:rPr>
                        <a:t>プロジェクト全般にかかわる重要方針の決定</a:t>
                      </a:r>
                      <a:endParaRPr kumimoji="0" lang="en-US" altLang="ja-JP" sz="1600" u="none" strike="noStrike" cap="none" normalizeH="0" baseline="0">
                        <a:ln>
                          <a:noFill/>
                        </a:ln>
                        <a:effectLst/>
                        <a:latin typeface="游ゴシック" panose="020B0400000000000000" pitchFamily="50" charset="-128"/>
                        <a:ea typeface="游ゴシック" panose="020B0400000000000000" pitchFamily="50" charset="-128"/>
                      </a:endParaRPr>
                    </a:p>
                    <a:p>
                      <a:pPr marL="179388" marR="0" lvl="0" indent="-179388"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ja-JP" altLang="en-US" sz="1600" u="none" strike="noStrike" cap="none" normalizeH="0" baseline="0">
                          <a:ln>
                            <a:noFill/>
                          </a:ln>
                          <a:effectLst/>
                          <a:latin typeface="游ゴシック" panose="020B0400000000000000" pitchFamily="50" charset="-128"/>
                          <a:ea typeface="游ゴシック" panose="020B0400000000000000" pitchFamily="50" charset="-128"/>
                        </a:rPr>
                        <a:t>プロジェクト全体の運営管理（目標、範囲、予算、スケジュール、要員等）</a:t>
                      </a:r>
                    </a:p>
                    <a:p>
                      <a:pPr marL="179388" marR="0" lvl="0" indent="-179388" algn="l" defTabSz="914400" rtl="0" eaLnBrk="1" fontAlgn="base" latinLnBrk="0" hangingPunct="1">
                        <a:lnSpc>
                          <a:spcPct val="100000"/>
                        </a:lnSpc>
                        <a:spcBef>
                          <a:spcPct val="0"/>
                        </a:spcBef>
                        <a:spcAft>
                          <a:spcPct val="0"/>
                        </a:spcAft>
                        <a:buClrTx/>
                        <a:buSzTx/>
                        <a:buFont typeface="Arial" panose="020B0604020202020204" pitchFamily="34" charset="0"/>
                        <a:buChar char="•"/>
                        <a:tabLst/>
                      </a:pPr>
                      <a:r>
                        <a:rPr kumimoji="0" lang="ja-JP" altLang="en-US" sz="1600" u="none" strike="noStrike" cap="none" normalizeH="0" baseline="0">
                          <a:ln>
                            <a:noFill/>
                          </a:ln>
                          <a:effectLst/>
                          <a:latin typeface="游ゴシック" panose="020B0400000000000000" pitchFamily="50" charset="-128"/>
                          <a:ea typeface="游ゴシック" panose="020B0400000000000000" pitchFamily="50" charset="-128"/>
                        </a:rPr>
                        <a:t>プロジェクト決定事項のメンバーへの周知</a:t>
                      </a:r>
                      <a:endParaRPr kumimoji="0" lang="en-US" altLang="ja-JP" sz="1600" u="none" strike="noStrike" cap="none" normalizeH="0" baseline="0">
                        <a:ln>
                          <a:noFill/>
                        </a:ln>
                        <a:effectLst/>
                        <a:latin typeface="游ゴシック" panose="020B0400000000000000" pitchFamily="50" charset="-128"/>
                        <a:ea typeface="游ゴシック" panose="020B0400000000000000" pitchFamily="50" charset="-128"/>
                      </a:endParaRPr>
                    </a:p>
                    <a:p>
                      <a:pPr marL="179388" marR="0" lvl="0" indent="-179388" algn="l" defTabSz="914400" rtl="0" eaLnBrk="1" fontAlgn="base" latinLnBrk="0" hangingPunct="1">
                        <a:lnSpc>
                          <a:spcPct val="100000"/>
                        </a:lnSpc>
                        <a:spcBef>
                          <a:spcPct val="0"/>
                        </a:spcBef>
                        <a:spcAft>
                          <a:spcPct val="0"/>
                        </a:spcAft>
                        <a:buClrTx/>
                        <a:buSzTx/>
                        <a:buFont typeface="Arial" panose="020B0604020202020204" pitchFamily="34" charset="0"/>
                        <a:buChar char="•"/>
                        <a:tabLst/>
                      </a:pPr>
                      <a:r>
                        <a:rPr kumimoji="0" lang="ja-JP" altLang="en-US" sz="1600" u="none" strike="noStrike" cap="none" normalizeH="0" baseline="0">
                          <a:ln>
                            <a:noFill/>
                          </a:ln>
                          <a:effectLst/>
                          <a:latin typeface="游ゴシック" panose="020B0400000000000000" pitchFamily="50" charset="-128"/>
                          <a:ea typeface="游ゴシック" panose="020B0400000000000000" pitchFamily="50" charset="-128"/>
                        </a:rPr>
                        <a:t>プロジェクト全体の進行管理（品質管理、変更管理、課題管理、リスク管理、構成管理等）</a:t>
                      </a:r>
                      <a:endParaRPr kumimoji="0" lang="en-US" altLang="ja-JP" sz="1600" b="0" i="0" u="none" strike="noStrike" cap="none" normalizeH="0" baseline="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endParaRPr>
                    </a:p>
                  </a:txBody>
                  <a:tcPr marL="144000" anchor="ctr"/>
                </a:tc>
                <a:extLst>
                  <a:ext uri="{0D108BD9-81ED-4DB2-BD59-A6C34878D82A}">
                    <a16:rowId xmlns:a16="http://schemas.microsoft.com/office/drawing/2014/main" val="4185347885"/>
                  </a:ext>
                </a:extLst>
              </a:tr>
              <a:tr h="207092">
                <a:tc>
                  <a:txBody>
                    <a:bodyPr/>
                    <a:lstStyle/>
                    <a:p>
                      <a:r>
                        <a:rPr kumimoji="1" lang="ja-JP" altLang="en-US" sz="1600">
                          <a:solidFill>
                            <a:schemeClr val="tx1"/>
                          </a:solidFill>
                          <a:latin typeface="游ゴシック" panose="020B0400000000000000" pitchFamily="50" charset="-128"/>
                          <a:ea typeface="+mn-ea"/>
                        </a:rPr>
                        <a:t>オブザーバー</a:t>
                      </a:r>
                    </a:p>
                  </a:txBody>
                  <a:tcPr anchor="ctr"/>
                </a:tc>
                <a:tc>
                  <a:txBody>
                    <a:bodyPr/>
                    <a:lstStyle/>
                    <a:p>
                      <a:pPr marL="179388" marR="0" lvl="0" indent="-179388"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ja-JP" altLang="en-US" sz="1600" u="none" strike="noStrike" cap="none" normalizeH="0" baseline="0">
                          <a:ln>
                            <a:noFill/>
                          </a:ln>
                          <a:solidFill>
                            <a:schemeClr val="tx1"/>
                          </a:solidFill>
                          <a:effectLst/>
                          <a:latin typeface="游ゴシック" panose="020B0400000000000000" pitchFamily="50" charset="-128"/>
                          <a:ea typeface="+mn-ea"/>
                        </a:rPr>
                        <a:t>技術・貴社開発標準等に関する助言、指導</a:t>
                      </a:r>
                    </a:p>
                    <a:p>
                      <a:pPr marL="179388" marR="0" lvl="0" indent="-179388"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ja-JP" altLang="en-US" sz="1600" u="none" strike="noStrike" cap="none" normalizeH="0" baseline="0">
                          <a:ln>
                            <a:noFill/>
                          </a:ln>
                          <a:solidFill>
                            <a:schemeClr val="tx1"/>
                          </a:solidFill>
                          <a:effectLst/>
                          <a:latin typeface="游ゴシック" panose="020B0400000000000000" pitchFamily="50" charset="-128"/>
                          <a:ea typeface="+mn-ea"/>
                        </a:rPr>
                        <a:t>プロジェクト運営・意思決定に関する助言、指導</a:t>
                      </a:r>
                      <a:endParaRPr kumimoji="0" lang="ja-JP" altLang="en-US" sz="1600" b="0" i="0" u="none" strike="noStrike" cap="none" normalizeH="0" baseline="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endParaRPr>
                    </a:p>
                  </a:txBody>
                  <a:tcPr marL="144000" anchor="ctr"/>
                </a:tc>
                <a:extLst>
                  <a:ext uri="{0D108BD9-81ED-4DB2-BD59-A6C34878D82A}">
                    <a16:rowId xmlns:a16="http://schemas.microsoft.com/office/drawing/2014/main" val="4072091729"/>
                  </a:ext>
                </a:extLst>
              </a:tr>
              <a:tr h="658929">
                <a:tc>
                  <a:txBody>
                    <a:bodyPr/>
                    <a:lstStyle/>
                    <a:p>
                      <a:r>
                        <a:rPr kumimoji="1" lang="ja-JP" altLang="en-US" sz="1600" dirty="0">
                          <a:latin typeface="游ゴシック" panose="020B0400000000000000" pitchFamily="50" charset="-128"/>
                          <a:ea typeface="游ゴシック" panose="020B0400000000000000" pitchFamily="50" charset="-128"/>
                        </a:rPr>
                        <a:t>プロジェクト</a:t>
                      </a:r>
                      <a:endParaRPr kumimoji="1" lang="en-US" altLang="ja-JP" sz="1600" dirty="0">
                        <a:latin typeface="游ゴシック" panose="020B0400000000000000" pitchFamily="50" charset="-128"/>
                        <a:ea typeface="游ゴシック" panose="020B0400000000000000" pitchFamily="50" charset="-128"/>
                      </a:endParaRPr>
                    </a:p>
                    <a:p>
                      <a:r>
                        <a:rPr kumimoji="1" lang="ja-JP" altLang="en-US" sz="1600" dirty="0">
                          <a:latin typeface="游ゴシック" panose="020B0400000000000000" pitchFamily="50" charset="-128"/>
                          <a:ea typeface="游ゴシック" panose="020B0400000000000000" pitchFamily="50" charset="-128"/>
                        </a:rPr>
                        <a:t>リーダー</a:t>
                      </a:r>
                      <a:endParaRPr kumimoji="1" lang="ja-JP" altLang="en-US" sz="1600" dirty="0">
                        <a:solidFill>
                          <a:schemeClr val="tx1"/>
                        </a:solidFill>
                        <a:latin typeface="游ゴシック" panose="020B0400000000000000" pitchFamily="50" charset="-128"/>
                        <a:ea typeface="游ゴシック" panose="020B0400000000000000" pitchFamily="50" charset="-128"/>
                      </a:endParaRPr>
                    </a:p>
                  </a:txBody>
                  <a:tcPr anchor="ctr"/>
                </a:tc>
                <a:tc>
                  <a:txBody>
                    <a:bodyPr/>
                    <a:lstStyle/>
                    <a:p>
                      <a:pPr marL="179388" marR="0" lvl="0" indent="-179388" algn="l" defTabSz="914400" rtl="0" eaLnBrk="1" fontAlgn="base" latinLnBrk="0" hangingPunct="1">
                        <a:lnSpc>
                          <a:spcPct val="100000"/>
                        </a:lnSpc>
                        <a:spcBef>
                          <a:spcPct val="0"/>
                        </a:spcBef>
                        <a:spcAft>
                          <a:spcPct val="0"/>
                        </a:spcAft>
                        <a:buClrTx/>
                        <a:buSzTx/>
                        <a:buFont typeface="Arial" panose="020B0604020202020204" pitchFamily="34" charset="0"/>
                        <a:buChar char="•"/>
                        <a:tabLst/>
                      </a:pPr>
                      <a:r>
                        <a:rPr kumimoji="0" lang="ja-JP" altLang="en-US" sz="1600" u="none" strike="noStrike" cap="none" normalizeH="0" baseline="0">
                          <a:ln>
                            <a:noFill/>
                          </a:ln>
                          <a:effectLst/>
                          <a:latin typeface="游ゴシック" panose="020B0400000000000000" pitchFamily="50" charset="-128"/>
                          <a:ea typeface="游ゴシック" panose="020B0400000000000000" pitchFamily="50" charset="-128"/>
                        </a:rPr>
                        <a:t>各チームの運営管理（範囲、スケジュール、要員等）</a:t>
                      </a:r>
                    </a:p>
                    <a:p>
                      <a:pPr marL="179388" marR="0" lvl="0" indent="-179388" algn="l" defTabSz="914400" rtl="0" eaLnBrk="1" fontAlgn="base" latinLnBrk="0" hangingPunct="1">
                        <a:lnSpc>
                          <a:spcPct val="100000"/>
                        </a:lnSpc>
                        <a:spcBef>
                          <a:spcPct val="0"/>
                        </a:spcBef>
                        <a:spcAft>
                          <a:spcPct val="0"/>
                        </a:spcAft>
                        <a:buClrTx/>
                        <a:buSzTx/>
                        <a:buFont typeface="Arial" panose="020B0604020202020204" pitchFamily="34" charset="0"/>
                        <a:buChar char="•"/>
                        <a:tabLst/>
                      </a:pPr>
                      <a:r>
                        <a:rPr kumimoji="0" lang="ja-JP" altLang="en-US" sz="1600" u="none" strike="noStrike" cap="none" normalizeH="0" baseline="0">
                          <a:ln>
                            <a:noFill/>
                          </a:ln>
                          <a:effectLst/>
                          <a:latin typeface="游ゴシック" panose="020B0400000000000000" pitchFamily="50" charset="-128"/>
                          <a:ea typeface="游ゴシック" panose="020B0400000000000000" pitchFamily="50" charset="-128"/>
                        </a:rPr>
                        <a:t>各チームメンバーへの作業指示</a:t>
                      </a:r>
                    </a:p>
                    <a:p>
                      <a:pPr marL="179388" marR="0" lvl="0" indent="-179388" algn="l" defTabSz="914400" rtl="0" eaLnBrk="1" fontAlgn="base" latinLnBrk="0" hangingPunct="1">
                        <a:lnSpc>
                          <a:spcPct val="100000"/>
                        </a:lnSpc>
                        <a:spcBef>
                          <a:spcPct val="0"/>
                        </a:spcBef>
                        <a:spcAft>
                          <a:spcPct val="0"/>
                        </a:spcAft>
                        <a:buClrTx/>
                        <a:buSzTx/>
                        <a:buFont typeface="Arial" panose="020B0604020202020204" pitchFamily="34" charset="0"/>
                        <a:buChar char="•"/>
                        <a:tabLst/>
                      </a:pPr>
                      <a:r>
                        <a:rPr kumimoji="0" lang="ja-JP" altLang="en-US" sz="1600" u="none" strike="noStrike" cap="none" normalizeH="0" baseline="0">
                          <a:ln>
                            <a:noFill/>
                          </a:ln>
                          <a:effectLst/>
                          <a:latin typeface="游ゴシック" panose="020B0400000000000000" pitchFamily="50" charset="-128"/>
                          <a:ea typeface="游ゴシック" panose="020B0400000000000000" pitchFamily="50" charset="-128"/>
                        </a:rPr>
                        <a:t>各チームの品質管理（全ての成果物のレビュー）</a:t>
                      </a:r>
                    </a:p>
                    <a:p>
                      <a:pPr marL="179388" marR="0" lvl="0" indent="-179388"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ja-JP" altLang="en-US" sz="1600" u="none" strike="noStrike" cap="none" normalizeH="0" baseline="0">
                          <a:ln>
                            <a:noFill/>
                          </a:ln>
                          <a:effectLst/>
                          <a:latin typeface="游ゴシック" panose="020B0400000000000000" pitchFamily="50" charset="-128"/>
                          <a:ea typeface="游ゴシック" panose="020B0400000000000000" pitchFamily="50" charset="-128"/>
                        </a:rPr>
                        <a:t>各チームの課題</a:t>
                      </a:r>
                      <a:r>
                        <a:rPr kumimoji="0" lang="ja-JP" altLang="ja-JP" sz="1600" u="none" strike="noStrike" cap="none" normalizeH="0" baseline="0">
                          <a:ln>
                            <a:noFill/>
                          </a:ln>
                          <a:effectLst/>
                          <a:latin typeface="游ゴシック" panose="020B0400000000000000" pitchFamily="50" charset="-128"/>
                          <a:ea typeface="游ゴシック" panose="020B0400000000000000" pitchFamily="50" charset="-128"/>
                        </a:rPr>
                        <a:t>管理</a:t>
                      </a:r>
                      <a:r>
                        <a:rPr kumimoji="0" lang="ja-JP" altLang="en-US" sz="1600" u="none" strike="noStrike" cap="none" normalizeH="0" baseline="0">
                          <a:ln>
                            <a:noFill/>
                          </a:ln>
                          <a:effectLst/>
                          <a:latin typeface="游ゴシック" panose="020B0400000000000000" pitchFamily="50" charset="-128"/>
                          <a:ea typeface="游ゴシック" panose="020B0400000000000000" pitchFamily="50" charset="-128"/>
                        </a:rPr>
                        <a:t>（課題に対する対応策の提案、および検討）</a:t>
                      </a:r>
                      <a:endParaRPr kumimoji="0" lang="ja-JP" altLang="en-US" sz="1600" b="0" i="0" u="none" strike="noStrike" cap="none" normalizeH="0" baseline="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endParaRPr>
                    </a:p>
                  </a:txBody>
                  <a:tcPr marL="144000" anchor="ctr"/>
                </a:tc>
                <a:extLst>
                  <a:ext uri="{0D108BD9-81ED-4DB2-BD59-A6C34878D82A}">
                    <a16:rowId xmlns:a16="http://schemas.microsoft.com/office/drawing/2014/main" val="175673267"/>
                  </a:ext>
                </a:extLst>
              </a:tr>
              <a:tr h="207092">
                <a:tc>
                  <a:txBody>
                    <a:bodyPr/>
                    <a:lstStyle/>
                    <a:p>
                      <a:r>
                        <a:rPr kumimoji="1" lang="ja-JP" altLang="en-US" sz="1600">
                          <a:latin typeface="游ゴシック" panose="020B0400000000000000" pitchFamily="50" charset="-128"/>
                          <a:ea typeface="游ゴシック" panose="020B0400000000000000" pitchFamily="50" charset="-128"/>
                        </a:rPr>
                        <a:t>メンバー</a:t>
                      </a:r>
                      <a:endParaRPr kumimoji="1" lang="ja-JP" altLang="en-US" sz="1600">
                        <a:solidFill>
                          <a:schemeClr val="tx1"/>
                        </a:solidFill>
                        <a:latin typeface="游ゴシック" panose="020B0400000000000000" pitchFamily="50" charset="-128"/>
                        <a:ea typeface="游ゴシック" panose="020B0400000000000000" pitchFamily="50" charset="-128"/>
                      </a:endParaRPr>
                    </a:p>
                  </a:txBody>
                  <a:tcPr anchor="ctr"/>
                </a:tc>
                <a:tc>
                  <a:txBody>
                    <a:bodyPr/>
                    <a:lstStyle/>
                    <a:p>
                      <a:pPr marL="179388" marR="0" lvl="0" indent="-179388" algn="l" defTabSz="914400" rtl="0" eaLnBrk="1" fontAlgn="base" latinLnBrk="0" hangingPunct="1">
                        <a:lnSpc>
                          <a:spcPct val="100000"/>
                        </a:lnSpc>
                        <a:spcBef>
                          <a:spcPct val="0"/>
                        </a:spcBef>
                        <a:spcAft>
                          <a:spcPct val="0"/>
                        </a:spcAft>
                        <a:buClrTx/>
                        <a:buSzTx/>
                        <a:buFont typeface="Arial" panose="020B0604020202020204" pitchFamily="34" charset="0"/>
                        <a:buChar char="•"/>
                        <a:tabLst/>
                      </a:pPr>
                      <a:r>
                        <a:rPr kumimoji="0" lang="ja-JP" altLang="en-US" sz="1600" u="none" strike="noStrike" cap="none" normalizeH="0" baseline="0">
                          <a:ln>
                            <a:noFill/>
                          </a:ln>
                          <a:effectLst/>
                          <a:latin typeface="游ゴシック" panose="020B0400000000000000" pitchFamily="50" charset="-128"/>
                          <a:ea typeface="游ゴシック" panose="020B0400000000000000" pitchFamily="50" charset="-128"/>
                        </a:rPr>
                        <a:t>各チームリーダーの指示に基づき作業を実施</a:t>
                      </a:r>
                      <a:endParaRPr kumimoji="0" lang="ja-JP" altLang="en-US" sz="1600" b="0" i="0" u="none" strike="noStrike" cap="none" normalizeH="0" baseline="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endParaRPr>
                    </a:p>
                  </a:txBody>
                  <a:tcPr marL="144000" anchor="ctr"/>
                </a:tc>
                <a:extLst>
                  <a:ext uri="{0D108BD9-81ED-4DB2-BD59-A6C34878D82A}">
                    <a16:rowId xmlns:a16="http://schemas.microsoft.com/office/drawing/2014/main" val="254760582"/>
                  </a:ext>
                </a:extLst>
              </a:tr>
              <a:tr h="207092">
                <a:tc>
                  <a:txBody>
                    <a:bodyPr/>
                    <a:lstStyle/>
                    <a:p>
                      <a:r>
                        <a:rPr kumimoji="1" lang="ja-JP" altLang="en-US" sz="1600">
                          <a:solidFill>
                            <a:schemeClr val="tx1"/>
                          </a:solidFill>
                          <a:latin typeface="游ゴシック" panose="020B0400000000000000" pitchFamily="50" charset="-128"/>
                          <a:ea typeface="游ゴシック" panose="020B0400000000000000" pitchFamily="50" charset="-128"/>
                        </a:rPr>
                        <a:t>品質保証</a:t>
                      </a:r>
                    </a:p>
                  </a:txBody>
                  <a:tcPr anchor="ctr"/>
                </a:tc>
                <a:tc>
                  <a:txBody>
                    <a:bodyPr/>
                    <a:lstStyle/>
                    <a:p>
                      <a:pPr marL="179388" marR="0" lvl="0" indent="-179388" algn="l" defTabSz="914400" rtl="0" eaLnBrk="1" fontAlgn="base" latinLnBrk="0" hangingPunct="1">
                        <a:lnSpc>
                          <a:spcPct val="100000"/>
                        </a:lnSpc>
                        <a:spcBef>
                          <a:spcPct val="0"/>
                        </a:spcBef>
                        <a:spcAft>
                          <a:spcPct val="0"/>
                        </a:spcAft>
                        <a:buClrTx/>
                        <a:buSzTx/>
                        <a:buFont typeface="Arial" panose="020B0604020202020204" pitchFamily="34" charset="0"/>
                        <a:buChar char="•"/>
                        <a:tabLst/>
                      </a:pPr>
                      <a:r>
                        <a:rPr kumimoji="0" lang="ja-JP" altLang="en-US" sz="1600" b="0" i="0" u="none" strike="noStrike" cap="none" normalizeH="0" baseline="0">
                          <a:ln>
                            <a:noFill/>
                          </a:ln>
                          <a:solidFill>
                            <a:schemeClr val="tx1"/>
                          </a:solidFill>
                          <a:effectLst/>
                          <a:latin typeface="游ゴシック" panose="020B0400000000000000" pitchFamily="50" charset="-128"/>
                          <a:ea typeface="+mn-ea"/>
                          <a:cs typeface="Meiryo UI" pitchFamily="50" charset="-128"/>
                        </a:rPr>
                        <a:t>局面レビューの実施</a:t>
                      </a:r>
                      <a:endParaRPr kumimoji="0" lang="en-US" altLang="ja-JP" sz="1600" b="0" i="0" u="none" strike="noStrike" cap="none" normalizeH="0" baseline="0">
                        <a:ln>
                          <a:noFill/>
                        </a:ln>
                        <a:solidFill>
                          <a:schemeClr val="tx1"/>
                        </a:solidFill>
                        <a:effectLst/>
                        <a:latin typeface="游ゴシック" panose="020B0400000000000000" pitchFamily="50" charset="-128"/>
                        <a:ea typeface="+mn-ea"/>
                        <a:cs typeface="Meiryo UI" pitchFamily="50" charset="-128"/>
                      </a:endParaRPr>
                    </a:p>
                    <a:p>
                      <a:pPr marL="179388" marR="0" lvl="0" indent="-179388" algn="l" defTabSz="914400" rtl="0" eaLnBrk="1" fontAlgn="base" latinLnBrk="0" hangingPunct="1">
                        <a:lnSpc>
                          <a:spcPct val="100000"/>
                        </a:lnSpc>
                        <a:spcBef>
                          <a:spcPct val="0"/>
                        </a:spcBef>
                        <a:spcAft>
                          <a:spcPct val="0"/>
                        </a:spcAft>
                        <a:buClrTx/>
                        <a:buSzTx/>
                        <a:buFont typeface="Arial" panose="020B0604020202020204" pitchFamily="34" charset="0"/>
                        <a:buChar char="•"/>
                        <a:tabLst/>
                      </a:pPr>
                      <a:r>
                        <a:rPr kumimoji="0" lang="ja-JP" altLang="en-US" sz="1600" b="0" i="0" u="none" strike="noStrike" cap="none" normalizeH="0" baseline="0">
                          <a:ln>
                            <a:noFill/>
                          </a:ln>
                          <a:solidFill>
                            <a:schemeClr val="tx1"/>
                          </a:solidFill>
                          <a:effectLst/>
                          <a:latin typeface="游ゴシック" panose="020B0400000000000000" pitchFamily="50" charset="-128"/>
                          <a:ea typeface="+mn-ea"/>
                          <a:cs typeface="Meiryo UI" pitchFamily="50" charset="-128"/>
                        </a:rPr>
                        <a:t>品質改善活動の支援</a:t>
                      </a:r>
                      <a:endParaRPr kumimoji="0" lang="ja-JP" altLang="en-US" sz="1600" b="0" i="0" u="none" strike="noStrike" cap="none" normalizeH="0" baseline="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endParaRPr>
                    </a:p>
                  </a:txBody>
                  <a:tcPr marL="144000" anchor="ctr"/>
                </a:tc>
                <a:extLst>
                  <a:ext uri="{0D108BD9-81ED-4DB2-BD59-A6C34878D82A}">
                    <a16:rowId xmlns:a16="http://schemas.microsoft.com/office/drawing/2014/main" val="423428347"/>
                  </a:ext>
                </a:extLst>
              </a:tr>
              <a:tr h="207092">
                <a:tc>
                  <a:txBody>
                    <a:bodyPr/>
                    <a:lstStyle/>
                    <a:p>
                      <a:r>
                        <a:rPr kumimoji="1" lang="ja-JP" altLang="en-US" sz="1600">
                          <a:latin typeface="游ゴシック" panose="020B0400000000000000" pitchFamily="50" charset="-128"/>
                          <a:ea typeface="游ゴシック" panose="020B0400000000000000" pitchFamily="50" charset="-128"/>
                        </a:rPr>
                        <a:t>営業</a:t>
                      </a:r>
                      <a:endParaRPr kumimoji="1" lang="ja-JP" altLang="en-US" sz="1600">
                        <a:solidFill>
                          <a:schemeClr val="tx1"/>
                        </a:solidFill>
                        <a:latin typeface="游ゴシック" panose="020B0400000000000000" pitchFamily="50" charset="-128"/>
                        <a:ea typeface="游ゴシック" panose="020B0400000000000000" pitchFamily="50" charset="-128"/>
                      </a:endParaRPr>
                    </a:p>
                  </a:txBody>
                  <a:tcPr anchor="ctr"/>
                </a:tc>
                <a:tc>
                  <a:txBody>
                    <a:bodyPr/>
                    <a:lstStyle/>
                    <a:p>
                      <a:pPr marL="179388" marR="0" lvl="0" indent="-179388"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ja-JP" altLang="en-US" sz="1600" u="none" strike="noStrike" cap="none" normalizeH="0" baseline="0" dirty="0">
                          <a:ln>
                            <a:noFill/>
                          </a:ln>
                          <a:effectLst/>
                          <a:latin typeface="游ゴシック" panose="020B0400000000000000" pitchFamily="50" charset="-128"/>
                          <a:ea typeface="游ゴシック" panose="020B0400000000000000" pitchFamily="50" charset="-128"/>
                        </a:rPr>
                        <a:t>契約管理（契約事項の調整、契約書類の取り交わし等）</a:t>
                      </a:r>
                      <a:endParaRPr kumimoji="0" lang="en-US" altLang="ja-JP" sz="1600" u="none" strike="noStrike" cap="none" normalizeH="0" baseline="0" dirty="0">
                        <a:ln>
                          <a:noFill/>
                        </a:ln>
                        <a:effectLst/>
                        <a:latin typeface="游ゴシック" panose="020B0400000000000000" pitchFamily="50" charset="-128"/>
                        <a:ea typeface="游ゴシック" panose="020B0400000000000000" pitchFamily="50" charset="-128"/>
                      </a:endParaRPr>
                    </a:p>
                    <a:p>
                      <a:pPr marL="179388" marR="0" lvl="0" indent="-179388"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ja-JP" altLang="en-US" sz="1600" u="none" strike="noStrike" cap="none" normalizeH="0" baseline="0" dirty="0">
                          <a:ln>
                            <a:noFill/>
                          </a:ln>
                          <a:effectLst/>
                          <a:latin typeface="游ゴシック" panose="020B0400000000000000" pitchFamily="50" charset="-128"/>
                          <a:ea typeface="游ゴシック" panose="020B0400000000000000" pitchFamily="50" charset="-128"/>
                        </a:rPr>
                        <a:t>苦情受付</a:t>
                      </a:r>
                      <a:endParaRPr kumimoji="0" lang="ja-JP" altLang="en-US" sz="1600" b="0" i="0" u="none" strike="noStrike" cap="none" normalizeH="0" baseline="0" dirty="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endParaRPr>
                    </a:p>
                  </a:txBody>
                  <a:tcPr marL="144000" anchor="ctr"/>
                </a:tc>
                <a:extLst>
                  <a:ext uri="{0D108BD9-81ED-4DB2-BD59-A6C34878D82A}">
                    <a16:rowId xmlns:a16="http://schemas.microsoft.com/office/drawing/2014/main" val="2318722808"/>
                  </a:ext>
                </a:extLst>
              </a:tr>
            </a:tbl>
          </a:graphicData>
        </a:graphic>
      </p:graphicFrame>
      <p:sp>
        <p:nvSpPr>
          <p:cNvPr id="7" name="テキスト ボックス 6">
            <a:extLst>
              <a:ext uri="{FF2B5EF4-FFF2-40B4-BE49-F238E27FC236}">
                <a16:creationId xmlns:a16="http://schemas.microsoft.com/office/drawing/2014/main" id="{C74E8F55-EE8B-C620-463C-38E8741671E5}"/>
              </a:ext>
            </a:extLst>
          </p:cNvPr>
          <p:cNvSpPr txBox="1">
            <a:spLocks/>
          </p:cNvSpPr>
          <p:nvPr/>
        </p:nvSpPr>
        <p:spPr>
          <a:xfrm>
            <a:off x="575999" y="936000"/>
            <a:ext cx="11041199" cy="382481"/>
          </a:xfrm>
          <a:prstGeom prst="roundRect">
            <a:avLst>
              <a:gd name="adj" fmla="val 11024"/>
            </a:avLst>
          </a:prstGeom>
          <a:noFill/>
        </p:spPr>
        <p:txBody>
          <a:bodyPr wrap="square" rtlCol="0">
            <a:noAutofit/>
          </a:bodyPr>
          <a:lstStyle/>
          <a:p>
            <a:r>
              <a:rPr lang="ja-JP" altLang="en-US" sz="1600">
                <a:latin typeface="+mn-ea"/>
              </a:rPr>
              <a:t>体制について</a:t>
            </a:r>
            <a:r>
              <a:rPr kumimoji="1" lang="ja-JP" altLang="en-US" sz="1600">
                <a:latin typeface="+mn-ea"/>
              </a:rPr>
              <a:t>、</a:t>
            </a:r>
            <a:r>
              <a:rPr lang="ja-JP" altLang="en-US" sz="1600">
                <a:latin typeface="游ゴシック" panose="020B0400000000000000" pitchFamily="50" charset="-128"/>
              </a:rPr>
              <a:t>下記の通り役割と作業範囲を定めます。</a:t>
            </a:r>
          </a:p>
        </p:txBody>
      </p:sp>
    </p:spTree>
    <p:extLst>
      <p:ext uri="{BB962C8B-B14F-4D97-AF65-F5344CB8AC3E}">
        <p14:creationId xmlns:p14="http://schemas.microsoft.com/office/powerpoint/2010/main" val="332984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スライド番号プレースホルダー 2">
            <a:extLst>
              <a:ext uri="{FF2B5EF4-FFF2-40B4-BE49-F238E27FC236}">
                <a16:creationId xmlns:a16="http://schemas.microsoft.com/office/drawing/2014/main" id="{6B817EBA-068C-5377-77C9-00B31045CDCB}"/>
              </a:ext>
            </a:extLst>
          </p:cNvPr>
          <p:cNvSpPr>
            <a:spLocks noGrp="1"/>
          </p:cNvSpPr>
          <p:nvPr>
            <p:ph type="sldNum" sz="quarter" idx="12"/>
          </p:nvPr>
        </p:nvSpPr>
        <p:spPr/>
        <p:txBody>
          <a:bodyPr/>
          <a:lstStyle/>
          <a:p>
            <a:fld id="{26CA5134-5AAC-D342-B763-43605FECB385}" type="slidenum">
              <a:rPr kumimoji="1" lang="ja-JP" altLang="en-US" smtClean="0"/>
              <a:pPr/>
              <a:t>21</a:t>
            </a:fld>
            <a:endParaRPr kumimoji="1" lang="ja-JP" altLang="en-US" sz="700" dirty="0"/>
          </a:p>
        </p:txBody>
      </p:sp>
      <p:sp>
        <p:nvSpPr>
          <p:cNvPr id="4" name="タイトル 3">
            <a:extLst>
              <a:ext uri="{FF2B5EF4-FFF2-40B4-BE49-F238E27FC236}">
                <a16:creationId xmlns:a16="http://schemas.microsoft.com/office/drawing/2014/main" id="{BA81B3A4-18E2-77B3-BFAD-287320F91C71}"/>
              </a:ext>
            </a:extLst>
          </p:cNvPr>
          <p:cNvSpPr>
            <a:spLocks noGrp="1"/>
          </p:cNvSpPr>
          <p:nvPr>
            <p:ph type="title"/>
          </p:nvPr>
        </p:nvSpPr>
        <p:spPr/>
        <p:txBody>
          <a:bodyPr/>
          <a:lstStyle/>
          <a:p>
            <a:r>
              <a:rPr kumimoji="1" lang="ja-JP" altLang="en-US" dirty="0"/>
              <a:t>コミュニケーション計画</a:t>
            </a:r>
          </a:p>
        </p:txBody>
      </p:sp>
      <p:sp>
        <p:nvSpPr>
          <p:cNvPr id="5" name="フッター プレースホルダー 3">
            <a:extLst>
              <a:ext uri="{FF2B5EF4-FFF2-40B4-BE49-F238E27FC236}">
                <a16:creationId xmlns:a16="http://schemas.microsoft.com/office/drawing/2014/main" id="{A06C86A0-CB91-8010-4889-1A97B2206E20}"/>
              </a:ext>
            </a:extLst>
          </p:cNvPr>
          <p:cNvSpPr>
            <a:spLocks noGrp="1"/>
          </p:cNvSpPr>
          <p:nvPr>
            <p:ph type="ftr" sz="quarter" idx="11"/>
          </p:nvPr>
        </p:nvSpPr>
        <p:spPr>
          <a:xfrm>
            <a:off x="3036000" y="6552000"/>
            <a:ext cx="6120000" cy="216000"/>
          </a:xfrm>
        </p:spPr>
        <p:txBody>
          <a:bodyPr/>
          <a:lstStyle/>
          <a:p>
            <a:r>
              <a:rPr lang="en-US" altLang="ja-JP" dirty="0"/>
              <a:t>Copyright © </a:t>
            </a:r>
            <a:r>
              <a:rPr lang="en-US" altLang="ja-JP" dirty="0" err="1"/>
              <a:t>SystemEXE,Inc</a:t>
            </a:r>
            <a:r>
              <a:rPr lang="en-US" altLang="ja-JP" dirty="0"/>
              <a:t> All Rights Reserved.</a:t>
            </a:r>
          </a:p>
        </p:txBody>
      </p:sp>
    </p:spTree>
    <p:extLst>
      <p:ext uri="{BB962C8B-B14F-4D97-AF65-F5344CB8AC3E}">
        <p14:creationId xmlns:p14="http://schemas.microsoft.com/office/powerpoint/2010/main" val="19116784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テキスト ボックス 8"/>
          <p:cNvSpPr txBox="1"/>
          <p:nvPr/>
        </p:nvSpPr>
        <p:spPr>
          <a:xfrm>
            <a:off x="576000" y="936000"/>
            <a:ext cx="11041200" cy="864000"/>
          </a:xfrm>
          <a:prstGeom prst="rect">
            <a:avLst/>
          </a:prstGeom>
          <a:noFill/>
        </p:spPr>
        <p:txBody>
          <a:bodyPr wrap="square" lIns="108000" tIns="72000" rIns="108000" bIns="72000" rtlCol="0" anchor="t">
            <a:noAutofit/>
          </a:bodyPr>
          <a:lstStyle/>
          <a:p>
            <a:pPr>
              <a:spcBef>
                <a:spcPts val="600"/>
              </a:spcBef>
            </a:pPr>
            <a:r>
              <a:rPr kumimoji="1" lang="ja-JP" altLang="en-US" sz="1600" dirty="0">
                <a:latin typeface="游ゴシック"/>
                <a:ea typeface="游ゴシック"/>
              </a:rPr>
              <a:t>貴社とのコミュニケーションにつきましては、電話・メール以外に貴社で利用されている</a:t>
            </a:r>
            <a:r>
              <a:rPr kumimoji="1" lang="en-US" altLang="ja-JP" sz="1600" dirty="0">
                <a:latin typeface="游ゴシック"/>
                <a:ea typeface="游ゴシック"/>
              </a:rPr>
              <a:t>BOX</a:t>
            </a:r>
            <a:r>
              <a:rPr kumimoji="1" lang="ja-JP" altLang="en-US" sz="1600" dirty="0">
                <a:latin typeface="游ゴシック"/>
                <a:ea typeface="游ゴシック"/>
              </a:rPr>
              <a:t>および</a:t>
            </a:r>
            <a:r>
              <a:rPr kumimoji="1" lang="en-US" altLang="ja-JP" sz="1600" dirty="0">
                <a:latin typeface="游ゴシック"/>
                <a:ea typeface="游ゴシック"/>
              </a:rPr>
              <a:t>Teams</a:t>
            </a:r>
            <a:r>
              <a:rPr kumimoji="1" lang="ja-JP" altLang="en-US" sz="1600" dirty="0">
                <a:latin typeface="游ゴシック"/>
                <a:ea typeface="游ゴシック"/>
              </a:rPr>
              <a:t>を利用させていただく想定です。弊社内では各種ツールを活用しコミュニケーションの活性化を図ります。また、定期的な会議体を開催し適切な情報共有を図ります。</a:t>
            </a:r>
          </a:p>
        </p:txBody>
      </p:sp>
      <p:sp>
        <p:nvSpPr>
          <p:cNvPr id="2" name="タイトル 1"/>
          <p:cNvSpPr>
            <a:spLocks noGrp="1"/>
          </p:cNvSpPr>
          <p:nvPr>
            <p:ph type="title"/>
          </p:nvPr>
        </p:nvSpPr>
        <p:spPr/>
        <p:txBody>
          <a:bodyPr/>
          <a:lstStyle/>
          <a:p>
            <a:r>
              <a:rPr kumimoji="1" lang="en-US" altLang="ja-JP" dirty="0"/>
              <a:t>5-1</a:t>
            </a:r>
            <a:r>
              <a:rPr kumimoji="1" lang="ja-JP" altLang="en-US"/>
              <a:t>．コミュニケーション管理</a:t>
            </a:r>
            <a:endParaRPr kumimoji="1" lang="ja-JP" altLang="en-US" dirty="0"/>
          </a:p>
        </p:txBody>
      </p:sp>
      <p:sp>
        <p:nvSpPr>
          <p:cNvPr id="4" name="フッター プレースホルダー 3"/>
          <p:cNvSpPr>
            <a:spLocks noGrp="1"/>
          </p:cNvSpPr>
          <p:nvPr>
            <p:ph type="ftr" sz="quarter" idx="11"/>
          </p:nvPr>
        </p:nvSpPr>
        <p:spPr/>
        <p:txBody>
          <a:bodyPr/>
          <a:lstStyle/>
          <a:p>
            <a:r>
              <a:rPr lang="en-US" altLang="ja-JP"/>
              <a:t>Copyright © SystemEXE,Inc All Rights Reserved.</a:t>
            </a:r>
          </a:p>
        </p:txBody>
      </p:sp>
      <p:sp>
        <p:nvSpPr>
          <p:cNvPr id="3" name="スライド番号プレースホルダー 3">
            <a:extLst>
              <a:ext uri="{FF2B5EF4-FFF2-40B4-BE49-F238E27FC236}">
                <a16:creationId xmlns:a16="http://schemas.microsoft.com/office/drawing/2014/main" id="{BA58226A-17E0-A7B5-6DA2-22043CFE216D}"/>
              </a:ext>
            </a:extLst>
          </p:cNvPr>
          <p:cNvSpPr>
            <a:spLocks noGrp="1"/>
          </p:cNvSpPr>
          <p:nvPr>
            <p:ph type="sldNum" sz="quarter" idx="12"/>
          </p:nvPr>
        </p:nvSpPr>
        <p:spPr>
          <a:xfrm>
            <a:off x="10752000" y="6552000"/>
            <a:ext cx="1440000" cy="216000"/>
          </a:xfrm>
        </p:spPr>
        <p:txBody>
          <a:bodyPr/>
          <a:lstStyle/>
          <a:p>
            <a:fld id="{26CA5134-5AAC-D342-B763-43605FECB385}" type="slidenum">
              <a:rPr kumimoji="1" lang="ja-JP" altLang="en-US" smtClean="0"/>
              <a:pPr/>
              <a:t>22</a:t>
            </a:fld>
            <a:endParaRPr kumimoji="1" lang="ja-JP" altLang="en-US" sz="700" dirty="0"/>
          </a:p>
        </p:txBody>
      </p:sp>
      <p:grpSp>
        <p:nvGrpSpPr>
          <p:cNvPr id="38" name="グループ化 37">
            <a:extLst>
              <a:ext uri="{FF2B5EF4-FFF2-40B4-BE49-F238E27FC236}">
                <a16:creationId xmlns:a16="http://schemas.microsoft.com/office/drawing/2014/main" id="{9EF8B2CA-8836-BD35-C463-44074BD661F3}"/>
              </a:ext>
            </a:extLst>
          </p:cNvPr>
          <p:cNvGrpSpPr/>
          <p:nvPr/>
        </p:nvGrpSpPr>
        <p:grpSpPr>
          <a:xfrm>
            <a:off x="2182392" y="2173680"/>
            <a:ext cx="6480000" cy="2520000"/>
            <a:chOff x="1332000" y="2232000"/>
            <a:chExt cx="6480000" cy="2520000"/>
          </a:xfrm>
        </p:grpSpPr>
        <p:sp>
          <p:nvSpPr>
            <p:cNvPr id="48" name="正方形/長方形 47">
              <a:extLst>
                <a:ext uri="{FF2B5EF4-FFF2-40B4-BE49-F238E27FC236}">
                  <a16:creationId xmlns:a16="http://schemas.microsoft.com/office/drawing/2014/main" id="{91436BF8-A1D4-98DF-190C-3485BD67F096}"/>
                </a:ext>
              </a:extLst>
            </p:cNvPr>
            <p:cNvSpPr/>
            <p:nvPr/>
          </p:nvSpPr>
          <p:spPr>
            <a:xfrm>
              <a:off x="1332000" y="2736000"/>
              <a:ext cx="6480000" cy="288000"/>
            </a:xfrm>
            <a:prstGeom prst="rect">
              <a:avLst/>
            </a:prstGeom>
            <a:solidFill>
              <a:srgbClr val="A5A5A5">
                <a:lumMod val="20000"/>
                <a:lumOff val="80000"/>
              </a:srgbClr>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1" i="0" u="none" strike="noStrike" kern="0" cap="none" spc="0" normalizeH="0" baseline="0" noProof="0">
                  <a:ln>
                    <a:noFill/>
                  </a:ln>
                  <a:solidFill>
                    <a:prstClr val="black"/>
                  </a:solidFill>
                  <a:effectLst/>
                  <a:uLnTx/>
                  <a:uFillTx/>
                  <a:latin typeface="游ゴシック" panose="020B0400000000000000" pitchFamily="50" charset="-128"/>
                  <a:ea typeface="ＭＳ Ｐゴシック" panose="020B0600070205080204" pitchFamily="50" charset="-128"/>
                  <a:cs typeface="+mn-cs"/>
                </a:rPr>
                <a:t>出光興産ご担当者様</a:t>
              </a:r>
            </a:p>
          </p:txBody>
        </p:sp>
        <p:pic>
          <p:nvPicPr>
            <p:cNvPr id="49" name="図 48">
              <a:extLst>
                <a:ext uri="{FF2B5EF4-FFF2-40B4-BE49-F238E27FC236}">
                  <a16:creationId xmlns:a16="http://schemas.microsoft.com/office/drawing/2014/main" id="{F9E60230-87D0-43FF-EAD8-D831A90566B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84000" y="2232000"/>
              <a:ext cx="538117" cy="720000"/>
            </a:xfrm>
            <a:prstGeom prst="rect">
              <a:avLst/>
            </a:prstGeom>
          </p:spPr>
        </p:pic>
        <p:sp>
          <p:nvSpPr>
            <p:cNvPr id="50" name="正方形/長方形 49">
              <a:extLst>
                <a:ext uri="{FF2B5EF4-FFF2-40B4-BE49-F238E27FC236}">
                  <a16:creationId xmlns:a16="http://schemas.microsoft.com/office/drawing/2014/main" id="{C4FF5520-1195-DF00-AA1C-275E6B05C974}"/>
                </a:ext>
              </a:extLst>
            </p:cNvPr>
            <p:cNvSpPr/>
            <p:nvPr/>
          </p:nvSpPr>
          <p:spPr>
            <a:xfrm>
              <a:off x="1332000" y="4464000"/>
              <a:ext cx="6480000" cy="288000"/>
            </a:xfrm>
            <a:prstGeom prst="rect">
              <a:avLst/>
            </a:prstGeom>
            <a:solidFill>
              <a:srgbClr val="A5A5A5">
                <a:lumMod val="20000"/>
                <a:lumOff val="80000"/>
              </a:srgbClr>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1" i="0" u="none" strike="noStrike" kern="0" cap="none" spc="0" normalizeH="0" baseline="0" noProof="0">
                  <a:ln>
                    <a:noFill/>
                  </a:ln>
                  <a:solidFill>
                    <a:prstClr val="black"/>
                  </a:solidFill>
                  <a:effectLst/>
                  <a:uLnTx/>
                  <a:uFillTx/>
                  <a:latin typeface="游ゴシック" panose="020B0400000000000000" pitchFamily="50" charset="-128"/>
                  <a:ea typeface="ＭＳ Ｐゴシック" panose="020B0600070205080204" pitchFamily="50" charset="-128"/>
                  <a:cs typeface="+mn-cs"/>
                </a:rPr>
                <a:t>弊社担当</a:t>
              </a:r>
            </a:p>
          </p:txBody>
        </p:sp>
        <p:sp>
          <p:nvSpPr>
            <p:cNvPr id="51" name="上下矢印 26">
              <a:extLst>
                <a:ext uri="{FF2B5EF4-FFF2-40B4-BE49-F238E27FC236}">
                  <a16:creationId xmlns:a16="http://schemas.microsoft.com/office/drawing/2014/main" id="{364DA082-C618-0A5C-BAA6-A956414ACA29}"/>
                </a:ext>
              </a:extLst>
            </p:cNvPr>
            <p:cNvSpPr/>
            <p:nvPr/>
          </p:nvSpPr>
          <p:spPr>
            <a:xfrm>
              <a:off x="1944000" y="3024001"/>
              <a:ext cx="864000" cy="1440000"/>
            </a:xfrm>
            <a:prstGeom prst="upDownArrow">
              <a:avLst/>
            </a:prstGeom>
            <a:solidFill>
              <a:srgbClr val="5B9BD5">
                <a:lumMod val="20000"/>
                <a:lumOff val="80000"/>
              </a:srgbClr>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600" b="1" i="0" u="none" strike="noStrike" kern="0" cap="none" spc="0" normalizeH="0" baseline="0" noProof="0">
                <a:ln>
                  <a:noFill/>
                </a:ln>
                <a:solidFill>
                  <a:prstClr val="white"/>
                </a:solidFill>
                <a:effectLst/>
                <a:uLnTx/>
                <a:uFillTx/>
                <a:latin typeface="游ゴシック" panose="020B0400000000000000" pitchFamily="50" charset="-128"/>
                <a:ea typeface="ＭＳ Ｐゴシック" panose="020B0600070205080204" pitchFamily="50" charset="-128"/>
                <a:cs typeface="+mn-cs"/>
              </a:endParaRPr>
            </a:p>
          </p:txBody>
        </p:sp>
        <p:grpSp>
          <p:nvGrpSpPr>
            <p:cNvPr id="52" name="グループ化 51">
              <a:extLst>
                <a:ext uri="{FF2B5EF4-FFF2-40B4-BE49-F238E27FC236}">
                  <a16:creationId xmlns:a16="http://schemas.microsoft.com/office/drawing/2014/main" id="{61D00D63-3385-0BB5-1DFE-7FE36957E509}"/>
                </a:ext>
              </a:extLst>
            </p:cNvPr>
            <p:cNvGrpSpPr/>
            <p:nvPr/>
          </p:nvGrpSpPr>
          <p:grpSpPr>
            <a:xfrm>
              <a:off x="2160000" y="3348000"/>
              <a:ext cx="1620957" cy="955220"/>
              <a:chOff x="2376000" y="3348000"/>
              <a:chExt cx="1620957" cy="955220"/>
            </a:xfrm>
          </p:grpSpPr>
          <p:grpSp>
            <p:nvGrpSpPr>
              <p:cNvPr id="62" name="グループ化 61">
                <a:extLst>
                  <a:ext uri="{FF2B5EF4-FFF2-40B4-BE49-F238E27FC236}">
                    <a16:creationId xmlns:a16="http://schemas.microsoft.com/office/drawing/2014/main" id="{9E041928-1F48-64A4-23D2-CEB9FDFBABA8}"/>
                  </a:ext>
                </a:extLst>
              </p:cNvPr>
              <p:cNvGrpSpPr/>
              <p:nvPr/>
            </p:nvGrpSpPr>
            <p:grpSpPr>
              <a:xfrm>
                <a:off x="2646478" y="3348000"/>
                <a:ext cx="1080000" cy="379871"/>
                <a:chOff x="3312000" y="3296357"/>
                <a:chExt cx="1080000" cy="379871"/>
              </a:xfrm>
            </p:grpSpPr>
            <p:pic>
              <p:nvPicPr>
                <p:cNvPr id="64" name="図 63">
                  <a:extLst>
                    <a:ext uri="{FF2B5EF4-FFF2-40B4-BE49-F238E27FC236}">
                      <a16:creationId xmlns:a16="http://schemas.microsoft.com/office/drawing/2014/main" id="{6228300E-1C75-25AE-86EF-33CAFDB11CD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312000" y="3296357"/>
                  <a:ext cx="504000" cy="379871"/>
                </a:xfrm>
                <a:prstGeom prst="rect">
                  <a:avLst/>
                </a:prstGeom>
              </p:spPr>
            </p:pic>
            <p:pic>
              <p:nvPicPr>
                <p:cNvPr id="65" name="図 64">
                  <a:extLst>
                    <a:ext uri="{FF2B5EF4-FFF2-40B4-BE49-F238E27FC236}">
                      <a16:creationId xmlns:a16="http://schemas.microsoft.com/office/drawing/2014/main" id="{720A980D-0ACF-41B3-9AA0-5E5EE879028B}"/>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960000" y="3333665"/>
                  <a:ext cx="432000" cy="305255"/>
                </a:xfrm>
                <a:prstGeom prst="rect">
                  <a:avLst/>
                </a:prstGeom>
              </p:spPr>
            </p:pic>
          </p:grpSp>
          <p:sp>
            <p:nvSpPr>
              <p:cNvPr id="63" name="テキスト ボックス 62">
                <a:extLst>
                  <a:ext uri="{FF2B5EF4-FFF2-40B4-BE49-F238E27FC236}">
                    <a16:creationId xmlns:a16="http://schemas.microsoft.com/office/drawing/2014/main" id="{B8806586-8CAA-F477-AE3B-19B6A658A70C}"/>
                  </a:ext>
                </a:extLst>
              </p:cNvPr>
              <p:cNvSpPr txBox="1"/>
              <p:nvPr/>
            </p:nvSpPr>
            <p:spPr>
              <a:xfrm>
                <a:off x="2376000" y="3780000"/>
                <a:ext cx="1620957" cy="523220"/>
              </a:xfrm>
              <a:prstGeom prst="rect">
                <a:avLst/>
              </a:prstGeom>
              <a:noFill/>
            </p:spPr>
            <p:txBody>
              <a:bodyPr wrap="non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ja-JP" sz="1400" b="0" i="0" u="none" strike="noStrike" kern="0" cap="none" spc="0" normalizeH="0" baseline="0" noProof="0">
                    <a:ln>
                      <a:noFill/>
                    </a:ln>
                    <a:solidFill>
                      <a:prstClr val="black"/>
                    </a:solidFill>
                    <a:effectLst/>
                    <a:uLnTx/>
                    <a:uFillTx/>
                    <a:latin typeface="游ゴシック" panose="020B0400000000000000" pitchFamily="50" charset="-128"/>
                  </a:rPr>
                  <a:t>【</a:t>
                </a:r>
                <a:r>
                  <a:rPr kumimoji="1" lang="ja-JP" altLang="en-US" sz="1400" b="0" i="0" u="none" strike="noStrike" kern="0" cap="none" spc="0" normalizeH="0" baseline="0" noProof="0">
                    <a:ln>
                      <a:noFill/>
                    </a:ln>
                    <a:solidFill>
                      <a:prstClr val="black"/>
                    </a:solidFill>
                    <a:effectLst/>
                    <a:uLnTx/>
                    <a:uFillTx/>
                    <a:latin typeface="游ゴシック" panose="020B0400000000000000" pitchFamily="50" charset="-128"/>
                  </a:rPr>
                  <a:t>通常時の連絡</a:t>
                </a:r>
                <a:r>
                  <a:rPr kumimoji="1" lang="en-US" altLang="ja-JP" sz="1400" b="0" i="0" u="none" strike="noStrike" kern="0" cap="none" spc="0" normalizeH="0" baseline="0" noProof="0">
                    <a:ln>
                      <a:noFill/>
                    </a:ln>
                    <a:solidFill>
                      <a:prstClr val="black"/>
                    </a:solidFill>
                    <a:effectLst/>
                    <a:uLnTx/>
                    <a:uFillTx/>
                    <a:latin typeface="游ゴシック" panose="020B0400000000000000" pitchFamily="50" charset="-128"/>
                  </a:rPr>
                  <a:t>】</a:t>
                </a:r>
              </a:p>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400" b="0" i="0" u="none" strike="noStrike" kern="0" cap="none" spc="0" normalizeH="0" baseline="0" noProof="0">
                    <a:ln>
                      <a:noFill/>
                    </a:ln>
                    <a:solidFill>
                      <a:prstClr val="black"/>
                    </a:solidFill>
                    <a:effectLst/>
                    <a:uLnTx/>
                    <a:uFillTx/>
                    <a:latin typeface="游ゴシック" panose="020B0400000000000000" pitchFamily="50" charset="-128"/>
                  </a:rPr>
                  <a:t>電話・メール</a:t>
                </a:r>
              </a:p>
            </p:txBody>
          </p:sp>
        </p:grpSp>
        <p:sp>
          <p:nvSpPr>
            <p:cNvPr id="53" name="上下矢印 29">
              <a:extLst>
                <a:ext uri="{FF2B5EF4-FFF2-40B4-BE49-F238E27FC236}">
                  <a16:creationId xmlns:a16="http://schemas.microsoft.com/office/drawing/2014/main" id="{DB0D284C-4FCD-4FB2-91F6-D0D50BF9E857}"/>
                </a:ext>
              </a:extLst>
            </p:cNvPr>
            <p:cNvSpPr/>
            <p:nvPr/>
          </p:nvSpPr>
          <p:spPr>
            <a:xfrm>
              <a:off x="4140000" y="3024001"/>
              <a:ext cx="864000" cy="1440000"/>
            </a:xfrm>
            <a:prstGeom prst="upDownArrow">
              <a:avLst/>
            </a:prstGeom>
            <a:solidFill>
              <a:srgbClr val="5B9BD5">
                <a:lumMod val="20000"/>
                <a:lumOff val="80000"/>
              </a:srgbClr>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600" b="1" i="0" u="none" strike="noStrike" kern="0" cap="none" spc="0" normalizeH="0" baseline="0" noProof="0">
                <a:ln>
                  <a:noFill/>
                </a:ln>
                <a:solidFill>
                  <a:prstClr val="white"/>
                </a:solidFill>
                <a:effectLst/>
                <a:uLnTx/>
                <a:uFillTx/>
                <a:latin typeface="游ゴシック" panose="020B0400000000000000" pitchFamily="50" charset="-128"/>
                <a:ea typeface="ＭＳ Ｐゴシック" panose="020B0600070205080204" pitchFamily="50" charset="-128"/>
                <a:cs typeface="+mn-cs"/>
              </a:endParaRPr>
            </a:p>
          </p:txBody>
        </p:sp>
        <p:grpSp>
          <p:nvGrpSpPr>
            <p:cNvPr id="54" name="グループ化 53">
              <a:extLst>
                <a:ext uri="{FF2B5EF4-FFF2-40B4-BE49-F238E27FC236}">
                  <a16:creationId xmlns:a16="http://schemas.microsoft.com/office/drawing/2014/main" id="{B309EC81-1443-5F13-376A-C0D00C139295}"/>
                </a:ext>
              </a:extLst>
            </p:cNvPr>
            <p:cNvGrpSpPr/>
            <p:nvPr/>
          </p:nvGrpSpPr>
          <p:grpSpPr>
            <a:xfrm>
              <a:off x="3833304" y="3348000"/>
              <a:ext cx="2159566" cy="955220"/>
              <a:chOff x="4013304" y="3348000"/>
              <a:chExt cx="2159566" cy="955220"/>
            </a:xfrm>
          </p:grpSpPr>
          <p:pic>
            <p:nvPicPr>
              <p:cNvPr id="60" name="図 59">
                <a:extLst>
                  <a:ext uri="{FF2B5EF4-FFF2-40B4-BE49-F238E27FC236}">
                    <a16:creationId xmlns:a16="http://schemas.microsoft.com/office/drawing/2014/main" id="{A50E0C7A-DFFE-D29C-9EDA-1AFA554EDBFA}"/>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4877087" y="3348000"/>
                <a:ext cx="432000" cy="432000"/>
              </a:xfrm>
              <a:prstGeom prst="rect">
                <a:avLst/>
              </a:prstGeom>
            </p:spPr>
          </p:pic>
          <p:sp>
            <p:nvSpPr>
              <p:cNvPr id="61" name="テキスト ボックス 60">
                <a:extLst>
                  <a:ext uri="{FF2B5EF4-FFF2-40B4-BE49-F238E27FC236}">
                    <a16:creationId xmlns:a16="http://schemas.microsoft.com/office/drawing/2014/main" id="{3EE48779-CDC7-F469-C70E-D7BB92BED8C8}"/>
                  </a:ext>
                </a:extLst>
              </p:cNvPr>
              <p:cNvSpPr txBox="1"/>
              <p:nvPr/>
            </p:nvSpPr>
            <p:spPr>
              <a:xfrm>
                <a:off x="4013304" y="3780000"/>
                <a:ext cx="2159566" cy="523220"/>
              </a:xfrm>
              <a:prstGeom prst="rect">
                <a:avLst/>
              </a:prstGeom>
              <a:noFill/>
            </p:spPr>
            <p:txBody>
              <a:bodyPr wrap="non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ja-JP" sz="1400" b="0" i="0" u="none" strike="noStrike" kern="0" cap="none" spc="0" normalizeH="0" baseline="0" noProof="0">
                    <a:ln>
                      <a:noFill/>
                    </a:ln>
                    <a:solidFill>
                      <a:prstClr val="black"/>
                    </a:solidFill>
                    <a:effectLst/>
                    <a:uLnTx/>
                    <a:uFillTx/>
                    <a:latin typeface="游ゴシック" panose="020B0400000000000000" pitchFamily="50" charset="-128"/>
                  </a:rPr>
                  <a:t>【</a:t>
                </a:r>
                <a:r>
                  <a:rPr kumimoji="1" lang="ja-JP" altLang="en-US" sz="1400" b="0" i="0" u="none" strike="noStrike" kern="0" cap="none" spc="0" normalizeH="0" baseline="0" noProof="0">
                    <a:ln>
                      <a:noFill/>
                    </a:ln>
                    <a:solidFill>
                      <a:prstClr val="black"/>
                    </a:solidFill>
                    <a:effectLst/>
                    <a:uLnTx/>
                    <a:uFillTx/>
                    <a:latin typeface="游ゴシック" panose="020B0400000000000000" pitchFamily="50" charset="-128"/>
                  </a:rPr>
                  <a:t>ドキュメントの授受</a:t>
                </a:r>
                <a:r>
                  <a:rPr kumimoji="1" lang="en-US" altLang="ja-JP" sz="1400" b="0" i="0" u="none" strike="noStrike" kern="0" cap="none" spc="0" normalizeH="0" baseline="0" noProof="0">
                    <a:ln>
                      <a:noFill/>
                    </a:ln>
                    <a:solidFill>
                      <a:prstClr val="black"/>
                    </a:solidFill>
                    <a:effectLst/>
                    <a:uLnTx/>
                    <a:uFillTx/>
                    <a:latin typeface="游ゴシック" panose="020B0400000000000000" pitchFamily="50" charset="-128"/>
                  </a:rPr>
                  <a:t>】</a:t>
                </a:r>
              </a:p>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ja-JP" sz="1400" b="0" i="0" u="none" strike="noStrike" kern="0" cap="none" spc="0" normalizeH="0" baseline="0" noProof="0">
                    <a:ln>
                      <a:noFill/>
                    </a:ln>
                    <a:solidFill>
                      <a:prstClr val="black"/>
                    </a:solidFill>
                    <a:effectLst/>
                    <a:uLnTx/>
                    <a:uFillTx/>
                    <a:latin typeface="游ゴシック" panose="020B0400000000000000" pitchFamily="50" charset="-128"/>
                  </a:rPr>
                  <a:t>BOX</a:t>
                </a:r>
                <a:endParaRPr kumimoji="1" lang="ja-JP" altLang="en-US" sz="1400" b="0" i="0" u="none" strike="noStrike" kern="0" cap="none" spc="0" normalizeH="0" baseline="0" noProof="0">
                  <a:ln>
                    <a:noFill/>
                  </a:ln>
                  <a:solidFill>
                    <a:prstClr val="black"/>
                  </a:solidFill>
                  <a:effectLst/>
                  <a:uLnTx/>
                  <a:uFillTx/>
                  <a:latin typeface="游ゴシック" panose="020B0400000000000000" pitchFamily="50" charset="-128"/>
                </a:endParaRPr>
              </a:p>
            </p:txBody>
          </p:sp>
        </p:grpSp>
        <p:sp>
          <p:nvSpPr>
            <p:cNvPr id="55" name="上下矢印 30">
              <a:extLst>
                <a:ext uri="{FF2B5EF4-FFF2-40B4-BE49-F238E27FC236}">
                  <a16:creationId xmlns:a16="http://schemas.microsoft.com/office/drawing/2014/main" id="{9C3FB279-A7E0-733A-FAEE-BD137A33E85D}"/>
                </a:ext>
              </a:extLst>
            </p:cNvPr>
            <p:cNvSpPr/>
            <p:nvPr/>
          </p:nvSpPr>
          <p:spPr>
            <a:xfrm>
              <a:off x="6336000" y="3024001"/>
              <a:ext cx="864000" cy="1440000"/>
            </a:xfrm>
            <a:prstGeom prst="upDownArrow">
              <a:avLst/>
            </a:prstGeom>
            <a:solidFill>
              <a:srgbClr val="5B9BD5">
                <a:lumMod val="20000"/>
                <a:lumOff val="80000"/>
              </a:srgbClr>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600" b="1" i="0" u="none" strike="noStrike" kern="0" cap="none" spc="0" normalizeH="0" baseline="0" noProof="0">
                <a:ln>
                  <a:noFill/>
                </a:ln>
                <a:solidFill>
                  <a:prstClr val="white"/>
                </a:solidFill>
                <a:effectLst/>
                <a:uLnTx/>
                <a:uFillTx/>
                <a:latin typeface="游ゴシック" panose="020B0400000000000000" pitchFamily="50" charset="-128"/>
                <a:ea typeface="ＭＳ Ｐゴシック" panose="020B0600070205080204" pitchFamily="50" charset="-128"/>
                <a:cs typeface="+mn-cs"/>
              </a:endParaRPr>
            </a:p>
          </p:txBody>
        </p:sp>
        <p:grpSp>
          <p:nvGrpSpPr>
            <p:cNvPr id="56" name="グループ化 55">
              <a:extLst>
                <a:ext uri="{FF2B5EF4-FFF2-40B4-BE49-F238E27FC236}">
                  <a16:creationId xmlns:a16="http://schemas.microsoft.com/office/drawing/2014/main" id="{23199B88-7A2A-CA1C-A437-ACC828651695}"/>
                </a:ext>
              </a:extLst>
            </p:cNvPr>
            <p:cNvGrpSpPr/>
            <p:nvPr/>
          </p:nvGrpSpPr>
          <p:grpSpPr>
            <a:xfrm>
              <a:off x="6444000" y="3348000"/>
              <a:ext cx="1301959" cy="955220"/>
              <a:chOff x="7343735" y="3348000"/>
              <a:chExt cx="1301959" cy="955220"/>
            </a:xfrm>
          </p:grpSpPr>
          <p:pic>
            <p:nvPicPr>
              <p:cNvPr id="58" name="図 57">
                <a:extLst>
                  <a:ext uri="{FF2B5EF4-FFF2-40B4-BE49-F238E27FC236}">
                    <a16:creationId xmlns:a16="http://schemas.microsoft.com/office/drawing/2014/main" id="{69B759F0-ABDB-BF41-4D93-DE6509588864}"/>
                  </a:ext>
                </a:extLst>
              </p:cNvPr>
              <p:cNvPicPr>
                <a:picLocks noChangeAspect="1"/>
              </p:cNvPicPr>
              <p:nvPr/>
            </p:nvPicPr>
            <p:blipFill rotWithShape="1">
              <a:blip r:embed="rId7" cstate="print">
                <a:extLst>
                  <a:ext uri="{BEBA8EAE-BF5A-486C-A8C5-ECC9F3942E4B}">
                    <a14:imgProps xmlns:a14="http://schemas.microsoft.com/office/drawing/2010/main">
                      <a14:imgLayer r:embed="rId8">
                        <a14:imgEffect>
                          <a14:backgroundRemoval t="10000" b="90000" l="10000" r="90000">
                            <a14:foregroundMark x1="57617" y1="26953" x2="57617" y2="26953"/>
                            <a14:foregroundMark x1="74414" y1="31250" x2="74414" y2="31250"/>
                            <a14:foregroundMark x1="77539" y1="52344" x2="77539" y2="52344"/>
                            <a14:foregroundMark x1="62695" y1="52148" x2="62695" y2="52148"/>
                            <a14:foregroundMark x1="43555" y1="53711" x2="43555" y2="53711"/>
                          </a14:backgroundRemoval>
                        </a14:imgEffect>
                      </a14:imgLayer>
                    </a14:imgProps>
                  </a:ext>
                  <a:ext uri="{28A0092B-C50C-407E-A947-70E740481C1C}">
                    <a14:useLocalDpi xmlns:a14="http://schemas.microsoft.com/office/drawing/2010/main" val="0"/>
                  </a:ext>
                </a:extLst>
              </a:blip>
              <a:srcRect l="13080" t="17669" r="14567" b="17361"/>
              <a:stretch/>
            </p:blipFill>
            <p:spPr>
              <a:xfrm>
                <a:off x="7754169" y="3348000"/>
                <a:ext cx="481091" cy="432000"/>
              </a:xfrm>
              <a:prstGeom prst="rect">
                <a:avLst/>
              </a:prstGeom>
            </p:spPr>
          </p:pic>
          <p:sp>
            <p:nvSpPr>
              <p:cNvPr id="59" name="テキスト ボックス 58">
                <a:extLst>
                  <a:ext uri="{FF2B5EF4-FFF2-40B4-BE49-F238E27FC236}">
                    <a16:creationId xmlns:a16="http://schemas.microsoft.com/office/drawing/2014/main" id="{2F3DA352-410C-98A8-3328-92CF27FE7887}"/>
                  </a:ext>
                </a:extLst>
              </p:cNvPr>
              <p:cNvSpPr txBox="1"/>
              <p:nvPr/>
            </p:nvSpPr>
            <p:spPr>
              <a:xfrm>
                <a:off x="7343735" y="3780000"/>
                <a:ext cx="1301959" cy="523220"/>
              </a:xfrm>
              <a:prstGeom prst="rect">
                <a:avLst/>
              </a:prstGeom>
              <a:noFill/>
            </p:spPr>
            <p:txBody>
              <a:bodyPr wrap="non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ja-JP" sz="1400" b="0" i="0" u="none" strike="noStrike" kern="0" cap="none" spc="0" normalizeH="0" baseline="0" noProof="0">
                    <a:ln>
                      <a:noFill/>
                    </a:ln>
                    <a:solidFill>
                      <a:prstClr val="black"/>
                    </a:solidFill>
                    <a:effectLst/>
                    <a:uLnTx/>
                    <a:uFillTx/>
                    <a:latin typeface="游ゴシック" panose="020B0400000000000000" pitchFamily="50" charset="-128"/>
                  </a:rPr>
                  <a:t>【WEB</a:t>
                </a:r>
                <a:r>
                  <a:rPr kumimoji="1" lang="ja-JP" altLang="en-US" sz="1400" b="0" i="0" u="none" strike="noStrike" kern="0" cap="none" spc="0" normalizeH="0" baseline="0" noProof="0">
                    <a:ln>
                      <a:noFill/>
                    </a:ln>
                    <a:solidFill>
                      <a:prstClr val="black"/>
                    </a:solidFill>
                    <a:effectLst/>
                    <a:uLnTx/>
                    <a:uFillTx/>
                    <a:latin typeface="游ゴシック" panose="020B0400000000000000" pitchFamily="50" charset="-128"/>
                  </a:rPr>
                  <a:t>会議</a:t>
                </a:r>
                <a:r>
                  <a:rPr kumimoji="1" lang="en-US" altLang="ja-JP" sz="1400" b="0" i="0" u="none" strike="noStrike" kern="0" cap="none" spc="0" normalizeH="0" baseline="0" noProof="0">
                    <a:ln>
                      <a:noFill/>
                    </a:ln>
                    <a:solidFill>
                      <a:prstClr val="black"/>
                    </a:solidFill>
                    <a:effectLst/>
                    <a:uLnTx/>
                    <a:uFillTx/>
                    <a:latin typeface="游ゴシック" panose="020B0400000000000000" pitchFamily="50" charset="-128"/>
                  </a:rPr>
                  <a:t>】</a:t>
                </a:r>
              </a:p>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ja-JP" sz="1400" b="0" i="0" u="none" strike="noStrike" kern="0" cap="none" spc="0" normalizeH="0" baseline="0" noProof="0">
                    <a:ln>
                      <a:noFill/>
                    </a:ln>
                    <a:solidFill>
                      <a:prstClr val="black"/>
                    </a:solidFill>
                    <a:effectLst/>
                    <a:uLnTx/>
                    <a:uFillTx/>
                    <a:latin typeface="游ゴシック" panose="020B0400000000000000" pitchFamily="50" charset="-128"/>
                  </a:rPr>
                  <a:t>Teams</a:t>
                </a:r>
                <a:endParaRPr kumimoji="1" lang="ja-JP" altLang="en-US" sz="1400" b="0" i="0" u="none" strike="noStrike" kern="0" cap="none" spc="0" normalizeH="0" baseline="0" noProof="0">
                  <a:ln>
                    <a:noFill/>
                  </a:ln>
                  <a:solidFill>
                    <a:prstClr val="black"/>
                  </a:solidFill>
                  <a:effectLst/>
                  <a:uLnTx/>
                  <a:uFillTx/>
                  <a:latin typeface="游ゴシック" panose="020B0400000000000000" pitchFamily="50" charset="-128"/>
                </a:endParaRPr>
              </a:p>
            </p:txBody>
          </p:sp>
        </p:grpSp>
        <p:pic>
          <p:nvPicPr>
            <p:cNvPr id="57" name="図 56">
              <a:extLst>
                <a:ext uri="{FF2B5EF4-FFF2-40B4-BE49-F238E27FC236}">
                  <a16:creationId xmlns:a16="http://schemas.microsoft.com/office/drawing/2014/main" id="{A4569B03-6FC0-FC92-56D1-004E6B9501A4}"/>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1584000" y="3960000"/>
              <a:ext cx="614505" cy="720000"/>
            </a:xfrm>
            <a:prstGeom prst="rect">
              <a:avLst/>
            </a:prstGeom>
          </p:spPr>
        </p:pic>
      </p:grpSp>
      <p:grpSp>
        <p:nvGrpSpPr>
          <p:cNvPr id="39" name="グループ化 38">
            <a:extLst>
              <a:ext uri="{FF2B5EF4-FFF2-40B4-BE49-F238E27FC236}">
                <a16:creationId xmlns:a16="http://schemas.microsoft.com/office/drawing/2014/main" id="{7F1F493E-D625-D129-AEFD-F9B2179E03CF}"/>
              </a:ext>
            </a:extLst>
          </p:cNvPr>
          <p:cNvGrpSpPr/>
          <p:nvPr/>
        </p:nvGrpSpPr>
        <p:grpSpPr>
          <a:xfrm>
            <a:off x="1445487" y="5010840"/>
            <a:ext cx="3670766" cy="1224000"/>
            <a:chOff x="540000" y="4608000"/>
            <a:chExt cx="3670766" cy="1224000"/>
          </a:xfrm>
        </p:grpSpPr>
        <p:pic>
          <p:nvPicPr>
            <p:cNvPr id="46" name="図 45">
              <a:extLst>
                <a:ext uri="{FF2B5EF4-FFF2-40B4-BE49-F238E27FC236}">
                  <a16:creationId xmlns:a16="http://schemas.microsoft.com/office/drawing/2014/main" id="{61D9D8F3-A7E5-6136-8B2F-B177F8D5E426}"/>
                </a:ext>
              </a:extLst>
            </p:cNvPr>
            <p:cNvPicPr>
              <a:picLocks noChangeAspect="1"/>
            </p:cNvPicPr>
            <p:nvPr/>
          </p:nvPicPr>
          <p:blipFill rotWithShape="1">
            <a:blip r:embed="rId10" cstate="print">
              <a:extLst>
                <a:ext uri="{28A0092B-C50C-407E-A947-70E740481C1C}">
                  <a14:useLocalDpi xmlns:a14="http://schemas.microsoft.com/office/drawing/2010/main" val="0"/>
                </a:ext>
              </a:extLst>
            </a:blip>
            <a:srcRect l="34274" t="26254" r="34234" b="26501"/>
            <a:stretch/>
          </p:blipFill>
          <p:spPr>
            <a:xfrm>
              <a:off x="540000" y="4608000"/>
              <a:ext cx="432000" cy="432000"/>
            </a:xfrm>
            <a:prstGeom prst="rect">
              <a:avLst/>
            </a:prstGeom>
          </p:spPr>
        </p:pic>
        <p:sp>
          <p:nvSpPr>
            <p:cNvPr id="47" name="テキスト ボックス 46">
              <a:extLst>
                <a:ext uri="{FF2B5EF4-FFF2-40B4-BE49-F238E27FC236}">
                  <a16:creationId xmlns:a16="http://schemas.microsoft.com/office/drawing/2014/main" id="{465FC9A4-5D0C-B94C-401A-69D8B132ECC7}"/>
                </a:ext>
              </a:extLst>
            </p:cNvPr>
            <p:cNvSpPr txBox="1"/>
            <p:nvPr/>
          </p:nvSpPr>
          <p:spPr>
            <a:xfrm>
              <a:off x="1043999" y="4608000"/>
              <a:ext cx="3166767" cy="1224000"/>
            </a:xfrm>
            <a:prstGeom prst="rect">
              <a:avLst/>
            </a:prstGeom>
            <a:noFill/>
          </p:spPr>
          <p:txBody>
            <a:bodyPr wrap="square" rtlCol="0">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ja-JP" sz="1400" b="1" i="0" u="none" strike="noStrike" kern="0" cap="none" spc="0" normalizeH="0" baseline="0" noProof="0" err="1">
                  <a:ln>
                    <a:noFill/>
                  </a:ln>
                  <a:solidFill>
                    <a:srgbClr val="5B9BD5">
                      <a:lumMod val="50000"/>
                    </a:srgbClr>
                  </a:solidFill>
                  <a:effectLst/>
                  <a:uLnTx/>
                  <a:uFillTx/>
                  <a:latin typeface="游ゴシック" panose="020B0400000000000000" pitchFamily="50" charset="-128"/>
                </a:rPr>
                <a:t>RedMine</a:t>
              </a:r>
              <a:endParaRPr kumimoji="1" lang="en-US" altLang="ja-JP" sz="1400" b="1" i="0" u="none" strike="noStrike" kern="0" cap="none" spc="0" normalizeH="0" baseline="0" noProof="0">
                <a:ln>
                  <a:noFill/>
                </a:ln>
                <a:solidFill>
                  <a:srgbClr val="5B9BD5">
                    <a:lumMod val="50000"/>
                  </a:srgbClr>
                </a:solidFill>
                <a:effectLst/>
                <a:uLnTx/>
                <a:uFillTx/>
                <a:latin typeface="游ゴシック" panose="020B0400000000000000" pitchFamily="50" charset="-128"/>
              </a:endParaRPr>
            </a:p>
            <a:p>
              <a:pPr marL="0" marR="0" lvl="0" indent="0" defTabSz="914400" eaLnBrk="1" fontAlgn="auto" latinLnBrk="0" hangingPunct="1">
                <a:lnSpc>
                  <a:spcPct val="100000"/>
                </a:lnSpc>
                <a:spcBef>
                  <a:spcPts val="0"/>
                </a:spcBef>
                <a:spcAft>
                  <a:spcPts val="0"/>
                </a:spcAft>
                <a:buClrTx/>
                <a:buSzTx/>
                <a:buFontTx/>
                <a:buNone/>
                <a:tabLst/>
                <a:defRPr/>
              </a:pPr>
              <a:r>
                <a:rPr kumimoji="1" lang="ja-JP" altLang="en-US" sz="1400" b="0" i="0" u="none" strike="noStrike" kern="0" cap="none" spc="0" normalizeH="0" baseline="0" noProof="0">
                  <a:ln>
                    <a:noFill/>
                  </a:ln>
                  <a:solidFill>
                    <a:prstClr val="black"/>
                  </a:solidFill>
                  <a:effectLst/>
                  <a:uLnTx/>
                  <a:uFillTx/>
                  <a:latin typeface="游ゴシック" panose="020B0400000000000000" pitchFamily="50" charset="-128"/>
                </a:rPr>
                <a:t>プロジェクト管理ツールおよび情報共有基盤として利用します。</a:t>
              </a:r>
            </a:p>
          </p:txBody>
        </p:sp>
      </p:grpSp>
      <p:sp>
        <p:nvSpPr>
          <p:cNvPr id="43" name="テキスト ボックス 42">
            <a:extLst>
              <a:ext uri="{FF2B5EF4-FFF2-40B4-BE49-F238E27FC236}">
                <a16:creationId xmlns:a16="http://schemas.microsoft.com/office/drawing/2014/main" id="{9E7C4131-E1B1-CA72-F55D-2D8D3A489028}"/>
              </a:ext>
            </a:extLst>
          </p:cNvPr>
          <p:cNvSpPr txBox="1"/>
          <p:nvPr/>
        </p:nvSpPr>
        <p:spPr>
          <a:xfrm>
            <a:off x="6061391" y="4985024"/>
            <a:ext cx="4248935" cy="1224000"/>
          </a:xfrm>
          <a:prstGeom prst="rect">
            <a:avLst/>
          </a:prstGeom>
          <a:noFill/>
        </p:spPr>
        <p:txBody>
          <a:bodyPr wrap="square" rtlCol="0">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ja-JP" sz="1400" b="1" i="0" u="none" strike="noStrike" kern="0" cap="none" spc="0" normalizeH="0" baseline="0" noProof="0">
                <a:ln>
                  <a:noFill/>
                </a:ln>
                <a:solidFill>
                  <a:srgbClr val="5B9BD5">
                    <a:lumMod val="50000"/>
                  </a:srgbClr>
                </a:solidFill>
                <a:effectLst/>
                <a:uLnTx/>
                <a:uFillTx/>
                <a:latin typeface="游ゴシック" panose="020B0400000000000000" pitchFamily="50" charset="-128"/>
              </a:rPr>
              <a:t>Teams</a:t>
            </a:r>
          </a:p>
          <a:p>
            <a:pPr defTabSz="914400"/>
            <a:r>
              <a:rPr kumimoji="1" lang="en-US" altLang="ja-JP" sz="1400" b="0" i="0" u="none" strike="noStrike" kern="0" cap="none" spc="0" normalizeH="0" baseline="0" noProof="0">
                <a:ln>
                  <a:noFill/>
                </a:ln>
                <a:solidFill>
                  <a:prstClr val="black"/>
                </a:solidFill>
                <a:effectLst/>
                <a:uLnTx/>
                <a:uFillTx/>
                <a:latin typeface="游ゴシック" panose="020B0400000000000000" pitchFamily="50" charset="-128"/>
              </a:rPr>
              <a:t>WEB</a:t>
            </a:r>
            <a:r>
              <a:rPr kumimoji="1" lang="ja-JP" altLang="en-US" sz="1400" b="0" i="0" u="none" strike="noStrike" kern="0" cap="none" spc="0" normalizeH="0" baseline="0" noProof="0">
                <a:ln>
                  <a:noFill/>
                </a:ln>
                <a:solidFill>
                  <a:prstClr val="black"/>
                </a:solidFill>
                <a:effectLst/>
                <a:uLnTx/>
                <a:uFillTx/>
                <a:latin typeface="游ゴシック" panose="020B0400000000000000" pitchFamily="50" charset="-128"/>
              </a:rPr>
              <a:t>会議およびチャット機能を使用します。</a:t>
            </a:r>
          </a:p>
          <a:p>
            <a:pPr marL="0" marR="0" lvl="0" indent="0" defTabSz="914400" eaLnBrk="1" fontAlgn="auto" latinLnBrk="0" hangingPunct="1">
              <a:lnSpc>
                <a:spcPct val="100000"/>
              </a:lnSpc>
              <a:spcBef>
                <a:spcPts val="0"/>
              </a:spcBef>
              <a:spcAft>
                <a:spcPts val="0"/>
              </a:spcAft>
              <a:buClrTx/>
              <a:buSzTx/>
              <a:buFontTx/>
              <a:buNone/>
              <a:tabLst/>
              <a:defRPr/>
            </a:pPr>
            <a:endParaRPr kumimoji="1" lang="en-US" altLang="ja-JP" sz="1400" b="0" i="0" u="none" strike="noStrike" kern="0" cap="none" spc="0" normalizeH="0" baseline="0" noProof="0">
              <a:ln>
                <a:noFill/>
              </a:ln>
              <a:solidFill>
                <a:prstClr val="black"/>
              </a:solidFill>
              <a:effectLst/>
              <a:uLnTx/>
              <a:uFillTx/>
              <a:latin typeface="游ゴシック" panose="020B0400000000000000" pitchFamily="50" charset="-128"/>
            </a:endParaRPr>
          </a:p>
        </p:txBody>
      </p:sp>
      <p:sp>
        <p:nvSpPr>
          <p:cNvPr id="66" name="線吹き出し 1 (枠付き) 56">
            <a:extLst>
              <a:ext uri="{FF2B5EF4-FFF2-40B4-BE49-F238E27FC236}">
                <a16:creationId xmlns:a16="http://schemas.microsoft.com/office/drawing/2014/main" id="{2935BE7D-A97B-8AA8-D329-B88EA11F5A34}"/>
              </a:ext>
            </a:extLst>
          </p:cNvPr>
          <p:cNvSpPr/>
          <p:nvPr/>
        </p:nvSpPr>
        <p:spPr>
          <a:xfrm>
            <a:off x="4594391" y="1597680"/>
            <a:ext cx="6723642" cy="792000"/>
          </a:xfrm>
          <a:prstGeom prst="borderCallout1">
            <a:avLst>
              <a:gd name="adj1" fmla="val 89776"/>
              <a:gd name="adj2" fmla="val -25"/>
              <a:gd name="adj3" fmla="val 218197"/>
              <a:gd name="adj4" fmla="val -14524"/>
            </a:avLst>
          </a:prstGeom>
          <a:solidFill>
            <a:srgbClr val="FFE1E1"/>
          </a:solidFill>
          <a:ln w="6350" cap="flat" cmpd="sng" algn="ctr">
            <a:solidFill>
              <a:srgbClr val="FF0000"/>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1" lang="ja-JP" altLang="en-US" sz="1400" b="0" i="0" u="none" strike="noStrike" kern="0" cap="none" spc="0" normalizeH="0" baseline="0" noProof="0">
                <a:ln>
                  <a:noFill/>
                </a:ln>
                <a:solidFill>
                  <a:prstClr val="black"/>
                </a:solidFill>
                <a:effectLst/>
                <a:uLnTx/>
                <a:uFillTx/>
                <a:latin typeface="+mn-ea"/>
                <a:cs typeface="+mn-cs"/>
              </a:rPr>
              <a:t>プロジェクト開始時に緊急連絡先（弊社担当の携帯電話番号）をお伝えします。緊急時は緊急連絡先までご連絡いただくことを想定します。</a:t>
            </a:r>
            <a:endParaRPr kumimoji="1" lang="en-US" altLang="ja-JP" sz="1400" b="0" i="0" u="none" strike="noStrike" kern="0" cap="none" spc="0" normalizeH="0" baseline="0" noProof="0">
              <a:ln>
                <a:noFill/>
              </a:ln>
              <a:solidFill>
                <a:prstClr val="black"/>
              </a:solidFill>
              <a:effectLst/>
              <a:uLnTx/>
              <a:uFillTx/>
              <a:latin typeface="+mn-ea"/>
              <a:cs typeface="+mn-cs"/>
            </a:endParaRPr>
          </a:p>
        </p:txBody>
      </p:sp>
      <p:pic>
        <p:nvPicPr>
          <p:cNvPr id="67" name="図 66">
            <a:extLst>
              <a:ext uri="{FF2B5EF4-FFF2-40B4-BE49-F238E27FC236}">
                <a16:creationId xmlns:a16="http://schemas.microsoft.com/office/drawing/2014/main" id="{3C2D9FB3-7017-156F-DFEC-DA1F9A4CB3BB}"/>
              </a:ext>
            </a:extLst>
          </p:cNvPr>
          <p:cNvPicPr>
            <a:picLocks noChangeAspect="1"/>
          </p:cNvPicPr>
          <p:nvPr/>
        </p:nvPicPr>
        <p:blipFill rotWithShape="1">
          <a:blip r:embed="rId7" cstate="print">
            <a:extLst>
              <a:ext uri="{BEBA8EAE-BF5A-486C-A8C5-ECC9F3942E4B}">
                <a14:imgProps xmlns:a14="http://schemas.microsoft.com/office/drawing/2010/main">
                  <a14:imgLayer r:embed="rId8">
                    <a14:imgEffect>
                      <a14:backgroundRemoval t="10000" b="90000" l="10000" r="90000">
                        <a14:foregroundMark x1="57617" y1="26953" x2="57617" y2="26953"/>
                        <a14:foregroundMark x1="74414" y1="31250" x2="74414" y2="31250"/>
                        <a14:foregroundMark x1="77539" y1="52344" x2="77539" y2="52344"/>
                        <a14:foregroundMark x1="62695" y1="52148" x2="62695" y2="52148"/>
                        <a14:foregroundMark x1="43555" y1="53711" x2="43555" y2="53711"/>
                      </a14:backgroundRemoval>
                    </a14:imgEffect>
                  </a14:imgLayer>
                </a14:imgProps>
              </a:ext>
              <a:ext uri="{28A0092B-C50C-407E-A947-70E740481C1C}">
                <a14:useLocalDpi xmlns:a14="http://schemas.microsoft.com/office/drawing/2010/main" val="0"/>
              </a:ext>
            </a:extLst>
          </a:blip>
          <a:srcRect l="13080" t="17669" r="14567" b="17361"/>
          <a:stretch/>
        </p:blipFill>
        <p:spPr>
          <a:xfrm>
            <a:off x="5579605" y="4905536"/>
            <a:ext cx="481091" cy="432000"/>
          </a:xfrm>
          <a:prstGeom prst="rect">
            <a:avLst/>
          </a:prstGeom>
        </p:spPr>
      </p:pic>
    </p:spTree>
    <p:extLst>
      <p:ext uri="{BB962C8B-B14F-4D97-AF65-F5344CB8AC3E}">
        <p14:creationId xmlns:p14="http://schemas.microsoft.com/office/powerpoint/2010/main" val="182447194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429861-6A40-656C-68E6-155912A4D500}"/>
            </a:ext>
          </a:extLst>
        </p:cNvPr>
        <p:cNvGrpSpPr/>
        <p:nvPr/>
      </p:nvGrpSpPr>
      <p:grpSpPr>
        <a:xfrm>
          <a:off x="0" y="0"/>
          <a:ext cx="0" cy="0"/>
          <a:chOff x="0" y="0"/>
          <a:chExt cx="0" cy="0"/>
        </a:xfrm>
      </p:grpSpPr>
      <p:sp>
        <p:nvSpPr>
          <p:cNvPr id="9" name="テキスト ボックス 8">
            <a:extLst>
              <a:ext uri="{FF2B5EF4-FFF2-40B4-BE49-F238E27FC236}">
                <a16:creationId xmlns:a16="http://schemas.microsoft.com/office/drawing/2014/main" id="{1B3600EB-6F4A-4558-1349-78B1BE10073F}"/>
              </a:ext>
            </a:extLst>
          </p:cNvPr>
          <p:cNvSpPr txBox="1"/>
          <p:nvPr/>
        </p:nvSpPr>
        <p:spPr>
          <a:xfrm>
            <a:off x="576000" y="936000"/>
            <a:ext cx="11041200" cy="864000"/>
          </a:xfrm>
          <a:prstGeom prst="rect">
            <a:avLst/>
          </a:prstGeom>
          <a:noFill/>
        </p:spPr>
        <p:txBody>
          <a:bodyPr wrap="square" lIns="108000" tIns="72000" rIns="108000" bIns="72000" rtlCol="0" anchor="t">
            <a:noAutofit/>
          </a:bodyPr>
          <a:lstStyle/>
          <a:p>
            <a:pPr>
              <a:spcBef>
                <a:spcPts val="600"/>
              </a:spcBef>
            </a:pPr>
            <a:r>
              <a:rPr kumimoji="1" lang="ja-JP" altLang="en-US" sz="1600">
                <a:latin typeface="游ゴシック"/>
                <a:ea typeface="游ゴシック"/>
              </a:rPr>
              <a:t>貴社との会議体につきましては、以下の会議を開催し、進捗管理・各種調整作業・課題解決等を実施します。</a:t>
            </a:r>
            <a:br>
              <a:rPr kumimoji="1" lang="ja-JP" altLang="en-US" sz="1600">
                <a:latin typeface="游ゴシック"/>
                <a:ea typeface="游ゴシック"/>
              </a:rPr>
            </a:br>
            <a:r>
              <a:rPr kumimoji="1" lang="ja-JP" altLang="en-US" sz="1600">
                <a:latin typeface="游ゴシック"/>
                <a:ea typeface="游ゴシック"/>
              </a:rPr>
              <a:t>貴社との会議体は、対面会議および</a:t>
            </a:r>
            <a:r>
              <a:rPr kumimoji="1" lang="en-US" altLang="ja-JP" sz="1600">
                <a:latin typeface="游ゴシック"/>
                <a:ea typeface="游ゴシック"/>
              </a:rPr>
              <a:t>WEB</a:t>
            </a:r>
            <a:r>
              <a:rPr kumimoji="1" lang="ja-JP" altLang="en-US" sz="1600">
                <a:latin typeface="游ゴシック"/>
                <a:ea typeface="游ゴシック"/>
              </a:rPr>
              <a:t>会議を会議体の特性に応じて使い分けることとします。</a:t>
            </a:r>
            <a:br>
              <a:rPr kumimoji="1" lang="ja-JP" altLang="en-US" sz="1600">
                <a:latin typeface="游ゴシック"/>
                <a:ea typeface="游ゴシック"/>
              </a:rPr>
            </a:br>
            <a:r>
              <a:rPr kumimoji="1" lang="en-US" altLang="ja-JP" sz="1600">
                <a:latin typeface="游ゴシック"/>
                <a:ea typeface="游ゴシック"/>
              </a:rPr>
              <a:t>※WEB</a:t>
            </a:r>
            <a:r>
              <a:rPr kumimoji="1" lang="ja-JP" altLang="en-US" sz="1600">
                <a:latin typeface="游ゴシック"/>
                <a:ea typeface="游ゴシック"/>
              </a:rPr>
              <a:t>会議の予定であっても、状況に応じて対面での会議を開催します。</a:t>
            </a:r>
          </a:p>
        </p:txBody>
      </p:sp>
      <p:sp>
        <p:nvSpPr>
          <p:cNvPr id="2" name="タイトル 1">
            <a:extLst>
              <a:ext uri="{FF2B5EF4-FFF2-40B4-BE49-F238E27FC236}">
                <a16:creationId xmlns:a16="http://schemas.microsoft.com/office/drawing/2014/main" id="{3D40A12C-9F30-931E-8C17-6E6CE411BB50}"/>
              </a:ext>
            </a:extLst>
          </p:cNvPr>
          <p:cNvSpPr>
            <a:spLocks noGrp="1"/>
          </p:cNvSpPr>
          <p:nvPr>
            <p:ph type="title"/>
          </p:nvPr>
        </p:nvSpPr>
        <p:spPr/>
        <p:txBody>
          <a:bodyPr/>
          <a:lstStyle/>
          <a:p>
            <a:r>
              <a:rPr kumimoji="1" lang="en-US" altLang="ja-JP"/>
              <a:t>5-2</a:t>
            </a:r>
            <a:r>
              <a:rPr kumimoji="1" lang="ja-JP" altLang="en-US"/>
              <a:t>．会議体</a:t>
            </a:r>
          </a:p>
        </p:txBody>
      </p:sp>
      <p:sp>
        <p:nvSpPr>
          <p:cNvPr id="4" name="フッター プレースホルダー 3">
            <a:extLst>
              <a:ext uri="{FF2B5EF4-FFF2-40B4-BE49-F238E27FC236}">
                <a16:creationId xmlns:a16="http://schemas.microsoft.com/office/drawing/2014/main" id="{1E5AE909-2FDF-0F6D-E999-0F2B0C696E35}"/>
              </a:ext>
            </a:extLst>
          </p:cNvPr>
          <p:cNvSpPr>
            <a:spLocks noGrp="1"/>
          </p:cNvSpPr>
          <p:nvPr>
            <p:ph type="ftr" sz="quarter" idx="11"/>
          </p:nvPr>
        </p:nvSpPr>
        <p:spPr/>
        <p:txBody>
          <a:bodyPr/>
          <a:lstStyle/>
          <a:p>
            <a:r>
              <a:rPr lang="en-US" altLang="ja-JP"/>
              <a:t>Copyright © SystemEXE,Inc All Rights Reserved.</a:t>
            </a:r>
          </a:p>
        </p:txBody>
      </p:sp>
      <p:graphicFrame>
        <p:nvGraphicFramePr>
          <p:cNvPr id="6" name="コンテンツ プレースホルダー 6">
            <a:extLst>
              <a:ext uri="{FF2B5EF4-FFF2-40B4-BE49-F238E27FC236}">
                <a16:creationId xmlns:a16="http://schemas.microsoft.com/office/drawing/2014/main" id="{56C05D26-411D-48D1-9A94-5BD9C055A84D}"/>
              </a:ext>
            </a:extLst>
          </p:cNvPr>
          <p:cNvGraphicFramePr>
            <a:graphicFrameLocks/>
          </p:cNvGraphicFramePr>
          <p:nvPr>
            <p:extLst>
              <p:ext uri="{D42A27DB-BD31-4B8C-83A1-F6EECF244321}">
                <p14:modId xmlns:p14="http://schemas.microsoft.com/office/powerpoint/2010/main" val="2610680997"/>
              </p:ext>
            </p:extLst>
          </p:nvPr>
        </p:nvGraphicFramePr>
        <p:xfrm>
          <a:off x="575999" y="1943999"/>
          <a:ext cx="11041199" cy="3911854"/>
        </p:xfrm>
        <a:graphic>
          <a:graphicData uri="http://schemas.openxmlformats.org/drawingml/2006/table">
            <a:tbl>
              <a:tblPr firstRow="1" bandRow="1">
                <a:tableStyleId>{3B4B98B0-60AC-42C2-AFA5-B58CD77FA1E5}</a:tableStyleId>
              </a:tblPr>
              <a:tblGrid>
                <a:gridCol w="1877952">
                  <a:extLst>
                    <a:ext uri="{9D8B030D-6E8A-4147-A177-3AD203B41FA5}">
                      <a16:colId xmlns:a16="http://schemas.microsoft.com/office/drawing/2014/main" val="20000"/>
                    </a:ext>
                  </a:extLst>
                </a:gridCol>
                <a:gridCol w="1576873">
                  <a:extLst>
                    <a:ext uri="{9D8B030D-6E8A-4147-A177-3AD203B41FA5}">
                      <a16:colId xmlns:a16="http://schemas.microsoft.com/office/drawing/2014/main" val="20003"/>
                    </a:ext>
                  </a:extLst>
                </a:gridCol>
                <a:gridCol w="1082352">
                  <a:extLst>
                    <a:ext uri="{9D8B030D-6E8A-4147-A177-3AD203B41FA5}">
                      <a16:colId xmlns:a16="http://schemas.microsoft.com/office/drawing/2014/main" val="2022646445"/>
                    </a:ext>
                  </a:extLst>
                </a:gridCol>
                <a:gridCol w="821093">
                  <a:extLst>
                    <a:ext uri="{9D8B030D-6E8A-4147-A177-3AD203B41FA5}">
                      <a16:colId xmlns:a16="http://schemas.microsoft.com/office/drawing/2014/main" val="1186915876"/>
                    </a:ext>
                  </a:extLst>
                </a:gridCol>
                <a:gridCol w="5682929">
                  <a:extLst>
                    <a:ext uri="{9D8B030D-6E8A-4147-A177-3AD203B41FA5}">
                      <a16:colId xmlns:a16="http://schemas.microsoft.com/office/drawing/2014/main" val="20001"/>
                    </a:ext>
                  </a:extLst>
                </a:gridCol>
              </a:tblGrid>
              <a:tr h="418539">
                <a:tc>
                  <a:txBody>
                    <a:bodyPr/>
                    <a:lstStyle/>
                    <a:p>
                      <a:pPr algn="l"/>
                      <a:r>
                        <a:rPr kumimoji="1" lang="ja-JP" altLang="en-US" sz="1600">
                          <a:solidFill>
                            <a:schemeClr val="bg1"/>
                          </a:solidFill>
                          <a:latin typeface="游ゴシック" panose="020B0400000000000000" pitchFamily="50" charset="-128"/>
                          <a:ea typeface="游ゴシック" panose="020B0400000000000000" pitchFamily="50" charset="-128"/>
                        </a:rPr>
                        <a:t>会議名</a:t>
                      </a:r>
                      <a:endParaRPr kumimoji="1" lang="en-US" altLang="ja-JP" sz="1600" b="1">
                        <a:solidFill>
                          <a:schemeClr val="bg1"/>
                        </a:solidFill>
                        <a:latin typeface="游ゴシック" panose="020B0400000000000000" pitchFamily="50" charset="-128"/>
                        <a:ea typeface="游ゴシック" panose="020B0400000000000000" pitchFamily="50" charset="-128"/>
                      </a:endParaRPr>
                    </a:p>
                  </a:txBody>
                  <a:tcPr marL="72000" marR="72000" anchor="ctr">
                    <a:solidFill>
                      <a:schemeClr val="accent1"/>
                    </a:solidFill>
                  </a:tcPr>
                </a:tc>
                <a:tc>
                  <a:txBody>
                    <a:bodyPr/>
                    <a:lstStyle/>
                    <a:p>
                      <a:pPr algn="ctr"/>
                      <a:r>
                        <a:rPr kumimoji="1" lang="ja-JP" altLang="en-US" sz="1600">
                          <a:solidFill>
                            <a:schemeClr val="bg1"/>
                          </a:solidFill>
                          <a:latin typeface="游ゴシック" panose="020B0400000000000000" pitchFamily="50" charset="-128"/>
                          <a:ea typeface="游ゴシック" panose="020B0400000000000000" pitchFamily="50" charset="-128"/>
                        </a:rPr>
                        <a:t>開催頻度</a:t>
                      </a:r>
                      <a:endParaRPr kumimoji="1" lang="en-US" altLang="ja-JP" sz="1600" b="1">
                        <a:solidFill>
                          <a:schemeClr val="bg1"/>
                        </a:solidFill>
                        <a:latin typeface="游ゴシック" panose="020B0400000000000000" pitchFamily="50" charset="-128"/>
                        <a:ea typeface="游ゴシック" panose="020B0400000000000000" pitchFamily="50" charset="-128"/>
                      </a:endParaRPr>
                    </a:p>
                  </a:txBody>
                  <a:tcPr marL="72000" marR="72000" anchor="ctr">
                    <a:solidFill>
                      <a:schemeClr val="accent1"/>
                    </a:solidFill>
                  </a:tcPr>
                </a:tc>
                <a:tc>
                  <a:txBody>
                    <a:bodyPr/>
                    <a:lstStyle/>
                    <a:p>
                      <a:pPr algn="ctr"/>
                      <a:r>
                        <a:rPr kumimoji="1" lang="ja-JP" altLang="en-US" sz="1600">
                          <a:solidFill>
                            <a:schemeClr val="bg1"/>
                          </a:solidFill>
                          <a:latin typeface="游ゴシック" panose="020B0400000000000000" pitchFamily="50" charset="-128"/>
                          <a:ea typeface="游ゴシック" panose="020B0400000000000000" pitchFamily="50" charset="-128"/>
                        </a:rPr>
                        <a:t>会議形態</a:t>
                      </a:r>
                      <a:endParaRPr kumimoji="1" lang="en-US" altLang="ja-JP" sz="1600" b="1">
                        <a:solidFill>
                          <a:schemeClr val="bg1"/>
                        </a:solidFill>
                        <a:latin typeface="游ゴシック" panose="020B0400000000000000" pitchFamily="50" charset="-128"/>
                        <a:ea typeface="游ゴシック" panose="020B0400000000000000" pitchFamily="50" charset="-128"/>
                      </a:endParaRPr>
                    </a:p>
                  </a:txBody>
                  <a:tcPr marL="72000" marR="72000" anchor="ctr">
                    <a:solidFill>
                      <a:schemeClr val="accent1"/>
                    </a:solidFill>
                  </a:tcPr>
                </a:tc>
                <a:tc>
                  <a:txBody>
                    <a:bodyPr/>
                    <a:lstStyle/>
                    <a:p>
                      <a:pPr algn="ctr"/>
                      <a:r>
                        <a:rPr kumimoji="1" lang="ja-JP" altLang="en-US" sz="1600">
                          <a:solidFill>
                            <a:schemeClr val="bg1"/>
                          </a:solidFill>
                          <a:latin typeface="游ゴシック" panose="020B0400000000000000" pitchFamily="50" charset="-128"/>
                          <a:ea typeface="游ゴシック" panose="020B0400000000000000" pitchFamily="50" charset="-128"/>
                        </a:rPr>
                        <a:t>主催</a:t>
                      </a:r>
                      <a:endParaRPr kumimoji="1" lang="en-US" altLang="ja-JP" sz="1600" b="1">
                        <a:solidFill>
                          <a:schemeClr val="bg1"/>
                        </a:solidFill>
                        <a:latin typeface="游ゴシック" panose="020B0400000000000000" pitchFamily="50" charset="-128"/>
                        <a:ea typeface="游ゴシック" panose="020B0400000000000000" pitchFamily="50" charset="-128"/>
                      </a:endParaRPr>
                    </a:p>
                  </a:txBody>
                  <a:tcPr marL="72000" marR="72000" anchor="ctr">
                    <a:solidFill>
                      <a:schemeClr val="accent1"/>
                    </a:solidFill>
                  </a:tcPr>
                </a:tc>
                <a:tc>
                  <a:txBody>
                    <a:bodyPr/>
                    <a:lstStyle/>
                    <a:p>
                      <a:pPr algn="l"/>
                      <a:r>
                        <a:rPr kumimoji="1" lang="ja-JP" altLang="en-US" sz="1600">
                          <a:solidFill>
                            <a:schemeClr val="bg1"/>
                          </a:solidFill>
                          <a:latin typeface="游ゴシック" panose="020B0400000000000000" pitchFamily="50" charset="-128"/>
                          <a:ea typeface="游ゴシック" panose="020B0400000000000000" pitchFamily="50" charset="-128"/>
                        </a:rPr>
                        <a:t>内容</a:t>
                      </a:r>
                      <a:endParaRPr kumimoji="1" lang="en-US" altLang="ja-JP" sz="1600" b="1">
                        <a:solidFill>
                          <a:schemeClr val="bg1"/>
                        </a:solidFill>
                        <a:latin typeface="游ゴシック" panose="020B0400000000000000" pitchFamily="50" charset="-128"/>
                        <a:ea typeface="游ゴシック" panose="020B0400000000000000" pitchFamily="50" charset="-128"/>
                      </a:endParaRPr>
                    </a:p>
                  </a:txBody>
                  <a:tcPr marL="72000" marR="72000" anchor="ctr">
                    <a:solidFill>
                      <a:schemeClr val="accent1"/>
                    </a:solidFill>
                  </a:tcPr>
                </a:tc>
                <a:extLst>
                  <a:ext uri="{0D108BD9-81ED-4DB2-BD59-A6C34878D82A}">
                    <a16:rowId xmlns:a16="http://schemas.microsoft.com/office/drawing/2014/main" val="10000"/>
                  </a:ext>
                </a:extLst>
              </a:tr>
              <a:tr h="698663">
                <a:tc>
                  <a:txBody>
                    <a:bodyPr/>
                    <a:lstStyle/>
                    <a:p>
                      <a:r>
                        <a:rPr kumimoji="1" lang="ja-JP" altLang="en-US" sz="1600">
                          <a:latin typeface="游ゴシック" panose="020B0400000000000000" pitchFamily="50" charset="-128"/>
                          <a:ea typeface="游ゴシック" panose="020B0400000000000000" pitchFamily="50" charset="-128"/>
                        </a:rPr>
                        <a:t>キックオフ会議</a:t>
                      </a:r>
                      <a:endParaRPr kumimoji="1" lang="ja-JP" altLang="en-US" sz="1600" b="0">
                        <a:latin typeface="游ゴシック" panose="020B0400000000000000" pitchFamily="50" charset="-128"/>
                        <a:ea typeface="游ゴシック" panose="020B0400000000000000" pitchFamily="50" charset="-128"/>
                      </a:endParaRPr>
                    </a:p>
                  </a:txBody>
                  <a:tcPr marT="36000" marB="36000" anchor="ctr"/>
                </a:tc>
                <a:tc>
                  <a:txBody>
                    <a:bodyPr/>
                    <a:lstStyle/>
                    <a:p>
                      <a:pPr algn="ctr"/>
                      <a:r>
                        <a:rPr kumimoji="1" lang="ja-JP" altLang="en-US" sz="1600">
                          <a:latin typeface="游ゴシック" panose="020B0400000000000000" pitchFamily="50" charset="-128"/>
                          <a:ea typeface="游ゴシック" panose="020B0400000000000000" pitchFamily="50" charset="-128"/>
                        </a:rPr>
                        <a:t>プロジェクト</a:t>
                      </a:r>
                      <a:endParaRPr kumimoji="1" lang="en-US" altLang="ja-JP" sz="1600">
                        <a:latin typeface="游ゴシック" panose="020B0400000000000000" pitchFamily="50" charset="-128"/>
                        <a:ea typeface="游ゴシック" panose="020B0400000000000000" pitchFamily="50" charset="-128"/>
                      </a:endParaRPr>
                    </a:p>
                    <a:p>
                      <a:pPr algn="ctr"/>
                      <a:r>
                        <a:rPr kumimoji="1" lang="ja-JP" altLang="en-US" sz="1600">
                          <a:latin typeface="游ゴシック" panose="020B0400000000000000" pitchFamily="50" charset="-128"/>
                          <a:ea typeface="游ゴシック" panose="020B0400000000000000" pitchFamily="50" charset="-128"/>
                        </a:rPr>
                        <a:t>開始時</a:t>
                      </a:r>
                    </a:p>
                  </a:txBody>
                  <a:tcPr marL="72000" marR="72000" marT="36000" marB="3600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600">
                          <a:latin typeface="游ゴシック" panose="020B0400000000000000" pitchFamily="50" charset="-128"/>
                          <a:ea typeface="游ゴシック" panose="020B0400000000000000" pitchFamily="50" charset="-128"/>
                        </a:rPr>
                        <a:t>対面</a:t>
                      </a:r>
                    </a:p>
                  </a:txBody>
                  <a:tcPr marL="72000" marR="72000" marT="36000" marB="3600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600">
                          <a:latin typeface="游ゴシック" panose="020B0400000000000000" pitchFamily="50" charset="-128"/>
                          <a:ea typeface="游ゴシック" panose="020B0400000000000000" pitchFamily="50" charset="-128"/>
                        </a:rPr>
                        <a:t>貴社</a:t>
                      </a:r>
                    </a:p>
                  </a:txBody>
                  <a:tcPr marL="72000" marR="72000" marT="36000" marB="3600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600">
                          <a:latin typeface="游ゴシック" panose="020B0400000000000000" pitchFamily="50" charset="-128"/>
                          <a:ea typeface="游ゴシック" panose="020B0400000000000000" pitchFamily="50" charset="-128"/>
                        </a:rPr>
                        <a:t>プロジェクトの進め方、体制、成果物等の認識合わせおよび各種周知事項の共有</a:t>
                      </a:r>
                    </a:p>
                  </a:txBody>
                  <a:tcPr marL="72000" marR="72000" marT="36000" marB="36000" anchor="ctr"/>
                </a:tc>
                <a:extLst>
                  <a:ext uri="{0D108BD9-81ED-4DB2-BD59-A6C34878D82A}">
                    <a16:rowId xmlns:a16="http://schemas.microsoft.com/office/drawing/2014/main" val="51281576"/>
                  </a:ext>
                </a:extLst>
              </a:tr>
              <a:tr h="698663">
                <a:tc>
                  <a:txBody>
                    <a:bodyPr/>
                    <a:lstStyle/>
                    <a:p>
                      <a:r>
                        <a:rPr kumimoji="1" lang="ja-JP" altLang="en-US" sz="1600">
                          <a:latin typeface="游ゴシック" panose="020B0400000000000000" pitchFamily="50" charset="-128"/>
                          <a:ea typeface="游ゴシック" panose="020B0400000000000000" pitchFamily="50" charset="-128"/>
                        </a:rPr>
                        <a:t>進捗会議（定例）</a:t>
                      </a:r>
                      <a:endParaRPr kumimoji="1" lang="ja-JP" altLang="en-US" sz="1600" b="0">
                        <a:latin typeface="游ゴシック" panose="020B0400000000000000" pitchFamily="50" charset="-128"/>
                        <a:ea typeface="游ゴシック" panose="020B0400000000000000" pitchFamily="50" charset="-128"/>
                      </a:endParaRPr>
                    </a:p>
                  </a:txBody>
                  <a:tcPr marT="36000" marB="36000" anchor="ctr"/>
                </a:tc>
                <a:tc>
                  <a:txBody>
                    <a:bodyPr/>
                    <a:lstStyle/>
                    <a:p>
                      <a:pPr algn="ctr"/>
                      <a:r>
                        <a:rPr kumimoji="1" lang="ja-JP" altLang="en-US" sz="1600">
                          <a:latin typeface="游ゴシック" panose="020B0400000000000000" pitchFamily="50" charset="-128"/>
                          <a:ea typeface="游ゴシック" panose="020B0400000000000000" pitchFamily="50" charset="-128"/>
                        </a:rPr>
                        <a:t>週次</a:t>
                      </a:r>
                    </a:p>
                  </a:txBody>
                  <a:tcPr marL="72000" marR="72000" marT="36000" marB="3600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600">
                          <a:latin typeface="游ゴシック" panose="020B0400000000000000" pitchFamily="50" charset="-128"/>
                          <a:ea typeface="游ゴシック" panose="020B0400000000000000" pitchFamily="50" charset="-128"/>
                        </a:rPr>
                        <a:t>WEB</a:t>
                      </a:r>
                      <a:r>
                        <a:rPr kumimoji="1" lang="ja-JP" altLang="en-US" sz="1600">
                          <a:latin typeface="游ゴシック" panose="020B0400000000000000" pitchFamily="50" charset="-128"/>
                          <a:ea typeface="游ゴシック" panose="020B0400000000000000" pitchFamily="50" charset="-128"/>
                        </a:rPr>
                        <a:t>会議</a:t>
                      </a:r>
                    </a:p>
                  </a:txBody>
                  <a:tcPr marL="72000" marR="72000" marT="36000" marB="3600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600">
                          <a:latin typeface="游ゴシック" panose="020B0400000000000000" pitchFamily="50" charset="-128"/>
                          <a:ea typeface="游ゴシック" panose="020B0400000000000000" pitchFamily="50" charset="-128"/>
                        </a:rPr>
                        <a:t>弊社</a:t>
                      </a:r>
                    </a:p>
                  </a:txBody>
                  <a:tcPr marL="72000" marR="72000" marT="36000" marB="3600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600">
                          <a:latin typeface="游ゴシック" panose="020B0400000000000000" pitchFamily="50" charset="-128"/>
                          <a:ea typeface="游ゴシック" panose="020B0400000000000000" pitchFamily="50" charset="-128"/>
                        </a:rPr>
                        <a:t>プロジェクトの進捗状況、遅延時のリカバリ方法検討、作業予定の確認、連絡事項の周知</a:t>
                      </a:r>
                    </a:p>
                  </a:txBody>
                  <a:tcPr marL="72000" marR="72000" marT="36000" marB="36000" anchor="ctr"/>
                </a:tc>
                <a:extLst>
                  <a:ext uri="{0D108BD9-81ED-4DB2-BD59-A6C34878D82A}">
                    <a16:rowId xmlns:a16="http://schemas.microsoft.com/office/drawing/2014/main" val="10001"/>
                  </a:ext>
                </a:extLst>
              </a:tr>
              <a:tr h="698663">
                <a:tc>
                  <a:txBody>
                    <a:bodyPr/>
                    <a:lstStyle/>
                    <a:p>
                      <a:r>
                        <a:rPr kumimoji="1" lang="ja-JP" altLang="en-US" sz="1600">
                          <a:latin typeface="游ゴシック" panose="020B0400000000000000" pitchFamily="50" charset="-128"/>
                          <a:ea typeface="游ゴシック" panose="020B0400000000000000" pitchFamily="50" charset="-128"/>
                        </a:rPr>
                        <a:t>課題検討会議</a:t>
                      </a:r>
                      <a:endParaRPr kumimoji="1" lang="ja-JP" altLang="en-US" sz="1600" b="0">
                        <a:latin typeface="游ゴシック" panose="020B0400000000000000" pitchFamily="50" charset="-128"/>
                        <a:ea typeface="游ゴシック" panose="020B0400000000000000" pitchFamily="50" charset="-128"/>
                      </a:endParaRPr>
                    </a:p>
                  </a:txBody>
                  <a:tcPr marT="36000" marB="3600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600">
                          <a:latin typeface="游ゴシック" panose="020B0400000000000000" pitchFamily="50" charset="-128"/>
                          <a:ea typeface="游ゴシック" panose="020B0400000000000000" pitchFamily="50" charset="-128"/>
                        </a:rPr>
                        <a:t>週次</a:t>
                      </a:r>
                      <a:endParaRPr kumimoji="1" lang="en-US" altLang="ja-JP" sz="1600">
                        <a:latin typeface="游ゴシック" panose="020B0400000000000000" pitchFamily="50" charset="-128"/>
                        <a:ea typeface="游ゴシック" panose="020B0400000000000000" pitchFamily="50" charset="-128"/>
                      </a:endParaRPr>
                    </a:p>
                  </a:txBody>
                  <a:tcPr marL="72000" marR="72000" marT="36000" marB="3600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1600">
                          <a:latin typeface="游ゴシック" panose="020B0400000000000000" pitchFamily="50" charset="-128"/>
                          <a:ea typeface="游ゴシック" panose="020B0400000000000000" pitchFamily="50" charset="-128"/>
                        </a:rPr>
                        <a:t>WEB</a:t>
                      </a:r>
                      <a:r>
                        <a:rPr kumimoji="1" lang="ja-JP" altLang="en-US" sz="1600">
                          <a:latin typeface="游ゴシック" panose="020B0400000000000000" pitchFamily="50" charset="-128"/>
                          <a:ea typeface="游ゴシック" panose="020B0400000000000000" pitchFamily="50" charset="-128"/>
                        </a:rPr>
                        <a:t>会議</a:t>
                      </a:r>
                    </a:p>
                  </a:txBody>
                  <a:tcPr marL="72000" marR="72000" marT="36000" marB="3600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600">
                          <a:latin typeface="游ゴシック" panose="020B0400000000000000" pitchFamily="50" charset="-128"/>
                          <a:ea typeface="游ゴシック" panose="020B0400000000000000" pitchFamily="50" charset="-128"/>
                        </a:rPr>
                        <a:t>弊社</a:t>
                      </a:r>
                    </a:p>
                  </a:txBody>
                  <a:tcPr marL="72000" marR="72000" marT="36000" marB="36000"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600">
                          <a:latin typeface="游ゴシック" panose="020B0400000000000000" pitchFamily="50" charset="-128"/>
                          <a:ea typeface="游ゴシック" panose="020B0400000000000000" pitchFamily="50" charset="-128"/>
                        </a:rPr>
                        <a:t>各種課題の検討</a:t>
                      </a:r>
                      <a:r>
                        <a:rPr kumimoji="1" lang="en-US" altLang="ja-JP" sz="1600">
                          <a:latin typeface="游ゴシック" panose="020B0400000000000000" pitchFamily="50" charset="-128"/>
                          <a:ea typeface="游ゴシック" panose="020B0400000000000000" pitchFamily="50" charset="-128"/>
                        </a:rPr>
                        <a:t>/</a:t>
                      </a:r>
                      <a:r>
                        <a:rPr kumimoji="1" lang="ja-JP" altLang="en-US" sz="1600">
                          <a:latin typeface="游ゴシック" panose="020B0400000000000000" pitchFamily="50" charset="-128"/>
                          <a:ea typeface="游ゴシック" panose="020B0400000000000000" pitchFamily="50" charset="-128"/>
                        </a:rPr>
                        <a:t>解決、リスクの把握</a:t>
                      </a:r>
                      <a:r>
                        <a:rPr kumimoji="1" lang="en-US" altLang="ja-JP" sz="1600">
                          <a:latin typeface="游ゴシック" panose="020B0400000000000000" pitchFamily="50" charset="-128"/>
                          <a:ea typeface="游ゴシック" panose="020B0400000000000000" pitchFamily="50" charset="-128"/>
                        </a:rPr>
                        <a:t>/</a:t>
                      </a:r>
                      <a:r>
                        <a:rPr kumimoji="1" lang="ja-JP" altLang="en-US" sz="1600">
                          <a:latin typeface="游ゴシック" panose="020B0400000000000000" pitchFamily="50" charset="-128"/>
                          <a:ea typeface="游ゴシック" panose="020B0400000000000000" pitchFamily="50" charset="-128"/>
                        </a:rPr>
                        <a:t>対応方法検討</a:t>
                      </a:r>
                      <a:endParaRPr kumimoji="1" lang="en-US" altLang="ja-JP" sz="1600">
                        <a:latin typeface="游ゴシック" panose="020B0400000000000000" pitchFamily="50" charset="-128"/>
                        <a:ea typeface="游ゴシック" panose="020B0400000000000000"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600">
                          <a:latin typeface="游ゴシック" panose="020B0400000000000000" pitchFamily="50" charset="-128"/>
                          <a:ea typeface="游ゴシック" panose="020B0400000000000000" pitchFamily="50" charset="-128"/>
                        </a:rPr>
                        <a:t>※</a:t>
                      </a:r>
                      <a:r>
                        <a:rPr kumimoji="1" lang="ja-JP" altLang="en-US" sz="1600">
                          <a:latin typeface="游ゴシック" panose="020B0400000000000000" pitchFamily="50" charset="-128"/>
                          <a:ea typeface="游ゴシック" panose="020B0400000000000000" pitchFamily="50" charset="-128"/>
                        </a:rPr>
                        <a:t> 進捗会議と同時開催</a:t>
                      </a:r>
                    </a:p>
                  </a:txBody>
                  <a:tcPr marL="72000" marR="72000" marT="36000" marB="36000" anchor="ctr"/>
                </a:tc>
                <a:extLst>
                  <a:ext uri="{0D108BD9-81ED-4DB2-BD59-A6C34878D82A}">
                    <a16:rowId xmlns:a16="http://schemas.microsoft.com/office/drawing/2014/main" val="1929609212"/>
                  </a:ext>
                </a:extLst>
              </a:tr>
              <a:tr h="698663">
                <a:tc>
                  <a:txBody>
                    <a:bodyPr/>
                    <a:lstStyle/>
                    <a:p>
                      <a:r>
                        <a:rPr kumimoji="1" lang="ja-JP" altLang="en-US" sz="1600">
                          <a:latin typeface="游ゴシック" panose="020B0400000000000000" pitchFamily="50" charset="-128"/>
                          <a:ea typeface="游ゴシック" panose="020B0400000000000000" pitchFamily="50" charset="-128"/>
                        </a:rPr>
                        <a:t>レビュー会議</a:t>
                      </a:r>
                      <a:endParaRPr kumimoji="1" lang="ja-JP" altLang="en-US" sz="1600" b="0">
                        <a:latin typeface="游ゴシック" panose="020B0400000000000000" pitchFamily="50" charset="-128"/>
                        <a:ea typeface="游ゴシック" panose="020B0400000000000000" pitchFamily="50" charset="-128"/>
                      </a:endParaRPr>
                    </a:p>
                  </a:txBody>
                  <a:tcPr marT="36000" marB="3600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600">
                          <a:latin typeface="游ゴシック" panose="020B0400000000000000" pitchFamily="50" charset="-128"/>
                          <a:ea typeface="游ゴシック" panose="020B0400000000000000" pitchFamily="50" charset="-128"/>
                        </a:rPr>
                        <a:t>各工程</a:t>
                      </a:r>
                      <a:endParaRPr kumimoji="1" lang="en-US" altLang="ja-JP" sz="1600">
                        <a:latin typeface="游ゴシック" panose="020B0400000000000000" pitchFamily="50" charset="-128"/>
                        <a:ea typeface="游ゴシック" panose="020B0400000000000000" pitchFamily="50" charset="-128"/>
                      </a:endParaRPr>
                    </a:p>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600">
                          <a:latin typeface="游ゴシック" panose="020B0400000000000000" pitchFamily="50" charset="-128"/>
                          <a:ea typeface="游ゴシック" panose="020B0400000000000000" pitchFamily="50" charset="-128"/>
                        </a:rPr>
                        <a:t>完了時</a:t>
                      </a:r>
                    </a:p>
                  </a:txBody>
                  <a:tcPr marL="72000" marR="72000" marT="36000" marB="36000" anchor="ctr"/>
                </a:tc>
                <a:tc>
                  <a:txBody>
                    <a:bodyPr/>
                    <a:lstStyle/>
                    <a:p>
                      <a:pPr marL="0" marR="0" lvl="0" indent="0" algn="ctr" defTabSz="914400">
                        <a:lnSpc>
                          <a:spcPct val="100000"/>
                        </a:lnSpc>
                        <a:spcBef>
                          <a:spcPts val="0"/>
                        </a:spcBef>
                        <a:spcAft>
                          <a:spcPts val="0"/>
                        </a:spcAft>
                        <a:buNone/>
                        <a:tabLst/>
                        <a:defRPr/>
                      </a:pPr>
                      <a:r>
                        <a:rPr lang="en-US" altLang="ja-JP" sz="1600" b="0" i="0" u="none" strike="noStrike" noProof="0">
                          <a:solidFill>
                            <a:srgbClr val="000000"/>
                          </a:solidFill>
                          <a:latin typeface="游ゴシック"/>
                        </a:rPr>
                        <a:t>WEB</a:t>
                      </a:r>
                      <a:r>
                        <a:rPr lang="ja-JP" sz="1600" b="0" i="0" u="none" strike="noStrike" noProof="0">
                          <a:solidFill>
                            <a:srgbClr val="000000"/>
                          </a:solidFill>
                          <a:latin typeface="游ゴシック"/>
                          <a:ea typeface="游ゴシック"/>
                        </a:rPr>
                        <a:t>会議</a:t>
                      </a:r>
                      <a:endParaRPr kumimoji="1" lang="ja-JP" altLang="en-US" sz="1600">
                        <a:latin typeface="游ゴシック" panose="020B0400000000000000" pitchFamily="50" charset="-128"/>
                        <a:ea typeface="游ゴシック" panose="020B0400000000000000" pitchFamily="50" charset="-128"/>
                      </a:endParaRPr>
                    </a:p>
                  </a:txBody>
                  <a:tcPr marL="72000" marR="72000" marT="36000" marB="3600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600">
                          <a:latin typeface="游ゴシック" panose="020B0400000000000000" pitchFamily="50" charset="-128"/>
                          <a:ea typeface="游ゴシック" panose="020B0400000000000000" pitchFamily="50" charset="-128"/>
                        </a:rPr>
                        <a:t>弊社</a:t>
                      </a:r>
                    </a:p>
                  </a:txBody>
                  <a:tcPr marL="72000" marR="72000" marT="36000" marB="36000"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ja-JP" altLang="en-US" sz="1600">
                          <a:latin typeface="游ゴシック"/>
                          <a:ea typeface="游ゴシック"/>
                        </a:rPr>
                        <a:t>各</a:t>
                      </a:r>
                      <a:r>
                        <a:rPr kumimoji="1" lang="ja-JP" altLang="en-US" sz="1600">
                          <a:latin typeface="游ゴシック"/>
                          <a:ea typeface="游ゴシック"/>
                        </a:rPr>
                        <a:t>工程のレビューおよび工程完了判定</a:t>
                      </a:r>
                    </a:p>
                  </a:txBody>
                  <a:tcPr marL="72000" marR="72000" marT="36000" marB="36000" anchor="ctr"/>
                </a:tc>
                <a:extLst>
                  <a:ext uri="{0D108BD9-81ED-4DB2-BD59-A6C34878D82A}">
                    <a16:rowId xmlns:a16="http://schemas.microsoft.com/office/drawing/2014/main" val="4056392115"/>
                  </a:ext>
                </a:extLst>
              </a:tr>
              <a:tr h="698663">
                <a:tc>
                  <a:txBody>
                    <a:bodyPr/>
                    <a:lstStyle/>
                    <a:p>
                      <a:r>
                        <a:rPr kumimoji="1" lang="ja-JP" altLang="en-US" sz="1600">
                          <a:latin typeface="游ゴシック"/>
                          <a:ea typeface="游ゴシック"/>
                        </a:rPr>
                        <a:t>要件</a:t>
                      </a:r>
                      <a:r>
                        <a:rPr lang="ja-JP" altLang="en-US" sz="1600">
                          <a:latin typeface="游ゴシック"/>
                          <a:ea typeface="游ゴシック"/>
                        </a:rPr>
                        <a:t>検討</a:t>
                      </a:r>
                      <a:r>
                        <a:rPr kumimoji="1" lang="ja-JP" altLang="en-US" sz="1600">
                          <a:latin typeface="游ゴシック"/>
                          <a:ea typeface="游ゴシック"/>
                        </a:rPr>
                        <a:t>会議</a:t>
                      </a:r>
                      <a:endParaRPr kumimoji="1" lang="en-US" altLang="ja-JP" sz="1600" b="0">
                        <a:latin typeface="游ゴシック"/>
                        <a:ea typeface="游ゴシック"/>
                      </a:endParaRPr>
                    </a:p>
                  </a:txBody>
                  <a:tcPr marT="36000" marB="36000" anchor="ctr"/>
                </a:tc>
                <a:tc>
                  <a:txBody>
                    <a:bodyPr/>
                    <a:lstStyle/>
                    <a:p>
                      <a:pPr algn="ctr"/>
                      <a:r>
                        <a:rPr lang="ja-JP" altLang="en-US" sz="1600">
                          <a:latin typeface="游ゴシック"/>
                          <a:ea typeface="游ゴシック"/>
                        </a:rPr>
                        <a:t>週2回～</a:t>
                      </a:r>
                      <a:endParaRPr kumimoji="1" lang="en-US" altLang="ja-JP" sz="1600">
                        <a:latin typeface="游ゴシック"/>
                        <a:ea typeface="游ゴシック"/>
                      </a:endParaRPr>
                    </a:p>
                  </a:txBody>
                  <a:tcPr marL="72000" marR="72000" marT="36000" marB="3600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600">
                          <a:latin typeface="游ゴシック" panose="020B0400000000000000" pitchFamily="50" charset="-128"/>
                          <a:ea typeface="游ゴシック" panose="020B0400000000000000" pitchFamily="50" charset="-128"/>
                        </a:rPr>
                        <a:t>WEB</a:t>
                      </a:r>
                      <a:r>
                        <a:rPr kumimoji="1" lang="ja-JP" altLang="en-US" sz="1600">
                          <a:latin typeface="游ゴシック" panose="020B0400000000000000" pitchFamily="50" charset="-128"/>
                          <a:ea typeface="游ゴシック" panose="020B0400000000000000" pitchFamily="50" charset="-128"/>
                        </a:rPr>
                        <a:t>会議</a:t>
                      </a:r>
                    </a:p>
                  </a:txBody>
                  <a:tcPr marL="72000" marR="72000" marT="36000" marB="36000" anchor="ctr"/>
                </a:tc>
                <a:tc>
                  <a:txBody>
                    <a:bodyPr/>
                    <a:lstStyle/>
                    <a:p>
                      <a:pPr algn="ctr"/>
                      <a:r>
                        <a:rPr kumimoji="1" lang="ja-JP" altLang="en-US" sz="1600">
                          <a:latin typeface="游ゴシック" panose="020B0400000000000000" pitchFamily="50" charset="-128"/>
                          <a:ea typeface="游ゴシック" panose="020B0400000000000000" pitchFamily="50" charset="-128"/>
                        </a:rPr>
                        <a:t>弊社</a:t>
                      </a:r>
                      <a:endParaRPr kumimoji="1" lang="en-US" altLang="ja-JP" sz="1600">
                        <a:latin typeface="游ゴシック" panose="020B0400000000000000" pitchFamily="50" charset="-128"/>
                        <a:ea typeface="游ゴシック" panose="020B0400000000000000" pitchFamily="50" charset="-128"/>
                      </a:endParaRPr>
                    </a:p>
                  </a:txBody>
                  <a:tcPr marL="72000" marR="72000" marT="36000" marB="36000" anchor="ctr"/>
                </a:tc>
                <a:tc>
                  <a:txBody>
                    <a:bodyPr/>
                    <a:lstStyle/>
                    <a:p>
                      <a:pPr algn="l"/>
                      <a:r>
                        <a:rPr lang="ja-JP" altLang="en-US" sz="1600" dirty="0">
                          <a:latin typeface="游ゴシック"/>
                          <a:ea typeface="游ゴシック"/>
                        </a:rPr>
                        <a:t>不足事項の整理および確認</a:t>
                      </a:r>
                    </a:p>
                    <a:p>
                      <a:pPr lvl="0" algn="l">
                        <a:buNone/>
                      </a:pPr>
                      <a:r>
                        <a:rPr lang="ja-JP" altLang="en-US" sz="1600" dirty="0">
                          <a:latin typeface="游ゴシック"/>
                          <a:ea typeface="游ゴシック"/>
                        </a:rPr>
                        <a:t>業務ヒアリング・業務フロー確認</a:t>
                      </a:r>
                    </a:p>
                  </a:txBody>
                  <a:tcPr marL="72000" marR="72000" marT="36000" marB="36000" anchor="ctr"/>
                </a:tc>
                <a:extLst>
                  <a:ext uri="{0D108BD9-81ED-4DB2-BD59-A6C34878D82A}">
                    <a16:rowId xmlns:a16="http://schemas.microsoft.com/office/drawing/2014/main" val="3243259142"/>
                  </a:ext>
                </a:extLst>
              </a:tr>
            </a:tbl>
          </a:graphicData>
        </a:graphic>
      </p:graphicFrame>
      <p:sp>
        <p:nvSpPr>
          <p:cNvPr id="3" name="スライド番号プレースホルダー 3">
            <a:extLst>
              <a:ext uri="{FF2B5EF4-FFF2-40B4-BE49-F238E27FC236}">
                <a16:creationId xmlns:a16="http://schemas.microsoft.com/office/drawing/2014/main" id="{BED8B74D-CC1A-608A-0716-5953B94A2ECB}"/>
              </a:ext>
            </a:extLst>
          </p:cNvPr>
          <p:cNvSpPr>
            <a:spLocks noGrp="1"/>
          </p:cNvSpPr>
          <p:nvPr>
            <p:ph type="sldNum" sz="quarter" idx="12"/>
          </p:nvPr>
        </p:nvSpPr>
        <p:spPr>
          <a:xfrm>
            <a:off x="10752000" y="6552000"/>
            <a:ext cx="1440000" cy="216000"/>
          </a:xfrm>
        </p:spPr>
        <p:txBody>
          <a:bodyPr/>
          <a:lstStyle/>
          <a:p>
            <a:fld id="{26CA5134-5AAC-D342-B763-43605FECB385}" type="slidenum">
              <a:rPr kumimoji="1" lang="ja-JP" altLang="en-US" smtClean="0"/>
              <a:pPr/>
              <a:t>23</a:t>
            </a:fld>
            <a:endParaRPr kumimoji="1" lang="ja-JP" altLang="en-US" sz="700"/>
          </a:p>
        </p:txBody>
      </p:sp>
    </p:spTree>
    <p:extLst>
      <p:ext uri="{BB962C8B-B14F-4D97-AF65-F5344CB8AC3E}">
        <p14:creationId xmlns:p14="http://schemas.microsoft.com/office/powerpoint/2010/main" val="223853840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スライド番号プレースホルダー 2">
            <a:extLst>
              <a:ext uri="{FF2B5EF4-FFF2-40B4-BE49-F238E27FC236}">
                <a16:creationId xmlns:a16="http://schemas.microsoft.com/office/drawing/2014/main" id="{E93E2A98-2CF7-5746-7BF4-3F6C444BF4DA}"/>
              </a:ext>
            </a:extLst>
          </p:cNvPr>
          <p:cNvSpPr>
            <a:spLocks noGrp="1"/>
          </p:cNvSpPr>
          <p:nvPr>
            <p:ph type="sldNum" sz="quarter" idx="12"/>
          </p:nvPr>
        </p:nvSpPr>
        <p:spPr/>
        <p:txBody>
          <a:bodyPr/>
          <a:lstStyle/>
          <a:p>
            <a:fld id="{26CA5134-5AAC-D342-B763-43605FECB385}" type="slidenum">
              <a:rPr kumimoji="1" lang="ja-JP" altLang="en-US" smtClean="0"/>
              <a:pPr/>
              <a:t>24</a:t>
            </a:fld>
            <a:endParaRPr kumimoji="1" lang="ja-JP" altLang="en-US" sz="700"/>
          </a:p>
        </p:txBody>
      </p:sp>
      <p:sp>
        <p:nvSpPr>
          <p:cNvPr id="4" name="タイトル 3">
            <a:extLst>
              <a:ext uri="{FF2B5EF4-FFF2-40B4-BE49-F238E27FC236}">
                <a16:creationId xmlns:a16="http://schemas.microsoft.com/office/drawing/2014/main" id="{84B2FBBA-A240-1E79-8DB3-B0E6776D446E}"/>
              </a:ext>
            </a:extLst>
          </p:cNvPr>
          <p:cNvSpPr>
            <a:spLocks noGrp="1"/>
          </p:cNvSpPr>
          <p:nvPr>
            <p:ph type="title"/>
          </p:nvPr>
        </p:nvSpPr>
        <p:spPr/>
        <p:txBody>
          <a:bodyPr/>
          <a:lstStyle/>
          <a:p>
            <a:r>
              <a:rPr kumimoji="1" lang="ja-JP" altLang="en-US" dirty="0"/>
              <a:t>品質マネジメント計画</a:t>
            </a:r>
          </a:p>
        </p:txBody>
      </p:sp>
      <p:sp>
        <p:nvSpPr>
          <p:cNvPr id="5" name="フッター プレースホルダー 3">
            <a:extLst>
              <a:ext uri="{FF2B5EF4-FFF2-40B4-BE49-F238E27FC236}">
                <a16:creationId xmlns:a16="http://schemas.microsoft.com/office/drawing/2014/main" id="{9A623FB7-A469-72BC-5CC6-6DC927C85B22}"/>
              </a:ext>
            </a:extLst>
          </p:cNvPr>
          <p:cNvSpPr>
            <a:spLocks noGrp="1"/>
          </p:cNvSpPr>
          <p:nvPr>
            <p:ph type="ftr" sz="quarter" idx="11"/>
          </p:nvPr>
        </p:nvSpPr>
        <p:spPr>
          <a:xfrm>
            <a:off x="3036000" y="6552000"/>
            <a:ext cx="6120000" cy="216000"/>
          </a:xfrm>
        </p:spPr>
        <p:txBody>
          <a:bodyPr/>
          <a:lstStyle/>
          <a:p>
            <a:r>
              <a:rPr lang="en-US" altLang="ja-JP" dirty="0"/>
              <a:t>Copyright © </a:t>
            </a:r>
            <a:r>
              <a:rPr lang="en-US" altLang="ja-JP" dirty="0" err="1"/>
              <a:t>SystemEXE,Inc</a:t>
            </a:r>
            <a:r>
              <a:rPr lang="en-US" altLang="ja-JP" dirty="0"/>
              <a:t> All Rights Reserved.</a:t>
            </a:r>
          </a:p>
        </p:txBody>
      </p:sp>
    </p:spTree>
    <p:extLst>
      <p:ext uri="{BB962C8B-B14F-4D97-AF65-F5344CB8AC3E}">
        <p14:creationId xmlns:p14="http://schemas.microsoft.com/office/powerpoint/2010/main" val="417502238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6B26A8-7EF9-6E61-68E5-E3D8929F4F0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1F128C7-1744-1092-FCB7-340BFA8674B9}"/>
              </a:ext>
            </a:extLst>
          </p:cNvPr>
          <p:cNvSpPr>
            <a:spLocks noGrp="1"/>
          </p:cNvSpPr>
          <p:nvPr>
            <p:ph type="title"/>
          </p:nvPr>
        </p:nvSpPr>
        <p:spPr/>
        <p:txBody>
          <a:bodyPr/>
          <a:lstStyle/>
          <a:p>
            <a:r>
              <a:rPr kumimoji="1" lang="en-US" altLang="ja-JP" dirty="0"/>
              <a:t>6-1</a:t>
            </a:r>
            <a:r>
              <a:rPr lang="ja-JP" altLang="en-US" dirty="0"/>
              <a:t>．</a:t>
            </a:r>
            <a:r>
              <a:rPr kumimoji="1" lang="ja-JP" altLang="en-US" dirty="0"/>
              <a:t>「出光開発標準」への理解</a:t>
            </a:r>
          </a:p>
        </p:txBody>
      </p:sp>
      <p:sp>
        <p:nvSpPr>
          <p:cNvPr id="4" name="フッター プレースホルダー 3">
            <a:extLst>
              <a:ext uri="{FF2B5EF4-FFF2-40B4-BE49-F238E27FC236}">
                <a16:creationId xmlns:a16="http://schemas.microsoft.com/office/drawing/2014/main" id="{598D718A-D137-0130-4161-0399D4040646}"/>
              </a:ext>
            </a:extLst>
          </p:cNvPr>
          <p:cNvSpPr>
            <a:spLocks noGrp="1"/>
          </p:cNvSpPr>
          <p:nvPr>
            <p:ph type="ftr" sz="quarter" idx="11"/>
          </p:nvPr>
        </p:nvSpPr>
        <p:spPr/>
        <p:txBody>
          <a:bodyPr/>
          <a:lstStyle/>
          <a:p>
            <a:r>
              <a:rPr lang="en-US" altLang="ja-JP"/>
              <a:t>Copyright © SystemEXE,Inc All Rights Reserved.</a:t>
            </a:r>
          </a:p>
        </p:txBody>
      </p:sp>
      <p:sp>
        <p:nvSpPr>
          <p:cNvPr id="3" name="スライド番号プレースホルダー 3">
            <a:extLst>
              <a:ext uri="{FF2B5EF4-FFF2-40B4-BE49-F238E27FC236}">
                <a16:creationId xmlns:a16="http://schemas.microsoft.com/office/drawing/2014/main" id="{925F3607-FB6A-73A3-0EA0-FD6DEE1853D2}"/>
              </a:ext>
            </a:extLst>
          </p:cNvPr>
          <p:cNvSpPr>
            <a:spLocks noGrp="1"/>
          </p:cNvSpPr>
          <p:nvPr>
            <p:ph type="sldNum" sz="quarter" idx="12"/>
          </p:nvPr>
        </p:nvSpPr>
        <p:spPr>
          <a:xfrm>
            <a:off x="10752000" y="6552000"/>
            <a:ext cx="1440000" cy="216000"/>
          </a:xfrm>
        </p:spPr>
        <p:txBody>
          <a:bodyPr/>
          <a:lstStyle/>
          <a:p>
            <a:fld id="{26CA5134-5AAC-D342-B763-43605FECB385}" type="slidenum">
              <a:rPr kumimoji="1" lang="ja-JP" altLang="en-US" smtClean="0"/>
              <a:pPr/>
              <a:t>25</a:t>
            </a:fld>
            <a:endParaRPr kumimoji="1" lang="ja-JP" altLang="en-US" sz="700" dirty="0"/>
          </a:p>
        </p:txBody>
      </p:sp>
      <p:sp>
        <p:nvSpPr>
          <p:cNvPr id="5" name="テキスト ボックス 4">
            <a:extLst>
              <a:ext uri="{FF2B5EF4-FFF2-40B4-BE49-F238E27FC236}">
                <a16:creationId xmlns:a16="http://schemas.microsoft.com/office/drawing/2014/main" id="{7D622E5B-89DC-35A1-58EE-F1C02E8F5E0F}"/>
              </a:ext>
            </a:extLst>
          </p:cNvPr>
          <p:cNvSpPr txBox="1"/>
          <p:nvPr/>
        </p:nvSpPr>
        <p:spPr>
          <a:xfrm>
            <a:off x="668867" y="837968"/>
            <a:ext cx="10948333" cy="830997"/>
          </a:xfrm>
          <a:prstGeom prst="rect">
            <a:avLst/>
          </a:prstGeom>
          <a:noFill/>
        </p:spPr>
        <p:txBody>
          <a:bodyPr wrap="square">
            <a:spAutoFit/>
          </a:bodyPr>
          <a:lstStyle/>
          <a:p>
            <a:r>
              <a:rPr lang="ja-JP" altLang="en-US" sz="1600">
                <a:latin typeface="+mn-ea"/>
              </a:rPr>
              <a:t>貴社業務に多数携わっておりますので、そこで培った貴社の「出光開発標準」に即した開発モデルにてシステムを構築いたします。</a:t>
            </a:r>
            <a:endParaRPr lang="en-US" altLang="ja-JP" sz="1600">
              <a:latin typeface="+mn-ea"/>
            </a:endParaRPr>
          </a:p>
          <a:p>
            <a:r>
              <a:rPr lang="ja-JP" altLang="en-US" sz="1600">
                <a:solidFill>
                  <a:srgbClr val="000000"/>
                </a:solidFill>
                <a:latin typeface="游ゴシック" panose="020B0400000000000000" pitchFamily="50" charset="-128"/>
                <a:ea typeface="游ゴシック" panose="020B0400000000000000" pitchFamily="50" charset="-128"/>
              </a:rPr>
              <a:t>貴社・弊社の両社において開発の最終目的とそこに至るまでの確認内容を明確にし、プロジェクトを進めます。</a:t>
            </a:r>
          </a:p>
        </p:txBody>
      </p:sp>
      <p:sp>
        <p:nvSpPr>
          <p:cNvPr id="7" name="角丸四角形 8">
            <a:extLst>
              <a:ext uri="{FF2B5EF4-FFF2-40B4-BE49-F238E27FC236}">
                <a16:creationId xmlns:a16="http://schemas.microsoft.com/office/drawing/2014/main" id="{05C33CA4-FA3D-49AB-D2AF-81E960F3C43C}"/>
              </a:ext>
            </a:extLst>
          </p:cNvPr>
          <p:cNvSpPr/>
          <p:nvPr/>
        </p:nvSpPr>
        <p:spPr>
          <a:xfrm>
            <a:off x="783798" y="1804266"/>
            <a:ext cx="2546156" cy="576000"/>
          </a:xfrm>
          <a:prstGeom prst="roundRect">
            <a:avLst>
              <a:gd name="adj" fmla="val 11024"/>
            </a:avLst>
          </a:prstGeom>
          <a:solidFill>
            <a:schemeClr val="accent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r>
              <a:rPr lang="ja-JP" altLang="en-US" b="1">
                <a:latin typeface="游ゴシック" panose="020B0400000000000000" pitchFamily="50" charset="-128"/>
                <a:ea typeface="游ゴシック" panose="020B0400000000000000" pitchFamily="50" charset="-128"/>
              </a:rPr>
              <a:t>目的・成果物の明確化</a:t>
            </a:r>
            <a:endParaRPr kumimoji="1" lang="ja-JP" altLang="en-US" b="1">
              <a:latin typeface="游ゴシック" panose="020B0400000000000000" pitchFamily="50" charset="-128"/>
              <a:ea typeface="游ゴシック" panose="020B0400000000000000" pitchFamily="50" charset="-128"/>
            </a:endParaRPr>
          </a:p>
        </p:txBody>
      </p:sp>
      <p:sp>
        <p:nvSpPr>
          <p:cNvPr id="8" name="角丸四角形 9">
            <a:extLst>
              <a:ext uri="{FF2B5EF4-FFF2-40B4-BE49-F238E27FC236}">
                <a16:creationId xmlns:a16="http://schemas.microsoft.com/office/drawing/2014/main" id="{B6E7E130-71A4-243F-CDEF-4325FA41E596}"/>
              </a:ext>
            </a:extLst>
          </p:cNvPr>
          <p:cNvSpPr/>
          <p:nvPr/>
        </p:nvSpPr>
        <p:spPr>
          <a:xfrm>
            <a:off x="8861260" y="1804266"/>
            <a:ext cx="2546156" cy="576000"/>
          </a:xfrm>
          <a:prstGeom prst="roundRect">
            <a:avLst>
              <a:gd name="adj" fmla="val 11024"/>
            </a:avLst>
          </a:prstGeom>
          <a:solidFill>
            <a:schemeClr val="accent6"/>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r>
              <a:rPr lang="ja-JP" altLang="en-US" b="1">
                <a:latin typeface="游ゴシック" panose="020B0400000000000000" pitchFamily="50" charset="-128"/>
                <a:ea typeface="游ゴシック" panose="020B0400000000000000" pitchFamily="50" charset="-128"/>
              </a:rPr>
              <a:t>工程完了基準の統一</a:t>
            </a:r>
            <a:endParaRPr kumimoji="1" lang="ja-JP" altLang="en-US" b="1">
              <a:latin typeface="游ゴシック" panose="020B0400000000000000" pitchFamily="50" charset="-128"/>
              <a:ea typeface="游ゴシック" panose="020B0400000000000000" pitchFamily="50" charset="-128"/>
            </a:endParaRPr>
          </a:p>
        </p:txBody>
      </p:sp>
      <p:sp>
        <p:nvSpPr>
          <p:cNvPr id="10" name="角丸四角形 10">
            <a:extLst>
              <a:ext uri="{FF2B5EF4-FFF2-40B4-BE49-F238E27FC236}">
                <a16:creationId xmlns:a16="http://schemas.microsoft.com/office/drawing/2014/main" id="{EBBC2442-6D5B-F5F8-64AB-6DA47E79FAC6}"/>
              </a:ext>
            </a:extLst>
          </p:cNvPr>
          <p:cNvSpPr/>
          <p:nvPr/>
        </p:nvSpPr>
        <p:spPr>
          <a:xfrm>
            <a:off x="3476286" y="1804266"/>
            <a:ext cx="2546156" cy="576000"/>
          </a:xfrm>
          <a:prstGeom prst="roundRect">
            <a:avLst>
              <a:gd name="adj" fmla="val 11024"/>
            </a:avLst>
          </a:prstGeom>
          <a:solidFill>
            <a:schemeClr val="accent2"/>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r>
              <a:rPr lang="ja-JP" altLang="en-US" b="1">
                <a:latin typeface="游ゴシック" panose="020B0400000000000000" pitchFamily="50" charset="-128"/>
                <a:ea typeface="游ゴシック" panose="020B0400000000000000" pitchFamily="50" charset="-128"/>
              </a:rPr>
              <a:t>作業漏れの防止</a:t>
            </a:r>
            <a:endParaRPr kumimoji="1" lang="ja-JP" altLang="en-US" b="1">
              <a:latin typeface="游ゴシック" panose="020B0400000000000000" pitchFamily="50" charset="-128"/>
              <a:ea typeface="游ゴシック" panose="020B0400000000000000" pitchFamily="50" charset="-128"/>
            </a:endParaRPr>
          </a:p>
        </p:txBody>
      </p:sp>
      <p:sp>
        <p:nvSpPr>
          <p:cNvPr id="11" name="角丸四角形 11">
            <a:extLst>
              <a:ext uri="{FF2B5EF4-FFF2-40B4-BE49-F238E27FC236}">
                <a16:creationId xmlns:a16="http://schemas.microsoft.com/office/drawing/2014/main" id="{6FD8CDD2-5151-1FB9-CDF7-087128A69DAA}"/>
              </a:ext>
            </a:extLst>
          </p:cNvPr>
          <p:cNvSpPr/>
          <p:nvPr/>
        </p:nvSpPr>
        <p:spPr>
          <a:xfrm>
            <a:off x="6168773" y="1804266"/>
            <a:ext cx="2546156" cy="576000"/>
          </a:xfrm>
          <a:prstGeom prst="roundRect">
            <a:avLst>
              <a:gd name="adj" fmla="val 11024"/>
            </a:avLst>
          </a:prstGeom>
          <a:solidFill>
            <a:schemeClr val="accent4"/>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r>
              <a:rPr lang="ja-JP" altLang="en-US" b="1">
                <a:latin typeface="游ゴシック" panose="020B0400000000000000" pitchFamily="50" charset="-128"/>
                <a:ea typeface="游ゴシック" panose="020B0400000000000000" pitchFamily="50" charset="-128"/>
              </a:rPr>
              <a:t>役割分担の明確化</a:t>
            </a:r>
            <a:endParaRPr kumimoji="1" lang="ja-JP" altLang="en-US" b="1">
              <a:latin typeface="游ゴシック" panose="020B0400000000000000" pitchFamily="50" charset="-128"/>
              <a:ea typeface="游ゴシック" panose="020B0400000000000000" pitchFamily="50" charset="-128"/>
            </a:endParaRPr>
          </a:p>
        </p:txBody>
      </p:sp>
      <p:grpSp>
        <p:nvGrpSpPr>
          <p:cNvPr id="12" name="グループ化 11">
            <a:extLst>
              <a:ext uri="{FF2B5EF4-FFF2-40B4-BE49-F238E27FC236}">
                <a16:creationId xmlns:a16="http://schemas.microsoft.com/office/drawing/2014/main" id="{C240ED77-6459-D900-BF57-375E2A970C26}"/>
              </a:ext>
            </a:extLst>
          </p:cNvPr>
          <p:cNvGrpSpPr/>
          <p:nvPr/>
        </p:nvGrpSpPr>
        <p:grpSpPr>
          <a:xfrm>
            <a:off x="783797" y="2488266"/>
            <a:ext cx="10623618" cy="2880000"/>
            <a:chOff x="215999" y="2700000"/>
            <a:chExt cx="8712000" cy="2880000"/>
          </a:xfrm>
        </p:grpSpPr>
        <p:sp>
          <p:nvSpPr>
            <p:cNvPr id="13" name="正方形/長方形 12">
              <a:extLst>
                <a:ext uri="{FF2B5EF4-FFF2-40B4-BE49-F238E27FC236}">
                  <a16:creationId xmlns:a16="http://schemas.microsoft.com/office/drawing/2014/main" id="{A38090F9-B794-F08D-DD1C-9AEABF463CCC}"/>
                </a:ext>
              </a:extLst>
            </p:cNvPr>
            <p:cNvSpPr/>
            <p:nvPr/>
          </p:nvSpPr>
          <p:spPr>
            <a:xfrm>
              <a:off x="215999" y="2700000"/>
              <a:ext cx="8712000" cy="2880000"/>
            </a:xfrm>
            <a:prstGeom prst="rect">
              <a:avLst/>
            </a:prstGeom>
            <a:solidFill>
              <a:schemeClr val="accent2">
                <a:lumMod val="20000"/>
                <a:lumOff val="80000"/>
              </a:scheme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kumimoji="1" lang="ja-JP" altLang="en-US" sz="1600" b="1">
                <a:latin typeface="游ゴシック" panose="020B0400000000000000" pitchFamily="50" charset="-128"/>
                <a:ea typeface="游ゴシック" panose="020B0400000000000000" pitchFamily="50" charset="-128"/>
              </a:endParaRPr>
            </a:p>
          </p:txBody>
        </p:sp>
        <p:cxnSp>
          <p:nvCxnSpPr>
            <p:cNvPr id="14" name="直線コネクタ 13">
              <a:extLst>
                <a:ext uri="{FF2B5EF4-FFF2-40B4-BE49-F238E27FC236}">
                  <a16:creationId xmlns:a16="http://schemas.microsoft.com/office/drawing/2014/main" id="{4F02B78F-8097-70F3-0B10-EDFC13A41B99}"/>
                </a:ext>
              </a:extLst>
            </p:cNvPr>
            <p:cNvCxnSpPr/>
            <p:nvPr/>
          </p:nvCxnSpPr>
          <p:spPr>
            <a:xfrm>
              <a:off x="2958862" y="3168001"/>
              <a:ext cx="2376000" cy="2088000"/>
            </a:xfrm>
            <a:prstGeom prst="line">
              <a:avLst/>
            </a:prstGeom>
            <a:ln w="317500" cap="rnd">
              <a:solidFill>
                <a:schemeClr val="accent2">
                  <a:lumMod val="40000"/>
                  <a:lumOff val="60000"/>
                </a:schemeClr>
              </a:solidFill>
              <a:round/>
            </a:ln>
          </p:spPr>
          <p:style>
            <a:lnRef idx="1">
              <a:schemeClr val="accent1"/>
            </a:lnRef>
            <a:fillRef idx="0">
              <a:schemeClr val="accent1"/>
            </a:fillRef>
            <a:effectRef idx="0">
              <a:schemeClr val="accent1"/>
            </a:effectRef>
            <a:fontRef idx="minor">
              <a:schemeClr val="tx1"/>
            </a:fontRef>
          </p:style>
        </p:cxnSp>
        <p:cxnSp>
          <p:nvCxnSpPr>
            <p:cNvPr id="15" name="直線コネクタ 14">
              <a:extLst>
                <a:ext uri="{FF2B5EF4-FFF2-40B4-BE49-F238E27FC236}">
                  <a16:creationId xmlns:a16="http://schemas.microsoft.com/office/drawing/2014/main" id="{A9B293E6-7530-D44C-D647-7F54A009D68E}"/>
                </a:ext>
              </a:extLst>
            </p:cNvPr>
            <p:cNvCxnSpPr/>
            <p:nvPr/>
          </p:nvCxnSpPr>
          <p:spPr>
            <a:xfrm flipH="1">
              <a:off x="5334862" y="3168001"/>
              <a:ext cx="2376000" cy="2088000"/>
            </a:xfrm>
            <a:prstGeom prst="line">
              <a:avLst/>
            </a:prstGeom>
            <a:ln w="317500" cap="rnd">
              <a:solidFill>
                <a:schemeClr val="accent2">
                  <a:lumMod val="40000"/>
                  <a:lumOff val="60000"/>
                </a:schemeClr>
              </a:solidFill>
              <a:round/>
            </a:ln>
          </p:spPr>
          <p:style>
            <a:lnRef idx="1">
              <a:schemeClr val="accent1"/>
            </a:lnRef>
            <a:fillRef idx="0">
              <a:schemeClr val="accent1"/>
            </a:fillRef>
            <a:effectRef idx="0">
              <a:schemeClr val="accent1"/>
            </a:effectRef>
            <a:fontRef idx="minor">
              <a:schemeClr val="tx1"/>
            </a:fontRef>
          </p:style>
        </p:cxnSp>
        <p:sp>
          <p:nvSpPr>
            <p:cNvPr id="16" name="テキスト ボックス 15">
              <a:extLst>
                <a:ext uri="{FF2B5EF4-FFF2-40B4-BE49-F238E27FC236}">
                  <a16:creationId xmlns:a16="http://schemas.microsoft.com/office/drawing/2014/main" id="{67CFC5B8-F9DD-2AB3-8CF7-F1A6B975FFE6}"/>
                </a:ext>
              </a:extLst>
            </p:cNvPr>
            <p:cNvSpPr txBox="1"/>
            <p:nvPr/>
          </p:nvSpPr>
          <p:spPr>
            <a:xfrm>
              <a:off x="2520000" y="3600001"/>
              <a:ext cx="1476000" cy="360000"/>
            </a:xfrm>
            <a:prstGeom prst="rect">
              <a:avLst/>
            </a:prstGeom>
            <a:noFill/>
          </p:spPr>
          <p:txBody>
            <a:bodyPr wrap="none" rtlCol="0" anchor="ctr">
              <a:noAutofit/>
            </a:bodyPr>
            <a:lstStyle/>
            <a:p>
              <a:pPr algn="r"/>
              <a:r>
                <a:rPr kumimoji="1" lang="ja-JP" altLang="en-US" sz="1600" b="1">
                  <a:latin typeface="游ゴシック" panose="020B0400000000000000" pitchFamily="50" charset="-128"/>
                  <a:ea typeface="游ゴシック" panose="020B0400000000000000" pitchFamily="50" charset="-128"/>
                </a:rPr>
                <a:t>基本設計</a:t>
              </a:r>
              <a:r>
                <a:rPr kumimoji="1" lang="en-US" altLang="ja-JP" sz="1600" b="1">
                  <a:latin typeface="游ゴシック" panose="020B0400000000000000" pitchFamily="50" charset="-128"/>
                  <a:ea typeface="游ゴシック" panose="020B0400000000000000" pitchFamily="50" charset="-128"/>
                </a:rPr>
                <a:t>(UI)</a:t>
              </a:r>
              <a:endParaRPr kumimoji="1" lang="ja-JP" altLang="en-US" sz="1600" b="1">
                <a:latin typeface="游ゴシック" panose="020B0400000000000000" pitchFamily="50" charset="-128"/>
                <a:ea typeface="游ゴシック" panose="020B0400000000000000" pitchFamily="50" charset="-128"/>
              </a:endParaRPr>
            </a:p>
          </p:txBody>
        </p:sp>
        <p:sp>
          <p:nvSpPr>
            <p:cNvPr id="17" name="テキスト ボックス 16">
              <a:extLst>
                <a:ext uri="{FF2B5EF4-FFF2-40B4-BE49-F238E27FC236}">
                  <a16:creationId xmlns:a16="http://schemas.microsoft.com/office/drawing/2014/main" id="{5665279F-BC32-73B3-D786-8AB08184B617}"/>
                </a:ext>
              </a:extLst>
            </p:cNvPr>
            <p:cNvSpPr txBox="1"/>
            <p:nvPr/>
          </p:nvSpPr>
          <p:spPr>
            <a:xfrm>
              <a:off x="3132000" y="4176000"/>
              <a:ext cx="1476000" cy="360000"/>
            </a:xfrm>
            <a:prstGeom prst="rect">
              <a:avLst/>
            </a:prstGeom>
            <a:noFill/>
          </p:spPr>
          <p:txBody>
            <a:bodyPr wrap="none" rtlCol="0" anchor="ctr">
              <a:noAutofit/>
            </a:bodyPr>
            <a:lstStyle/>
            <a:p>
              <a:pPr algn="r"/>
              <a:r>
                <a:rPr lang="ja-JP" altLang="en-US" sz="1600" b="1">
                  <a:latin typeface="游ゴシック" panose="020B0400000000000000" pitchFamily="50" charset="-128"/>
                  <a:ea typeface="游ゴシック" panose="020B0400000000000000" pitchFamily="50" charset="-128"/>
                </a:rPr>
                <a:t>詳細設計</a:t>
              </a:r>
              <a:r>
                <a:rPr lang="en-US" altLang="ja-JP" sz="1600" b="1">
                  <a:latin typeface="游ゴシック" panose="020B0400000000000000" pitchFamily="50" charset="-128"/>
                  <a:ea typeface="游ゴシック" panose="020B0400000000000000" pitchFamily="50" charset="-128"/>
                </a:rPr>
                <a:t>(SS)</a:t>
              </a:r>
              <a:endParaRPr kumimoji="1" lang="ja-JP" altLang="en-US" sz="1600" b="1">
                <a:latin typeface="游ゴシック" panose="020B0400000000000000" pitchFamily="50" charset="-128"/>
                <a:ea typeface="游ゴシック" panose="020B0400000000000000" pitchFamily="50" charset="-128"/>
              </a:endParaRPr>
            </a:p>
          </p:txBody>
        </p:sp>
        <p:sp>
          <p:nvSpPr>
            <p:cNvPr id="20" name="テキスト ボックス 19">
              <a:extLst>
                <a:ext uri="{FF2B5EF4-FFF2-40B4-BE49-F238E27FC236}">
                  <a16:creationId xmlns:a16="http://schemas.microsoft.com/office/drawing/2014/main" id="{EF260C18-EE9A-6006-7168-45709BD3F45C}"/>
                </a:ext>
              </a:extLst>
            </p:cNvPr>
            <p:cNvSpPr txBox="1"/>
            <p:nvPr/>
          </p:nvSpPr>
          <p:spPr>
            <a:xfrm>
              <a:off x="6084000" y="4176000"/>
              <a:ext cx="1476000" cy="360000"/>
            </a:xfrm>
            <a:prstGeom prst="rect">
              <a:avLst/>
            </a:prstGeom>
            <a:noFill/>
          </p:spPr>
          <p:txBody>
            <a:bodyPr wrap="none" rtlCol="0" anchor="ctr">
              <a:noAutofit/>
            </a:bodyPr>
            <a:lstStyle/>
            <a:p>
              <a:r>
                <a:rPr lang="ja-JP" altLang="en-US" sz="1600" b="1" dirty="0">
                  <a:latin typeface="游ゴシック" panose="020B0400000000000000" pitchFamily="50" charset="-128"/>
                  <a:ea typeface="游ゴシック" panose="020B0400000000000000" pitchFamily="50" charset="-128"/>
                </a:rPr>
                <a:t>機能単体テスト</a:t>
              </a:r>
              <a:r>
                <a:rPr lang="en-US" altLang="ja-JP" sz="1600" b="1" dirty="0">
                  <a:latin typeface="游ゴシック" panose="020B0400000000000000" pitchFamily="50" charset="-128"/>
                  <a:ea typeface="游ゴシック" panose="020B0400000000000000" pitchFamily="50" charset="-128"/>
                </a:rPr>
                <a:t>(UT)</a:t>
              </a:r>
              <a:endParaRPr kumimoji="1" lang="ja-JP" altLang="en-US" sz="1600" b="1" dirty="0">
                <a:latin typeface="游ゴシック" panose="020B0400000000000000" pitchFamily="50" charset="-128"/>
                <a:ea typeface="游ゴシック" panose="020B0400000000000000" pitchFamily="50" charset="-128"/>
              </a:endParaRPr>
            </a:p>
          </p:txBody>
        </p:sp>
        <p:sp>
          <p:nvSpPr>
            <p:cNvPr id="21" name="テキスト ボックス 20">
              <a:extLst>
                <a:ext uri="{FF2B5EF4-FFF2-40B4-BE49-F238E27FC236}">
                  <a16:creationId xmlns:a16="http://schemas.microsoft.com/office/drawing/2014/main" id="{8E29B9AA-6CFE-FE95-FE4F-90A410AE76B5}"/>
                </a:ext>
              </a:extLst>
            </p:cNvPr>
            <p:cNvSpPr txBox="1"/>
            <p:nvPr/>
          </p:nvSpPr>
          <p:spPr>
            <a:xfrm>
              <a:off x="6660000" y="3600001"/>
              <a:ext cx="1476000" cy="360000"/>
            </a:xfrm>
            <a:prstGeom prst="rect">
              <a:avLst/>
            </a:prstGeom>
            <a:noFill/>
          </p:spPr>
          <p:txBody>
            <a:bodyPr wrap="none" rtlCol="0" anchor="ctr">
              <a:noAutofit/>
            </a:bodyPr>
            <a:lstStyle/>
            <a:p>
              <a:r>
                <a:rPr lang="ja-JP" altLang="en-US" sz="1600" b="1" dirty="0">
                  <a:latin typeface="游ゴシック" panose="020B0400000000000000" pitchFamily="50" charset="-128"/>
                  <a:ea typeface="游ゴシック" panose="020B0400000000000000" pitchFamily="50" charset="-128"/>
                </a:rPr>
                <a:t>結合テスト</a:t>
              </a:r>
              <a:r>
                <a:rPr lang="en-US" altLang="ja-JP" sz="1600" b="1" dirty="0">
                  <a:latin typeface="游ゴシック" panose="020B0400000000000000" pitchFamily="50" charset="-128"/>
                  <a:ea typeface="游ゴシック" panose="020B0400000000000000" pitchFamily="50" charset="-128"/>
                </a:rPr>
                <a:t>(IT)</a:t>
              </a:r>
              <a:endParaRPr kumimoji="1" lang="ja-JP" altLang="en-US" sz="1600" b="1" dirty="0">
                <a:latin typeface="游ゴシック" panose="020B0400000000000000" pitchFamily="50" charset="-128"/>
                <a:ea typeface="游ゴシック" panose="020B0400000000000000" pitchFamily="50" charset="-128"/>
              </a:endParaRPr>
            </a:p>
          </p:txBody>
        </p:sp>
        <p:sp>
          <p:nvSpPr>
            <p:cNvPr id="22" name="テキスト ボックス 21">
              <a:extLst>
                <a:ext uri="{FF2B5EF4-FFF2-40B4-BE49-F238E27FC236}">
                  <a16:creationId xmlns:a16="http://schemas.microsoft.com/office/drawing/2014/main" id="{9E1D059F-22ED-A36A-D522-F0E475D07E74}"/>
                </a:ext>
              </a:extLst>
            </p:cNvPr>
            <p:cNvSpPr txBox="1"/>
            <p:nvPr/>
          </p:nvSpPr>
          <p:spPr>
            <a:xfrm>
              <a:off x="432000" y="2808000"/>
              <a:ext cx="1080000" cy="360000"/>
            </a:xfrm>
            <a:prstGeom prst="rect">
              <a:avLst/>
            </a:prstGeom>
            <a:noFill/>
          </p:spPr>
          <p:txBody>
            <a:bodyPr wrap="none" rtlCol="0" anchor="ctr">
              <a:noAutofit/>
            </a:bodyPr>
            <a:lstStyle/>
            <a:p>
              <a:r>
                <a:rPr lang="ja-JP" altLang="en-US" b="1">
                  <a:solidFill>
                    <a:schemeClr val="accent1">
                      <a:lumMod val="50000"/>
                    </a:schemeClr>
                  </a:solidFill>
                  <a:latin typeface="游ゴシック" panose="020B0400000000000000" pitchFamily="50" charset="-128"/>
                  <a:ea typeface="游ゴシック" panose="020B0400000000000000" pitchFamily="50" charset="-128"/>
                </a:rPr>
                <a:t>業務</a:t>
              </a:r>
              <a:endParaRPr kumimoji="1" lang="ja-JP" altLang="en-US" b="1">
                <a:solidFill>
                  <a:schemeClr val="accent1">
                    <a:lumMod val="50000"/>
                  </a:schemeClr>
                </a:solidFill>
                <a:latin typeface="游ゴシック" panose="020B0400000000000000" pitchFamily="50" charset="-128"/>
                <a:ea typeface="游ゴシック" panose="020B0400000000000000" pitchFamily="50" charset="-128"/>
              </a:endParaRPr>
            </a:p>
          </p:txBody>
        </p:sp>
        <p:sp>
          <p:nvSpPr>
            <p:cNvPr id="23" name="テキスト ボックス 22">
              <a:extLst>
                <a:ext uri="{FF2B5EF4-FFF2-40B4-BE49-F238E27FC236}">
                  <a16:creationId xmlns:a16="http://schemas.microsoft.com/office/drawing/2014/main" id="{EE10FC91-30B2-3664-DCA3-9A6BA8B1597F}"/>
                </a:ext>
              </a:extLst>
            </p:cNvPr>
            <p:cNvSpPr txBox="1"/>
            <p:nvPr/>
          </p:nvSpPr>
          <p:spPr>
            <a:xfrm>
              <a:off x="432000" y="3384000"/>
              <a:ext cx="1080000" cy="360000"/>
            </a:xfrm>
            <a:prstGeom prst="rect">
              <a:avLst/>
            </a:prstGeom>
            <a:noFill/>
          </p:spPr>
          <p:txBody>
            <a:bodyPr wrap="none" rtlCol="0" anchor="ctr">
              <a:noAutofit/>
            </a:bodyPr>
            <a:lstStyle/>
            <a:p>
              <a:r>
                <a:rPr lang="ja-JP" altLang="en-US" b="1">
                  <a:solidFill>
                    <a:schemeClr val="accent1">
                      <a:lumMod val="50000"/>
                    </a:schemeClr>
                  </a:solidFill>
                  <a:latin typeface="游ゴシック" panose="020B0400000000000000" pitchFamily="50" charset="-128"/>
                  <a:ea typeface="游ゴシック" panose="020B0400000000000000" pitchFamily="50" charset="-128"/>
                </a:rPr>
                <a:t>システム</a:t>
              </a:r>
              <a:endParaRPr kumimoji="1" lang="ja-JP" altLang="en-US" b="1">
                <a:solidFill>
                  <a:schemeClr val="accent1">
                    <a:lumMod val="50000"/>
                  </a:schemeClr>
                </a:solidFill>
                <a:latin typeface="游ゴシック" panose="020B0400000000000000" pitchFamily="50" charset="-128"/>
                <a:ea typeface="游ゴシック" panose="020B0400000000000000" pitchFamily="50" charset="-128"/>
              </a:endParaRPr>
            </a:p>
          </p:txBody>
        </p:sp>
        <p:sp>
          <p:nvSpPr>
            <p:cNvPr id="24" name="テキスト ボックス 23">
              <a:extLst>
                <a:ext uri="{FF2B5EF4-FFF2-40B4-BE49-F238E27FC236}">
                  <a16:creationId xmlns:a16="http://schemas.microsoft.com/office/drawing/2014/main" id="{23E6F165-F299-2430-C422-2E67CA8DDC54}"/>
                </a:ext>
              </a:extLst>
            </p:cNvPr>
            <p:cNvSpPr txBox="1"/>
            <p:nvPr/>
          </p:nvSpPr>
          <p:spPr>
            <a:xfrm>
              <a:off x="432000" y="3960000"/>
              <a:ext cx="1080000" cy="360000"/>
            </a:xfrm>
            <a:prstGeom prst="rect">
              <a:avLst/>
            </a:prstGeom>
            <a:noFill/>
          </p:spPr>
          <p:txBody>
            <a:bodyPr wrap="none" rtlCol="0" anchor="ctr">
              <a:noAutofit/>
            </a:bodyPr>
            <a:lstStyle/>
            <a:p>
              <a:r>
                <a:rPr lang="ja-JP" altLang="en-US" b="1">
                  <a:solidFill>
                    <a:schemeClr val="accent1">
                      <a:lumMod val="50000"/>
                    </a:schemeClr>
                  </a:solidFill>
                  <a:latin typeface="游ゴシック" panose="020B0400000000000000" pitchFamily="50" charset="-128"/>
                  <a:ea typeface="游ゴシック" panose="020B0400000000000000" pitchFamily="50" charset="-128"/>
                </a:rPr>
                <a:t>プロセス</a:t>
              </a:r>
              <a:endParaRPr kumimoji="1" lang="ja-JP" altLang="en-US" b="1">
                <a:solidFill>
                  <a:schemeClr val="accent1">
                    <a:lumMod val="50000"/>
                  </a:schemeClr>
                </a:solidFill>
                <a:latin typeface="游ゴシック" panose="020B0400000000000000" pitchFamily="50" charset="-128"/>
                <a:ea typeface="游ゴシック" panose="020B0400000000000000" pitchFamily="50" charset="-128"/>
              </a:endParaRPr>
            </a:p>
          </p:txBody>
        </p:sp>
        <p:cxnSp>
          <p:nvCxnSpPr>
            <p:cNvPr id="25" name="直線コネクタ 24">
              <a:extLst>
                <a:ext uri="{FF2B5EF4-FFF2-40B4-BE49-F238E27FC236}">
                  <a16:creationId xmlns:a16="http://schemas.microsoft.com/office/drawing/2014/main" id="{97E73E66-5AFB-EB3B-C440-EBDB153C5749}"/>
                </a:ext>
              </a:extLst>
            </p:cNvPr>
            <p:cNvCxnSpPr/>
            <p:nvPr/>
          </p:nvCxnSpPr>
          <p:spPr>
            <a:xfrm>
              <a:off x="431999" y="3384000"/>
              <a:ext cx="8280000" cy="0"/>
            </a:xfrm>
            <a:prstGeom prst="line">
              <a:avLst/>
            </a:prstGeom>
            <a:ln w="19050">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26" name="直線コネクタ 25">
              <a:extLst>
                <a:ext uri="{FF2B5EF4-FFF2-40B4-BE49-F238E27FC236}">
                  <a16:creationId xmlns:a16="http://schemas.microsoft.com/office/drawing/2014/main" id="{B3323EC1-1236-0B70-4394-4F58079C7CEE}"/>
                </a:ext>
              </a:extLst>
            </p:cNvPr>
            <p:cNvCxnSpPr/>
            <p:nvPr/>
          </p:nvCxnSpPr>
          <p:spPr>
            <a:xfrm>
              <a:off x="432000" y="3960001"/>
              <a:ext cx="8280000" cy="0"/>
            </a:xfrm>
            <a:prstGeom prst="line">
              <a:avLst/>
            </a:prstGeom>
            <a:ln w="19050">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27" name="直線コネクタ 26">
              <a:extLst>
                <a:ext uri="{FF2B5EF4-FFF2-40B4-BE49-F238E27FC236}">
                  <a16:creationId xmlns:a16="http://schemas.microsoft.com/office/drawing/2014/main" id="{82FC0F5F-9AF3-F1DF-E9D7-3DF622EB8C64}"/>
                </a:ext>
              </a:extLst>
            </p:cNvPr>
            <p:cNvCxnSpPr/>
            <p:nvPr/>
          </p:nvCxnSpPr>
          <p:spPr>
            <a:xfrm>
              <a:off x="432000" y="4536000"/>
              <a:ext cx="8280000" cy="0"/>
            </a:xfrm>
            <a:prstGeom prst="line">
              <a:avLst/>
            </a:prstGeom>
            <a:ln w="19050">
              <a:solidFill>
                <a:schemeClr val="accent3"/>
              </a:solidFill>
              <a:prstDash val="dash"/>
            </a:ln>
          </p:spPr>
          <p:style>
            <a:lnRef idx="1">
              <a:schemeClr val="accent1"/>
            </a:lnRef>
            <a:fillRef idx="0">
              <a:schemeClr val="accent1"/>
            </a:fillRef>
            <a:effectRef idx="0">
              <a:schemeClr val="accent1"/>
            </a:effectRef>
            <a:fontRef idx="minor">
              <a:schemeClr val="tx1"/>
            </a:fontRef>
          </p:style>
        </p:cxnSp>
        <p:sp>
          <p:nvSpPr>
            <p:cNvPr id="28" name="テキスト ボックス 27">
              <a:extLst>
                <a:ext uri="{FF2B5EF4-FFF2-40B4-BE49-F238E27FC236}">
                  <a16:creationId xmlns:a16="http://schemas.microsoft.com/office/drawing/2014/main" id="{E1C3F7B8-4DBE-CA8C-E47A-C639497DF160}"/>
                </a:ext>
              </a:extLst>
            </p:cNvPr>
            <p:cNvSpPr txBox="1"/>
            <p:nvPr/>
          </p:nvSpPr>
          <p:spPr>
            <a:xfrm>
              <a:off x="1944000" y="3024000"/>
              <a:ext cx="1476000" cy="360000"/>
            </a:xfrm>
            <a:prstGeom prst="rect">
              <a:avLst/>
            </a:prstGeom>
            <a:noFill/>
          </p:spPr>
          <p:txBody>
            <a:bodyPr wrap="none" rtlCol="0" anchor="ctr">
              <a:noAutofit/>
            </a:bodyPr>
            <a:lstStyle/>
            <a:p>
              <a:pPr algn="r"/>
              <a:r>
                <a:rPr kumimoji="1" lang="ja-JP" altLang="en-US" sz="1600" b="1" dirty="0">
                  <a:latin typeface="游ゴシック" panose="020B0400000000000000" pitchFamily="50" charset="-128"/>
                  <a:ea typeface="游ゴシック" panose="020B0400000000000000" pitchFamily="50" charset="-128"/>
                </a:rPr>
                <a:t>要件定義</a:t>
              </a:r>
              <a:r>
                <a:rPr kumimoji="1" lang="en-US" altLang="ja-JP" sz="1600" b="1" dirty="0">
                  <a:latin typeface="游ゴシック" panose="020B0400000000000000" pitchFamily="50" charset="-128"/>
                  <a:ea typeface="游ゴシック" panose="020B0400000000000000" pitchFamily="50" charset="-128"/>
                </a:rPr>
                <a:t>(SA)</a:t>
              </a:r>
              <a:endParaRPr kumimoji="1" lang="ja-JP" altLang="en-US" sz="1600" b="1" dirty="0">
                <a:latin typeface="游ゴシック" panose="020B0400000000000000" pitchFamily="50" charset="-128"/>
                <a:ea typeface="游ゴシック" panose="020B0400000000000000" pitchFamily="50" charset="-128"/>
              </a:endParaRPr>
            </a:p>
          </p:txBody>
        </p:sp>
        <p:sp>
          <p:nvSpPr>
            <p:cNvPr id="29" name="テキスト ボックス 28">
              <a:extLst>
                <a:ext uri="{FF2B5EF4-FFF2-40B4-BE49-F238E27FC236}">
                  <a16:creationId xmlns:a16="http://schemas.microsoft.com/office/drawing/2014/main" id="{6730BDBD-A325-2889-D819-54E047AF54C3}"/>
                </a:ext>
              </a:extLst>
            </p:cNvPr>
            <p:cNvSpPr txBox="1"/>
            <p:nvPr/>
          </p:nvSpPr>
          <p:spPr>
            <a:xfrm>
              <a:off x="7236000" y="3024000"/>
              <a:ext cx="1476000" cy="360000"/>
            </a:xfrm>
            <a:prstGeom prst="rect">
              <a:avLst/>
            </a:prstGeom>
            <a:noFill/>
          </p:spPr>
          <p:txBody>
            <a:bodyPr wrap="none" rtlCol="0" anchor="ctr">
              <a:noAutofit/>
            </a:bodyPr>
            <a:lstStyle/>
            <a:p>
              <a:r>
                <a:rPr lang="ja-JP" altLang="en-US" sz="1600" b="1" dirty="0">
                  <a:latin typeface="游ゴシック" panose="020B0400000000000000" pitchFamily="50" charset="-128"/>
                  <a:ea typeface="游ゴシック" panose="020B0400000000000000" pitchFamily="50" charset="-128"/>
                </a:rPr>
                <a:t>システムテスト</a:t>
              </a:r>
              <a:r>
                <a:rPr lang="en-US" altLang="ja-JP" sz="1600" b="1" dirty="0">
                  <a:latin typeface="游ゴシック" panose="020B0400000000000000" pitchFamily="50" charset="-128"/>
                  <a:ea typeface="游ゴシック" panose="020B0400000000000000" pitchFamily="50" charset="-128"/>
                </a:rPr>
                <a:t>(ST)</a:t>
              </a:r>
              <a:endParaRPr kumimoji="1" lang="ja-JP" altLang="en-US" sz="1600" b="1" dirty="0">
                <a:latin typeface="游ゴシック" panose="020B0400000000000000" pitchFamily="50" charset="-128"/>
                <a:ea typeface="游ゴシック" panose="020B0400000000000000" pitchFamily="50" charset="-128"/>
              </a:endParaRPr>
            </a:p>
          </p:txBody>
        </p:sp>
        <p:sp>
          <p:nvSpPr>
            <p:cNvPr id="30" name="テキスト ボックス 29">
              <a:extLst>
                <a:ext uri="{FF2B5EF4-FFF2-40B4-BE49-F238E27FC236}">
                  <a16:creationId xmlns:a16="http://schemas.microsoft.com/office/drawing/2014/main" id="{FE2A819E-CDB8-9994-AD30-D2590880F60B}"/>
                </a:ext>
              </a:extLst>
            </p:cNvPr>
            <p:cNvSpPr txBox="1"/>
            <p:nvPr/>
          </p:nvSpPr>
          <p:spPr>
            <a:xfrm>
              <a:off x="4736873" y="4927524"/>
              <a:ext cx="1476000" cy="360000"/>
            </a:xfrm>
            <a:prstGeom prst="rect">
              <a:avLst/>
            </a:prstGeom>
            <a:noFill/>
          </p:spPr>
          <p:txBody>
            <a:bodyPr wrap="none" rtlCol="0" anchor="ctr">
              <a:noAutofit/>
            </a:bodyPr>
            <a:lstStyle/>
            <a:p>
              <a:pPr algn="ctr"/>
              <a:r>
                <a:rPr lang="ja-JP" altLang="en-US" sz="1600" b="1" dirty="0">
                  <a:latin typeface="游ゴシック" panose="020B0400000000000000" pitchFamily="50" charset="-128"/>
                  <a:ea typeface="游ゴシック" panose="020B0400000000000000" pitchFamily="50" charset="-128"/>
                </a:rPr>
                <a:t>製造</a:t>
              </a:r>
              <a:r>
                <a:rPr lang="en-US" altLang="ja-JP" sz="1600" b="1" dirty="0">
                  <a:latin typeface="游ゴシック" panose="020B0400000000000000" pitchFamily="50" charset="-128"/>
                  <a:ea typeface="游ゴシック" panose="020B0400000000000000" pitchFamily="50" charset="-128"/>
                </a:rPr>
                <a:t>(PG)</a:t>
              </a:r>
              <a:r>
                <a:rPr lang="ja-JP" altLang="en-US" sz="1600" b="1" dirty="0">
                  <a:latin typeface="游ゴシック" panose="020B0400000000000000" pitchFamily="50" charset="-128"/>
                  <a:ea typeface="游ゴシック" panose="020B0400000000000000" pitchFamily="50" charset="-128"/>
                </a:rPr>
                <a:t>＋ユニットテスト</a:t>
              </a:r>
              <a:endParaRPr kumimoji="1" lang="ja-JP" altLang="en-US" sz="1600" b="1" dirty="0">
                <a:latin typeface="游ゴシック" panose="020B0400000000000000" pitchFamily="50" charset="-128"/>
                <a:ea typeface="游ゴシック" panose="020B0400000000000000" pitchFamily="50" charset="-128"/>
              </a:endParaRPr>
            </a:p>
          </p:txBody>
        </p:sp>
        <p:cxnSp>
          <p:nvCxnSpPr>
            <p:cNvPr id="31" name="直線矢印コネクタ 30">
              <a:extLst>
                <a:ext uri="{FF2B5EF4-FFF2-40B4-BE49-F238E27FC236}">
                  <a16:creationId xmlns:a16="http://schemas.microsoft.com/office/drawing/2014/main" id="{253E9C6E-9A64-F46F-AD5E-8325997CA7D6}"/>
                </a:ext>
              </a:extLst>
            </p:cNvPr>
            <p:cNvCxnSpPr/>
            <p:nvPr/>
          </p:nvCxnSpPr>
          <p:spPr>
            <a:xfrm>
              <a:off x="3562885" y="3204000"/>
              <a:ext cx="3528000" cy="0"/>
            </a:xfrm>
            <a:prstGeom prst="straightConnector1">
              <a:avLst/>
            </a:prstGeom>
            <a:ln w="3175">
              <a:solidFill>
                <a:schemeClr val="accent3">
                  <a:lumMod val="5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2" name="直線矢印コネクタ 31">
              <a:extLst>
                <a:ext uri="{FF2B5EF4-FFF2-40B4-BE49-F238E27FC236}">
                  <a16:creationId xmlns:a16="http://schemas.microsoft.com/office/drawing/2014/main" id="{55BACB8C-B877-E120-D2EA-89C4113511C8}"/>
                </a:ext>
              </a:extLst>
            </p:cNvPr>
            <p:cNvCxnSpPr/>
            <p:nvPr/>
          </p:nvCxnSpPr>
          <p:spPr>
            <a:xfrm>
              <a:off x="4176000" y="3780474"/>
              <a:ext cx="2268000" cy="0"/>
            </a:xfrm>
            <a:prstGeom prst="straightConnector1">
              <a:avLst/>
            </a:prstGeom>
            <a:ln w="3175">
              <a:solidFill>
                <a:schemeClr val="accent3">
                  <a:lumMod val="5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3" name="直線矢印コネクタ 32">
              <a:extLst>
                <a:ext uri="{FF2B5EF4-FFF2-40B4-BE49-F238E27FC236}">
                  <a16:creationId xmlns:a16="http://schemas.microsoft.com/office/drawing/2014/main" id="{A9FCDF1C-DB3E-45CC-FDA9-6C5B2F4624F2}"/>
                </a:ext>
              </a:extLst>
            </p:cNvPr>
            <p:cNvCxnSpPr/>
            <p:nvPr/>
          </p:nvCxnSpPr>
          <p:spPr>
            <a:xfrm>
              <a:off x="4824000" y="4356000"/>
              <a:ext cx="1008000" cy="0"/>
            </a:xfrm>
            <a:prstGeom prst="straightConnector1">
              <a:avLst/>
            </a:prstGeom>
            <a:ln w="3175">
              <a:solidFill>
                <a:schemeClr val="accent3">
                  <a:lumMod val="5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4" name="テキスト ボックス 33">
              <a:extLst>
                <a:ext uri="{FF2B5EF4-FFF2-40B4-BE49-F238E27FC236}">
                  <a16:creationId xmlns:a16="http://schemas.microsoft.com/office/drawing/2014/main" id="{B5D4E2E5-87B3-28D6-EFD4-18A2ED3501EE}"/>
                </a:ext>
              </a:extLst>
            </p:cNvPr>
            <p:cNvSpPr txBox="1"/>
            <p:nvPr/>
          </p:nvSpPr>
          <p:spPr>
            <a:xfrm>
              <a:off x="4333694" y="2880000"/>
              <a:ext cx="2002335" cy="324000"/>
            </a:xfrm>
            <a:prstGeom prst="rect">
              <a:avLst/>
            </a:prstGeom>
            <a:noFill/>
          </p:spPr>
          <p:txBody>
            <a:bodyPr wrap="none" rtlCol="0">
              <a:spAutoFit/>
            </a:bodyPr>
            <a:lstStyle/>
            <a:p>
              <a:pPr algn="ctr"/>
              <a:r>
                <a:rPr kumimoji="1" lang="ja-JP" altLang="en-US" sz="1600">
                  <a:solidFill>
                    <a:schemeClr val="accent3">
                      <a:lumMod val="50000"/>
                    </a:schemeClr>
                  </a:solidFill>
                  <a:latin typeface="游ゴシック" panose="020B0400000000000000" pitchFamily="50" charset="-128"/>
                  <a:ea typeface="游ゴシック" panose="020B0400000000000000" pitchFamily="50" charset="-128"/>
                </a:rPr>
                <a:t>利用者による妥当性確認</a:t>
              </a:r>
            </a:p>
          </p:txBody>
        </p:sp>
        <p:sp>
          <p:nvSpPr>
            <p:cNvPr id="35" name="テキスト ボックス 34">
              <a:extLst>
                <a:ext uri="{FF2B5EF4-FFF2-40B4-BE49-F238E27FC236}">
                  <a16:creationId xmlns:a16="http://schemas.microsoft.com/office/drawing/2014/main" id="{448A885B-2DE7-A7E8-1DD2-CD2DBDCEF47F}"/>
                </a:ext>
              </a:extLst>
            </p:cNvPr>
            <p:cNvSpPr txBox="1"/>
            <p:nvPr/>
          </p:nvSpPr>
          <p:spPr>
            <a:xfrm>
              <a:off x="4583430" y="3456000"/>
              <a:ext cx="1497544" cy="338554"/>
            </a:xfrm>
            <a:prstGeom prst="rect">
              <a:avLst/>
            </a:prstGeom>
            <a:noFill/>
          </p:spPr>
          <p:txBody>
            <a:bodyPr wrap="none" rtlCol="0">
              <a:spAutoFit/>
            </a:bodyPr>
            <a:lstStyle/>
            <a:p>
              <a:pPr algn="ctr"/>
              <a:r>
                <a:rPr kumimoji="1" lang="ja-JP" altLang="en-US" sz="1600">
                  <a:solidFill>
                    <a:schemeClr val="accent3">
                      <a:lumMod val="50000"/>
                    </a:schemeClr>
                  </a:solidFill>
                  <a:latin typeface="游ゴシック" panose="020B0400000000000000" pitchFamily="50" charset="-128"/>
                  <a:ea typeface="游ゴシック" panose="020B0400000000000000" pitchFamily="50" charset="-128"/>
                </a:rPr>
                <a:t>設計者による検証</a:t>
              </a:r>
            </a:p>
          </p:txBody>
        </p:sp>
        <p:sp>
          <p:nvSpPr>
            <p:cNvPr id="36" name="テキスト ボックス 35">
              <a:extLst>
                <a:ext uri="{FF2B5EF4-FFF2-40B4-BE49-F238E27FC236}">
                  <a16:creationId xmlns:a16="http://schemas.microsoft.com/office/drawing/2014/main" id="{92495317-29FB-7E18-4892-9D9E7774F614}"/>
                </a:ext>
              </a:extLst>
            </p:cNvPr>
            <p:cNvSpPr txBox="1"/>
            <p:nvPr/>
          </p:nvSpPr>
          <p:spPr>
            <a:xfrm>
              <a:off x="4578113" y="4032000"/>
              <a:ext cx="1497544" cy="338554"/>
            </a:xfrm>
            <a:prstGeom prst="rect">
              <a:avLst/>
            </a:prstGeom>
            <a:noFill/>
          </p:spPr>
          <p:txBody>
            <a:bodyPr wrap="none" rtlCol="0">
              <a:spAutoFit/>
            </a:bodyPr>
            <a:lstStyle/>
            <a:p>
              <a:pPr algn="ctr"/>
              <a:r>
                <a:rPr lang="ja-JP" altLang="en-US" sz="1600">
                  <a:solidFill>
                    <a:schemeClr val="accent3">
                      <a:lumMod val="50000"/>
                    </a:schemeClr>
                  </a:solidFill>
                  <a:latin typeface="游ゴシック" panose="020B0400000000000000" pitchFamily="50" charset="-128"/>
                  <a:ea typeface="游ゴシック" panose="020B0400000000000000" pitchFamily="50" charset="-128"/>
                </a:rPr>
                <a:t>開発</a:t>
              </a:r>
              <a:r>
                <a:rPr kumimoji="1" lang="ja-JP" altLang="en-US" sz="1600">
                  <a:solidFill>
                    <a:schemeClr val="accent3">
                      <a:lumMod val="50000"/>
                    </a:schemeClr>
                  </a:solidFill>
                  <a:latin typeface="游ゴシック" panose="020B0400000000000000" pitchFamily="50" charset="-128"/>
                  <a:ea typeface="游ゴシック" panose="020B0400000000000000" pitchFamily="50" charset="-128"/>
                </a:rPr>
                <a:t>者による検証</a:t>
              </a:r>
            </a:p>
          </p:txBody>
        </p:sp>
        <p:sp>
          <p:nvSpPr>
            <p:cNvPr id="37" name="テキスト ボックス 36">
              <a:extLst>
                <a:ext uri="{FF2B5EF4-FFF2-40B4-BE49-F238E27FC236}">
                  <a16:creationId xmlns:a16="http://schemas.microsoft.com/office/drawing/2014/main" id="{0B4AAB43-D868-021E-AAE5-26ADABC1024E}"/>
                </a:ext>
              </a:extLst>
            </p:cNvPr>
            <p:cNvSpPr txBox="1"/>
            <p:nvPr/>
          </p:nvSpPr>
          <p:spPr>
            <a:xfrm>
              <a:off x="431999" y="4536000"/>
              <a:ext cx="1080000" cy="360000"/>
            </a:xfrm>
            <a:prstGeom prst="rect">
              <a:avLst/>
            </a:prstGeom>
            <a:noFill/>
          </p:spPr>
          <p:txBody>
            <a:bodyPr wrap="none" rtlCol="0" anchor="ctr">
              <a:noAutofit/>
            </a:bodyPr>
            <a:lstStyle/>
            <a:p>
              <a:r>
                <a:rPr lang="ja-JP" altLang="en-US" b="1" dirty="0">
                  <a:solidFill>
                    <a:schemeClr val="accent1">
                      <a:lumMod val="50000"/>
                    </a:schemeClr>
                  </a:solidFill>
                  <a:latin typeface="游ゴシック" panose="020B0400000000000000" pitchFamily="50" charset="-128"/>
                  <a:ea typeface="游ゴシック" panose="020B0400000000000000" pitchFamily="50" charset="-128"/>
                </a:rPr>
                <a:t>機能</a:t>
              </a:r>
              <a:endParaRPr kumimoji="1" lang="ja-JP" altLang="en-US" b="1" dirty="0">
                <a:solidFill>
                  <a:schemeClr val="accent1">
                    <a:lumMod val="50000"/>
                  </a:schemeClr>
                </a:solidFill>
                <a:latin typeface="游ゴシック" panose="020B0400000000000000" pitchFamily="50" charset="-128"/>
                <a:ea typeface="游ゴシック" panose="020B0400000000000000" pitchFamily="50" charset="-128"/>
              </a:endParaRPr>
            </a:p>
          </p:txBody>
        </p:sp>
      </p:grpSp>
    </p:spTree>
    <p:extLst>
      <p:ext uri="{BB962C8B-B14F-4D97-AF65-F5344CB8AC3E}">
        <p14:creationId xmlns:p14="http://schemas.microsoft.com/office/powerpoint/2010/main" val="44992147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28CADD-9E6F-BA28-32DB-A30C2A93859E}"/>
            </a:ext>
          </a:extLst>
        </p:cNvPr>
        <p:cNvGrpSpPr/>
        <p:nvPr/>
      </p:nvGrpSpPr>
      <p:grpSpPr>
        <a:xfrm>
          <a:off x="0" y="0"/>
          <a:ext cx="0" cy="0"/>
          <a:chOff x="0" y="0"/>
          <a:chExt cx="0" cy="0"/>
        </a:xfrm>
      </p:grpSpPr>
      <p:sp>
        <p:nvSpPr>
          <p:cNvPr id="9" name="テキスト ボックス 8">
            <a:extLst>
              <a:ext uri="{FF2B5EF4-FFF2-40B4-BE49-F238E27FC236}">
                <a16:creationId xmlns:a16="http://schemas.microsoft.com/office/drawing/2014/main" id="{E1705095-67A6-7C9E-47DF-5363A8C3E9F4}"/>
              </a:ext>
            </a:extLst>
          </p:cNvPr>
          <p:cNvSpPr txBox="1"/>
          <p:nvPr/>
        </p:nvSpPr>
        <p:spPr>
          <a:xfrm>
            <a:off x="576000" y="936000"/>
            <a:ext cx="11041200" cy="691128"/>
          </a:xfrm>
          <a:prstGeom prst="rect">
            <a:avLst/>
          </a:prstGeom>
          <a:noFill/>
        </p:spPr>
        <p:txBody>
          <a:bodyPr wrap="square" lIns="108000" tIns="72000" rIns="108000" bIns="72000" rtlCol="0" anchor="t">
            <a:noAutofit/>
          </a:bodyPr>
          <a:lstStyle/>
          <a:p>
            <a:r>
              <a:rPr kumimoji="1" lang="ja-JP" altLang="en-US" sz="1600">
                <a:latin typeface="+mn-ea"/>
              </a:rPr>
              <a:t>以下の品質指標に則り、品質の評価および分析を実施します。</a:t>
            </a:r>
            <a:endParaRPr kumimoji="1" lang="en-US" altLang="ja-JP" sz="1600">
              <a:latin typeface="+mn-ea"/>
            </a:endParaRPr>
          </a:p>
          <a:p>
            <a:r>
              <a:rPr kumimoji="1" lang="en-US" altLang="ja-JP" sz="1600">
                <a:latin typeface="+mn-ea"/>
              </a:rPr>
              <a:t>※IPA</a:t>
            </a:r>
            <a:r>
              <a:rPr kumimoji="1" lang="ja-JP" altLang="en-US" sz="1600">
                <a:latin typeface="+mn-ea"/>
              </a:rPr>
              <a:t>発行の「ソフトウェア開発分析データ集</a:t>
            </a:r>
            <a:r>
              <a:rPr kumimoji="1" lang="en-US" altLang="ja-JP" sz="1600">
                <a:latin typeface="+mn-ea"/>
              </a:rPr>
              <a:t>2022</a:t>
            </a:r>
            <a:r>
              <a:rPr kumimoji="1" lang="ja-JP" altLang="en-US" sz="1600">
                <a:latin typeface="+mn-ea"/>
              </a:rPr>
              <a:t>」による各統計値を参考といたします。</a:t>
            </a:r>
          </a:p>
        </p:txBody>
      </p:sp>
      <p:sp>
        <p:nvSpPr>
          <p:cNvPr id="2" name="タイトル 1">
            <a:extLst>
              <a:ext uri="{FF2B5EF4-FFF2-40B4-BE49-F238E27FC236}">
                <a16:creationId xmlns:a16="http://schemas.microsoft.com/office/drawing/2014/main" id="{FA3EA09D-8B92-4168-E6F2-666F5B640DCA}"/>
              </a:ext>
            </a:extLst>
          </p:cNvPr>
          <p:cNvSpPr>
            <a:spLocks noGrp="1"/>
          </p:cNvSpPr>
          <p:nvPr>
            <p:ph type="title"/>
          </p:nvPr>
        </p:nvSpPr>
        <p:spPr/>
        <p:txBody>
          <a:bodyPr/>
          <a:lstStyle/>
          <a:p>
            <a:r>
              <a:rPr kumimoji="1" lang="en-US" altLang="ja-JP" dirty="0"/>
              <a:t>6-2</a:t>
            </a:r>
            <a:r>
              <a:rPr kumimoji="1" lang="ja-JP" altLang="en-US" dirty="0"/>
              <a:t>．品質目標</a:t>
            </a:r>
          </a:p>
        </p:txBody>
      </p:sp>
      <p:sp>
        <p:nvSpPr>
          <p:cNvPr id="4" name="フッター プレースホルダー 3">
            <a:extLst>
              <a:ext uri="{FF2B5EF4-FFF2-40B4-BE49-F238E27FC236}">
                <a16:creationId xmlns:a16="http://schemas.microsoft.com/office/drawing/2014/main" id="{1E663E79-10A5-1BFD-902A-71393A245494}"/>
              </a:ext>
            </a:extLst>
          </p:cNvPr>
          <p:cNvSpPr>
            <a:spLocks noGrp="1"/>
          </p:cNvSpPr>
          <p:nvPr>
            <p:ph type="ftr" sz="quarter" idx="11"/>
          </p:nvPr>
        </p:nvSpPr>
        <p:spPr/>
        <p:txBody>
          <a:bodyPr/>
          <a:lstStyle/>
          <a:p>
            <a:r>
              <a:rPr lang="en-US" altLang="ja-JP"/>
              <a:t>Copyright © SystemEXE,Inc All Rights Reserved.</a:t>
            </a:r>
          </a:p>
        </p:txBody>
      </p:sp>
      <p:graphicFrame>
        <p:nvGraphicFramePr>
          <p:cNvPr id="6" name="コンテンツ プレースホルダー 6">
            <a:extLst>
              <a:ext uri="{FF2B5EF4-FFF2-40B4-BE49-F238E27FC236}">
                <a16:creationId xmlns:a16="http://schemas.microsoft.com/office/drawing/2014/main" id="{734652FB-A35D-4816-4891-09C5A8648B61}"/>
              </a:ext>
            </a:extLst>
          </p:cNvPr>
          <p:cNvGraphicFramePr>
            <a:graphicFrameLocks/>
          </p:cNvGraphicFramePr>
          <p:nvPr/>
        </p:nvGraphicFramePr>
        <p:xfrm>
          <a:off x="575400" y="1627128"/>
          <a:ext cx="11041199" cy="4135046"/>
        </p:xfrm>
        <a:graphic>
          <a:graphicData uri="http://schemas.openxmlformats.org/drawingml/2006/table">
            <a:tbl>
              <a:tblPr firstRow="1" bandRow="1">
                <a:tableStyleId>{3B4B98B0-60AC-42C2-AFA5-B58CD77FA1E5}</a:tableStyleId>
              </a:tblPr>
              <a:tblGrid>
                <a:gridCol w="700540">
                  <a:extLst>
                    <a:ext uri="{9D8B030D-6E8A-4147-A177-3AD203B41FA5}">
                      <a16:colId xmlns:a16="http://schemas.microsoft.com/office/drawing/2014/main" val="20000"/>
                    </a:ext>
                  </a:extLst>
                </a:gridCol>
                <a:gridCol w="1648329">
                  <a:extLst>
                    <a:ext uri="{9D8B030D-6E8A-4147-A177-3AD203B41FA5}">
                      <a16:colId xmlns:a16="http://schemas.microsoft.com/office/drawing/2014/main" val="20003"/>
                    </a:ext>
                  </a:extLst>
                </a:gridCol>
                <a:gridCol w="2553078">
                  <a:extLst>
                    <a:ext uri="{9D8B030D-6E8A-4147-A177-3AD203B41FA5}">
                      <a16:colId xmlns:a16="http://schemas.microsoft.com/office/drawing/2014/main" val="2022646445"/>
                    </a:ext>
                  </a:extLst>
                </a:gridCol>
                <a:gridCol w="2534970">
                  <a:extLst>
                    <a:ext uri="{9D8B030D-6E8A-4147-A177-3AD203B41FA5}">
                      <a16:colId xmlns:a16="http://schemas.microsoft.com/office/drawing/2014/main" val="1186915876"/>
                    </a:ext>
                  </a:extLst>
                </a:gridCol>
                <a:gridCol w="3604282">
                  <a:extLst>
                    <a:ext uri="{9D8B030D-6E8A-4147-A177-3AD203B41FA5}">
                      <a16:colId xmlns:a16="http://schemas.microsoft.com/office/drawing/2014/main" val="20001"/>
                    </a:ext>
                  </a:extLst>
                </a:gridCol>
              </a:tblGrid>
              <a:tr h="328891">
                <a:tc>
                  <a:txBody>
                    <a:bodyPr/>
                    <a:lstStyle/>
                    <a:p>
                      <a:pPr marL="342900" marR="0" lvl="0" indent="-342900" algn="ctr"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0" lang="en-US" altLang="ja-JP" sz="1600" b="1" u="none" strike="noStrike" kern="1200" cap="none" normalizeH="0" baseline="0" dirty="0">
                          <a:ln>
                            <a:noFill/>
                          </a:ln>
                          <a:solidFill>
                            <a:schemeClr val="bg1"/>
                          </a:solidFill>
                          <a:effectLst/>
                          <a:latin typeface="+mn-ea"/>
                          <a:ea typeface="+mn-ea"/>
                          <a:cs typeface="Meiryo UI" pitchFamily="50" charset="-128"/>
                        </a:rPr>
                        <a:t>No</a:t>
                      </a:r>
                      <a:endParaRPr kumimoji="0" lang="ja-JP" altLang="en-US" sz="1600" b="1" u="none" strike="noStrike" kern="1200" cap="none" normalizeH="0" baseline="0" dirty="0">
                        <a:ln>
                          <a:noFill/>
                        </a:ln>
                        <a:solidFill>
                          <a:schemeClr val="bg1"/>
                        </a:solidFill>
                        <a:effectLst/>
                        <a:latin typeface="+mn-ea"/>
                        <a:ea typeface="+mn-ea"/>
                        <a:cs typeface="Meiryo UI" pitchFamily="50" charset="-128"/>
                      </a:endParaRPr>
                    </a:p>
                  </a:txBody>
                  <a:tcPr marL="90014" marR="90014" marT="46800" marB="46800" anchor="ctr" horzOverflow="overflow">
                    <a:solidFill>
                      <a:schemeClr val="accent1"/>
                    </a:solidFill>
                  </a:tcPr>
                </a:tc>
                <a:tc>
                  <a:txBody>
                    <a:bodyPr/>
                    <a:lstStyle/>
                    <a:p>
                      <a:r>
                        <a:rPr kumimoji="1" lang="ja-JP" altLang="en-US" sz="1600" b="1" kern="1200" dirty="0">
                          <a:solidFill>
                            <a:schemeClr val="bg1"/>
                          </a:solidFill>
                          <a:latin typeface="+mn-ea"/>
                          <a:ea typeface="+mn-ea"/>
                          <a:cs typeface="+mn-cs"/>
                        </a:rPr>
                        <a:t>工程</a:t>
                      </a:r>
                    </a:p>
                  </a:txBody>
                  <a:tcPr marL="90014" marR="90014" marT="46800" marB="46800" anchor="ctr" horzOverflow="overflow">
                    <a:solidFill>
                      <a:schemeClr val="accent1"/>
                    </a:solidFill>
                  </a:tcPr>
                </a:tc>
                <a:tc>
                  <a:txBody>
                    <a:bodyPr/>
                    <a:lstStyle/>
                    <a:p>
                      <a:pPr marL="342900" marR="0" lvl="0" indent="-342900" algn="ctr"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0" lang="ja-JP" altLang="en-US" sz="1600" b="1" u="none" strike="noStrike" kern="1200" cap="none" normalizeH="0" baseline="0" dirty="0">
                          <a:ln>
                            <a:noFill/>
                          </a:ln>
                          <a:solidFill>
                            <a:schemeClr val="bg1"/>
                          </a:solidFill>
                          <a:effectLst/>
                          <a:latin typeface="+mn-ea"/>
                          <a:ea typeface="+mn-ea"/>
                          <a:cs typeface="Meiryo UI" pitchFamily="50" charset="-128"/>
                        </a:rPr>
                        <a:t>測定値</a:t>
                      </a:r>
                    </a:p>
                  </a:txBody>
                  <a:tcPr marL="90014" marR="90014" marT="46800" marB="46800" anchor="ctr" horzOverflow="overflow">
                    <a:solidFill>
                      <a:schemeClr val="accent1"/>
                    </a:solidFill>
                  </a:tcPr>
                </a:tc>
                <a:tc>
                  <a:txBody>
                    <a:bodyPr/>
                    <a:lstStyle/>
                    <a:p>
                      <a:pPr marL="342900" marR="0" lvl="0" indent="-342900" algn="ctr"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0" lang="ja-JP" altLang="en-US" sz="1600" b="1" u="none" strike="noStrike" kern="1200" cap="none" normalizeH="0" baseline="0" dirty="0">
                          <a:ln>
                            <a:noFill/>
                          </a:ln>
                          <a:solidFill>
                            <a:schemeClr val="bg1"/>
                          </a:solidFill>
                          <a:effectLst/>
                          <a:latin typeface="+mn-ea"/>
                          <a:ea typeface="+mn-ea"/>
                          <a:cs typeface="Meiryo UI" pitchFamily="50" charset="-128"/>
                        </a:rPr>
                        <a:t>単位・測定方法</a:t>
                      </a:r>
                    </a:p>
                  </a:txBody>
                  <a:tcPr marL="90014" marR="90014" marT="46800" marB="46800" anchor="ctr" horzOverflow="overflow">
                    <a:solidFill>
                      <a:schemeClr val="accent1"/>
                    </a:solidFill>
                  </a:tcPr>
                </a:tc>
                <a:tc>
                  <a:txBody>
                    <a:bodyPr/>
                    <a:lstStyle/>
                    <a:p>
                      <a:pPr marL="342900" marR="0" lvl="0" indent="-342900" algn="ctr"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0" lang="ja-JP" altLang="en-US" sz="1600" b="1" u="none" strike="noStrike" kern="1200" cap="none" normalizeH="0" baseline="0" dirty="0">
                          <a:ln>
                            <a:noFill/>
                          </a:ln>
                          <a:solidFill>
                            <a:schemeClr val="bg1"/>
                          </a:solidFill>
                          <a:effectLst/>
                          <a:latin typeface="+mn-ea"/>
                          <a:ea typeface="+mn-ea"/>
                          <a:cs typeface="Meiryo UI" pitchFamily="50" charset="-128"/>
                        </a:rPr>
                        <a:t>目標値</a:t>
                      </a:r>
                    </a:p>
                  </a:txBody>
                  <a:tcPr marL="90014" marR="90014" marT="46800" marB="46800" anchor="ctr" horzOverflow="overflow">
                    <a:solidFill>
                      <a:schemeClr val="accent1"/>
                    </a:solidFill>
                  </a:tcPr>
                </a:tc>
                <a:extLst>
                  <a:ext uri="{0D108BD9-81ED-4DB2-BD59-A6C34878D82A}">
                    <a16:rowId xmlns:a16="http://schemas.microsoft.com/office/drawing/2014/main" val="10000"/>
                  </a:ext>
                </a:extLst>
              </a:tr>
              <a:tr h="545501">
                <a:tc>
                  <a:txBody>
                    <a:bodyPr/>
                    <a:lstStyle/>
                    <a:p>
                      <a:pPr marL="0" marR="0" lvl="0" indent="0" algn="ctr"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0" lang="en-US" altLang="ja-JP" sz="1600" u="none" strike="noStrike" kern="1200" cap="none" normalizeH="0" baseline="0" dirty="0">
                          <a:ln>
                            <a:noFill/>
                          </a:ln>
                          <a:solidFill>
                            <a:schemeClr val="tx1"/>
                          </a:solidFill>
                          <a:effectLst/>
                          <a:latin typeface="+mn-ea"/>
                          <a:ea typeface="+mn-ea"/>
                          <a:cs typeface="Meiryo UI" pitchFamily="50" charset="-128"/>
                        </a:rPr>
                        <a:t>1</a:t>
                      </a:r>
                    </a:p>
                  </a:txBody>
                  <a:tcPr marL="90014" marR="90014" marT="36000" marB="36000" horzOverflow="overflow"/>
                </a:tc>
                <a:tc>
                  <a:txBody>
                    <a:bodyPr/>
                    <a:lstStyle/>
                    <a:p>
                      <a:pPr marL="0" marR="0" lvl="0" indent="0" algn="l"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0" lang="ja-JP" altLang="en-US" sz="1600" u="none" strike="noStrike" kern="1200" cap="none" normalizeH="0" baseline="0" dirty="0">
                          <a:ln>
                            <a:noFill/>
                          </a:ln>
                          <a:solidFill>
                            <a:schemeClr val="tx1"/>
                          </a:solidFill>
                          <a:effectLst/>
                          <a:latin typeface="+mn-ea"/>
                          <a:ea typeface="+mn-ea"/>
                          <a:cs typeface="Meiryo UI" pitchFamily="50" charset="-128"/>
                        </a:rPr>
                        <a:t>基本設計</a:t>
                      </a:r>
                      <a:endParaRPr kumimoji="0" lang="en-US" altLang="ja-JP" sz="1600" u="none" strike="noStrike" kern="1200" cap="none" normalizeH="0" baseline="0" dirty="0">
                        <a:ln>
                          <a:noFill/>
                        </a:ln>
                        <a:solidFill>
                          <a:schemeClr val="tx1"/>
                        </a:solidFill>
                        <a:effectLst/>
                        <a:latin typeface="+mn-ea"/>
                        <a:ea typeface="+mn-ea"/>
                        <a:cs typeface="Meiryo UI" pitchFamily="50" charset="-128"/>
                      </a:endParaRPr>
                    </a:p>
                  </a:txBody>
                  <a:tcPr marL="90014" marR="90014" marT="36000" marB="36000" horzOverflow="overflow"/>
                </a:tc>
                <a:tc>
                  <a:txBody>
                    <a:bodyPr/>
                    <a:lstStyle/>
                    <a:p>
                      <a:pPr marL="0" marR="0" lvl="0" indent="0" algn="l"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1" lang="ja-JP" altLang="en-US" sz="1600" b="0" i="0" u="none" strike="noStrike" kern="1200" cap="none" normalizeH="0" baseline="0" dirty="0">
                          <a:ln>
                            <a:noFill/>
                          </a:ln>
                          <a:solidFill>
                            <a:schemeClr val="tx1"/>
                          </a:solidFill>
                          <a:effectLst/>
                          <a:latin typeface="+mn-ea"/>
                          <a:ea typeface="+mn-ea"/>
                          <a:cs typeface="Meiryo UI" pitchFamily="50" charset="-128"/>
                        </a:rPr>
                        <a:t>レビュー工数密度</a:t>
                      </a:r>
                    </a:p>
                  </a:txBody>
                  <a:tcPr marL="90014" marR="90014" marT="36000" marB="36000" horzOverflow="overflow"/>
                </a:tc>
                <a:tc>
                  <a:txBody>
                    <a:bodyPr/>
                    <a:lstStyle/>
                    <a:p>
                      <a:pPr marL="0" marR="0" lvl="0" indent="0" algn="l"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1" lang="ja-JP" altLang="en-US" sz="1600" b="0" i="0" u="none" strike="noStrike" kern="1200" cap="none" normalizeH="0" baseline="0" dirty="0">
                          <a:ln>
                            <a:noFill/>
                          </a:ln>
                          <a:solidFill>
                            <a:schemeClr val="tx1"/>
                          </a:solidFill>
                          <a:effectLst/>
                          <a:latin typeface="+mn-ea"/>
                          <a:ea typeface="+mn-ea"/>
                          <a:cs typeface="Meiryo UI" pitchFamily="50" charset="-128"/>
                        </a:rPr>
                        <a:t>人時</a:t>
                      </a:r>
                      <a:r>
                        <a:rPr kumimoji="1" lang="en-US" altLang="ja-JP" sz="1600" b="0" i="0" u="none" strike="noStrike" kern="1200" cap="none" normalizeH="0" baseline="0" dirty="0">
                          <a:ln>
                            <a:noFill/>
                          </a:ln>
                          <a:solidFill>
                            <a:schemeClr val="tx1"/>
                          </a:solidFill>
                          <a:effectLst/>
                          <a:latin typeface="+mn-ea"/>
                          <a:ea typeface="+mn-ea"/>
                          <a:cs typeface="Meiryo UI" pitchFamily="50" charset="-128"/>
                        </a:rPr>
                        <a:t>/</a:t>
                      </a:r>
                      <a:r>
                        <a:rPr kumimoji="1" lang="ja-JP" altLang="en-US" sz="1600" b="0" i="0" u="none" strike="noStrike" kern="1200" cap="none" normalizeH="0" baseline="0" dirty="0">
                          <a:ln>
                            <a:noFill/>
                          </a:ln>
                          <a:solidFill>
                            <a:schemeClr val="tx1"/>
                          </a:solidFill>
                          <a:effectLst/>
                          <a:latin typeface="+mn-ea"/>
                          <a:ea typeface="+mn-ea"/>
                          <a:cs typeface="Meiryo UI" pitchFamily="50" charset="-128"/>
                        </a:rPr>
                        <a:t>ページ</a:t>
                      </a:r>
                    </a:p>
                  </a:txBody>
                  <a:tcPr marL="90014" marR="90014" marT="36000" marB="36000" horzOverflow="overflow"/>
                </a:tc>
                <a:tc>
                  <a:txBody>
                    <a:bodyPr/>
                    <a:lstStyle/>
                    <a:p>
                      <a:pPr marL="0" marR="0" lvl="0" indent="0" algn="l"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0" lang="en-US" altLang="ja-JP" sz="1600" u="none" strike="noStrike" kern="1200" cap="none" normalizeH="0" baseline="0" dirty="0">
                          <a:ln>
                            <a:noFill/>
                          </a:ln>
                          <a:solidFill>
                            <a:schemeClr val="tx1"/>
                          </a:solidFill>
                          <a:effectLst/>
                          <a:latin typeface="+mn-ea"/>
                          <a:ea typeface="+mn-ea"/>
                          <a:cs typeface="Meiryo UI" pitchFamily="50" charset="-128"/>
                        </a:rPr>
                        <a:t>0.139</a:t>
                      </a:r>
                      <a:r>
                        <a:rPr kumimoji="0" lang="ja-JP" altLang="en-US" sz="1600" u="none" strike="noStrike" kern="1200" cap="none" normalizeH="0" baseline="0" dirty="0">
                          <a:ln>
                            <a:noFill/>
                          </a:ln>
                          <a:solidFill>
                            <a:schemeClr val="tx1"/>
                          </a:solidFill>
                          <a:effectLst/>
                          <a:latin typeface="+mn-ea"/>
                          <a:ea typeface="+mn-ea"/>
                          <a:cs typeface="Meiryo UI" pitchFamily="50" charset="-128"/>
                        </a:rPr>
                        <a:t>以上</a:t>
                      </a:r>
                      <a:r>
                        <a:rPr kumimoji="0" lang="en-US" altLang="ja-JP" sz="1600" u="none" strike="noStrike" kern="1200" cap="none" normalizeH="0" baseline="0" dirty="0">
                          <a:ln>
                            <a:noFill/>
                          </a:ln>
                          <a:solidFill>
                            <a:schemeClr val="tx1"/>
                          </a:solidFill>
                          <a:effectLst/>
                          <a:latin typeface="+mn-ea"/>
                          <a:ea typeface="+mn-ea"/>
                          <a:cs typeface="Meiryo UI" pitchFamily="50" charset="-128"/>
                        </a:rPr>
                        <a:t>0.982</a:t>
                      </a:r>
                      <a:r>
                        <a:rPr kumimoji="0" lang="ja-JP" altLang="en-US" sz="1600" u="none" strike="noStrike" kern="1200" cap="none" normalizeH="0" baseline="0" dirty="0">
                          <a:ln>
                            <a:noFill/>
                          </a:ln>
                          <a:solidFill>
                            <a:schemeClr val="tx1"/>
                          </a:solidFill>
                          <a:effectLst/>
                          <a:latin typeface="+mn-ea"/>
                          <a:ea typeface="+mn-ea"/>
                          <a:cs typeface="Meiryo UI" pitchFamily="50" charset="-128"/>
                        </a:rPr>
                        <a:t>以下</a:t>
                      </a:r>
                      <a:endParaRPr kumimoji="0" lang="en-US" altLang="ja-JP" sz="1600" u="none" strike="noStrike" kern="1200" cap="none" normalizeH="0" baseline="0" dirty="0">
                        <a:ln>
                          <a:noFill/>
                        </a:ln>
                        <a:solidFill>
                          <a:schemeClr val="tx1"/>
                        </a:solidFill>
                        <a:effectLst/>
                        <a:latin typeface="+mn-ea"/>
                        <a:ea typeface="+mn-ea"/>
                        <a:cs typeface="Meiryo UI" pitchFamily="50" charset="-128"/>
                      </a:endParaRPr>
                    </a:p>
                  </a:txBody>
                  <a:tcPr marL="90014" marR="90014" marT="36000" marB="36000" horzOverflow="overflow"/>
                </a:tc>
                <a:extLst>
                  <a:ext uri="{0D108BD9-81ED-4DB2-BD59-A6C34878D82A}">
                    <a16:rowId xmlns:a16="http://schemas.microsoft.com/office/drawing/2014/main" val="51281576"/>
                  </a:ext>
                </a:extLst>
              </a:tr>
              <a:tr h="545501">
                <a:tc>
                  <a:txBody>
                    <a:bodyPr/>
                    <a:lstStyle/>
                    <a:p>
                      <a:pPr marL="0" marR="0" lvl="0" indent="0" algn="ctr"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0" lang="en-US" altLang="ja-JP" sz="1600" u="none" strike="noStrike" kern="1200" cap="none" normalizeH="0" baseline="0" dirty="0">
                          <a:ln>
                            <a:noFill/>
                          </a:ln>
                          <a:solidFill>
                            <a:schemeClr val="tx1"/>
                          </a:solidFill>
                          <a:effectLst/>
                          <a:latin typeface="+mn-ea"/>
                          <a:ea typeface="+mn-ea"/>
                          <a:cs typeface="Meiryo UI" pitchFamily="50" charset="-128"/>
                        </a:rPr>
                        <a:t>2</a:t>
                      </a:r>
                      <a:endParaRPr kumimoji="0" lang="ja-JP" altLang="en-US" sz="1600" u="none" strike="noStrike" kern="1200" cap="none" normalizeH="0" baseline="0" dirty="0">
                        <a:ln>
                          <a:noFill/>
                        </a:ln>
                        <a:solidFill>
                          <a:schemeClr val="tx1"/>
                        </a:solidFill>
                        <a:effectLst/>
                        <a:latin typeface="+mn-ea"/>
                        <a:ea typeface="+mn-ea"/>
                        <a:cs typeface="Meiryo UI" pitchFamily="50" charset="-128"/>
                      </a:endParaRPr>
                    </a:p>
                  </a:txBody>
                  <a:tcPr marL="90014" marR="90014" marT="36000" marB="36000" horzOverflow="overflow"/>
                </a:tc>
                <a:tc>
                  <a:txBody>
                    <a:bodyPr/>
                    <a:lstStyle/>
                    <a:p>
                      <a:pPr marL="0" marR="0" lvl="0" indent="0" algn="l"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0" lang="ja-JP" altLang="en-US" sz="1600" u="none" strike="noStrike" kern="1200" cap="none" normalizeH="0" baseline="0" dirty="0">
                          <a:ln>
                            <a:noFill/>
                          </a:ln>
                          <a:solidFill>
                            <a:schemeClr val="tx1"/>
                          </a:solidFill>
                          <a:effectLst/>
                          <a:latin typeface="+mn-ea"/>
                          <a:ea typeface="+mn-ea"/>
                          <a:cs typeface="Meiryo UI" pitchFamily="50" charset="-128"/>
                        </a:rPr>
                        <a:t>詳細設計</a:t>
                      </a:r>
                      <a:endParaRPr kumimoji="0" lang="en-US" altLang="ja-JP" sz="1600" u="none" strike="noStrike" kern="1200" cap="none" normalizeH="0" baseline="0" dirty="0">
                        <a:ln>
                          <a:noFill/>
                        </a:ln>
                        <a:solidFill>
                          <a:schemeClr val="tx1"/>
                        </a:solidFill>
                        <a:effectLst/>
                        <a:latin typeface="+mn-ea"/>
                        <a:ea typeface="+mn-ea"/>
                        <a:cs typeface="Meiryo UI" pitchFamily="50" charset="-128"/>
                      </a:endParaRPr>
                    </a:p>
                  </a:txBody>
                  <a:tcPr marL="90014" marR="90014" marT="36000" marB="36000" horzOverflow="overflow"/>
                </a:tc>
                <a:tc>
                  <a:txBody>
                    <a:bodyPr/>
                    <a:lstStyle/>
                    <a:p>
                      <a:pPr marL="0" marR="0" lvl="0" indent="0" algn="l"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1" lang="ja-JP" altLang="en-US" sz="1600" b="0" i="0" u="none" strike="noStrike" kern="1200" cap="none" normalizeH="0" baseline="0" dirty="0">
                          <a:ln>
                            <a:noFill/>
                          </a:ln>
                          <a:solidFill>
                            <a:schemeClr val="tx1"/>
                          </a:solidFill>
                          <a:effectLst/>
                          <a:latin typeface="+mn-ea"/>
                          <a:ea typeface="+mn-ea"/>
                          <a:cs typeface="Meiryo UI" pitchFamily="50" charset="-128"/>
                        </a:rPr>
                        <a:t>レビュー工数密度</a:t>
                      </a:r>
                    </a:p>
                  </a:txBody>
                  <a:tcPr marL="90014" marR="90014" marT="36000" marB="36000" horzOverflow="overflow"/>
                </a:tc>
                <a:tc>
                  <a:txBody>
                    <a:bodyPr/>
                    <a:lstStyle/>
                    <a:p>
                      <a:pPr marL="0" marR="0" lvl="0" indent="0" algn="l"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1" lang="ja-JP" altLang="en-US" sz="1600" b="0" i="0" u="none" strike="noStrike" kern="1200" cap="none" normalizeH="0" baseline="0" dirty="0">
                          <a:ln>
                            <a:noFill/>
                          </a:ln>
                          <a:solidFill>
                            <a:schemeClr val="tx1"/>
                          </a:solidFill>
                          <a:effectLst/>
                          <a:latin typeface="+mn-ea"/>
                          <a:ea typeface="+mn-ea"/>
                          <a:cs typeface="Meiryo UI" pitchFamily="50" charset="-128"/>
                        </a:rPr>
                        <a:t>人時</a:t>
                      </a:r>
                      <a:r>
                        <a:rPr kumimoji="1" lang="en-US" altLang="ja-JP" sz="1600" b="0" i="0" u="none" strike="noStrike" kern="1200" cap="none" normalizeH="0" baseline="0" dirty="0">
                          <a:ln>
                            <a:noFill/>
                          </a:ln>
                          <a:solidFill>
                            <a:schemeClr val="tx1"/>
                          </a:solidFill>
                          <a:effectLst/>
                          <a:latin typeface="+mn-ea"/>
                          <a:ea typeface="+mn-ea"/>
                          <a:cs typeface="Meiryo UI" pitchFamily="50" charset="-128"/>
                        </a:rPr>
                        <a:t>/</a:t>
                      </a:r>
                      <a:r>
                        <a:rPr kumimoji="1" lang="ja-JP" altLang="en-US" sz="1600" b="0" i="0" u="none" strike="noStrike" kern="1200" cap="none" normalizeH="0" baseline="0" dirty="0">
                          <a:ln>
                            <a:noFill/>
                          </a:ln>
                          <a:solidFill>
                            <a:schemeClr val="tx1"/>
                          </a:solidFill>
                          <a:effectLst/>
                          <a:latin typeface="+mn-ea"/>
                          <a:ea typeface="+mn-ea"/>
                          <a:cs typeface="Meiryo UI" pitchFamily="50" charset="-128"/>
                        </a:rPr>
                        <a:t>ページ</a:t>
                      </a:r>
                    </a:p>
                  </a:txBody>
                  <a:tcPr marL="90014" marR="90014" marT="36000" marB="36000" horzOverflow="overflow"/>
                </a:tc>
                <a:tc>
                  <a:txBody>
                    <a:bodyPr/>
                    <a:lstStyle/>
                    <a:p>
                      <a:pPr marL="0" marR="0" lvl="0" indent="0" algn="l"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0" lang="en-US" altLang="ja-JP" sz="1600" u="none" strike="noStrike" kern="1200" cap="none" normalizeH="0" baseline="0" dirty="0">
                          <a:ln>
                            <a:noFill/>
                          </a:ln>
                          <a:solidFill>
                            <a:schemeClr val="tx1"/>
                          </a:solidFill>
                          <a:effectLst/>
                          <a:latin typeface="+mn-ea"/>
                          <a:ea typeface="+mn-ea"/>
                          <a:cs typeface="Meiryo UI" pitchFamily="50" charset="-128"/>
                        </a:rPr>
                        <a:t>0.119</a:t>
                      </a:r>
                      <a:r>
                        <a:rPr kumimoji="0" lang="ja-JP" altLang="en-US" sz="1600" u="none" strike="noStrike" kern="1200" cap="none" normalizeH="0" baseline="0" dirty="0">
                          <a:ln>
                            <a:noFill/>
                          </a:ln>
                          <a:solidFill>
                            <a:schemeClr val="tx1"/>
                          </a:solidFill>
                          <a:effectLst/>
                          <a:latin typeface="+mn-ea"/>
                          <a:ea typeface="+mn-ea"/>
                          <a:cs typeface="Meiryo UI" pitchFamily="50" charset="-128"/>
                        </a:rPr>
                        <a:t>以上</a:t>
                      </a:r>
                      <a:r>
                        <a:rPr kumimoji="0" lang="en-US" altLang="ja-JP" sz="1600" u="none" strike="noStrike" kern="1200" cap="none" normalizeH="0" baseline="0" dirty="0">
                          <a:ln>
                            <a:noFill/>
                          </a:ln>
                          <a:solidFill>
                            <a:schemeClr val="tx1"/>
                          </a:solidFill>
                          <a:effectLst/>
                          <a:latin typeface="+mn-ea"/>
                          <a:ea typeface="+mn-ea"/>
                          <a:cs typeface="Meiryo UI" pitchFamily="50" charset="-128"/>
                        </a:rPr>
                        <a:t>0.713</a:t>
                      </a:r>
                      <a:r>
                        <a:rPr kumimoji="0" lang="ja-JP" altLang="en-US" sz="1600" u="none" strike="noStrike" kern="1200" cap="none" normalizeH="0" baseline="0" dirty="0">
                          <a:ln>
                            <a:noFill/>
                          </a:ln>
                          <a:solidFill>
                            <a:schemeClr val="tx1"/>
                          </a:solidFill>
                          <a:effectLst/>
                          <a:latin typeface="+mn-ea"/>
                          <a:ea typeface="+mn-ea"/>
                          <a:cs typeface="Meiryo UI" pitchFamily="50" charset="-128"/>
                        </a:rPr>
                        <a:t>以下</a:t>
                      </a:r>
                      <a:endParaRPr kumimoji="0" lang="en-US" altLang="ja-JP" sz="1600" u="none" strike="noStrike" kern="1200" cap="none" normalizeH="0" baseline="0" dirty="0">
                        <a:ln>
                          <a:noFill/>
                        </a:ln>
                        <a:solidFill>
                          <a:schemeClr val="tx1"/>
                        </a:solidFill>
                        <a:effectLst/>
                        <a:latin typeface="+mn-ea"/>
                        <a:ea typeface="+mn-ea"/>
                        <a:cs typeface="Meiryo UI" pitchFamily="50" charset="-128"/>
                      </a:endParaRPr>
                    </a:p>
                  </a:txBody>
                  <a:tcPr marL="90014" marR="90014" marT="36000" marB="36000" horzOverflow="overflow"/>
                </a:tc>
                <a:extLst>
                  <a:ext uri="{0D108BD9-81ED-4DB2-BD59-A6C34878D82A}">
                    <a16:rowId xmlns:a16="http://schemas.microsoft.com/office/drawing/2014/main" val="2571163849"/>
                  </a:ext>
                </a:extLst>
              </a:tr>
              <a:tr h="545501">
                <a:tc>
                  <a:txBody>
                    <a:bodyPr/>
                    <a:lstStyle/>
                    <a:p>
                      <a:pPr marL="0" marR="0" lvl="0" indent="0" algn="ctr"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0" lang="en-US" altLang="ja-JP" sz="1600" u="none" strike="noStrike" kern="1200" cap="none" normalizeH="0" baseline="0" dirty="0">
                          <a:ln>
                            <a:noFill/>
                          </a:ln>
                          <a:solidFill>
                            <a:schemeClr val="tx1"/>
                          </a:solidFill>
                          <a:effectLst/>
                          <a:latin typeface="+mn-ea"/>
                          <a:ea typeface="+mn-ea"/>
                          <a:cs typeface="Meiryo UI" pitchFamily="50" charset="-128"/>
                        </a:rPr>
                        <a:t>3</a:t>
                      </a:r>
                      <a:endParaRPr kumimoji="0" lang="ja-JP" altLang="en-US" sz="1600" u="none" strike="noStrike" kern="1200" cap="none" normalizeH="0" baseline="0" dirty="0">
                        <a:ln>
                          <a:noFill/>
                        </a:ln>
                        <a:solidFill>
                          <a:schemeClr val="tx1"/>
                        </a:solidFill>
                        <a:effectLst/>
                        <a:latin typeface="+mn-ea"/>
                        <a:ea typeface="+mn-ea"/>
                        <a:cs typeface="Meiryo UI" pitchFamily="50" charset="-128"/>
                      </a:endParaRPr>
                    </a:p>
                  </a:txBody>
                  <a:tcPr marL="90014" marR="90014" marT="36000" marB="36000" horzOverflow="overflow"/>
                </a:tc>
                <a:tc>
                  <a:txBody>
                    <a:bodyPr/>
                    <a:lstStyle/>
                    <a:p>
                      <a:pPr marL="0" marR="0" lvl="0" indent="0" algn="l"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0" lang="ja-JP" altLang="en-US" sz="1600" u="none" strike="noStrike" kern="1200" cap="none" normalizeH="0" baseline="0" dirty="0">
                          <a:ln>
                            <a:noFill/>
                          </a:ln>
                          <a:solidFill>
                            <a:schemeClr val="tx1"/>
                          </a:solidFill>
                          <a:effectLst/>
                          <a:latin typeface="+mn-ea"/>
                          <a:ea typeface="+mn-ea"/>
                          <a:cs typeface="Meiryo UI" pitchFamily="50" charset="-128"/>
                        </a:rPr>
                        <a:t>単体テスト</a:t>
                      </a:r>
                    </a:p>
                  </a:txBody>
                  <a:tcPr marL="90014" marR="90014" marT="36000" marB="36000" horzOverflow="overflow"/>
                </a:tc>
                <a:tc>
                  <a:txBody>
                    <a:bodyPr/>
                    <a:lstStyle/>
                    <a:p>
                      <a:pPr marL="0" marR="0" lvl="0" indent="0" algn="l"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0" lang="ja-JP" altLang="en-US" sz="1600" u="none" strike="noStrike" kern="1200" cap="none" normalizeH="0" baseline="0" dirty="0">
                          <a:ln>
                            <a:noFill/>
                          </a:ln>
                          <a:solidFill>
                            <a:schemeClr val="tx1"/>
                          </a:solidFill>
                          <a:effectLst/>
                          <a:latin typeface="+mn-ea"/>
                          <a:ea typeface="+mn-ea"/>
                          <a:cs typeface="Meiryo UI" pitchFamily="50" charset="-128"/>
                        </a:rPr>
                        <a:t>レビュー実施率</a:t>
                      </a:r>
                      <a:endParaRPr kumimoji="0" lang="en-US" altLang="ja-JP" sz="1600" u="none" strike="noStrike" kern="1200" cap="none" normalizeH="0" baseline="0" dirty="0">
                        <a:ln>
                          <a:noFill/>
                        </a:ln>
                        <a:solidFill>
                          <a:schemeClr val="tx1"/>
                        </a:solidFill>
                        <a:effectLst/>
                        <a:latin typeface="+mn-ea"/>
                        <a:ea typeface="+mn-ea"/>
                        <a:cs typeface="Meiryo UI" pitchFamily="50" charset="-128"/>
                      </a:endParaRPr>
                    </a:p>
                  </a:txBody>
                  <a:tcPr marL="90014" marR="90014" marT="36000" marB="36000" horzOverflow="overflow"/>
                </a:tc>
                <a:tc>
                  <a:txBody>
                    <a:bodyPr/>
                    <a:lstStyle/>
                    <a:p>
                      <a:pPr marL="0" marR="0" lvl="0" indent="0" algn="l"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0" lang="ja-JP" altLang="en-US" sz="1600" u="none" strike="noStrike" kern="1200" cap="none" normalizeH="0" baseline="0" dirty="0">
                          <a:ln>
                            <a:noFill/>
                          </a:ln>
                          <a:solidFill>
                            <a:schemeClr val="tx1"/>
                          </a:solidFill>
                          <a:effectLst/>
                          <a:latin typeface="+mn-ea"/>
                          <a:ea typeface="+mn-ea"/>
                          <a:cs typeface="Meiryo UI" pitchFamily="50" charset="-128"/>
                        </a:rPr>
                        <a:t>件</a:t>
                      </a:r>
                      <a:r>
                        <a:rPr kumimoji="0" lang="en-US" altLang="ja-JP" sz="1600" u="none" strike="noStrike" kern="1200" cap="none" normalizeH="0" baseline="0" dirty="0">
                          <a:ln>
                            <a:noFill/>
                          </a:ln>
                          <a:solidFill>
                            <a:schemeClr val="tx1"/>
                          </a:solidFill>
                          <a:effectLst/>
                          <a:latin typeface="+mn-ea"/>
                          <a:ea typeface="+mn-ea"/>
                          <a:cs typeface="Meiryo UI" pitchFamily="50" charset="-128"/>
                        </a:rPr>
                        <a:t>/</a:t>
                      </a:r>
                      <a:r>
                        <a:rPr kumimoji="0" lang="ja-JP" altLang="en-US" sz="1600" u="none" strike="noStrike" kern="1200" cap="none" normalizeH="0" baseline="0" dirty="0">
                          <a:ln>
                            <a:noFill/>
                          </a:ln>
                          <a:solidFill>
                            <a:schemeClr val="tx1"/>
                          </a:solidFill>
                          <a:effectLst/>
                          <a:latin typeface="+mn-ea"/>
                          <a:ea typeface="+mn-ea"/>
                          <a:cs typeface="Meiryo UI" pitchFamily="50" charset="-128"/>
                        </a:rPr>
                        <a:t>タスク数</a:t>
                      </a:r>
                      <a:endParaRPr kumimoji="0" lang="en-US" altLang="ja-JP" sz="1600" u="none" strike="noStrike" kern="1200" cap="none" normalizeH="0" baseline="0" dirty="0">
                        <a:ln>
                          <a:noFill/>
                        </a:ln>
                        <a:solidFill>
                          <a:schemeClr val="tx1"/>
                        </a:solidFill>
                        <a:effectLst/>
                        <a:latin typeface="+mn-ea"/>
                        <a:ea typeface="+mn-ea"/>
                        <a:cs typeface="Meiryo UI" pitchFamily="50" charset="-128"/>
                      </a:endParaRPr>
                    </a:p>
                  </a:txBody>
                  <a:tcPr marL="90014" marR="90014" marT="36000" marB="36000" horzOverflow="overflow"/>
                </a:tc>
                <a:tc>
                  <a:txBody>
                    <a:bodyPr/>
                    <a:lstStyle/>
                    <a:p>
                      <a:pPr marL="0" marR="0" lvl="0" indent="0" algn="l" defTabSz="914400" rtl="0" eaLnBrk="1" fontAlgn="ctr" latinLnBrk="0" hangingPunct="1">
                        <a:lnSpc>
                          <a:spcPct val="100000"/>
                        </a:lnSpc>
                        <a:spcBef>
                          <a:spcPct val="0"/>
                        </a:spcBef>
                        <a:spcAft>
                          <a:spcPct val="0"/>
                        </a:spcAft>
                        <a:buClr>
                          <a:srgbClr val="9C244A"/>
                        </a:buClr>
                        <a:buSzTx/>
                        <a:buFont typeface="Wingdings" pitchFamily="2" charset="2"/>
                        <a:buNone/>
                        <a:tabLst/>
                        <a:defRPr/>
                      </a:pPr>
                      <a:r>
                        <a:rPr kumimoji="0" lang="en-US" altLang="ja-JP" sz="1600" u="none" strike="noStrike" kern="1200" cap="none" normalizeH="0" baseline="0" dirty="0">
                          <a:ln>
                            <a:noFill/>
                          </a:ln>
                          <a:solidFill>
                            <a:schemeClr val="tx1"/>
                          </a:solidFill>
                          <a:effectLst/>
                          <a:latin typeface="+mn-ea"/>
                          <a:ea typeface="+mn-ea"/>
                          <a:cs typeface="Meiryo UI" pitchFamily="50" charset="-128"/>
                        </a:rPr>
                        <a:t>1</a:t>
                      </a:r>
                      <a:endParaRPr kumimoji="0" lang="ja-JP" altLang="en-US" sz="1600" u="none" strike="noStrike" kern="1200" cap="none" normalizeH="0" baseline="0" dirty="0">
                        <a:ln>
                          <a:noFill/>
                        </a:ln>
                        <a:solidFill>
                          <a:schemeClr val="tx1"/>
                        </a:solidFill>
                        <a:effectLst/>
                        <a:latin typeface="+mn-ea"/>
                        <a:ea typeface="+mn-ea"/>
                        <a:cs typeface="Meiryo UI" pitchFamily="50" charset="-128"/>
                      </a:endParaRPr>
                    </a:p>
                  </a:txBody>
                  <a:tcPr marL="90014" marR="90014" marT="36000" marB="36000" horzOverflow="overflow"/>
                </a:tc>
                <a:extLst>
                  <a:ext uri="{0D108BD9-81ED-4DB2-BD59-A6C34878D82A}">
                    <a16:rowId xmlns:a16="http://schemas.microsoft.com/office/drawing/2014/main" val="10001"/>
                  </a:ext>
                </a:extLst>
              </a:tr>
              <a:tr h="545501">
                <a:tc>
                  <a:txBody>
                    <a:bodyPr/>
                    <a:lstStyle/>
                    <a:p>
                      <a:pPr marL="0" marR="0" lvl="0" indent="0" algn="ctr"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0" lang="en-US" altLang="ja-JP" sz="1600" u="none" strike="noStrike" kern="1200" cap="none" normalizeH="0" baseline="0" dirty="0">
                          <a:ln>
                            <a:noFill/>
                          </a:ln>
                          <a:solidFill>
                            <a:schemeClr val="tx1"/>
                          </a:solidFill>
                          <a:effectLst/>
                          <a:latin typeface="+mn-ea"/>
                          <a:ea typeface="+mn-ea"/>
                          <a:cs typeface="Meiryo UI" pitchFamily="50" charset="-128"/>
                        </a:rPr>
                        <a:t>4</a:t>
                      </a:r>
                      <a:endParaRPr kumimoji="0" lang="ja-JP" altLang="en-US" sz="1600" u="none" strike="noStrike" kern="1200" cap="none" normalizeH="0" baseline="0" dirty="0">
                        <a:ln>
                          <a:noFill/>
                        </a:ln>
                        <a:solidFill>
                          <a:schemeClr val="tx1"/>
                        </a:solidFill>
                        <a:effectLst/>
                        <a:latin typeface="+mn-ea"/>
                        <a:ea typeface="+mn-ea"/>
                        <a:cs typeface="Meiryo UI" pitchFamily="50" charset="-128"/>
                      </a:endParaRPr>
                    </a:p>
                  </a:txBody>
                  <a:tcPr marL="90014" marR="90014" marT="36000" marB="36000" horzOverflow="overflow"/>
                </a:tc>
                <a:tc>
                  <a:txBody>
                    <a:bodyPr/>
                    <a:lstStyle/>
                    <a:p>
                      <a:pPr marL="0" marR="0" lvl="0" indent="0" algn="l"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0" lang="ja-JP" altLang="en-US" sz="1600" u="none" strike="noStrike" kern="1200" cap="none" normalizeH="0" baseline="0" dirty="0">
                          <a:ln>
                            <a:noFill/>
                          </a:ln>
                          <a:solidFill>
                            <a:schemeClr val="tx1"/>
                          </a:solidFill>
                          <a:effectLst/>
                          <a:latin typeface="+mn-ea"/>
                          <a:ea typeface="+mn-ea"/>
                          <a:cs typeface="Meiryo UI" pitchFamily="50" charset="-128"/>
                        </a:rPr>
                        <a:t>結合テスト</a:t>
                      </a:r>
                    </a:p>
                  </a:txBody>
                  <a:tcPr marL="90014" marR="90014" marT="36000" marB="36000" horzOverflow="overflow"/>
                </a:tc>
                <a:tc>
                  <a:txBody>
                    <a:bodyPr/>
                    <a:lstStyle/>
                    <a:p>
                      <a:pPr marL="0" marR="0" lvl="0" indent="0" algn="l"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0" lang="ja-JP" altLang="en-US" sz="1600" u="none" strike="noStrike" kern="1200" cap="none" normalizeH="0" baseline="0" dirty="0">
                          <a:ln>
                            <a:noFill/>
                          </a:ln>
                          <a:solidFill>
                            <a:schemeClr val="tx1"/>
                          </a:solidFill>
                          <a:effectLst/>
                          <a:latin typeface="+mn-ea"/>
                          <a:ea typeface="+mn-ea"/>
                          <a:cs typeface="Meiryo UI" pitchFamily="50" charset="-128"/>
                        </a:rPr>
                        <a:t>テストケース密度</a:t>
                      </a:r>
                      <a:endParaRPr kumimoji="0" lang="en-US" altLang="ja-JP" sz="1600" u="none" strike="noStrike" kern="1200" cap="none" normalizeH="0" baseline="0" dirty="0">
                        <a:ln>
                          <a:noFill/>
                        </a:ln>
                        <a:solidFill>
                          <a:schemeClr val="tx1"/>
                        </a:solidFill>
                        <a:effectLst/>
                        <a:latin typeface="+mn-ea"/>
                        <a:ea typeface="+mn-ea"/>
                        <a:cs typeface="Meiryo UI" pitchFamily="50" charset="-128"/>
                      </a:endParaRPr>
                    </a:p>
                  </a:txBody>
                  <a:tcPr marL="90014" marR="90014" marT="36000" marB="36000" horzOverflow="overflow"/>
                </a:tc>
                <a:tc>
                  <a:txBody>
                    <a:bodyPr/>
                    <a:lstStyle/>
                    <a:p>
                      <a:pPr marL="0" marR="0" lvl="0" indent="0" algn="l"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0" lang="ja-JP" altLang="en-US" sz="1600" u="none" strike="noStrike" kern="1200" cap="none" normalizeH="0" baseline="0" dirty="0">
                          <a:ln>
                            <a:noFill/>
                          </a:ln>
                          <a:solidFill>
                            <a:schemeClr val="tx1"/>
                          </a:solidFill>
                          <a:effectLst/>
                          <a:latin typeface="+mn-ea"/>
                          <a:ea typeface="+mn-ea"/>
                          <a:cs typeface="Meiryo UI" pitchFamily="50" charset="-128"/>
                        </a:rPr>
                        <a:t>件</a:t>
                      </a:r>
                      <a:r>
                        <a:rPr kumimoji="0" lang="en-US" altLang="ja-JP" sz="1600" u="none" strike="noStrike" kern="1200" cap="none" normalizeH="0" baseline="0" dirty="0">
                          <a:ln>
                            <a:noFill/>
                          </a:ln>
                          <a:solidFill>
                            <a:schemeClr val="tx1"/>
                          </a:solidFill>
                          <a:effectLst/>
                          <a:latin typeface="+mn-ea"/>
                          <a:ea typeface="+mn-ea"/>
                          <a:cs typeface="Meiryo UI" pitchFamily="50" charset="-128"/>
                        </a:rPr>
                        <a:t>/KSLOC</a:t>
                      </a:r>
                    </a:p>
                  </a:txBody>
                  <a:tcPr marL="90014" marR="90014" marT="36000" marB="36000" horzOverflow="overflow"/>
                </a:tc>
                <a:tc>
                  <a:txBody>
                    <a:bodyPr/>
                    <a:lstStyle/>
                    <a:p>
                      <a:pPr marL="0" marR="0" lvl="0" indent="0" algn="l" defTabSz="914400" rtl="0" eaLnBrk="1" fontAlgn="ctr" latinLnBrk="0" hangingPunct="1">
                        <a:lnSpc>
                          <a:spcPct val="100000"/>
                        </a:lnSpc>
                        <a:spcBef>
                          <a:spcPct val="0"/>
                        </a:spcBef>
                        <a:spcAft>
                          <a:spcPct val="0"/>
                        </a:spcAft>
                        <a:buClr>
                          <a:srgbClr val="9C244A"/>
                        </a:buClr>
                        <a:buSzTx/>
                        <a:buFont typeface="Wingdings" pitchFamily="2" charset="2"/>
                        <a:buNone/>
                        <a:tabLst/>
                        <a:defRPr/>
                      </a:pPr>
                      <a:r>
                        <a:rPr kumimoji="0" lang="en-US" altLang="ja-JP" sz="1600" u="none" strike="noStrike" kern="1200" cap="none" normalizeH="0" baseline="0" dirty="0">
                          <a:ln>
                            <a:noFill/>
                          </a:ln>
                          <a:solidFill>
                            <a:schemeClr val="tx1"/>
                          </a:solidFill>
                          <a:effectLst/>
                          <a:latin typeface="+mn-ea"/>
                          <a:ea typeface="+mn-ea"/>
                          <a:cs typeface="Meiryo UI" pitchFamily="50" charset="-128"/>
                        </a:rPr>
                        <a:t>17.84</a:t>
                      </a:r>
                      <a:r>
                        <a:rPr kumimoji="0" lang="ja-JP" altLang="en-US" sz="1600" u="none" strike="noStrike" kern="1200" cap="none" normalizeH="0" baseline="0" dirty="0">
                          <a:ln>
                            <a:noFill/>
                          </a:ln>
                          <a:solidFill>
                            <a:schemeClr val="tx1"/>
                          </a:solidFill>
                          <a:effectLst/>
                          <a:latin typeface="+mn-ea"/>
                          <a:ea typeface="+mn-ea"/>
                          <a:cs typeface="Meiryo UI" pitchFamily="50" charset="-128"/>
                        </a:rPr>
                        <a:t>以上</a:t>
                      </a:r>
                      <a:r>
                        <a:rPr kumimoji="0" lang="en-US" altLang="ja-JP" sz="1600" u="none" strike="noStrike" kern="1200" cap="none" normalizeH="0" baseline="0" dirty="0">
                          <a:ln>
                            <a:noFill/>
                          </a:ln>
                          <a:solidFill>
                            <a:schemeClr val="tx1"/>
                          </a:solidFill>
                          <a:effectLst/>
                          <a:latin typeface="+mn-ea"/>
                          <a:ea typeface="+mn-ea"/>
                          <a:cs typeface="Meiryo UI" pitchFamily="50" charset="-128"/>
                        </a:rPr>
                        <a:t>79.84</a:t>
                      </a:r>
                      <a:r>
                        <a:rPr kumimoji="0" lang="ja-JP" altLang="en-US" sz="1600" u="none" strike="noStrike" kern="1200" cap="none" normalizeH="0" baseline="0" dirty="0">
                          <a:ln>
                            <a:noFill/>
                          </a:ln>
                          <a:solidFill>
                            <a:schemeClr val="tx1"/>
                          </a:solidFill>
                          <a:effectLst/>
                          <a:latin typeface="+mn-ea"/>
                          <a:ea typeface="+mn-ea"/>
                          <a:cs typeface="Meiryo UI" pitchFamily="50" charset="-128"/>
                        </a:rPr>
                        <a:t>以下</a:t>
                      </a:r>
                    </a:p>
                  </a:txBody>
                  <a:tcPr marL="90014" marR="90014" marT="36000" marB="36000" horzOverflow="overflow"/>
                </a:tc>
                <a:extLst>
                  <a:ext uri="{0D108BD9-81ED-4DB2-BD59-A6C34878D82A}">
                    <a16:rowId xmlns:a16="http://schemas.microsoft.com/office/drawing/2014/main" val="598672516"/>
                  </a:ext>
                </a:extLst>
              </a:tr>
              <a:tr h="538534">
                <a:tc>
                  <a:txBody>
                    <a:bodyPr/>
                    <a:lstStyle/>
                    <a:p>
                      <a:pPr marL="0" marR="0" lvl="0" indent="0" algn="ctr"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0" lang="en-US" altLang="ja-JP" sz="1600" u="none" strike="noStrike" kern="1200" cap="none" normalizeH="0" baseline="0" dirty="0">
                          <a:ln>
                            <a:noFill/>
                          </a:ln>
                          <a:solidFill>
                            <a:schemeClr val="tx1"/>
                          </a:solidFill>
                          <a:effectLst/>
                          <a:latin typeface="+mn-ea"/>
                          <a:ea typeface="+mn-ea"/>
                          <a:cs typeface="Meiryo UI" pitchFamily="50" charset="-128"/>
                        </a:rPr>
                        <a:t>5</a:t>
                      </a:r>
                      <a:endParaRPr kumimoji="0" lang="ja-JP" altLang="en-US" sz="1600" u="none" strike="noStrike" kern="1200" cap="none" normalizeH="0" baseline="0" dirty="0">
                        <a:ln>
                          <a:noFill/>
                        </a:ln>
                        <a:solidFill>
                          <a:schemeClr val="tx1"/>
                        </a:solidFill>
                        <a:effectLst/>
                        <a:latin typeface="+mn-ea"/>
                        <a:ea typeface="+mn-ea"/>
                        <a:cs typeface="Meiryo UI" pitchFamily="50" charset="-128"/>
                      </a:endParaRPr>
                    </a:p>
                  </a:txBody>
                  <a:tcPr marL="90014" marR="90014" marT="36000" marB="36000" horzOverflow="overflow"/>
                </a:tc>
                <a:tc>
                  <a:txBody>
                    <a:bodyPr/>
                    <a:lstStyle/>
                    <a:p>
                      <a:pPr marL="0" marR="0" lvl="0" indent="0" algn="l" defTabSz="914400" rtl="0" eaLnBrk="1" fontAlgn="ctr" latinLnBrk="0" hangingPunct="1">
                        <a:lnSpc>
                          <a:spcPct val="100000"/>
                        </a:lnSpc>
                        <a:spcBef>
                          <a:spcPct val="0"/>
                        </a:spcBef>
                        <a:spcAft>
                          <a:spcPct val="0"/>
                        </a:spcAft>
                        <a:buClr>
                          <a:srgbClr val="9C244A"/>
                        </a:buClr>
                        <a:buSzTx/>
                        <a:buFont typeface="Wingdings" pitchFamily="2" charset="2"/>
                        <a:buNone/>
                        <a:tabLst/>
                        <a:defRPr/>
                      </a:pPr>
                      <a:r>
                        <a:rPr kumimoji="0" lang="ja-JP" altLang="en-US" sz="1600" u="none" strike="noStrike" kern="1200" cap="none" normalizeH="0" baseline="0" dirty="0">
                          <a:ln>
                            <a:noFill/>
                          </a:ln>
                          <a:solidFill>
                            <a:schemeClr val="tx1"/>
                          </a:solidFill>
                          <a:effectLst/>
                          <a:latin typeface="+mn-ea"/>
                          <a:ea typeface="+mn-ea"/>
                          <a:cs typeface="Meiryo UI" pitchFamily="50" charset="-128"/>
                        </a:rPr>
                        <a:t>結合テスト</a:t>
                      </a:r>
                    </a:p>
                  </a:txBody>
                  <a:tcPr marL="90014" marR="90014" marT="36000" marB="36000" horzOverflow="overflow"/>
                </a:tc>
                <a:tc>
                  <a:txBody>
                    <a:bodyPr/>
                    <a:lstStyle/>
                    <a:p>
                      <a:pPr marL="0" marR="0" lvl="0" indent="0" algn="l"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0" lang="ja-JP" altLang="en-US" sz="1600" u="none" strike="noStrike" kern="1200" cap="none" normalizeH="0" baseline="0" dirty="0">
                          <a:ln>
                            <a:noFill/>
                          </a:ln>
                          <a:solidFill>
                            <a:schemeClr val="tx1"/>
                          </a:solidFill>
                          <a:effectLst/>
                          <a:latin typeface="+mn-ea"/>
                          <a:ea typeface="+mn-ea"/>
                          <a:cs typeface="Meiryo UI" pitchFamily="50" charset="-128"/>
                        </a:rPr>
                        <a:t>バグ密度</a:t>
                      </a:r>
                      <a:endParaRPr kumimoji="0" lang="en-US" altLang="ja-JP" sz="1600" u="none" strike="noStrike" kern="1200" cap="none" normalizeH="0" baseline="0" dirty="0">
                        <a:ln>
                          <a:noFill/>
                        </a:ln>
                        <a:solidFill>
                          <a:schemeClr val="tx1"/>
                        </a:solidFill>
                        <a:effectLst/>
                        <a:latin typeface="+mn-ea"/>
                        <a:ea typeface="+mn-ea"/>
                        <a:cs typeface="Meiryo UI" pitchFamily="50" charset="-128"/>
                      </a:endParaRPr>
                    </a:p>
                  </a:txBody>
                  <a:tcPr marL="90014" marR="90014" marT="36000" marB="36000" horzOverflow="overflow"/>
                </a:tc>
                <a:tc>
                  <a:txBody>
                    <a:bodyPr/>
                    <a:lstStyle/>
                    <a:p>
                      <a:pPr marL="0" marR="0" lvl="0" indent="0" algn="l"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0" lang="ja-JP" altLang="en-US" sz="1600" u="none" strike="noStrike" kern="1200" cap="none" normalizeH="0" baseline="0" dirty="0">
                          <a:ln>
                            <a:noFill/>
                          </a:ln>
                          <a:solidFill>
                            <a:schemeClr val="tx1"/>
                          </a:solidFill>
                          <a:effectLst/>
                          <a:latin typeface="+mn-ea"/>
                          <a:ea typeface="+mn-ea"/>
                          <a:cs typeface="Meiryo UI" pitchFamily="50" charset="-128"/>
                        </a:rPr>
                        <a:t>件</a:t>
                      </a:r>
                      <a:r>
                        <a:rPr kumimoji="0" lang="en-US" altLang="ja-JP" sz="1600" u="none" strike="noStrike" kern="1200" cap="none" normalizeH="0" baseline="0" dirty="0">
                          <a:ln>
                            <a:noFill/>
                          </a:ln>
                          <a:solidFill>
                            <a:schemeClr val="tx1"/>
                          </a:solidFill>
                          <a:effectLst/>
                          <a:latin typeface="+mn-ea"/>
                          <a:ea typeface="+mn-ea"/>
                          <a:cs typeface="Meiryo UI" pitchFamily="50" charset="-128"/>
                        </a:rPr>
                        <a:t>/KSLOC</a:t>
                      </a:r>
                    </a:p>
                  </a:txBody>
                  <a:tcPr marL="90014" marR="90014" marT="36000" marB="36000" horzOverflow="overflow"/>
                </a:tc>
                <a:tc>
                  <a:txBody>
                    <a:bodyPr/>
                    <a:lstStyle/>
                    <a:p>
                      <a:pPr marL="0" marR="0" lvl="0" indent="0" algn="l" defTabSz="914400" rtl="0" eaLnBrk="1" fontAlgn="ctr" latinLnBrk="0" hangingPunct="1">
                        <a:lnSpc>
                          <a:spcPct val="100000"/>
                        </a:lnSpc>
                        <a:spcBef>
                          <a:spcPct val="0"/>
                        </a:spcBef>
                        <a:spcAft>
                          <a:spcPct val="0"/>
                        </a:spcAft>
                        <a:buClr>
                          <a:srgbClr val="9C244A"/>
                        </a:buClr>
                        <a:buSzTx/>
                        <a:buFont typeface="Wingdings" pitchFamily="2" charset="2"/>
                        <a:buNone/>
                        <a:tabLst/>
                        <a:defRPr/>
                      </a:pPr>
                      <a:r>
                        <a:rPr kumimoji="0" lang="en-US" altLang="ja-JP" sz="1600" u="none" strike="noStrike" kern="1200" cap="none" normalizeH="0" baseline="0" dirty="0">
                          <a:ln>
                            <a:noFill/>
                          </a:ln>
                          <a:solidFill>
                            <a:schemeClr val="tx1"/>
                          </a:solidFill>
                          <a:effectLst/>
                          <a:latin typeface="+mn-ea"/>
                          <a:ea typeface="+mn-ea"/>
                          <a:cs typeface="Meiryo UI" pitchFamily="50" charset="-128"/>
                        </a:rPr>
                        <a:t>0.650</a:t>
                      </a:r>
                      <a:r>
                        <a:rPr kumimoji="0" lang="ja-JP" altLang="en-US" sz="1600" u="none" strike="noStrike" kern="1200" cap="none" normalizeH="0" baseline="0" dirty="0">
                          <a:ln>
                            <a:noFill/>
                          </a:ln>
                          <a:solidFill>
                            <a:schemeClr val="tx1"/>
                          </a:solidFill>
                          <a:effectLst/>
                          <a:latin typeface="+mn-ea"/>
                          <a:ea typeface="+mn-ea"/>
                          <a:cs typeface="Meiryo UI" pitchFamily="50" charset="-128"/>
                        </a:rPr>
                        <a:t>以上</a:t>
                      </a:r>
                      <a:r>
                        <a:rPr kumimoji="0" lang="en-US" altLang="ja-JP" sz="1600" u="none" strike="noStrike" kern="1200" cap="none" normalizeH="0" baseline="0" dirty="0">
                          <a:ln>
                            <a:noFill/>
                          </a:ln>
                          <a:solidFill>
                            <a:schemeClr val="tx1"/>
                          </a:solidFill>
                          <a:effectLst/>
                          <a:latin typeface="+mn-ea"/>
                          <a:ea typeface="+mn-ea"/>
                          <a:cs typeface="Meiryo UI" pitchFamily="50" charset="-128"/>
                        </a:rPr>
                        <a:t>2.613</a:t>
                      </a:r>
                      <a:r>
                        <a:rPr kumimoji="0" lang="ja-JP" altLang="en-US" sz="1600" u="none" strike="noStrike" kern="1200" cap="none" normalizeH="0" baseline="0" dirty="0">
                          <a:ln>
                            <a:noFill/>
                          </a:ln>
                          <a:solidFill>
                            <a:schemeClr val="tx1"/>
                          </a:solidFill>
                          <a:effectLst/>
                          <a:latin typeface="+mn-ea"/>
                          <a:ea typeface="+mn-ea"/>
                          <a:cs typeface="Meiryo UI" pitchFamily="50" charset="-128"/>
                        </a:rPr>
                        <a:t>以下</a:t>
                      </a:r>
                    </a:p>
                  </a:txBody>
                  <a:tcPr marL="90014" marR="90014" marT="36000" marB="36000" horzOverflow="overflow"/>
                </a:tc>
                <a:extLst>
                  <a:ext uri="{0D108BD9-81ED-4DB2-BD59-A6C34878D82A}">
                    <a16:rowId xmlns:a16="http://schemas.microsoft.com/office/drawing/2014/main" val="1929609212"/>
                  </a:ext>
                </a:extLst>
              </a:tr>
              <a:tr h="538534">
                <a:tc>
                  <a:txBody>
                    <a:bodyPr/>
                    <a:lstStyle/>
                    <a:p>
                      <a:pPr marL="0" marR="0" lvl="0" indent="0" algn="ctr"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0" lang="en-US" altLang="ja-JP" sz="1600" u="none" strike="noStrike" kern="1200" cap="none" normalizeH="0" baseline="0" dirty="0">
                          <a:ln>
                            <a:noFill/>
                          </a:ln>
                          <a:solidFill>
                            <a:schemeClr val="tx1"/>
                          </a:solidFill>
                          <a:effectLst/>
                          <a:latin typeface="+mn-ea"/>
                          <a:ea typeface="+mn-ea"/>
                          <a:cs typeface="Meiryo UI" pitchFamily="50" charset="-128"/>
                        </a:rPr>
                        <a:t>6</a:t>
                      </a:r>
                      <a:endParaRPr kumimoji="0" lang="ja-JP" altLang="en-US" sz="1600" u="none" strike="noStrike" kern="1200" cap="none" normalizeH="0" baseline="0" dirty="0">
                        <a:ln>
                          <a:noFill/>
                        </a:ln>
                        <a:solidFill>
                          <a:schemeClr val="tx1"/>
                        </a:solidFill>
                        <a:effectLst/>
                        <a:latin typeface="+mn-ea"/>
                        <a:ea typeface="+mn-ea"/>
                        <a:cs typeface="Meiryo UI" pitchFamily="50" charset="-128"/>
                      </a:endParaRPr>
                    </a:p>
                  </a:txBody>
                  <a:tcPr marL="90014" marR="90014" marT="36000" marB="36000" horzOverflow="overflow"/>
                </a:tc>
                <a:tc>
                  <a:txBody>
                    <a:bodyPr/>
                    <a:lstStyle/>
                    <a:p>
                      <a:pPr marL="0" marR="0" lvl="0" indent="0" algn="l" defTabSz="914400" rtl="0" eaLnBrk="1" fontAlgn="ctr" latinLnBrk="0" hangingPunct="1">
                        <a:lnSpc>
                          <a:spcPct val="100000"/>
                        </a:lnSpc>
                        <a:spcBef>
                          <a:spcPct val="0"/>
                        </a:spcBef>
                        <a:spcAft>
                          <a:spcPct val="0"/>
                        </a:spcAft>
                        <a:buClr>
                          <a:srgbClr val="9C244A"/>
                        </a:buClr>
                        <a:buSzTx/>
                        <a:buFont typeface="Wingdings" pitchFamily="2" charset="2"/>
                        <a:buNone/>
                        <a:tabLst/>
                        <a:defRPr/>
                      </a:pPr>
                      <a:r>
                        <a:rPr kumimoji="0" lang="ja-JP" altLang="en-US" sz="1600" u="none" strike="noStrike" kern="1200" cap="none" normalizeH="0" baseline="0" dirty="0">
                          <a:ln>
                            <a:noFill/>
                          </a:ln>
                          <a:solidFill>
                            <a:schemeClr val="tx1"/>
                          </a:solidFill>
                          <a:effectLst/>
                          <a:latin typeface="+mn-ea"/>
                          <a:ea typeface="+mn-ea"/>
                          <a:cs typeface="Meiryo UI" pitchFamily="50" charset="-128"/>
                        </a:rPr>
                        <a:t>システムテスト</a:t>
                      </a:r>
                    </a:p>
                  </a:txBody>
                  <a:tcPr marL="90014" marR="90014" marT="36000" marB="36000" horzOverflow="overflow"/>
                </a:tc>
                <a:tc>
                  <a:txBody>
                    <a:bodyPr/>
                    <a:lstStyle/>
                    <a:p>
                      <a:pPr marL="0" marR="0" lvl="0" indent="0" algn="l"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0" lang="ja-JP" altLang="en-US" sz="1600" u="none" strike="noStrike" kern="1200" cap="none" normalizeH="0" baseline="0" dirty="0">
                          <a:ln>
                            <a:noFill/>
                          </a:ln>
                          <a:solidFill>
                            <a:schemeClr val="tx1"/>
                          </a:solidFill>
                          <a:effectLst/>
                          <a:latin typeface="+mn-ea"/>
                          <a:ea typeface="+mn-ea"/>
                          <a:cs typeface="Meiryo UI" pitchFamily="50" charset="-128"/>
                        </a:rPr>
                        <a:t>テストケース密度</a:t>
                      </a:r>
                      <a:endParaRPr kumimoji="0" lang="en-US" altLang="ja-JP" sz="1600" u="none" strike="noStrike" kern="1200" cap="none" normalizeH="0" baseline="0" dirty="0">
                        <a:ln>
                          <a:noFill/>
                        </a:ln>
                        <a:solidFill>
                          <a:schemeClr val="tx1"/>
                        </a:solidFill>
                        <a:effectLst/>
                        <a:latin typeface="+mn-ea"/>
                        <a:ea typeface="+mn-ea"/>
                        <a:cs typeface="Meiryo UI" pitchFamily="50" charset="-128"/>
                      </a:endParaRPr>
                    </a:p>
                  </a:txBody>
                  <a:tcPr marL="90014" marR="90014" marT="36000" marB="36000" horzOverflow="overflow"/>
                </a:tc>
                <a:tc>
                  <a:txBody>
                    <a:bodyPr/>
                    <a:lstStyle/>
                    <a:p>
                      <a:pPr marL="0" marR="0" lvl="0" indent="0" algn="l"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0" lang="ja-JP" altLang="en-US" sz="1600" u="none" strike="noStrike" kern="1200" cap="none" normalizeH="0" baseline="0" dirty="0">
                          <a:ln>
                            <a:noFill/>
                          </a:ln>
                          <a:solidFill>
                            <a:schemeClr val="tx1"/>
                          </a:solidFill>
                          <a:effectLst/>
                          <a:latin typeface="+mn-ea"/>
                          <a:ea typeface="+mn-ea"/>
                          <a:cs typeface="Meiryo UI" pitchFamily="50" charset="-128"/>
                        </a:rPr>
                        <a:t>件</a:t>
                      </a:r>
                      <a:r>
                        <a:rPr kumimoji="0" lang="en-US" altLang="ja-JP" sz="1600" u="none" strike="noStrike" kern="1200" cap="none" normalizeH="0" baseline="0" dirty="0">
                          <a:ln>
                            <a:noFill/>
                          </a:ln>
                          <a:solidFill>
                            <a:schemeClr val="tx1"/>
                          </a:solidFill>
                          <a:effectLst/>
                          <a:latin typeface="+mn-ea"/>
                          <a:ea typeface="+mn-ea"/>
                          <a:cs typeface="Meiryo UI" pitchFamily="50" charset="-128"/>
                        </a:rPr>
                        <a:t>/KSLOC</a:t>
                      </a:r>
                    </a:p>
                  </a:txBody>
                  <a:tcPr marL="90014" marR="90014" marT="36000" marB="36000" horzOverflow="overflow"/>
                </a:tc>
                <a:tc>
                  <a:txBody>
                    <a:bodyPr/>
                    <a:lstStyle/>
                    <a:p>
                      <a:pPr marL="0" marR="0" lvl="0" indent="0" algn="l" defTabSz="914400" rtl="0" eaLnBrk="1" fontAlgn="ctr" latinLnBrk="0" hangingPunct="1">
                        <a:lnSpc>
                          <a:spcPct val="100000"/>
                        </a:lnSpc>
                        <a:spcBef>
                          <a:spcPct val="0"/>
                        </a:spcBef>
                        <a:spcAft>
                          <a:spcPct val="0"/>
                        </a:spcAft>
                        <a:buClr>
                          <a:srgbClr val="9C244A"/>
                        </a:buClr>
                        <a:buSzTx/>
                        <a:buFont typeface="Wingdings" pitchFamily="2" charset="2"/>
                        <a:buNone/>
                        <a:tabLst/>
                        <a:defRPr/>
                      </a:pPr>
                      <a:r>
                        <a:rPr kumimoji="0" lang="en-US" altLang="ja-JP" sz="1600" u="none" strike="noStrike" kern="1200" cap="none" normalizeH="0" baseline="0" dirty="0">
                          <a:ln>
                            <a:noFill/>
                          </a:ln>
                          <a:solidFill>
                            <a:schemeClr val="tx1"/>
                          </a:solidFill>
                          <a:effectLst/>
                          <a:latin typeface="+mn-ea"/>
                          <a:ea typeface="+mn-ea"/>
                          <a:cs typeface="Meiryo UI" pitchFamily="50" charset="-128"/>
                        </a:rPr>
                        <a:t>4.69</a:t>
                      </a:r>
                      <a:r>
                        <a:rPr kumimoji="0" lang="ja-JP" altLang="en-US" sz="1600" u="none" strike="noStrike" kern="1200" cap="none" normalizeH="0" baseline="0" dirty="0">
                          <a:ln>
                            <a:noFill/>
                          </a:ln>
                          <a:solidFill>
                            <a:schemeClr val="tx1"/>
                          </a:solidFill>
                          <a:effectLst/>
                          <a:latin typeface="+mn-ea"/>
                          <a:ea typeface="+mn-ea"/>
                          <a:cs typeface="Meiryo UI" pitchFamily="50" charset="-128"/>
                        </a:rPr>
                        <a:t>以上</a:t>
                      </a:r>
                      <a:r>
                        <a:rPr kumimoji="0" lang="en-US" altLang="ja-JP" sz="1600" u="none" strike="noStrike" kern="1200" cap="none" normalizeH="0" baseline="0" dirty="0">
                          <a:ln>
                            <a:noFill/>
                          </a:ln>
                          <a:solidFill>
                            <a:schemeClr val="tx1"/>
                          </a:solidFill>
                          <a:effectLst/>
                          <a:latin typeface="+mn-ea"/>
                          <a:ea typeface="+mn-ea"/>
                          <a:cs typeface="Meiryo UI" pitchFamily="50" charset="-128"/>
                        </a:rPr>
                        <a:t>21.57</a:t>
                      </a:r>
                      <a:r>
                        <a:rPr kumimoji="0" lang="ja-JP" altLang="en-US" sz="1600" u="none" strike="noStrike" kern="1200" cap="none" normalizeH="0" baseline="0" dirty="0">
                          <a:ln>
                            <a:noFill/>
                          </a:ln>
                          <a:solidFill>
                            <a:schemeClr val="tx1"/>
                          </a:solidFill>
                          <a:effectLst/>
                          <a:latin typeface="+mn-ea"/>
                          <a:ea typeface="+mn-ea"/>
                          <a:cs typeface="Meiryo UI" pitchFamily="50" charset="-128"/>
                        </a:rPr>
                        <a:t>以下</a:t>
                      </a:r>
                    </a:p>
                  </a:txBody>
                  <a:tcPr marL="90014" marR="90014" marT="36000" marB="36000" horzOverflow="overflow"/>
                </a:tc>
                <a:extLst>
                  <a:ext uri="{0D108BD9-81ED-4DB2-BD59-A6C34878D82A}">
                    <a16:rowId xmlns:a16="http://schemas.microsoft.com/office/drawing/2014/main" val="1089545675"/>
                  </a:ext>
                </a:extLst>
              </a:tr>
              <a:tr h="538534">
                <a:tc>
                  <a:txBody>
                    <a:bodyPr/>
                    <a:lstStyle/>
                    <a:p>
                      <a:pPr marL="0" marR="0" lvl="0" indent="0" algn="ctr"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0" lang="en-US" altLang="ja-JP" sz="1600" u="none" strike="noStrike" kern="1200" cap="none" normalizeH="0" baseline="0" dirty="0">
                          <a:ln>
                            <a:noFill/>
                          </a:ln>
                          <a:solidFill>
                            <a:schemeClr val="tx1"/>
                          </a:solidFill>
                          <a:effectLst/>
                          <a:latin typeface="+mn-ea"/>
                          <a:ea typeface="+mn-ea"/>
                          <a:cs typeface="Meiryo UI" pitchFamily="50" charset="-128"/>
                        </a:rPr>
                        <a:t>7</a:t>
                      </a:r>
                      <a:endParaRPr kumimoji="0" lang="ja-JP" altLang="en-US" sz="1600" u="none" strike="noStrike" kern="1200" cap="none" normalizeH="0" baseline="0" dirty="0">
                        <a:ln>
                          <a:noFill/>
                        </a:ln>
                        <a:solidFill>
                          <a:schemeClr val="tx1"/>
                        </a:solidFill>
                        <a:effectLst/>
                        <a:latin typeface="+mn-ea"/>
                        <a:ea typeface="+mn-ea"/>
                        <a:cs typeface="Meiryo UI" pitchFamily="50" charset="-128"/>
                      </a:endParaRPr>
                    </a:p>
                  </a:txBody>
                  <a:tcPr marL="90014" marR="90014" marT="36000" marB="36000" horzOverflow="overflow"/>
                </a:tc>
                <a:tc>
                  <a:txBody>
                    <a:bodyPr/>
                    <a:lstStyle/>
                    <a:p>
                      <a:pPr marL="0" marR="0" lvl="0" indent="0" algn="l" defTabSz="914400" rtl="0" eaLnBrk="1" fontAlgn="ctr" latinLnBrk="0" hangingPunct="1">
                        <a:lnSpc>
                          <a:spcPct val="100000"/>
                        </a:lnSpc>
                        <a:spcBef>
                          <a:spcPct val="0"/>
                        </a:spcBef>
                        <a:spcAft>
                          <a:spcPct val="0"/>
                        </a:spcAft>
                        <a:buClr>
                          <a:srgbClr val="9C244A"/>
                        </a:buClr>
                        <a:buSzTx/>
                        <a:buFont typeface="Wingdings" pitchFamily="2" charset="2"/>
                        <a:buNone/>
                        <a:tabLst/>
                        <a:defRPr/>
                      </a:pPr>
                      <a:r>
                        <a:rPr kumimoji="0" lang="ja-JP" altLang="en-US" sz="1600" u="none" strike="noStrike" kern="1200" cap="none" normalizeH="0" baseline="0" dirty="0">
                          <a:ln>
                            <a:noFill/>
                          </a:ln>
                          <a:solidFill>
                            <a:schemeClr val="tx1"/>
                          </a:solidFill>
                          <a:effectLst/>
                          <a:latin typeface="+mn-ea"/>
                          <a:ea typeface="+mn-ea"/>
                          <a:cs typeface="Meiryo UI" pitchFamily="50" charset="-128"/>
                        </a:rPr>
                        <a:t>システムテスト</a:t>
                      </a:r>
                    </a:p>
                  </a:txBody>
                  <a:tcPr marL="90014" marR="90014" marT="36000" marB="36000" horzOverflow="overflow"/>
                </a:tc>
                <a:tc>
                  <a:txBody>
                    <a:bodyPr/>
                    <a:lstStyle/>
                    <a:p>
                      <a:pPr marL="0" marR="0" lvl="0" indent="0" algn="l"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0" lang="ja-JP" altLang="en-US" sz="1600" u="none" strike="noStrike" kern="1200" cap="none" normalizeH="0" baseline="0" dirty="0">
                          <a:ln>
                            <a:noFill/>
                          </a:ln>
                          <a:solidFill>
                            <a:schemeClr val="tx1"/>
                          </a:solidFill>
                          <a:effectLst/>
                          <a:latin typeface="+mn-ea"/>
                          <a:ea typeface="+mn-ea"/>
                          <a:cs typeface="Meiryo UI" pitchFamily="50" charset="-128"/>
                        </a:rPr>
                        <a:t>バグ密度</a:t>
                      </a:r>
                      <a:endParaRPr kumimoji="0" lang="en-US" altLang="ja-JP" sz="1600" u="none" strike="noStrike" kern="1200" cap="none" normalizeH="0" baseline="0" dirty="0">
                        <a:ln>
                          <a:noFill/>
                        </a:ln>
                        <a:solidFill>
                          <a:schemeClr val="tx1"/>
                        </a:solidFill>
                        <a:effectLst/>
                        <a:latin typeface="+mn-ea"/>
                        <a:ea typeface="+mn-ea"/>
                        <a:cs typeface="Meiryo UI" pitchFamily="50" charset="-128"/>
                      </a:endParaRPr>
                    </a:p>
                  </a:txBody>
                  <a:tcPr marL="90014" marR="90014" marT="36000" marB="36000" horzOverflow="overflow"/>
                </a:tc>
                <a:tc>
                  <a:txBody>
                    <a:bodyPr/>
                    <a:lstStyle/>
                    <a:p>
                      <a:pPr marL="0" marR="0" lvl="0" indent="0" algn="l"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0" lang="ja-JP" altLang="en-US" sz="1600" u="none" strike="noStrike" kern="1200" cap="none" normalizeH="0" baseline="0" dirty="0">
                          <a:ln>
                            <a:noFill/>
                          </a:ln>
                          <a:solidFill>
                            <a:schemeClr val="tx1"/>
                          </a:solidFill>
                          <a:effectLst/>
                          <a:latin typeface="+mn-ea"/>
                          <a:ea typeface="+mn-ea"/>
                          <a:cs typeface="Meiryo UI" pitchFamily="50" charset="-128"/>
                        </a:rPr>
                        <a:t>件</a:t>
                      </a:r>
                      <a:r>
                        <a:rPr kumimoji="0" lang="en-US" altLang="ja-JP" sz="1600" u="none" strike="noStrike" kern="1200" cap="none" normalizeH="0" baseline="0" dirty="0">
                          <a:ln>
                            <a:noFill/>
                          </a:ln>
                          <a:solidFill>
                            <a:schemeClr val="tx1"/>
                          </a:solidFill>
                          <a:effectLst/>
                          <a:latin typeface="+mn-ea"/>
                          <a:ea typeface="+mn-ea"/>
                          <a:cs typeface="Meiryo UI" pitchFamily="50" charset="-128"/>
                        </a:rPr>
                        <a:t>/KSLOC</a:t>
                      </a:r>
                    </a:p>
                  </a:txBody>
                  <a:tcPr marL="90014" marR="90014" marT="36000" marB="36000" horzOverflow="overflow"/>
                </a:tc>
                <a:tc>
                  <a:txBody>
                    <a:bodyPr/>
                    <a:lstStyle/>
                    <a:p>
                      <a:pPr marL="0" marR="0" lvl="0" indent="0" algn="l" defTabSz="914400" rtl="0" eaLnBrk="1" fontAlgn="ctr" latinLnBrk="0" hangingPunct="1">
                        <a:lnSpc>
                          <a:spcPct val="100000"/>
                        </a:lnSpc>
                        <a:spcBef>
                          <a:spcPct val="0"/>
                        </a:spcBef>
                        <a:spcAft>
                          <a:spcPct val="0"/>
                        </a:spcAft>
                        <a:buClr>
                          <a:srgbClr val="9C244A"/>
                        </a:buClr>
                        <a:buSzTx/>
                        <a:buFont typeface="Wingdings" pitchFamily="2" charset="2"/>
                        <a:buNone/>
                        <a:tabLst/>
                        <a:defRPr/>
                      </a:pPr>
                      <a:r>
                        <a:rPr kumimoji="0" lang="en-US" altLang="ja-JP" sz="1600" u="none" strike="noStrike" kern="1200" cap="none" normalizeH="0" baseline="0" dirty="0">
                          <a:ln>
                            <a:noFill/>
                          </a:ln>
                          <a:solidFill>
                            <a:schemeClr val="tx1"/>
                          </a:solidFill>
                          <a:effectLst/>
                          <a:latin typeface="+mn-ea"/>
                          <a:ea typeface="+mn-ea"/>
                          <a:cs typeface="Meiryo UI" pitchFamily="50" charset="-128"/>
                        </a:rPr>
                        <a:t>0.092</a:t>
                      </a:r>
                      <a:r>
                        <a:rPr kumimoji="0" lang="ja-JP" altLang="en-US" sz="1600" u="none" strike="noStrike" kern="1200" cap="none" normalizeH="0" baseline="0" dirty="0">
                          <a:ln>
                            <a:noFill/>
                          </a:ln>
                          <a:solidFill>
                            <a:schemeClr val="tx1"/>
                          </a:solidFill>
                          <a:effectLst/>
                          <a:latin typeface="+mn-ea"/>
                          <a:ea typeface="+mn-ea"/>
                          <a:cs typeface="Meiryo UI" pitchFamily="50" charset="-128"/>
                        </a:rPr>
                        <a:t>以上</a:t>
                      </a:r>
                      <a:r>
                        <a:rPr kumimoji="0" lang="en-US" altLang="ja-JP" sz="1600" u="none" strike="noStrike" kern="1200" cap="none" normalizeH="0" baseline="0" dirty="0">
                          <a:ln>
                            <a:noFill/>
                          </a:ln>
                          <a:solidFill>
                            <a:schemeClr val="tx1"/>
                          </a:solidFill>
                          <a:effectLst/>
                          <a:latin typeface="+mn-ea"/>
                          <a:ea typeface="+mn-ea"/>
                          <a:cs typeface="Meiryo UI" pitchFamily="50" charset="-128"/>
                        </a:rPr>
                        <a:t>0.829</a:t>
                      </a:r>
                      <a:r>
                        <a:rPr kumimoji="0" lang="ja-JP" altLang="en-US" sz="1600" u="none" strike="noStrike" kern="1200" cap="none" normalizeH="0" baseline="0" dirty="0">
                          <a:ln>
                            <a:noFill/>
                          </a:ln>
                          <a:solidFill>
                            <a:schemeClr val="tx1"/>
                          </a:solidFill>
                          <a:effectLst/>
                          <a:latin typeface="+mn-ea"/>
                          <a:ea typeface="+mn-ea"/>
                          <a:cs typeface="Meiryo UI" pitchFamily="50" charset="-128"/>
                        </a:rPr>
                        <a:t>以下</a:t>
                      </a:r>
                    </a:p>
                  </a:txBody>
                  <a:tcPr marL="90014" marR="90014" marT="36000" marB="36000" horzOverflow="overflow"/>
                </a:tc>
                <a:extLst>
                  <a:ext uri="{0D108BD9-81ED-4DB2-BD59-A6C34878D82A}">
                    <a16:rowId xmlns:a16="http://schemas.microsoft.com/office/drawing/2014/main" val="72493567"/>
                  </a:ext>
                </a:extLst>
              </a:tr>
            </a:tbl>
          </a:graphicData>
        </a:graphic>
      </p:graphicFrame>
      <p:sp>
        <p:nvSpPr>
          <p:cNvPr id="3" name="スライド番号プレースホルダー 3">
            <a:extLst>
              <a:ext uri="{FF2B5EF4-FFF2-40B4-BE49-F238E27FC236}">
                <a16:creationId xmlns:a16="http://schemas.microsoft.com/office/drawing/2014/main" id="{A049C7E2-21BF-C27F-EAB5-CE13DDC31FB5}"/>
              </a:ext>
            </a:extLst>
          </p:cNvPr>
          <p:cNvSpPr>
            <a:spLocks noGrp="1"/>
          </p:cNvSpPr>
          <p:nvPr>
            <p:ph type="sldNum" sz="quarter" idx="12"/>
          </p:nvPr>
        </p:nvSpPr>
        <p:spPr>
          <a:xfrm>
            <a:off x="10752000" y="6552000"/>
            <a:ext cx="1440000" cy="216000"/>
          </a:xfrm>
        </p:spPr>
        <p:txBody>
          <a:bodyPr/>
          <a:lstStyle/>
          <a:p>
            <a:fld id="{26CA5134-5AAC-D342-B763-43605FECB385}" type="slidenum">
              <a:rPr kumimoji="1" lang="ja-JP" altLang="en-US" smtClean="0"/>
              <a:pPr/>
              <a:t>26</a:t>
            </a:fld>
            <a:endParaRPr kumimoji="1" lang="ja-JP" altLang="en-US" sz="700" dirty="0"/>
          </a:p>
        </p:txBody>
      </p:sp>
    </p:spTree>
    <p:extLst>
      <p:ext uri="{BB962C8B-B14F-4D97-AF65-F5344CB8AC3E}">
        <p14:creationId xmlns:p14="http://schemas.microsoft.com/office/powerpoint/2010/main" val="138666067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68F458-96C4-914B-3AD2-76D72D8ADC5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8A63786-D3E4-8CEC-D8C5-B8127CDA6ABA}"/>
              </a:ext>
            </a:extLst>
          </p:cNvPr>
          <p:cNvSpPr>
            <a:spLocks noGrp="1"/>
          </p:cNvSpPr>
          <p:nvPr>
            <p:ph type="title"/>
          </p:nvPr>
        </p:nvSpPr>
        <p:spPr/>
        <p:txBody>
          <a:bodyPr/>
          <a:lstStyle/>
          <a:p>
            <a:r>
              <a:rPr kumimoji="1" lang="en-US" altLang="ja-JP" dirty="0"/>
              <a:t>6-3</a:t>
            </a:r>
            <a:r>
              <a:rPr kumimoji="1" lang="ja-JP" altLang="en-US" dirty="0"/>
              <a:t>．品質管理①（レビュー）</a:t>
            </a:r>
          </a:p>
        </p:txBody>
      </p:sp>
      <p:sp>
        <p:nvSpPr>
          <p:cNvPr id="4" name="フッター プレースホルダー 3">
            <a:extLst>
              <a:ext uri="{FF2B5EF4-FFF2-40B4-BE49-F238E27FC236}">
                <a16:creationId xmlns:a16="http://schemas.microsoft.com/office/drawing/2014/main" id="{8D4A32C6-27F4-6279-203F-A17B44BAC783}"/>
              </a:ext>
            </a:extLst>
          </p:cNvPr>
          <p:cNvSpPr>
            <a:spLocks noGrp="1"/>
          </p:cNvSpPr>
          <p:nvPr>
            <p:ph type="ftr" sz="quarter" idx="11"/>
          </p:nvPr>
        </p:nvSpPr>
        <p:spPr/>
        <p:txBody>
          <a:bodyPr/>
          <a:lstStyle/>
          <a:p>
            <a:r>
              <a:rPr lang="en-US" altLang="ja-JP"/>
              <a:t>Copyright © SystemEXE,Inc All Rights Reserved.</a:t>
            </a:r>
          </a:p>
        </p:txBody>
      </p:sp>
      <p:sp>
        <p:nvSpPr>
          <p:cNvPr id="5" name="スライド番号プレースホルダー 3">
            <a:extLst>
              <a:ext uri="{FF2B5EF4-FFF2-40B4-BE49-F238E27FC236}">
                <a16:creationId xmlns:a16="http://schemas.microsoft.com/office/drawing/2014/main" id="{6D81EDC2-FBAA-C609-8C43-E5AC84EB0E43}"/>
              </a:ext>
            </a:extLst>
          </p:cNvPr>
          <p:cNvSpPr>
            <a:spLocks noGrp="1"/>
          </p:cNvSpPr>
          <p:nvPr>
            <p:ph type="sldNum" sz="quarter" idx="12"/>
          </p:nvPr>
        </p:nvSpPr>
        <p:spPr>
          <a:xfrm>
            <a:off x="10752000" y="6552000"/>
            <a:ext cx="1440000" cy="216000"/>
          </a:xfrm>
        </p:spPr>
        <p:txBody>
          <a:bodyPr/>
          <a:lstStyle/>
          <a:p>
            <a:fld id="{26CA5134-5AAC-D342-B763-43605FECB385}" type="slidenum">
              <a:rPr kumimoji="1" lang="ja-JP" altLang="en-US" smtClean="0"/>
              <a:pPr/>
              <a:t>27</a:t>
            </a:fld>
            <a:endParaRPr kumimoji="1" lang="ja-JP" altLang="en-US" sz="700" dirty="0"/>
          </a:p>
        </p:txBody>
      </p:sp>
      <p:sp>
        <p:nvSpPr>
          <p:cNvPr id="7" name="テキスト ボックス 6">
            <a:extLst>
              <a:ext uri="{FF2B5EF4-FFF2-40B4-BE49-F238E27FC236}">
                <a16:creationId xmlns:a16="http://schemas.microsoft.com/office/drawing/2014/main" id="{9C6AFBDE-553B-580B-9865-4CFDB141B871}"/>
              </a:ext>
            </a:extLst>
          </p:cNvPr>
          <p:cNvSpPr txBox="1"/>
          <p:nvPr/>
        </p:nvSpPr>
        <p:spPr>
          <a:xfrm>
            <a:off x="1162800" y="1190797"/>
            <a:ext cx="10332000" cy="360000"/>
          </a:xfrm>
          <a:prstGeom prst="rect">
            <a:avLst/>
          </a:prstGeom>
          <a:noFill/>
        </p:spPr>
        <p:txBody>
          <a:bodyPr wrap="square" lIns="108000" rIns="108000" rtlCol="0" anchor="ctr">
            <a:noAutofit/>
          </a:bodyPr>
          <a:lstStyle/>
          <a:p>
            <a:r>
              <a:rPr kumimoji="1" lang="ja-JP" altLang="en-US" b="1">
                <a:solidFill>
                  <a:schemeClr val="tx1">
                    <a:lumMod val="75000"/>
                    <a:lumOff val="25000"/>
                  </a:schemeClr>
                </a:solidFill>
                <a:latin typeface="+mn-ea"/>
              </a:rPr>
              <a:t>弊社内局面レビューによる承認</a:t>
            </a:r>
          </a:p>
        </p:txBody>
      </p:sp>
      <p:sp>
        <p:nvSpPr>
          <p:cNvPr id="8" name="テキスト ボックス 7">
            <a:extLst>
              <a:ext uri="{FF2B5EF4-FFF2-40B4-BE49-F238E27FC236}">
                <a16:creationId xmlns:a16="http://schemas.microsoft.com/office/drawing/2014/main" id="{DF368951-E6BC-0D61-A592-9C22E9BFC1E0}"/>
              </a:ext>
            </a:extLst>
          </p:cNvPr>
          <p:cNvSpPr txBox="1"/>
          <p:nvPr/>
        </p:nvSpPr>
        <p:spPr>
          <a:xfrm>
            <a:off x="1162800" y="3198407"/>
            <a:ext cx="10332000" cy="360000"/>
          </a:xfrm>
          <a:prstGeom prst="rect">
            <a:avLst/>
          </a:prstGeom>
          <a:noFill/>
        </p:spPr>
        <p:txBody>
          <a:bodyPr wrap="square" lIns="108000" rIns="108000" rtlCol="0" anchor="ctr">
            <a:noAutofit/>
          </a:bodyPr>
          <a:lstStyle/>
          <a:p>
            <a:r>
              <a:rPr lang="ja-JP" altLang="en-US" b="1">
                <a:solidFill>
                  <a:schemeClr val="tx1">
                    <a:lumMod val="75000"/>
                    <a:lumOff val="25000"/>
                  </a:schemeClr>
                </a:solidFill>
                <a:latin typeface="+mn-ea"/>
              </a:rPr>
              <a:t>貴社レビューの定期的な実施</a:t>
            </a:r>
            <a:endParaRPr kumimoji="1" lang="ja-JP" altLang="en-US" b="1">
              <a:solidFill>
                <a:schemeClr val="tx1">
                  <a:lumMod val="75000"/>
                  <a:lumOff val="25000"/>
                </a:schemeClr>
              </a:solidFill>
              <a:latin typeface="+mn-ea"/>
            </a:endParaRPr>
          </a:p>
        </p:txBody>
      </p:sp>
      <p:sp>
        <p:nvSpPr>
          <p:cNvPr id="10" name="テキスト ボックス 9">
            <a:extLst>
              <a:ext uri="{FF2B5EF4-FFF2-40B4-BE49-F238E27FC236}">
                <a16:creationId xmlns:a16="http://schemas.microsoft.com/office/drawing/2014/main" id="{C5B716BB-1D91-3DEC-2B78-CB118A7BAC35}"/>
              </a:ext>
            </a:extLst>
          </p:cNvPr>
          <p:cNvSpPr txBox="1"/>
          <p:nvPr/>
        </p:nvSpPr>
        <p:spPr>
          <a:xfrm>
            <a:off x="694800" y="3702406"/>
            <a:ext cx="10800000" cy="1052389"/>
          </a:xfrm>
          <a:prstGeom prst="rect">
            <a:avLst/>
          </a:prstGeom>
          <a:noFill/>
        </p:spPr>
        <p:txBody>
          <a:bodyPr wrap="square" lIns="108000" tIns="45720" rIns="108000" bIns="45720" rtlCol="0" anchor="t">
            <a:noAutofit/>
          </a:bodyPr>
          <a:lstStyle/>
          <a:p>
            <a:r>
              <a:rPr lang="ja-JP" altLang="en-US" sz="1600" b="1">
                <a:solidFill>
                  <a:srgbClr val="0000FF"/>
                </a:solidFill>
                <a:latin typeface="游ゴシック"/>
                <a:ea typeface="游ゴシック"/>
              </a:rPr>
              <a:t>仕様認識の齟齬、手戻りを防止</a:t>
            </a:r>
            <a:r>
              <a:rPr lang="ja-JP" altLang="en-US" sz="1600">
                <a:latin typeface="游ゴシック"/>
                <a:ea typeface="游ゴシック"/>
              </a:rPr>
              <a:t>を目的として、各工程の終了時には、必ず貴社のレビューを定期的に実施いただき、両社間の認識合わせをさせていただいた上で作業を進めることといたします。特に上流工程（要件定義および設計）でのレビューにより検出した問題は、テスト工程以降で発覚する場合と比べ、対応工数が大きく削減されると考えますため、密にレビューの実施をさせていただければと考えております。</a:t>
            </a:r>
            <a:endParaRPr lang="en-US" altLang="ja-JP" sz="1600">
              <a:latin typeface="游ゴシック"/>
              <a:ea typeface="游ゴシック"/>
            </a:endParaRPr>
          </a:p>
        </p:txBody>
      </p:sp>
      <p:sp>
        <p:nvSpPr>
          <p:cNvPr id="11" name="楕円 10">
            <a:extLst>
              <a:ext uri="{FF2B5EF4-FFF2-40B4-BE49-F238E27FC236}">
                <a16:creationId xmlns:a16="http://schemas.microsoft.com/office/drawing/2014/main" id="{8DBE8A56-A456-943E-4CF6-25CAF35ED5BA}"/>
              </a:ext>
            </a:extLst>
          </p:cNvPr>
          <p:cNvSpPr>
            <a:spLocks/>
          </p:cNvSpPr>
          <p:nvPr/>
        </p:nvSpPr>
        <p:spPr>
          <a:xfrm>
            <a:off x="696000" y="1154797"/>
            <a:ext cx="432000" cy="432000"/>
          </a:xfrm>
          <a:prstGeom prst="ellipse">
            <a:avLst/>
          </a:prstGeom>
          <a:solidFill>
            <a:schemeClr val="accent2"/>
          </a:solidFill>
          <a:ln w="76200">
            <a:solidFill>
              <a:schemeClr val="accent3">
                <a:lumMod val="20000"/>
                <a:lumOff val="80000"/>
              </a:schemeClr>
            </a:solidFill>
          </a:ln>
        </p:spPr>
        <p:style>
          <a:lnRef idx="3">
            <a:schemeClr val="lt1"/>
          </a:lnRef>
          <a:fillRef idx="1">
            <a:schemeClr val="accent1"/>
          </a:fillRef>
          <a:effectRef idx="1">
            <a:schemeClr val="accent1"/>
          </a:effectRef>
          <a:fontRef idx="minor">
            <a:schemeClr val="lt1"/>
          </a:fontRef>
        </p:style>
        <p:txBody>
          <a:bodyPr rtlCol="0" anchor="ctr"/>
          <a:lstStyle/>
          <a:p>
            <a:pPr algn="ctr"/>
            <a:r>
              <a:rPr kumimoji="1" lang="en-US" altLang="ja-JP" sz="1600" b="1">
                <a:latin typeface="+mn-ea"/>
              </a:rPr>
              <a:t>1</a:t>
            </a:r>
            <a:endParaRPr kumimoji="1" lang="ja-JP" altLang="en-US" sz="1600" b="1">
              <a:latin typeface="+mn-ea"/>
            </a:endParaRPr>
          </a:p>
        </p:txBody>
      </p:sp>
      <p:sp>
        <p:nvSpPr>
          <p:cNvPr id="12" name="楕円 11">
            <a:extLst>
              <a:ext uri="{FF2B5EF4-FFF2-40B4-BE49-F238E27FC236}">
                <a16:creationId xmlns:a16="http://schemas.microsoft.com/office/drawing/2014/main" id="{5770467B-651C-7178-14C6-C9E865A4E927}"/>
              </a:ext>
            </a:extLst>
          </p:cNvPr>
          <p:cNvSpPr>
            <a:spLocks/>
          </p:cNvSpPr>
          <p:nvPr/>
        </p:nvSpPr>
        <p:spPr>
          <a:xfrm>
            <a:off x="696000" y="3162407"/>
            <a:ext cx="432000" cy="432000"/>
          </a:xfrm>
          <a:prstGeom prst="ellipse">
            <a:avLst/>
          </a:prstGeom>
          <a:solidFill>
            <a:schemeClr val="accent4"/>
          </a:solidFill>
          <a:ln w="76200">
            <a:solidFill>
              <a:schemeClr val="accent3">
                <a:lumMod val="20000"/>
                <a:lumOff val="80000"/>
              </a:schemeClr>
            </a:solidFill>
          </a:ln>
        </p:spPr>
        <p:style>
          <a:lnRef idx="3">
            <a:schemeClr val="lt1"/>
          </a:lnRef>
          <a:fillRef idx="1">
            <a:schemeClr val="accent1"/>
          </a:fillRef>
          <a:effectRef idx="1">
            <a:schemeClr val="accent1"/>
          </a:effectRef>
          <a:fontRef idx="minor">
            <a:schemeClr val="lt1"/>
          </a:fontRef>
        </p:style>
        <p:txBody>
          <a:bodyPr rtlCol="0" anchor="ctr"/>
          <a:lstStyle/>
          <a:p>
            <a:pPr algn="ctr"/>
            <a:r>
              <a:rPr kumimoji="1" lang="en-US" altLang="ja-JP" sz="1600" b="1">
                <a:latin typeface="+mn-ea"/>
              </a:rPr>
              <a:t>2</a:t>
            </a:r>
            <a:endParaRPr kumimoji="1" lang="ja-JP" altLang="en-US" sz="1600" b="1">
              <a:latin typeface="+mn-ea"/>
            </a:endParaRPr>
          </a:p>
        </p:txBody>
      </p:sp>
      <p:sp>
        <p:nvSpPr>
          <p:cNvPr id="13" name="テキスト ボックス 29">
            <a:extLst>
              <a:ext uri="{FF2B5EF4-FFF2-40B4-BE49-F238E27FC236}">
                <a16:creationId xmlns:a16="http://schemas.microsoft.com/office/drawing/2014/main" id="{DF54245D-293A-BD90-B1E8-9AA2FE49F19B}"/>
              </a:ext>
            </a:extLst>
          </p:cNvPr>
          <p:cNvSpPr txBox="1"/>
          <p:nvPr/>
        </p:nvSpPr>
        <p:spPr>
          <a:xfrm>
            <a:off x="672000" y="1689204"/>
            <a:ext cx="10800000" cy="792000"/>
          </a:xfrm>
          <a:prstGeom prst="rect">
            <a:avLst/>
          </a:prstGeom>
          <a:noFill/>
        </p:spPr>
        <p:txBody>
          <a:bodyPr wrap="square" lIns="108000" rIns="108000" rtlCol="0" anchor="t">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ja-JP" altLang="en-US" sz="1600" dirty="0">
                <a:latin typeface="+mn-ea"/>
              </a:rPr>
              <a:t>弊社品質向上委員会で定めている「品質保証基本方針」に従い、弊社内での局面レビューを実施することで、</a:t>
            </a:r>
            <a:r>
              <a:rPr lang="ja-JP" altLang="en-US" sz="1600" b="1" dirty="0">
                <a:solidFill>
                  <a:srgbClr val="0000FF"/>
                </a:solidFill>
              </a:rPr>
              <a:t>システムエグゼとして品質の担保</a:t>
            </a:r>
            <a:r>
              <a:rPr lang="ja-JP" altLang="en-US" sz="1600" dirty="0"/>
              <a:t>を図ります。</a:t>
            </a:r>
            <a:r>
              <a:rPr lang="ja-JP" altLang="en-US" sz="1600" dirty="0">
                <a:latin typeface="+mn-ea"/>
              </a:rPr>
              <a:t>また、規定されたプロセスに則り、プロジェクトを進めることにより、</a:t>
            </a:r>
            <a:r>
              <a:rPr lang="en-US" altLang="zh-TW" sz="1600" dirty="0">
                <a:latin typeface="游ゴシック" panose="020B0400000000000000" pitchFamily="50" charset="-128"/>
                <a:ea typeface="游ゴシック" panose="020B0400000000000000" pitchFamily="50" charset="-128"/>
              </a:rPr>
              <a:t>P</a:t>
            </a:r>
            <a:r>
              <a:rPr lang="zh-TW" altLang="en-US" sz="1600" dirty="0">
                <a:latin typeface="游ゴシック" panose="020B0400000000000000" pitchFamily="50" charset="-128"/>
                <a:ea typeface="游ゴシック" panose="020B0400000000000000" pitchFamily="50" charset="-128"/>
              </a:rPr>
              <a:t>（計画）</a:t>
            </a:r>
            <a:r>
              <a:rPr lang="ja-JP" altLang="en-US" sz="1600" dirty="0">
                <a:latin typeface="游ゴシック" panose="020B0400000000000000" pitchFamily="50" charset="-128"/>
                <a:ea typeface="游ゴシック" panose="020B0400000000000000" pitchFamily="50" charset="-128"/>
              </a:rPr>
              <a:t>・</a:t>
            </a:r>
            <a:r>
              <a:rPr lang="en-US" altLang="zh-TW" sz="1600" dirty="0">
                <a:latin typeface="游ゴシック" panose="020B0400000000000000" pitchFamily="50" charset="-128"/>
                <a:ea typeface="游ゴシック" panose="020B0400000000000000" pitchFamily="50" charset="-128"/>
              </a:rPr>
              <a:t>D</a:t>
            </a:r>
            <a:r>
              <a:rPr lang="zh-TW" altLang="en-US" sz="1600" dirty="0">
                <a:latin typeface="游ゴシック" panose="020B0400000000000000" pitchFamily="50" charset="-128"/>
                <a:ea typeface="游ゴシック" panose="020B0400000000000000" pitchFamily="50" charset="-128"/>
              </a:rPr>
              <a:t>（実行）</a:t>
            </a:r>
            <a:r>
              <a:rPr lang="ja-JP" altLang="en-US" sz="1600" dirty="0">
                <a:latin typeface="游ゴシック" panose="020B0400000000000000" pitchFamily="50" charset="-128"/>
                <a:ea typeface="游ゴシック" panose="020B0400000000000000" pitchFamily="50" charset="-128"/>
              </a:rPr>
              <a:t>・</a:t>
            </a:r>
            <a:r>
              <a:rPr lang="en-US" altLang="zh-TW" sz="1600" dirty="0">
                <a:latin typeface="游ゴシック" panose="020B0400000000000000" pitchFamily="50" charset="-128"/>
                <a:ea typeface="游ゴシック" panose="020B0400000000000000" pitchFamily="50" charset="-128"/>
              </a:rPr>
              <a:t>C</a:t>
            </a:r>
            <a:r>
              <a:rPr lang="zh-TW" altLang="en-US" sz="1600" dirty="0">
                <a:latin typeface="游ゴシック" panose="020B0400000000000000" pitchFamily="50" charset="-128"/>
                <a:ea typeface="游ゴシック" panose="020B0400000000000000" pitchFamily="50" charset="-128"/>
              </a:rPr>
              <a:t>（</a:t>
            </a:r>
            <a:r>
              <a:rPr lang="ja-JP" altLang="en-US" sz="1600" dirty="0">
                <a:latin typeface="游ゴシック" panose="020B0400000000000000" pitchFamily="50" charset="-128"/>
                <a:ea typeface="游ゴシック" panose="020B0400000000000000" pitchFamily="50" charset="-128"/>
              </a:rPr>
              <a:t>検証</a:t>
            </a:r>
            <a:r>
              <a:rPr lang="zh-TW" altLang="en-US" sz="1600" dirty="0">
                <a:latin typeface="游ゴシック" panose="020B0400000000000000" pitchFamily="50" charset="-128"/>
                <a:ea typeface="游ゴシック" panose="020B0400000000000000" pitchFamily="50" charset="-128"/>
              </a:rPr>
              <a:t>）</a:t>
            </a:r>
            <a:r>
              <a:rPr lang="ja-JP" altLang="en-US" sz="1600" dirty="0">
                <a:latin typeface="游ゴシック" panose="020B0400000000000000" pitchFamily="50" charset="-128"/>
                <a:ea typeface="游ゴシック" panose="020B0400000000000000" pitchFamily="50" charset="-128"/>
              </a:rPr>
              <a:t>・</a:t>
            </a:r>
            <a:r>
              <a:rPr lang="en-US" altLang="zh-TW" sz="1600" dirty="0">
                <a:latin typeface="游ゴシック" panose="020B0400000000000000" pitchFamily="50" charset="-128"/>
                <a:ea typeface="游ゴシック" panose="020B0400000000000000" pitchFamily="50" charset="-128"/>
              </a:rPr>
              <a:t>A</a:t>
            </a:r>
            <a:r>
              <a:rPr lang="zh-TW" altLang="en-US" sz="1600" dirty="0">
                <a:latin typeface="游ゴシック" panose="020B0400000000000000" pitchFamily="50" charset="-128"/>
                <a:ea typeface="游ゴシック" panose="020B0400000000000000" pitchFamily="50" charset="-128"/>
              </a:rPr>
              <a:t>（改善）</a:t>
            </a:r>
            <a:r>
              <a:rPr lang="ja-JP" altLang="en-US" sz="1600" dirty="0">
                <a:latin typeface="+mn-ea"/>
                <a:ea typeface="游ゴシック" panose="020B0400000000000000" pitchFamily="50" charset="-128"/>
              </a:rPr>
              <a:t>を</a:t>
            </a:r>
            <a:r>
              <a:rPr lang="ja-JP" altLang="en-US" sz="1600" dirty="0">
                <a:latin typeface="+mn-ea"/>
              </a:rPr>
              <a:t>徹底し、</a:t>
            </a:r>
            <a:r>
              <a:rPr lang="ja-JP" altLang="en-US" sz="1600" b="1" dirty="0">
                <a:solidFill>
                  <a:srgbClr val="0000FF"/>
                </a:solidFill>
                <a:latin typeface="+mn-ea"/>
              </a:rPr>
              <a:t>継続的な品質強化活動</a:t>
            </a:r>
            <a:r>
              <a:rPr lang="ja-JP" altLang="en-US" sz="1600" dirty="0">
                <a:latin typeface="+mn-ea"/>
              </a:rPr>
              <a:t>につなげてまいります。</a:t>
            </a:r>
          </a:p>
        </p:txBody>
      </p:sp>
    </p:spTree>
    <p:extLst>
      <p:ext uri="{BB962C8B-B14F-4D97-AF65-F5344CB8AC3E}">
        <p14:creationId xmlns:p14="http://schemas.microsoft.com/office/powerpoint/2010/main" val="304380290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BFECC7-446B-9AE7-17C0-64E88854BE6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D29830A-A6DA-E061-238F-A58898C4E264}"/>
              </a:ext>
            </a:extLst>
          </p:cNvPr>
          <p:cNvSpPr>
            <a:spLocks noGrp="1"/>
          </p:cNvSpPr>
          <p:nvPr>
            <p:ph type="title"/>
          </p:nvPr>
        </p:nvSpPr>
        <p:spPr/>
        <p:txBody>
          <a:bodyPr/>
          <a:lstStyle/>
          <a:p>
            <a:r>
              <a:rPr kumimoji="1" lang="en-US" altLang="ja-JP" dirty="0"/>
              <a:t>6-3</a:t>
            </a:r>
            <a:r>
              <a:rPr kumimoji="1" lang="ja-JP" altLang="en-US" dirty="0"/>
              <a:t>．品質管理②（製造・テスト）</a:t>
            </a:r>
          </a:p>
        </p:txBody>
      </p:sp>
      <p:sp>
        <p:nvSpPr>
          <p:cNvPr id="4" name="フッター プレースホルダー 3">
            <a:extLst>
              <a:ext uri="{FF2B5EF4-FFF2-40B4-BE49-F238E27FC236}">
                <a16:creationId xmlns:a16="http://schemas.microsoft.com/office/drawing/2014/main" id="{45DB197C-E308-E2A0-CEC9-DF317715F5DA}"/>
              </a:ext>
            </a:extLst>
          </p:cNvPr>
          <p:cNvSpPr>
            <a:spLocks noGrp="1"/>
          </p:cNvSpPr>
          <p:nvPr>
            <p:ph type="ftr" sz="quarter" idx="11"/>
          </p:nvPr>
        </p:nvSpPr>
        <p:spPr/>
        <p:txBody>
          <a:bodyPr/>
          <a:lstStyle/>
          <a:p>
            <a:r>
              <a:rPr lang="en-US" altLang="ja-JP"/>
              <a:t>Copyright © SystemEXE,Inc All Rights Reserved.</a:t>
            </a:r>
          </a:p>
        </p:txBody>
      </p:sp>
      <p:sp>
        <p:nvSpPr>
          <p:cNvPr id="5" name="スライド番号プレースホルダー 3">
            <a:extLst>
              <a:ext uri="{FF2B5EF4-FFF2-40B4-BE49-F238E27FC236}">
                <a16:creationId xmlns:a16="http://schemas.microsoft.com/office/drawing/2014/main" id="{7AB39FD5-9344-79B0-E3BE-7B234A2A46ED}"/>
              </a:ext>
            </a:extLst>
          </p:cNvPr>
          <p:cNvSpPr>
            <a:spLocks noGrp="1"/>
          </p:cNvSpPr>
          <p:nvPr>
            <p:ph type="sldNum" sz="quarter" idx="12"/>
          </p:nvPr>
        </p:nvSpPr>
        <p:spPr>
          <a:xfrm>
            <a:off x="10752000" y="6552000"/>
            <a:ext cx="1440000" cy="216000"/>
          </a:xfrm>
        </p:spPr>
        <p:txBody>
          <a:bodyPr/>
          <a:lstStyle/>
          <a:p>
            <a:fld id="{26CA5134-5AAC-D342-B763-43605FECB385}" type="slidenum">
              <a:rPr kumimoji="1" lang="ja-JP" altLang="en-US" smtClean="0"/>
              <a:pPr/>
              <a:t>28</a:t>
            </a:fld>
            <a:endParaRPr kumimoji="1" lang="ja-JP" altLang="en-US" sz="700" dirty="0"/>
          </a:p>
        </p:txBody>
      </p:sp>
      <p:sp>
        <p:nvSpPr>
          <p:cNvPr id="7" name="テキスト ボックス 6">
            <a:extLst>
              <a:ext uri="{FF2B5EF4-FFF2-40B4-BE49-F238E27FC236}">
                <a16:creationId xmlns:a16="http://schemas.microsoft.com/office/drawing/2014/main" id="{30EA0A18-243F-E3F5-972F-48C6EF6D2965}"/>
              </a:ext>
            </a:extLst>
          </p:cNvPr>
          <p:cNvSpPr txBox="1"/>
          <p:nvPr/>
        </p:nvSpPr>
        <p:spPr>
          <a:xfrm>
            <a:off x="694800" y="933032"/>
            <a:ext cx="10250840" cy="5298085"/>
          </a:xfrm>
          <a:prstGeom prst="rect">
            <a:avLst/>
          </a:prstGeom>
          <a:noFill/>
        </p:spPr>
        <p:txBody>
          <a:bodyPr wrap="square" lIns="108000" rIns="108000" rtlCol="0" anchor="t">
            <a:noAutofit/>
          </a:bodyPr>
          <a:lstStyle/>
          <a:p>
            <a:pPr marL="0" lvl="2">
              <a:tabLst>
                <a:tab pos="990600" algn="l"/>
              </a:tabLst>
            </a:pPr>
            <a:r>
              <a:rPr lang="ja-JP" altLang="en-US" b="1" dirty="0">
                <a:latin typeface="+mn-ea"/>
              </a:rPr>
              <a:t>　　製造の品質管理</a:t>
            </a:r>
            <a:endParaRPr lang="en-US" altLang="ja-JP" sz="1600" dirty="0">
              <a:latin typeface="+mn-ea"/>
            </a:endParaRPr>
          </a:p>
          <a:p>
            <a:pPr marL="285750" lvl="2" indent="-285750">
              <a:spcBef>
                <a:spcPts val="1200"/>
              </a:spcBef>
              <a:buFont typeface="Wingdings" panose="05000000000000000000" pitchFamily="2" charset="2"/>
              <a:buChar char="ü"/>
              <a:tabLst>
                <a:tab pos="990600" algn="l"/>
              </a:tabLst>
            </a:pPr>
            <a:r>
              <a:rPr lang="ja-JP" altLang="en-US" sz="1600" dirty="0">
                <a:latin typeface="+mn-ea"/>
              </a:rPr>
              <a:t> 基本設計と並行して</a:t>
            </a:r>
            <a:r>
              <a:rPr lang="ja-JP" altLang="en-US" sz="1600" b="1" dirty="0">
                <a:solidFill>
                  <a:srgbClr val="0000FF"/>
                </a:solidFill>
                <a:latin typeface="+mn-ea"/>
              </a:rPr>
              <a:t>標準化分析</a:t>
            </a:r>
            <a:r>
              <a:rPr lang="ja-JP" altLang="en-US" sz="1600" dirty="0">
                <a:latin typeface="+mn-ea"/>
              </a:rPr>
              <a:t>を実施し、共通機能の設計・製造・テストを業務機能に先行して行います。 </a:t>
            </a:r>
            <a:endParaRPr lang="en-US" altLang="ja-JP" sz="1600" dirty="0">
              <a:latin typeface="+mn-ea"/>
            </a:endParaRPr>
          </a:p>
          <a:p>
            <a:pPr marL="285750" lvl="2" indent="-285750">
              <a:spcBef>
                <a:spcPts val="1200"/>
              </a:spcBef>
              <a:buFont typeface="Wingdings" panose="05000000000000000000" pitchFamily="2" charset="2"/>
              <a:buChar char="ü"/>
              <a:tabLst>
                <a:tab pos="990600" algn="l"/>
              </a:tabLst>
            </a:pPr>
            <a:r>
              <a:rPr lang="ja-JP" altLang="en-US" sz="1600" dirty="0">
                <a:latin typeface="+mn-ea"/>
              </a:rPr>
              <a:t> 共通機能は</a:t>
            </a:r>
            <a:r>
              <a:rPr lang="ja-JP" altLang="en-US" sz="1600" b="1" dirty="0">
                <a:solidFill>
                  <a:srgbClr val="0000FF"/>
                </a:solidFill>
                <a:latin typeface="+mn-ea"/>
              </a:rPr>
              <a:t>フレームワーク</a:t>
            </a:r>
            <a:r>
              <a:rPr lang="ja-JP" altLang="en-US" sz="1600" dirty="0">
                <a:latin typeface="+mn-ea"/>
              </a:rPr>
              <a:t>や</a:t>
            </a:r>
            <a:r>
              <a:rPr lang="ja-JP" altLang="en-US" sz="1600" b="1" dirty="0">
                <a:solidFill>
                  <a:srgbClr val="0000FF"/>
                </a:solidFill>
                <a:latin typeface="+mn-ea"/>
              </a:rPr>
              <a:t>共通部品</a:t>
            </a:r>
            <a:r>
              <a:rPr lang="ja-JP" altLang="en-US" sz="1600" dirty="0">
                <a:latin typeface="+mn-ea"/>
              </a:rPr>
              <a:t>、</a:t>
            </a:r>
            <a:r>
              <a:rPr lang="ja-JP" altLang="en-US" sz="1600" b="1" dirty="0">
                <a:solidFill>
                  <a:srgbClr val="0000FF"/>
                </a:solidFill>
                <a:latin typeface="+mn-ea"/>
              </a:rPr>
              <a:t>共通サービス</a:t>
            </a:r>
            <a:r>
              <a:rPr lang="ja-JP" altLang="en-US" sz="1600" dirty="0">
                <a:latin typeface="+mn-ea"/>
              </a:rPr>
              <a:t>として提供することで、コーディング・テスト量を軽減し、一定の品質を担保します。</a:t>
            </a:r>
            <a:endParaRPr lang="en-US" altLang="ja-JP" sz="1600" dirty="0">
              <a:latin typeface="+mn-ea"/>
            </a:endParaRPr>
          </a:p>
          <a:p>
            <a:pPr marL="285750" lvl="2" indent="-285750">
              <a:spcBef>
                <a:spcPts val="1200"/>
              </a:spcBef>
              <a:buFont typeface="Wingdings" panose="05000000000000000000" pitchFamily="2" charset="2"/>
              <a:buChar char="ü"/>
              <a:tabLst>
                <a:tab pos="990600" algn="l"/>
              </a:tabLst>
            </a:pPr>
            <a:r>
              <a:rPr lang="ja-JP" altLang="en-US" sz="1600" dirty="0">
                <a:latin typeface="+mn-ea"/>
              </a:rPr>
              <a:t> </a:t>
            </a:r>
            <a:r>
              <a:rPr lang="ja-JP" altLang="en-US" sz="1600" b="1" dirty="0">
                <a:solidFill>
                  <a:srgbClr val="0000FF"/>
                </a:solidFill>
                <a:latin typeface="+mn-ea"/>
              </a:rPr>
              <a:t>開発標準</a:t>
            </a:r>
            <a:r>
              <a:rPr lang="ja-JP" altLang="en-US" sz="1600" dirty="0">
                <a:latin typeface="+mn-ea"/>
              </a:rPr>
              <a:t>（実装規約、フレームワーク／共通部品を前提とした製造手順の定義など）を策定し、開発前に</a:t>
            </a:r>
            <a:br>
              <a:rPr lang="en-US" altLang="ja-JP" sz="1600" dirty="0">
                <a:latin typeface="+mn-ea"/>
              </a:rPr>
            </a:br>
            <a:r>
              <a:rPr lang="ja-JP" altLang="en-US" sz="1600" dirty="0">
                <a:latin typeface="+mn-ea"/>
              </a:rPr>
              <a:t> メンバーへの教育を実施します。</a:t>
            </a:r>
            <a:endParaRPr lang="en-US" altLang="ja-JP" sz="1600" dirty="0">
              <a:latin typeface="+mn-ea"/>
            </a:endParaRPr>
          </a:p>
          <a:p>
            <a:pPr marL="285750" lvl="2" indent="-285750">
              <a:spcBef>
                <a:spcPts val="1200"/>
              </a:spcBef>
              <a:buFont typeface="Wingdings" panose="05000000000000000000" pitchFamily="2" charset="2"/>
              <a:buChar char="ü"/>
              <a:tabLst>
                <a:tab pos="990600" algn="l"/>
              </a:tabLst>
            </a:pPr>
            <a:r>
              <a:rPr lang="ja-JP" altLang="en-US" sz="1600" dirty="0">
                <a:latin typeface="+mn-ea"/>
              </a:rPr>
              <a:t> </a:t>
            </a:r>
            <a:r>
              <a:rPr lang="ja-JP" altLang="en-US" sz="1600" b="1" dirty="0">
                <a:solidFill>
                  <a:srgbClr val="0000FF"/>
                </a:solidFill>
                <a:latin typeface="+mn-ea"/>
              </a:rPr>
              <a:t>コーディング規約</a:t>
            </a:r>
            <a:r>
              <a:rPr lang="ja-JP" altLang="en-US" sz="1600" dirty="0">
                <a:latin typeface="+mn-ea"/>
              </a:rPr>
              <a:t>の定義と、</a:t>
            </a:r>
            <a:r>
              <a:rPr lang="ja-JP" altLang="en-US" sz="1600" b="1" dirty="0">
                <a:solidFill>
                  <a:srgbClr val="0000FF"/>
                </a:solidFill>
                <a:latin typeface="+mn-ea"/>
              </a:rPr>
              <a:t>サンプル提供</a:t>
            </a:r>
            <a:r>
              <a:rPr lang="ja-JP" altLang="en-US" sz="1600" dirty="0">
                <a:latin typeface="+mn-ea"/>
              </a:rPr>
              <a:t>により、品質のばらつきやシステム内の不統一を抑制します。</a:t>
            </a:r>
            <a:endParaRPr lang="en-US" altLang="ja-JP" sz="1600" dirty="0">
              <a:latin typeface="+mn-ea"/>
            </a:endParaRPr>
          </a:p>
          <a:p>
            <a:pPr marL="0" lvl="2">
              <a:spcBef>
                <a:spcPts val="1200"/>
              </a:spcBef>
              <a:tabLst>
                <a:tab pos="990600" algn="l"/>
              </a:tabLst>
            </a:pPr>
            <a:endParaRPr lang="en-US" altLang="ja-JP" sz="1600" dirty="0">
              <a:latin typeface="+mn-ea"/>
            </a:endParaRPr>
          </a:p>
          <a:p>
            <a:pPr marL="0" lvl="2">
              <a:spcBef>
                <a:spcPts val="1200"/>
              </a:spcBef>
              <a:tabLst>
                <a:tab pos="990600" algn="l"/>
              </a:tabLst>
            </a:pPr>
            <a:r>
              <a:rPr lang="ja-JP" altLang="en-US" sz="1600" b="1" dirty="0">
                <a:latin typeface="+mn-ea"/>
              </a:rPr>
              <a:t>　　</a:t>
            </a:r>
            <a:r>
              <a:rPr lang="ja-JP" altLang="en-US" b="1" dirty="0">
                <a:latin typeface="+mn-ea"/>
              </a:rPr>
              <a:t>テストの品質管理</a:t>
            </a:r>
            <a:endParaRPr lang="en-US" altLang="ja-JP" b="1" dirty="0">
              <a:latin typeface="+mn-ea"/>
            </a:endParaRPr>
          </a:p>
          <a:p>
            <a:pPr marL="285750" lvl="2" indent="-285750">
              <a:spcBef>
                <a:spcPts val="1200"/>
              </a:spcBef>
              <a:buFont typeface="Wingdings" panose="05000000000000000000" pitchFamily="2" charset="2"/>
              <a:buChar char="ü"/>
              <a:tabLst>
                <a:tab pos="990600" algn="l"/>
              </a:tabLst>
            </a:pPr>
            <a:r>
              <a:rPr lang="ja-JP" altLang="en-US" sz="1600" dirty="0">
                <a:latin typeface="+mn-ea"/>
              </a:rPr>
              <a:t>基本設計工程にて、</a:t>
            </a:r>
            <a:r>
              <a:rPr lang="ja-JP" altLang="en-US" sz="1600" b="1" dirty="0">
                <a:solidFill>
                  <a:srgbClr val="0000FF"/>
                </a:solidFill>
                <a:latin typeface="+mn-ea"/>
              </a:rPr>
              <a:t>全体テスト計画</a:t>
            </a:r>
            <a:r>
              <a:rPr lang="ja-JP" altLang="en-US" sz="1600" dirty="0">
                <a:latin typeface="+mn-ea"/>
              </a:rPr>
              <a:t>を策定し、各テスト工程の方針・目的、範囲、環境等を決定します。</a:t>
            </a:r>
          </a:p>
          <a:p>
            <a:pPr marL="285750" lvl="2" indent="-285750">
              <a:spcBef>
                <a:spcPts val="1200"/>
              </a:spcBef>
              <a:buFont typeface="Wingdings" panose="05000000000000000000" pitchFamily="2" charset="2"/>
              <a:buChar char="ü"/>
              <a:tabLst>
                <a:tab pos="990600" algn="l"/>
              </a:tabLst>
            </a:pPr>
            <a:r>
              <a:rPr lang="ja-JP" altLang="en-US" sz="1600" dirty="0">
                <a:latin typeface="+mn-ea"/>
              </a:rPr>
              <a:t>全体テスト計画を元に、各テスト工程ごとに</a:t>
            </a:r>
            <a:r>
              <a:rPr lang="ja-JP" altLang="en-US" sz="1600" b="1" dirty="0">
                <a:solidFill>
                  <a:srgbClr val="0000FF"/>
                </a:solidFill>
                <a:latin typeface="+mn-ea"/>
              </a:rPr>
              <a:t>詳細テスト計画</a:t>
            </a:r>
            <a:r>
              <a:rPr lang="ja-JP" altLang="en-US" sz="1600" dirty="0">
                <a:latin typeface="+mn-ea"/>
              </a:rPr>
              <a:t>を策定します。</a:t>
            </a:r>
          </a:p>
          <a:p>
            <a:pPr marL="285750" lvl="2" indent="-285750">
              <a:spcBef>
                <a:spcPts val="1200"/>
              </a:spcBef>
              <a:buFont typeface="Wingdings" panose="05000000000000000000" pitchFamily="2" charset="2"/>
              <a:buChar char="ü"/>
              <a:tabLst>
                <a:tab pos="990600" algn="l"/>
              </a:tabLst>
            </a:pPr>
            <a:r>
              <a:rPr lang="ja-JP" altLang="en-US" sz="1600" dirty="0">
                <a:latin typeface="+mn-ea"/>
              </a:rPr>
              <a:t>テスト計画には主に下記を定義し、</a:t>
            </a:r>
            <a:r>
              <a:rPr lang="ja-JP" altLang="en-US" sz="1600" b="1" dirty="0">
                <a:solidFill>
                  <a:srgbClr val="0000FF"/>
                </a:solidFill>
                <a:latin typeface="+mn-ea"/>
              </a:rPr>
              <a:t>品質基準</a:t>
            </a:r>
            <a:r>
              <a:rPr lang="ja-JP" altLang="en-US" sz="1600" dirty="0">
                <a:latin typeface="+mn-ea"/>
              </a:rPr>
              <a:t>（テスト網羅度・不具合検出度</a:t>
            </a:r>
            <a:r>
              <a:rPr lang="en-US" altLang="ja-JP" sz="1600" dirty="0">
                <a:latin typeface="+mn-ea"/>
              </a:rPr>
              <a:t>/</a:t>
            </a:r>
            <a:r>
              <a:rPr lang="ja-JP" altLang="en-US" sz="1600" dirty="0">
                <a:latin typeface="+mn-ea"/>
              </a:rPr>
              <a:t>収束曲線）を満たすことで</a:t>
            </a:r>
            <a:br>
              <a:rPr lang="ja-JP" altLang="en-US" sz="1600" dirty="0">
                <a:latin typeface="+mn-ea"/>
              </a:rPr>
            </a:br>
            <a:r>
              <a:rPr lang="ja-JP" altLang="en-US" sz="1600" dirty="0">
                <a:latin typeface="+mn-ea"/>
              </a:rPr>
              <a:t>品質を保証します。</a:t>
            </a:r>
            <a:br>
              <a:rPr lang="en-US" altLang="ja-JP" sz="1600" dirty="0">
                <a:latin typeface="+mn-ea"/>
              </a:rPr>
            </a:br>
            <a:r>
              <a:rPr lang="ja-JP" altLang="en-US" sz="1600" dirty="0">
                <a:latin typeface="+mn-ea"/>
              </a:rPr>
              <a:t>テストケース・テストデータ作成基準、エビデンス取得基準、テスト着手・終了条件、テスト実施フロー、</a:t>
            </a:r>
            <a:br>
              <a:rPr lang="en-US" altLang="ja-JP" sz="1600" dirty="0">
                <a:latin typeface="+mn-ea"/>
              </a:rPr>
            </a:br>
            <a:r>
              <a:rPr lang="ja-JP" altLang="en-US" sz="1600" dirty="0">
                <a:latin typeface="+mn-ea"/>
              </a:rPr>
              <a:t>不具合発生の品質基準値、障害分析と対応方法</a:t>
            </a:r>
          </a:p>
        </p:txBody>
      </p:sp>
      <p:sp>
        <p:nvSpPr>
          <p:cNvPr id="8" name="楕円 7">
            <a:extLst>
              <a:ext uri="{FF2B5EF4-FFF2-40B4-BE49-F238E27FC236}">
                <a16:creationId xmlns:a16="http://schemas.microsoft.com/office/drawing/2014/main" id="{1545CD3B-B9B6-C339-4C31-1FC736A7F128}"/>
              </a:ext>
            </a:extLst>
          </p:cNvPr>
          <p:cNvSpPr>
            <a:spLocks/>
          </p:cNvSpPr>
          <p:nvPr/>
        </p:nvSpPr>
        <p:spPr>
          <a:xfrm>
            <a:off x="720000" y="876501"/>
            <a:ext cx="432000" cy="432000"/>
          </a:xfrm>
          <a:prstGeom prst="ellipse">
            <a:avLst/>
          </a:prstGeom>
          <a:solidFill>
            <a:schemeClr val="accent2"/>
          </a:solidFill>
          <a:ln w="76200">
            <a:solidFill>
              <a:schemeClr val="accent3">
                <a:lumMod val="20000"/>
                <a:lumOff val="80000"/>
              </a:schemeClr>
            </a:solidFill>
          </a:ln>
        </p:spPr>
        <p:style>
          <a:lnRef idx="3">
            <a:schemeClr val="lt1"/>
          </a:lnRef>
          <a:fillRef idx="1">
            <a:schemeClr val="accent1"/>
          </a:fillRef>
          <a:effectRef idx="1">
            <a:schemeClr val="accent1"/>
          </a:effectRef>
          <a:fontRef idx="minor">
            <a:schemeClr val="lt1"/>
          </a:fontRef>
        </p:style>
        <p:txBody>
          <a:bodyPr rtlCol="0" anchor="ctr"/>
          <a:lstStyle/>
          <a:p>
            <a:pPr algn="ctr"/>
            <a:r>
              <a:rPr kumimoji="1" lang="en-US" altLang="ja-JP" sz="1600" b="1">
                <a:latin typeface="+mn-ea"/>
              </a:rPr>
              <a:t>1</a:t>
            </a:r>
            <a:endParaRPr kumimoji="1" lang="ja-JP" altLang="en-US" sz="1600" b="1">
              <a:latin typeface="+mn-ea"/>
            </a:endParaRPr>
          </a:p>
        </p:txBody>
      </p:sp>
      <p:sp>
        <p:nvSpPr>
          <p:cNvPr id="10" name="楕円 9">
            <a:extLst>
              <a:ext uri="{FF2B5EF4-FFF2-40B4-BE49-F238E27FC236}">
                <a16:creationId xmlns:a16="http://schemas.microsoft.com/office/drawing/2014/main" id="{3C9612AC-DC82-A974-5708-864C6715D5BC}"/>
              </a:ext>
            </a:extLst>
          </p:cNvPr>
          <p:cNvSpPr>
            <a:spLocks/>
          </p:cNvSpPr>
          <p:nvPr/>
        </p:nvSpPr>
        <p:spPr>
          <a:xfrm>
            <a:off x="694800" y="3780226"/>
            <a:ext cx="432000" cy="432000"/>
          </a:xfrm>
          <a:prstGeom prst="ellipse">
            <a:avLst/>
          </a:prstGeom>
          <a:solidFill>
            <a:schemeClr val="accent4"/>
          </a:solidFill>
          <a:ln w="76200">
            <a:solidFill>
              <a:schemeClr val="accent3">
                <a:lumMod val="20000"/>
                <a:lumOff val="80000"/>
              </a:schemeClr>
            </a:solidFill>
          </a:ln>
        </p:spPr>
        <p:style>
          <a:lnRef idx="3">
            <a:schemeClr val="lt1"/>
          </a:lnRef>
          <a:fillRef idx="1">
            <a:schemeClr val="accent1"/>
          </a:fillRef>
          <a:effectRef idx="1">
            <a:schemeClr val="accent1"/>
          </a:effectRef>
          <a:fontRef idx="minor">
            <a:schemeClr val="lt1"/>
          </a:fontRef>
        </p:style>
        <p:txBody>
          <a:bodyPr rtlCol="0" anchor="ctr"/>
          <a:lstStyle/>
          <a:p>
            <a:pPr algn="ctr"/>
            <a:r>
              <a:rPr kumimoji="1" lang="en-US" altLang="ja-JP" sz="1600" b="1">
                <a:latin typeface="+mn-ea"/>
              </a:rPr>
              <a:t>2</a:t>
            </a:r>
            <a:endParaRPr kumimoji="1" lang="ja-JP" altLang="en-US" sz="1600" b="1">
              <a:latin typeface="+mn-ea"/>
            </a:endParaRPr>
          </a:p>
        </p:txBody>
      </p:sp>
    </p:spTree>
    <p:extLst>
      <p:ext uri="{BB962C8B-B14F-4D97-AF65-F5344CB8AC3E}">
        <p14:creationId xmlns:p14="http://schemas.microsoft.com/office/powerpoint/2010/main" val="226516357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スライド番号プレースホルダー 2">
            <a:extLst>
              <a:ext uri="{FF2B5EF4-FFF2-40B4-BE49-F238E27FC236}">
                <a16:creationId xmlns:a16="http://schemas.microsoft.com/office/drawing/2014/main" id="{CDC8E4BE-D846-4A83-03AA-DF6971DE40A3}"/>
              </a:ext>
            </a:extLst>
          </p:cNvPr>
          <p:cNvSpPr>
            <a:spLocks noGrp="1"/>
          </p:cNvSpPr>
          <p:nvPr>
            <p:ph type="sldNum" sz="quarter" idx="12"/>
          </p:nvPr>
        </p:nvSpPr>
        <p:spPr/>
        <p:txBody>
          <a:bodyPr/>
          <a:lstStyle/>
          <a:p>
            <a:fld id="{26CA5134-5AAC-D342-B763-43605FECB385}" type="slidenum">
              <a:rPr kumimoji="1" lang="ja-JP" altLang="en-US" smtClean="0"/>
              <a:pPr/>
              <a:t>29</a:t>
            </a:fld>
            <a:endParaRPr kumimoji="1" lang="ja-JP" altLang="en-US" sz="700"/>
          </a:p>
        </p:txBody>
      </p:sp>
      <p:sp>
        <p:nvSpPr>
          <p:cNvPr id="4" name="タイトル 3">
            <a:extLst>
              <a:ext uri="{FF2B5EF4-FFF2-40B4-BE49-F238E27FC236}">
                <a16:creationId xmlns:a16="http://schemas.microsoft.com/office/drawing/2014/main" id="{40852E0E-3D69-3E98-2395-6C9B5B66AD6B}"/>
              </a:ext>
            </a:extLst>
          </p:cNvPr>
          <p:cNvSpPr>
            <a:spLocks noGrp="1"/>
          </p:cNvSpPr>
          <p:nvPr>
            <p:ph type="title"/>
          </p:nvPr>
        </p:nvSpPr>
        <p:spPr/>
        <p:txBody>
          <a:bodyPr/>
          <a:lstStyle/>
          <a:p>
            <a:r>
              <a:rPr kumimoji="1" lang="ja-JP" altLang="en-US" dirty="0"/>
              <a:t>導入計画</a:t>
            </a:r>
          </a:p>
        </p:txBody>
      </p:sp>
      <p:sp>
        <p:nvSpPr>
          <p:cNvPr id="5" name="フッター プレースホルダー 3">
            <a:extLst>
              <a:ext uri="{FF2B5EF4-FFF2-40B4-BE49-F238E27FC236}">
                <a16:creationId xmlns:a16="http://schemas.microsoft.com/office/drawing/2014/main" id="{A41D62AC-3D26-3FD5-48BB-445DA4E25B70}"/>
              </a:ext>
            </a:extLst>
          </p:cNvPr>
          <p:cNvSpPr>
            <a:spLocks noGrp="1"/>
          </p:cNvSpPr>
          <p:nvPr>
            <p:ph type="ftr" sz="quarter" idx="11"/>
          </p:nvPr>
        </p:nvSpPr>
        <p:spPr>
          <a:xfrm>
            <a:off x="3036000" y="6552000"/>
            <a:ext cx="6120000" cy="216000"/>
          </a:xfrm>
        </p:spPr>
        <p:txBody>
          <a:bodyPr/>
          <a:lstStyle/>
          <a:p>
            <a:r>
              <a:rPr lang="en-US" altLang="ja-JP" dirty="0"/>
              <a:t>Copyright © </a:t>
            </a:r>
            <a:r>
              <a:rPr lang="en-US" altLang="ja-JP" dirty="0" err="1"/>
              <a:t>SystemEXE,Inc</a:t>
            </a:r>
            <a:r>
              <a:rPr lang="en-US" altLang="ja-JP" dirty="0"/>
              <a:t> All Rights Reserved.</a:t>
            </a:r>
          </a:p>
        </p:txBody>
      </p:sp>
    </p:spTree>
    <p:extLst>
      <p:ext uri="{BB962C8B-B14F-4D97-AF65-F5344CB8AC3E}">
        <p14:creationId xmlns:p14="http://schemas.microsoft.com/office/powerpoint/2010/main" val="325345092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DD8B0D-539C-3A6D-B88B-0E44C2544CB3}"/>
            </a:ext>
          </a:extLst>
        </p:cNvPr>
        <p:cNvGrpSpPr/>
        <p:nvPr/>
      </p:nvGrpSpPr>
      <p:grpSpPr>
        <a:xfrm>
          <a:off x="0" y="0"/>
          <a:ext cx="0" cy="0"/>
          <a:chOff x="0" y="0"/>
          <a:chExt cx="0" cy="0"/>
        </a:xfrm>
      </p:grpSpPr>
      <p:sp>
        <p:nvSpPr>
          <p:cNvPr id="9" name="テキスト ボックス 8">
            <a:extLst>
              <a:ext uri="{FF2B5EF4-FFF2-40B4-BE49-F238E27FC236}">
                <a16:creationId xmlns:a16="http://schemas.microsoft.com/office/drawing/2014/main" id="{C656807D-A3D3-14BC-B582-3F4B55A32989}"/>
              </a:ext>
            </a:extLst>
          </p:cNvPr>
          <p:cNvSpPr txBox="1"/>
          <p:nvPr/>
        </p:nvSpPr>
        <p:spPr>
          <a:xfrm>
            <a:off x="576000" y="935999"/>
            <a:ext cx="11041200" cy="1771342"/>
          </a:xfrm>
          <a:prstGeom prst="rect">
            <a:avLst/>
          </a:prstGeom>
          <a:noFill/>
        </p:spPr>
        <p:txBody>
          <a:bodyPr wrap="square" lIns="108000" tIns="72000" rIns="108000" bIns="72000" rtlCol="0" anchor="t">
            <a:noAutofit/>
          </a:bodyPr>
          <a:lstStyle/>
          <a:p>
            <a:r>
              <a:rPr kumimoji="1" lang="ja-JP" altLang="en-US" sz="1600" dirty="0">
                <a:latin typeface="+mn-ea"/>
              </a:rPr>
              <a:t>■</a:t>
            </a:r>
            <a:r>
              <a:rPr kumimoji="1" lang="ja-JP" altLang="en-US" sz="1600" b="1" dirty="0">
                <a:latin typeface="+mn-ea"/>
              </a:rPr>
              <a:t>移行方式</a:t>
            </a:r>
            <a:endParaRPr kumimoji="1" lang="en-US" altLang="ja-JP" sz="1600" b="1" dirty="0">
              <a:latin typeface="+mn-ea"/>
            </a:endParaRPr>
          </a:p>
          <a:p>
            <a:r>
              <a:rPr kumimoji="1" lang="ja-JP" altLang="en-US" sz="1600" dirty="0">
                <a:latin typeface="+mn-ea"/>
              </a:rPr>
              <a:t>現行システムとのデータ連携などを考える必要がなく移行のコストを最小化できる</a:t>
            </a:r>
            <a:r>
              <a:rPr kumimoji="1" lang="ja-JP" altLang="en-US" sz="1600" b="1" dirty="0">
                <a:solidFill>
                  <a:srgbClr val="0000FF"/>
                </a:solidFill>
                <a:latin typeface="+mn-ea"/>
              </a:rPr>
              <a:t>一括移行方式</a:t>
            </a:r>
            <a:r>
              <a:rPr kumimoji="1" lang="ja-JP" altLang="en-US" sz="1600" dirty="0">
                <a:latin typeface="+mn-ea"/>
              </a:rPr>
              <a:t>を採用します。</a:t>
            </a:r>
            <a:endParaRPr kumimoji="1" lang="en-US" altLang="ja-JP" sz="1600" dirty="0">
              <a:latin typeface="+mn-ea"/>
            </a:endParaRPr>
          </a:p>
          <a:p>
            <a:r>
              <a:rPr kumimoji="1" lang="ja-JP" altLang="en-US" sz="1600" dirty="0">
                <a:latin typeface="+mn-ea"/>
              </a:rPr>
              <a:t>また、一括移行方式では、移行後も現行システムをそのまま温存できるため、万が一、移行時にトラブルが生じても、容易に現行システムに切り戻すことが可能です。</a:t>
            </a:r>
            <a:endParaRPr kumimoji="1" lang="en-US" altLang="ja-JP" sz="1600" dirty="0">
              <a:latin typeface="+mn-ea"/>
            </a:endParaRPr>
          </a:p>
          <a:p>
            <a:endParaRPr kumimoji="1" lang="en-US" altLang="ja-JP" sz="1600" dirty="0">
              <a:latin typeface="+mn-ea"/>
            </a:endParaRPr>
          </a:p>
          <a:p>
            <a:r>
              <a:rPr kumimoji="1" lang="ja-JP" altLang="en-US" sz="1600" dirty="0">
                <a:latin typeface="+mn-ea"/>
              </a:rPr>
              <a:t>■</a:t>
            </a:r>
            <a:r>
              <a:rPr kumimoji="1" lang="ja-JP" altLang="en-US" sz="1600" b="1" dirty="0">
                <a:latin typeface="+mn-ea"/>
              </a:rPr>
              <a:t>移行リハーサル</a:t>
            </a:r>
            <a:endParaRPr kumimoji="1" lang="en-US" altLang="ja-JP" sz="1600" b="1" dirty="0">
              <a:latin typeface="+mn-ea"/>
            </a:endParaRPr>
          </a:p>
          <a:p>
            <a:r>
              <a:rPr kumimoji="1" lang="ja-JP" altLang="en-US" sz="1600" dirty="0">
                <a:latin typeface="+mn-ea"/>
              </a:rPr>
              <a:t>移行リハーサルは</a:t>
            </a:r>
            <a:r>
              <a:rPr kumimoji="1" lang="en-US" altLang="ja-JP" sz="1600" dirty="0">
                <a:latin typeface="+mn-ea"/>
              </a:rPr>
              <a:t>2</a:t>
            </a:r>
            <a:r>
              <a:rPr kumimoji="1" lang="ja-JP" altLang="en-US" sz="1600" dirty="0">
                <a:latin typeface="+mn-ea"/>
              </a:rPr>
              <a:t>回を想定しています。</a:t>
            </a:r>
            <a:endParaRPr kumimoji="1" lang="en-US" altLang="ja-JP" sz="1600" dirty="0">
              <a:latin typeface="+mn-ea"/>
            </a:endParaRPr>
          </a:p>
          <a:p>
            <a:endParaRPr kumimoji="1" lang="en-US" altLang="ja-JP" sz="1600" dirty="0">
              <a:latin typeface="+mn-ea"/>
            </a:endParaRPr>
          </a:p>
          <a:p>
            <a:endParaRPr kumimoji="1" lang="ja-JP" altLang="en-US" sz="1600" dirty="0">
              <a:latin typeface="+mn-ea"/>
            </a:endParaRPr>
          </a:p>
        </p:txBody>
      </p:sp>
      <p:sp>
        <p:nvSpPr>
          <p:cNvPr id="2" name="タイトル 1">
            <a:extLst>
              <a:ext uri="{FF2B5EF4-FFF2-40B4-BE49-F238E27FC236}">
                <a16:creationId xmlns:a16="http://schemas.microsoft.com/office/drawing/2014/main" id="{36531DA8-1736-EF6E-FAA7-64D44726AC3B}"/>
              </a:ext>
            </a:extLst>
          </p:cNvPr>
          <p:cNvSpPr>
            <a:spLocks noGrp="1"/>
          </p:cNvSpPr>
          <p:nvPr>
            <p:ph type="title"/>
          </p:nvPr>
        </p:nvSpPr>
        <p:spPr/>
        <p:txBody>
          <a:bodyPr/>
          <a:lstStyle/>
          <a:p>
            <a:r>
              <a:rPr kumimoji="1" lang="en-US" altLang="ja-JP" dirty="0"/>
              <a:t>7-1</a:t>
            </a:r>
            <a:r>
              <a:rPr kumimoji="1" lang="ja-JP" altLang="en-US"/>
              <a:t>．</a:t>
            </a:r>
            <a:r>
              <a:rPr kumimoji="1" lang="ja-JP" altLang="en-US" dirty="0"/>
              <a:t>導入計画</a:t>
            </a:r>
          </a:p>
        </p:txBody>
      </p:sp>
      <p:sp>
        <p:nvSpPr>
          <p:cNvPr id="4" name="フッター プレースホルダー 3">
            <a:extLst>
              <a:ext uri="{FF2B5EF4-FFF2-40B4-BE49-F238E27FC236}">
                <a16:creationId xmlns:a16="http://schemas.microsoft.com/office/drawing/2014/main" id="{55E505FE-C49C-DBF4-F6F6-E849EDFA4B0A}"/>
              </a:ext>
            </a:extLst>
          </p:cNvPr>
          <p:cNvSpPr>
            <a:spLocks noGrp="1"/>
          </p:cNvSpPr>
          <p:nvPr>
            <p:ph type="ftr" sz="quarter" idx="11"/>
          </p:nvPr>
        </p:nvSpPr>
        <p:spPr/>
        <p:txBody>
          <a:bodyPr/>
          <a:lstStyle/>
          <a:p>
            <a:r>
              <a:rPr lang="en-US" altLang="ja-JP"/>
              <a:t>Copyright © SystemEXE,Inc All Rights Reserved.</a:t>
            </a:r>
          </a:p>
        </p:txBody>
      </p:sp>
      <p:sp>
        <p:nvSpPr>
          <p:cNvPr id="3" name="スライド番号プレースホルダー 3">
            <a:extLst>
              <a:ext uri="{FF2B5EF4-FFF2-40B4-BE49-F238E27FC236}">
                <a16:creationId xmlns:a16="http://schemas.microsoft.com/office/drawing/2014/main" id="{F38443BA-08B5-606B-26D2-D7AA7E9E96FA}"/>
              </a:ext>
            </a:extLst>
          </p:cNvPr>
          <p:cNvSpPr>
            <a:spLocks noGrp="1"/>
          </p:cNvSpPr>
          <p:nvPr>
            <p:ph type="sldNum" sz="quarter" idx="12"/>
          </p:nvPr>
        </p:nvSpPr>
        <p:spPr>
          <a:xfrm>
            <a:off x="10752000" y="6552000"/>
            <a:ext cx="1440000" cy="216000"/>
          </a:xfrm>
        </p:spPr>
        <p:txBody>
          <a:bodyPr/>
          <a:lstStyle/>
          <a:p>
            <a:fld id="{26CA5134-5AAC-D342-B763-43605FECB385}" type="slidenum">
              <a:rPr kumimoji="1" lang="ja-JP" altLang="en-US" smtClean="0"/>
              <a:pPr/>
              <a:t>30</a:t>
            </a:fld>
            <a:endParaRPr kumimoji="1" lang="ja-JP" altLang="en-US" sz="700" dirty="0"/>
          </a:p>
        </p:txBody>
      </p:sp>
      <p:graphicFrame>
        <p:nvGraphicFramePr>
          <p:cNvPr id="6" name="コンテンツ プレースホルダー 6">
            <a:extLst>
              <a:ext uri="{FF2B5EF4-FFF2-40B4-BE49-F238E27FC236}">
                <a16:creationId xmlns:a16="http://schemas.microsoft.com/office/drawing/2014/main" id="{12C59962-F947-D067-AF85-9D828F6CECC0}"/>
              </a:ext>
            </a:extLst>
          </p:cNvPr>
          <p:cNvGraphicFramePr>
            <a:graphicFrameLocks/>
          </p:cNvGraphicFramePr>
          <p:nvPr>
            <p:extLst>
              <p:ext uri="{D42A27DB-BD31-4B8C-83A1-F6EECF244321}">
                <p14:modId xmlns:p14="http://schemas.microsoft.com/office/powerpoint/2010/main" val="4088148194"/>
              </p:ext>
            </p:extLst>
          </p:nvPr>
        </p:nvGraphicFramePr>
        <p:xfrm>
          <a:off x="706327" y="2777375"/>
          <a:ext cx="10710092" cy="2564170"/>
        </p:xfrm>
        <a:graphic>
          <a:graphicData uri="http://schemas.openxmlformats.org/drawingml/2006/table">
            <a:tbl>
              <a:tblPr firstRow="1" bandRow="1">
                <a:tableStyleId>{3B4B98B0-60AC-42C2-AFA5-B58CD77FA1E5}</a:tableStyleId>
              </a:tblPr>
              <a:tblGrid>
                <a:gridCol w="441420">
                  <a:extLst>
                    <a:ext uri="{9D8B030D-6E8A-4147-A177-3AD203B41FA5}">
                      <a16:colId xmlns:a16="http://schemas.microsoft.com/office/drawing/2014/main" val="20000"/>
                    </a:ext>
                  </a:extLst>
                </a:gridCol>
                <a:gridCol w="1419951">
                  <a:extLst>
                    <a:ext uri="{9D8B030D-6E8A-4147-A177-3AD203B41FA5}">
                      <a16:colId xmlns:a16="http://schemas.microsoft.com/office/drawing/2014/main" val="2022646445"/>
                    </a:ext>
                  </a:extLst>
                </a:gridCol>
                <a:gridCol w="8848721">
                  <a:extLst>
                    <a:ext uri="{9D8B030D-6E8A-4147-A177-3AD203B41FA5}">
                      <a16:colId xmlns:a16="http://schemas.microsoft.com/office/drawing/2014/main" val="1186915876"/>
                    </a:ext>
                  </a:extLst>
                </a:gridCol>
              </a:tblGrid>
              <a:tr h="480036">
                <a:tc>
                  <a:txBody>
                    <a:bodyPr/>
                    <a:lstStyle/>
                    <a:p>
                      <a:pPr marL="342900" marR="0" lvl="0" indent="-342900" algn="ctr"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0" lang="en-US" altLang="ja-JP" sz="1400" b="1" u="none" strike="noStrike" kern="1200" cap="none" normalizeH="0" baseline="0" dirty="0">
                          <a:ln>
                            <a:noFill/>
                          </a:ln>
                          <a:solidFill>
                            <a:schemeClr val="bg1"/>
                          </a:solidFill>
                          <a:effectLst/>
                          <a:latin typeface="+mn-ea"/>
                          <a:ea typeface="+mn-ea"/>
                          <a:cs typeface="Meiryo UI" pitchFamily="50" charset="-128"/>
                        </a:rPr>
                        <a:t>No</a:t>
                      </a:r>
                      <a:endParaRPr kumimoji="0" lang="ja-JP" altLang="en-US" sz="1400" b="1" u="none" strike="noStrike" kern="1200" cap="none" normalizeH="0" baseline="0" dirty="0">
                        <a:ln>
                          <a:noFill/>
                        </a:ln>
                        <a:solidFill>
                          <a:schemeClr val="bg1"/>
                        </a:solidFill>
                        <a:effectLst/>
                        <a:latin typeface="+mn-ea"/>
                        <a:ea typeface="+mn-ea"/>
                        <a:cs typeface="Meiryo UI" pitchFamily="50" charset="-128"/>
                      </a:endParaRPr>
                    </a:p>
                  </a:txBody>
                  <a:tcPr marL="90014" marR="90014" marT="46800" marB="46800" anchor="ctr" horzOverflow="overflow">
                    <a:solidFill>
                      <a:schemeClr val="accent1"/>
                    </a:solidFill>
                  </a:tcPr>
                </a:tc>
                <a:tc>
                  <a:txBody>
                    <a:bodyPr/>
                    <a:lstStyle/>
                    <a:p>
                      <a:pPr marL="342900" marR="0" lvl="0" indent="-342900" algn="l"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0" lang="ja-JP" altLang="en-US" sz="1400" b="1" u="none" strike="noStrike" kern="1200" cap="none" normalizeH="0" baseline="0" dirty="0">
                          <a:ln>
                            <a:noFill/>
                          </a:ln>
                          <a:solidFill>
                            <a:schemeClr val="bg1"/>
                          </a:solidFill>
                          <a:effectLst/>
                          <a:latin typeface="+mn-ea"/>
                          <a:ea typeface="+mn-ea"/>
                          <a:cs typeface="Meiryo UI" pitchFamily="50" charset="-128"/>
                        </a:rPr>
                        <a:t>実施時期</a:t>
                      </a:r>
                    </a:p>
                  </a:txBody>
                  <a:tcPr marL="90014" marR="90014" marT="46800" marB="46800" anchor="ctr" horzOverflow="overflow">
                    <a:solidFill>
                      <a:schemeClr val="accent1"/>
                    </a:solidFill>
                  </a:tcPr>
                </a:tc>
                <a:tc>
                  <a:txBody>
                    <a:bodyPr/>
                    <a:lstStyle/>
                    <a:p>
                      <a:pPr marL="342900" marR="0" lvl="0" indent="-342900" algn="l"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0" lang="ja-JP" altLang="en-US" sz="1400" b="1" u="none" strike="noStrike" kern="1200" cap="none" normalizeH="0" baseline="0" dirty="0">
                          <a:ln>
                            <a:noFill/>
                          </a:ln>
                          <a:solidFill>
                            <a:schemeClr val="bg1"/>
                          </a:solidFill>
                          <a:effectLst/>
                          <a:latin typeface="+mn-ea"/>
                          <a:ea typeface="+mn-ea"/>
                          <a:cs typeface="Meiryo UI" pitchFamily="50" charset="-128"/>
                        </a:rPr>
                        <a:t>概要</a:t>
                      </a:r>
                    </a:p>
                  </a:txBody>
                  <a:tcPr marL="90014" marR="90014" marT="46800" marB="46800" anchor="ctr" horzOverflow="overflow">
                    <a:solidFill>
                      <a:schemeClr val="accent1"/>
                    </a:solidFill>
                  </a:tcPr>
                </a:tc>
                <a:extLst>
                  <a:ext uri="{0D108BD9-81ED-4DB2-BD59-A6C34878D82A}">
                    <a16:rowId xmlns:a16="http://schemas.microsoft.com/office/drawing/2014/main" val="10000"/>
                  </a:ext>
                </a:extLst>
              </a:tr>
              <a:tr h="961456">
                <a:tc>
                  <a:txBody>
                    <a:bodyPr/>
                    <a:lstStyle/>
                    <a:p>
                      <a:pPr marL="0" marR="0" lvl="0" indent="0" algn="ctr"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0" lang="en-US" altLang="ja-JP" sz="1500" u="none" strike="noStrike" kern="1200" cap="none" normalizeH="0" baseline="0" dirty="0">
                          <a:ln>
                            <a:noFill/>
                          </a:ln>
                          <a:solidFill>
                            <a:schemeClr val="tx1"/>
                          </a:solidFill>
                          <a:effectLst/>
                          <a:latin typeface="+mn-ea"/>
                          <a:ea typeface="+mn-ea"/>
                          <a:cs typeface="Meiryo UI" pitchFamily="50" charset="-128"/>
                        </a:rPr>
                        <a:t>1</a:t>
                      </a:r>
                      <a:endParaRPr kumimoji="0" lang="ja-JP" altLang="en-US" sz="1500" u="none" strike="noStrike" kern="1200" cap="none" normalizeH="0" baseline="0" dirty="0">
                        <a:ln>
                          <a:noFill/>
                        </a:ln>
                        <a:solidFill>
                          <a:schemeClr val="tx1"/>
                        </a:solidFill>
                        <a:effectLst/>
                        <a:latin typeface="+mn-ea"/>
                        <a:ea typeface="+mn-ea"/>
                        <a:cs typeface="Meiryo UI" pitchFamily="50" charset="-128"/>
                      </a:endParaRPr>
                    </a:p>
                  </a:txBody>
                  <a:tcPr marL="90014" marR="90014" marT="36000" marB="36000" horzOverflow="overflow"/>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500" b="0" i="0" u="none" strike="noStrike" kern="1200" cap="none" normalizeH="0" baseline="0" dirty="0">
                          <a:ln>
                            <a:noFill/>
                          </a:ln>
                          <a:solidFill>
                            <a:schemeClr val="tx1"/>
                          </a:solidFill>
                          <a:effectLst/>
                          <a:latin typeface="+mn-ea"/>
                          <a:ea typeface="+mn-ea"/>
                          <a:cs typeface="Meiryo UI" pitchFamily="50" charset="-128"/>
                        </a:rPr>
                        <a:t>結合テスト前</a:t>
                      </a:r>
                    </a:p>
                  </a:txBody>
                  <a:tcPr marL="90014" marR="90014" marT="36000" marB="36000" horzOverflow="overflow"/>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500" kern="1200" dirty="0">
                          <a:solidFill>
                            <a:schemeClr val="tx1"/>
                          </a:solidFill>
                          <a:latin typeface="+mj-ea"/>
                          <a:ea typeface="+mn-ea"/>
                          <a:cs typeface="+mn-cs"/>
                        </a:rPr>
                        <a:t>・マスタ、トランザクションのデータを初期セットアップする</a:t>
                      </a:r>
                      <a:endParaRPr kumimoji="1" lang="en-US" altLang="ja-JP" sz="1500" kern="1200" dirty="0">
                        <a:solidFill>
                          <a:schemeClr val="tx1"/>
                        </a:solidFill>
                        <a:latin typeface="+mj-ea"/>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500" kern="1200" dirty="0">
                          <a:solidFill>
                            <a:schemeClr val="tx1"/>
                          </a:solidFill>
                          <a:latin typeface="+mj-ea"/>
                          <a:ea typeface="+mn-ea"/>
                          <a:cs typeface="+mn-cs"/>
                        </a:rPr>
                        <a:t>・結合テストのシナリオに移行観点を含め、システムおよび業務に問題がないか確認する</a:t>
                      </a:r>
                      <a:endParaRPr kumimoji="1" lang="en-US" altLang="ja-JP" sz="1500" kern="1200" dirty="0">
                        <a:solidFill>
                          <a:schemeClr val="tx1"/>
                        </a:solidFill>
                        <a:latin typeface="+mj-ea"/>
                        <a:ea typeface="+mn-ea"/>
                        <a:cs typeface="+mn-cs"/>
                      </a:endParaRPr>
                    </a:p>
                  </a:txBody>
                  <a:tcPr marL="90014" marR="90014" marT="36000" marB="36000" horzOverflow="overflow"/>
                </a:tc>
                <a:extLst>
                  <a:ext uri="{0D108BD9-81ED-4DB2-BD59-A6C34878D82A}">
                    <a16:rowId xmlns:a16="http://schemas.microsoft.com/office/drawing/2014/main" val="51281576"/>
                  </a:ext>
                </a:extLst>
              </a:tr>
              <a:tr h="1122678">
                <a:tc>
                  <a:txBody>
                    <a:bodyPr/>
                    <a:lstStyle/>
                    <a:p>
                      <a:pPr marL="0" marR="0" lvl="0" indent="0" algn="ctr"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0" lang="en-US" altLang="ja-JP" sz="1500" u="none" strike="noStrike" kern="1200" cap="none" normalizeH="0" baseline="0" dirty="0">
                          <a:ln>
                            <a:noFill/>
                          </a:ln>
                          <a:solidFill>
                            <a:schemeClr val="tx1"/>
                          </a:solidFill>
                          <a:effectLst/>
                          <a:latin typeface="+mn-ea"/>
                          <a:ea typeface="+mn-ea"/>
                          <a:cs typeface="Meiryo UI" pitchFamily="50" charset="-128"/>
                        </a:rPr>
                        <a:t>2</a:t>
                      </a:r>
                      <a:endParaRPr kumimoji="0" lang="ja-JP" altLang="en-US" sz="1500" u="none" strike="noStrike" kern="1200" cap="none" normalizeH="0" baseline="0" dirty="0">
                        <a:ln>
                          <a:noFill/>
                        </a:ln>
                        <a:solidFill>
                          <a:schemeClr val="tx1"/>
                        </a:solidFill>
                        <a:effectLst/>
                        <a:latin typeface="+mn-ea"/>
                        <a:ea typeface="+mn-ea"/>
                        <a:cs typeface="Meiryo UI" pitchFamily="50" charset="-128"/>
                      </a:endParaRPr>
                    </a:p>
                  </a:txBody>
                  <a:tcPr marL="90014" marR="90014" marT="36000" marB="36000" horzOverflow="overflow"/>
                </a:tc>
                <a:tc>
                  <a:txBody>
                    <a:bodyPr/>
                    <a:lstStyle/>
                    <a:p>
                      <a:pPr marL="0" marR="0" lvl="0" indent="0" algn="l"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0" lang="ja-JP" altLang="en-US" sz="1500" u="none" strike="noStrike" kern="1200" cap="none" normalizeH="0" baseline="0" dirty="0">
                          <a:ln>
                            <a:noFill/>
                          </a:ln>
                          <a:solidFill>
                            <a:schemeClr val="tx1"/>
                          </a:solidFill>
                          <a:effectLst/>
                          <a:latin typeface="+mn-ea"/>
                          <a:ea typeface="+mn-ea"/>
                          <a:cs typeface="Meiryo UI" pitchFamily="50" charset="-128"/>
                        </a:rPr>
                        <a:t>ユーザー受入</a:t>
                      </a:r>
                      <a:endParaRPr kumimoji="0" lang="en-US" altLang="ja-JP" sz="1500" u="none" strike="noStrike" kern="1200" cap="none" normalizeH="0" baseline="0" dirty="0">
                        <a:ln>
                          <a:noFill/>
                        </a:ln>
                        <a:solidFill>
                          <a:schemeClr val="tx1"/>
                        </a:solidFill>
                        <a:effectLst/>
                        <a:latin typeface="+mn-ea"/>
                        <a:ea typeface="+mn-ea"/>
                        <a:cs typeface="Meiryo UI" pitchFamily="50" charset="-128"/>
                      </a:endParaRPr>
                    </a:p>
                    <a:p>
                      <a:pPr marL="0" marR="0" lvl="0" indent="0" algn="l"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0" lang="ja-JP" altLang="en-US" sz="1500" u="none" strike="noStrike" kern="1200" cap="none" normalizeH="0" baseline="0" dirty="0">
                          <a:ln>
                            <a:noFill/>
                          </a:ln>
                          <a:solidFill>
                            <a:schemeClr val="tx1"/>
                          </a:solidFill>
                          <a:effectLst/>
                          <a:latin typeface="+mn-ea"/>
                          <a:ea typeface="+mn-ea"/>
                          <a:cs typeface="Meiryo UI" pitchFamily="50" charset="-128"/>
                        </a:rPr>
                        <a:t>テスト前</a:t>
                      </a:r>
                      <a:endParaRPr kumimoji="0" lang="en-US" altLang="ja-JP" sz="1500" u="none" strike="noStrike" kern="1200" cap="none" normalizeH="0" baseline="0" dirty="0">
                        <a:ln>
                          <a:noFill/>
                        </a:ln>
                        <a:solidFill>
                          <a:schemeClr val="tx1"/>
                        </a:solidFill>
                        <a:effectLst/>
                        <a:latin typeface="+mn-ea"/>
                        <a:ea typeface="+mn-ea"/>
                        <a:cs typeface="Meiryo UI" pitchFamily="50" charset="-128"/>
                      </a:endParaRPr>
                    </a:p>
                  </a:txBody>
                  <a:tcPr marL="90014" marR="90014" marT="36000" marB="36000" horzOverflow="overflow"/>
                </a:tc>
                <a:tc>
                  <a:txBody>
                    <a:bodyPr/>
                    <a:lstStyle/>
                    <a:p>
                      <a:pPr marL="0" marR="0" lvl="0" indent="0" algn="l" defTabSz="914400" rtl="0" eaLnBrk="1" fontAlgn="ctr" latinLnBrk="0" hangingPunct="1">
                        <a:lnSpc>
                          <a:spcPct val="100000"/>
                        </a:lnSpc>
                        <a:spcBef>
                          <a:spcPct val="0"/>
                        </a:spcBef>
                        <a:spcAft>
                          <a:spcPct val="0"/>
                        </a:spcAft>
                        <a:buClr>
                          <a:srgbClr val="9C244A"/>
                        </a:buClr>
                        <a:buSzTx/>
                        <a:buFont typeface="Wingdings" pitchFamily="2" charset="2"/>
                        <a:buNone/>
                        <a:tabLst/>
                        <a:defRPr/>
                      </a:pPr>
                      <a:r>
                        <a:rPr kumimoji="1" lang="ja-JP" altLang="en-US" sz="1500" kern="1200" dirty="0">
                          <a:solidFill>
                            <a:schemeClr val="tx1"/>
                          </a:solidFill>
                          <a:latin typeface="+mj-ea"/>
                          <a:ea typeface="+mn-ea"/>
                          <a:cs typeface="+mn-cs"/>
                        </a:rPr>
                        <a:t>・</a:t>
                      </a:r>
                      <a:r>
                        <a:rPr kumimoji="1" lang="ja-JP" altLang="en-US" sz="1500" u="none" strike="noStrike" kern="1200" cap="none" normalizeH="0" baseline="0" dirty="0">
                          <a:ln>
                            <a:noFill/>
                          </a:ln>
                          <a:solidFill>
                            <a:schemeClr val="tx1"/>
                          </a:solidFill>
                          <a:effectLst/>
                          <a:latin typeface="+mj-ea"/>
                          <a:ea typeface="+mn-ea"/>
                          <a:cs typeface="+mn-cs"/>
                        </a:rPr>
                        <a:t>本番データ移行手順書に沿って、</a:t>
                      </a:r>
                      <a:r>
                        <a:rPr kumimoji="1" lang="ja-JP" altLang="en-US" sz="1500" kern="1200" dirty="0">
                          <a:solidFill>
                            <a:schemeClr val="tx1"/>
                          </a:solidFill>
                          <a:latin typeface="+mj-ea"/>
                          <a:ea typeface="+mn-ea"/>
                          <a:cs typeface="+mn-cs"/>
                        </a:rPr>
                        <a:t>マスタ、トランザクションのデータを初期セットアップする</a:t>
                      </a:r>
                      <a:endParaRPr kumimoji="1" lang="en-US" altLang="ja-JP" sz="1500" kern="1200" dirty="0">
                        <a:solidFill>
                          <a:schemeClr val="tx1"/>
                        </a:solidFill>
                        <a:latin typeface="+mj-ea"/>
                        <a:ea typeface="+mn-ea"/>
                        <a:cs typeface="+mn-cs"/>
                      </a:endParaRPr>
                    </a:p>
                    <a:p>
                      <a:pPr marL="0" marR="0" lvl="0" indent="0" algn="l" defTabSz="914400" rtl="0" eaLnBrk="1" fontAlgn="ctr" latinLnBrk="0" hangingPunct="1">
                        <a:lnSpc>
                          <a:spcPct val="100000"/>
                        </a:lnSpc>
                        <a:spcBef>
                          <a:spcPct val="0"/>
                        </a:spcBef>
                        <a:spcAft>
                          <a:spcPct val="0"/>
                        </a:spcAft>
                        <a:buClr>
                          <a:srgbClr val="9C244A"/>
                        </a:buClr>
                        <a:buSzTx/>
                        <a:buFont typeface="Wingdings" pitchFamily="2" charset="2"/>
                        <a:buNone/>
                        <a:tabLst/>
                        <a:defRPr/>
                      </a:pPr>
                      <a:r>
                        <a:rPr kumimoji="1" lang="ja-JP" altLang="en-US" sz="1500" u="none" strike="noStrike" kern="1200" cap="none" normalizeH="0" baseline="0" dirty="0">
                          <a:ln>
                            <a:noFill/>
                          </a:ln>
                          <a:solidFill>
                            <a:schemeClr val="tx1"/>
                          </a:solidFill>
                          <a:effectLst/>
                          <a:latin typeface="+mj-ea"/>
                          <a:ea typeface="+mn-ea"/>
                          <a:cs typeface="+mn-cs"/>
                        </a:rPr>
                        <a:t>・本番移行手順に問題がないか確認する</a:t>
                      </a:r>
                      <a:endParaRPr kumimoji="1" lang="en-US" altLang="ja-JP" sz="1500" u="none" strike="noStrike" kern="1200" cap="none" normalizeH="0" baseline="0" dirty="0">
                        <a:ln>
                          <a:noFill/>
                        </a:ln>
                        <a:solidFill>
                          <a:schemeClr val="tx1"/>
                        </a:solidFill>
                        <a:effectLst/>
                        <a:latin typeface="+mj-ea"/>
                        <a:ea typeface="+mn-ea"/>
                        <a:cs typeface="+mn-cs"/>
                      </a:endParaRPr>
                    </a:p>
                    <a:p>
                      <a:pPr marL="0" marR="0" lvl="0" indent="0" algn="l" defTabSz="914400" rtl="0" eaLnBrk="1" fontAlgn="ctr" latinLnBrk="0" hangingPunct="1">
                        <a:lnSpc>
                          <a:spcPct val="100000"/>
                        </a:lnSpc>
                        <a:spcBef>
                          <a:spcPct val="0"/>
                        </a:spcBef>
                        <a:spcAft>
                          <a:spcPct val="0"/>
                        </a:spcAft>
                        <a:buClr>
                          <a:srgbClr val="9C244A"/>
                        </a:buClr>
                        <a:buSzTx/>
                        <a:buFont typeface="Wingdings" pitchFamily="2" charset="2"/>
                        <a:buNone/>
                        <a:tabLst/>
                        <a:defRPr/>
                      </a:pPr>
                      <a:r>
                        <a:rPr kumimoji="1" lang="ja-JP" altLang="en-US" sz="1500" u="none" strike="noStrike" kern="1200" cap="none" normalizeH="0" baseline="0" dirty="0">
                          <a:ln>
                            <a:noFill/>
                          </a:ln>
                          <a:solidFill>
                            <a:schemeClr val="tx1"/>
                          </a:solidFill>
                          <a:effectLst/>
                          <a:latin typeface="+mj-ea"/>
                          <a:ea typeface="+mn-ea"/>
                          <a:cs typeface="+mn-cs"/>
                        </a:rPr>
                        <a:t>・ユーザー受入テストのシナリオに移行観点を含め、システムおよび業務に問題がないか確認する</a:t>
                      </a:r>
                      <a:endParaRPr kumimoji="0" lang="en-US" altLang="ja-JP" sz="1500" u="none" strike="noStrike" kern="1200" cap="none" normalizeH="0" baseline="0" dirty="0">
                        <a:ln>
                          <a:noFill/>
                        </a:ln>
                        <a:solidFill>
                          <a:schemeClr val="tx1"/>
                        </a:solidFill>
                        <a:effectLst/>
                        <a:latin typeface="+mn-ea"/>
                        <a:ea typeface="+mn-ea"/>
                        <a:cs typeface="Meiryo UI" pitchFamily="50" charset="-128"/>
                      </a:endParaRPr>
                    </a:p>
                  </a:txBody>
                  <a:tcPr marL="90014" marR="90014" marT="36000" marB="36000" horzOverflow="overflow"/>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347122587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スライド番号プレースホルダー 2">
            <a:extLst>
              <a:ext uri="{FF2B5EF4-FFF2-40B4-BE49-F238E27FC236}">
                <a16:creationId xmlns:a16="http://schemas.microsoft.com/office/drawing/2014/main" id="{EDAD2BD4-7B5A-54A9-156D-442BF0E21F57}"/>
              </a:ext>
            </a:extLst>
          </p:cNvPr>
          <p:cNvSpPr>
            <a:spLocks noGrp="1"/>
          </p:cNvSpPr>
          <p:nvPr>
            <p:ph type="sldNum" sz="quarter" idx="12"/>
          </p:nvPr>
        </p:nvSpPr>
        <p:spPr/>
        <p:txBody>
          <a:bodyPr/>
          <a:lstStyle/>
          <a:p>
            <a:fld id="{26CA5134-5AAC-D342-B763-43605FECB385}" type="slidenum">
              <a:rPr kumimoji="1" lang="ja-JP" altLang="en-US" smtClean="0"/>
              <a:pPr/>
              <a:t>31</a:t>
            </a:fld>
            <a:endParaRPr kumimoji="1" lang="ja-JP" altLang="en-US" sz="700"/>
          </a:p>
        </p:txBody>
      </p:sp>
      <p:sp>
        <p:nvSpPr>
          <p:cNvPr id="4" name="タイトル 3">
            <a:extLst>
              <a:ext uri="{FF2B5EF4-FFF2-40B4-BE49-F238E27FC236}">
                <a16:creationId xmlns:a16="http://schemas.microsoft.com/office/drawing/2014/main" id="{337CC6C0-D83B-7E19-971A-5D8716BEDA94}"/>
              </a:ext>
            </a:extLst>
          </p:cNvPr>
          <p:cNvSpPr>
            <a:spLocks noGrp="1"/>
          </p:cNvSpPr>
          <p:nvPr>
            <p:ph type="title"/>
          </p:nvPr>
        </p:nvSpPr>
        <p:spPr/>
        <p:txBody>
          <a:bodyPr/>
          <a:lstStyle/>
          <a:p>
            <a:r>
              <a:rPr kumimoji="1" lang="ja-JP" altLang="en-US" dirty="0"/>
              <a:t>教育・トレーニング計画</a:t>
            </a:r>
          </a:p>
        </p:txBody>
      </p:sp>
      <p:sp>
        <p:nvSpPr>
          <p:cNvPr id="5" name="フッター プレースホルダー 3">
            <a:extLst>
              <a:ext uri="{FF2B5EF4-FFF2-40B4-BE49-F238E27FC236}">
                <a16:creationId xmlns:a16="http://schemas.microsoft.com/office/drawing/2014/main" id="{ADD62E45-9BBB-23AC-BDF9-32215668B3A4}"/>
              </a:ext>
            </a:extLst>
          </p:cNvPr>
          <p:cNvSpPr>
            <a:spLocks noGrp="1"/>
          </p:cNvSpPr>
          <p:nvPr>
            <p:ph type="ftr" sz="quarter" idx="11"/>
          </p:nvPr>
        </p:nvSpPr>
        <p:spPr>
          <a:xfrm>
            <a:off x="3036000" y="6552000"/>
            <a:ext cx="6120000" cy="216000"/>
          </a:xfrm>
        </p:spPr>
        <p:txBody>
          <a:bodyPr/>
          <a:lstStyle/>
          <a:p>
            <a:r>
              <a:rPr lang="en-US" altLang="ja-JP" dirty="0"/>
              <a:t>Copyright © </a:t>
            </a:r>
            <a:r>
              <a:rPr lang="en-US" altLang="ja-JP" dirty="0" err="1"/>
              <a:t>SystemEXE,Inc</a:t>
            </a:r>
            <a:r>
              <a:rPr lang="en-US" altLang="ja-JP" dirty="0"/>
              <a:t> All Rights Reserved.</a:t>
            </a:r>
          </a:p>
        </p:txBody>
      </p:sp>
    </p:spTree>
    <p:extLst>
      <p:ext uri="{BB962C8B-B14F-4D97-AF65-F5344CB8AC3E}">
        <p14:creationId xmlns:p14="http://schemas.microsoft.com/office/powerpoint/2010/main" val="425650547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FA2EFB-8543-F388-0F69-14CB4053D2A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E4F90C1-0AC3-F442-0686-E9D75CD29586}"/>
              </a:ext>
            </a:extLst>
          </p:cNvPr>
          <p:cNvSpPr>
            <a:spLocks noGrp="1"/>
          </p:cNvSpPr>
          <p:nvPr>
            <p:ph type="title"/>
          </p:nvPr>
        </p:nvSpPr>
        <p:spPr/>
        <p:txBody>
          <a:bodyPr/>
          <a:lstStyle/>
          <a:p>
            <a:r>
              <a:rPr kumimoji="1" lang="en-US" altLang="ja-JP" dirty="0"/>
              <a:t>8-1</a:t>
            </a:r>
            <a:r>
              <a:rPr kumimoji="1" lang="ja-JP" altLang="en-US"/>
              <a:t>．</a:t>
            </a:r>
            <a:r>
              <a:rPr lang="ja-JP" altLang="en-US" dirty="0"/>
              <a:t>教育・トレーニング計画</a:t>
            </a:r>
            <a:endParaRPr kumimoji="1" lang="ja-JP" altLang="en-US" dirty="0"/>
          </a:p>
        </p:txBody>
      </p:sp>
      <p:sp>
        <p:nvSpPr>
          <p:cNvPr id="4" name="フッター プレースホルダー 3">
            <a:extLst>
              <a:ext uri="{FF2B5EF4-FFF2-40B4-BE49-F238E27FC236}">
                <a16:creationId xmlns:a16="http://schemas.microsoft.com/office/drawing/2014/main" id="{5A27124E-78F1-085D-4287-516F659186BE}"/>
              </a:ext>
            </a:extLst>
          </p:cNvPr>
          <p:cNvSpPr>
            <a:spLocks noGrp="1"/>
          </p:cNvSpPr>
          <p:nvPr>
            <p:ph type="ftr" sz="quarter" idx="11"/>
          </p:nvPr>
        </p:nvSpPr>
        <p:spPr/>
        <p:txBody>
          <a:bodyPr/>
          <a:lstStyle/>
          <a:p>
            <a:r>
              <a:rPr lang="en-US" altLang="ja-JP"/>
              <a:t>Copyright © SystemEXE,Inc All Rights Reserved.</a:t>
            </a:r>
          </a:p>
        </p:txBody>
      </p:sp>
      <p:graphicFrame>
        <p:nvGraphicFramePr>
          <p:cNvPr id="3" name="コンテンツ プレースホルダー 6">
            <a:extLst>
              <a:ext uri="{FF2B5EF4-FFF2-40B4-BE49-F238E27FC236}">
                <a16:creationId xmlns:a16="http://schemas.microsoft.com/office/drawing/2014/main" id="{7D9CFE13-39E4-943C-B285-3C72949A4754}"/>
              </a:ext>
            </a:extLst>
          </p:cNvPr>
          <p:cNvGraphicFramePr>
            <a:graphicFrameLocks/>
          </p:cNvGraphicFramePr>
          <p:nvPr>
            <p:extLst>
              <p:ext uri="{D42A27DB-BD31-4B8C-83A1-F6EECF244321}">
                <p14:modId xmlns:p14="http://schemas.microsoft.com/office/powerpoint/2010/main" val="1699032517"/>
              </p:ext>
            </p:extLst>
          </p:nvPr>
        </p:nvGraphicFramePr>
        <p:xfrm>
          <a:off x="575699" y="1256411"/>
          <a:ext cx="11040601" cy="5033081"/>
        </p:xfrm>
        <a:graphic>
          <a:graphicData uri="http://schemas.openxmlformats.org/drawingml/2006/table">
            <a:tbl>
              <a:tblPr firstRow="1" bandRow="1">
                <a:tableStyleId>{3B4B98B0-60AC-42C2-AFA5-B58CD77FA1E5}</a:tableStyleId>
              </a:tblPr>
              <a:tblGrid>
                <a:gridCol w="483556">
                  <a:extLst>
                    <a:ext uri="{9D8B030D-6E8A-4147-A177-3AD203B41FA5}">
                      <a16:colId xmlns:a16="http://schemas.microsoft.com/office/drawing/2014/main" val="20000"/>
                    </a:ext>
                  </a:extLst>
                </a:gridCol>
                <a:gridCol w="2272420">
                  <a:extLst>
                    <a:ext uri="{9D8B030D-6E8A-4147-A177-3AD203B41FA5}">
                      <a16:colId xmlns:a16="http://schemas.microsoft.com/office/drawing/2014/main" val="20003"/>
                    </a:ext>
                  </a:extLst>
                </a:gridCol>
                <a:gridCol w="3313569">
                  <a:extLst>
                    <a:ext uri="{9D8B030D-6E8A-4147-A177-3AD203B41FA5}">
                      <a16:colId xmlns:a16="http://schemas.microsoft.com/office/drawing/2014/main" val="2022646445"/>
                    </a:ext>
                  </a:extLst>
                </a:gridCol>
                <a:gridCol w="4971056">
                  <a:extLst>
                    <a:ext uri="{9D8B030D-6E8A-4147-A177-3AD203B41FA5}">
                      <a16:colId xmlns:a16="http://schemas.microsoft.com/office/drawing/2014/main" val="1186915876"/>
                    </a:ext>
                  </a:extLst>
                </a:gridCol>
              </a:tblGrid>
              <a:tr h="499961">
                <a:tc>
                  <a:txBody>
                    <a:bodyPr/>
                    <a:lstStyle/>
                    <a:p>
                      <a:pPr marL="342900" marR="0" lvl="0" indent="-342900" algn="ctr"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0" lang="en-US" altLang="ja-JP" sz="1600" b="1" u="none" strike="noStrike" kern="1200" cap="none" normalizeH="0" baseline="0" dirty="0">
                          <a:ln>
                            <a:noFill/>
                          </a:ln>
                          <a:solidFill>
                            <a:schemeClr val="bg1"/>
                          </a:solidFill>
                          <a:effectLst/>
                          <a:latin typeface="+mn-ea"/>
                          <a:ea typeface="+mn-ea"/>
                          <a:cs typeface="Meiryo UI" pitchFamily="50" charset="-128"/>
                        </a:rPr>
                        <a:t>No</a:t>
                      </a:r>
                      <a:endParaRPr kumimoji="0" lang="ja-JP" altLang="en-US" sz="1600" b="1" u="none" strike="noStrike" kern="1200" cap="none" normalizeH="0" baseline="0" dirty="0">
                        <a:ln>
                          <a:noFill/>
                        </a:ln>
                        <a:solidFill>
                          <a:schemeClr val="bg1"/>
                        </a:solidFill>
                        <a:effectLst/>
                        <a:latin typeface="+mn-ea"/>
                        <a:ea typeface="+mn-ea"/>
                        <a:cs typeface="Meiryo UI" pitchFamily="50" charset="-128"/>
                      </a:endParaRPr>
                    </a:p>
                  </a:txBody>
                  <a:tcPr marL="90014" marR="90014" marT="46800" marB="46800" anchor="ctr" horzOverflow="overflow">
                    <a:solidFill>
                      <a:schemeClr val="accent1"/>
                    </a:solidFill>
                  </a:tcPr>
                </a:tc>
                <a:tc>
                  <a:txBody>
                    <a:bodyPr/>
                    <a:lstStyle/>
                    <a:p>
                      <a:r>
                        <a:rPr kumimoji="1" lang="ja-JP" altLang="en-US" sz="1600" b="1" kern="1200" dirty="0">
                          <a:solidFill>
                            <a:schemeClr val="bg1"/>
                          </a:solidFill>
                          <a:latin typeface="+mn-ea"/>
                          <a:ea typeface="+mn-ea"/>
                          <a:cs typeface="+mn-cs"/>
                        </a:rPr>
                        <a:t>対象者</a:t>
                      </a:r>
                    </a:p>
                  </a:txBody>
                  <a:tcPr marL="90014" marR="90014" marT="46800" marB="46800" anchor="ctr" horzOverflow="overflow">
                    <a:solidFill>
                      <a:schemeClr val="accent1"/>
                    </a:solidFill>
                  </a:tcPr>
                </a:tc>
                <a:tc>
                  <a:txBody>
                    <a:bodyPr/>
                    <a:lstStyle/>
                    <a:p>
                      <a:pPr marL="342900" marR="0" lvl="0" indent="-342900" algn="l"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0" lang="ja-JP" altLang="en-US" sz="1600" b="1" u="none" strike="noStrike" kern="1200" cap="none" normalizeH="0" baseline="0" dirty="0">
                          <a:ln>
                            <a:noFill/>
                          </a:ln>
                          <a:solidFill>
                            <a:schemeClr val="bg1"/>
                          </a:solidFill>
                          <a:effectLst/>
                          <a:latin typeface="+mn-ea"/>
                          <a:ea typeface="+mn-ea"/>
                          <a:cs typeface="Meiryo UI" pitchFamily="50" charset="-128"/>
                        </a:rPr>
                        <a:t>時期</a:t>
                      </a:r>
                    </a:p>
                  </a:txBody>
                  <a:tcPr marL="90014" marR="90014" marT="46800" marB="46800" anchor="ctr" horzOverflow="overflow">
                    <a:solidFill>
                      <a:schemeClr val="accent1"/>
                    </a:solidFill>
                  </a:tcPr>
                </a:tc>
                <a:tc>
                  <a:txBody>
                    <a:bodyPr/>
                    <a:lstStyle/>
                    <a:p>
                      <a:pPr marL="342900" marR="0" lvl="0" indent="-342900" algn="l"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0" lang="ja-JP" altLang="en-US" sz="1600" b="1" u="none" strike="noStrike" kern="1200" cap="none" normalizeH="0" baseline="0" dirty="0">
                          <a:ln>
                            <a:noFill/>
                          </a:ln>
                          <a:solidFill>
                            <a:schemeClr val="bg1"/>
                          </a:solidFill>
                          <a:effectLst/>
                          <a:latin typeface="+mn-ea"/>
                          <a:ea typeface="+mn-ea"/>
                          <a:cs typeface="Meiryo UI" pitchFamily="50" charset="-128"/>
                        </a:rPr>
                        <a:t>方法</a:t>
                      </a:r>
                    </a:p>
                  </a:txBody>
                  <a:tcPr marL="90014" marR="90014" marT="46800" marB="46800" anchor="ctr" horzOverflow="overflow">
                    <a:solidFill>
                      <a:schemeClr val="accent1"/>
                    </a:solidFill>
                  </a:tcPr>
                </a:tc>
                <a:extLst>
                  <a:ext uri="{0D108BD9-81ED-4DB2-BD59-A6C34878D82A}">
                    <a16:rowId xmlns:a16="http://schemas.microsoft.com/office/drawing/2014/main" val="10000"/>
                  </a:ext>
                </a:extLst>
              </a:tr>
              <a:tr h="1078002">
                <a:tc>
                  <a:txBody>
                    <a:bodyPr/>
                    <a:lstStyle/>
                    <a:p>
                      <a:pPr marL="0" marR="0" lvl="0" indent="0" algn="ctr"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0" lang="en-US" altLang="ja-JP" sz="1600" u="none" strike="noStrike" kern="1200" cap="none" normalizeH="0" baseline="0" dirty="0">
                          <a:ln>
                            <a:noFill/>
                          </a:ln>
                          <a:solidFill>
                            <a:schemeClr val="tx1"/>
                          </a:solidFill>
                          <a:effectLst/>
                          <a:latin typeface="+mn-ea"/>
                          <a:ea typeface="+mn-ea"/>
                          <a:cs typeface="Meiryo UI" pitchFamily="50" charset="-128"/>
                        </a:rPr>
                        <a:t>1</a:t>
                      </a:r>
                      <a:endParaRPr kumimoji="0" lang="ja-JP" altLang="en-US" sz="1600" u="none" strike="noStrike" kern="1200" cap="none" normalizeH="0" baseline="0" dirty="0">
                        <a:ln>
                          <a:noFill/>
                        </a:ln>
                        <a:solidFill>
                          <a:schemeClr val="tx1"/>
                        </a:solidFill>
                        <a:effectLst/>
                        <a:latin typeface="+mn-ea"/>
                        <a:ea typeface="+mn-ea"/>
                        <a:cs typeface="Meiryo UI" pitchFamily="50" charset="-128"/>
                      </a:endParaRPr>
                    </a:p>
                  </a:txBody>
                  <a:tcPr marL="90014" marR="90014" marT="36000" marB="36000" horzOverflow="overflow"/>
                </a:tc>
                <a:tc>
                  <a:txBody>
                    <a:bodyPr/>
                    <a:lstStyle/>
                    <a:p>
                      <a:pPr marL="0" marR="0" lvl="0" indent="0" algn="l"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1" lang="ja-JP" altLang="en-US" sz="1600" kern="1200" dirty="0">
                          <a:solidFill>
                            <a:schemeClr val="tx1"/>
                          </a:solidFill>
                          <a:latin typeface="+mj-ea"/>
                          <a:ea typeface="+mn-ea"/>
                          <a:cs typeface="+mn-cs"/>
                        </a:rPr>
                        <a:t>システム運用要員</a:t>
                      </a:r>
                      <a:endParaRPr kumimoji="1" lang="en-US" altLang="ja-JP" sz="1600" kern="1200" dirty="0">
                        <a:solidFill>
                          <a:schemeClr val="tx1"/>
                        </a:solidFill>
                        <a:latin typeface="+mj-ea"/>
                        <a:ea typeface="+mn-ea"/>
                        <a:cs typeface="+mn-cs"/>
                      </a:endParaRPr>
                    </a:p>
                    <a:p>
                      <a:pPr marL="0" marR="0" lvl="0" indent="0" algn="l"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1" lang="ja-JP" altLang="en-US" sz="1600" kern="1200" dirty="0">
                          <a:solidFill>
                            <a:schemeClr val="tx1"/>
                          </a:solidFill>
                          <a:latin typeface="+mj-ea"/>
                          <a:ea typeface="+mn-ea"/>
                          <a:cs typeface="+mn-cs"/>
                        </a:rPr>
                        <a:t>（システム管理部門）</a:t>
                      </a:r>
                      <a:endParaRPr kumimoji="1" lang="en-US" altLang="ja-JP" sz="1600" kern="1200" dirty="0">
                        <a:solidFill>
                          <a:schemeClr val="tx1"/>
                        </a:solidFill>
                        <a:latin typeface="+mj-ea"/>
                        <a:ea typeface="+mn-ea"/>
                        <a:cs typeface="+mn-cs"/>
                      </a:endParaRPr>
                    </a:p>
                  </a:txBody>
                  <a:tcPr marL="90014" marR="90014" marT="36000" marB="36000" horzOverflow="overflow"/>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600" kern="1200" dirty="0">
                          <a:solidFill>
                            <a:schemeClr val="tx1"/>
                          </a:solidFill>
                          <a:latin typeface="+mj-ea"/>
                          <a:ea typeface="+mn-ea"/>
                          <a:cs typeface="+mn-cs"/>
                        </a:rPr>
                        <a:t>システムテスト期間</a:t>
                      </a:r>
                      <a:endParaRPr kumimoji="1" lang="en-US" altLang="ja-JP" sz="1600" kern="1200" dirty="0">
                        <a:solidFill>
                          <a:schemeClr val="tx1"/>
                        </a:solidFill>
                        <a:latin typeface="+mj-ea"/>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600" kern="1200" dirty="0">
                          <a:solidFill>
                            <a:schemeClr val="tx1"/>
                          </a:solidFill>
                          <a:latin typeface="+mj-ea"/>
                          <a:ea typeface="+mn-ea"/>
                          <a:cs typeface="+mn-cs"/>
                        </a:rPr>
                        <a:t>（</a:t>
                      </a:r>
                      <a:r>
                        <a:rPr kumimoji="1" lang="en-US" altLang="ja-JP" sz="1600" kern="1200" dirty="0">
                          <a:solidFill>
                            <a:schemeClr val="tx1"/>
                          </a:solidFill>
                          <a:latin typeface="+mj-ea"/>
                          <a:ea typeface="+mn-ea"/>
                          <a:cs typeface="+mn-cs"/>
                        </a:rPr>
                        <a:t>2026</a:t>
                      </a:r>
                      <a:r>
                        <a:rPr kumimoji="1" lang="ja-JP" altLang="en-US" sz="1600" kern="1200" dirty="0">
                          <a:solidFill>
                            <a:schemeClr val="tx1"/>
                          </a:solidFill>
                          <a:latin typeface="+mj-ea"/>
                          <a:ea typeface="+mn-ea"/>
                          <a:cs typeface="+mn-cs"/>
                        </a:rPr>
                        <a:t>年</a:t>
                      </a:r>
                      <a:r>
                        <a:rPr kumimoji="1" lang="en-US" altLang="ja-JP" sz="1600" kern="1200" dirty="0">
                          <a:solidFill>
                            <a:schemeClr val="tx1"/>
                          </a:solidFill>
                          <a:latin typeface="+mj-ea"/>
                          <a:ea typeface="+mn-ea"/>
                          <a:cs typeface="+mn-cs"/>
                        </a:rPr>
                        <a:t>1</a:t>
                      </a:r>
                      <a:r>
                        <a:rPr kumimoji="1" lang="ja-JP" altLang="en-US" sz="1600" kern="1200" dirty="0">
                          <a:solidFill>
                            <a:schemeClr val="tx1"/>
                          </a:solidFill>
                          <a:latin typeface="+mj-ea"/>
                          <a:ea typeface="+mn-ea"/>
                          <a:cs typeface="+mn-cs"/>
                        </a:rPr>
                        <a:t>月上旬）</a:t>
                      </a:r>
                      <a:endParaRPr kumimoji="1" lang="ja-JP" altLang="en-US" sz="1600" b="0" i="0" u="none" strike="noStrike" kern="1200" cap="none" normalizeH="0" baseline="0" dirty="0">
                        <a:ln>
                          <a:noFill/>
                        </a:ln>
                        <a:solidFill>
                          <a:schemeClr val="tx1"/>
                        </a:solidFill>
                        <a:effectLst/>
                        <a:latin typeface="+mn-ea"/>
                        <a:ea typeface="+mn-ea"/>
                        <a:cs typeface="Meiryo UI" pitchFamily="50" charset="-128"/>
                      </a:endParaRPr>
                    </a:p>
                  </a:txBody>
                  <a:tcPr marL="90014" marR="90014" marT="36000" marB="36000" horzOverflow="overflow"/>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600" kern="1200" dirty="0">
                          <a:solidFill>
                            <a:schemeClr val="tx1"/>
                          </a:solidFill>
                          <a:latin typeface="+mj-ea"/>
                          <a:ea typeface="+mn-ea"/>
                          <a:cs typeface="+mn-cs"/>
                        </a:rPr>
                        <a:t>①弊社よりユーザー操作マニュアルに沿って操作方法についてご説明いたします。</a:t>
                      </a:r>
                      <a:endParaRPr kumimoji="1" lang="en-US" altLang="ja-JP" sz="1600" kern="1200" dirty="0">
                        <a:solidFill>
                          <a:schemeClr val="tx1"/>
                        </a:solidFill>
                        <a:latin typeface="+mj-ea"/>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600" kern="1200" dirty="0">
                        <a:solidFill>
                          <a:schemeClr val="tx1"/>
                        </a:solidFill>
                        <a:latin typeface="+mj-ea"/>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600" kern="1200" dirty="0">
                          <a:solidFill>
                            <a:schemeClr val="tx1"/>
                          </a:solidFill>
                          <a:latin typeface="+mj-ea"/>
                          <a:ea typeface="+mn-ea"/>
                          <a:cs typeface="+mn-cs"/>
                        </a:rPr>
                        <a:t>②ユーザー操作マニュアル参照の元、実際にシステムを操作していただきます。</a:t>
                      </a:r>
                      <a:endParaRPr kumimoji="1" lang="en-US" altLang="ja-JP" sz="1600" kern="1200" dirty="0">
                        <a:solidFill>
                          <a:schemeClr val="tx1"/>
                        </a:solidFill>
                        <a:latin typeface="+mj-ea"/>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600" kern="1200" dirty="0">
                        <a:solidFill>
                          <a:schemeClr val="tx1"/>
                        </a:solidFill>
                        <a:latin typeface="+mj-ea"/>
                        <a:ea typeface="+mn-ea"/>
                        <a:cs typeface="+mn-cs"/>
                      </a:endParaRPr>
                    </a:p>
                  </a:txBody>
                  <a:tcPr marL="90014" marR="90014" marT="36000" marB="36000" horzOverflow="overflow"/>
                </a:tc>
                <a:extLst>
                  <a:ext uri="{0D108BD9-81ED-4DB2-BD59-A6C34878D82A}">
                    <a16:rowId xmlns:a16="http://schemas.microsoft.com/office/drawing/2014/main" val="51281576"/>
                  </a:ext>
                </a:extLst>
              </a:tr>
              <a:tr h="1138876">
                <a:tc>
                  <a:txBody>
                    <a:bodyPr/>
                    <a:lstStyle/>
                    <a:p>
                      <a:pPr marL="0" marR="0" lvl="0" indent="0" algn="ctr"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0" lang="en-US" altLang="ja-JP" sz="1600" u="none" strike="noStrike" kern="1200" cap="none" normalizeH="0" baseline="0" dirty="0">
                          <a:ln>
                            <a:noFill/>
                          </a:ln>
                          <a:solidFill>
                            <a:schemeClr val="tx1"/>
                          </a:solidFill>
                          <a:effectLst/>
                          <a:latin typeface="+mn-ea"/>
                          <a:ea typeface="+mn-ea"/>
                          <a:cs typeface="Meiryo UI" pitchFamily="50" charset="-128"/>
                        </a:rPr>
                        <a:t>2</a:t>
                      </a:r>
                      <a:endParaRPr kumimoji="0" lang="ja-JP" altLang="en-US" sz="1600" u="none" strike="noStrike" kern="1200" cap="none" normalizeH="0" baseline="0" dirty="0">
                        <a:ln>
                          <a:noFill/>
                        </a:ln>
                        <a:solidFill>
                          <a:schemeClr val="tx1"/>
                        </a:solidFill>
                        <a:effectLst/>
                        <a:latin typeface="+mn-ea"/>
                        <a:ea typeface="+mn-ea"/>
                        <a:cs typeface="Meiryo UI" pitchFamily="50" charset="-128"/>
                      </a:endParaRPr>
                    </a:p>
                  </a:txBody>
                  <a:tcPr marL="90014" marR="90014" marT="36000" marB="36000" horzOverflow="overflow"/>
                </a:tc>
                <a:tc>
                  <a:txBody>
                    <a:bodyPr/>
                    <a:lstStyle/>
                    <a:p>
                      <a:pPr marL="0" marR="0" lvl="0" indent="0" algn="l"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1" lang="ja-JP" altLang="en-US" sz="1600" kern="1200" dirty="0">
                          <a:solidFill>
                            <a:schemeClr val="tx1"/>
                          </a:solidFill>
                          <a:latin typeface="+mj-ea"/>
                          <a:ea typeface="+mn-ea"/>
                          <a:cs typeface="+mn-cs"/>
                        </a:rPr>
                        <a:t>システム利用者</a:t>
                      </a:r>
                      <a:endParaRPr kumimoji="1" lang="en-US" altLang="ja-JP" sz="1600" kern="1200" dirty="0">
                        <a:solidFill>
                          <a:schemeClr val="tx1"/>
                        </a:solidFill>
                        <a:latin typeface="+mj-ea"/>
                        <a:ea typeface="+mn-ea"/>
                        <a:cs typeface="+mn-cs"/>
                      </a:endParaRPr>
                    </a:p>
                    <a:p>
                      <a:pPr marL="0" marR="0" lvl="0" indent="0" algn="l"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1" lang="ja-JP" altLang="en-US" sz="1600" kern="1200" dirty="0">
                          <a:solidFill>
                            <a:schemeClr val="tx1"/>
                          </a:solidFill>
                          <a:latin typeface="+mj-ea"/>
                          <a:ea typeface="+mn-ea"/>
                          <a:cs typeface="+mn-cs"/>
                        </a:rPr>
                        <a:t>（システム利用部門）</a:t>
                      </a:r>
                      <a:endParaRPr kumimoji="1" lang="en-US" altLang="ja-JP" sz="1600" kern="1200" dirty="0">
                        <a:solidFill>
                          <a:schemeClr val="tx1"/>
                        </a:solidFill>
                        <a:latin typeface="+mj-ea"/>
                        <a:ea typeface="+mn-ea"/>
                        <a:cs typeface="+mn-cs"/>
                      </a:endParaRPr>
                    </a:p>
                  </a:txBody>
                  <a:tcPr marL="90014" marR="90014" marT="36000" marB="36000" horzOverflow="overflow"/>
                </a:tc>
                <a:tc>
                  <a:txBody>
                    <a:bodyPr/>
                    <a:lstStyle/>
                    <a:p>
                      <a:pPr marL="0" marR="0" lvl="0" indent="0" algn="l"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1" lang="ja-JP" altLang="en-US" sz="1600" kern="1200" dirty="0">
                          <a:solidFill>
                            <a:schemeClr val="tx1"/>
                          </a:solidFill>
                          <a:latin typeface="+mj-ea"/>
                          <a:ea typeface="+mn-ea"/>
                          <a:cs typeface="+mn-cs"/>
                        </a:rPr>
                        <a:t>ユーザー受入テスト期間</a:t>
                      </a:r>
                      <a:endParaRPr kumimoji="1" lang="en-US" altLang="ja-JP" sz="1600" kern="1200" dirty="0">
                        <a:solidFill>
                          <a:schemeClr val="tx1"/>
                        </a:solidFill>
                        <a:latin typeface="+mj-ea"/>
                        <a:ea typeface="+mn-ea"/>
                        <a:cs typeface="+mn-cs"/>
                      </a:endParaRPr>
                    </a:p>
                    <a:p>
                      <a:pPr marL="0" marR="0" lvl="0" indent="0" algn="l"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1" lang="ja-JP" altLang="en-US" sz="1600" kern="1200" dirty="0">
                          <a:solidFill>
                            <a:schemeClr val="tx1"/>
                          </a:solidFill>
                          <a:latin typeface="+mj-ea"/>
                          <a:ea typeface="+mn-ea"/>
                          <a:cs typeface="+mn-cs"/>
                        </a:rPr>
                        <a:t>（</a:t>
                      </a:r>
                      <a:r>
                        <a:rPr kumimoji="1" lang="en-US" altLang="ja-JP" sz="1600" kern="1200" dirty="0">
                          <a:solidFill>
                            <a:schemeClr val="tx1"/>
                          </a:solidFill>
                          <a:latin typeface="+mj-ea"/>
                          <a:ea typeface="+mn-ea"/>
                          <a:cs typeface="+mn-cs"/>
                        </a:rPr>
                        <a:t>2026</a:t>
                      </a:r>
                      <a:r>
                        <a:rPr kumimoji="1" lang="ja-JP" altLang="en-US" sz="1600" kern="1200" dirty="0">
                          <a:solidFill>
                            <a:schemeClr val="tx1"/>
                          </a:solidFill>
                          <a:latin typeface="+mj-ea"/>
                          <a:ea typeface="+mn-ea"/>
                          <a:cs typeface="+mn-cs"/>
                        </a:rPr>
                        <a:t>年</a:t>
                      </a:r>
                      <a:r>
                        <a:rPr kumimoji="1" lang="en-US" altLang="ja-JP" sz="1600" kern="1200" dirty="0">
                          <a:solidFill>
                            <a:schemeClr val="tx1"/>
                          </a:solidFill>
                          <a:latin typeface="+mj-ea"/>
                          <a:ea typeface="+mn-ea"/>
                          <a:cs typeface="+mn-cs"/>
                        </a:rPr>
                        <a:t>1</a:t>
                      </a:r>
                      <a:r>
                        <a:rPr kumimoji="1" lang="ja-JP" altLang="en-US" sz="1600" kern="1200" dirty="0">
                          <a:solidFill>
                            <a:schemeClr val="tx1"/>
                          </a:solidFill>
                          <a:latin typeface="+mj-ea"/>
                          <a:ea typeface="+mn-ea"/>
                          <a:cs typeface="+mn-cs"/>
                        </a:rPr>
                        <a:t>月中旬～</a:t>
                      </a:r>
                      <a:r>
                        <a:rPr kumimoji="1" lang="en-US" altLang="ja-JP" sz="1600" kern="1200" dirty="0">
                          <a:solidFill>
                            <a:schemeClr val="tx1"/>
                          </a:solidFill>
                          <a:latin typeface="+mj-ea"/>
                          <a:ea typeface="+mn-ea"/>
                          <a:cs typeface="+mn-cs"/>
                        </a:rPr>
                        <a:t>2026</a:t>
                      </a:r>
                      <a:r>
                        <a:rPr kumimoji="1" lang="ja-JP" altLang="en-US" sz="1600" kern="1200" dirty="0">
                          <a:solidFill>
                            <a:schemeClr val="tx1"/>
                          </a:solidFill>
                          <a:latin typeface="+mj-ea"/>
                          <a:ea typeface="+mn-ea"/>
                          <a:cs typeface="+mn-cs"/>
                        </a:rPr>
                        <a:t>年</a:t>
                      </a:r>
                      <a:r>
                        <a:rPr kumimoji="1" lang="en-US" altLang="ja-JP" sz="1600" kern="1200" dirty="0">
                          <a:solidFill>
                            <a:schemeClr val="tx1"/>
                          </a:solidFill>
                          <a:latin typeface="+mj-ea"/>
                          <a:ea typeface="+mn-ea"/>
                          <a:cs typeface="+mn-cs"/>
                        </a:rPr>
                        <a:t>2</a:t>
                      </a:r>
                      <a:r>
                        <a:rPr kumimoji="1" lang="ja-JP" altLang="en-US" sz="1600" kern="1200" dirty="0">
                          <a:solidFill>
                            <a:schemeClr val="tx1"/>
                          </a:solidFill>
                          <a:latin typeface="+mj-ea"/>
                          <a:ea typeface="+mn-ea"/>
                          <a:cs typeface="+mn-cs"/>
                        </a:rPr>
                        <a:t>月末）</a:t>
                      </a:r>
                      <a:endParaRPr kumimoji="0" lang="en-US" altLang="ja-JP" sz="1600" u="none" strike="noStrike" kern="1200" cap="none" normalizeH="0" baseline="0" dirty="0">
                        <a:ln>
                          <a:noFill/>
                        </a:ln>
                        <a:solidFill>
                          <a:schemeClr val="tx1"/>
                        </a:solidFill>
                        <a:effectLst/>
                        <a:latin typeface="+mn-ea"/>
                        <a:ea typeface="+mn-ea"/>
                        <a:cs typeface="Meiryo UI" pitchFamily="50" charset="-128"/>
                      </a:endParaRPr>
                    </a:p>
                  </a:txBody>
                  <a:tcPr marL="90014" marR="90014" marT="36000" marB="36000" horzOverflow="overflow"/>
                </a:tc>
                <a:tc>
                  <a:txBody>
                    <a:bodyPr/>
                    <a:lstStyle/>
                    <a:p>
                      <a:pPr marL="0" marR="0" lvl="0" indent="0" algn="l" defTabSz="914400" rtl="0" eaLnBrk="1" fontAlgn="ctr" latinLnBrk="0" hangingPunct="1">
                        <a:lnSpc>
                          <a:spcPct val="100000"/>
                        </a:lnSpc>
                        <a:spcBef>
                          <a:spcPct val="0"/>
                        </a:spcBef>
                        <a:spcAft>
                          <a:spcPct val="0"/>
                        </a:spcAft>
                        <a:buClr>
                          <a:srgbClr val="9C244A"/>
                        </a:buClr>
                        <a:buSzTx/>
                        <a:buFont typeface="Wingdings" pitchFamily="2" charset="2"/>
                        <a:buNone/>
                        <a:tabLst/>
                        <a:defRPr/>
                      </a:pPr>
                      <a:r>
                        <a:rPr kumimoji="1" lang="ja-JP" altLang="en-US" sz="1600" kern="1200" dirty="0">
                          <a:solidFill>
                            <a:schemeClr val="tx1"/>
                          </a:solidFill>
                          <a:latin typeface="+mj-ea"/>
                          <a:ea typeface="+mn-ea"/>
                          <a:cs typeface="+mn-cs"/>
                        </a:rPr>
                        <a:t>①出光様より外部利用ユーザーへ操作方法についてご説明いただく想定です。</a:t>
                      </a:r>
                      <a:endParaRPr kumimoji="1" lang="en-US" altLang="ja-JP" sz="1600" kern="1200" dirty="0">
                        <a:solidFill>
                          <a:schemeClr val="tx1"/>
                        </a:solidFill>
                        <a:latin typeface="+mj-ea"/>
                        <a:ea typeface="+mn-ea"/>
                        <a:cs typeface="+mn-cs"/>
                      </a:endParaRPr>
                    </a:p>
                    <a:p>
                      <a:pPr marL="0" marR="0" lvl="0" indent="0" algn="l" defTabSz="914400" rtl="0" eaLnBrk="1" fontAlgn="ctr" latinLnBrk="0" hangingPunct="1">
                        <a:lnSpc>
                          <a:spcPct val="100000"/>
                        </a:lnSpc>
                        <a:spcBef>
                          <a:spcPct val="0"/>
                        </a:spcBef>
                        <a:spcAft>
                          <a:spcPct val="0"/>
                        </a:spcAft>
                        <a:buClr>
                          <a:srgbClr val="9C244A"/>
                        </a:buClr>
                        <a:buSzTx/>
                        <a:buFont typeface="Wingdings" pitchFamily="2" charset="2"/>
                        <a:buNone/>
                        <a:tabLst/>
                        <a:defRPr/>
                      </a:pPr>
                      <a:endParaRPr kumimoji="1" lang="en-US" altLang="ja-JP" sz="1600" kern="1200" dirty="0">
                        <a:solidFill>
                          <a:schemeClr val="tx1"/>
                        </a:solidFill>
                        <a:latin typeface="+mj-ea"/>
                        <a:ea typeface="+mn-ea"/>
                        <a:cs typeface="+mn-cs"/>
                      </a:endParaRPr>
                    </a:p>
                    <a:p>
                      <a:pPr marL="0" marR="0" lvl="0" indent="0" algn="l" defTabSz="914400" rtl="0" eaLnBrk="1" fontAlgn="ctr" latinLnBrk="0" hangingPunct="1">
                        <a:lnSpc>
                          <a:spcPct val="100000"/>
                        </a:lnSpc>
                        <a:spcBef>
                          <a:spcPct val="0"/>
                        </a:spcBef>
                        <a:spcAft>
                          <a:spcPct val="0"/>
                        </a:spcAft>
                        <a:buClr>
                          <a:srgbClr val="9C244A"/>
                        </a:buClr>
                        <a:buSzTx/>
                        <a:buFont typeface="Wingdings" pitchFamily="2" charset="2"/>
                        <a:buNone/>
                        <a:tabLst/>
                        <a:defRPr/>
                      </a:pPr>
                      <a:r>
                        <a:rPr kumimoji="1" lang="ja-JP" altLang="en-US" sz="1600" kern="1200" dirty="0">
                          <a:solidFill>
                            <a:schemeClr val="tx1"/>
                          </a:solidFill>
                          <a:latin typeface="+mj-ea"/>
                          <a:ea typeface="+mn-ea"/>
                          <a:cs typeface="+mn-cs"/>
                        </a:rPr>
                        <a:t>②出光様にて受注時のシナリオを作成いただく想定です。</a:t>
                      </a:r>
                      <a:endParaRPr kumimoji="1" lang="en-US" altLang="ja-JP" sz="1600" kern="1200" dirty="0">
                        <a:solidFill>
                          <a:schemeClr val="tx1"/>
                        </a:solidFill>
                        <a:latin typeface="+mj-ea"/>
                        <a:ea typeface="+mn-ea"/>
                        <a:cs typeface="+mn-cs"/>
                      </a:endParaRPr>
                    </a:p>
                    <a:p>
                      <a:pPr marL="0" marR="0" lvl="0" indent="0" algn="l" defTabSz="914400" rtl="0" eaLnBrk="1" fontAlgn="ctr" latinLnBrk="0" hangingPunct="1">
                        <a:lnSpc>
                          <a:spcPct val="100000"/>
                        </a:lnSpc>
                        <a:spcBef>
                          <a:spcPct val="0"/>
                        </a:spcBef>
                        <a:spcAft>
                          <a:spcPct val="0"/>
                        </a:spcAft>
                        <a:buClr>
                          <a:srgbClr val="9C244A"/>
                        </a:buClr>
                        <a:buSzTx/>
                        <a:buFont typeface="Wingdings" pitchFamily="2" charset="2"/>
                        <a:buNone/>
                        <a:tabLst/>
                        <a:defRPr/>
                      </a:pPr>
                      <a:endParaRPr kumimoji="1" lang="en-US" altLang="ja-JP" sz="1600" kern="1200" dirty="0">
                        <a:solidFill>
                          <a:schemeClr val="tx1"/>
                        </a:solidFill>
                        <a:latin typeface="+mj-ea"/>
                        <a:ea typeface="+mn-ea"/>
                        <a:cs typeface="+mn-cs"/>
                      </a:endParaRPr>
                    </a:p>
                    <a:p>
                      <a:pPr marL="0" marR="0" lvl="0" indent="0" algn="l" defTabSz="914400" rtl="0" eaLnBrk="1" fontAlgn="ctr" latinLnBrk="0" hangingPunct="1">
                        <a:lnSpc>
                          <a:spcPct val="100000"/>
                        </a:lnSpc>
                        <a:spcBef>
                          <a:spcPct val="0"/>
                        </a:spcBef>
                        <a:spcAft>
                          <a:spcPct val="0"/>
                        </a:spcAft>
                        <a:buClr>
                          <a:srgbClr val="9C244A"/>
                        </a:buClr>
                        <a:buSzTx/>
                        <a:buFont typeface="Wingdings" pitchFamily="2" charset="2"/>
                        <a:buNone/>
                        <a:tabLst/>
                        <a:defRPr/>
                      </a:pPr>
                      <a:r>
                        <a:rPr kumimoji="1" lang="ja-JP" altLang="en-US" sz="1600" kern="1200" dirty="0">
                          <a:solidFill>
                            <a:schemeClr val="tx1"/>
                          </a:solidFill>
                          <a:latin typeface="+mj-ea"/>
                          <a:ea typeface="+mn-ea"/>
                          <a:cs typeface="+mn-cs"/>
                        </a:rPr>
                        <a:t>③受注登録から受注合意までのフローを各利用部門と連携してシナリオに沿って実際に操作していただきます。</a:t>
                      </a:r>
                      <a:endParaRPr kumimoji="1" lang="en-US" altLang="ja-JP" sz="1600" kern="1200" dirty="0">
                        <a:solidFill>
                          <a:schemeClr val="tx1"/>
                        </a:solidFill>
                        <a:latin typeface="+mj-ea"/>
                        <a:ea typeface="+mn-ea"/>
                        <a:cs typeface="+mn-cs"/>
                      </a:endParaRPr>
                    </a:p>
                    <a:p>
                      <a:pPr marL="0" marR="0" lvl="0" indent="0" algn="l" defTabSz="914400" rtl="0" eaLnBrk="1" fontAlgn="ctr" latinLnBrk="0" hangingPunct="1">
                        <a:lnSpc>
                          <a:spcPct val="100000"/>
                        </a:lnSpc>
                        <a:spcBef>
                          <a:spcPct val="0"/>
                        </a:spcBef>
                        <a:spcAft>
                          <a:spcPct val="0"/>
                        </a:spcAft>
                        <a:buClr>
                          <a:srgbClr val="9C244A"/>
                        </a:buClr>
                        <a:buSzTx/>
                        <a:buFont typeface="Wingdings" pitchFamily="2" charset="2"/>
                        <a:buNone/>
                        <a:tabLst/>
                        <a:defRPr/>
                      </a:pPr>
                      <a:r>
                        <a:rPr kumimoji="1" lang="en-US" altLang="ja-JP" sz="1600" kern="1200" dirty="0">
                          <a:solidFill>
                            <a:schemeClr val="tx1"/>
                          </a:solidFill>
                          <a:latin typeface="+mj-ea"/>
                          <a:ea typeface="+mn-ea"/>
                          <a:cs typeface="+mn-cs"/>
                        </a:rPr>
                        <a:t>※</a:t>
                      </a:r>
                      <a:r>
                        <a:rPr kumimoji="1" lang="ja-JP" altLang="en-US" sz="1600" kern="1200" dirty="0">
                          <a:solidFill>
                            <a:schemeClr val="tx1"/>
                          </a:solidFill>
                          <a:latin typeface="+mj-ea"/>
                          <a:ea typeface="+mn-ea"/>
                          <a:cs typeface="+mn-cs"/>
                        </a:rPr>
                        <a:t>操作方法については、ユーザー操作マニュアルをご確認いただきながら操作していただきます。</a:t>
                      </a:r>
                      <a:endParaRPr kumimoji="1" lang="en-US" altLang="ja-JP" sz="1600" kern="1200" dirty="0">
                        <a:solidFill>
                          <a:schemeClr val="tx1"/>
                        </a:solidFill>
                        <a:latin typeface="+mj-ea"/>
                        <a:ea typeface="+mn-ea"/>
                        <a:cs typeface="+mn-cs"/>
                      </a:endParaRPr>
                    </a:p>
                    <a:p>
                      <a:pPr marL="0" marR="0" lvl="0" indent="0" algn="l" defTabSz="914400" rtl="0" eaLnBrk="1" fontAlgn="ctr" latinLnBrk="0" hangingPunct="1">
                        <a:lnSpc>
                          <a:spcPct val="100000"/>
                        </a:lnSpc>
                        <a:spcBef>
                          <a:spcPct val="0"/>
                        </a:spcBef>
                        <a:spcAft>
                          <a:spcPct val="0"/>
                        </a:spcAft>
                        <a:buClr>
                          <a:srgbClr val="9C244A"/>
                        </a:buClr>
                        <a:buSzTx/>
                        <a:buFont typeface="Wingdings" pitchFamily="2" charset="2"/>
                        <a:buNone/>
                        <a:tabLst/>
                        <a:defRPr/>
                      </a:pPr>
                      <a:endParaRPr kumimoji="0" lang="en-US" altLang="ja-JP" sz="1600" u="none" strike="noStrike" kern="1200" cap="none" normalizeH="0" baseline="0" dirty="0">
                        <a:ln>
                          <a:noFill/>
                        </a:ln>
                        <a:solidFill>
                          <a:schemeClr val="tx1"/>
                        </a:solidFill>
                        <a:effectLst/>
                        <a:latin typeface="+mn-ea"/>
                        <a:ea typeface="+mn-ea"/>
                        <a:cs typeface="Meiryo UI" pitchFamily="50" charset="-128"/>
                      </a:endParaRPr>
                    </a:p>
                  </a:txBody>
                  <a:tcPr marL="90014" marR="90014" marT="36000" marB="36000" horzOverflow="overflow"/>
                </a:tc>
                <a:extLst>
                  <a:ext uri="{0D108BD9-81ED-4DB2-BD59-A6C34878D82A}">
                    <a16:rowId xmlns:a16="http://schemas.microsoft.com/office/drawing/2014/main" val="10001"/>
                  </a:ext>
                </a:extLst>
              </a:tr>
            </a:tbl>
          </a:graphicData>
        </a:graphic>
      </p:graphicFrame>
      <p:sp>
        <p:nvSpPr>
          <p:cNvPr id="5" name="テキスト ボックス 4">
            <a:extLst>
              <a:ext uri="{FF2B5EF4-FFF2-40B4-BE49-F238E27FC236}">
                <a16:creationId xmlns:a16="http://schemas.microsoft.com/office/drawing/2014/main" id="{BCEE1C21-35B2-648F-87A8-CB34E4501D4B}"/>
              </a:ext>
            </a:extLst>
          </p:cNvPr>
          <p:cNvSpPr txBox="1"/>
          <p:nvPr/>
        </p:nvSpPr>
        <p:spPr>
          <a:xfrm>
            <a:off x="575100" y="863572"/>
            <a:ext cx="11041200" cy="392839"/>
          </a:xfrm>
          <a:prstGeom prst="rect">
            <a:avLst/>
          </a:prstGeom>
          <a:noFill/>
        </p:spPr>
        <p:txBody>
          <a:bodyPr wrap="square" lIns="108000" tIns="72000" rIns="108000" bIns="72000" rtlCol="0" anchor="t">
            <a:noAutofit/>
          </a:bodyPr>
          <a:lstStyle/>
          <a:p>
            <a:r>
              <a:rPr kumimoji="1" lang="ja-JP" altLang="en-US" sz="1600">
                <a:latin typeface="+mn-ea"/>
              </a:rPr>
              <a:t>教育・トレーニング計画は、以下を想定しております。</a:t>
            </a:r>
            <a:endParaRPr kumimoji="1" lang="en-US" altLang="ja-JP" sz="1600">
              <a:latin typeface="+mn-ea"/>
            </a:endParaRPr>
          </a:p>
        </p:txBody>
      </p:sp>
      <p:sp>
        <p:nvSpPr>
          <p:cNvPr id="6" name="スライド番号プレースホルダー 3">
            <a:extLst>
              <a:ext uri="{FF2B5EF4-FFF2-40B4-BE49-F238E27FC236}">
                <a16:creationId xmlns:a16="http://schemas.microsoft.com/office/drawing/2014/main" id="{E3D6760D-EEAB-11DF-1A4C-181E9897C741}"/>
              </a:ext>
            </a:extLst>
          </p:cNvPr>
          <p:cNvSpPr>
            <a:spLocks noGrp="1"/>
          </p:cNvSpPr>
          <p:nvPr>
            <p:ph type="sldNum" sz="quarter" idx="12"/>
          </p:nvPr>
        </p:nvSpPr>
        <p:spPr>
          <a:xfrm>
            <a:off x="10752000" y="6552000"/>
            <a:ext cx="1440000" cy="216000"/>
          </a:xfrm>
        </p:spPr>
        <p:txBody>
          <a:bodyPr/>
          <a:lstStyle/>
          <a:p>
            <a:fld id="{26CA5134-5AAC-D342-B763-43605FECB385}" type="slidenum">
              <a:rPr kumimoji="1" lang="ja-JP" altLang="en-US" smtClean="0"/>
              <a:pPr/>
              <a:t>32</a:t>
            </a:fld>
            <a:endParaRPr kumimoji="1" lang="ja-JP" altLang="en-US" sz="700" dirty="0"/>
          </a:p>
        </p:txBody>
      </p:sp>
    </p:spTree>
    <p:extLst>
      <p:ext uri="{BB962C8B-B14F-4D97-AF65-F5344CB8AC3E}">
        <p14:creationId xmlns:p14="http://schemas.microsoft.com/office/powerpoint/2010/main" val="143944078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スライド番号プレースホルダー 2">
            <a:extLst>
              <a:ext uri="{FF2B5EF4-FFF2-40B4-BE49-F238E27FC236}">
                <a16:creationId xmlns:a16="http://schemas.microsoft.com/office/drawing/2014/main" id="{8A344ADF-3CF9-0430-96F0-1B29F879DE3D}"/>
              </a:ext>
            </a:extLst>
          </p:cNvPr>
          <p:cNvSpPr>
            <a:spLocks noGrp="1"/>
          </p:cNvSpPr>
          <p:nvPr>
            <p:ph type="sldNum" sz="quarter" idx="12"/>
          </p:nvPr>
        </p:nvSpPr>
        <p:spPr/>
        <p:txBody>
          <a:bodyPr/>
          <a:lstStyle/>
          <a:p>
            <a:fld id="{26CA5134-5AAC-D342-B763-43605FECB385}" type="slidenum">
              <a:rPr kumimoji="1" lang="ja-JP" altLang="en-US" smtClean="0"/>
              <a:pPr/>
              <a:t>33</a:t>
            </a:fld>
            <a:endParaRPr kumimoji="1" lang="ja-JP" altLang="en-US" sz="700"/>
          </a:p>
        </p:txBody>
      </p:sp>
      <p:sp>
        <p:nvSpPr>
          <p:cNvPr id="4" name="タイトル 3">
            <a:extLst>
              <a:ext uri="{FF2B5EF4-FFF2-40B4-BE49-F238E27FC236}">
                <a16:creationId xmlns:a16="http://schemas.microsoft.com/office/drawing/2014/main" id="{518DB842-7B84-6314-0239-E8C4C5F79B54}"/>
              </a:ext>
            </a:extLst>
          </p:cNvPr>
          <p:cNvSpPr>
            <a:spLocks noGrp="1"/>
          </p:cNvSpPr>
          <p:nvPr>
            <p:ph type="title"/>
          </p:nvPr>
        </p:nvSpPr>
        <p:spPr/>
        <p:txBody>
          <a:bodyPr/>
          <a:lstStyle/>
          <a:p>
            <a:r>
              <a:rPr kumimoji="1" lang="ja-JP" altLang="en-US" dirty="0"/>
              <a:t>納品物</a:t>
            </a:r>
          </a:p>
        </p:txBody>
      </p:sp>
      <p:sp>
        <p:nvSpPr>
          <p:cNvPr id="5" name="フッター プレースホルダー 3">
            <a:extLst>
              <a:ext uri="{FF2B5EF4-FFF2-40B4-BE49-F238E27FC236}">
                <a16:creationId xmlns:a16="http://schemas.microsoft.com/office/drawing/2014/main" id="{9A81CAF1-7B3D-88E0-300B-154AA76ED220}"/>
              </a:ext>
            </a:extLst>
          </p:cNvPr>
          <p:cNvSpPr>
            <a:spLocks noGrp="1"/>
          </p:cNvSpPr>
          <p:nvPr>
            <p:ph type="ftr" sz="quarter" idx="11"/>
          </p:nvPr>
        </p:nvSpPr>
        <p:spPr>
          <a:xfrm>
            <a:off x="3036000" y="6552000"/>
            <a:ext cx="6120000" cy="216000"/>
          </a:xfrm>
        </p:spPr>
        <p:txBody>
          <a:bodyPr/>
          <a:lstStyle/>
          <a:p>
            <a:r>
              <a:rPr lang="en-US" altLang="ja-JP" dirty="0"/>
              <a:t>Copyright © </a:t>
            </a:r>
            <a:r>
              <a:rPr lang="en-US" altLang="ja-JP" dirty="0" err="1"/>
              <a:t>SystemEXE,Inc</a:t>
            </a:r>
            <a:r>
              <a:rPr lang="en-US" altLang="ja-JP" dirty="0"/>
              <a:t> All Rights Reserved.</a:t>
            </a:r>
          </a:p>
        </p:txBody>
      </p:sp>
    </p:spTree>
    <p:extLst>
      <p:ext uri="{BB962C8B-B14F-4D97-AF65-F5344CB8AC3E}">
        <p14:creationId xmlns:p14="http://schemas.microsoft.com/office/powerpoint/2010/main" val="427788520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t>9-1</a:t>
            </a:r>
            <a:r>
              <a:rPr lang="ja-JP" altLang="en-US"/>
              <a:t>．</a:t>
            </a:r>
            <a:r>
              <a:rPr lang="ja-JP" altLang="en-US" dirty="0"/>
              <a:t>納品物</a:t>
            </a:r>
            <a:endParaRPr kumimoji="1" lang="ja-JP" altLang="en-US" dirty="0"/>
          </a:p>
        </p:txBody>
      </p:sp>
      <p:sp>
        <p:nvSpPr>
          <p:cNvPr id="5" name="フッター プレースホルダー 4"/>
          <p:cNvSpPr>
            <a:spLocks noGrp="1"/>
          </p:cNvSpPr>
          <p:nvPr>
            <p:ph type="ftr" sz="quarter" idx="11"/>
          </p:nvPr>
        </p:nvSpPr>
        <p:spPr/>
        <p:txBody>
          <a:bodyPr/>
          <a:lstStyle/>
          <a:p>
            <a:r>
              <a:rPr lang="en-US" altLang="ja-JP"/>
              <a:t>Copyright © SystemEXE,Inc All Rights Reserved.</a:t>
            </a:r>
            <a:endParaRPr lang="ja-JP" altLang="en-US"/>
          </a:p>
        </p:txBody>
      </p:sp>
      <p:graphicFrame>
        <p:nvGraphicFramePr>
          <p:cNvPr id="8" name="コンテンツ プレースホルダー 6"/>
          <p:cNvGraphicFramePr>
            <a:graphicFrameLocks/>
          </p:cNvGraphicFramePr>
          <p:nvPr>
            <p:extLst>
              <p:ext uri="{D42A27DB-BD31-4B8C-83A1-F6EECF244321}">
                <p14:modId xmlns:p14="http://schemas.microsoft.com/office/powerpoint/2010/main" val="3782905495"/>
              </p:ext>
            </p:extLst>
          </p:nvPr>
        </p:nvGraphicFramePr>
        <p:xfrm>
          <a:off x="576000" y="864000"/>
          <a:ext cx="11041200" cy="5128940"/>
        </p:xfrm>
        <a:graphic>
          <a:graphicData uri="http://schemas.openxmlformats.org/drawingml/2006/table">
            <a:tbl>
              <a:tblPr firstRow="1">
                <a:tableStyleId>{5C22544A-7EE6-4342-B048-85BDC9FD1C3A}</a:tableStyleId>
              </a:tblPr>
              <a:tblGrid>
                <a:gridCol w="2355839">
                  <a:extLst>
                    <a:ext uri="{9D8B030D-6E8A-4147-A177-3AD203B41FA5}">
                      <a16:colId xmlns:a16="http://schemas.microsoft.com/office/drawing/2014/main" val="20000"/>
                    </a:ext>
                  </a:extLst>
                </a:gridCol>
                <a:gridCol w="8685361">
                  <a:extLst>
                    <a:ext uri="{9D8B030D-6E8A-4147-A177-3AD203B41FA5}">
                      <a16:colId xmlns:a16="http://schemas.microsoft.com/office/drawing/2014/main" val="20001"/>
                    </a:ext>
                  </a:extLst>
                </a:gridCol>
              </a:tblGrid>
              <a:tr h="265439">
                <a:tc>
                  <a:txBody>
                    <a:bodyPr/>
                    <a:lstStyle/>
                    <a:p>
                      <a:r>
                        <a:rPr kumimoji="1" lang="ja-JP" altLang="en-US" sz="1600" b="1" dirty="0">
                          <a:latin typeface="+mn-ea"/>
                          <a:ea typeface="+mn-ea"/>
                        </a:rPr>
                        <a:t>工程</a:t>
                      </a:r>
                    </a:p>
                  </a:txBody>
                  <a:tcPr marL="72000" marR="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l"/>
                      <a:r>
                        <a:rPr kumimoji="1" lang="ja-JP" altLang="en-US" sz="1600" b="1">
                          <a:latin typeface="+mn-ea"/>
                          <a:ea typeface="+mn-ea"/>
                        </a:rPr>
                        <a:t>納品物</a:t>
                      </a:r>
                    </a:p>
                  </a:txBody>
                  <a:tcPr marL="72000" marR="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0"/>
                  </a:ext>
                </a:extLst>
              </a:tr>
              <a:tr h="570020">
                <a:tc>
                  <a:txBody>
                    <a:bodyPr/>
                    <a:lstStyle/>
                    <a:p>
                      <a:r>
                        <a:rPr kumimoji="1" lang="ja-JP" altLang="en-US" sz="1600" dirty="0">
                          <a:latin typeface="+mn-ea"/>
                          <a:ea typeface="+mn-ea"/>
                        </a:rPr>
                        <a:t>要件定義</a:t>
                      </a:r>
                      <a:endParaRPr kumimoji="1" lang="ja-JP" altLang="en-US" sz="1600" b="0" dirty="0">
                        <a:latin typeface="+mn-ea"/>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600" b="0" i="0" u="none" strike="noStrike" baseline="0" noProof="0" dirty="0">
                          <a:solidFill>
                            <a:srgbClr val="000000"/>
                          </a:solidFill>
                          <a:latin typeface="+mn-ea"/>
                          <a:ea typeface="+mn-ea"/>
                        </a:rPr>
                        <a:t>要件定義書（機能要件、非機能要件）</a:t>
                      </a:r>
                      <a:endParaRPr kumimoji="1" lang="en-US" altLang="ja-JP" sz="1600" b="0" i="0" u="none" strike="noStrike" baseline="0" noProof="0" dirty="0">
                        <a:solidFill>
                          <a:srgbClr val="000000"/>
                        </a:solidFill>
                        <a:latin typeface="+mn-ea"/>
                        <a:ea typeface="+mn-ea"/>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600" b="0" i="0" u="none" strike="noStrike" baseline="0" noProof="0" dirty="0">
                          <a:solidFill>
                            <a:srgbClr val="000000"/>
                          </a:solidFill>
                          <a:latin typeface="+mn-ea"/>
                          <a:ea typeface="+mn-ea"/>
                        </a:rPr>
                        <a:t>業務フロー</a:t>
                      </a:r>
                      <a:endParaRPr kumimoji="1" lang="en-US" altLang="ja-JP" sz="1600" b="0" dirty="0">
                        <a:latin typeface="+mn-ea"/>
                        <a:ea typeface="+mn-ea"/>
                      </a:endParaRPr>
                    </a:p>
                  </a:txBody>
                  <a:tcPr marL="144000" marR="144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7"/>
                  </a:ext>
                </a:extLst>
              </a:tr>
              <a:tr h="570020">
                <a:tc>
                  <a:txBody>
                    <a:bodyPr/>
                    <a:lstStyle/>
                    <a:p>
                      <a:r>
                        <a:rPr kumimoji="1" lang="ja-JP" altLang="en-US" sz="1600" dirty="0">
                          <a:latin typeface="+mn-ea"/>
                          <a:ea typeface="+mn-ea"/>
                        </a:rPr>
                        <a:t>基本設計</a:t>
                      </a:r>
                      <a:endParaRPr kumimoji="1" lang="ja-JP" altLang="en-US" sz="1600" b="0" dirty="0">
                        <a:latin typeface="+mn-ea"/>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600" b="0" dirty="0">
                          <a:latin typeface="+mn-ea"/>
                          <a:ea typeface="+mn-ea"/>
                        </a:rPr>
                        <a:t>画面一覧、帳票一覧、バッチ一覧、メール一覧、テーブル定義書／</a:t>
                      </a:r>
                      <a:r>
                        <a:rPr kumimoji="1" lang="en-US" altLang="ja-JP" sz="1600" b="0" dirty="0">
                          <a:latin typeface="+mn-ea"/>
                          <a:ea typeface="+mn-ea"/>
                        </a:rPr>
                        <a:t>ER</a:t>
                      </a:r>
                      <a:r>
                        <a:rPr kumimoji="1" lang="ja-JP" altLang="en-US" sz="1600" b="0" dirty="0">
                          <a:latin typeface="+mn-ea"/>
                          <a:ea typeface="+mn-ea"/>
                        </a:rPr>
                        <a:t>図、</a:t>
                      </a:r>
                      <a:endParaRPr kumimoji="1" lang="en-US" altLang="ja-JP" sz="1600" b="0" dirty="0">
                        <a:latin typeface="+mn-ea"/>
                        <a:ea typeface="+mn-ea"/>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600" b="0" dirty="0">
                          <a:latin typeface="+mn-ea"/>
                          <a:ea typeface="+mn-ea"/>
                        </a:rPr>
                        <a:t>画面項目定義書、帳票項目定義書、アプリケーション処理方式、</a:t>
                      </a:r>
                      <a:r>
                        <a:rPr lang="ja-JP" altLang="en-US" sz="1600" b="0" dirty="0">
                          <a:latin typeface="+mn-ea"/>
                          <a:ea typeface="+mn-ea"/>
                        </a:rPr>
                        <a:t>テスト計画書、データ移行計画書</a:t>
                      </a:r>
                      <a:endParaRPr kumimoji="1" lang="en-US" altLang="ja-JP" sz="1600" b="0" dirty="0">
                        <a:latin typeface="+mn-ea"/>
                        <a:ea typeface="+mn-ea"/>
                      </a:endParaRPr>
                    </a:p>
                  </a:txBody>
                  <a:tcPr marL="144000" marR="144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9"/>
                  </a:ext>
                </a:extLst>
              </a:tr>
              <a:tr h="570020">
                <a:tc>
                  <a:txBody>
                    <a:bodyPr/>
                    <a:lstStyle/>
                    <a:p>
                      <a:r>
                        <a:rPr kumimoji="1" lang="ja-JP" altLang="en-US" sz="1600" dirty="0">
                          <a:latin typeface="+mn-ea"/>
                          <a:ea typeface="+mn-ea"/>
                        </a:rPr>
                        <a:t>詳細設計</a:t>
                      </a:r>
                      <a:endParaRPr kumimoji="1" lang="ja-JP" altLang="en-US" sz="1600" b="0" dirty="0">
                        <a:solidFill>
                          <a:schemeClr val="tx1"/>
                        </a:solidFill>
                        <a:latin typeface="+mn-ea"/>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1" lang="en-US" altLang="ja-JP" sz="1600">
                          <a:latin typeface="+mn-ea"/>
                          <a:ea typeface="+mn-ea"/>
                        </a:rPr>
                        <a:t>API</a:t>
                      </a:r>
                      <a:r>
                        <a:rPr kumimoji="1" lang="ja-JP" altLang="en-US" sz="1600" b="0" i="0" u="none" strike="noStrike" kern="1200" baseline="0">
                          <a:solidFill>
                            <a:schemeClr val="tx1"/>
                          </a:solidFill>
                          <a:latin typeface="+mn-ea"/>
                          <a:ea typeface="+mn-ea"/>
                          <a:cs typeface="+mn-cs"/>
                        </a:rPr>
                        <a:t>詳細設計書、バッチ詳細設計書</a:t>
                      </a:r>
                    </a:p>
                  </a:txBody>
                  <a:tcPr marL="144000" marR="144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593713132"/>
                  </a:ext>
                </a:extLst>
              </a:tr>
              <a:tr h="570020">
                <a:tc>
                  <a:txBody>
                    <a:bodyPr/>
                    <a:lstStyle/>
                    <a:p>
                      <a:r>
                        <a:rPr kumimoji="1" lang="ja-JP" altLang="en-US" sz="1600" dirty="0">
                          <a:latin typeface="+mn-ea"/>
                          <a:ea typeface="+mn-ea"/>
                        </a:rPr>
                        <a:t>製造・単体テスト</a:t>
                      </a:r>
                      <a:endParaRPr kumimoji="1" lang="en-US" altLang="ja-JP" sz="1600" b="0" dirty="0">
                        <a:latin typeface="+mn-ea"/>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1" lang="ja-JP" altLang="en-US" sz="1600" b="0" dirty="0">
                          <a:latin typeface="+mn-ea"/>
                          <a:ea typeface="+mn-ea"/>
                        </a:rPr>
                        <a:t>プログラムソース</a:t>
                      </a:r>
                    </a:p>
                  </a:txBody>
                  <a:tcPr marL="144000" marR="144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3"/>
                  </a:ext>
                </a:extLst>
              </a:tr>
              <a:tr h="570020">
                <a:tc>
                  <a:txBody>
                    <a:bodyPr/>
                    <a:lstStyle/>
                    <a:p>
                      <a:r>
                        <a:rPr kumimoji="1" lang="ja-JP" altLang="en-US" sz="1600" dirty="0">
                          <a:latin typeface="+mn-ea"/>
                          <a:ea typeface="+mn-ea"/>
                        </a:rPr>
                        <a:t>結合テスト</a:t>
                      </a:r>
                      <a:endParaRPr kumimoji="1" lang="ja-JP" altLang="en-US" sz="1600" b="0" dirty="0">
                        <a:latin typeface="+mn-ea"/>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600" b="0" dirty="0">
                          <a:latin typeface="+mn-ea"/>
                          <a:ea typeface="+mn-ea"/>
                        </a:rPr>
                        <a:t>結合テスト仕様書兼成績書、ユーザー操作マニュアル（仮）</a:t>
                      </a:r>
                      <a:endParaRPr kumimoji="1" lang="en-US" altLang="ja-JP" sz="1600" b="0" dirty="0">
                        <a:latin typeface="+mn-ea"/>
                        <a:ea typeface="+mn-ea"/>
                      </a:endParaRPr>
                    </a:p>
                  </a:txBody>
                  <a:tcPr marL="144000" marR="144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4"/>
                  </a:ext>
                </a:extLst>
              </a:tr>
              <a:tr h="570020">
                <a:tc>
                  <a:txBody>
                    <a:bodyPr/>
                    <a:lstStyle/>
                    <a:p>
                      <a:r>
                        <a:rPr kumimoji="1" lang="ja-JP" altLang="en-US" sz="1600" dirty="0">
                          <a:latin typeface="+mn-ea"/>
                          <a:ea typeface="+mn-ea"/>
                        </a:rPr>
                        <a:t>システムテスト</a:t>
                      </a:r>
                      <a:endParaRPr kumimoji="1" lang="ja-JP" altLang="en-US" sz="1600" b="0" dirty="0">
                        <a:latin typeface="+mn-ea"/>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600" b="0" dirty="0">
                          <a:latin typeface="+mn-ea"/>
                          <a:ea typeface="+mn-ea"/>
                        </a:rPr>
                        <a:t>システムテスト仕様書兼成績書、ユーザー操作マニュアル（最終版）</a:t>
                      </a:r>
                    </a:p>
                  </a:txBody>
                  <a:tcPr marL="144000" marR="144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5"/>
                  </a:ext>
                </a:extLst>
              </a:tr>
              <a:tr h="570020">
                <a:tc>
                  <a:txBody>
                    <a:bodyPr/>
                    <a:lstStyle/>
                    <a:p>
                      <a:r>
                        <a:rPr kumimoji="1" lang="ja-JP" altLang="en-US" sz="1600" b="0" dirty="0">
                          <a:latin typeface="+mn-ea"/>
                          <a:ea typeface="+mn-ea"/>
                        </a:rPr>
                        <a:t>受入テスト支援</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600" b="0" dirty="0">
                          <a:latin typeface="+mn-ea"/>
                          <a:ea typeface="+mn-ea"/>
                        </a:rPr>
                        <a:t>受入テスト問合せ管理表</a:t>
                      </a:r>
                    </a:p>
                  </a:txBody>
                  <a:tcPr marL="144000" marR="144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89576139"/>
                  </a:ext>
                </a:extLst>
              </a:tr>
              <a:tr h="570020">
                <a:tc>
                  <a:txBody>
                    <a:bodyPr/>
                    <a:lstStyle/>
                    <a:p>
                      <a:r>
                        <a:rPr kumimoji="1" lang="ja-JP" altLang="en-US" sz="1600" b="0" dirty="0">
                          <a:latin typeface="+mn-ea"/>
                          <a:ea typeface="+mn-ea"/>
                        </a:rPr>
                        <a:t>初期流動</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600" b="0" dirty="0">
                          <a:latin typeface="+mn-ea"/>
                          <a:ea typeface="+mn-ea"/>
                        </a:rPr>
                        <a:t>初期流動問合せ管理表</a:t>
                      </a:r>
                    </a:p>
                  </a:txBody>
                  <a:tcPr marL="144000" marR="144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444441579"/>
                  </a:ext>
                </a:extLst>
              </a:tr>
            </a:tbl>
          </a:graphicData>
        </a:graphic>
      </p:graphicFrame>
      <p:sp>
        <p:nvSpPr>
          <p:cNvPr id="3" name="スライド番号プレースホルダー 3">
            <a:extLst>
              <a:ext uri="{FF2B5EF4-FFF2-40B4-BE49-F238E27FC236}">
                <a16:creationId xmlns:a16="http://schemas.microsoft.com/office/drawing/2014/main" id="{B10D4489-08C5-72F7-5BE9-8C2AD3F766C0}"/>
              </a:ext>
            </a:extLst>
          </p:cNvPr>
          <p:cNvSpPr>
            <a:spLocks noGrp="1"/>
          </p:cNvSpPr>
          <p:nvPr>
            <p:ph type="sldNum" sz="quarter" idx="12"/>
          </p:nvPr>
        </p:nvSpPr>
        <p:spPr>
          <a:xfrm>
            <a:off x="10752000" y="6552000"/>
            <a:ext cx="1440000" cy="216000"/>
          </a:xfrm>
        </p:spPr>
        <p:txBody>
          <a:bodyPr/>
          <a:lstStyle/>
          <a:p>
            <a:fld id="{26CA5134-5AAC-D342-B763-43605FECB385}" type="slidenum">
              <a:rPr kumimoji="1" lang="ja-JP" altLang="en-US" smtClean="0"/>
              <a:pPr/>
              <a:t>34</a:t>
            </a:fld>
            <a:endParaRPr kumimoji="1" lang="ja-JP" altLang="en-US" sz="700" dirty="0"/>
          </a:p>
        </p:txBody>
      </p:sp>
    </p:spTree>
    <p:extLst>
      <p:ext uri="{BB962C8B-B14F-4D97-AF65-F5344CB8AC3E}">
        <p14:creationId xmlns:p14="http://schemas.microsoft.com/office/powerpoint/2010/main" val="427639444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スライド番号プレースホルダー 2">
            <a:extLst>
              <a:ext uri="{FF2B5EF4-FFF2-40B4-BE49-F238E27FC236}">
                <a16:creationId xmlns:a16="http://schemas.microsoft.com/office/drawing/2014/main" id="{90F30A21-743A-8C95-FECC-F0B6637C1233}"/>
              </a:ext>
            </a:extLst>
          </p:cNvPr>
          <p:cNvSpPr>
            <a:spLocks noGrp="1"/>
          </p:cNvSpPr>
          <p:nvPr>
            <p:ph type="sldNum" sz="quarter" idx="12"/>
          </p:nvPr>
        </p:nvSpPr>
        <p:spPr/>
        <p:txBody>
          <a:bodyPr/>
          <a:lstStyle/>
          <a:p>
            <a:fld id="{26CA5134-5AAC-D342-B763-43605FECB385}" type="slidenum">
              <a:rPr kumimoji="1" lang="ja-JP" altLang="en-US" smtClean="0"/>
              <a:pPr/>
              <a:t>35</a:t>
            </a:fld>
            <a:endParaRPr kumimoji="1" lang="ja-JP" altLang="en-US" sz="700"/>
          </a:p>
        </p:txBody>
      </p:sp>
      <p:sp>
        <p:nvSpPr>
          <p:cNvPr id="4" name="タイトル 3">
            <a:extLst>
              <a:ext uri="{FF2B5EF4-FFF2-40B4-BE49-F238E27FC236}">
                <a16:creationId xmlns:a16="http://schemas.microsoft.com/office/drawing/2014/main" id="{CCF4F8EE-079B-D0AC-62DD-778CE173A9FF}"/>
              </a:ext>
            </a:extLst>
          </p:cNvPr>
          <p:cNvSpPr>
            <a:spLocks noGrp="1"/>
          </p:cNvSpPr>
          <p:nvPr>
            <p:ph type="title"/>
          </p:nvPr>
        </p:nvSpPr>
        <p:spPr/>
        <p:txBody>
          <a:bodyPr/>
          <a:lstStyle/>
          <a:p>
            <a:r>
              <a:rPr kumimoji="1" lang="ja-JP" altLang="en-US" dirty="0"/>
              <a:t>サポート内容</a:t>
            </a:r>
          </a:p>
        </p:txBody>
      </p:sp>
      <p:sp>
        <p:nvSpPr>
          <p:cNvPr id="5" name="フッター プレースホルダー 3">
            <a:extLst>
              <a:ext uri="{FF2B5EF4-FFF2-40B4-BE49-F238E27FC236}">
                <a16:creationId xmlns:a16="http://schemas.microsoft.com/office/drawing/2014/main" id="{C377B955-0FAE-5516-A361-5B5F7E3E3EF7}"/>
              </a:ext>
            </a:extLst>
          </p:cNvPr>
          <p:cNvSpPr>
            <a:spLocks noGrp="1"/>
          </p:cNvSpPr>
          <p:nvPr>
            <p:ph type="ftr" sz="quarter" idx="11"/>
          </p:nvPr>
        </p:nvSpPr>
        <p:spPr>
          <a:xfrm>
            <a:off x="3036000" y="6552000"/>
            <a:ext cx="6120000" cy="216000"/>
          </a:xfrm>
        </p:spPr>
        <p:txBody>
          <a:bodyPr/>
          <a:lstStyle/>
          <a:p>
            <a:r>
              <a:rPr lang="en-US" altLang="ja-JP" dirty="0"/>
              <a:t>Copyright © </a:t>
            </a:r>
            <a:r>
              <a:rPr lang="en-US" altLang="ja-JP" dirty="0" err="1"/>
              <a:t>SystemEXE,Inc</a:t>
            </a:r>
            <a:r>
              <a:rPr lang="en-US" altLang="ja-JP" dirty="0"/>
              <a:t> All Rights Reserved.</a:t>
            </a:r>
          </a:p>
        </p:txBody>
      </p:sp>
    </p:spTree>
    <p:extLst>
      <p:ext uri="{BB962C8B-B14F-4D97-AF65-F5344CB8AC3E}">
        <p14:creationId xmlns:p14="http://schemas.microsoft.com/office/powerpoint/2010/main" val="77793023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C95198-BB9E-4719-3415-BF35C77BBC0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2BA19AE-6CD1-A1B5-EA44-A73F24F16C3D}"/>
              </a:ext>
            </a:extLst>
          </p:cNvPr>
          <p:cNvSpPr>
            <a:spLocks noGrp="1"/>
          </p:cNvSpPr>
          <p:nvPr>
            <p:ph type="title"/>
          </p:nvPr>
        </p:nvSpPr>
        <p:spPr/>
        <p:txBody>
          <a:bodyPr/>
          <a:lstStyle/>
          <a:p>
            <a:r>
              <a:rPr lang="en-US" altLang="ja-JP"/>
              <a:t>10-1</a:t>
            </a:r>
            <a:r>
              <a:rPr lang="ja-JP" altLang="en-US"/>
              <a:t>．サポート内容</a:t>
            </a:r>
            <a:endParaRPr kumimoji="1" lang="ja-JP" altLang="en-US"/>
          </a:p>
        </p:txBody>
      </p:sp>
      <p:sp>
        <p:nvSpPr>
          <p:cNvPr id="5" name="フッター プレースホルダー 4">
            <a:extLst>
              <a:ext uri="{FF2B5EF4-FFF2-40B4-BE49-F238E27FC236}">
                <a16:creationId xmlns:a16="http://schemas.microsoft.com/office/drawing/2014/main" id="{85EF879E-39EB-D0EC-9C88-01D7CD35D7A8}"/>
              </a:ext>
            </a:extLst>
          </p:cNvPr>
          <p:cNvSpPr>
            <a:spLocks noGrp="1"/>
          </p:cNvSpPr>
          <p:nvPr>
            <p:ph type="ftr" sz="quarter" idx="11"/>
          </p:nvPr>
        </p:nvSpPr>
        <p:spPr/>
        <p:txBody>
          <a:bodyPr/>
          <a:lstStyle/>
          <a:p>
            <a:r>
              <a:rPr lang="en-US" altLang="ja-JP"/>
              <a:t>Copyright © SystemEXE,Inc All Rights Reserved.</a:t>
            </a:r>
            <a:endParaRPr lang="ja-JP" altLang="en-US"/>
          </a:p>
        </p:txBody>
      </p:sp>
      <p:sp>
        <p:nvSpPr>
          <p:cNvPr id="3" name="スライド番号プレースホルダー 3">
            <a:extLst>
              <a:ext uri="{FF2B5EF4-FFF2-40B4-BE49-F238E27FC236}">
                <a16:creationId xmlns:a16="http://schemas.microsoft.com/office/drawing/2014/main" id="{28555423-EC9B-1F4F-7F98-C67B4561AF81}"/>
              </a:ext>
            </a:extLst>
          </p:cNvPr>
          <p:cNvSpPr>
            <a:spLocks noGrp="1"/>
          </p:cNvSpPr>
          <p:nvPr>
            <p:ph type="sldNum" sz="quarter" idx="12"/>
          </p:nvPr>
        </p:nvSpPr>
        <p:spPr>
          <a:xfrm>
            <a:off x="10752000" y="6552000"/>
            <a:ext cx="1440000" cy="216000"/>
          </a:xfrm>
        </p:spPr>
        <p:txBody>
          <a:bodyPr/>
          <a:lstStyle/>
          <a:p>
            <a:fld id="{26CA5134-5AAC-D342-B763-43605FECB385}" type="slidenum">
              <a:rPr kumimoji="1" lang="ja-JP" altLang="en-US" smtClean="0"/>
              <a:pPr/>
              <a:t>36</a:t>
            </a:fld>
            <a:endParaRPr kumimoji="1" lang="ja-JP" altLang="en-US" sz="700"/>
          </a:p>
        </p:txBody>
      </p:sp>
      <p:grpSp>
        <p:nvGrpSpPr>
          <p:cNvPr id="7" name="グループ化 6">
            <a:extLst>
              <a:ext uri="{FF2B5EF4-FFF2-40B4-BE49-F238E27FC236}">
                <a16:creationId xmlns:a16="http://schemas.microsoft.com/office/drawing/2014/main" id="{11361CAB-A30C-8A3E-3BAF-BD0A54E85354}"/>
              </a:ext>
            </a:extLst>
          </p:cNvPr>
          <p:cNvGrpSpPr/>
          <p:nvPr/>
        </p:nvGrpSpPr>
        <p:grpSpPr>
          <a:xfrm>
            <a:off x="3783061" y="954001"/>
            <a:ext cx="3436850" cy="5327999"/>
            <a:chOff x="3168000" y="1152000"/>
            <a:chExt cx="2772000" cy="5327999"/>
          </a:xfrm>
        </p:grpSpPr>
        <p:cxnSp>
          <p:nvCxnSpPr>
            <p:cNvPr id="8" name="直線コネクタ 7">
              <a:extLst>
                <a:ext uri="{FF2B5EF4-FFF2-40B4-BE49-F238E27FC236}">
                  <a16:creationId xmlns:a16="http://schemas.microsoft.com/office/drawing/2014/main" id="{95979449-1970-53FC-3910-8EB987235769}"/>
                </a:ext>
              </a:extLst>
            </p:cNvPr>
            <p:cNvCxnSpPr/>
            <p:nvPr/>
          </p:nvCxnSpPr>
          <p:spPr>
            <a:xfrm>
              <a:off x="3168000" y="1152000"/>
              <a:ext cx="0" cy="72000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9" name="テキスト ボックス 8">
              <a:extLst>
                <a:ext uri="{FF2B5EF4-FFF2-40B4-BE49-F238E27FC236}">
                  <a16:creationId xmlns:a16="http://schemas.microsoft.com/office/drawing/2014/main" id="{DBDEEDC0-12CA-303D-A13C-80C1EBC69F6A}"/>
                </a:ext>
              </a:extLst>
            </p:cNvPr>
            <p:cNvSpPr txBox="1"/>
            <p:nvPr/>
          </p:nvSpPr>
          <p:spPr>
            <a:xfrm>
              <a:off x="3240000" y="1152000"/>
              <a:ext cx="2664000" cy="338554"/>
            </a:xfrm>
            <a:prstGeom prst="rect">
              <a:avLst/>
            </a:prstGeom>
            <a:noFill/>
          </p:spPr>
          <p:txBody>
            <a:bodyPr wrap="square" rtlCol="0">
              <a:spAutoFit/>
            </a:bodyPr>
            <a:lstStyle/>
            <a:p>
              <a:r>
                <a:rPr lang="ja-JP" altLang="en-US" sz="1600" b="1">
                  <a:solidFill>
                    <a:schemeClr val="accent1">
                      <a:lumMod val="50000"/>
                    </a:schemeClr>
                  </a:solidFill>
                  <a:latin typeface="游ゴシック 本文"/>
                  <a:ea typeface="游ゴシック" panose="020B0400000000000000" pitchFamily="50" charset="-128"/>
                </a:rPr>
                <a:t>受付時間</a:t>
              </a:r>
              <a:endParaRPr kumimoji="1" lang="ja-JP" altLang="en-US" sz="1600" b="1">
                <a:solidFill>
                  <a:schemeClr val="accent1">
                    <a:lumMod val="50000"/>
                  </a:schemeClr>
                </a:solidFill>
                <a:latin typeface="游ゴシック 本文"/>
                <a:ea typeface="游ゴシック" panose="020B0400000000000000" pitchFamily="50" charset="-128"/>
              </a:endParaRPr>
            </a:p>
          </p:txBody>
        </p:sp>
        <p:sp>
          <p:nvSpPr>
            <p:cNvPr id="10" name="テキスト ボックス 9">
              <a:extLst>
                <a:ext uri="{FF2B5EF4-FFF2-40B4-BE49-F238E27FC236}">
                  <a16:creationId xmlns:a16="http://schemas.microsoft.com/office/drawing/2014/main" id="{F716FA11-AD7C-1254-07AF-B3E570FA6A2A}"/>
                </a:ext>
              </a:extLst>
            </p:cNvPr>
            <p:cNvSpPr txBox="1"/>
            <p:nvPr/>
          </p:nvSpPr>
          <p:spPr>
            <a:xfrm>
              <a:off x="3240000" y="1511999"/>
              <a:ext cx="2700000" cy="4968000"/>
            </a:xfrm>
            <a:prstGeom prst="rect">
              <a:avLst/>
            </a:prstGeom>
            <a:noFill/>
          </p:spPr>
          <p:txBody>
            <a:bodyPr wrap="square" rtlCol="0">
              <a:noAutofit/>
            </a:bodyPr>
            <a:lstStyle/>
            <a:p>
              <a:pPr>
                <a:spcBef>
                  <a:spcPts val="600"/>
                </a:spcBef>
              </a:pPr>
              <a:r>
                <a:rPr kumimoji="1" lang="ja-JP" altLang="en-US" sz="1400" b="1">
                  <a:latin typeface="+mn-ea"/>
                </a:rPr>
                <a:t>通常時</a:t>
              </a:r>
              <a:r>
                <a:rPr lang="ja-JP" altLang="en-US" sz="1400" b="1">
                  <a:latin typeface="+mn-ea"/>
                </a:rPr>
                <a:t>お問い合わせ</a:t>
              </a:r>
              <a:r>
                <a:rPr kumimoji="1" lang="ja-JP" altLang="en-US" sz="1400" b="1">
                  <a:latin typeface="+mn-ea"/>
                </a:rPr>
                <a:t>受付時間</a:t>
              </a:r>
              <a:endParaRPr lang="en-US" altLang="ja-JP" sz="1400" b="1">
                <a:latin typeface="+mn-ea"/>
              </a:endParaRPr>
            </a:p>
            <a:p>
              <a:pPr>
                <a:spcBef>
                  <a:spcPts val="600"/>
                </a:spcBef>
              </a:pPr>
              <a:r>
                <a:rPr lang="ja-JP" altLang="en-US" sz="1400">
                  <a:latin typeface="+mn-ea"/>
                </a:rPr>
                <a:t>平日（月曜日～金曜日）の </a:t>
              </a:r>
              <a:endParaRPr lang="en-US" altLang="ja-JP" sz="1400">
                <a:latin typeface="+mn-ea"/>
              </a:endParaRPr>
            </a:p>
            <a:p>
              <a:pPr>
                <a:spcBef>
                  <a:spcPts val="600"/>
                </a:spcBef>
              </a:pPr>
              <a:r>
                <a:rPr lang="en-US" altLang="ja-JP" sz="1400">
                  <a:latin typeface="+mn-ea"/>
                </a:rPr>
                <a:t>9:00 </a:t>
              </a:r>
              <a:r>
                <a:rPr lang="ja-JP" altLang="en-US" sz="1400">
                  <a:latin typeface="+mn-ea"/>
                </a:rPr>
                <a:t>～ </a:t>
              </a:r>
              <a:r>
                <a:rPr lang="en-US" altLang="ja-JP" sz="1400">
                  <a:latin typeface="+mn-ea"/>
                </a:rPr>
                <a:t>17:30</a:t>
              </a:r>
            </a:p>
            <a:p>
              <a:pPr marL="285750" indent="-285750">
                <a:spcBef>
                  <a:spcPts val="600"/>
                </a:spcBef>
                <a:buFont typeface="游ゴシック" panose="020B0400000000000000" pitchFamily="50" charset="-128"/>
                <a:buChar char="※"/>
              </a:pPr>
              <a:r>
                <a:rPr lang="ja-JP" altLang="en-US" sz="1400">
                  <a:latin typeface="+mn-ea"/>
                </a:rPr>
                <a:t>土曜日、日曜日、祝日、年末年始は除きます。</a:t>
              </a:r>
              <a:endParaRPr lang="en-US" altLang="ja-JP" sz="1400">
                <a:latin typeface="+mn-ea"/>
              </a:endParaRPr>
            </a:p>
            <a:p>
              <a:pPr marL="285750" indent="-285750">
                <a:spcBef>
                  <a:spcPts val="600"/>
                </a:spcBef>
                <a:buFont typeface="游ゴシック" panose="020B0400000000000000" pitchFamily="50" charset="-128"/>
                <a:buChar char="※"/>
              </a:pPr>
              <a:endParaRPr lang="en-US" altLang="ja-JP" sz="1400">
                <a:latin typeface="+mn-ea"/>
              </a:endParaRPr>
            </a:p>
            <a:p>
              <a:pPr>
                <a:spcBef>
                  <a:spcPts val="600"/>
                </a:spcBef>
              </a:pPr>
              <a:r>
                <a:rPr lang="ja-JP" altLang="en-US" sz="1400" b="1">
                  <a:latin typeface="+mn-ea"/>
                </a:rPr>
                <a:t>緊急時のお問い合わせについて</a:t>
              </a:r>
              <a:endParaRPr lang="en-US" altLang="ja-JP" sz="1400" b="1">
                <a:latin typeface="+mn-ea"/>
              </a:endParaRPr>
            </a:p>
            <a:p>
              <a:pPr>
                <a:spcBef>
                  <a:spcPts val="600"/>
                </a:spcBef>
              </a:pPr>
              <a:r>
                <a:rPr lang="ja-JP" altLang="en-US" sz="1400">
                  <a:latin typeface="+mn-ea"/>
                </a:rPr>
                <a:t>緊急時におきましては、上記時間帯を問わず受け付けいたしますが、状況により対応できない場合がございます。</a:t>
              </a:r>
              <a:endParaRPr lang="en-US" altLang="ja-JP" sz="1400">
                <a:latin typeface="+mn-ea"/>
              </a:endParaRPr>
            </a:p>
            <a:p>
              <a:pPr>
                <a:spcBef>
                  <a:spcPts val="600"/>
                </a:spcBef>
              </a:pPr>
              <a:r>
                <a:rPr lang="ja-JP" altLang="en-US" sz="1400">
                  <a:latin typeface="+mn-ea"/>
                </a:rPr>
                <a:t>非常事態発生時において、作業が必要となった場合は、保守担当者が自宅から専用に準備した機器により、リモート接続にてメンテナンスを実施することも可能です。</a:t>
              </a:r>
            </a:p>
            <a:p>
              <a:pPr>
                <a:spcBef>
                  <a:spcPts val="600"/>
                </a:spcBef>
              </a:pPr>
              <a:br>
                <a:rPr lang="ja-JP" altLang="en-US" sz="1400">
                  <a:latin typeface="+mn-ea"/>
                </a:rPr>
              </a:br>
              <a:endParaRPr kumimoji="1" lang="ja-JP" altLang="en-US" sz="1400">
                <a:latin typeface="+mn-ea"/>
              </a:endParaRPr>
            </a:p>
          </p:txBody>
        </p:sp>
      </p:grpSp>
      <p:grpSp>
        <p:nvGrpSpPr>
          <p:cNvPr id="11" name="グループ化 10">
            <a:extLst>
              <a:ext uri="{FF2B5EF4-FFF2-40B4-BE49-F238E27FC236}">
                <a16:creationId xmlns:a16="http://schemas.microsoft.com/office/drawing/2014/main" id="{A397CE09-61DF-1230-C7B9-96293E5FC023}"/>
              </a:ext>
            </a:extLst>
          </p:cNvPr>
          <p:cNvGrpSpPr/>
          <p:nvPr/>
        </p:nvGrpSpPr>
        <p:grpSpPr>
          <a:xfrm>
            <a:off x="7386131" y="954001"/>
            <a:ext cx="4231069" cy="5327999"/>
            <a:chOff x="6192000" y="1152000"/>
            <a:chExt cx="2772000" cy="5327999"/>
          </a:xfrm>
        </p:grpSpPr>
        <p:cxnSp>
          <p:nvCxnSpPr>
            <p:cNvPr id="12" name="直線コネクタ 11">
              <a:extLst>
                <a:ext uri="{FF2B5EF4-FFF2-40B4-BE49-F238E27FC236}">
                  <a16:creationId xmlns:a16="http://schemas.microsoft.com/office/drawing/2014/main" id="{3E2B0C0B-A0F4-4A96-DA2F-54392FD9E837}"/>
                </a:ext>
              </a:extLst>
            </p:cNvPr>
            <p:cNvCxnSpPr/>
            <p:nvPr/>
          </p:nvCxnSpPr>
          <p:spPr>
            <a:xfrm>
              <a:off x="6192000" y="1152000"/>
              <a:ext cx="0" cy="72000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3" name="テキスト ボックス 12">
              <a:extLst>
                <a:ext uri="{FF2B5EF4-FFF2-40B4-BE49-F238E27FC236}">
                  <a16:creationId xmlns:a16="http://schemas.microsoft.com/office/drawing/2014/main" id="{96271E72-1831-8DAF-9524-FA8D81A265A8}"/>
                </a:ext>
              </a:extLst>
            </p:cNvPr>
            <p:cNvSpPr txBox="1"/>
            <p:nvPr/>
          </p:nvSpPr>
          <p:spPr>
            <a:xfrm>
              <a:off x="6264000" y="1152000"/>
              <a:ext cx="2664000" cy="338554"/>
            </a:xfrm>
            <a:prstGeom prst="rect">
              <a:avLst/>
            </a:prstGeom>
            <a:noFill/>
          </p:spPr>
          <p:txBody>
            <a:bodyPr wrap="square" rtlCol="0">
              <a:spAutoFit/>
            </a:bodyPr>
            <a:lstStyle/>
            <a:p>
              <a:r>
                <a:rPr lang="ja-JP" altLang="en-US" sz="1600" b="1">
                  <a:solidFill>
                    <a:schemeClr val="accent1">
                      <a:lumMod val="50000"/>
                    </a:schemeClr>
                  </a:solidFill>
                  <a:latin typeface="游ゴシック" panose="020B0400000000000000" pitchFamily="50" charset="-128"/>
                  <a:ea typeface="游ゴシック" panose="020B0400000000000000" pitchFamily="50" charset="-128"/>
                </a:rPr>
                <a:t>作業範囲</a:t>
              </a:r>
              <a:endParaRPr kumimoji="1" lang="ja-JP" altLang="en-US" sz="1600" b="1">
                <a:solidFill>
                  <a:schemeClr val="accent1">
                    <a:lumMod val="50000"/>
                  </a:schemeClr>
                </a:solidFill>
                <a:latin typeface="游ゴシック" panose="020B0400000000000000" pitchFamily="50" charset="-128"/>
                <a:ea typeface="游ゴシック" panose="020B0400000000000000" pitchFamily="50" charset="-128"/>
              </a:endParaRPr>
            </a:p>
          </p:txBody>
        </p:sp>
        <p:sp>
          <p:nvSpPr>
            <p:cNvPr id="14" name="テキスト ボックス 13">
              <a:extLst>
                <a:ext uri="{FF2B5EF4-FFF2-40B4-BE49-F238E27FC236}">
                  <a16:creationId xmlns:a16="http://schemas.microsoft.com/office/drawing/2014/main" id="{71093063-840D-9B8F-7D37-554728853DE1}"/>
                </a:ext>
              </a:extLst>
            </p:cNvPr>
            <p:cNvSpPr txBox="1"/>
            <p:nvPr/>
          </p:nvSpPr>
          <p:spPr>
            <a:xfrm>
              <a:off x="6264000" y="1511999"/>
              <a:ext cx="2700000" cy="4968000"/>
            </a:xfrm>
            <a:prstGeom prst="rect">
              <a:avLst/>
            </a:prstGeom>
            <a:noFill/>
          </p:spPr>
          <p:txBody>
            <a:bodyPr wrap="square" rtlCol="0">
              <a:noAutofit/>
            </a:bodyPr>
            <a:lstStyle/>
            <a:p>
              <a:pPr>
                <a:spcBef>
                  <a:spcPts val="600"/>
                </a:spcBef>
              </a:pPr>
              <a:r>
                <a:rPr lang="ja-JP" altLang="en-US" sz="1400" b="1">
                  <a:latin typeface="+mn-ea"/>
                </a:rPr>
                <a:t>お問い合わせ対応</a:t>
              </a:r>
            </a:p>
            <a:p>
              <a:pPr>
                <a:spcBef>
                  <a:spcPts val="600"/>
                </a:spcBef>
              </a:pPr>
              <a:r>
                <a:rPr lang="ja-JP" altLang="en-US" sz="1400">
                  <a:latin typeface="+mn-ea"/>
                </a:rPr>
                <a:t>各種お問い合わせに対し対応いたします。電話、メール、その他貴社利用ツールでのお問い合わせを受け付けます。</a:t>
              </a:r>
              <a:endParaRPr lang="en-US" altLang="ja-JP" sz="1400">
                <a:latin typeface="+mn-ea"/>
              </a:endParaRPr>
            </a:p>
            <a:p>
              <a:pPr>
                <a:spcBef>
                  <a:spcPts val="600"/>
                </a:spcBef>
              </a:pPr>
              <a:endParaRPr lang="en-US" altLang="ja-JP" sz="1400">
                <a:latin typeface="+mn-ea"/>
              </a:endParaRPr>
            </a:p>
            <a:p>
              <a:pPr>
                <a:spcBef>
                  <a:spcPts val="600"/>
                </a:spcBef>
              </a:pPr>
              <a:r>
                <a:rPr lang="ja-JP" altLang="en-US" sz="1400" b="1">
                  <a:latin typeface="+mn-ea"/>
                </a:rPr>
                <a:t>障害対応・不具合要望対応</a:t>
              </a:r>
            </a:p>
            <a:p>
              <a:pPr>
                <a:spcBef>
                  <a:spcPts val="600"/>
                </a:spcBef>
              </a:pPr>
              <a:r>
                <a:rPr lang="ja-JP" altLang="en-US" sz="1400">
                  <a:latin typeface="+mn-ea"/>
                </a:rPr>
                <a:t>障害発生時の復旧作業を実施または支援します。また、不具合や発覚時や要望受け付け時は貴社と協議の上、改善作業を実施します。対応規模が大きい場合は別途見積をした上でご相談させていただきます。</a:t>
              </a:r>
              <a:endParaRPr lang="en-US" altLang="ja-JP" sz="1400">
                <a:latin typeface="+mn-ea"/>
              </a:endParaRPr>
            </a:p>
            <a:p>
              <a:pPr>
                <a:spcBef>
                  <a:spcPts val="600"/>
                </a:spcBef>
              </a:pPr>
              <a:endParaRPr lang="ja-JP" altLang="en-US" sz="1400">
                <a:latin typeface="+mn-ea"/>
              </a:endParaRPr>
            </a:p>
            <a:p>
              <a:pPr>
                <a:spcBef>
                  <a:spcPts val="600"/>
                </a:spcBef>
              </a:pPr>
              <a:r>
                <a:rPr lang="ja-JP" altLang="en-US" sz="1400" b="1">
                  <a:latin typeface="+mn-ea"/>
                </a:rPr>
                <a:t>資源の維持</a:t>
              </a:r>
              <a:endParaRPr lang="en-US" altLang="ja-JP" sz="1400" b="1">
                <a:latin typeface="+mn-ea"/>
              </a:endParaRPr>
            </a:p>
            <a:p>
              <a:pPr>
                <a:spcBef>
                  <a:spcPts val="600"/>
                </a:spcBef>
              </a:pPr>
              <a:r>
                <a:rPr lang="ja-JP" altLang="en-US" sz="1400">
                  <a:latin typeface="+mn-ea"/>
                </a:rPr>
                <a:t>ドキュメントについては、貴社標準の保管環境を利用させていただき維持します。また、変更が発生した際は、都度、最新化を実施します。</a:t>
              </a:r>
              <a:endParaRPr lang="en-US" altLang="ja-JP" sz="1400">
                <a:latin typeface="+mn-ea"/>
              </a:endParaRPr>
            </a:p>
            <a:p>
              <a:pPr>
                <a:spcBef>
                  <a:spcPts val="600"/>
                </a:spcBef>
              </a:pPr>
              <a:endParaRPr lang="en-US" altLang="ja-JP" sz="1400">
                <a:latin typeface="+mn-ea"/>
              </a:endParaRPr>
            </a:p>
            <a:p>
              <a:pPr>
                <a:spcBef>
                  <a:spcPts val="600"/>
                </a:spcBef>
              </a:pPr>
              <a:r>
                <a:rPr lang="ja-JP" altLang="en-US" sz="1400" b="1">
                  <a:latin typeface="+mn-ea"/>
                </a:rPr>
                <a:t>作業報告</a:t>
              </a:r>
            </a:p>
            <a:p>
              <a:pPr>
                <a:spcBef>
                  <a:spcPts val="600"/>
                </a:spcBef>
              </a:pPr>
              <a:r>
                <a:rPr lang="ja-JP" altLang="en-US" sz="1400">
                  <a:latin typeface="+mn-ea"/>
                </a:rPr>
                <a:t>月</a:t>
              </a:r>
              <a:r>
                <a:rPr lang="en-US" altLang="ja-JP" sz="1400">
                  <a:latin typeface="+mn-ea"/>
                </a:rPr>
                <a:t>1</a:t>
              </a:r>
              <a:r>
                <a:rPr lang="ja-JP" altLang="en-US" sz="1400">
                  <a:latin typeface="+mn-ea"/>
                </a:rPr>
                <a:t>回、保守作業報告会を開催し、保守作業報告書を提出します。</a:t>
              </a:r>
              <a:endParaRPr kumimoji="1" lang="ja-JP" altLang="en-US" sz="1400">
                <a:latin typeface="+mn-ea"/>
              </a:endParaRPr>
            </a:p>
          </p:txBody>
        </p:sp>
      </p:grpSp>
      <p:grpSp>
        <p:nvGrpSpPr>
          <p:cNvPr id="15" name="グループ化 14">
            <a:extLst>
              <a:ext uri="{FF2B5EF4-FFF2-40B4-BE49-F238E27FC236}">
                <a16:creationId xmlns:a16="http://schemas.microsoft.com/office/drawing/2014/main" id="{96A97D67-EF83-07DE-D281-8BD957196593}"/>
              </a:ext>
            </a:extLst>
          </p:cNvPr>
          <p:cNvGrpSpPr/>
          <p:nvPr/>
        </p:nvGrpSpPr>
        <p:grpSpPr>
          <a:xfrm>
            <a:off x="492758" y="954000"/>
            <a:ext cx="3120732" cy="5328001"/>
            <a:chOff x="144000" y="1008000"/>
            <a:chExt cx="2772000" cy="5158723"/>
          </a:xfrm>
        </p:grpSpPr>
        <p:grpSp>
          <p:nvGrpSpPr>
            <p:cNvPr id="16" name="グループ化 15">
              <a:extLst>
                <a:ext uri="{FF2B5EF4-FFF2-40B4-BE49-F238E27FC236}">
                  <a16:creationId xmlns:a16="http://schemas.microsoft.com/office/drawing/2014/main" id="{BE3A5299-7040-FC50-B366-32AE3115A82E}"/>
                </a:ext>
              </a:extLst>
            </p:cNvPr>
            <p:cNvGrpSpPr/>
            <p:nvPr/>
          </p:nvGrpSpPr>
          <p:grpSpPr>
            <a:xfrm>
              <a:off x="144000" y="1008000"/>
              <a:ext cx="2772000" cy="720000"/>
              <a:chOff x="144000" y="1152000"/>
              <a:chExt cx="2772000" cy="720000"/>
            </a:xfrm>
          </p:grpSpPr>
          <p:cxnSp>
            <p:nvCxnSpPr>
              <p:cNvPr id="21" name="直線コネクタ 20">
                <a:extLst>
                  <a:ext uri="{FF2B5EF4-FFF2-40B4-BE49-F238E27FC236}">
                    <a16:creationId xmlns:a16="http://schemas.microsoft.com/office/drawing/2014/main" id="{F76B89B3-1949-C5F5-ADA5-5CE8DE47D93F}"/>
                  </a:ext>
                </a:extLst>
              </p:cNvPr>
              <p:cNvCxnSpPr/>
              <p:nvPr/>
            </p:nvCxnSpPr>
            <p:spPr>
              <a:xfrm>
                <a:off x="144000" y="1152000"/>
                <a:ext cx="0" cy="72000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2" name="テキスト ボックス 21">
                <a:extLst>
                  <a:ext uri="{FF2B5EF4-FFF2-40B4-BE49-F238E27FC236}">
                    <a16:creationId xmlns:a16="http://schemas.microsoft.com/office/drawing/2014/main" id="{E50023F4-CD57-E89B-C6B0-16E5FCCC490C}"/>
                  </a:ext>
                </a:extLst>
              </p:cNvPr>
              <p:cNvSpPr txBox="1"/>
              <p:nvPr/>
            </p:nvSpPr>
            <p:spPr>
              <a:xfrm>
                <a:off x="216000" y="1152000"/>
                <a:ext cx="2664000" cy="338554"/>
              </a:xfrm>
              <a:prstGeom prst="rect">
                <a:avLst/>
              </a:prstGeom>
              <a:noFill/>
            </p:spPr>
            <p:txBody>
              <a:bodyPr wrap="square" rtlCol="0">
                <a:spAutoFit/>
              </a:bodyPr>
              <a:lstStyle/>
              <a:p>
                <a:r>
                  <a:rPr lang="ja-JP" altLang="en-US" sz="1600" b="1">
                    <a:solidFill>
                      <a:schemeClr val="accent1">
                        <a:lumMod val="50000"/>
                      </a:schemeClr>
                    </a:solidFill>
                    <a:latin typeface="游ゴシック 本文"/>
                    <a:ea typeface="游ゴシック" panose="020B0400000000000000" pitchFamily="50" charset="-128"/>
                  </a:rPr>
                  <a:t>対象範囲</a:t>
                </a:r>
                <a:endParaRPr kumimoji="1" lang="ja-JP" altLang="en-US" sz="1600" b="1">
                  <a:solidFill>
                    <a:schemeClr val="accent1">
                      <a:lumMod val="50000"/>
                    </a:schemeClr>
                  </a:solidFill>
                  <a:latin typeface="游ゴシック 本文"/>
                  <a:ea typeface="游ゴシック" panose="020B0400000000000000" pitchFamily="50" charset="-128"/>
                </a:endParaRPr>
              </a:p>
            </p:txBody>
          </p:sp>
          <p:sp>
            <p:nvSpPr>
              <p:cNvPr id="23" name="テキスト ボックス 22">
                <a:extLst>
                  <a:ext uri="{FF2B5EF4-FFF2-40B4-BE49-F238E27FC236}">
                    <a16:creationId xmlns:a16="http://schemas.microsoft.com/office/drawing/2014/main" id="{2A467660-12E5-4A6A-6A33-342C9B8DAD5B}"/>
                  </a:ext>
                </a:extLst>
              </p:cNvPr>
              <p:cNvSpPr txBox="1"/>
              <p:nvPr/>
            </p:nvSpPr>
            <p:spPr>
              <a:xfrm>
                <a:off x="216000" y="1512000"/>
                <a:ext cx="2700000" cy="360000"/>
              </a:xfrm>
              <a:prstGeom prst="rect">
                <a:avLst/>
              </a:prstGeom>
              <a:noFill/>
            </p:spPr>
            <p:txBody>
              <a:bodyPr wrap="square" rtlCol="0">
                <a:noAutofit/>
              </a:bodyPr>
              <a:lstStyle/>
              <a:p>
                <a:pPr>
                  <a:spcBef>
                    <a:spcPts val="600"/>
                  </a:spcBef>
                </a:pPr>
                <a:r>
                  <a:rPr kumimoji="1" lang="ja-JP" altLang="en-US" sz="1400" b="1">
                    <a:latin typeface="+mn-ea"/>
                  </a:rPr>
                  <a:t>本システム（受注システム）</a:t>
                </a:r>
                <a:endParaRPr kumimoji="1" lang="en-US" altLang="ja-JP" sz="1400" b="1">
                  <a:latin typeface="+mn-ea"/>
                </a:endParaRPr>
              </a:p>
            </p:txBody>
          </p:sp>
        </p:grpSp>
        <p:grpSp>
          <p:nvGrpSpPr>
            <p:cNvPr id="17" name="グループ化 16">
              <a:extLst>
                <a:ext uri="{FF2B5EF4-FFF2-40B4-BE49-F238E27FC236}">
                  <a16:creationId xmlns:a16="http://schemas.microsoft.com/office/drawing/2014/main" id="{61AB89EF-6F51-D5B8-19D1-93442F816EAC}"/>
                </a:ext>
              </a:extLst>
            </p:cNvPr>
            <p:cNvGrpSpPr/>
            <p:nvPr/>
          </p:nvGrpSpPr>
          <p:grpSpPr>
            <a:xfrm>
              <a:off x="144000" y="3054868"/>
              <a:ext cx="2772000" cy="3111855"/>
              <a:chOff x="144000" y="3198868"/>
              <a:chExt cx="2772000" cy="3111855"/>
            </a:xfrm>
          </p:grpSpPr>
          <p:cxnSp>
            <p:nvCxnSpPr>
              <p:cNvPr id="18" name="直線コネクタ 17">
                <a:extLst>
                  <a:ext uri="{FF2B5EF4-FFF2-40B4-BE49-F238E27FC236}">
                    <a16:creationId xmlns:a16="http://schemas.microsoft.com/office/drawing/2014/main" id="{BDAD1398-B66F-E4BD-6762-07BEF3203BFE}"/>
                  </a:ext>
                </a:extLst>
              </p:cNvPr>
              <p:cNvCxnSpPr/>
              <p:nvPr/>
            </p:nvCxnSpPr>
            <p:spPr>
              <a:xfrm>
                <a:off x="144000" y="3198868"/>
                <a:ext cx="0" cy="72000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9" name="テキスト ボックス 18">
                <a:extLst>
                  <a:ext uri="{FF2B5EF4-FFF2-40B4-BE49-F238E27FC236}">
                    <a16:creationId xmlns:a16="http://schemas.microsoft.com/office/drawing/2014/main" id="{6C308C06-E425-EC11-5A26-CB93643A6CE5}"/>
                  </a:ext>
                </a:extLst>
              </p:cNvPr>
              <p:cNvSpPr txBox="1"/>
              <p:nvPr/>
            </p:nvSpPr>
            <p:spPr>
              <a:xfrm>
                <a:off x="216000" y="3198868"/>
                <a:ext cx="2664000" cy="338554"/>
              </a:xfrm>
              <a:prstGeom prst="rect">
                <a:avLst/>
              </a:prstGeom>
              <a:noFill/>
            </p:spPr>
            <p:txBody>
              <a:bodyPr wrap="square" rtlCol="0">
                <a:spAutoFit/>
              </a:bodyPr>
              <a:lstStyle/>
              <a:p>
                <a:r>
                  <a:rPr lang="ja-JP" altLang="en-US" sz="1600" b="1">
                    <a:solidFill>
                      <a:schemeClr val="accent1">
                        <a:lumMod val="50000"/>
                      </a:schemeClr>
                    </a:solidFill>
                    <a:latin typeface="游ゴシック 本文"/>
                    <a:ea typeface="游ゴシック" panose="020B0400000000000000" pitchFamily="50" charset="-128"/>
                  </a:rPr>
                  <a:t>保守体制</a:t>
                </a:r>
                <a:endParaRPr kumimoji="1" lang="ja-JP" altLang="en-US" sz="1600" b="1">
                  <a:solidFill>
                    <a:schemeClr val="accent1">
                      <a:lumMod val="50000"/>
                    </a:schemeClr>
                  </a:solidFill>
                  <a:latin typeface="游ゴシック 本文"/>
                  <a:ea typeface="游ゴシック" panose="020B0400000000000000" pitchFamily="50" charset="-128"/>
                </a:endParaRPr>
              </a:p>
            </p:txBody>
          </p:sp>
          <p:sp>
            <p:nvSpPr>
              <p:cNvPr id="20" name="テキスト ボックス 19">
                <a:extLst>
                  <a:ext uri="{FF2B5EF4-FFF2-40B4-BE49-F238E27FC236}">
                    <a16:creationId xmlns:a16="http://schemas.microsoft.com/office/drawing/2014/main" id="{6CEB4D21-9965-1181-4248-845D96DABE6A}"/>
                  </a:ext>
                </a:extLst>
              </p:cNvPr>
              <p:cNvSpPr txBox="1"/>
              <p:nvPr/>
            </p:nvSpPr>
            <p:spPr>
              <a:xfrm>
                <a:off x="216000" y="3537422"/>
                <a:ext cx="2700000" cy="2773301"/>
              </a:xfrm>
              <a:prstGeom prst="rect">
                <a:avLst/>
              </a:prstGeom>
              <a:noFill/>
            </p:spPr>
            <p:txBody>
              <a:bodyPr wrap="square" rtlCol="0">
                <a:noAutofit/>
              </a:bodyPr>
              <a:lstStyle/>
              <a:p>
                <a:pPr>
                  <a:spcBef>
                    <a:spcPts val="600"/>
                  </a:spcBef>
                </a:pPr>
                <a:r>
                  <a:rPr kumimoji="1" lang="ja-JP" altLang="en-US" sz="1400" b="1">
                    <a:latin typeface="+mn-ea"/>
                  </a:rPr>
                  <a:t>要員</a:t>
                </a:r>
                <a:endParaRPr kumimoji="1" lang="en-US" altLang="ja-JP" sz="1400" b="1">
                  <a:latin typeface="+mn-ea"/>
                </a:endParaRPr>
              </a:p>
              <a:p>
                <a:pPr>
                  <a:spcBef>
                    <a:spcPts val="600"/>
                  </a:spcBef>
                </a:pPr>
                <a:r>
                  <a:rPr lang="ja-JP" altLang="en-US" sz="1400">
                    <a:latin typeface="+mn-ea"/>
                  </a:rPr>
                  <a:t>保守担当の要員としては、</a:t>
                </a:r>
                <a:endParaRPr lang="en-US" altLang="ja-JP" sz="1400">
                  <a:latin typeface="+mn-ea"/>
                </a:endParaRPr>
              </a:p>
              <a:p>
                <a:pPr>
                  <a:spcBef>
                    <a:spcPts val="600"/>
                  </a:spcBef>
                </a:pPr>
                <a:r>
                  <a:rPr lang="ja-JP" altLang="en-US" sz="1400">
                    <a:latin typeface="+mn-ea"/>
                  </a:rPr>
                  <a:t>実作業者</a:t>
                </a:r>
                <a:r>
                  <a:rPr lang="en-US" altLang="ja-JP" sz="1400">
                    <a:latin typeface="+mn-ea"/>
                  </a:rPr>
                  <a:t>1</a:t>
                </a:r>
                <a:r>
                  <a:rPr lang="ja-JP" altLang="en-US" sz="1400">
                    <a:latin typeface="+mn-ea"/>
                  </a:rPr>
                  <a:t>～</a:t>
                </a:r>
                <a:r>
                  <a:rPr lang="en-US" altLang="ja-JP" sz="1400">
                    <a:latin typeface="+mn-ea"/>
                  </a:rPr>
                  <a:t>2</a:t>
                </a:r>
                <a:r>
                  <a:rPr lang="ja-JP" altLang="en-US" sz="1400">
                    <a:latin typeface="+mn-ea"/>
                  </a:rPr>
                  <a:t>名配置します。</a:t>
                </a:r>
                <a:endParaRPr lang="en-US" altLang="ja-JP" sz="1400">
                  <a:latin typeface="+mn-ea"/>
                </a:endParaRPr>
              </a:p>
              <a:p>
                <a:pPr>
                  <a:spcBef>
                    <a:spcPts val="600"/>
                  </a:spcBef>
                </a:pPr>
                <a:endParaRPr lang="en-US" altLang="ja-JP" sz="1400">
                  <a:latin typeface="+mn-ea"/>
                </a:endParaRPr>
              </a:p>
              <a:p>
                <a:pPr>
                  <a:spcBef>
                    <a:spcPts val="600"/>
                  </a:spcBef>
                </a:pPr>
                <a:r>
                  <a:rPr lang="ja-JP" altLang="en-US" sz="1400" b="1">
                    <a:latin typeface="+mn-ea"/>
                  </a:rPr>
                  <a:t>作業場所</a:t>
                </a:r>
                <a:endParaRPr lang="en-US" altLang="ja-JP" sz="1400" b="1">
                  <a:latin typeface="+mn-ea"/>
                </a:endParaRPr>
              </a:p>
              <a:p>
                <a:pPr>
                  <a:spcBef>
                    <a:spcPts val="600"/>
                  </a:spcBef>
                </a:pPr>
                <a:r>
                  <a:rPr lang="ja-JP" altLang="en-US" sz="1400">
                    <a:latin typeface="+mn-ea"/>
                  </a:rPr>
                  <a:t>作業場所は、弊社オフィス内（在宅勤務含む）、再委託先のオフィス内（在宅勤務含む）とし、必要に応じてリモート接続にて、貴社環境に接続し作業します。</a:t>
                </a:r>
                <a:endParaRPr lang="en-US" altLang="ja-JP" sz="1400">
                  <a:latin typeface="+mn-ea"/>
                </a:endParaRPr>
              </a:p>
            </p:txBody>
          </p:sp>
        </p:grpSp>
      </p:grpSp>
    </p:spTree>
    <p:extLst>
      <p:ext uri="{BB962C8B-B14F-4D97-AF65-F5344CB8AC3E}">
        <p14:creationId xmlns:p14="http://schemas.microsoft.com/office/powerpoint/2010/main" val="364823497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スライド番号プレースホルダー 2">
            <a:extLst>
              <a:ext uri="{FF2B5EF4-FFF2-40B4-BE49-F238E27FC236}">
                <a16:creationId xmlns:a16="http://schemas.microsoft.com/office/drawing/2014/main" id="{FA235722-B37C-E573-9093-0C5FC70E0B0A}"/>
              </a:ext>
            </a:extLst>
          </p:cNvPr>
          <p:cNvSpPr>
            <a:spLocks noGrp="1"/>
          </p:cNvSpPr>
          <p:nvPr>
            <p:ph type="sldNum" sz="quarter" idx="12"/>
          </p:nvPr>
        </p:nvSpPr>
        <p:spPr/>
        <p:txBody>
          <a:bodyPr/>
          <a:lstStyle/>
          <a:p>
            <a:fld id="{26CA5134-5AAC-D342-B763-43605FECB385}" type="slidenum">
              <a:rPr kumimoji="1" lang="ja-JP" altLang="en-US" smtClean="0"/>
              <a:pPr/>
              <a:t>37</a:t>
            </a:fld>
            <a:endParaRPr kumimoji="1" lang="ja-JP" altLang="en-US" sz="700"/>
          </a:p>
        </p:txBody>
      </p:sp>
      <p:sp>
        <p:nvSpPr>
          <p:cNvPr id="4" name="タイトル 3">
            <a:extLst>
              <a:ext uri="{FF2B5EF4-FFF2-40B4-BE49-F238E27FC236}">
                <a16:creationId xmlns:a16="http://schemas.microsoft.com/office/drawing/2014/main" id="{D26A4B3B-C5F2-9D1B-0CFA-F0A28FA3B684}"/>
              </a:ext>
            </a:extLst>
          </p:cNvPr>
          <p:cNvSpPr>
            <a:spLocks noGrp="1"/>
          </p:cNvSpPr>
          <p:nvPr>
            <p:ph type="title"/>
          </p:nvPr>
        </p:nvSpPr>
        <p:spPr/>
        <p:txBody>
          <a:bodyPr/>
          <a:lstStyle/>
          <a:p>
            <a:r>
              <a:rPr lang="ja-JP" altLang="en-US"/>
              <a:t>お見積り</a:t>
            </a:r>
            <a:endParaRPr kumimoji="1" lang="ja-JP" altLang="en-US" dirty="0"/>
          </a:p>
        </p:txBody>
      </p:sp>
      <p:sp>
        <p:nvSpPr>
          <p:cNvPr id="5" name="フッター プレースホルダー 3">
            <a:extLst>
              <a:ext uri="{FF2B5EF4-FFF2-40B4-BE49-F238E27FC236}">
                <a16:creationId xmlns:a16="http://schemas.microsoft.com/office/drawing/2014/main" id="{91795D1F-F30B-9230-D290-F5BF6E36EDFC}"/>
              </a:ext>
            </a:extLst>
          </p:cNvPr>
          <p:cNvSpPr>
            <a:spLocks noGrp="1"/>
          </p:cNvSpPr>
          <p:nvPr>
            <p:ph type="ftr" sz="quarter" idx="11"/>
          </p:nvPr>
        </p:nvSpPr>
        <p:spPr>
          <a:xfrm>
            <a:off x="3036000" y="6552000"/>
            <a:ext cx="6120000" cy="216000"/>
          </a:xfrm>
        </p:spPr>
        <p:txBody>
          <a:bodyPr/>
          <a:lstStyle/>
          <a:p>
            <a:r>
              <a:rPr lang="en-US" altLang="ja-JP" dirty="0"/>
              <a:t>Copyright © </a:t>
            </a:r>
            <a:r>
              <a:rPr lang="en-US" altLang="ja-JP" dirty="0" err="1"/>
              <a:t>SystemEXE,Inc</a:t>
            </a:r>
            <a:r>
              <a:rPr lang="en-US" altLang="ja-JP" dirty="0"/>
              <a:t> All Rights Reserved.</a:t>
            </a:r>
          </a:p>
        </p:txBody>
      </p:sp>
    </p:spTree>
    <p:extLst>
      <p:ext uri="{BB962C8B-B14F-4D97-AF65-F5344CB8AC3E}">
        <p14:creationId xmlns:p14="http://schemas.microsoft.com/office/powerpoint/2010/main" val="98321028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D579BD-6EFE-21D9-99F1-3977114A8C3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9681C58-BA49-C35A-E619-B522362B4B58}"/>
              </a:ext>
            </a:extLst>
          </p:cNvPr>
          <p:cNvSpPr>
            <a:spLocks noGrp="1"/>
          </p:cNvSpPr>
          <p:nvPr>
            <p:ph type="title"/>
          </p:nvPr>
        </p:nvSpPr>
        <p:spPr/>
        <p:txBody>
          <a:bodyPr/>
          <a:lstStyle/>
          <a:p>
            <a:r>
              <a:rPr kumimoji="1" lang="en-US" altLang="ja-JP" dirty="0"/>
              <a:t>11-1</a:t>
            </a:r>
            <a:r>
              <a:rPr kumimoji="1" lang="ja-JP" altLang="en-US" dirty="0"/>
              <a:t>．お見積り（要件定義～初期流動）</a:t>
            </a:r>
          </a:p>
        </p:txBody>
      </p:sp>
      <p:sp>
        <p:nvSpPr>
          <p:cNvPr id="4" name="フッター プレースホルダー 3">
            <a:extLst>
              <a:ext uri="{FF2B5EF4-FFF2-40B4-BE49-F238E27FC236}">
                <a16:creationId xmlns:a16="http://schemas.microsoft.com/office/drawing/2014/main" id="{84F88753-BC59-35F1-49C5-A229E9EAFA26}"/>
              </a:ext>
            </a:extLst>
          </p:cNvPr>
          <p:cNvSpPr>
            <a:spLocks noGrp="1"/>
          </p:cNvSpPr>
          <p:nvPr>
            <p:ph type="ftr" sz="quarter" idx="11"/>
          </p:nvPr>
        </p:nvSpPr>
        <p:spPr/>
        <p:txBody>
          <a:bodyPr/>
          <a:lstStyle/>
          <a:p>
            <a:r>
              <a:rPr lang="en-US" altLang="ja-JP"/>
              <a:t>Copyright © SystemEXE,Inc All Rights Reserved.</a:t>
            </a:r>
          </a:p>
        </p:txBody>
      </p:sp>
      <p:graphicFrame>
        <p:nvGraphicFramePr>
          <p:cNvPr id="5" name="表 4">
            <a:extLst>
              <a:ext uri="{FF2B5EF4-FFF2-40B4-BE49-F238E27FC236}">
                <a16:creationId xmlns:a16="http://schemas.microsoft.com/office/drawing/2014/main" id="{8B880FE2-3F07-5F95-567F-3174E10F3ED1}"/>
              </a:ext>
            </a:extLst>
          </p:cNvPr>
          <p:cNvGraphicFramePr>
            <a:graphicFrameLocks noGrp="1"/>
          </p:cNvGraphicFramePr>
          <p:nvPr>
            <p:extLst>
              <p:ext uri="{D42A27DB-BD31-4B8C-83A1-F6EECF244321}">
                <p14:modId xmlns:p14="http://schemas.microsoft.com/office/powerpoint/2010/main" val="3741394280"/>
              </p:ext>
            </p:extLst>
          </p:nvPr>
        </p:nvGraphicFramePr>
        <p:xfrm>
          <a:off x="516000" y="864000"/>
          <a:ext cx="11159999" cy="5463300"/>
        </p:xfrm>
        <a:graphic>
          <a:graphicData uri="http://schemas.openxmlformats.org/drawingml/2006/table">
            <a:tbl>
              <a:tblPr firstRow="1" bandRow="1">
                <a:tableStyleId>{2D5ABB26-0587-4C30-8999-92F81FD0307C}</a:tableStyleId>
              </a:tblPr>
              <a:tblGrid>
                <a:gridCol w="440526">
                  <a:extLst>
                    <a:ext uri="{9D8B030D-6E8A-4147-A177-3AD203B41FA5}">
                      <a16:colId xmlns:a16="http://schemas.microsoft.com/office/drawing/2014/main" val="233225342"/>
                    </a:ext>
                  </a:extLst>
                </a:gridCol>
                <a:gridCol w="1288733">
                  <a:extLst>
                    <a:ext uri="{9D8B030D-6E8A-4147-A177-3AD203B41FA5}">
                      <a16:colId xmlns:a16="http://schemas.microsoft.com/office/drawing/2014/main" val="568014644"/>
                    </a:ext>
                  </a:extLst>
                </a:gridCol>
                <a:gridCol w="1122630">
                  <a:extLst>
                    <a:ext uri="{9D8B030D-6E8A-4147-A177-3AD203B41FA5}">
                      <a16:colId xmlns:a16="http://schemas.microsoft.com/office/drawing/2014/main" val="711513500"/>
                    </a:ext>
                  </a:extLst>
                </a:gridCol>
                <a:gridCol w="1883121">
                  <a:extLst>
                    <a:ext uri="{9D8B030D-6E8A-4147-A177-3AD203B41FA5}">
                      <a16:colId xmlns:a16="http://schemas.microsoft.com/office/drawing/2014/main" val="3608806225"/>
                    </a:ext>
                  </a:extLst>
                </a:gridCol>
                <a:gridCol w="2842788">
                  <a:extLst>
                    <a:ext uri="{9D8B030D-6E8A-4147-A177-3AD203B41FA5}">
                      <a16:colId xmlns:a16="http://schemas.microsoft.com/office/drawing/2014/main" val="4260495519"/>
                    </a:ext>
                  </a:extLst>
                </a:gridCol>
                <a:gridCol w="1526412">
                  <a:extLst>
                    <a:ext uri="{9D8B030D-6E8A-4147-A177-3AD203B41FA5}">
                      <a16:colId xmlns:a16="http://schemas.microsoft.com/office/drawing/2014/main" val="2565051978"/>
                    </a:ext>
                  </a:extLst>
                </a:gridCol>
                <a:gridCol w="2055789">
                  <a:extLst>
                    <a:ext uri="{9D8B030D-6E8A-4147-A177-3AD203B41FA5}">
                      <a16:colId xmlns:a16="http://schemas.microsoft.com/office/drawing/2014/main" val="2912004341"/>
                    </a:ext>
                  </a:extLst>
                </a:gridCol>
              </a:tblGrid>
              <a:tr h="217776">
                <a:tc>
                  <a:txBody>
                    <a:bodyPr/>
                    <a:lstStyle/>
                    <a:p>
                      <a:pPr algn="ctr" rtl="0" fontAlgn="ctr"/>
                      <a:r>
                        <a:rPr lang="en-US" sz="1600" b="1" i="0" u="none" strike="noStrike" dirty="0">
                          <a:solidFill>
                            <a:srgbClr val="FFFFFF"/>
                          </a:solidFill>
                          <a:effectLst/>
                          <a:latin typeface="+mn-ea"/>
                          <a:ea typeface="+mn-ea"/>
                        </a:rPr>
                        <a:t>No.</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rtl="0" fontAlgn="ctr"/>
                      <a:r>
                        <a:rPr lang="ja-JP" altLang="en-US" sz="1600" b="1" i="0" u="none" strike="noStrike">
                          <a:solidFill>
                            <a:srgbClr val="FFFFFF"/>
                          </a:solidFill>
                          <a:effectLst/>
                          <a:latin typeface="+mn-ea"/>
                          <a:ea typeface="+mn-ea"/>
                        </a:rPr>
                        <a:t>契約種別</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ja-JP" altLang="en-US" sz="1600" b="1" i="0" u="none" strike="noStrike">
                          <a:solidFill>
                            <a:srgbClr val="FFFFFF"/>
                          </a:solidFill>
                          <a:effectLst/>
                          <a:latin typeface="+mn-ea"/>
                          <a:ea typeface="+mn-ea"/>
                        </a:rPr>
                        <a:t>フェーズ</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rtl="0" fontAlgn="ctr"/>
                      <a:r>
                        <a:rPr lang="ja-JP" altLang="en-US" sz="1600" b="1" i="0" u="none" strike="noStrike">
                          <a:solidFill>
                            <a:srgbClr val="FFFFFF"/>
                          </a:solidFill>
                          <a:effectLst/>
                          <a:latin typeface="+mn-ea"/>
                          <a:ea typeface="+mn-ea"/>
                        </a:rPr>
                        <a:t>開発工程</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rtl="0" fontAlgn="ctr"/>
                      <a:r>
                        <a:rPr lang="ja-JP" altLang="en-US" sz="1600" b="1" i="0" u="none" strike="noStrike" dirty="0">
                          <a:solidFill>
                            <a:srgbClr val="FFFFFF"/>
                          </a:solidFill>
                          <a:effectLst/>
                          <a:latin typeface="+mn-ea"/>
                          <a:ea typeface="+mn-ea"/>
                        </a:rPr>
                        <a:t>工程</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rtl="0" fontAlgn="ctr"/>
                      <a:r>
                        <a:rPr lang="ja-JP" altLang="en-US" sz="1600" b="1" i="0" u="none" strike="noStrike" dirty="0">
                          <a:solidFill>
                            <a:srgbClr val="FFFFFF"/>
                          </a:solidFill>
                          <a:effectLst/>
                          <a:latin typeface="+mn-ea"/>
                          <a:ea typeface="+mn-ea"/>
                        </a:rPr>
                        <a:t>工数（人月）</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rtl="0" fontAlgn="ctr"/>
                      <a:r>
                        <a:rPr lang="ja-JP" altLang="en-US" sz="1600" b="1" i="0" u="none" strike="noStrike">
                          <a:solidFill>
                            <a:srgbClr val="FFFFFF"/>
                          </a:solidFill>
                          <a:effectLst/>
                          <a:latin typeface="+mn-ea"/>
                          <a:ea typeface="+mn-ea"/>
                        </a:rPr>
                        <a:t>金額（税抜き）</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424401785"/>
                  </a:ext>
                </a:extLst>
              </a:tr>
              <a:tr h="288000">
                <a:tc rowSpan="3">
                  <a:txBody>
                    <a:bodyPr/>
                    <a:lstStyle/>
                    <a:p>
                      <a:pPr algn="ctr" rtl="0" fontAlgn="ctr"/>
                      <a:r>
                        <a:rPr lang="ja-JP" altLang="en-US" sz="1600" b="0" i="0" u="none" strike="noStrike" dirty="0">
                          <a:solidFill>
                            <a:srgbClr val="000000"/>
                          </a:solidFill>
                          <a:effectLst/>
                          <a:latin typeface="+mn-ea"/>
                          <a:ea typeface="+mn-ea"/>
                        </a:rPr>
                        <a:t>１</a:t>
                      </a:r>
                      <a:endParaRPr lang="en-US" altLang="ja-JP" sz="1600" b="0" i="0" u="none" strike="noStrike" dirty="0">
                        <a:solidFill>
                          <a:srgbClr val="000000"/>
                        </a:solidFill>
                        <a:effectLst/>
                        <a:latin typeface="+mn-ea"/>
                        <a:ea typeface="+mn-ea"/>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3">
                  <a:txBody>
                    <a:bodyPr/>
                    <a:lstStyle/>
                    <a:p>
                      <a:pPr algn="l" rtl="0" fontAlgn="ctr"/>
                      <a:r>
                        <a:rPr lang="ja-JP" altLang="en-US" sz="1600" b="0" i="0" u="none" strike="noStrike" dirty="0">
                          <a:solidFill>
                            <a:srgbClr val="000000"/>
                          </a:solidFill>
                          <a:effectLst/>
                          <a:latin typeface="+mn-ea"/>
                          <a:ea typeface="+mn-ea"/>
                        </a:rPr>
                        <a:t>準委任契約</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3">
                  <a:txBody>
                    <a:bodyPr/>
                    <a:lstStyle/>
                    <a:p>
                      <a:pPr algn="ctr" rtl="0" fontAlgn="ctr"/>
                      <a:r>
                        <a:rPr lang="ja-JP" altLang="en-US" sz="1600" b="0" i="0" u="none" strike="noStrike">
                          <a:solidFill>
                            <a:srgbClr val="000000"/>
                          </a:solidFill>
                          <a:effectLst/>
                          <a:latin typeface="+mn-ea"/>
                          <a:ea typeface="+mn-ea"/>
                        </a:rPr>
                        <a:t>要件定義</a:t>
                      </a:r>
                      <a:endParaRPr lang="en-US" altLang="ja-JP" sz="1600" b="0" i="0" u="none" strike="noStrike">
                        <a:solidFill>
                          <a:srgbClr val="000000"/>
                        </a:solidFill>
                        <a:effectLst/>
                        <a:latin typeface="+mn-ea"/>
                        <a:ea typeface="+mn-ea"/>
                      </a:endParaRPr>
                    </a:p>
                    <a:p>
                      <a:pPr algn="ctr" rtl="0" fontAlgn="ctr"/>
                      <a:r>
                        <a:rPr lang="ja-JP" altLang="en-US" sz="1600" b="0" i="0" u="none" strike="noStrike">
                          <a:solidFill>
                            <a:srgbClr val="000000"/>
                          </a:solidFill>
                          <a:effectLst/>
                          <a:latin typeface="+mn-ea"/>
                          <a:ea typeface="+mn-ea"/>
                        </a:rPr>
                        <a:t>基本設計</a:t>
                      </a: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3">
                  <a:txBody>
                    <a:bodyPr/>
                    <a:lstStyle/>
                    <a:p>
                      <a:pPr algn="ctr" rtl="0" fontAlgn="ctr"/>
                      <a:r>
                        <a:rPr lang="ja-JP" altLang="en-US" sz="1600" b="0" i="0" u="none" strike="noStrike" dirty="0">
                          <a:solidFill>
                            <a:srgbClr val="000000"/>
                          </a:solidFill>
                          <a:effectLst/>
                          <a:latin typeface="+mn-ea"/>
                          <a:ea typeface="+mn-ea"/>
                        </a:rPr>
                        <a:t>要件定義</a:t>
                      </a:r>
                      <a:endParaRPr lang="en-US" altLang="ja-JP" sz="1600" b="0" i="0" u="none" strike="noStrike" dirty="0">
                        <a:solidFill>
                          <a:srgbClr val="000000"/>
                        </a:solidFill>
                        <a:effectLst/>
                        <a:latin typeface="+mn-ea"/>
                        <a:ea typeface="+mn-ea"/>
                      </a:endParaRPr>
                    </a:p>
                    <a:p>
                      <a:pPr algn="ctr" rtl="0" fontAlgn="ctr"/>
                      <a:r>
                        <a:rPr lang="ja-JP" altLang="en-US" sz="1600" b="0" i="0" u="none" strike="noStrike" dirty="0">
                          <a:solidFill>
                            <a:srgbClr val="000000"/>
                          </a:solidFill>
                          <a:effectLst/>
                          <a:latin typeface="+mn-ea"/>
                          <a:ea typeface="+mn-ea"/>
                        </a:rPr>
                        <a:t>基本設計</a:t>
                      </a:r>
                      <a:endParaRPr lang="en-US" altLang="ja-JP" sz="1600" b="0" i="0" u="none" strike="noStrike" dirty="0">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rtl="0" fontAlgn="ctr"/>
                      <a:r>
                        <a:rPr lang="ja-JP" altLang="en-US" sz="1600" b="0" i="0" u="none" strike="noStrike" dirty="0">
                          <a:solidFill>
                            <a:srgbClr val="000000"/>
                          </a:solidFill>
                          <a:effectLst/>
                          <a:latin typeface="+mn-ea"/>
                          <a:ea typeface="+mn-ea"/>
                        </a:rPr>
                        <a:t>要件定義・基本設計</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4.6</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mn-ea"/>
                        </a:rPr>
                        <a:t>5,000,000</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712587978"/>
                  </a:ext>
                </a:extLst>
              </a:tr>
              <a:tr h="2880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dirty="0">
                          <a:solidFill>
                            <a:srgbClr val="000000"/>
                          </a:solidFill>
                          <a:effectLst/>
                          <a:latin typeface="+mn-ea"/>
                          <a:ea typeface="+mn-ea"/>
                        </a:rPr>
                        <a:t>プロジェクト管理</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0.8</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mn-ea"/>
                        </a:rPr>
                        <a:t>1,100,000</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45517169"/>
                  </a:ext>
                </a:extLst>
              </a:tr>
              <a:tr h="2880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r" rtl="0" fontAlgn="ctr"/>
                      <a:r>
                        <a:rPr lang="ja-JP" altLang="en-US" sz="1600" b="1" i="0" u="none" strike="noStrike" dirty="0">
                          <a:solidFill>
                            <a:srgbClr val="000000"/>
                          </a:solidFill>
                          <a:effectLst/>
                          <a:latin typeface="+mn-ea"/>
                          <a:ea typeface="+mn-ea"/>
                        </a:rPr>
                        <a:t>小計</a:t>
                      </a: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r" rtl="0" fontAlgn="ctr"/>
                      <a:r>
                        <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rPr>
                        <a:t>5.4</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r" rtl="0" fontAlgn="ctr"/>
                      <a:r>
                        <a:rPr lang="en-US" altLang="ja-JP" sz="1600" b="1" i="0" u="none" strike="noStrike" dirty="0">
                          <a:solidFill>
                            <a:srgbClr val="000000"/>
                          </a:solidFill>
                          <a:effectLst/>
                          <a:latin typeface="游ゴシック" panose="020B0400000000000000" pitchFamily="50" charset="-128"/>
                          <a:ea typeface="+mn-ea"/>
                        </a:rPr>
                        <a:t>6,100,000</a:t>
                      </a:r>
                      <a:endPar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2274807545"/>
                  </a:ext>
                </a:extLst>
              </a:tr>
              <a:tr h="288000">
                <a:tc rowSpan="5">
                  <a:txBody>
                    <a:bodyPr/>
                    <a:lstStyle/>
                    <a:p>
                      <a:pPr algn="ctr" rtl="0" fontAlgn="ctr"/>
                      <a:r>
                        <a:rPr lang="en-US" altLang="ja-JP" sz="1600" b="0" i="0" u="none" strike="noStrike" dirty="0">
                          <a:solidFill>
                            <a:srgbClr val="000000"/>
                          </a:solidFill>
                          <a:effectLst/>
                          <a:latin typeface="+mn-ea"/>
                          <a:ea typeface="+mn-ea"/>
                        </a:rPr>
                        <a:t>2</a:t>
                      </a: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5">
                  <a:txBody>
                    <a:bodyPr/>
                    <a:lstStyle/>
                    <a:p>
                      <a:pPr algn="l" rtl="0" fontAlgn="ctr"/>
                      <a:r>
                        <a:rPr lang="ja-JP" altLang="en-US" sz="1600" b="0" i="0" u="none" strike="noStrike" dirty="0">
                          <a:solidFill>
                            <a:srgbClr val="000000"/>
                          </a:solidFill>
                          <a:effectLst/>
                          <a:latin typeface="+mn-ea"/>
                          <a:ea typeface="+mn-ea"/>
                        </a:rPr>
                        <a:t>請負契約</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5">
                  <a:txBody>
                    <a:bodyPr/>
                    <a:lstStyle/>
                    <a:p>
                      <a:pPr algn="ctr" rtl="0" fontAlgn="ctr"/>
                      <a:r>
                        <a:rPr lang="ja-JP" altLang="en-US" sz="1600" b="0" i="0" u="none" strike="noStrike" dirty="0">
                          <a:solidFill>
                            <a:srgbClr val="000000"/>
                          </a:solidFill>
                          <a:effectLst/>
                          <a:latin typeface="+mn-ea"/>
                          <a:ea typeface="+mn-ea"/>
                        </a:rPr>
                        <a:t>開発</a:t>
                      </a:r>
                      <a:endParaRPr lang="en-US" altLang="ja-JP" sz="1600" b="0" i="0" u="none" strike="noStrike" dirty="0">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5">
                  <a:txBody>
                    <a:bodyPr/>
                    <a:lstStyle/>
                    <a:p>
                      <a:pPr algn="ctr" rtl="0" fontAlgn="ctr"/>
                      <a:r>
                        <a:rPr lang="ja-JP" altLang="en-US" sz="1600" b="0" i="0" u="none" strike="noStrike" dirty="0">
                          <a:solidFill>
                            <a:srgbClr val="000000"/>
                          </a:solidFill>
                          <a:effectLst/>
                          <a:latin typeface="+mn-ea"/>
                          <a:ea typeface="+mn-ea"/>
                        </a:rPr>
                        <a:t>詳細設計</a:t>
                      </a:r>
                      <a:endParaRPr lang="en-US" altLang="ja-JP" sz="1600" b="0" i="0" u="none" strike="noStrike" dirty="0">
                        <a:solidFill>
                          <a:srgbClr val="000000"/>
                        </a:solidFill>
                        <a:effectLst/>
                        <a:latin typeface="+mn-ea"/>
                        <a:ea typeface="+mn-ea"/>
                      </a:endParaRPr>
                    </a:p>
                    <a:p>
                      <a:pPr algn="ctr" rtl="0" fontAlgn="ctr"/>
                      <a:r>
                        <a:rPr lang="ja-JP" altLang="en-US" sz="1600" b="0" i="0" u="none" strike="noStrike" dirty="0">
                          <a:solidFill>
                            <a:srgbClr val="000000"/>
                          </a:solidFill>
                          <a:effectLst/>
                          <a:latin typeface="+mn-ea"/>
                          <a:ea typeface="+mn-ea"/>
                        </a:rPr>
                        <a:t>製造</a:t>
                      </a:r>
                      <a:endParaRPr lang="en-US" altLang="ja-JP" sz="1600" b="0" i="0" u="none" strike="noStrike" dirty="0">
                        <a:solidFill>
                          <a:srgbClr val="000000"/>
                        </a:solidFill>
                        <a:effectLst/>
                        <a:latin typeface="+mn-ea"/>
                        <a:ea typeface="+mn-ea"/>
                      </a:endParaRPr>
                    </a:p>
                    <a:p>
                      <a:pPr algn="ctr" rtl="0" fontAlgn="ctr"/>
                      <a:r>
                        <a:rPr lang="ja-JP" altLang="en-US" sz="1600" b="0" i="0" u="none" strike="noStrike" dirty="0">
                          <a:solidFill>
                            <a:srgbClr val="000000"/>
                          </a:solidFill>
                          <a:effectLst/>
                          <a:latin typeface="+mn-ea"/>
                          <a:ea typeface="+mn-ea"/>
                        </a:rPr>
                        <a:t>単体テスト</a:t>
                      </a:r>
                      <a:endParaRPr lang="en-US" altLang="ja-JP" sz="1600" b="0" i="0" u="none" strike="noStrike" dirty="0">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rtl="0" fontAlgn="ctr"/>
                      <a:r>
                        <a:rPr lang="ja-JP" altLang="en-US" sz="1600" b="0" i="0" u="none" strike="noStrike">
                          <a:solidFill>
                            <a:srgbClr val="000000"/>
                          </a:solidFill>
                          <a:effectLst/>
                          <a:latin typeface="+mn-ea"/>
                          <a:ea typeface="+mn-ea"/>
                        </a:rPr>
                        <a:t>詳細設計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1.5</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mn-ea"/>
                        </a:rPr>
                        <a:t>1,700,000</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9992724"/>
                  </a:ext>
                </a:extLst>
              </a:tr>
              <a:tr h="288000">
                <a:tc vMerge="1">
                  <a:txBody>
                    <a:bodyPr/>
                    <a:lstStyle/>
                    <a:p>
                      <a:pPr algn="ctr" rtl="0" fontAlgn="ctr"/>
                      <a:endParaRPr lang="en-US" altLang="ja-JP" sz="1600" b="0" i="0" u="none" strike="noStrike">
                        <a:solidFill>
                          <a:srgbClr val="000000"/>
                        </a:solidFill>
                        <a:effectLst/>
                        <a:latin typeface="+mn-ea"/>
                        <a:ea typeface="+mn-ea"/>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l" rtl="0" fontAlgn="ctr"/>
                      <a:endParaRPr lang="ja-JP" altLang="en-US"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tc>
                <a:tc vMerge="1">
                  <a:txBody>
                    <a:bodyPr/>
                    <a:lstStyle/>
                    <a:p>
                      <a:pPr algn="ctr" rtl="0" fontAlgn="ct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dirty="0">
                          <a:solidFill>
                            <a:srgbClr val="000000"/>
                          </a:solidFill>
                          <a:effectLst/>
                          <a:latin typeface="+mn-ea"/>
                          <a:ea typeface="+mn-ea"/>
                        </a:rPr>
                        <a:t>開発・単体テスト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5.0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mn-ea"/>
                        </a:rPr>
                        <a:t>5,000,000</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81687587"/>
                  </a:ext>
                </a:extLst>
              </a:tr>
              <a:tr h="288000">
                <a:tc vMerge="1">
                  <a:txBody>
                    <a:bodyPr/>
                    <a:lstStyle/>
                    <a:p>
                      <a:pPr algn="ctr" rtl="0" fontAlgn="ctr"/>
                      <a:endParaRPr lang="en-US" altLang="ja-JP" sz="1600" b="0" i="0" u="none" strike="noStrike">
                        <a:solidFill>
                          <a:srgbClr val="000000"/>
                        </a:solidFill>
                        <a:effectLst/>
                        <a:latin typeface="+mn-ea"/>
                        <a:ea typeface="+mn-ea"/>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l" rtl="0" fontAlgn="ctr"/>
                      <a:endParaRPr lang="ja-JP" altLang="en-US"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tc>
                <a:tc vMerge="1">
                  <a:txBody>
                    <a:bodyPr/>
                    <a:lstStyle/>
                    <a:p>
                      <a:pPr algn="ctr" rtl="0" fontAlgn="ct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dirty="0">
                          <a:solidFill>
                            <a:srgbClr val="000000"/>
                          </a:solidFill>
                          <a:effectLst/>
                          <a:latin typeface="+mn-ea"/>
                          <a:ea typeface="+mn-ea"/>
                        </a:rPr>
                        <a:t>結合テスト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2.2</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mn-ea"/>
                        </a:rPr>
                        <a:t>2,200,000</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92138994"/>
                  </a:ext>
                </a:extLst>
              </a:tr>
              <a:tr h="2880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dirty="0">
                          <a:solidFill>
                            <a:srgbClr val="000000"/>
                          </a:solidFill>
                          <a:effectLst/>
                          <a:latin typeface="+mn-ea"/>
                          <a:ea typeface="+mn-ea"/>
                        </a:rPr>
                        <a:t>プロジェクト管理</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0.9</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mn-ea"/>
                        </a:rPr>
                        <a:t>1,250,000</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49424680"/>
                  </a:ext>
                </a:extLst>
              </a:tr>
              <a:tr h="288000">
                <a:tc vMerge="1">
                  <a:txBody>
                    <a:bodyPr/>
                    <a:lstStyle/>
                    <a:p>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tc>
                <a:tc vMerge="1">
                  <a:txBody>
                    <a:bodyPr/>
                    <a:lstStyle/>
                    <a:p>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r" rtl="0" fontAlgn="ctr"/>
                      <a:r>
                        <a:rPr lang="ja-JP" altLang="en-US" sz="1600" b="1" i="0" u="none" strike="noStrike" dirty="0">
                          <a:solidFill>
                            <a:srgbClr val="000000"/>
                          </a:solidFill>
                          <a:effectLst/>
                          <a:latin typeface="+mn-ea"/>
                          <a:ea typeface="+mn-ea"/>
                        </a:rPr>
                        <a:t>小計</a:t>
                      </a: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r" rtl="0" fontAlgn="ctr"/>
                      <a:r>
                        <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rPr>
                        <a:t>9.6</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r" rtl="0" fontAlgn="ctr"/>
                      <a:r>
                        <a:rPr lang="en-US" altLang="ja-JP" sz="1600" b="1" i="0" u="none" strike="noStrike" dirty="0">
                          <a:solidFill>
                            <a:srgbClr val="000000"/>
                          </a:solidFill>
                          <a:effectLst/>
                          <a:latin typeface="游ゴシック" panose="020B0400000000000000" pitchFamily="50" charset="-128"/>
                          <a:ea typeface="+mn-ea"/>
                        </a:rPr>
                        <a:t>10,150,000</a:t>
                      </a:r>
                      <a:endPar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1753255510"/>
                  </a:ext>
                </a:extLst>
              </a:tr>
              <a:tr h="288000">
                <a:tc rowSpan="3">
                  <a:txBody>
                    <a:bodyPr/>
                    <a:lstStyle/>
                    <a:p>
                      <a:pPr algn="ctr" rtl="0" fontAlgn="ctr"/>
                      <a:r>
                        <a:rPr lang="en-US" altLang="ja-JP" sz="1600" b="0" i="0" u="none" strike="noStrike" dirty="0">
                          <a:solidFill>
                            <a:srgbClr val="000000"/>
                          </a:solidFill>
                          <a:effectLst/>
                          <a:latin typeface="+mn-ea"/>
                          <a:ea typeface="+mn-ea"/>
                        </a:rPr>
                        <a:t>3</a:t>
                      </a: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9">
                  <a:txBody>
                    <a:bodyPr/>
                    <a:lstStyle/>
                    <a:p>
                      <a:pPr algn="l" rtl="0" fontAlgn="ctr"/>
                      <a:r>
                        <a:rPr lang="ja-JP" altLang="en-US" sz="1600" b="0" i="0" u="none" strike="noStrike" dirty="0">
                          <a:solidFill>
                            <a:srgbClr val="000000"/>
                          </a:solidFill>
                          <a:effectLst/>
                          <a:latin typeface="+mn-ea"/>
                          <a:ea typeface="+mn-ea"/>
                        </a:rPr>
                        <a:t>準委任契約</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9">
                  <a:txBody>
                    <a:bodyPr/>
                    <a:lstStyle/>
                    <a:p>
                      <a:pPr algn="ctr" rtl="0" fontAlgn="ctr"/>
                      <a:r>
                        <a:rPr lang="ja-JP" altLang="en-US" sz="1600" b="0" i="0" u="none" strike="noStrike">
                          <a:solidFill>
                            <a:srgbClr val="000000"/>
                          </a:solidFill>
                          <a:effectLst/>
                          <a:latin typeface="+mn-ea"/>
                          <a:ea typeface="+mn-ea"/>
                        </a:rPr>
                        <a:t>導入</a:t>
                      </a: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3">
                  <a:txBody>
                    <a:bodyPr/>
                    <a:lstStyle/>
                    <a:p>
                      <a:pPr algn="ctr" rtl="0" fontAlgn="ctr"/>
                      <a:r>
                        <a:rPr lang="ja-JP" altLang="en-US" sz="1600" b="0" i="0" u="none" strike="noStrike" dirty="0">
                          <a:solidFill>
                            <a:srgbClr val="000000"/>
                          </a:solidFill>
                          <a:effectLst/>
                          <a:latin typeface="+mn-ea"/>
                          <a:ea typeface="+mn-ea"/>
                        </a:rPr>
                        <a:t>システムテスト</a:t>
                      </a:r>
                      <a:endParaRPr lang="en-US" altLang="ja-JP" sz="1600" b="0" i="0" u="none" strike="noStrike" dirty="0">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rtl="0" fontAlgn="ctr"/>
                      <a:r>
                        <a:rPr lang="ja-JP" altLang="en-US" sz="1600" b="0" i="0" u="none" strike="noStrike" dirty="0">
                          <a:solidFill>
                            <a:srgbClr val="000000"/>
                          </a:solidFill>
                          <a:effectLst/>
                          <a:latin typeface="+mn-ea"/>
                          <a:ea typeface="+mn-ea"/>
                        </a:rPr>
                        <a:t>システムテスト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1.5</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mn-ea"/>
                        </a:rPr>
                        <a:t>1,500,000</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64554512"/>
                  </a:ext>
                </a:extLst>
              </a:tr>
              <a:tr h="288000">
                <a:tc vMerge="1">
                  <a:txBody>
                    <a:bodyPr/>
                    <a:lstStyle/>
                    <a:p>
                      <a:endParaRPr kumimoji="1" lang="ja-JP" altLang="en-US"/>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tc>
                <a:tc vMerge="1">
                  <a:txBody>
                    <a:bodyPr/>
                    <a:lstStyle/>
                    <a:p>
                      <a:endParaRPr kumimoji="1" lang="ja-JP" altLang="en-US"/>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dirty="0">
                          <a:solidFill>
                            <a:srgbClr val="000000"/>
                          </a:solidFill>
                          <a:effectLst/>
                          <a:latin typeface="+mn-ea"/>
                          <a:ea typeface="+mn-ea"/>
                        </a:rPr>
                        <a:t>プロジェクト管理</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0.4</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mn-ea"/>
                        </a:rPr>
                        <a:t>500,000</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59688465"/>
                  </a:ext>
                </a:extLst>
              </a:tr>
              <a:tr h="288000">
                <a:tc vMerge="1">
                  <a:txBody>
                    <a:bodyPr/>
                    <a:lstStyle/>
                    <a:p>
                      <a:endParaRPr kumimoji="1" lang="ja-JP" altLang="en-US"/>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tc>
                <a:tc vMerge="1">
                  <a:txBody>
                    <a:bodyPr/>
                    <a:lstStyle/>
                    <a:p>
                      <a:endParaRPr kumimoji="1" lang="ja-JP" altLang="en-US"/>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r" rtl="0" fontAlgn="ctr"/>
                      <a:r>
                        <a:rPr lang="ja-JP" altLang="en-US" sz="1600" b="1" i="0" u="none" strike="noStrike" dirty="0">
                          <a:solidFill>
                            <a:srgbClr val="000000"/>
                          </a:solidFill>
                          <a:effectLst/>
                          <a:latin typeface="+mn-ea"/>
                          <a:ea typeface="+mn-ea"/>
                        </a:rPr>
                        <a:t>小計</a:t>
                      </a: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r" rtl="0" fontAlgn="ctr"/>
                      <a:r>
                        <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rPr>
                        <a:t>1.9</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r" rtl="0" fontAlgn="ctr"/>
                      <a:r>
                        <a:rPr lang="en-US" altLang="ja-JP" sz="1600" b="1" i="0" u="none" strike="noStrike" dirty="0">
                          <a:solidFill>
                            <a:srgbClr val="000000"/>
                          </a:solidFill>
                          <a:effectLst/>
                          <a:latin typeface="游ゴシック" panose="020B0400000000000000" pitchFamily="50" charset="-128"/>
                          <a:ea typeface="+mn-ea"/>
                        </a:rPr>
                        <a:t>2,000,000</a:t>
                      </a:r>
                      <a:endPar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3536363478"/>
                  </a:ext>
                </a:extLst>
              </a:tr>
              <a:tr h="288000">
                <a:tc rowSpan="3">
                  <a:txBody>
                    <a:bodyPr/>
                    <a:lstStyle/>
                    <a:p>
                      <a:pPr algn="ctr" rtl="0" fontAlgn="ctr"/>
                      <a:r>
                        <a:rPr lang="en-US" altLang="ja-JP" sz="1600" b="0" i="0" u="none" strike="noStrike" dirty="0">
                          <a:solidFill>
                            <a:srgbClr val="000000"/>
                          </a:solidFill>
                          <a:effectLst/>
                          <a:latin typeface="+mn-ea"/>
                          <a:ea typeface="+mn-ea"/>
                        </a:rPr>
                        <a:t>4</a:t>
                      </a: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vMerge="1">
                  <a:txBody>
                    <a:bodyPr/>
                    <a:lstStyle/>
                    <a:p>
                      <a:endParaRPr/>
                    </a:p>
                  </a:txBody>
                  <a:tcPr marL="7200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rowSpan="3">
                  <a:txBody>
                    <a:bodyPr/>
                    <a:lstStyle/>
                    <a:p>
                      <a:pPr algn="ctr" rtl="0" fontAlgn="ctr"/>
                      <a:r>
                        <a:rPr lang="ja-JP" altLang="en-US" sz="1600" b="0" i="0" u="none" strike="noStrike" dirty="0">
                          <a:solidFill>
                            <a:srgbClr val="000000"/>
                          </a:solidFill>
                          <a:effectLst/>
                          <a:latin typeface="+mn-ea"/>
                          <a:ea typeface="+mn-ea"/>
                        </a:rPr>
                        <a:t>受入テスト支援</a:t>
                      </a:r>
                      <a:endParaRPr lang="en-US" altLang="ja-JP" sz="1600" b="0" i="0" u="none" strike="noStrike" dirty="0">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rtl="0" fontAlgn="ctr"/>
                      <a:r>
                        <a:rPr lang="ja-JP" altLang="en-US" sz="1600" b="0" i="0" u="none" strike="noStrike" dirty="0">
                          <a:solidFill>
                            <a:srgbClr val="000000"/>
                          </a:solidFill>
                          <a:effectLst/>
                          <a:latin typeface="+mn-ea"/>
                          <a:ea typeface="+mn-ea"/>
                        </a:rPr>
                        <a:t>受入テスト支援</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1.0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mn-ea"/>
                        </a:rPr>
                        <a:t>1,000,000</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509536486"/>
                  </a:ext>
                </a:extLst>
              </a:tr>
              <a:tr h="288000">
                <a:tc vMerge="1">
                  <a:txBody>
                    <a:bodyPr/>
                    <a:lstStyle/>
                    <a:p>
                      <a:endParaRPr kumimoji="1" lang="ja-JP" altLang="en-US"/>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tc>
                <a:tc vMerge="1">
                  <a:txBody>
                    <a:bodyPr/>
                    <a:lstStyle/>
                    <a:p>
                      <a:endParaRPr kumimoji="1" lang="ja-JP" altLang="en-US"/>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dirty="0">
                          <a:solidFill>
                            <a:srgbClr val="000000"/>
                          </a:solidFill>
                          <a:effectLst/>
                          <a:latin typeface="+mn-ea"/>
                          <a:ea typeface="+mn-ea"/>
                        </a:rPr>
                        <a:t>プロジェクト管理</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0.2</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mn-ea"/>
                        </a:rPr>
                        <a:t>300,000</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03730907"/>
                  </a:ext>
                </a:extLst>
              </a:tr>
              <a:tr h="288000">
                <a:tc vMerge="1">
                  <a:txBody>
                    <a:bodyPr/>
                    <a:lstStyle/>
                    <a:p>
                      <a:endParaRPr kumimoji="1" lang="ja-JP" altLang="en-US"/>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tc>
                <a:tc vMerge="1">
                  <a:txBody>
                    <a:bodyPr/>
                    <a:lstStyle/>
                    <a:p>
                      <a:endParaRPr kumimoji="1" lang="ja-JP" altLang="en-US"/>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r" rtl="0" fontAlgn="ctr"/>
                      <a:r>
                        <a:rPr lang="ja-JP" altLang="en-US" sz="1600" b="1" i="0" u="none" strike="noStrike" dirty="0">
                          <a:solidFill>
                            <a:srgbClr val="000000"/>
                          </a:solidFill>
                          <a:effectLst/>
                          <a:latin typeface="+mn-ea"/>
                          <a:ea typeface="+mn-ea"/>
                        </a:rPr>
                        <a:t>小計</a:t>
                      </a: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lang="en-US" altLang="ja-JP" sz="1600" b="1" i="0" u="none" strike="noStrike" dirty="0">
                          <a:solidFill>
                            <a:srgbClr val="000000"/>
                          </a:solidFill>
                          <a:effectLst/>
                          <a:latin typeface="游ゴシック" panose="020B0400000000000000" pitchFamily="50" charset="-128"/>
                          <a:ea typeface="+mn-ea"/>
                        </a:rPr>
                        <a:t>1.2</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lang="en-US" altLang="ja-JP" sz="1600" b="1" i="0" u="none" strike="noStrike" dirty="0">
                          <a:solidFill>
                            <a:srgbClr val="000000"/>
                          </a:solidFill>
                          <a:effectLst/>
                          <a:latin typeface="游ゴシック" panose="020B0400000000000000" pitchFamily="50" charset="-128"/>
                          <a:ea typeface="+mn-ea"/>
                        </a:rPr>
                        <a:t>1,300,000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2638431764"/>
                  </a:ext>
                </a:extLst>
              </a:tr>
              <a:tr h="288000">
                <a:tc rowSpan="3">
                  <a:txBody>
                    <a:bodyPr/>
                    <a:lstStyle/>
                    <a:p>
                      <a:pPr algn="ctr" rtl="0" fontAlgn="ctr"/>
                      <a:r>
                        <a:rPr lang="en-US" altLang="ja-JP" sz="1600" b="0" i="0" u="none" strike="noStrike" dirty="0">
                          <a:solidFill>
                            <a:srgbClr val="000000"/>
                          </a:solidFill>
                          <a:effectLst/>
                          <a:latin typeface="+mn-ea"/>
                          <a:ea typeface="+mn-ea"/>
                        </a:rPr>
                        <a:t>5</a:t>
                      </a: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vMerge="1">
                  <a:txBody>
                    <a:bodyPr/>
                    <a:lstStyle/>
                    <a:p>
                      <a:endParaRPr/>
                    </a:p>
                  </a:txBody>
                  <a:tcPr marL="7200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rowSpan="3">
                  <a:txBody>
                    <a:bodyPr/>
                    <a:lstStyle/>
                    <a:p>
                      <a:pPr algn="ctr" rtl="0" fontAlgn="ctr"/>
                      <a:r>
                        <a:rPr lang="ja-JP" altLang="en-US" sz="1600" b="0" i="0" u="none" strike="noStrike">
                          <a:solidFill>
                            <a:srgbClr val="000000"/>
                          </a:solidFill>
                          <a:effectLst/>
                          <a:latin typeface="+mn-ea"/>
                          <a:ea typeface="+mn-ea"/>
                        </a:rPr>
                        <a:t>初期流動</a:t>
                      </a: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rtl="0" fontAlgn="ctr"/>
                      <a:r>
                        <a:rPr lang="ja-JP" altLang="en-US" sz="1600" b="0" i="0" u="none" strike="noStrike" dirty="0">
                          <a:solidFill>
                            <a:srgbClr val="000000"/>
                          </a:solidFill>
                          <a:effectLst/>
                          <a:latin typeface="+mn-ea"/>
                          <a:ea typeface="+mn-ea"/>
                        </a:rPr>
                        <a:t>本番移行・初期流動</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1.0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mn-ea"/>
                        </a:rPr>
                        <a:t>1,000,000</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64034841"/>
                  </a:ext>
                </a:extLst>
              </a:tr>
              <a:tr h="288000">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T w="12700" cap="flat" cmpd="sng" algn="ctr">
                      <a:solidFill>
                        <a:schemeClr val="bg1">
                          <a:lumMod val="65000"/>
                        </a:schemeClr>
                      </a:solidFill>
                      <a:prstDash val="solid"/>
                      <a:round/>
                      <a:headEnd type="none" w="med" len="med"/>
                      <a:tailEnd type="none" w="med" len="med"/>
                    </a:lnT>
                  </a:tcPr>
                </a:tc>
                <a:tc>
                  <a:txBody>
                    <a:bodyPr/>
                    <a:lstStyle/>
                    <a:p>
                      <a:pPr algn="l" rtl="0" fontAlgn="ctr"/>
                      <a:r>
                        <a:rPr lang="ja-JP" altLang="en-US" sz="1600" b="0" i="0" u="none" strike="noStrike" dirty="0">
                          <a:solidFill>
                            <a:srgbClr val="000000"/>
                          </a:solidFill>
                          <a:effectLst/>
                          <a:latin typeface="+mn-ea"/>
                          <a:ea typeface="+mn-ea"/>
                        </a:rPr>
                        <a:t>プロジェクト管理</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0.2</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mn-ea"/>
                        </a:rPr>
                        <a:t>300,000</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552556576"/>
                  </a:ext>
                </a:extLst>
              </a:tr>
              <a:tr h="288000">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tc>
                <a:tc vMerge="1">
                  <a:txBody>
                    <a:bodyPr/>
                    <a:lstStyle/>
                    <a:p>
                      <a:endParaRPr kumimoji="1" lang="ja-JP" altLang="en-US"/>
                    </a:p>
                  </a:txBody>
                  <a:tcPr/>
                </a:tc>
                <a:tc>
                  <a:txBody>
                    <a:bodyPr/>
                    <a:lstStyle/>
                    <a:p>
                      <a:pPr algn="r" rtl="0" fontAlgn="ctr"/>
                      <a:r>
                        <a:rPr lang="ja-JP" altLang="en-US" sz="1600" b="1" i="0" u="none" strike="noStrike" dirty="0">
                          <a:solidFill>
                            <a:srgbClr val="000000"/>
                          </a:solidFill>
                          <a:effectLst/>
                          <a:latin typeface="+mn-ea"/>
                          <a:ea typeface="+mn-ea"/>
                        </a:rPr>
                        <a:t>小計</a:t>
                      </a: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lang="en-US" altLang="ja-JP" sz="1600" b="1" i="0" u="none" strike="noStrike" dirty="0">
                          <a:solidFill>
                            <a:srgbClr val="000000"/>
                          </a:solidFill>
                          <a:effectLst/>
                          <a:latin typeface="游ゴシック" panose="020B0400000000000000" pitchFamily="50" charset="-128"/>
                          <a:ea typeface="+mn-ea"/>
                        </a:rPr>
                        <a:t>1.2</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lang="en-US" altLang="ja-JP" sz="1600" b="1" i="0" u="none" strike="noStrike" dirty="0">
                          <a:solidFill>
                            <a:srgbClr val="000000"/>
                          </a:solidFill>
                          <a:effectLst/>
                          <a:latin typeface="游ゴシック" panose="020B0400000000000000" pitchFamily="50" charset="-128"/>
                          <a:ea typeface="+mn-ea"/>
                        </a:rPr>
                        <a:t>1,300,000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2037077344"/>
                  </a:ext>
                </a:extLst>
              </a:tr>
              <a:tr h="288000">
                <a:tc gridSpan="5">
                  <a:txBody>
                    <a:bodyPr/>
                    <a:lstStyle/>
                    <a:p>
                      <a:pPr algn="r" rtl="0" fontAlgn="ctr"/>
                      <a:r>
                        <a:rPr lang="ja-JP" altLang="en-US" sz="1600" b="1" i="0" u="none" strike="noStrike" dirty="0">
                          <a:solidFill>
                            <a:srgbClr val="000000"/>
                          </a:solidFill>
                          <a:effectLst/>
                          <a:latin typeface="+mn-ea"/>
                          <a:ea typeface="+mn-ea"/>
                        </a:rPr>
                        <a:t>合計</a:t>
                      </a:r>
                      <a:endParaRPr lang="en-US" altLang="ja-JP" sz="1600" b="1" i="0" u="none" strike="noStrike" dirty="0">
                        <a:solidFill>
                          <a:srgbClr val="000000"/>
                        </a:solidFill>
                        <a:effectLst/>
                        <a:latin typeface="+mn-ea"/>
                        <a:ea typeface="+mn-ea"/>
                      </a:endParaRP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hMerge="1">
                  <a:txBody>
                    <a:bodyPr/>
                    <a:lstStyle/>
                    <a:p>
                      <a:pPr algn="l" rtl="0" fontAlgn="ctr"/>
                      <a:endParaRPr lang="ja-JP" altLang="en-US" sz="1600" b="0" i="0" u="none" strike="noStrike">
                        <a:solidFill>
                          <a:srgbClr val="000000"/>
                        </a:solidFill>
                        <a:effectLst/>
                        <a:latin typeface="+mn-ea"/>
                        <a:ea typeface="+mn-ea"/>
                      </a:endParaRPr>
                    </a:p>
                  </a:txBody>
                  <a:tcPr marL="7200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endParaRPr kumimoji="1" lang="ja-JP" altLang="en-US"/>
                    </a:p>
                  </a:txBody>
                  <a:tcPr/>
                </a:tc>
                <a:tc hMerge="1">
                  <a:txBody>
                    <a:bodyPr/>
                    <a:lstStyle/>
                    <a:p>
                      <a:endParaRPr kumimoji="1" lang="ja-JP" altLang="en-US"/>
                    </a:p>
                  </a:txBody>
                  <a:tcPr/>
                </a:tc>
                <a:tc hMerge="1">
                  <a:txBody>
                    <a:bodyPr/>
                    <a:lstStyle/>
                    <a:p>
                      <a:pPr algn="r" rtl="0" fontAlgn="ctr"/>
                      <a:endParaRPr lang="ja-JP" altLang="en-US" sz="1600" b="1" i="0" u="none" strike="noStrike">
                        <a:solidFill>
                          <a:srgbClr val="000000"/>
                        </a:solidFill>
                        <a:effectLst/>
                        <a:latin typeface="+mn-ea"/>
                        <a:ea typeface="+mn-ea"/>
                      </a:endParaRPr>
                    </a:p>
                  </a:txBody>
                  <a:tcPr marL="7620" marR="762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rPr>
                        <a:t>19.3</a:t>
                      </a:r>
                      <a:r>
                        <a:rPr lang="ja-JP" altLang="en-US" sz="1600" b="1" i="0" u="none" strike="noStrike" dirty="0">
                          <a:solidFill>
                            <a:srgbClr val="000000"/>
                          </a:solidFill>
                          <a:effectLst/>
                          <a:latin typeface="游ゴシック" panose="020B0400000000000000" pitchFamily="50" charset="-128"/>
                          <a:ea typeface="游ゴシック" panose="020B0400000000000000" pitchFamily="50" charset="-128"/>
                        </a:rPr>
                        <a:t>人月</a:t>
                      </a:r>
                      <a:endPar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p>
                      <a:pPr algn="r" rtl="0" fontAlgn="ctr"/>
                      <a:r>
                        <a:rPr lang="en-US" altLang="ja-JP" sz="1600" b="1" i="0" u="none" strike="noStrike" dirty="0">
                          <a:solidFill>
                            <a:srgbClr val="000000"/>
                          </a:solidFill>
                          <a:effectLst/>
                          <a:latin typeface="游ゴシック" panose="020B0400000000000000" pitchFamily="50" charset="-128"/>
                          <a:ea typeface="+mn-ea"/>
                        </a:rPr>
                        <a:t>20,850,000</a:t>
                      </a:r>
                      <a:endPar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extLst>
                  <a:ext uri="{0D108BD9-81ED-4DB2-BD59-A6C34878D82A}">
                    <a16:rowId xmlns:a16="http://schemas.microsoft.com/office/drawing/2014/main" val="3451803144"/>
                  </a:ext>
                </a:extLst>
              </a:tr>
            </a:tbl>
          </a:graphicData>
        </a:graphic>
      </p:graphicFrame>
      <p:sp>
        <p:nvSpPr>
          <p:cNvPr id="6" name="スライド番号プレースホルダー 3">
            <a:extLst>
              <a:ext uri="{FF2B5EF4-FFF2-40B4-BE49-F238E27FC236}">
                <a16:creationId xmlns:a16="http://schemas.microsoft.com/office/drawing/2014/main" id="{56EF6269-EB4C-99A1-5D3E-920593724EDF}"/>
              </a:ext>
            </a:extLst>
          </p:cNvPr>
          <p:cNvSpPr>
            <a:spLocks noGrp="1"/>
          </p:cNvSpPr>
          <p:nvPr>
            <p:ph type="sldNum" sz="quarter" idx="12"/>
          </p:nvPr>
        </p:nvSpPr>
        <p:spPr>
          <a:xfrm>
            <a:off x="10752000" y="6552000"/>
            <a:ext cx="1440000" cy="216000"/>
          </a:xfrm>
        </p:spPr>
        <p:txBody>
          <a:bodyPr/>
          <a:lstStyle/>
          <a:p>
            <a:fld id="{26CA5134-5AAC-D342-B763-43605FECB385}" type="slidenum">
              <a:rPr kumimoji="1" lang="ja-JP" altLang="en-US" smtClean="0"/>
              <a:pPr/>
              <a:t>38</a:t>
            </a:fld>
            <a:endParaRPr kumimoji="1" lang="ja-JP" altLang="en-US" sz="700" dirty="0"/>
          </a:p>
        </p:txBody>
      </p:sp>
    </p:spTree>
    <p:extLst>
      <p:ext uri="{BB962C8B-B14F-4D97-AF65-F5344CB8AC3E}">
        <p14:creationId xmlns:p14="http://schemas.microsoft.com/office/powerpoint/2010/main" val="96082289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9D086D-F58B-EC4B-693B-28BDC98D23B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1E70C52-B1E4-2C7E-5EB0-A0277EC9EC59}"/>
              </a:ext>
            </a:extLst>
          </p:cNvPr>
          <p:cNvSpPr>
            <a:spLocks noGrp="1"/>
          </p:cNvSpPr>
          <p:nvPr>
            <p:ph type="title"/>
          </p:nvPr>
        </p:nvSpPr>
        <p:spPr/>
        <p:txBody>
          <a:bodyPr/>
          <a:lstStyle/>
          <a:p>
            <a:r>
              <a:rPr kumimoji="1" lang="en-US" altLang="ja-JP" dirty="0"/>
              <a:t>11-2</a:t>
            </a:r>
            <a:r>
              <a:rPr kumimoji="1" lang="ja-JP" altLang="en-US" dirty="0"/>
              <a:t>．お見積り（運用保守）</a:t>
            </a:r>
          </a:p>
        </p:txBody>
      </p:sp>
      <p:sp>
        <p:nvSpPr>
          <p:cNvPr id="4" name="フッター プレースホルダー 3">
            <a:extLst>
              <a:ext uri="{FF2B5EF4-FFF2-40B4-BE49-F238E27FC236}">
                <a16:creationId xmlns:a16="http://schemas.microsoft.com/office/drawing/2014/main" id="{3436EFCC-EA41-1C9B-B9A6-ED1DE93D9331}"/>
              </a:ext>
            </a:extLst>
          </p:cNvPr>
          <p:cNvSpPr>
            <a:spLocks noGrp="1"/>
          </p:cNvSpPr>
          <p:nvPr>
            <p:ph type="ftr" sz="quarter" idx="11"/>
          </p:nvPr>
        </p:nvSpPr>
        <p:spPr/>
        <p:txBody>
          <a:bodyPr/>
          <a:lstStyle/>
          <a:p>
            <a:r>
              <a:rPr lang="en-US" altLang="ja-JP"/>
              <a:t>Copyright © SystemEXE,Inc All Rights Reserved.</a:t>
            </a:r>
          </a:p>
        </p:txBody>
      </p:sp>
      <p:graphicFrame>
        <p:nvGraphicFramePr>
          <p:cNvPr id="5" name="表 4">
            <a:extLst>
              <a:ext uri="{FF2B5EF4-FFF2-40B4-BE49-F238E27FC236}">
                <a16:creationId xmlns:a16="http://schemas.microsoft.com/office/drawing/2014/main" id="{FB050304-A886-0018-86D5-A1E10AFD94CE}"/>
              </a:ext>
            </a:extLst>
          </p:cNvPr>
          <p:cNvGraphicFramePr>
            <a:graphicFrameLocks noGrp="1"/>
          </p:cNvGraphicFramePr>
          <p:nvPr>
            <p:extLst>
              <p:ext uri="{D42A27DB-BD31-4B8C-83A1-F6EECF244321}">
                <p14:modId xmlns:p14="http://schemas.microsoft.com/office/powerpoint/2010/main" val="4161402229"/>
              </p:ext>
            </p:extLst>
          </p:nvPr>
        </p:nvGraphicFramePr>
        <p:xfrm>
          <a:off x="516000" y="787558"/>
          <a:ext cx="11041201" cy="2218192"/>
        </p:xfrm>
        <a:graphic>
          <a:graphicData uri="http://schemas.openxmlformats.org/drawingml/2006/table">
            <a:tbl>
              <a:tblPr firstRow="1" bandRow="1">
                <a:tableStyleId>{2D5ABB26-0587-4C30-8999-92F81FD0307C}</a:tableStyleId>
              </a:tblPr>
              <a:tblGrid>
                <a:gridCol w="484583">
                  <a:extLst>
                    <a:ext uri="{9D8B030D-6E8A-4147-A177-3AD203B41FA5}">
                      <a16:colId xmlns:a16="http://schemas.microsoft.com/office/drawing/2014/main" val="233225342"/>
                    </a:ext>
                  </a:extLst>
                </a:gridCol>
                <a:gridCol w="1417618">
                  <a:extLst>
                    <a:ext uri="{9D8B030D-6E8A-4147-A177-3AD203B41FA5}">
                      <a16:colId xmlns:a16="http://schemas.microsoft.com/office/drawing/2014/main" val="568014644"/>
                    </a:ext>
                  </a:extLst>
                </a:gridCol>
                <a:gridCol w="1374329">
                  <a:extLst>
                    <a:ext uri="{9D8B030D-6E8A-4147-A177-3AD203B41FA5}">
                      <a16:colId xmlns:a16="http://schemas.microsoft.com/office/drawing/2014/main" val="3608806225"/>
                    </a:ext>
                  </a:extLst>
                </a:gridCol>
                <a:gridCol w="3824216">
                  <a:extLst>
                    <a:ext uri="{9D8B030D-6E8A-4147-A177-3AD203B41FA5}">
                      <a16:colId xmlns:a16="http://schemas.microsoft.com/office/drawing/2014/main" val="4260495519"/>
                    </a:ext>
                  </a:extLst>
                </a:gridCol>
                <a:gridCol w="1762644">
                  <a:extLst>
                    <a:ext uri="{9D8B030D-6E8A-4147-A177-3AD203B41FA5}">
                      <a16:colId xmlns:a16="http://schemas.microsoft.com/office/drawing/2014/main" val="2565051978"/>
                    </a:ext>
                  </a:extLst>
                </a:gridCol>
                <a:gridCol w="2177811">
                  <a:extLst>
                    <a:ext uri="{9D8B030D-6E8A-4147-A177-3AD203B41FA5}">
                      <a16:colId xmlns:a16="http://schemas.microsoft.com/office/drawing/2014/main" val="2912004341"/>
                    </a:ext>
                  </a:extLst>
                </a:gridCol>
              </a:tblGrid>
              <a:tr h="569004">
                <a:tc>
                  <a:txBody>
                    <a:bodyPr/>
                    <a:lstStyle/>
                    <a:p>
                      <a:pPr algn="ctr" rtl="0" fontAlgn="ctr"/>
                      <a:r>
                        <a:rPr lang="en-US" sz="1600" b="1" i="0" u="none" strike="noStrike" dirty="0">
                          <a:solidFill>
                            <a:srgbClr val="FFFFFF"/>
                          </a:solidFill>
                          <a:effectLst/>
                          <a:latin typeface="+mn-ea"/>
                          <a:ea typeface="+mn-ea"/>
                        </a:rPr>
                        <a:t>No.</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rtl="0" fontAlgn="ctr"/>
                      <a:r>
                        <a:rPr lang="ja-JP" altLang="en-US" sz="1600" b="1" i="0" u="none" strike="noStrike">
                          <a:solidFill>
                            <a:srgbClr val="FFFFFF"/>
                          </a:solidFill>
                          <a:effectLst/>
                          <a:latin typeface="+mn-ea"/>
                          <a:ea typeface="+mn-ea"/>
                        </a:rPr>
                        <a:t>契約種別</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rtl="0" fontAlgn="ctr"/>
                      <a:r>
                        <a:rPr lang="ja-JP" altLang="en-US" sz="1600" b="1" i="0" u="none" strike="noStrike" dirty="0">
                          <a:solidFill>
                            <a:srgbClr val="FFFFFF"/>
                          </a:solidFill>
                          <a:effectLst/>
                          <a:latin typeface="+mn-ea"/>
                          <a:ea typeface="+mn-ea"/>
                        </a:rPr>
                        <a:t>フェーズ</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rtl="0" fontAlgn="ctr"/>
                      <a:r>
                        <a:rPr lang="ja-JP" altLang="en-US" sz="1600" b="1" i="0" u="none" strike="noStrike" dirty="0">
                          <a:solidFill>
                            <a:srgbClr val="FFFFFF"/>
                          </a:solidFill>
                          <a:effectLst/>
                          <a:latin typeface="+mn-ea"/>
                          <a:ea typeface="+mn-ea"/>
                        </a:rPr>
                        <a:t>概要</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rtl="0" fontAlgn="ctr"/>
                      <a:r>
                        <a:rPr lang="ja-JP" altLang="en-US" sz="1600" b="1" i="0" u="none" strike="noStrike" dirty="0">
                          <a:solidFill>
                            <a:srgbClr val="FFFFFF"/>
                          </a:solidFill>
                          <a:effectLst/>
                          <a:latin typeface="+mn-ea"/>
                          <a:ea typeface="+mn-ea"/>
                        </a:rPr>
                        <a:t>工数（人月）</a:t>
                      </a:r>
                      <a:r>
                        <a:rPr lang="en-US" altLang="ja-JP" sz="1600" b="1" i="0" u="none" strike="noStrike" dirty="0">
                          <a:solidFill>
                            <a:srgbClr val="FFFFFF"/>
                          </a:solidFill>
                          <a:effectLst/>
                          <a:latin typeface="+mn-ea"/>
                          <a:ea typeface="+mn-ea"/>
                        </a:rPr>
                        <a:t>/</a:t>
                      </a:r>
                      <a:r>
                        <a:rPr lang="ja-JP" altLang="en-US" sz="1600" b="1" i="0" u="none" strike="noStrike" dirty="0">
                          <a:solidFill>
                            <a:srgbClr val="FFFFFF"/>
                          </a:solidFill>
                          <a:effectLst/>
                          <a:latin typeface="+mn-ea"/>
                          <a:ea typeface="+mn-ea"/>
                        </a:rPr>
                        <a:t>月</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rtl="0" fontAlgn="ctr"/>
                      <a:r>
                        <a:rPr lang="ja-JP" altLang="en-US" sz="1600" b="1" i="0" u="none" strike="noStrike">
                          <a:solidFill>
                            <a:srgbClr val="FFFFFF"/>
                          </a:solidFill>
                          <a:effectLst/>
                          <a:latin typeface="+mn-ea"/>
                          <a:ea typeface="+mn-ea"/>
                        </a:rPr>
                        <a:t>金額（税抜き）</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424401785"/>
                  </a:ext>
                </a:extLst>
              </a:tr>
              <a:tr h="824594">
                <a:tc>
                  <a:txBody>
                    <a:bodyPr/>
                    <a:lstStyle/>
                    <a:p>
                      <a:pPr algn="ctr" rtl="0" fontAlgn="ctr"/>
                      <a:r>
                        <a:rPr lang="ja-JP" altLang="en-US" sz="1600" b="0" i="0" u="none" strike="noStrike" dirty="0">
                          <a:solidFill>
                            <a:srgbClr val="000000"/>
                          </a:solidFill>
                          <a:effectLst/>
                          <a:latin typeface="+mn-ea"/>
                          <a:ea typeface="+mn-ea"/>
                        </a:rPr>
                        <a:t>１</a:t>
                      </a:r>
                      <a:endParaRPr lang="en-US" altLang="ja-JP" sz="1600" b="0" i="0" u="none" strike="noStrike" dirty="0">
                        <a:solidFill>
                          <a:srgbClr val="000000"/>
                        </a:solidFill>
                        <a:effectLst/>
                        <a:latin typeface="+mn-ea"/>
                        <a:ea typeface="+mn-ea"/>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2">
                  <a:txBody>
                    <a:bodyPr/>
                    <a:lstStyle/>
                    <a:p>
                      <a:pPr algn="l" rtl="0" fontAlgn="ctr"/>
                      <a:r>
                        <a:rPr lang="ja-JP" altLang="en-US" sz="1600" b="0" i="0" u="none" strike="noStrike" dirty="0">
                          <a:solidFill>
                            <a:srgbClr val="000000"/>
                          </a:solidFill>
                          <a:effectLst/>
                          <a:latin typeface="+mn-ea"/>
                          <a:ea typeface="+mn-ea"/>
                        </a:rPr>
                        <a:t>準委任契約</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2">
                  <a:txBody>
                    <a:bodyPr/>
                    <a:lstStyle/>
                    <a:p>
                      <a:pPr algn="ctr" rtl="0" fontAlgn="ctr"/>
                      <a:r>
                        <a:rPr lang="ja-JP" altLang="en-US" sz="1600" b="0" i="0" u="none" strike="noStrike" dirty="0">
                          <a:solidFill>
                            <a:srgbClr val="000000"/>
                          </a:solidFill>
                          <a:effectLst/>
                          <a:latin typeface="+mn-ea"/>
                          <a:ea typeface="+mn-ea"/>
                        </a:rPr>
                        <a:t>運用保守</a:t>
                      </a:r>
                      <a:endParaRPr lang="en-US" altLang="ja-JP" sz="1600" b="0" i="0" u="none" strike="noStrike" dirty="0">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rtl="0" fontAlgn="ctr"/>
                      <a:r>
                        <a:rPr lang="ja-JP" altLang="en-US" sz="1600" b="0" i="0" u="none" strike="noStrike" dirty="0">
                          <a:solidFill>
                            <a:srgbClr val="000000"/>
                          </a:solidFill>
                          <a:effectLst/>
                          <a:latin typeface="+mn-ea"/>
                          <a:ea typeface="+mn-ea"/>
                        </a:rPr>
                        <a:t>ハイパーケア（</a:t>
                      </a:r>
                      <a:r>
                        <a:rPr lang="en-US" altLang="ja-JP" sz="1600" b="0" i="0" u="none" strike="noStrike" dirty="0">
                          <a:solidFill>
                            <a:srgbClr val="000000"/>
                          </a:solidFill>
                          <a:effectLst/>
                          <a:latin typeface="+mn-ea"/>
                          <a:ea typeface="+mn-ea"/>
                        </a:rPr>
                        <a:t>2026</a:t>
                      </a:r>
                      <a:r>
                        <a:rPr lang="ja-JP" altLang="en-US" sz="1600" b="0" i="0" u="none" strike="noStrike" dirty="0">
                          <a:solidFill>
                            <a:srgbClr val="000000"/>
                          </a:solidFill>
                          <a:effectLst/>
                          <a:latin typeface="+mn-ea"/>
                          <a:ea typeface="+mn-ea"/>
                        </a:rPr>
                        <a:t>年</a:t>
                      </a:r>
                      <a:r>
                        <a:rPr lang="en-US" altLang="ja-JP" sz="1600" b="0" i="0" u="none" strike="noStrike" dirty="0">
                          <a:solidFill>
                            <a:srgbClr val="000000"/>
                          </a:solidFill>
                          <a:effectLst/>
                          <a:latin typeface="+mn-ea"/>
                          <a:ea typeface="+mn-ea"/>
                        </a:rPr>
                        <a:t>4</a:t>
                      </a:r>
                      <a:r>
                        <a:rPr lang="ja-JP" altLang="en-US" sz="1600" b="0" i="0" u="none" strike="noStrike" dirty="0">
                          <a:solidFill>
                            <a:srgbClr val="000000"/>
                          </a:solidFill>
                          <a:effectLst/>
                          <a:latin typeface="+mn-ea"/>
                          <a:ea typeface="+mn-ea"/>
                        </a:rPr>
                        <a:t>～</a:t>
                      </a:r>
                      <a:r>
                        <a:rPr lang="en-US" altLang="ja-JP" sz="1600" b="0" i="0" u="none" strike="noStrike" dirty="0">
                          <a:solidFill>
                            <a:srgbClr val="000000"/>
                          </a:solidFill>
                          <a:effectLst/>
                          <a:latin typeface="+mn-ea"/>
                          <a:ea typeface="+mn-ea"/>
                        </a:rPr>
                        <a:t>5</a:t>
                      </a:r>
                      <a:r>
                        <a:rPr lang="ja-JP" altLang="en-US" sz="1600" b="0" i="0" u="none" strike="noStrike" dirty="0">
                          <a:solidFill>
                            <a:srgbClr val="000000"/>
                          </a:solidFill>
                          <a:effectLst/>
                          <a:latin typeface="+mn-ea"/>
                          <a:ea typeface="+mn-ea"/>
                        </a:rPr>
                        <a:t>月）</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1.0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mn-ea"/>
                        </a:rPr>
                        <a:t>1,000,000</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712587978"/>
                  </a:ext>
                </a:extLst>
              </a:tr>
              <a:tr h="824594">
                <a:tc>
                  <a:txBody>
                    <a:bodyPr/>
                    <a:lstStyle/>
                    <a:p>
                      <a:pPr algn="ctr" rtl="0" fontAlgn="ctr"/>
                      <a:r>
                        <a:rPr lang="en-US" altLang="ja-JP" sz="1600" b="0" i="0" u="none" strike="noStrike" dirty="0">
                          <a:solidFill>
                            <a:srgbClr val="000000"/>
                          </a:solidFill>
                          <a:effectLst/>
                          <a:latin typeface="+mn-ea"/>
                          <a:ea typeface="+mn-ea"/>
                        </a:rPr>
                        <a:t>2</a:t>
                      </a: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vMerge="1">
                  <a:txBody>
                    <a:bodyPr/>
                    <a:lstStyle/>
                    <a:p>
                      <a:endParaRPr dirty="0"/>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vMerge="1">
                  <a:txBody>
                    <a:bodyPr/>
                    <a:lstStyle/>
                    <a:p>
                      <a:pPr algn="ctr" rtl="0" fontAlgn="ctr"/>
                      <a:endParaRPr lang="en-US" altLang="ja-JP" sz="1600" b="0" i="0" u="none" strike="noStrike" dirty="0">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rtl="0" fontAlgn="ctr"/>
                      <a:r>
                        <a:rPr lang="ja-JP" altLang="en-US" sz="1600" b="0" i="0" u="none" strike="noStrike" dirty="0">
                          <a:solidFill>
                            <a:srgbClr val="000000"/>
                          </a:solidFill>
                          <a:effectLst/>
                          <a:latin typeface="+mn-ea"/>
                          <a:ea typeface="+mn-ea"/>
                        </a:rPr>
                        <a:t>通常保守（</a:t>
                      </a:r>
                      <a:r>
                        <a:rPr lang="en-US" altLang="ja-JP" sz="1600" b="0" i="0" u="none" strike="noStrike" dirty="0">
                          <a:solidFill>
                            <a:srgbClr val="000000"/>
                          </a:solidFill>
                          <a:effectLst/>
                          <a:latin typeface="+mn-ea"/>
                          <a:ea typeface="+mn-ea"/>
                        </a:rPr>
                        <a:t>2026</a:t>
                      </a:r>
                      <a:r>
                        <a:rPr lang="ja-JP" altLang="en-US" sz="1600" b="0" i="0" u="none" strike="noStrike" dirty="0">
                          <a:solidFill>
                            <a:srgbClr val="000000"/>
                          </a:solidFill>
                          <a:effectLst/>
                          <a:latin typeface="+mn-ea"/>
                          <a:ea typeface="+mn-ea"/>
                        </a:rPr>
                        <a:t>年</a:t>
                      </a:r>
                      <a:r>
                        <a:rPr lang="en-US" altLang="ja-JP" sz="1600" b="0" i="0" u="none" strike="noStrike" dirty="0">
                          <a:solidFill>
                            <a:srgbClr val="000000"/>
                          </a:solidFill>
                          <a:effectLst/>
                          <a:latin typeface="+mn-ea"/>
                          <a:ea typeface="+mn-ea"/>
                        </a:rPr>
                        <a:t>6</a:t>
                      </a:r>
                      <a:r>
                        <a:rPr lang="ja-JP" altLang="en-US" sz="1600" b="0" i="0" u="none" strike="noStrike" dirty="0">
                          <a:solidFill>
                            <a:srgbClr val="000000"/>
                          </a:solidFill>
                          <a:effectLst/>
                          <a:latin typeface="+mn-ea"/>
                          <a:ea typeface="+mn-ea"/>
                        </a:rPr>
                        <a:t>月以降）</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0.5</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mn-ea"/>
                        </a:rPr>
                        <a:t>500,000</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9992724"/>
                  </a:ext>
                </a:extLst>
              </a:tr>
            </a:tbl>
          </a:graphicData>
        </a:graphic>
      </p:graphicFrame>
      <p:sp>
        <p:nvSpPr>
          <p:cNvPr id="6" name="スライド番号プレースホルダー 3">
            <a:extLst>
              <a:ext uri="{FF2B5EF4-FFF2-40B4-BE49-F238E27FC236}">
                <a16:creationId xmlns:a16="http://schemas.microsoft.com/office/drawing/2014/main" id="{F67BB589-4969-4028-7270-CA23CF0BE25B}"/>
              </a:ext>
            </a:extLst>
          </p:cNvPr>
          <p:cNvSpPr>
            <a:spLocks noGrp="1"/>
          </p:cNvSpPr>
          <p:nvPr>
            <p:ph type="sldNum" sz="quarter" idx="12"/>
          </p:nvPr>
        </p:nvSpPr>
        <p:spPr>
          <a:xfrm>
            <a:off x="10752000" y="6552000"/>
            <a:ext cx="1440000" cy="216000"/>
          </a:xfrm>
        </p:spPr>
        <p:txBody>
          <a:bodyPr/>
          <a:lstStyle/>
          <a:p>
            <a:fld id="{26CA5134-5AAC-D342-B763-43605FECB385}" type="slidenum">
              <a:rPr kumimoji="1" lang="ja-JP" altLang="en-US" smtClean="0"/>
              <a:pPr/>
              <a:t>39</a:t>
            </a:fld>
            <a:endParaRPr kumimoji="1" lang="ja-JP" altLang="en-US" sz="700" dirty="0"/>
          </a:p>
        </p:txBody>
      </p:sp>
    </p:spTree>
    <p:extLst>
      <p:ext uri="{BB962C8B-B14F-4D97-AF65-F5344CB8AC3E}">
        <p14:creationId xmlns:p14="http://schemas.microsoft.com/office/powerpoint/2010/main" val="120167173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EB8CE8-CEED-9937-69D6-11326B72BC8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AE1BAE9-2B9E-6FFE-3180-2B6A8CA2F7A6}"/>
              </a:ext>
            </a:extLst>
          </p:cNvPr>
          <p:cNvSpPr>
            <a:spLocks noGrp="1"/>
          </p:cNvSpPr>
          <p:nvPr>
            <p:ph type="title"/>
          </p:nvPr>
        </p:nvSpPr>
        <p:spPr/>
        <p:txBody>
          <a:bodyPr/>
          <a:lstStyle/>
          <a:p>
            <a:r>
              <a:rPr kumimoji="1" lang="en-US" altLang="ja-JP" dirty="0"/>
              <a:t>11-3</a:t>
            </a:r>
            <a:r>
              <a:rPr kumimoji="1" lang="ja-JP" altLang="en-US" dirty="0"/>
              <a:t>．お見積り</a:t>
            </a:r>
            <a:r>
              <a:rPr lang="ja-JP" altLang="en-US" dirty="0"/>
              <a:t>概要</a:t>
            </a:r>
            <a:endParaRPr kumimoji="1" lang="ja-JP" altLang="en-US" dirty="0"/>
          </a:p>
        </p:txBody>
      </p:sp>
      <p:sp>
        <p:nvSpPr>
          <p:cNvPr id="4" name="フッター プレースホルダー 3">
            <a:extLst>
              <a:ext uri="{FF2B5EF4-FFF2-40B4-BE49-F238E27FC236}">
                <a16:creationId xmlns:a16="http://schemas.microsoft.com/office/drawing/2014/main" id="{6DC73A57-2967-8F2A-ACB4-70E16BFF57A0}"/>
              </a:ext>
            </a:extLst>
          </p:cNvPr>
          <p:cNvSpPr>
            <a:spLocks noGrp="1"/>
          </p:cNvSpPr>
          <p:nvPr>
            <p:ph type="ftr" sz="quarter" idx="11"/>
          </p:nvPr>
        </p:nvSpPr>
        <p:spPr/>
        <p:txBody>
          <a:bodyPr/>
          <a:lstStyle/>
          <a:p>
            <a:r>
              <a:rPr lang="en-US" altLang="ja-JP"/>
              <a:t>Copyright © SystemEXE,Inc All Rights Reserved.</a:t>
            </a:r>
          </a:p>
        </p:txBody>
      </p:sp>
      <p:sp>
        <p:nvSpPr>
          <p:cNvPr id="6" name="スライド番号プレースホルダー 3">
            <a:extLst>
              <a:ext uri="{FF2B5EF4-FFF2-40B4-BE49-F238E27FC236}">
                <a16:creationId xmlns:a16="http://schemas.microsoft.com/office/drawing/2014/main" id="{E3EB8A3E-57F9-173E-619F-1CDB0FFCE591}"/>
              </a:ext>
            </a:extLst>
          </p:cNvPr>
          <p:cNvSpPr>
            <a:spLocks noGrp="1"/>
          </p:cNvSpPr>
          <p:nvPr>
            <p:ph type="sldNum" sz="quarter" idx="12"/>
          </p:nvPr>
        </p:nvSpPr>
        <p:spPr>
          <a:xfrm>
            <a:off x="10752000" y="6552000"/>
            <a:ext cx="1440000" cy="216000"/>
          </a:xfrm>
        </p:spPr>
        <p:txBody>
          <a:bodyPr/>
          <a:lstStyle/>
          <a:p>
            <a:fld id="{26CA5134-5AAC-D342-B763-43605FECB385}" type="slidenum">
              <a:rPr kumimoji="1" lang="ja-JP" altLang="en-US" smtClean="0"/>
              <a:pPr/>
              <a:t>40</a:t>
            </a:fld>
            <a:endParaRPr kumimoji="1" lang="ja-JP" altLang="en-US" sz="700" dirty="0"/>
          </a:p>
        </p:txBody>
      </p:sp>
      <p:sp>
        <p:nvSpPr>
          <p:cNvPr id="3" name="コンテンツ プレースホルダー 2">
            <a:extLst>
              <a:ext uri="{FF2B5EF4-FFF2-40B4-BE49-F238E27FC236}">
                <a16:creationId xmlns:a16="http://schemas.microsoft.com/office/drawing/2014/main" id="{70307AE9-BD02-1FD6-986C-D316AFBFDFDB}"/>
              </a:ext>
            </a:extLst>
          </p:cNvPr>
          <p:cNvSpPr txBox="1">
            <a:spLocks/>
          </p:cNvSpPr>
          <p:nvPr/>
        </p:nvSpPr>
        <p:spPr>
          <a:xfrm>
            <a:off x="516000" y="869577"/>
            <a:ext cx="11101200" cy="5172636"/>
          </a:xfrm>
          <a:prstGeom prst="rect">
            <a:avLst/>
          </a:prstGeom>
        </p:spPr>
        <p:txBody>
          <a:bodyPr vert="horz" lIns="91440" tIns="45720" rIns="91440" bIns="45720" rtlCol="0">
            <a:noAutofit/>
          </a:bodyPr>
          <a:lstStyle>
            <a:lvl1pPr marL="228600" indent="-228600" algn="l" defTabSz="914400" rtl="0" eaLnBrk="1" latinLnBrk="0" hangingPunct="1">
              <a:lnSpc>
                <a:spcPct val="100000"/>
              </a:lnSpc>
              <a:spcBef>
                <a:spcPts val="1000"/>
              </a:spcBef>
              <a:buFont typeface="Arial" panose="020B0604020202020204" pitchFamily="34" charset="0"/>
              <a:buChar char="•"/>
              <a:defRPr kumimoji="1" sz="1600" kern="1200">
                <a:solidFill>
                  <a:schemeClr val="tx1"/>
                </a:solidFill>
                <a:latin typeface="游ゴシック" panose="020B0400000000000000" pitchFamily="50" charset="-128"/>
                <a:ea typeface="游ゴシック" panose="020B0400000000000000" pitchFamily="50" charset="-128"/>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kumimoji="1" sz="16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kumimoji="1" sz="16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kumimoji="1" sz="16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kumimoji="1" sz="16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dirty="0"/>
              <a:t>画面項目までご提示頂けていることもあり、要件定義と基本設計を</a:t>
            </a:r>
            <a:r>
              <a:rPr lang="en-US" altLang="ja-JP" dirty="0"/>
              <a:t>2</a:t>
            </a:r>
            <a:r>
              <a:rPr lang="ja-JP" altLang="en-US" dirty="0"/>
              <a:t>ヶ月間で実施するご提案となります。</a:t>
            </a:r>
            <a:endParaRPr lang="en-US" altLang="ja-JP" dirty="0"/>
          </a:p>
          <a:p>
            <a:r>
              <a:rPr lang="ja-JP" altLang="en-US" dirty="0"/>
              <a:t>有償ライブラリの利用を想定していないため、費用には含まれていません。要件定義時に</a:t>
            </a:r>
            <a:r>
              <a:rPr lang="en-US" altLang="ja-JP" dirty="0"/>
              <a:t>UI</a:t>
            </a:r>
            <a:r>
              <a:rPr lang="ja-JP" altLang="en-US" dirty="0"/>
              <a:t>検討し、購入が必要となった場合には別途お見積りさせていただきます。</a:t>
            </a:r>
            <a:endParaRPr lang="en-US" altLang="ja-JP" dirty="0"/>
          </a:p>
          <a:p>
            <a:r>
              <a:rPr lang="ja-JP" altLang="en-US" dirty="0"/>
              <a:t>導入工程の作業（ユーザー教育、稼働準備、初期流動支援、その他）は準委任契約のお見積り工数内で対応させていただく想定でおります。工数が不足する場合は別途作業調整またはお見積りのご相談をさせていただきます。</a:t>
            </a:r>
            <a:endParaRPr lang="en-US" altLang="ja-JP" dirty="0"/>
          </a:p>
          <a:p>
            <a:r>
              <a:rPr lang="ja-JP" altLang="en-US" dirty="0"/>
              <a:t>単価は、弊社標準の</a:t>
            </a:r>
            <a:r>
              <a:rPr lang="en-US" altLang="ja-JP" dirty="0"/>
              <a:t>PM140</a:t>
            </a:r>
            <a:r>
              <a:rPr lang="ja-JP" altLang="en-US" dirty="0"/>
              <a:t>万、</a:t>
            </a:r>
            <a:r>
              <a:rPr lang="en-US" altLang="ja-JP" dirty="0"/>
              <a:t>PL120</a:t>
            </a:r>
            <a:r>
              <a:rPr lang="ja-JP" altLang="en-US" dirty="0"/>
              <a:t>万、メンバー</a:t>
            </a:r>
            <a:r>
              <a:rPr lang="en-US" altLang="ja-JP" dirty="0"/>
              <a:t>100</a:t>
            </a:r>
            <a:r>
              <a:rPr lang="ja-JP" altLang="en-US" dirty="0"/>
              <a:t>万をベースとしてます。但し、お見積り費用については少し値引きした金額をご提示させていただいております。</a:t>
            </a:r>
            <a:endParaRPr lang="en-US" altLang="ja-JP" dirty="0"/>
          </a:p>
          <a:p>
            <a:r>
              <a:rPr lang="ja-JP" altLang="en-US" dirty="0"/>
              <a:t>運用保守のハイパーケア期間は別途ご相談とさせていただきます。</a:t>
            </a:r>
            <a:endParaRPr lang="en-US" altLang="ja-JP" dirty="0"/>
          </a:p>
          <a:p>
            <a:r>
              <a:rPr lang="ja-JP" altLang="en-US" dirty="0"/>
              <a:t>運用保守の費用については、実際の作業実績等も踏まえ都度調整とさせていただきます。</a:t>
            </a:r>
            <a:endParaRPr lang="en-US" altLang="ja-JP" dirty="0"/>
          </a:p>
          <a:p>
            <a:endParaRPr lang="en-US" altLang="ja-JP" dirty="0"/>
          </a:p>
          <a:p>
            <a:endParaRPr lang="en-US" altLang="ja-JP" dirty="0"/>
          </a:p>
        </p:txBody>
      </p:sp>
    </p:spTree>
    <p:extLst>
      <p:ext uri="{BB962C8B-B14F-4D97-AF65-F5344CB8AC3E}">
        <p14:creationId xmlns:p14="http://schemas.microsoft.com/office/powerpoint/2010/main" val="7811016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11563E-73D9-7457-76D3-F4FF9D50118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AC1507F-D843-BA3F-D5B9-B45C79BD6154}"/>
              </a:ext>
            </a:extLst>
          </p:cNvPr>
          <p:cNvSpPr>
            <a:spLocks noGrp="1"/>
          </p:cNvSpPr>
          <p:nvPr>
            <p:ph type="title"/>
          </p:nvPr>
        </p:nvSpPr>
        <p:spPr/>
        <p:txBody>
          <a:bodyPr/>
          <a:lstStyle/>
          <a:p>
            <a:r>
              <a:rPr kumimoji="1" lang="en-US" altLang="ja-JP"/>
              <a:t>11-4</a:t>
            </a:r>
            <a:r>
              <a:rPr kumimoji="1" lang="ja-JP" altLang="en-US"/>
              <a:t>．</a:t>
            </a:r>
            <a:r>
              <a:rPr lang="ja-JP" altLang="en-US" dirty="0"/>
              <a:t>お見積</a:t>
            </a:r>
            <a:r>
              <a:rPr kumimoji="1" lang="ja-JP" altLang="en-US" dirty="0"/>
              <a:t>り前提条件</a:t>
            </a:r>
          </a:p>
        </p:txBody>
      </p:sp>
      <p:sp>
        <p:nvSpPr>
          <p:cNvPr id="4" name="フッター プレースホルダー 3">
            <a:extLst>
              <a:ext uri="{FF2B5EF4-FFF2-40B4-BE49-F238E27FC236}">
                <a16:creationId xmlns:a16="http://schemas.microsoft.com/office/drawing/2014/main" id="{B9A0B4E4-BDD5-929C-7738-7C7D2D817C1D}"/>
              </a:ext>
            </a:extLst>
          </p:cNvPr>
          <p:cNvSpPr>
            <a:spLocks noGrp="1"/>
          </p:cNvSpPr>
          <p:nvPr>
            <p:ph type="ftr" sz="quarter" idx="11"/>
          </p:nvPr>
        </p:nvSpPr>
        <p:spPr/>
        <p:txBody>
          <a:bodyPr/>
          <a:lstStyle/>
          <a:p>
            <a:r>
              <a:rPr lang="en-US"/>
              <a:t>Copyright © SystemEXE,Inc All Rights Reserved.</a:t>
            </a:r>
          </a:p>
        </p:txBody>
      </p:sp>
      <p:sp>
        <p:nvSpPr>
          <p:cNvPr id="8" name="コンテンツ プレースホルダー 2">
            <a:extLst>
              <a:ext uri="{FF2B5EF4-FFF2-40B4-BE49-F238E27FC236}">
                <a16:creationId xmlns:a16="http://schemas.microsoft.com/office/drawing/2014/main" id="{6AE8CC45-2A20-B6E7-E20B-802E66F6B3D5}"/>
              </a:ext>
            </a:extLst>
          </p:cNvPr>
          <p:cNvSpPr txBox="1">
            <a:spLocks/>
          </p:cNvSpPr>
          <p:nvPr/>
        </p:nvSpPr>
        <p:spPr>
          <a:xfrm>
            <a:off x="516000" y="728028"/>
            <a:ext cx="11554080" cy="5913027"/>
          </a:xfrm>
          <a:prstGeom prst="rect">
            <a:avLst/>
          </a:prstGeom>
        </p:spPr>
        <p:txBody>
          <a:bodyPr vert="horz" lIns="91440" tIns="45720" rIns="91440" bIns="45720" rtlCol="0">
            <a:noAutofit/>
          </a:bodyPr>
          <a:lstStyle>
            <a:lvl1pPr marL="228600" indent="-228600" algn="l" defTabSz="914400" rtl="0" eaLnBrk="1" latinLnBrk="0" hangingPunct="1">
              <a:lnSpc>
                <a:spcPct val="100000"/>
              </a:lnSpc>
              <a:spcBef>
                <a:spcPts val="1000"/>
              </a:spcBef>
              <a:buFont typeface="Arial" panose="020B0604020202020204" pitchFamily="34" charset="0"/>
              <a:buChar char="•"/>
              <a:defRPr kumimoji="1" sz="1600" kern="1200">
                <a:solidFill>
                  <a:schemeClr val="tx1"/>
                </a:solidFill>
                <a:latin typeface="游ゴシック" panose="020B0400000000000000" pitchFamily="50" charset="-128"/>
                <a:ea typeface="游ゴシック" panose="020B0400000000000000" pitchFamily="50" charset="-128"/>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kumimoji="1" sz="16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kumimoji="1" sz="16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kumimoji="1" sz="16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kumimoji="1" sz="16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1400" dirty="0">
                <a:latin typeface="+mn-ea"/>
                <a:ea typeface="+mn-ea"/>
              </a:rPr>
              <a:t>お見積り金額はすべて税抜きでの記載となります。</a:t>
            </a:r>
            <a:endParaRPr lang="ja-JP" altLang="en-US" sz="1400" b="0" i="0" u="none" strike="noStrike" baseline="0" dirty="0">
              <a:solidFill>
                <a:srgbClr val="000000"/>
              </a:solidFill>
              <a:latin typeface="+mn-ea"/>
              <a:ea typeface="+mn-ea"/>
            </a:endParaRPr>
          </a:p>
          <a:p>
            <a:r>
              <a:rPr lang="ja-JP" altLang="en-US" sz="1400" b="0" i="0" u="none" strike="noStrike" baseline="0" dirty="0">
                <a:solidFill>
                  <a:srgbClr val="000000"/>
                </a:solidFill>
                <a:latin typeface="+mn-ea"/>
                <a:ea typeface="+mn-ea"/>
              </a:rPr>
              <a:t>詳細設計工程以降の工数および金額につきましては、概算お見積りとなります。要件定義・基本設計工程完了後に正式なお見積りをご提示いたします。</a:t>
            </a:r>
            <a:endParaRPr lang="en-US" altLang="ja-JP" sz="1400" dirty="0">
              <a:latin typeface="+mn-ea"/>
              <a:ea typeface="+mn-ea"/>
            </a:endParaRPr>
          </a:p>
          <a:p>
            <a:r>
              <a:rPr lang="ja-JP" altLang="en-US" sz="1400" dirty="0">
                <a:latin typeface="+mn-ea"/>
                <a:ea typeface="+mn-ea"/>
              </a:rPr>
              <a:t>受領資料から弊社で作成した「想定</a:t>
            </a:r>
            <a:r>
              <a:rPr kumimoji="1" lang="ja-JP" altLang="en-US" sz="1400" dirty="0">
                <a:latin typeface="+mn-ea"/>
                <a:ea typeface="+mn-ea"/>
              </a:rPr>
              <a:t>機能・</a:t>
            </a:r>
            <a:r>
              <a:rPr lang="ja-JP" altLang="en-US" sz="1400" dirty="0">
                <a:latin typeface="+mn-ea"/>
                <a:ea typeface="+mn-ea"/>
              </a:rPr>
              <a:t>画面</a:t>
            </a:r>
            <a:r>
              <a:rPr kumimoji="1" lang="ja-JP" altLang="en-US" sz="1400" dirty="0">
                <a:latin typeface="+mn-ea"/>
                <a:ea typeface="+mn-ea"/>
              </a:rPr>
              <a:t>一覧①～</a:t>
            </a:r>
            <a:r>
              <a:rPr lang="ja-JP" altLang="en-US" sz="1400" dirty="0">
                <a:latin typeface="+mn-ea"/>
                <a:ea typeface="+mn-ea"/>
              </a:rPr>
              <a:t>③」を前提とした概算見積となります。</a:t>
            </a:r>
            <a:br>
              <a:rPr lang="en-US" altLang="ja-JP" sz="1400" dirty="0">
                <a:latin typeface="+mn-ea"/>
                <a:ea typeface="+mn-ea"/>
              </a:rPr>
            </a:br>
            <a:r>
              <a:rPr lang="ja-JP" altLang="en-US" sz="1400" dirty="0">
                <a:latin typeface="+mn-ea"/>
                <a:ea typeface="+mn-ea"/>
              </a:rPr>
              <a:t>想定している機能から機能数や規模が変更になった場合は変更となります。</a:t>
            </a:r>
            <a:endParaRPr lang="en-US" altLang="ja-JP" sz="1400" dirty="0">
              <a:latin typeface="+mn-ea"/>
              <a:ea typeface="+mn-ea"/>
            </a:endParaRPr>
          </a:p>
          <a:p>
            <a:r>
              <a:rPr lang="ja-JP" altLang="en-US" sz="1400" dirty="0">
                <a:latin typeface="+mn-ea"/>
                <a:ea typeface="+mn-ea"/>
              </a:rPr>
              <a:t>下記については本お見積もりには含まれておりません。</a:t>
            </a:r>
            <a:endParaRPr lang="en-US" altLang="ja-JP" sz="1400" dirty="0">
              <a:latin typeface="+mn-ea"/>
              <a:ea typeface="+mn-ea"/>
            </a:endParaRPr>
          </a:p>
          <a:p>
            <a:pPr lvl="1">
              <a:buFont typeface="Wingdings" panose="05000000000000000000" pitchFamily="2" charset="2"/>
              <a:buChar char="ü"/>
            </a:pPr>
            <a:r>
              <a:rPr lang="ja-JP" altLang="en-US" sz="1400" dirty="0">
                <a:latin typeface="+mn-ea"/>
                <a:ea typeface="+mn-ea"/>
              </a:rPr>
              <a:t>モバイル端末対応</a:t>
            </a:r>
            <a:endParaRPr lang="en-US" altLang="ja-JP" sz="1400" dirty="0">
              <a:latin typeface="+mn-ea"/>
              <a:ea typeface="+mn-ea"/>
            </a:endParaRPr>
          </a:p>
          <a:p>
            <a:pPr lvl="1">
              <a:buFont typeface="Wingdings" panose="05000000000000000000" pitchFamily="2" charset="2"/>
              <a:buChar char="ü"/>
            </a:pPr>
            <a:r>
              <a:rPr lang="ja-JP" altLang="en-US" sz="1400" dirty="0">
                <a:latin typeface="+mn-ea"/>
                <a:ea typeface="+mn-ea"/>
              </a:rPr>
              <a:t>外部</a:t>
            </a:r>
            <a:r>
              <a:rPr lang="en-US" altLang="ja-JP" sz="1400" dirty="0">
                <a:latin typeface="+mn-ea"/>
                <a:ea typeface="+mn-ea"/>
              </a:rPr>
              <a:t>IF</a:t>
            </a:r>
            <a:r>
              <a:rPr lang="ja-JP" altLang="en-US" sz="1400" dirty="0">
                <a:latin typeface="+mn-ea"/>
                <a:ea typeface="+mn-ea"/>
              </a:rPr>
              <a:t>連携</a:t>
            </a:r>
            <a:endParaRPr lang="en-US" altLang="ja-JP" sz="1400" dirty="0">
              <a:latin typeface="+mn-ea"/>
              <a:ea typeface="+mn-ea"/>
            </a:endParaRPr>
          </a:p>
          <a:p>
            <a:pPr lvl="1">
              <a:buFont typeface="Wingdings" panose="05000000000000000000" pitchFamily="2" charset="2"/>
              <a:buChar char="ü"/>
            </a:pPr>
            <a:r>
              <a:rPr lang="ja-JP" altLang="en-US" sz="1400" dirty="0">
                <a:latin typeface="+mn-ea"/>
                <a:ea typeface="+mn-ea"/>
              </a:rPr>
              <a:t>脆弱性診断の実施費用</a:t>
            </a:r>
            <a:endParaRPr lang="en-US" altLang="ja-JP" sz="1400" dirty="0">
              <a:latin typeface="+mn-ea"/>
              <a:ea typeface="+mn-ea"/>
            </a:endParaRPr>
          </a:p>
          <a:p>
            <a:pPr lvl="1">
              <a:buFont typeface="Wingdings" panose="05000000000000000000" pitchFamily="2" charset="2"/>
              <a:buChar char="ü"/>
            </a:pPr>
            <a:r>
              <a:rPr lang="ja-JP" altLang="en-US" sz="1400" dirty="0">
                <a:latin typeface="+mn-ea"/>
                <a:ea typeface="+mn-ea"/>
              </a:rPr>
              <a:t>ハードウェア、ネットワーク、ミドルウェア、クラウド環境の調達費用および利用料、設定作業等</a:t>
            </a:r>
            <a:endParaRPr lang="en-US" altLang="ja-JP" sz="1400" dirty="0">
              <a:latin typeface="+mn-ea"/>
              <a:ea typeface="+mn-ea"/>
            </a:endParaRPr>
          </a:p>
          <a:p>
            <a:r>
              <a:rPr lang="ja-JP" altLang="en-US" sz="1400" dirty="0">
                <a:latin typeface="+mn-ea"/>
                <a:ea typeface="+mn-ea"/>
              </a:rPr>
              <a:t>ドキュメントは弊社フォーマットでの作成を前提とし、別フォーマットで作成する場合は別途協議といたします。</a:t>
            </a:r>
          </a:p>
          <a:p>
            <a:r>
              <a:rPr lang="ja-JP" altLang="en-US" sz="1400" dirty="0">
                <a:latin typeface="+mn-ea"/>
                <a:ea typeface="+mn-ea"/>
              </a:rPr>
              <a:t>作業場所は、打合せを除き、原則弊社オフィス内（在宅勤務含む）といたします。</a:t>
            </a:r>
            <a:endParaRPr lang="en-US" altLang="ja-JP" sz="1400" dirty="0">
              <a:latin typeface="+mn-ea"/>
              <a:ea typeface="+mn-ea"/>
            </a:endParaRPr>
          </a:p>
          <a:p>
            <a:r>
              <a:rPr lang="ja-JP" altLang="en-US" sz="1400" dirty="0">
                <a:latin typeface="+mn-ea"/>
                <a:ea typeface="+mn-ea"/>
              </a:rPr>
              <a:t>東京２３区以外でのオフィスや事業所等での作業につきましては、交通費・宿泊費を別途ご請求といたします。</a:t>
            </a:r>
            <a:endParaRPr lang="en-US" altLang="ja-JP" sz="1400" dirty="0">
              <a:latin typeface="+mn-ea"/>
              <a:ea typeface="+mn-ea"/>
            </a:endParaRPr>
          </a:p>
          <a:p>
            <a:r>
              <a:rPr lang="ja-JP" altLang="en-US" sz="1400" dirty="0">
                <a:latin typeface="+mn-ea"/>
                <a:ea typeface="+mn-ea"/>
              </a:rPr>
              <a:t>瑕疵担保責任期間は検収日より１年間とします。（検収日より</a:t>
            </a:r>
            <a:r>
              <a:rPr lang="en-US" altLang="ja-JP" sz="1400" dirty="0">
                <a:latin typeface="+mn-ea"/>
                <a:ea typeface="+mn-ea"/>
              </a:rPr>
              <a:t>1</a:t>
            </a:r>
            <a:r>
              <a:rPr lang="ja-JP" altLang="en-US" sz="1400" dirty="0">
                <a:latin typeface="+mn-ea"/>
                <a:ea typeface="+mn-ea"/>
              </a:rPr>
              <a:t>年間に限り契約不適合責任を追及できることとします。）</a:t>
            </a:r>
            <a:endParaRPr lang="en-US" altLang="ja-JP" sz="1400" dirty="0">
              <a:latin typeface="+mn-ea"/>
              <a:ea typeface="+mn-ea"/>
            </a:endParaRPr>
          </a:p>
          <a:p>
            <a:r>
              <a:rPr lang="ja-JP" altLang="en-US" sz="1400" dirty="0">
                <a:latin typeface="+mn-ea"/>
                <a:ea typeface="+mn-ea"/>
              </a:rPr>
              <a:t>作業の一部を弊社パートナー会社へ再委託させていただく場合がございます。再委託先は、弊社グループ会社であるシステムエグゼベトナムを含みます。</a:t>
            </a:r>
            <a:endParaRPr lang="en-US" altLang="ja-JP" sz="1400" dirty="0">
              <a:latin typeface="+mn-ea"/>
              <a:ea typeface="+mn-ea"/>
            </a:endParaRPr>
          </a:p>
          <a:p>
            <a:r>
              <a:rPr lang="ja-JP" altLang="en-US" sz="1400" dirty="0">
                <a:latin typeface="+mn-ea"/>
                <a:ea typeface="+mn-ea"/>
              </a:rPr>
              <a:t>上記諸条件および本提案書に記載のない諸条件</a:t>
            </a:r>
            <a:r>
              <a:rPr lang="en-US" altLang="ja-JP" sz="1400" dirty="0">
                <a:latin typeface="+mn-ea"/>
                <a:ea typeface="+mn-ea"/>
              </a:rPr>
              <a:t>/</a:t>
            </a:r>
            <a:r>
              <a:rPr lang="ja-JP" altLang="en-US" sz="1400" dirty="0">
                <a:latin typeface="+mn-ea"/>
                <a:ea typeface="+mn-ea"/>
              </a:rPr>
              <a:t>作業内容につきましては、別途ご相談の上、決定させていただきます。</a:t>
            </a:r>
            <a:endParaRPr lang="en-US" altLang="ja-JP" sz="1400" dirty="0">
              <a:latin typeface="+mn-ea"/>
              <a:ea typeface="+mn-ea"/>
            </a:endParaRPr>
          </a:p>
        </p:txBody>
      </p:sp>
      <p:sp>
        <p:nvSpPr>
          <p:cNvPr id="3" name="スライド番号プレースホルダー 3">
            <a:extLst>
              <a:ext uri="{FF2B5EF4-FFF2-40B4-BE49-F238E27FC236}">
                <a16:creationId xmlns:a16="http://schemas.microsoft.com/office/drawing/2014/main" id="{4F9FFC9A-15D2-3D18-639E-0C85624B9EF0}"/>
              </a:ext>
            </a:extLst>
          </p:cNvPr>
          <p:cNvSpPr>
            <a:spLocks noGrp="1"/>
          </p:cNvSpPr>
          <p:nvPr>
            <p:ph type="sldNum" sz="quarter" idx="12"/>
          </p:nvPr>
        </p:nvSpPr>
        <p:spPr>
          <a:xfrm>
            <a:off x="10752000" y="6552000"/>
            <a:ext cx="1440000" cy="216000"/>
          </a:xfrm>
        </p:spPr>
        <p:txBody>
          <a:bodyPr/>
          <a:lstStyle/>
          <a:p>
            <a:fld id="{26CA5134-5AAC-D342-B763-43605FECB385}" type="slidenum">
              <a:rPr kumimoji="1" lang="ja-JP" altLang="en-US" smtClean="0"/>
              <a:pPr/>
              <a:t>41</a:t>
            </a:fld>
            <a:endParaRPr kumimoji="1" lang="ja-JP" altLang="en-US" sz="700" dirty="0"/>
          </a:p>
        </p:txBody>
      </p:sp>
    </p:spTree>
    <p:extLst>
      <p:ext uri="{BB962C8B-B14F-4D97-AF65-F5344CB8AC3E}">
        <p14:creationId xmlns:p14="http://schemas.microsoft.com/office/powerpoint/2010/main" val="251325728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スライド番号プレースホルダー 2">
            <a:extLst>
              <a:ext uri="{FF2B5EF4-FFF2-40B4-BE49-F238E27FC236}">
                <a16:creationId xmlns:a16="http://schemas.microsoft.com/office/drawing/2014/main" id="{E5741D1A-D4EE-D027-E2D7-7F5622FF361E}"/>
              </a:ext>
            </a:extLst>
          </p:cNvPr>
          <p:cNvSpPr>
            <a:spLocks noGrp="1"/>
          </p:cNvSpPr>
          <p:nvPr>
            <p:ph type="sldNum" sz="quarter" idx="12"/>
          </p:nvPr>
        </p:nvSpPr>
        <p:spPr/>
        <p:txBody>
          <a:bodyPr/>
          <a:lstStyle/>
          <a:p>
            <a:fld id="{26CA5134-5AAC-D342-B763-43605FECB385}" type="slidenum">
              <a:rPr kumimoji="1" lang="ja-JP" altLang="en-US" smtClean="0"/>
              <a:pPr/>
              <a:t>42</a:t>
            </a:fld>
            <a:endParaRPr kumimoji="1" lang="ja-JP" altLang="en-US" sz="700"/>
          </a:p>
        </p:txBody>
      </p:sp>
      <p:sp>
        <p:nvSpPr>
          <p:cNvPr id="4" name="タイトル 3">
            <a:extLst>
              <a:ext uri="{FF2B5EF4-FFF2-40B4-BE49-F238E27FC236}">
                <a16:creationId xmlns:a16="http://schemas.microsoft.com/office/drawing/2014/main" id="{4798D9FB-EFA5-ABA8-04F6-068D471B1BFF}"/>
              </a:ext>
            </a:extLst>
          </p:cNvPr>
          <p:cNvSpPr>
            <a:spLocks noGrp="1"/>
          </p:cNvSpPr>
          <p:nvPr>
            <p:ph type="title"/>
          </p:nvPr>
        </p:nvSpPr>
        <p:spPr/>
        <p:txBody>
          <a:bodyPr/>
          <a:lstStyle/>
          <a:p>
            <a:r>
              <a:rPr lang="ja-JP" altLang="en-US"/>
              <a:t>弊社情報</a:t>
            </a:r>
            <a:endParaRPr kumimoji="1" lang="ja-JP" altLang="en-US" dirty="0"/>
          </a:p>
        </p:txBody>
      </p:sp>
      <p:sp>
        <p:nvSpPr>
          <p:cNvPr id="5" name="フッター プレースホルダー 3">
            <a:extLst>
              <a:ext uri="{FF2B5EF4-FFF2-40B4-BE49-F238E27FC236}">
                <a16:creationId xmlns:a16="http://schemas.microsoft.com/office/drawing/2014/main" id="{64C5B271-4E1B-B592-1034-A7617D49F409}"/>
              </a:ext>
            </a:extLst>
          </p:cNvPr>
          <p:cNvSpPr>
            <a:spLocks noGrp="1"/>
          </p:cNvSpPr>
          <p:nvPr>
            <p:ph type="ftr" sz="quarter" idx="11"/>
          </p:nvPr>
        </p:nvSpPr>
        <p:spPr>
          <a:xfrm>
            <a:off x="3036000" y="6552000"/>
            <a:ext cx="6120000" cy="216000"/>
          </a:xfrm>
        </p:spPr>
        <p:txBody>
          <a:bodyPr/>
          <a:lstStyle/>
          <a:p>
            <a:r>
              <a:rPr lang="en-US" altLang="ja-JP" dirty="0"/>
              <a:t>Copyright © </a:t>
            </a:r>
            <a:r>
              <a:rPr lang="en-US" altLang="ja-JP" dirty="0" err="1"/>
              <a:t>SystemEXE,Inc</a:t>
            </a:r>
            <a:r>
              <a:rPr lang="en-US" altLang="ja-JP" dirty="0"/>
              <a:t> All Rights Reserved.</a:t>
            </a:r>
          </a:p>
        </p:txBody>
      </p:sp>
    </p:spTree>
    <p:extLst>
      <p:ext uri="{BB962C8B-B14F-4D97-AF65-F5344CB8AC3E}">
        <p14:creationId xmlns:p14="http://schemas.microsoft.com/office/powerpoint/2010/main" val="173447710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7C62C3-9372-E805-89F1-55BE7F66CB1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B648F7D-D578-7FB0-AA31-AB55F9D40891}"/>
              </a:ext>
            </a:extLst>
          </p:cNvPr>
          <p:cNvSpPr>
            <a:spLocks noGrp="1"/>
          </p:cNvSpPr>
          <p:nvPr>
            <p:ph type="title"/>
          </p:nvPr>
        </p:nvSpPr>
        <p:spPr/>
        <p:txBody>
          <a:bodyPr/>
          <a:lstStyle/>
          <a:p>
            <a:r>
              <a:rPr lang="en-US" altLang="ja-JP" dirty="0"/>
              <a:t>12-1</a:t>
            </a:r>
            <a:r>
              <a:rPr lang="ja-JP" altLang="en-US"/>
              <a:t>．弊社概要</a:t>
            </a:r>
            <a:r>
              <a:rPr lang="ja-JP" altLang="en-US" dirty="0"/>
              <a:t>①</a:t>
            </a:r>
            <a:endParaRPr kumimoji="1" lang="ja-JP" altLang="en-US" dirty="0"/>
          </a:p>
        </p:txBody>
      </p:sp>
      <p:sp>
        <p:nvSpPr>
          <p:cNvPr id="5" name="フッター プレースホルダー 4">
            <a:extLst>
              <a:ext uri="{FF2B5EF4-FFF2-40B4-BE49-F238E27FC236}">
                <a16:creationId xmlns:a16="http://schemas.microsoft.com/office/drawing/2014/main" id="{2BECB683-AE78-7FFC-069B-EF8F249FDAAB}"/>
              </a:ext>
            </a:extLst>
          </p:cNvPr>
          <p:cNvSpPr>
            <a:spLocks noGrp="1"/>
          </p:cNvSpPr>
          <p:nvPr>
            <p:ph type="ftr" sz="quarter" idx="11"/>
          </p:nvPr>
        </p:nvSpPr>
        <p:spPr/>
        <p:txBody>
          <a:bodyPr/>
          <a:lstStyle/>
          <a:p>
            <a:r>
              <a:rPr lang="en-US" altLang="ja-JP"/>
              <a:t>Copyright © SystemEXE,Inc All Rights Reserved.</a:t>
            </a:r>
            <a:endParaRPr lang="ja-JP" altLang="en-US"/>
          </a:p>
        </p:txBody>
      </p:sp>
      <p:sp>
        <p:nvSpPr>
          <p:cNvPr id="3" name="スライド番号プレースホルダー 3">
            <a:extLst>
              <a:ext uri="{FF2B5EF4-FFF2-40B4-BE49-F238E27FC236}">
                <a16:creationId xmlns:a16="http://schemas.microsoft.com/office/drawing/2014/main" id="{FC122E66-C7F4-2D7E-63C5-B19558C8919C}"/>
              </a:ext>
            </a:extLst>
          </p:cNvPr>
          <p:cNvSpPr>
            <a:spLocks noGrp="1"/>
          </p:cNvSpPr>
          <p:nvPr>
            <p:ph type="sldNum" sz="quarter" idx="12"/>
          </p:nvPr>
        </p:nvSpPr>
        <p:spPr>
          <a:xfrm>
            <a:off x="10752000" y="6552000"/>
            <a:ext cx="1440000" cy="216000"/>
          </a:xfrm>
        </p:spPr>
        <p:txBody>
          <a:bodyPr/>
          <a:lstStyle/>
          <a:p>
            <a:fld id="{26CA5134-5AAC-D342-B763-43605FECB385}" type="slidenum">
              <a:rPr kumimoji="1" lang="ja-JP" altLang="en-US" smtClean="0"/>
              <a:pPr/>
              <a:t>43</a:t>
            </a:fld>
            <a:endParaRPr kumimoji="1" lang="ja-JP" altLang="en-US" sz="700" dirty="0"/>
          </a:p>
        </p:txBody>
      </p:sp>
      <p:graphicFrame>
        <p:nvGraphicFramePr>
          <p:cNvPr id="4" name="コンテンツ プレースホルダー 7">
            <a:extLst>
              <a:ext uri="{FF2B5EF4-FFF2-40B4-BE49-F238E27FC236}">
                <a16:creationId xmlns:a16="http://schemas.microsoft.com/office/drawing/2014/main" id="{795F264D-352A-14F7-3305-B89F47D53D80}"/>
              </a:ext>
            </a:extLst>
          </p:cNvPr>
          <p:cNvGraphicFramePr>
            <a:graphicFrameLocks/>
          </p:cNvGraphicFramePr>
          <p:nvPr>
            <p:extLst>
              <p:ext uri="{D42A27DB-BD31-4B8C-83A1-F6EECF244321}">
                <p14:modId xmlns:p14="http://schemas.microsoft.com/office/powerpoint/2010/main" val="1022728516"/>
              </p:ext>
            </p:extLst>
          </p:nvPr>
        </p:nvGraphicFramePr>
        <p:xfrm>
          <a:off x="508722" y="993608"/>
          <a:ext cx="5861545" cy="5184000"/>
        </p:xfrm>
        <a:graphic>
          <a:graphicData uri="http://schemas.openxmlformats.org/drawingml/2006/table">
            <a:tbl>
              <a:tblPr firstRow="1" bandRow="1"/>
              <a:tblGrid>
                <a:gridCol w="1440000">
                  <a:extLst>
                    <a:ext uri="{9D8B030D-6E8A-4147-A177-3AD203B41FA5}">
                      <a16:colId xmlns:a16="http://schemas.microsoft.com/office/drawing/2014/main" val="3234578392"/>
                    </a:ext>
                  </a:extLst>
                </a:gridCol>
                <a:gridCol w="1482635">
                  <a:extLst>
                    <a:ext uri="{9D8B030D-6E8A-4147-A177-3AD203B41FA5}">
                      <a16:colId xmlns:a16="http://schemas.microsoft.com/office/drawing/2014/main" val="3687508247"/>
                    </a:ext>
                  </a:extLst>
                </a:gridCol>
                <a:gridCol w="1149131">
                  <a:extLst>
                    <a:ext uri="{9D8B030D-6E8A-4147-A177-3AD203B41FA5}">
                      <a16:colId xmlns:a16="http://schemas.microsoft.com/office/drawing/2014/main" val="1416225269"/>
                    </a:ext>
                  </a:extLst>
                </a:gridCol>
                <a:gridCol w="1789779">
                  <a:extLst>
                    <a:ext uri="{9D8B030D-6E8A-4147-A177-3AD203B41FA5}">
                      <a16:colId xmlns:a16="http://schemas.microsoft.com/office/drawing/2014/main" val="2608253652"/>
                    </a:ext>
                  </a:extLst>
                </a:gridCol>
              </a:tblGrid>
              <a:tr h="864000">
                <a:tc>
                  <a:txBody>
                    <a:bodyPr/>
                    <a:lstStyle>
                      <a:lvl1pPr marL="0" algn="l" defTabSz="914400" rtl="0" eaLnBrk="1" latinLnBrk="0" hangingPunct="1">
                        <a:defRPr kumimoji="1" sz="1800" kern="1200">
                          <a:solidFill>
                            <a:schemeClr val="tx1"/>
                          </a:solidFill>
                          <a:latin typeface="Calibri" panose="020F0502020204030204"/>
                        </a:defRPr>
                      </a:lvl1pPr>
                      <a:lvl2pPr marL="457200" algn="l" defTabSz="914400" rtl="0" eaLnBrk="1" latinLnBrk="0" hangingPunct="1">
                        <a:defRPr kumimoji="1" sz="1800" kern="1200">
                          <a:solidFill>
                            <a:schemeClr val="tx1"/>
                          </a:solidFill>
                          <a:latin typeface="Calibri" panose="020F0502020204030204"/>
                        </a:defRPr>
                      </a:lvl2pPr>
                      <a:lvl3pPr marL="914400" algn="l" defTabSz="914400" rtl="0" eaLnBrk="1" latinLnBrk="0" hangingPunct="1">
                        <a:defRPr kumimoji="1" sz="1800" kern="1200">
                          <a:solidFill>
                            <a:schemeClr val="tx1"/>
                          </a:solidFill>
                          <a:latin typeface="Calibri" panose="020F0502020204030204"/>
                        </a:defRPr>
                      </a:lvl3pPr>
                      <a:lvl4pPr marL="1371600" algn="l" defTabSz="914400" rtl="0" eaLnBrk="1" latinLnBrk="0" hangingPunct="1">
                        <a:defRPr kumimoji="1" sz="1800" kern="1200">
                          <a:solidFill>
                            <a:schemeClr val="tx1"/>
                          </a:solidFill>
                          <a:latin typeface="Calibri" panose="020F0502020204030204"/>
                        </a:defRPr>
                      </a:lvl4pPr>
                      <a:lvl5pPr marL="1828800" algn="l" defTabSz="914400" rtl="0" eaLnBrk="1" latinLnBrk="0" hangingPunct="1">
                        <a:defRPr kumimoji="1" sz="1800" kern="1200">
                          <a:solidFill>
                            <a:schemeClr val="tx1"/>
                          </a:solidFill>
                          <a:latin typeface="Calibri" panose="020F0502020204030204"/>
                        </a:defRPr>
                      </a:lvl5pPr>
                      <a:lvl6pPr marL="2286000" algn="l" defTabSz="914400" rtl="0" eaLnBrk="1" latinLnBrk="0" hangingPunct="1">
                        <a:defRPr kumimoji="1" sz="1800" kern="1200">
                          <a:solidFill>
                            <a:schemeClr val="tx1"/>
                          </a:solidFill>
                          <a:latin typeface="Calibri" panose="020F0502020204030204"/>
                        </a:defRPr>
                      </a:lvl6pPr>
                      <a:lvl7pPr marL="2743200" algn="l" defTabSz="914400" rtl="0" eaLnBrk="1" latinLnBrk="0" hangingPunct="1">
                        <a:defRPr kumimoji="1" sz="1800" kern="1200">
                          <a:solidFill>
                            <a:schemeClr val="tx1"/>
                          </a:solidFill>
                          <a:latin typeface="Calibri" panose="020F0502020204030204"/>
                        </a:defRPr>
                      </a:lvl7pPr>
                      <a:lvl8pPr marL="3200400" algn="l" defTabSz="914400" rtl="0" eaLnBrk="1" latinLnBrk="0" hangingPunct="1">
                        <a:defRPr kumimoji="1" sz="1800" kern="1200">
                          <a:solidFill>
                            <a:schemeClr val="tx1"/>
                          </a:solidFill>
                          <a:latin typeface="Calibri" panose="020F0502020204030204"/>
                        </a:defRPr>
                      </a:lvl8pPr>
                      <a:lvl9pPr marL="3657600" algn="l" defTabSz="914400" rtl="0" eaLnBrk="1" latinLnBrk="0" hangingPunct="1">
                        <a:defRPr kumimoji="1" sz="1800" kern="1200">
                          <a:solidFill>
                            <a:schemeClr val="tx1"/>
                          </a:solidFill>
                          <a:latin typeface="Calibri" panose="020F0502020204030204"/>
                        </a:defRPr>
                      </a:lvl9pPr>
                    </a:lstStyle>
                    <a:p>
                      <a:r>
                        <a:rPr kumimoji="1" lang="ja-JP" altLang="en-US" sz="1400">
                          <a:latin typeface="+mn-ea"/>
                          <a:ea typeface="+mn-ea"/>
                        </a:rPr>
                        <a:t>商号</a:t>
                      </a:r>
                    </a:p>
                  </a:txBody>
                  <a:tcPr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lnTlToBr w="12700" cmpd="sng">
                      <a:noFill/>
                      <a:prstDash val="solid"/>
                    </a:lnTlToBr>
                    <a:lnBlToTr w="12700" cmpd="sng">
                      <a:noFill/>
                      <a:prstDash val="solid"/>
                    </a:lnBlToTr>
                    <a:solidFill>
                      <a:srgbClr val="A5A5A5">
                        <a:lumMod val="20000"/>
                        <a:lumOff val="80000"/>
                      </a:srgbClr>
                    </a:solidFill>
                  </a:tcPr>
                </a:tc>
                <a:tc gridSpan="3">
                  <a:txBody>
                    <a:bodyPr/>
                    <a:lstStyle>
                      <a:lvl1pPr marL="0" algn="l" defTabSz="914400" rtl="0" eaLnBrk="1" latinLnBrk="0" hangingPunct="1">
                        <a:defRPr kumimoji="1" sz="1800" kern="1200">
                          <a:solidFill>
                            <a:schemeClr val="tx1"/>
                          </a:solidFill>
                          <a:latin typeface="Calibri" panose="020F0502020204030204"/>
                        </a:defRPr>
                      </a:lvl1pPr>
                      <a:lvl2pPr marL="457200" algn="l" defTabSz="914400" rtl="0" eaLnBrk="1" latinLnBrk="0" hangingPunct="1">
                        <a:defRPr kumimoji="1" sz="1800" kern="1200">
                          <a:solidFill>
                            <a:schemeClr val="tx1"/>
                          </a:solidFill>
                          <a:latin typeface="Calibri" panose="020F0502020204030204"/>
                        </a:defRPr>
                      </a:lvl2pPr>
                      <a:lvl3pPr marL="914400" algn="l" defTabSz="914400" rtl="0" eaLnBrk="1" latinLnBrk="0" hangingPunct="1">
                        <a:defRPr kumimoji="1" sz="1800" kern="1200">
                          <a:solidFill>
                            <a:schemeClr val="tx1"/>
                          </a:solidFill>
                          <a:latin typeface="Calibri" panose="020F0502020204030204"/>
                        </a:defRPr>
                      </a:lvl3pPr>
                      <a:lvl4pPr marL="1371600" algn="l" defTabSz="914400" rtl="0" eaLnBrk="1" latinLnBrk="0" hangingPunct="1">
                        <a:defRPr kumimoji="1" sz="1800" kern="1200">
                          <a:solidFill>
                            <a:schemeClr val="tx1"/>
                          </a:solidFill>
                          <a:latin typeface="Calibri" panose="020F0502020204030204"/>
                        </a:defRPr>
                      </a:lvl4pPr>
                      <a:lvl5pPr marL="1828800" algn="l" defTabSz="914400" rtl="0" eaLnBrk="1" latinLnBrk="0" hangingPunct="1">
                        <a:defRPr kumimoji="1" sz="1800" kern="1200">
                          <a:solidFill>
                            <a:schemeClr val="tx1"/>
                          </a:solidFill>
                          <a:latin typeface="Calibri" panose="020F0502020204030204"/>
                        </a:defRPr>
                      </a:lvl5pPr>
                      <a:lvl6pPr marL="2286000" algn="l" defTabSz="914400" rtl="0" eaLnBrk="1" latinLnBrk="0" hangingPunct="1">
                        <a:defRPr kumimoji="1" sz="1800" kern="1200">
                          <a:solidFill>
                            <a:schemeClr val="tx1"/>
                          </a:solidFill>
                          <a:latin typeface="Calibri" panose="020F0502020204030204"/>
                        </a:defRPr>
                      </a:lvl6pPr>
                      <a:lvl7pPr marL="2743200" algn="l" defTabSz="914400" rtl="0" eaLnBrk="1" latinLnBrk="0" hangingPunct="1">
                        <a:defRPr kumimoji="1" sz="1800" kern="1200">
                          <a:solidFill>
                            <a:schemeClr val="tx1"/>
                          </a:solidFill>
                          <a:latin typeface="Calibri" panose="020F0502020204030204"/>
                        </a:defRPr>
                      </a:lvl7pPr>
                      <a:lvl8pPr marL="3200400" algn="l" defTabSz="914400" rtl="0" eaLnBrk="1" latinLnBrk="0" hangingPunct="1">
                        <a:defRPr kumimoji="1" sz="1800" kern="1200">
                          <a:solidFill>
                            <a:schemeClr val="tx1"/>
                          </a:solidFill>
                          <a:latin typeface="Calibri" panose="020F0502020204030204"/>
                        </a:defRPr>
                      </a:lvl8pPr>
                      <a:lvl9pPr marL="3657600" algn="l" defTabSz="914400" rtl="0" eaLnBrk="1" latinLnBrk="0" hangingPunct="1">
                        <a:defRPr kumimoji="1" sz="1800" kern="1200">
                          <a:solidFill>
                            <a:schemeClr val="tx1"/>
                          </a:solidFill>
                          <a:latin typeface="Calibri" panose="020F0502020204030204"/>
                        </a:defRPr>
                      </a:lvl9pPr>
                    </a:lstStyle>
                    <a:p>
                      <a:r>
                        <a:rPr kumimoji="1" lang="ja-JP" altLang="en-US" sz="1400">
                          <a:latin typeface="+mn-ea"/>
                          <a:ea typeface="+mn-ea"/>
                        </a:rPr>
                        <a:t>株式会社システムエグゼ</a:t>
                      </a:r>
                    </a:p>
                  </a:txBody>
                  <a:tcPr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sz="1600">
                        <a:latin typeface="游ゴシック" panose="020B0400000000000000" pitchFamily="50" charset="-128"/>
                        <a:ea typeface="游ゴシック" panose="020B0400000000000000" pitchFamily="50" charset="-128"/>
                      </a:endParaRPr>
                    </a:p>
                  </a:txBody>
                  <a:tcPr anchor="ct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hMerge="1">
                  <a:txBody>
                    <a:bodyPr/>
                    <a:lstStyle/>
                    <a:p>
                      <a:endParaRPr kumimoji="1" lang="ja-JP" altLang="en-US" sz="1600">
                        <a:latin typeface="游ゴシック" panose="020B0400000000000000" pitchFamily="50" charset="-128"/>
                        <a:ea typeface="游ゴシック" panose="020B0400000000000000" pitchFamily="50" charset="-128"/>
                      </a:endParaRPr>
                    </a:p>
                  </a:txBody>
                  <a:tcPr anchor="ct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extLst>
                  <a:ext uri="{0D108BD9-81ED-4DB2-BD59-A6C34878D82A}">
                    <a16:rowId xmlns:a16="http://schemas.microsoft.com/office/drawing/2014/main" val="967273096"/>
                  </a:ext>
                </a:extLst>
              </a:tr>
              <a:tr h="864000">
                <a:tc>
                  <a:txBody>
                    <a:bodyPr/>
                    <a:lstStyle>
                      <a:lvl1pPr marL="0" algn="l" defTabSz="914400" rtl="0" eaLnBrk="1" latinLnBrk="0" hangingPunct="1">
                        <a:defRPr kumimoji="1" sz="1800" kern="1200">
                          <a:solidFill>
                            <a:schemeClr val="tx1"/>
                          </a:solidFill>
                          <a:latin typeface="Calibri" panose="020F0502020204030204"/>
                        </a:defRPr>
                      </a:lvl1pPr>
                      <a:lvl2pPr marL="457200" algn="l" defTabSz="914400" rtl="0" eaLnBrk="1" latinLnBrk="0" hangingPunct="1">
                        <a:defRPr kumimoji="1" sz="1800" kern="1200">
                          <a:solidFill>
                            <a:schemeClr val="tx1"/>
                          </a:solidFill>
                          <a:latin typeface="Calibri" panose="020F0502020204030204"/>
                        </a:defRPr>
                      </a:lvl2pPr>
                      <a:lvl3pPr marL="914400" algn="l" defTabSz="914400" rtl="0" eaLnBrk="1" latinLnBrk="0" hangingPunct="1">
                        <a:defRPr kumimoji="1" sz="1800" kern="1200">
                          <a:solidFill>
                            <a:schemeClr val="tx1"/>
                          </a:solidFill>
                          <a:latin typeface="Calibri" panose="020F0502020204030204"/>
                        </a:defRPr>
                      </a:lvl3pPr>
                      <a:lvl4pPr marL="1371600" algn="l" defTabSz="914400" rtl="0" eaLnBrk="1" latinLnBrk="0" hangingPunct="1">
                        <a:defRPr kumimoji="1" sz="1800" kern="1200">
                          <a:solidFill>
                            <a:schemeClr val="tx1"/>
                          </a:solidFill>
                          <a:latin typeface="Calibri" panose="020F0502020204030204"/>
                        </a:defRPr>
                      </a:lvl4pPr>
                      <a:lvl5pPr marL="1828800" algn="l" defTabSz="914400" rtl="0" eaLnBrk="1" latinLnBrk="0" hangingPunct="1">
                        <a:defRPr kumimoji="1" sz="1800" kern="1200">
                          <a:solidFill>
                            <a:schemeClr val="tx1"/>
                          </a:solidFill>
                          <a:latin typeface="Calibri" panose="020F0502020204030204"/>
                        </a:defRPr>
                      </a:lvl5pPr>
                      <a:lvl6pPr marL="2286000" algn="l" defTabSz="914400" rtl="0" eaLnBrk="1" latinLnBrk="0" hangingPunct="1">
                        <a:defRPr kumimoji="1" sz="1800" kern="1200">
                          <a:solidFill>
                            <a:schemeClr val="tx1"/>
                          </a:solidFill>
                          <a:latin typeface="Calibri" panose="020F0502020204030204"/>
                        </a:defRPr>
                      </a:lvl6pPr>
                      <a:lvl7pPr marL="2743200" algn="l" defTabSz="914400" rtl="0" eaLnBrk="1" latinLnBrk="0" hangingPunct="1">
                        <a:defRPr kumimoji="1" sz="1800" kern="1200">
                          <a:solidFill>
                            <a:schemeClr val="tx1"/>
                          </a:solidFill>
                          <a:latin typeface="Calibri" panose="020F0502020204030204"/>
                        </a:defRPr>
                      </a:lvl7pPr>
                      <a:lvl8pPr marL="3200400" algn="l" defTabSz="914400" rtl="0" eaLnBrk="1" latinLnBrk="0" hangingPunct="1">
                        <a:defRPr kumimoji="1" sz="1800" kern="1200">
                          <a:solidFill>
                            <a:schemeClr val="tx1"/>
                          </a:solidFill>
                          <a:latin typeface="Calibri" panose="020F0502020204030204"/>
                        </a:defRPr>
                      </a:lvl8pPr>
                      <a:lvl9pPr marL="3657600" algn="l" defTabSz="914400" rtl="0" eaLnBrk="1" latinLnBrk="0" hangingPunct="1">
                        <a:defRPr kumimoji="1" sz="1800" kern="1200">
                          <a:solidFill>
                            <a:schemeClr val="tx1"/>
                          </a:solidFill>
                          <a:latin typeface="Calibri" panose="020F0502020204030204"/>
                        </a:defRPr>
                      </a:lvl9pPr>
                    </a:lstStyle>
                    <a:p>
                      <a:r>
                        <a:rPr kumimoji="1" lang="ja-JP" altLang="en-US" sz="1400">
                          <a:latin typeface="+mn-ea"/>
                          <a:ea typeface="+mn-ea"/>
                        </a:rPr>
                        <a:t>本社所在地</a:t>
                      </a:r>
                    </a:p>
                  </a:txBody>
                  <a:tcPr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lnTlToBr w="12700" cmpd="sng">
                      <a:noFill/>
                      <a:prstDash val="solid"/>
                    </a:lnTlToBr>
                    <a:lnBlToTr w="12700" cmpd="sng">
                      <a:noFill/>
                      <a:prstDash val="solid"/>
                    </a:lnBlToTr>
                    <a:solidFill>
                      <a:srgbClr val="A5A5A5">
                        <a:lumMod val="20000"/>
                        <a:lumOff val="80000"/>
                      </a:srgbClr>
                    </a:solidFill>
                  </a:tcPr>
                </a:tc>
                <a:tc gridSpan="3">
                  <a:txBody>
                    <a:bodyPr/>
                    <a:lstStyle>
                      <a:lvl1pPr marL="0" algn="l" defTabSz="914400" rtl="0" eaLnBrk="1" latinLnBrk="0" hangingPunct="1">
                        <a:defRPr kumimoji="1" sz="1800" kern="1200">
                          <a:solidFill>
                            <a:schemeClr val="tx1"/>
                          </a:solidFill>
                          <a:latin typeface="Calibri" panose="020F0502020204030204"/>
                        </a:defRPr>
                      </a:lvl1pPr>
                      <a:lvl2pPr marL="457200" algn="l" defTabSz="914400" rtl="0" eaLnBrk="1" latinLnBrk="0" hangingPunct="1">
                        <a:defRPr kumimoji="1" sz="1800" kern="1200">
                          <a:solidFill>
                            <a:schemeClr val="tx1"/>
                          </a:solidFill>
                          <a:latin typeface="Calibri" panose="020F0502020204030204"/>
                        </a:defRPr>
                      </a:lvl2pPr>
                      <a:lvl3pPr marL="914400" algn="l" defTabSz="914400" rtl="0" eaLnBrk="1" latinLnBrk="0" hangingPunct="1">
                        <a:defRPr kumimoji="1" sz="1800" kern="1200">
                          <a:solidFill>
                            <a:schemeClr val="tx1"/>
                          </a:solidFill>
                          <a:latin typeface="Calibri" panose="020F0502020204030204"/>
                        </a:defRPr>
                      </a:lvl3pPr>
                      <a:lvl4pPr marL="1371600" algn="l" defTabSz="914400" rtl="0" eaLnBrk="1" latinLnBrk="0" hangingPunct="1">
                        <a:defRPr kumimoji="1" sz="1800" kern="1200">
                          <a:solidFill>
                            <a:schemeClr val="tx1"/>
                          </a:solidFill>
                          <a:latin typeface="Calibri" panose="020F0502020204030204"/>
                        </a:defRPr>
                      </a:lvl4pPr>
                      <a:lvl5pPr marL="1828800" algn="l" defTabSz="914400" rtl="0" eaLnBrk="1" latinLnBrk="0" hangingPunct="1">
                        <a:defRPr kumimoji="1" sz="1800" kern="1200">
                          <a:solidFill>
                            <a:schemeClr val="tx1"/>
                          </a:solidFill>
                          <a:latin typeface="Calibri" panose="020F0502020204030204"/>
                        </a:defRPr>
                      </a:lvl5pPr>
                      <a:lvl6pPr marL="2286000" algn="l" defTabSz="914400" rtl="0" eaLnBrk="1" latinLnBrk="0" hangingPunct="1">
                        <a:defRPr kumimoji="1" sz="1800" kern="1200">
                          <a:solidFill>
                            <a:schemeClr val="tx1"/>
                          </a:solidFill>
                          <a:latin typeface="Calibri" panose="020F0502020204030204"/>
                        </a:defRPr>
                      </a:lvl6pPr>
                      <a:lvl7pPr marL="2743200" algn="l" defTabSz="914400" rtl="0" eaLnBrk="1" latinLnBrk="0" hangingPunct="1">
                        <a:defRPr kumimoji="1" sz="1800" kern="1200">
                          <a:solidFill>
                            <a:schemeClr val="tx1"/>
                          </a:solidFill>
                          <a:latin typeface="Calibri" panose="020F0502020204030204"/>
                        </a:defRPr>
                      </a:lvl7pPr>
                      <a:lvl8pPr marL="3200400" algn="l" defTabSz="914400" rtl="0" eaLnBrk="1" latinLnBrk="0" hangingPunct="1">
                        <a:defRPr kumimoji="1" sz="1800" kern="1200">
                          <a:solidFill>
                            <a:schemeClr val="tx1"/>
                          </a:solidFill>
                          <a:latin typeface="Calibri" panose="020F0502020204030204"/>
                        </a:defRPr>
                      </a:lvl8pPr>
                      <a:lvl9pPr marL="3657600" algn="l" defTabSz="914400" rtl="0" eaLnBrk="1" latinLnBrk="0" hangingPunct="1">
                        <a:defRPr kumimoji="1" sz="1800" kern="1200">
                          <a:solidFill>
                            <a:schemeClr val="tx1"/>
                          </a:solidFill>
                          <a:latin typeface="Calibri" panose="020F0502020204030204"/>
                        </a:defRPr>
                      </a:lvl9pPr>
                    </a:lstStyle>
                    <a:p>
                      <a:r>
                        <a:rPr kumimoji="1" lang="ja-JP" altLang="en-US" sz="1400">
                          <a:latin typeface="+mn-ea"/>
                          <a:ea typeface="+mn-ea"/>
                        </a:rPr>
                        <a:t>〒</a:t>
                      </a:r>
                      <a:r>
                        <a:rPr kumimoji="1" lang="en-US" altLang="ja-JP" sz="1400">
                          <a:latin typeface="+mn-ea"/>
                          <a:ea typeface="+mn-ea"/>
                        </a:rPr>
                        <a:t>103-0022</a:t>
                      </a:r>
                    </a:p>
                    <a:p>
                      <a:r>
                        <a:rPr kumimoji="1" lang="ja-JP" altLang="en-US" sz="1400">
                          <a:latin typeface="+mn-ea"/>
                          <a:ea typeface="+mn-ea"/>
                        </a:rPr>
                        <a:t>東京都中央区日本橋室町三丁目４番４号</a:t>
                      </a:r>
                      <a:endParaRPr kumimoji="1" lang="en-US" altLang="ja-JP" sz="1400">
                        <a:latin typeface="+mn-ea"/>
                        <a:ea typeface="+mn-ea"/>
                      </a:endParaRPr>
                    </a:p>
                    <a:p>
                      <a:r>
                        <a:rPr kumimoji="1" lang="ja-JP" altLang="en-US" sz="1400">
                          <a:latin typeface="+mn-ea"/>
                          <a:ea typeface="+mn-ea"/>
                        </a:rPr>
                        <a:t>ＯＶＯＬ日本橋ビル７階</a:t>
                      </a:r>
                    </a:p>
                  </a:txBody>
                  <a:tcPr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sz="1600">
                        <a:latin typeface="游ゴシック" panose="020B0400000000000000" pitchFamily="50" charset="-128"/>
                        <a:ea typeface="游ゴシック" panose="020B0400000000000000" pitchFamily="50" charset="-128"/>
                      </a:endParaRPr>
                    </a:p>
                  </a:txBody>
                  <a:tcPr anchor="ct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hMerge="1">
                  <a:txBody>
                    <a:bodyPr/>
                    <a:lstStyle/>
                    <a:p>
                      <a:endParaRPr kumimoji="1" lang="ja-JP" altLang="en-US" sz="1600">
                        <a:latin typeface="游ゴシック" panose="020B0400000000000000" pitchFamily="50" charset="-128"/>
                        <a:ea typeface="游ゴシック" panose="020B0400000000000000" pitchFamily="50" charset="-128"/>
                      </a:endParaRPr>
                    </a:p>
                  </a:txBody>
                  <a:tcPr anchor="ct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extLst>
                  <a:ext uri="{0D108BD9-81ED-4DB2-BD59-A6C34878D82A}">
                    <a16:rowId xmlns:a16="http://schemas.microsoft.com/office/drawing/2014/main" val="2533683915"/>
                  </a:ext>
                </a:extLst>
              </a:tr>
              <a:tr h="864000">
                <a:tc>
                  <a:txBody>
                    <a:bodyPr/>
                    <a:lstStyle>
                      <a:lvl1pPr marL="0" algn="l" defTabSz="914400" rtl="0" eaLnBrk="1" latinLnBrk="0" hangingPunct="1">
                        <a:defRPr kumimoji="1" sz="1800" kern="1200">
                          <a:solidFill>
                            <a:schemeClr val="tx1"/>
                          </a:solidFill>
                          <a:latin typeface="Calibri" panose="020F0502020204030204"/>
                        </a:defRPr>
                      </a:lvl1pPr>
                      <a:lvl2pPr marL="457200" algn="l" defTabSz="914400" rtl="0" eaLnBrk="1" latinLnBrk="0" hangingPunct="1">
                        <a:defRPr kumimoji="1" sz="1800" kern="1200">
                          <a:solidFill>
                            <a:schemeClr val="tx1"/>
                          </a:solidFill>
                          <a:latin typeface="Calibri" panose="020F0502020204030204"/>
                        </a:defRPr>
                      </a:lvl2pPr>
                      <a:lvl3pPr marL="914400" algn="l" defTabSz="914400" rtl="0" eaLnBrk="1" latinLnBrk="0" hangingPunct="1">
                        <a:defRPr kumimoji="1" sz="1800" kern="1200">
                          <a:solidFill>
                            <a:schemeClr val="tx1"/>
                          </a:solidFill>
                          <a:latin typeface="Calibri" panose="020F0502020204030204"/>
                        </a:defRPr>
                      </a:lvl3pPr>
                      <a:lvl4pPr marL="1371600" algn="l" defTabSz="914400" rtl="0" eaLnBrk="1" latinLnBrk="0" hangingPunct="1">
                        <a:defRPr kumimoji="1" sz="1800" kern="1200">
                          <a:solidFill>
                            <a:schemeClr val="tx1"/>
                          </a:solidFill>
                          <a:latin typeface="Calibri" panose="020F0502020204030204"/>
                        </a:defRPr>
                      </a:lvl4pPr>
                      <a:lvl5pPr marL="1828800" algn="l" defTabSz="914400" rtl="0" eaLnBrk="1" latinLnBrk="0" hangingPunct="1">
                        <a:defRPr kumimoji="1" sz="1800" kern="1200">
                          <a:solidFill>
                            <a:schemeClr val="tx1"/>
                          </a:solidFill>
                          <a:latin typeface="Calibri" panose="020F0502020204030204"/>
                        </a:defRPr>
                      </a:lvl5pPr>
                      <a:lvl6pPr marL="2286000" algn="l" defTabSz="914400" rtl="0" eaLnBrk="1" latinLnBrk="0" hangingPunct="1">
                        <a:defRPr kumimoji="1" sz="1800" kern="1200">
                          <a:solidFill>
                            <a:schemeClr val="tx1"/>
                          </a:solidFill>
                          <a:latin typeface="Calibri" panose="020F0502020204030204"/>
                        </a:defRPr>
                      </a:lvl6pPr>
                      <a:lvl7pPr marL="2743200" algn="l" defTabSz="914400" rtl="0" eaLnBrk="1" latinLnBrk="0" hangingPunct="1">
                        <a:defRPr kumimoji="1" sz="1800" kern="1200">
                          <a:solidFill>
                            <a:schemeClr val="tx1"/>
                          </a:solidFill>
                          <a:latin typeface="Calibri" panose="020F0502020204030204"/>
                        </a:defRPr>
                      </a:lvl7pPr>
                      <a:lvl8pPr marL="3200400" algn="l" defTabSz="914400" rtl="0" eaLnBrk="1" latinLnBrk="0" hangingPunct="1">
                        <a:defRPr kumimoji="1" sz="1800" kern="1200">
                          <a:solidFill>
                            <a:schemeClr val="tx1"/>
                          </a:solidFill>
                          <a:latin typeface="Calibri" panose="020F0502020204030204"/>
                        </a:defRPr>
                      </a:lvl8pPr>
                      <a:lvl9pPr marL="3657600" algn="l" defTabSz="914400" rtl="0" eaLnBrk="1" latinLnBrk="0" hangingPunct="1">
                        <a:defRPr kumimoji="1" sz="1800" kern="1200">
                          <a:solidFill>
                            <a:schemeClr val="tx1"/>
                          </a:solidFill>
                          <a:latin typeface="Calibri" panose="020F0502020204030204"/>
                        </a:defRPr>
                      </a:lvl9pPr>
                    </a:lstStyle>
                    <a:p>
                      <a:r>
                        <a:rPr kumimoji="1" lang="ja-JP" altLang="en-US" sz="1400">
                          <a:latin typeface="+mn-ea"/>
                          <a:ea typeface="+mn-ea"/>
                        </a:rPr>
                        <a:t>電話番号</a:t>
                      </a:r>
                    </a:p>
                  </a:txBody>
                  <a:tcPr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lnTlToBr w="12700" cmpd="sng">
                      <a:noFill/>
                      <a:prstDash val="solid"/>
                    </a:lnTlToBr>
                    <a:lnBlToTr w="12700" cmpd="sng">
                      <a:noFill/>
                      <a:prstDash val="solid"/>
                    </a:lnBlToTr>
                    <a:solidFill>
                      <a:srgbClr val="A5A5A5">
                        <a:lumMod val="20000"/>
                        <a:lumOff val="80000"/>
                      </a:srgbClr>
                    </a:solidFill>
                  </a:tcPr>
                </a:tc>
                <a:tc gridSpan="3">
                  <a:txBody>
                    <a:bodyPr/>
                    <a:lstStyle>
                      <a:lvl1pPr marL="0" algn="l" defTabSz="914400" rtl="0" eaLnBrk="1" latinLnBrk="0" hangingPunct="1">
                        <a:defRPr kumimoji="1" sz="1800" kern="1200">
                          <a:solidFill>
                            <a:schemeClr val="tx1"/>
                          </a:solidFill>
                          <a:latin typeface="Calibri" panose="020F0502020204030204"/>
                        </a:defRPr>
                      </a:lvl1pPr>
                      <a:lvl2pPr marL="457200" algn="l" defTabSz="914400" rtl="0" eaLnBrk="1" latinLnBrk="0" hangingPunct="1">
                        <a:defRPr kumimoji="1" sz="1800" kern="1200">
                          <a:solidFill>
                            <a:schemeClr val="tx1"/>
                          </a:solidFill>
                          <a:latin typeface="Calibri" panose="020F0502020204030204"/>
                        </a:defRPr>
                      </a:lvl2pPr>
                      <a:lvl3pPr marL="914400" algn="l" defTabSz="914400" rtl="0" eaLnBrk="1" latinLnBrk="0" hangingPunct="1">
                        <a:defRPr kumimoji="1" sz="1800" kern="1200">
                          <a:solidFill>
                            <a:schemeClr val="tx1"/>
                          </a:solidFill>
                          <a:latin typeface="Calibri" panose="020F0502020204030204"/>
                        </a:defRPr>
                      </a:lvl3pPr>
                      <a:lvl4pPr marL="1371600" algn="l" defTabSz="914400" rtl="0" eaLnBrk="1" latinLnBrk="0" hangingPunct="1">
                        <a:defRPr kumimoji="1" sz="1800" kern="1200">
                          <a:solidFill>
                            <a:schemeClr val="tx1"/>
                          </a:solidFill>
                          <a:latin typeface="Calibri" panose="020F0502020204030204"/>
                        </a:defRPr>
                      </a:lvl4pPr>
                      <a:lvl5pPr marL="1828800" algn="l" defTabSz="914400" rtl="0" eaLnBrk="1" latinLnBrk="0" hangingPunct="1">
                        <a:defRPr kumimoji="1" sz="1800" kern="1200">
                          <a:solidFill>
                            <a:schemeClr val="tx1"/>
                          </a:solidFill>
                          <a:latin typeface="Calibri" panose="020F0502020204030204"/>
                        </a:defRPr>
                      </a:lvl5pPr>
                      <a:lvl6pPr marL="2286000" algn="l" defTabSz="914400" rtl="0" eaLnBrk="1" latinLnBrk="0" hangingPunct="1">
                        <a:defRPr kumimoji="1" sz="1800" kern="1200">
                          <a:solidFill>
                            <a:schemeClr val="tx1"/>
                          </a:solidFill>
                          <a:latin typeface="Calibri" panose="020F0502020204030204"/>
                        </a:defRPr>
                      </a:lvl6pPr>
                      <a:lvl7pPr marL="2743200" algn="l" defTabSz="914400" rtl="0" eaLnBrk="1" latinLnBrk="0" hangingPunct="1">
                        <a:defRPr kumimoji="1" sz="1800" kern="1200">
                          <a:solidFill>
                            <a:schemeClr val="tx1"/>
                          </a:solidFill>
                          <a:latin typeface="Calibri" panose="020F0502020204030204"/>
                        </a:defRPr>
                      </a:lvl7pPr>
                      <a:lvl8pPr marL="3200400" algn="l" defTabSz="914400" rtl="0" eaLnBrk="1" latinLnBrk="0" hangingPunct="1">
                        <a:defRPr kumimoji="1" sz="1800" kern="1200">
                          <a:solidFill>
                            <a:schemeClr val="tx1"/>
                          </a:solidFill>
                          <a:latin typeface="Calibri" panose="020F0502020204030204"/>
                        </a:defRPr>
                      </a:lvl8pPr>
                      <a:lvl9pPr marL="3657600" algn="l" defTabSz="914400" rtl="0" eaLnBrk="1" latinLnBrk="0" hangingPunct="1">
                        <a:defRPr kumimoji="1" sz="1800" kern="1200">
                          <a:solidFill>
                            <a:schemeClr val="tx1"/>
                          </a:solidFill>
                          <a:latin typeface="Calibri" panose="020F0502020204030204"/>
                        </a:defRPr>
                      </a:lvl9pPr>
                    </a:lstStyle>
                    <a:p>
                      <a:r>
                        <a:rPr kumimoji="1" lang="en-US" altLang="ja-JP" sz="1400">
                          <a:latin typeface="+mn-ea"/>
                          <a:ea typeface="+mn-ea"/>
                        </a:rPr>
                        <a:t>03-5299-5351</a:t>
                      </a:r>
                      <a:r>
                        <a:rPr kumimoji="1" lang="ja-JP" altLang="en-US" sz="1400">
                          <a:latin typeface="+mn-ea"/>
                          <a:ea typeface="+mn-ea"/>
                        </a:rPr>
                        <a:t>（代表）</a:t>
                      </a:r>
                    </a:p>
                  </a:txBody>
                  <a:tcPr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lvl1pPr marL="0" algn="l" defTabSz="914400" rtl="0" eaLnBrk="1" latinLnBrk="0" hangingPunct="1">
                        <a:defRPr kumimoji="1" sz="1800" kern="1200">
                          <a:solidFill>
                            <a:schemeClr val="tx1"/>
                          </a:solidFill>
                          <a:latin typeface="Calibri" panose="020F0502020204030204"/>
                        </a:defRPr>
                      </a:lvl1pPr>
                      <a:lvl2pPr marL="457200" algn="l" defTabSz="914400" rtl="0" eaLnBrk="1" latinLnBrk="0" hangingPunct="1">
                        <a:defRPr kumimoji="1" sz="1800" kern="1200">
                          <a:solidFill>
                            <a:schemeClr val="tx1"/>
                          </a:solidFill>
                          <a:latin typeface="Calibri" panose="020F0502020204030204"/>
                        </a:defRPr>
                      </a:lvl2pPr>
                      <a:lvl3pPr marL="914400" algn="l" defTabSz="914400" rtl="0" eaLnBrk="1" latinLnBrk="0" hangingPunct="1">
                        <a:defRPr kumimoji="1" sz="1800" kern="1200">
                          <a:solidFill>
                            <a:schemeClr val="tx1"/>
                          </a:solidFill>
                          <a:latin typeface="Calibri" panose="020F0502020204030204"/>
                        </a:defRPr>
                      </a:lvl3pPr>
                      <a:lvl4pPr marL="1371600" algn="l" defTabSz="914400" rtl="0" eaLnBrk="1" latinLnBrk="0" hangingPunct="1">
                        <a:defRPr kumimoji="1" sz="1800" kern="1200">
                          <a:solidFill>
                            <a:schemeClr val="tx1"/>
                          </a:solidFill>
                          <a:latin typeface="Calibri" panose="020F0502020204030204"/>
                        </a:defRPr>
                      </a:lvl4pPr>
                      <a:lvl5pPr marL="1828800" algn="l" defTabSz="914400" rtl="0" eaLnBrk="1" latinLnBrk="0" hangingPunct="1">
                        <a:defRPr kumimoji="1" sz="1800" kern="1200">
                          <a:solidFill>
                            <a:schemeClr val="tx1"/>
                          </a:solidFill>
                          <a:latin typeface="Calibri" panose="020F0502020204030204"/>
                        </a:defRPr>
                      </a:lvl5pPr>
                      <a:lvl6pPr marL="2286000" algn="l" defTabSz="914400" rtl="0" eaLnBrk="1" latinLnBrk="0" hangingPunct="1">
                        <a:defRPr kumimoji="1" sz="1800" kern="1200">
                          <a:solidFill>
                            <a:schemeClr val="tx1"/>
                          </a:solidFill>
                          <a:latin typeface="Calibri" panose="020F0502020204030204"/>
                        </a:defRPr>
                      </a:lvl6pPr>
                      <a:lvl7pPr marL="2743200" algn="l" defTabSz="914400" rtl="0" eaLnBrk="1" latinLnBrk="0" hangingPunct="1">
                        <a:defRPr kumimoji="1" sz="1800" kern="1200">
                          <a:solidFill>
                            <a:schemeClr val="tx1"/>
                          </a:solidFill>
                          <a:latin typeface="Calibri" panose="020F0502020204030204"/>
                        </a:defRPr>
                      </a:lvl7pPr>
                      <a:lvl8pPr marL="3200400" algn="l" defTabSz="914400" rtl="0" eaLnBrk="1" latinLnBrk="0" hangingPunct="1">
                        <a:defRPr kumimoji="1" sz="1800" kern="1200">
                          <a:solidFill>
                            <a:schemeClr val="tx1"/>
                          </a:solidFill>
                          <a:latin typeface="Calibri" panose="020F0502020204030204"/>
                        </a:defRPr>
                      </a:lvl8pPr>
                      <a:lvl9pPr marL="3657600" algn="l" defTabSz="914400" rtl="0" eaLnBrk="1" latinLnBrk="0" hangingPunct="1">
                        <a:defRPr kumimoji="1" sz="1800" kern="1200">
                          <a:solidFill>
                            <a:schemeClr val="tx1"/>
                          </a:solidFill>
                          <a:latin typeface="Calibri" panose="020F0502020204030204"/>
                        </a:defRPr>
                      </a:lvl9pPr>
                    </a:lstStyle>
                    <a:p>
                      <a:endParaRPr kumimoji="1" lang="ja-JP" altLang="en-US" sz="1600">
                        <a:latin typeface="+mn-ea"/>
                        <a:ea typeface="+mn-ea"/>
                      </a:endParaRPr>
                    </a:p>
                  </a:txBody>
                  <a:tcPr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lnTlToBr w="12700" cmpd="sng">
                      <a:noFill/>
                      <a:prstDash val="solid"/>
                    </a:lnTlToBr>
                    <a:lnBlToTr w="12700" cmpd="sng">
                      <a:noFill/>
                      <a:prstDash val="solid"/>
                    </a:lnBlToTr>
                    <a:solidFill>
                      <a:srgbClr val="A5A5A5">
                        <a:lumMod val="20000"/>
                        <a:lumOff val="80000"/>
                      </a:srgbClr>
                    </a:solidFill>
                  </a:tcPr>
                </a:tc>
                <a:tc hMerge="1">
                  <a:txBody>
                    <a:bodyPr/>
                    <a:lstStyle>
                      <a:lvl1pPr marL="0" algn="l" defTabSz="914400" rtl="0" eaLnBrk="1" latinLnBrk="0" hangingPunct="1">
                        <a:defRPr kumimoji="1" sz="1800" kern="1200">
                          <a:solidFill>
                            <a:schemeClr val="tx1"/>
                          </a:solidFill>
                          <a:latin typeface="Calibri" panose="020F0502020204030204"/>
                        </a:defRPr>
                      </a:lvl1pPr>
                      <a:lvl2pPr marL="457200" algn="l" defTabSz="914400" rtl="0" eaLnBrk="1" latinLnBrk="0" hangingPunct="1">
                        <a:defRPr kumimoji="1" sz="1800" kern="1200">
                          <a:solidFill>
                            <a:schemeClr val="tx1"/>
                          </a:solidFill>
                          <a:latin typeface="Calibri" panose="020F0502020204030204"/>
                        </a:defRPr>
                      </a:lvl2pPr>
                      <a:lvl3pPr marL="914400" algn="l" defTabSz="914400" rtl="0" eaLnBrk="1" latinLnBrk="0" hangingPunct="1">
                        <a:defRPr kumimoji="1" sz="1800" kern="1200">
                          <a:solidFill>
                            <a:schemeClr val="tx1"/>
                          </a:solidFill>
                          <a:latin typeface="Calibri" panose="020F0502020204030204"/>
                        </a:defRPr>
                      </a:lvl3pPr>
                      <a:lvl4pPr marL="1371600" algn="l" defTabSz="914400" rtl="0" eaLnBrk="1" latinLnBrk="0" hangingPunct="1">
                        <a:defRPr kumimoji="1" sz="1800" kern="1200">
                          <a:solidFill>
                            <a:schemeClr val="tx1"/>
                          </a:solidFill>
                          <a:latin typeface="Calibri" panose="020F0502020204030204"/>
                        </a:defRPr>
                      </a:lvl4pPr>
                      <a:lvl5pPr marL="1828800" algn="l" defTabSz="914400" rtl="0" eaLnBrk="1" latinLnBrk="0" hangingPunct="1">
                        <a:defRPr kumimoji="1" sz="1800" kern="1200">
                          <a:solidFill>
                            <a:schemeClr val="tx1"/>
                          </a:solidFill>
                          <a:latin typeface="Calibri" panose="020F0502020204030204"/>
                        </a:defRPr>
                      </a:lvl5pPr>
                      <a:lvl6pPr marL="2286000" algn="l" defTabSz="914400" rtl="0" eaLnBrk="1" latinLnBrk="0" hangingPunct="1">
                        <a:defRPr kumimoji="1" sz="1800" kern="1200">
                          <a:solidFill>
                            <a:schemeClr val="tx1"/>
                          </a:solidFill>
                          <a:latin typeface="Calibri" panose="020F0502020204030204"/>
                        </a:defRPr>
                      </a:lvl6pPr>
                      <a:lvl7pPr marL="2743200" algn="l" defTabSz="914400" rtl="0" eaLnBrk="1" latinLnBrk="0" hangingPunct="1">
                        <a:defRPr kumimoji="1" sz="1800" kern="1200">
                          <a:solidFill>
                            <a:schemeClr val="tx1"/>
                          </a:solidFill>
                          <a:latin typeface="Calibri" panose="020F0502020204030204"/>
                        </a:defRPr>
                      </a:lvl7pPr>
                      <a:lvl8pPr marL="3200400" algn="l" defTabSz="914400" rtl="0" eaLnBrk="1" latinLnBrk="0" hangingPunct="1">
                        <a:defRPr kumimoji="1" sz="1800" kern="1200">
                          <a:solidFill>
                            <a:schemeClr val="tx1"/>
                          </a:solidFill>
                          <a:latin typeface="Calibri" panose="020F0502020204030204"/>
                        </a:defRPr>
                      </a:lvl8pPr>
                      <a:lvl9pPr marL="3657600" algn="l" defTabSz="914400" rtl="0" eaLnBrk="1" latinLnBrk="0" hangingPunct="1">
                        <a:defRPr kumimoji="1" sz="1800" kern="1200">
                          <a:solidFill>
                            <a:schemeClr val="tx1"/>
                          </a:solidFill>
                          <a:latin typeface="Calibri" panose="020F0502020204030204"/>
                        </a:defRPr>
                      </a:lvl9pPr>
                    </a:lstStyle>
                    <a:p>
                      <a:endParaRPr kumimoji="1" lang="ja-JP" altLang="en-US" sz="1600">
                        <a:latin typeface="+mn-ea"/>
                        <a:ea typeface="+mn-ea"/>
                      </a:endParaRPr>
                    </a:p>
                  </a:txBody>
                  <a:tcPr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21361790"/>
                  </a:ext>
                </a:extLst>
              </a:tr>
              <a:tr h="864000">
                <a:tc>
                  <a:txBody>
                    <a:bodyPr/>
                    <a:lstStyle/>
                    <a:p>
                      <a:r>
                        <a:rPr kumimoji="1" lang="ja-JP" altLang="en-US" sz="1400">
                          <a:latin typeface="+mn-ea"/>
                          <a:ea typeface="+mn-ea"/>
                        </a:rPr>
                        <a:t>ホームページ</a:t>
                      </a:r>
                    </a:p>
                  </a:txBody>
                  <a:tcPr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lnTlToBr w="12700" cmpd="sng">
                      <a:noFill/>
                      <a:prstDash val="solid"/>
                    </a:lnTlToBr>
                    <a:lnBlToTr w="12700" cmpd="sng">
                      <a:noFill/>
                      <a:prstDash val="solid"/>
                    </a:lnBlToTr>
                    <a:solidFill>
                      <a:srgbClr val="A5A5A5">
                        <a:lumMod val="20000"/>
                        <a:lumOff val="80000"/>
                      </a:srgbClr>
                    </a:solidFill>
                  </a:tcPr>
                </a:tc>
                <a:tc gridSpan="3">
                  <a:txBody>
                    <a:bodyPr/>
                    <a:lstStyle/>
                    <a:p>
                      <a:r>
                        <a:rPr kumimoji="1" lang="en-US" altLang="ja-JP" sz="1400">
                          <a:latin typeface="+mn-ea"/>
                          <a:ea typeface="+mn-ea"/>
                        </a:rPr>
                        <a:t>https://www.system-exe.co.jp/</a:t>
                      </a:r>
                      <a:endParaRPr kumimoji="1" lang="ja-JP" altLang="en-US" sz="1400">
                        <a:latin typeface="+mn-ea"/>
                        <a:ea typeface="+mn-ea"/>
                      </a:endParaRPr>
                    </a:p>
                  </a:txBody>
                  <a:tcPr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lnTlToBr w="12700" cmpd="sng">
                      <a:noFill/>
                      <a:prstDash val="solid"/>
                    </a:lnTlToBr>
                    <a:lnBlToTr w="12700" cmpd="sng">
                      <a:noFill/>
                      <a:prstDash val="solid"/>
                    </a:lnBlToTr>
                    <a:solidFill>
                      <a:srgbClr val="A5A5A5">
                        <a:lumMod val="20000"/>
                        <a:lumOff val="80000"/>
                      </a:srgbClr>
                    </a:solidFill>
                  </a:tcPr>
                </a:tc>
                <a:tc hMerge="1">
                  <a:txBody>
                    <a:bodyPr/>
                    <a:lstStyle/>
                    <a:p>
                      <a:endParaRPr kumimoji="1" lang="ja-JP" altLang="en-US"/>
                    </a:p>
                  </a:txBody>
                  <a:tcP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7266838"/>
                  </a:ext>
                </a:extLst>
              </a:tr>
              <a:tr h="864000">
                <a:tc>
                  <a:txBody>
                    <a:bodyPr/>
                    <a:lstStyle/>
                    <a:p>
                      <a:r>
                        <a:rPr kumimoji="1" lang="ja-JP" altLang="en-US" sz="1400">
                          <a:latin typeface="+mn-ea"/>
                          <a:ea typeface="+mn-ea"/>
                        </a:rPr>
                        <a:t>設立</a:t>
                      </a:r>
                    </a:p>
                  </a:txBody>
                  <a:tcPr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lnTlToBr w="12700" cmpd="sng">
                      <a:noFill/>
                      <a:prstDash val="solid"/>
                    </a:lnTlToBr>
                    <a:lnBlToTr w="12700" cmpd="sng">
                      <a:noFill/>
                      <a:prstDash val="solid"/>
                    </a:lnBlToTr>
                    <a:solidFill>
                      <a:srgbClr val="A5A5A5">
                        <a:lumMod val="20000"/>
                        <a:lumOff val="80000"/>
                      </a:srgbClr>
                    </a:solidFill>
                  </a:tcPr>
                </a:tc>
                <a:tc>
                  <a:txBody>
                    <a:bodyPr/>
                    <a:lstStyle/>
                    <a:p>
                      <a:r>
                        <a:rPr kumimoji="1" lang="en-US" altLang="ja-JP" sz="1400">
                          <a:latin typeface="+mn-ea"/>
                          <a:ea typeface="+mn-ea"/>
                        </a:rPr>
                        <a:t>1998</a:t>
                      </a:r>
                      <a:r>
                        <a:rPr kumimoji="1" lang="ja-JP" altLang="en-US" sz="1400">
                          <a:latin typeface="+mn-ea"/>
                          <a:ea typeface="+mn-ea"/>
                        </a:rPr>
                        <a:t>年</a:t>
                      </a:r>
                      <a:r>
                        <a:rPr kumimoji="1" lang="en-US" altLang="ja-JP" sz="1400">
                          <a:latin typeface="+mn-ea"/>
                          <a:ea typeface="+mn-ea"/>
                        </a:rPr>
                        <a:t>2</a:t>
                      </a:r>
                      <a:r>
                        <a:rPr kumimoji="1" lang="ja-JP" altLang="en-US" sz="1400">
                          <a:latin typeface="+mn-ea"/>
                          <a:ea typeface="+mn-ea"/>
                        </a:rPr>
                        <a:t>月</a:t>
                      </a:r>
                    </a:p>
                  </a:txBody>
                  <a:tcPr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kumimoji="1" lang="ja-JP" altLang="en-US" sz="1400">
                          <a:latin typeface="+mn-ea"/>
                          <a:ea typeface="+mn-ea"/>
                        </a:rPr>
                        <a:t>資本金</a:t>
                      </a:r>
                    </a:p>
                  </a:txBody>
                  <a:tcPr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lnTlToBr w="12700" cmpd="sng">
                      <a:noFill/>
                      <a:prstDash val="solid"/>
                    </a:lnTlToBr>
                    <a:lnBlToTr w="12700" cmpd="sng">
                      <a:noFill/>
                      <a:prstDash val="solid"/>
                    </a:lnBlToTr>
                    <a:solidFill>
                      <a:srgbClr val="A5A5A5">
                        <a:lumMod val="20000"/>
                        <a:lumOff val="80000"/>
                      </a:srgb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400">
                          <a:latin typeface="+mn-ea"/>
                          <a:ea typeface="+mn-ea"/>
                        </a:rPr>
                        <a:t>4</a:t>
                      </a:r>
                      <a:r>
                        <a:rPr kumimoji="1" lang="ja-JP" altLang="en-US" sz="1400">
                          <a:latin typeface="+mn-ea"/>
                          <a:ea typeface="+mn-ea"/>
                        </a:rPr>
                        <a:t>億</a:t>
                      </a:r>
                      <a:r>
                        <a:rPr kumimoji="1" lang="en-US" altLang="ja-JP" sz="1400">
                          <a:latin typeface="+mn-ea"/>
                          <a:ea typeface="+mn-ea"/>
                        </a:rPr>
                        <a:t>7</a:t>
                      </a:r>
                      <a:r>
                        <a:rPr kumimoji="1" lang="ja-JP" altLang="en-US" sz="1400">
                          <a:latin typeface="+mn-ea"/>
                          <a:ea typeface="+mn-ea"/>
                        </a:rPr>
                        <a:t>千</a:t>
                      </a:r>
                      <a:r>
                        <a:rPr kumimoji="1" lang="en-US" altLang="ja-JP" sz="1400">
                          <a:latin typeface="+mn-ea"/>
                          <a:ea typeface="+mn-ea"/>
                        </a:rPr>
                        <a:t>5</a:t>
                      </a:r>
                      <a:r>
                        <a:rPr kumimoji="1" lang="ja-JP" altLang="en-US" sz="1400">
                          <a:latin typeface="+mn-ea"/>
                          <a:ea typeface="+mn-ea"/>
                        </a:rPr>
                        <a:t>百万円</a:t>
                      </a:r>
                      <a:endParaRPr kumimoji="1" lang="en-US" altLang="ja-JP" sz="1400">
                        <a:latin typeface="+mn-ea"/>
                        <a:ea typeface="+mn-ea"/>
                      </a:endParaRPr>
                    </a:p>
                  </a:txBody>
                  <a:tcPr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13163110"/>
                  </a:ext>
                </a:extLst>
              </a:tr>
              <a:tr h="864000">
                <a:tc>
                  <a:txBody>
                    <a:bodyPr/>
                    <a:lstStyle>
                      <a:lvl1pPr marL="0" algn="l" defTabSz="914400" rtl="0" eaLnBrk="1" latinLnBrk="0" hangingPunct="1">
                        <a:defRPr kumimoji="1" sz="1800" kern="1200">
                          <a:solidFill>
                            <a:schemeClr val="tx1"/>
                          </a:solidFill>
                          <a:latin typeface="Calibri" panose="020F0502020204030204"/>
                        </a:defRPr>
                      </a:lvl1pPr>
                      <a:lvl2pPr marL="457200" algn="l" defTabSz="914400" rtl="0" eaLnBrk="1" latinLnBrk="0" hangingPunct="1">
                        <a:defRPr kumimoji="1" sz="1800" kern="1200">
                          <a:solidFill>
                            <a:schemeClr val="tx1"/>
                          </a:solidFill>
                          <a:latin typeface="Calibri" panose="020F0502020204030204"/>
                        </a:defRPr>
                      </a:lvl2pPr>
                      <a:lvl3pPr marL="914400" algn="l" defTabSz="914400" rtl="0" eaLnBrk="1" latinLnBrk="0" hangingPunct="1">
                        <a:defRPr kumimoji="1" sz="1800" kern="1200">
                          <a:solidFill>
                            <a:schemeClr val="tx1"/>
                          </a:solidFill>
                          <a:latin typeface="Calibri" panose="020F0502020204030204"/>
                        </a:defRPr>
                      </a:lvl3pPr>
                      <a:lvl4pPr marL="1371600" algn="l" defTabSz="914400" rtl="0" eaLnBrk="1" latinLnBrk="0" hangingPunct="1">
                        <a:defRPr kumimoji="1" sz="1800" kern="1200">
                          <a:solidFill>
                            <a:schemeClr val="tx1"/>
                          </a:solidFill>
                          <a:latin typeface="Calibri" panose="020F0502020204030204"/>
                        </a:defRPr>
                      </a:lvl4pPr>
                      <a:lvl5pPr marL="1828800" algn="l" defTabSz="914400" rtl="0" eaLnBrk="1" latinLnBrk="0" hangingPunct="1">
                        <a:defRPr kumimoji="1" sz="1800" kern="1200">
                          <a:solidFill>
                            <a:schemeClr val="tx1"/>
                          </a:solidFill>
                          <a:latin typeface="Calibri" panose="020F0502020204030204"/>
                        </a:defRPr>
                      </a:lvl5pPr>
                      <a:lvl6pPr marL="2286000" algn="l" defTabSz="914400" rtl="0" eaLnBrk="1" latinLnBrk="0" hangingPunct="1">
                        <a:defRPr kumimoji="1" sz="1800" kern="1200">
                          <a:solidFill>
                            <a:schemeClr val="tx1"/>
                          </a:solidFill>
                          <a:latin typeface="Calibri" panose="020F0502020204030204"/>
                        </a:defRPr>
                      </a:lvl6pPr>
                      <a:lvl7pPr marL="2743200" algn="l" defTabSz="914400" rtl="0" eaLnBrk="1" latinLnBrk="0" hangingPunct="1">
                        <a:defRPr kumimoji="1" sz="1800" kern="1200">
                          <a:solidFill>
                            <a:schemeClr val="tx1"/>
                          </a:solidFill>
                          <a:latin typeface="Calibri" panose="020F0502020204030204"/>
                        </a:defRPr>
                      </a:lvl7pPr>
                      <a:lvl8pPr marL="3200400" algn="l" defTabSz="914400" rtl="0" eaLnBrk="1" latinLnBrk="0" hangingPunct="1">
                        <a:defRPr kumimoji="1" sz="1800" kern="1200">
                          <a:solidFill>
                            <a:schemeClr val="tx1"/>
                          </a:solidFill>
                          <a:latin typeface="Calibri" panose="020F0502020204030204"/>
                        </a:defRPr>
                      </a:lvl8pPr>
                      <a:lvl9pPr marL="3657600" algn="l" defTabSz="914400" rtl="0" eaLnBrk="1" latinLnBrk="0" hangingPunct="1">
                        <a:defRPr kumimoji="1" sz="1800" kern="1200">
                          <a:solidFill>
                            <a:schemeClr val="tx1"/>
                          </a:solidFill>
                          <a:latin typeface="Calibri" panose="020F0502020204030204"/>
                        </a:defRPr>
                      </a:lvl9pPr>
                    </a:lstStyle>
                    <a:p>
                      <a:r>
                        <a:rPr kumimoji="1" lang="ja-JP" altLang="en-US" sz="1400">
                          <a:latin typeface="+mn-ea"/>
                          <a:ea typeface="+mn-ea"/>
                        </a:rPr>
                        <a:t>代表者</a:t>
                      </a:r>
                    </a:p>
                  </a:txBody>
                  <a:tcPr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lnTlToBr w="12700" cmpd="sng">
                      <a:noFill/>
                      <a:prstDash val="solid"/>
                    </a:lnTlToBr>
                    <a:lnBlToTr w="12700" cmpd="sng">
                      <a:noFill/>
                      <a:prstDash val="solid"/>
                    </a:lnBlToTr>
                    <a:solidFill>
                      <a:srgbClr val="A5A5A5">
                        <a:lumMod val="20000"/>
                        <a:lumOff val="80000"/>
                      </a:srgbClr>
                    </a:solidFill>
                  </a:tcPr>
                </a:tc>
                <a:tc>
                  <a:txBody>
                    <a:bodyPr/>
                    <a:lstStyle>
                      <a:lvl1pPr marL="0" algn="l" defTabSz="914400" rtl="0" eaLnBrk="1" latinLnBrk="0" hangingPunct="1">
                        <a:defRPr kumimoji="1" sz="1800" kern="1200">
                          <a:solidFill>
                            <a:schemeClr val="tx1"/>
                          </a:solidFill>
                          <a:latin typeface="Calibri" panose="020F0502020204030204"/>
                        </a:defRPr>
                      </a:lvl1pPr>
                      <a:lvl2pPr marL="457200" algn="l" defTabSz="914400" rtl="0" eaLnBrk="1" latinLnBrk="0" hangingPunct="1">
                        <a:defRPr kumimoji="1" sz="1800" kern="1200">
                          <a:solidFill>
                            <a:schemeClr val="tx1"/>
                          </a:solidFill>
                          <a:latin typeface="Calibri" panose="020F0502020204030204"/>
                        </a:defRPr>
                      </a:lvl2pPr>
                      <a:lvl3pPr marL="914400" algn="l" defTabSz="914400" rtl="0" eaLnBrk="1" latinLnBrk="0" hangingPunct="1">
                        <a:defRPr kumimoji="1" sz="1800" kern="1200">
                          <a:solidFill>
                            <a:schemeClr val="tx1"/>
                          </a:solidFill>
                          <a:latin typeface="Calibri" panose="020F0502020204030204"/>
                        </a:defRPr>
                      </a:lvl3pPr>
                      <a:lvl4pPr marL="1371600" algn="l" defTabSz="914400" rtl="0" eaLnBrk="1" latinLnBrk="0" hangingPunct="1">
                        <a:defRPr kumimoji="1" sz="1800" kern="1200">
                          <a:solidFill>
                            <a:schemeClr val="tx1"/>
                          </a:solidFill>
                          <a:latin typeface="Calibri" panose="020F0502020204030204"/>
                        </a:defRPr>
                      </a:lvl4pPr>
                      <a:lvl5pPr marL="1828800" algn="l" defTabSz="914400" rtl="0" eaLnBrk="1" latinLnBrk="0" hangingPunct="1">
                        <a:defRPr kumimoji="1" sz="1800" kern="1200">
                          <a:solidFill>
                            <a:schemeClr val="tx1"/>
                          </a:solidFill>
                          <a:latin typeface="Calibri" panose="020F0502020204030204"/>
                        </a:defRPr>
                      </a:lvl5pPr>
                      <a:lvl6pPr marL="2286000" algn="l" defTabSz="914400" rtl="0" eaLnBrk="1" latinLnBrk="0" hangingPunct="1">
                        <a:defRPr kumimoji="1" sz="1800" kern="1200">
                          <a:solidFill>
                            <a:schemeClr val="tx1"/>
                          </a:solidFill>
                          <a:latin typeface="Calibri" panose="020F0502020204030204"/>
                        </a:defRPr>
                      </a:lvl6pPr>
                      <a:lvl7pPr marL="2743200" algn="l" defTabSz="914400" rtl="0" eaLnBrk="1" latinLnBrk="0" hangingPunct="1">
                        <a:defRPr kumimoji="1" sz="1800" kern="1200">
                          <a:solidFill>
                            <a:schemeClr val="tx1"/>
                          </a:solidFill>
                          <a:latin typeface="Calibri" panose="020F0502020204030204"/>
                        </a:defRPr>
                      </a:lvl7pPr>
                      <a:lvl8pPr marL="3200400" algn="l" defTabSz="914400" rtl="0" eaLnBrk="1" latinLnBrk="0" hangingPunct="1">
                        <a:defRPr kumimoji="1" sz="1800" kern="1200">
                          <a:solidFill>
                            <a:schemeClr val="tx1"/>
                          </a:solidFill>
                          <a:latin typeface="Calibri" panose="020F0502020204030204"/>
                        </a:defRPr>
                      </a:lvl8pPr>
                      <a:lvl9pPr marL="3657600" algn="l" defTabSz="914400" rtl="0" eaLnBrk="1" latinLnBrk="0" hangingPunct="1">
                        <a:defRPr kumimoji="1" sz="1800" kern="1200">
                          <a:solidFill>
                            <a:schemeClr val="tx1"/>
                          </a:solidFill>
                          <a:latin typeface="Calibri" panose="020F0502020204030204"/>
                        </a:defRPr>
                      </a:lvl9pPr>
                    </a:lstStyle>
                    <a:p>
                      <a:r>
                        <a:rPr kumimoji="1" lang="ja-JP" altLang="en-US" sz="1400">
                          <a:latin typeface="+mn-ea"/>
                          <a:ea typeface="+mn-ea"/>
                        </a:rPr>
                        <a:t>大場 康次</a:t>
                      </a:r>
                    </a:p>
                  </a:txBody>
                  <a:tcPr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kumimoji="1" lang="ja-JP" altLang="en-US" sz="1400">
                          <a:latin typeface="+mn-ea"/>
                          <a:ea typeface="+mn-ea"/>
                        </a:rPr>
                        <a:t>従業員数</a:t>
                      </a:r>
                    </a:p>
                  </a:txBody>
                  <a:tcPr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lnTlToBr w="12700" cmpd="sng">
                      <a:noFill/>
                      <a:prstDash val="solid"/>
                    </a:lnTlToBr>
                    <a:lnBlToTr w="12700" cmpd="sng">
                      <a:noFill/>
                      <a:prstDash val="solid"/>
                    </a:lnBlToTr>
                    <a:solidFill>
                      <a:srgbClr val="A5A5A5">
                        <a:lumMod val="20000"/>
                        <a:lumOff val="80000"/>
                      </a:srgbClr>
                    </a:solidFill>
                  </a:tcPr>
                </a:tc>
                <a:tc>
                  <a:txBody>
                    <a:bodyPr/>
                    <a:lstStyle/>
                    <a:p>
                      <a:r>
                        <a:rPr kumimoji="1" lang="en-US" altLang="ja-JP" sz="1400">
                          <a:latin typeface="+mn-ea"/>
                          <a:ea typeface="+mn-ea"/>
                        </a:rPr>
                        <a:t>701</a:t>
                      </a:r>
                      <a:r>
                        <a:rPr kumimoji="1" lang="ja-JP" altLang="en-US" sz="1400">
                          <a:latin typeface="+mn-ea"/>
                          <a:ea typeface="+mn-ea"/>
                        </a:rPr>
                        <a:t>名</a:t>
                      </a:r>
                      <a:endParaRPr kumimoji="1" lang="en-US" altLang="ja-JP" sz="1400">
                        <a:latin typeface="+mn-ea"/>
                        <a:ea typeface="+mn-ea"/>
                      </a:endParaRPr>
                    </a:p>
                    <a:p>
                      <a:r>
                        <a:rPr kumimoji="1" lang="ja-JP" altLang="en-US" sz="1200">
                          <a:latin typeface="+mn-ea"/>
                          <a:ea typeface="+mn-ea"/>
                        </a:rPr>
                        <a:t>（</a:t>
                      </a:r>
                      <a:r>
                        <a:rPr kumimoji="1" lang="en-US" altLang="ja-JP" sz="1200">
                          <a:latin typeface="+mn-ea"/>
                          <a:ea typeface="+mn-ea"/>
                        </a:rPr>
                        <a:t>2025</a:t>
                      </a:r>
                      <a:r>
                        <a:rPr kumimoji="1" lang="ja-JP" altLang="en-US" sz="1200">
                          <a:latin typeface="+mn-ea"/>
                          <a:ea typeface="+mn-ea"/>
                        </a:rPr>
                        <a:t>年</a:t>
                      </a:r>
                      <a:r>
                        <a:rPr kumimoji="1" lang="en-US" altLang="ja-JP" sz="1200">
                          <a:latin typeface="+mn-ea"/>
                          <a:ea typeface="+mn-ea"/>
                        </a:rPr>
                        <a:t>5</a:t>
                      </a:r>
                      <a:r>
                        <a:rPr kumimoji="1" lang="ja-JP" altLang="en-US" sz="1200">
                          <a:latin typeface="+mn-ea"/>
                          <a:ea typeface="+mn-ea"/>
                        </a:rPr>
                        <a:t>月</a:t>
                      </a:r>
                      <a:r>
                        <a:rPr kumimoji="1" lang="en-US" altLang="ja-JP" sz="1200">
                          <a:latin typeface="+mn-ea"/>
                          <a:ea typeface="+mn-ea"/>
                        </a:rPr>
                        <a:t>1</a:t>
                      </a:r>
                      <a:r>
                        <a:rPr kumimoji="1" lang="ja-JP" altLang="en-US" sz="1200">
                          <a:latin typeface="+mn-ea"/>
                          <a:ea typeface="+mn-ea"/>
                        </a:rPr>
                        <a:t>日現在）</a:t>
                      </a:r>
                    </a:p>
                  </a:txBody>
                  <a:tcPr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30855461"/>
                  </a:ext>
                </a:extLst>
              </a:tr>
            </a:tbl>
          </a:graphicData>
        </a:graphic>
      </p:graphicFrame>
      <p:graphicFrame>
        <p:nvGraphicFramePr>
          <p:cNvPr id="171" name="表 170">
            <a:extLst>
              <a:ext uri="{FF2B5EF4-FFF2-40B4-BE49-F238E27FC236}">
                <a16:creationId xmlns:a16="http://schemas.microsoft.com/office/drawing/2014/main" id="{21C6665E-5DC8-1874-110A-64F4062E7D0A}"/>
              </a:ext>
            </a:extLst>
          </p:cNvPr>
          <p:cNvGraphicFramePr>
            <a:graphicFrameLocks noGrp="1"/>
          </p:cNvGraphicFramePr>
          <p:nvPr>
            <p:extLst>
              <p:ext uri="{D42A27DB-BD31-4B8C-83A1-F6EECF244321}">
                <p14:modId xmlns:p14="http://schemas.microsoft.com/office/powerpoint/2010/main" val="13753183"/>
              </p:ext>
            </p:extLst>
          </p:nvPr>
        </p:nvGraphicFramePr>
        <p:xfrm>
          <a:off x="6705737" y="993608"/>
          <a:ext cx="4911463" cy="5348880"/>
        </p:xfrm>
        <a:graphic>
          <a:graphicData uri="http://schemas.openxmlformats.org/drawingml/2006/table">
            <a:tbl>
              <a:tblPr>
                <a:tableStyleId>{5C22544A-7EE6-4342-B048-85BDC9FD1C3A}</a:tableStyleId>
              </a:tblPr>
              <a:tblGrid>
                <a:gridCol w="1373034">
                  <a:extLst>
                    <a:ext uri="{9D8B030D-6E8A-4147-A177-3AD203B41FA5}">
                      <a16:colId xmlns:a16="http://schemas.microsoft.com/office/drawing/2014/main" val="20000"/>
                    </a:ext>
                  </a:extLst>
                </a:gridCol>
                <a:gridCol w="3538429">
                  <a:extLst>
                    <a:ext uri="{9D8B030D-6E8A-4147-A177-3AD203B41FA5}">
                      <a16:colId xmlns:a16="http://schemas.microsoft.com/office/drawing/2014/main" val="20001"/>
                    </a:ext>
                  </a:extLst>
                </a:gridCol>
              </a:tblGrid>
              <a:tr h="236880">
                <a:tc gridSpan="2">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a:latin typeface="+mn-ea"/>
                          <a:ea typeface="+mn-ea"/>
                          <a:cs typeface="Meiryo" charset="-128"/>
                        </a:rPr>
                        <a:t>拠</a:t>
                      </a:r>
                      <a:r>
                        <a:rPr kumimoji="1" lang="en-US" altLang="ja-JP" sz="1200" b="0" i="0">
                          <a:latin typeface="+mn-ea"/>
                          <a:ea typeface="+mn-ea"/>
                          <a:cs typeface="Meiryo" charset="-128"/>
                        </a:rPr>
                        <a:t> </a:t>
                      </a:r>
                      <a:r>
                        <a:rPr kumimoji="1" lang="ja-JP" altLang="en-US" sz="1200" b="0" i="0">
                          <a:latin typeface="+mn-ea"/>
                          <a:ea typeface="+mn-ea"/>
                          <a:cs typeface="Meiryo" charset="-128"/>
                        </a:rPr>
                        <a:t>点</a:t>
                      </a:r>
                      <a:r>
                        <a:rPr kumimoji="1" lang="en-US" altLang="ja-JP" sz="1200" b="0" i="0">
                          <a:latin typeface="+mn-ea"/>
                          <a:ea typeface="+mn-ea"/>
                          <a:cs typeface="Meiryo" charset="-128"/>
                        </a:rPr>
                        <a:t> </a:t>
                      </a:r>
                      <a:r>
                        <a:rPr kumimoji="1" lang="ja-JP" altLang="en-US" sz="1200" b="0" i="0">
                          <a:latin typeface="+mn-ea"/>
                          <a:ea typeface="+mn-ea"/>
                          <a:cs typeface="Meiryo" charset="-128"/>
                        </a:rPr>
                        <a:t>一</a:t>
                      </a:r>
                      <a:r>
                        <a:rPr kumimoji="1" lang="en-US" altLang="ja-JP" sz="1200" b="0" i="0">
                          <a:latin typeface="+mn-ea"/>
                          <a:ea typeface="+mn-ea"/>
                          <a:cs typeface="Meiryo" charset="-128"/>
                        </a:rPr>
                        <a:t> </a:t>
                      </a:r>
                      <a:r>
                        <a:rPr kumimoji="1" lang="ja-JP" altLang="en-US" sz="1200" b="0" i="0">
                          <a:latin typeface="+mn-ea"/>
                          <a:ea typeface="+mn-ea"/>
                          <a:cs typeface="Meiryo" charset="-128"/>
                        </a:rPr>
                        <a:t>覧：</a:t>
                      </a:r>
                    </a:p>
                  </a:txBody>
                  <a:tcPr marL="0" marR="0" marT="27000" marB="27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algn="just"/>
                      <a:endParaRPr kumimoji="1" lang="ja-JP" altLang="en-US" sz="900" b="0" i="0">
                        <a:latin typeface="Meiryo UI" charset="-128"/>
                        <a:ea typeface="Meiryo UI" charset="-128"/>
                        <a:cs typeface="Meiryo UI" charset="-128"/>
                      </a:endParaRPr>
                    </a:p>
                  </a:txBody>
                  <a:tcPr marL="0" marR="0" marT="90000" marB="90000">
                    <a:solidFill>
                      <a:schemeClr val="bg1"/>
                    </a:solidFill>
                  </a:tcPr>
                </a:tc>
                <a:extLst>
                  <a:ext uri="{0D108BD9-81ED-4DB2-BD59-A6C34878D82A}">
                    <a16:rowId xmlns:a16="http://schemas.microsoft.com/office/drawing/2014/main" val="10000"/>
                  </a:ext>
                </a:extLst>
              </a:tr>
              <a:tr h="485190">
                <a:tc>
                  <a:txBody>
                    <a:bodyPr/>
                    <a:lstStyle/>
                    <a:p>
                      <a:pPr algn="l"/>
                      <a:r>
                        <a:rPr kumimoji="1" lang="ja-JP" altLang="en-US" sz="1200" b="0" i="0">
                          <a:solidFill>
                            <a:srgbClr val="C00000"/>
                          </a:solidFill>
                          <a:latin typeface="+mn-ea"/>
                          <a:ea typeface="+mn-ea"/>
                          <a:cs typeface="Meiryo" charset="-128"/>
                        </a:rPr>
                        <a:t>■</a:t>
                      </a:r>
                      <a:r>
                        <a:rPr kumimoji="1" lang="ja-JP" altLang="en-US" sz="1200" b="0" i="0">
                          <a:solidFill>
                            <a:srgbClr val="323232"/>
                          </a:solidFill>
                          <a:latin typeface="+mn-ea"/>
                          <a:ea typeface="+mn-ea"/>
                          <a:cs typeface="Meiryo" charset="-128"/>
                        </a:rPr>
                        <a:t>本社</a:t>
                      </a:r>
                      <a:endParaRPr kumimoji="1" lang="en-US" altLang="ja-JP" sz="1200" b="0" i="0">
                        <a:solidFill>
                          <a:srgbClr val="323232"/>
                        </a:solidFill>
                        <a:latin typeface="+mn-ea"/>
                        <a:ea typeface="+mn-ea"/>
                        <a:cs typeface="Meiryo" charset="-128"/>
                      </a:endParaRPr>
                    </a:p>
                  </a:txBody>
                  <a:tcPr marL="0" marR="0" marT="81000" marB="27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kern="1200">
                          <a:solidFill>
                            <a:srgbClr val="323232"/>
                          </a:solidFill>
                          <a:effectLst/>
                          <a:latin typeface="+mn-ea"/>
                          <a:ea typeface="+mn-ea"/>
                          <a:cs typeface="Meiryo" charset="-128"/>
                        </a:rPr>
                        <a:t>〒</a:t>
                      </a:r>
                      <a:r>
                        <a:rPr kumimoji="1" lang="en-US" altLang="ja-JP" sz="1200" b="0" i="0" kern="1200">
                          <a:solidFill>
                            <a:srgbClr val="323232"/>
                          </a:solidFill>
                          <a:effectLst/>
                          <a:latin typeface="+mn-ea"/>
                          <a:ea typeface="+mn-ea"/>
                          <a:cs typeface="Meiryo" charset="-128"/>
                        </a:rPr>
                        <a:t>103-0022</a:t>
                      </a:r>
                    </a:p>
                    <a:p>
                      <a:pPr marL="0" marR="0" indent="0" algn="l" defTabSz="914400" rtl="0" eaLnBrk="1" fontAlgn="auto" latinLnBrk="0" hangingPunct="1">
                        <a:lnSpc>
                          <a:spcPct val="100000"/>
                        </a:lnSpc>
                        <a:spcBef>
                          <a:spcPts val="0"/>
                        </a:spcBef>
                        <a:spcAft>
                          <a:spcPts val="0"/>
                        </a:spcAft>
                        <a:buClrTx/>
                        <a:buSzTx/>
                        <a:buFontTx/>
                        <a:buNone/>
                        <a:tabLst/>
                        <a:defRPr/>
                      </a:pPr>
                      <a:r>
                        <a:rPr kumimoji="1" lang="zh-TW" altLang="en-US" sz="1200" b="0" i="0" kern="1200">
                          <a:solidFill>
                            <a:srgbClr val="323232"/>
                          </a:solidFill>
                          <a:effectLst/>
                          <a:latin typeface="+mn-ea"/>
                          <a:ea typeface="+mn-ea"/>
                          <a:cs typeface="Meiryo" charset="-128"/>
                        </a:rPr>
                        <a:t>東京都中央区日本橋室町</a:t>
                      </a:r>
                      <a:r>
                        <a:rPr kumimoji="1" lang="en-US" altLang="zh-TW" sz="1200" b="0" i="0" kern="1200">
                          <a:solidFill>
                            <a:srgbClr val="323232"/>
                          </a:solidFill>
                          <a:effectLst/>
                          <a:latin typeface="+mn-ea"/>
                          <a:ea typeface="+mn-ea"/>
                          <a:cs typeface="Meiryo" charset="-128"/>
                        </a:rPr>
                        <a:t>3</a:t>
                      </a:r>
                      <a:r>
                        <a:rPr kumimoji="1" lang="en-US" altLang="ja-JP" sz="1200" b="0" i="0" kern="1200">
                          <a:solidFill>
                            <a:srgbClr val="323232"/>
                          </a:solidFill>
                          <a:effectLst/>
                          <a:latin typeface="+mn-ea"/>
                          <a:ea typeface="+mn-ea"/>
                          <a:cs typeface="Meiryo" charset="-128"/>
                        </a:rPr>
                        <a:t>-4-4</a:t>
                      </a:r>
                      <a:r>
                        <a:rPr kumimoji="1" lang="ja-JP" altLang="en-US" sz="1200" b="0" i="0" kern="1200">
                          <a:solidFill>
                            <a:srgbClr val="323232"/>
                          </a:solidFill>
                          <a:effectLst/>
                          <a:latin typeface="+mn-ea"/>
                          <a:ea typeface="+mn-ea"/>
                          <a:cs typeface="Meiryo" charset="-128"/>
                        </a:rPr>
                        <a:t>　</a:t>
                      </a:r>
                      <a:r>
                        <a:rPr kumimoji="1" lang="en-US" altLang="ja-JP" sz="1200" b="0" i="0" kern="1200" baseline="0">
                          <a:solidFill>
                            <a:srgbClr val="323232"/>
                          </a:solidFill>
                          <a:effectLst/>
                          <a:latin typeface="+mn-ea"/>
                          <a:ea typeface="+mn-ea"/>
                          <a:cs typeface="Meiryo" charset="-128"/>
                        </a:rPr>
                        <a:t>OVOL</a:t>
                      </a:r>
                      <a:r>
                        <a:rPr kumimoji="1" lang="ja-JP" altLang="en-US" sz="1200" b="0" i="0" kern="1200" baseline="0">
                          <a:solidFill>
                            <a:srgbClr val="323232"/>
                          </a:solidFill>
                          <a:effectLst/>
                          <a:latin typeface="+mn-ea"/>
                          <a:ea typeface="+mn-ea"/>
                          <a:cs typeface="Meiryo" charset="-128"/>
                        </a:rPr>
                        <a:t>日本橋ビル</a:t>
                      </a:r>
                      <a:r>
                        <a:rPr kumimoji="1" lang="ja-JP" altLang="en-US" sz="1200" b="0" i="0" kern="1200">
                          <a:solidFill>
                            <a:srgbClr val="323232"/>
                          </a:solidFill>
                          <a:effectLst/>
                          <a:latin typeface="+mn-ea"/>
                          <a:ea typeface="+mn-ea"/>
                          <a:cs typeface="Meiryo" charset="-128"/>
                        </a:rPr>
                        <a:t> </a:t>
                      </a:r>
                      <a:r>
                        <a:rPr kumimoji="1" lang="en-US" altLang="ja-JP" sz="1200" b="0" i="0" kern="1200">
                          <a:solidFill>
                            <a:srgbClr val="323232"/>
                          </a:solidFill>
                          <a:effectLst/>
                          <a:latin typeface="+mn-ea"/>
                          <a:ea typeface="+mn-ea"/>
                          <a:cs typeface="Meiryo" charset="-128"/>
                        </a:rPr>
                        <a:t>7</a:t>
                      </a:r>
                      <a:r>
                        <a:rPr kumimoji="1" lang="ja-JP" altLang="en-US" sz="1200" b="0" i="0" kern="1200">
                          <a:solidFill>
                            <a:srgbClr val="323232"/>
                          </a:solidFill>
                          <a:effectLst/>
                          <a:latin typeface="+mn-ea"/>
                          <a:ea typeface="+mn-ea"/>
                          <a:cs typeface="Meiryo" charset="-128"/>
                        </a:rPr>
                        <a:t>階</a:t>
                      </a:r>
                      <a:endParaRPr kumimoji="1" lang="en-US" altLang="ja-JP" sz="1200" b="0" i="0" kern="1200">
                        <a:solidFill>
                          <a:srgbClr val="323232"/>
                        </a:solidFill>
                        <a:effectLst/>
                        <a:latin typeface="+mn-ea"/>
                        <a:ea typeface="+mn-ea"/>
                        <a:cs typeface="Meiryo"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i="0" kern="1200">
                          <a:solidFill>
                            <a:srgbClr val="323232"/>
                          </a:solidFill>
                          <a:effectLst/>
                          <a:latin typeface="+mn-ea"/>
                          <a:ea typeface="+mn-ea"/>
                          <a:cs typeface="Meiryo" charset="-128"/>
                        </a:rPr>
                        <a:t>TEL: 03-5299-5351</a:t>
                      </a:r>
                      <a:r>
                        <a:rPr kumimoji="1" lang="ja-JP" altLang="en-US" sz="1200" b="0" i="0" kern="1200">
                          <a:solidFill>
                            <a:srgbClr val="323232"/>
                          </a:solidFill>
                          <a:effectLst/>
                          <a:latin typeface="+mn-ea"/>
                          <a:ea typeface="+mn-ea"/>
                          <a:cs typeface="Meiryo" charset="-128"/>
                        </a:rPr>
                        <a:t>　</a:t>
                      </a:r>
                      <a:r>
                        <a:rPr kumimoji="1" lang="en-US" altLang="ja-JP" sz="1200" b="0" i="0" kern="1200">
                          <a:solidFill>
                            <a:srgbClr val="323232"/>
                          </a:solidFill>
                          <a:effectLst/>
                          <a:latin typeface="+mn-ea"/>
                          <a:ea typeface="+mn-ea"/>
                          <a:cs typeface="Meiryo" charset="-128"/>
                        </a:rPr>
                        <a:t>FAX: 03-5299-5354</a:t>
                      </a:r>
                      <a:endParaRPr kumimoji="1" lang="ja-JP" altLang="ja-JP" sz="1200" b="0" i="0" kern="1200">
                        <a:solidFill>
                          <a:srgbClr val="323232"/>
                        </a:solidFill>
                        <a:effectLst/>
                        <a:latin typeface="+mn-ea"/>
                        <a:ea typeface="+mn-ea"/>
                        <a:cs typeface="Meiryo" charset="-128"/>
                      </a:endParaRPr>
                    </a:p>
                  </a:txBody>
                  <a:tcPr marL="0" marR="0" marT="81000" marB="27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339602">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a:solidFill>
                            <a:srgbClr val="C00000"/>
                          </a:solidFill>
                          <a:latin typeface="+mn-ea"/>
                          <a:ea typeface="+mn-ea"/>
                          <a:cs typeface="Meiryo" charset="-128"/>
                        </a:rPr>
                        <a:t>■</a:t>
                      </a:r>
                      <a:r>
                        <a:rPr kumimoji="1" lang="ja-JP" altLang="en-US" sz="1200" b="0" i="0">
                          <a:solidFill>
                            <a:srgbClr val="323232"/>
                          </a:solidFill>
                          <a:latin typeface="+mn-ea"/>
                          <a:ea typeface="+mn-ea"/>
                          <a:cs typeface="Meiryo" charset="-128"/>
                        </a:rPr>
                        <a:t>京橋オフィス</a:t>
                      </a:r>
                    </a:p>
                  </a:txBody>
                  <a:tcPr marL="0" marR="0" marT="27000" marB="27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kern="1200">
                          <a:solidFill>
                            <a:srgbClr val="323232"/>
                          </a:solidFill>
                          <a:effectLst/>
                          <a:latin typeface="+mn-ea"/>
                          <a:ea typeface="+mn-ea"/>
                          <a:cs typeface="Meiryo" charset="-128"/>
                        </a:rPr>
                        <a:t>〒</a:t>
                      </a:r>
                      <a:r>
                        <a:rPr kumimoji="1" lang="en-US" altLang="ja-JP" sz="1200" b="0" i="0" kern="1200">
                          <a:solidFill>
                            <a:srgbClr val="323232"/>
                          </a:solidFill>
                          <a:effectLst/>
                          <a:latin typeface="+mn-ea"/>
                          <a:ea typeface="+mn-ea"/>
                          <a:cs typeface="Meiryo" charset="-128"/>
                        </a:rPr>
                        <a:t>104-0032</a:t>
                      </a:r>
                      <a:br>
                        <a:rPr kumimoji="1" lang="en-US" altLang="ja-JP" sz="1200" b="0" i="0" kern="1200">
                          <a:solidFill>
                            <a:srgbClr val="323232"/>
                          </a:solidFill>
                          <a:effectLst/>
                          <a:latin typeface="+mn-ea"/>
                          <a:ea typeface="+mn-ea"/>
                          <a:cs typeface="Meiryo" charset="-128"/>
                        </a:rPr>
                      </a:br>
                      <a:r>
                        <a:rPr kumimoji="1" lang="ja-JP" altLang="en-US" sz="1200" b="0" i="0" kern="1200">
                          <a:solidFill>
                            <a:srgbClr val="323232"/>
                          </a:solidFill>
                          <a:effectLst/>
                          <a:latin typeface="+mn-ea"/>
                          <a:ea typeface="+mn-ea"/>
                          <a:cs typeface="Meiryo" charset="-128"/>
                        </a:rPr>
                        <a:t>東京都中央区八丁堀</a:t>
                      </a:r>
                      <a:r>
                        <a:rPr kumimoji="1" lang="en-US" altLang="ja-JP" sz="1200" b="0" i="0" kern="1200">
                          <a:solidFill>
                            <a:srgbClr val="323232"/>
                          </a:solidFill>
                          <a:effectLst/>
                          <a:latin typeface="+mn-ea"/>
                          <a:ea typeface="+mn-ea"/>
                          <a:cs typeface="Meiryo" charset="-128"/>
                        </a:rPr>
                        <a:t>4-3-3</a:t>
                      </a:r>
                      <a:r>
                        <a:rPr kumimoji="1" lang="ja-JP" altLang="en-US" sz="1200" b="0" i="0" kern="1200">
                          <a:solidFill>
                            <a:srgbClr val="323232"/>
                          </a:solidFill>
                          <a:effectLst/>
                          <a:latin typeface="+mn-ea"/>
                          <a:ea typeface="+mn-ea"/>
                          <a:cs typeface="Meiryo" charset="-128"/>
                        </a:rPr>
                        <a:t>　</a:t>
                      </a:r>
                      <a:r>
                        <a:rPr kumimoji="1" lang="en-US" altLang="ja-JP" sz="1200" b="0" i="0" kern="1200">
                          <a:solidFill>
                            <a:srgbClr val="323232"/>
                          </a:solidFill>
                          <a:effectLst/>
                          <a:latin typeface="+mn-ea"/>
                          <a:ea typeface="+mn-ea"/>
                          <a:cs typeface="Meiryo" charset="-128"/>
                        </a:rPr>
                        <a:t>Daiwa</a:t>
                      </a:r>
                      <a:r>
                        <a:rPr kumimoji="1" lang="ja-JP" altLang="en-US" sz="1200" b="0" i="0" kern="1200">
                          <a:solidFill>
                            <a:srgbClr val="323232"/>
                          </a:solidFill>
                          <a:effectLst/>
                          <a:latin typeface="+mn-ea"/>
                          <a:ea typeface="+mn-ea"/>
                          <a:cs typeface="Meiryo" charset="-128"/>
                        </a:rPr>
                        <a:t>京橋ビル</a:t>
                      </a:r>
                      <a:r>
                        <a:rPr kumimoji="1" lang="en-US" altLang="ja-JP" sz="1200" b="0" i="0" kern="1200" baseline="0">
                          <a:solidFill>
                            <a:srgbClr val="323232"/>
                          </a:solidFill>
                          <a:effectLst/>
                          <a:latin typeface="+mn-ea"/>
                          <a:ea typeface="+mn-ea"/>
                          <a:cs typeface="Meiryo" charset="-128"/>
                        </a:rPr>
                        <a:t> </a:t>
                      </a:r>
                      <a:r>
                        <a:rPr kumimoji="1" lang="en-US" altLang="ja-JP" sz="1200" b="0" i="0" kern="1200">
                          <a:solidFill>
                            <a:srgbClr val="323232"/>
                          </a:solidFill>
                          <a:effectLst/>
                          <a:latin typeface="+mn-ea"/>
                          <a:ea typeface="+mn-ea"/>
                          <a:cs typeface="Meiryo" charset="-128"/>
                        </a:rPr>
                        <a:t>8</a:t>
                      </a:r>
                      <a:r>
                        <a:rPr kumimoji="1" lang="ja-JP" altLang="en-US" sz="1200" b="0" i="0" kern="1200">
                          <a:solidFill>
                            <a:srgbClr val="323232"/>
                          </a:solidFill>
                          <a:effectLst/>
                          <a:latin typeface="+mn-ea"/>
                          <a:ea typeface="+mn-ea"/>
                          <a:cs typeface="Meiryo" charset="-128"/>
                        </a:rPr>
                        <a:t>階</a:t>
                      </a:r>
                      <a:endParaRPr kumimoji="1" lang="ja-JP" altLang="ja-JP" sz="1200" b="0" i="0" kern="1200">
                        <a:solidFill>
                          <a:srgbClr val="323232"/>
                        </a:solidFill>
                        <a:effectLst/>
                        <a:latin typeface="+mn-ea"/>
                        <a:ea typeface="+mn-ea"/>
                        <a:cs typeface="Meiryo" charset="-128"/>
                      </a:endParaRPr>
                    </a:p>
                  </a:txBody>
                  <a:tcPr marL="0" marR="0" marT="27000" marB="27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339602">
                <a:tc>
                  <a:txBody>
                    <a:bodyPr/>
                    <a:lstStyle/>
                    <a:p>
                      <a:pPr algn="l"/>
                      <a:r>
                        <a:rPr kumimoji="1" lang="ja-JP" altLang="en-US" sz="1200" b="0" i="0">
                          <a:solidFill>
                            <a:srgbClr val="C00000"/>
                          </a:solidFill>
                          <a:latin typeface="+mn-ea"/>
                          <a:ea typeface="+mn-ea"/>
                          <a:cs typeface="Meiryo" charset="-128"/>
                        </a:rPr>
                        <a:t>■</a:t>
                      </a:r>
                      <a:r>
                        <a:rPr kumimoji="1" lang="ja-JP" altLang="en-US" sz="1200" b="0" i="0">
                          <a:solidFill>
                            <a:srgbClr val="323232"/>
                          </a:solidFill>
                          <a:latin typeface="+mn-ea"/>
                          <a:ea typeface="+mn-ea"/>
                          <a:cs typeface="Meiryo" charset="-128"/>
                        </a:rPr>
                        <a:t>府中オフィス</a:t>
                      </a:r>
                      <a:endParaRPr kumimoji="1" lang="en-US" altLang="ja-JP" sz="1200" b="0" i="0">
                        <a:solidFill>
                          <a:srgbClr val="323232"/>
                        </a:solidFill>
                        <a:latin typeface="+mn-ea"/>
                        <a:ea typeface="+mn-ea"/>
                        <a:cs typeface="Meiryo" charset="-128"/>
                      </a:endParaRPr>
                    </a:p>
                  </a:txBody>
                  <a:tcPr marL="0" marR="0" marT="27000" marB="27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kumimoji="1" lang="ja-JP" altLang="en-US" sz="1200" b="0" i="0">
                          <a:solidFill>
                            <a:srgbClr val="323232"/>
                          </a:solidFill>
                          <a:latin typeface="+mn-ea"/>
                          <a:ea typeface="+mn-ea"/>
                          <a:cs typeface="Meiryo" charset="-128"/>
                        </a:rPr>
                        <a:t>〒</a:t>
                      </a:r>
                      <a:r>
                        <a:rPr kumimoji="1" lang="en-US" altLang="ja-JP" sz="1200" b="0" i="0" baseline="0">
                          <a:solidFill>
                            <a:srgbClr val="323232"/>
                          </a:solidFill>
                          <a:latin typeface="+mn-ea"/>
                          <a:ea typeface="+mn-ea"/>
                          <a:cs typeface="Meiryo" charset="-128"/>
                        </a:rPr>
                        <a:t>183-0056</a:t>
                      </a:r>
                    </a:p>
                    <a:p>
                      <a:pPr algn="l"/>
                      <a:r>
                        <a:rPr kumimoji="1" lang="ja-JP" altLang="en-US" sz="1200" b="0" i="0">
                          <a:solidFill>
                            <a:srgbClr val="323232"/>
                          </a:solidFill>
                          <a:latin typeface="+mn-ea"/>
                          <a:ea typeface="+mn-ea"/>
                          <a:cs typeface="Meiryo" charset="-128"/>
                        </a:rPr>
                        <a:t>東京都府中市寿町</a:t>
                      </a:r>
                      <a:r>
                        <a:rPr kumimoji="1" lang="en-US" altLang="ja-JP" sz="1200" b="0" i="0">
                          <a:solidFill>
                            <a:srgbClr val="323232"/>
                          </a:solidFill>
                          <a:latin typeface="+mn-ea"/>
                          <a:ea typeface="+mn-ea"/>
                          <a:cs typeface="Meiryo" charset="-128"/>
                        </a:rPr>
                        <a:t>1-1-3</a:t>
                      </a:r>
                      <a:r>
                        <a:rPr kumimoji="1" lang="ja-JP" altLang="en-US" sz="1200" b="0" i="0">
                          <a:solidFill>
                            <a:srgbClr val="323232"/>
                          </a:solidFill>
                          <a:latin typeface="+mn-ea"/>
                          <a:ea typeface="+mn-ea"/>
                          <a:cs typeface="Meiryo" charset="-128"/>
                        </a:rPr>
                        <a:t>　三ツ木寿町ビル </a:t>
                      </a:r>
                      <a:r>
                        <a:rPr kumimoji="1" lang="en-US" altLang="ja-JP" sz="1200" b="0" i="0">
                          <a:solidFill>
                            <a:srgbClr val="323232"/>
                          </a:solidFill>
                          <a:latin typeface="+mn-ea"/>
                          <a:ea typeface="+mn-ea"/>
                          <a:cs typeface="Meiryo" charset="-128"/>
                        </a:rPr>
                        <a:t>6</a:t>
                      </a:r>
                      <a:r>
                        <a:rPr kumimoji="1" lang="ja-JP" altLang="en-US" sz="1200" b="0" i="0">
                          <a:solidFill>
                            <a:srgbClr val="323232"/>
                          </a:solidFill>
                          <a:latin typeface="+mn-ea"/>
                          <a:ea typeface="+mn-ea"/>
                          <a:cs typeface="Meiryo" charset="-128"/>
                        </a:rPr>
                        <a:t>階</a:t>
                      </a:r>
                      <a:endParaRPr kumimoji="1" lang="en-US" altLang="ja-JP" sz="1200" b="0" i="0">
                        <a:solidFill>
                          <a:srgbClr val="323232"/>
                        </a:solidFill>
                        <a:latin typeface="+mn-ea"/>
                        <a:ea typeface="+mn-ea"/>
                        <a:cs typeface="Meiryo" charset="-128"/>
                      </a:endParaRPr>
                    </a:p>
                  </a:txBody>
                  <a:tcPr marL="0" marR="0" marT="27000" marB="27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r h="339602">
                <a:tc>
                  <a:txBody>
                    <a:bodyPr/>
                    <a:lstStyle/>
                    <a:p>
                      <a:pPr algn="l"/>
                      <a:r>
                        <a:rPr kumimoji="1" lang="ja-JP" altLang="en-US" sz="1200" b="0" i="0">
                          <a:solidFill>
                            <a:srgbClr val="C00000"/>
                          </a:solidFill>
                          <a:latin typeface="+mn-ea"/>
                          <a:ea typeface="+mn-ea"/>
                          <a:cs typeface="Meiryo" charset="-128"/>
                        </a:rPr>
                        <a:t>■</a:t>
                      </a:r>
                      <a:r>
                        <a:rPr kumimoji="1" lang="ja-JP" altLang="en-US" sz="1200" b="0" i="0">
                          <a:solidFill>
                            <a:srgbClr val="323232"/>
                          </a:solidFill>
                          <a:latin typeface="+mn-ea"/>
                          <a:ea typeface="+mn-ea"/>
                          <a:cs typeface="Meiryo" charset="-128"/>
                        </a:rPr>
                        <a:t>千葉オフィス</a:t>
                      </a:r>
                    </a:p>
                  </a:txBody>
                  <a:tcPr marL="0" marR="0" marT="27000" marB="27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kern="1200">
                          <a:solidFill>
                            <a:srgbClr val="323232"/>
                          </a:solidFill>
                          <a:effectLst/>
                          <a:latin typeface="+mn-ea"/>
                          <a:ea typeface="+mn-ea"/>
                          <a:cs typeface="Meiryo" charset="-128"/>
                        </a:rPr>
                        <a:t>〒</a:t>
                      </a:r>
                      <a:r>
                        <a:rPr kumimoji="1" lang="en-US" altLang="ja-JP" sz="1200" b="0" i="0" kern="1200">
                          <a:solidFill>
                            <a:srgbClr val="323232"/>
                          </a:solidFill>
                          <a:effectLst/>
                          <a:latin typeface="+mn-ea"/>
                          <a:ea typeface="+mn-ea"/>
                          <a:cs typeface="Meiryo" charset="-128"/>
                        </a:rPr>
                        <a:t>260-0045</a:t>
                      </a:r>
                    </a:p>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kern="1200">
                          <a:solidFill>
                            <a:srgbClr val="323232"/>
                          </a:solidFill>
                          <a:effectLst/>
                          <a:latin typeface="+mn-ea"/>
                          <a:ea typeface="+mn-ea"/>
                          <a:cs typeface="Meiryo" charset="-128"/>
                        </a:rPr>
                        <a:t>千葉市中央区弁天</a:t>
                      </a:r>
                      <a:r>
                        <a:rPr kumimoji="1" lang="en-US" altLang="ja-JP" sz="1200" b="0" i="0" kern="1200">
                          <a:solidFill>
                            <a:srgbClr val="323232"/>
                          </a:solidFill>
                          <a:effectLst/>
                          <a:latin typeface="+mn-ea"/>
                          <a:ea typeface="+mn-ea"/>
                          <a:cs typeface="Meiryo" charset="-128"/>
                        </a:rPr>
                        <a:t>1-5-1</a:t>
                      </a:r>
                      <a:r>
                        <a:rPr kumimoji="1" lang="ja-JP" altLang="en-US" sz="1200" b="0" i="0" kern="1200">
                          <a:solidFill>
                            <a:srgbClr val="323232"/>
                          </a:solidFill>
                          <a:effectLst/>
                          <a:latin typeface="+mn-ea"/>
                          <a:ea typeface="+mn-ea"/>
                          <a:cs typeface="Meiryo" charset="-128"/>
                        </a:rPr>
                        <a:t>　オーパスビルディング </a:t>
                      </a:r>
                      <a:r>
                        <a:rPr kumimoji="1" lang="en-US" altLang="ja-JP" sz="1200" b="0" i="0" kern="1200">
                          <a:solidFill>
                            <a:srgbClr val="323232"/>
                          </a:solidFill>
                          <a:effectLst/>
                          <a:latin typeface="+mn-ea"/>
                          <a:ea typeface="+mn-ea"/>
                          <a:cs typeface="Meiryo" charset="-128"/>
                        </a:rPr>
                        <a:t>9</a:t>
                      </a:r>
                      <a:r>
                        <a:rPr kumimoji="1" lang="ja-JP" altLang="en-US" sz="1200" b="0" i="0" kern="1200">
                          <a:solidFill>
                            <a:srgbClr val="323232"/>
                          </a:solidFill>
                          <a:effectLst/>
                          <a:latin typeface="+mn-ea"/>
                          <a:ea typeface="+mn-ea"/>
                          <a:cs typeface="Meiryo" charset="-128"/>
                        </a:rPr>
                        <a:t>階</a:t>
                      </a:r>
                      <a:endParaRPr kumimoji="1" lang="en-US" altLang="ja-JP" sz="1200" b="0" i="0" kern="1200">
                        <a:solidFill>
                          <a:srgbClr val="323232"/>
                        </a:solidFill>
                        <a:effectLst/>
                        <a:latin typeface="+mn-ea"/>
                        <a:ea typeface="+mn-ea"/>
                        <a:cs typeface="Meiryo" charset="-128"/>
                      </a:endParaRPr>
                    </a:p>
                  </a:txBody>
                  <a:tcPr marL="0" marR="0" marT="27000" marB="27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4"/>
                  </a:ext>
                </a:extLst>
              </a:tr>
              <a:tr h="339602">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a:solidFill>
                            <a:srgbClr val="C00000"/>
                          </a:solidFill>
                          <a:latin typeface="+mn-ea"/>
                          <a:ea typeface="+mn-ea"/>
                          <a:cs typeface="Meiryo" charset="-128"/>
                        </a:rPr>
                        <a:t>■</a:t>
                      </a:r>
                      <a:r>
                        <a:rPr kumimoji="1" lang="ja-JP" altLang="en-US" sz="1200" b="0" i="0">
                          <a:solidFill>
                            <a:srgbClr val="323232"/>
                          </a:solidFill>
                          <a:latin typeface="+mn-ea"/>
                          <a:ea typeface="+mn-ea"/>
                          <a:cs typeface="Meiryo" charset="-128"/>
                        </a:rPr>
                        <a:t>横浜オフィス</a:t>
                      </a:r>
                    </a:p>
                  </a:txBody>
                  <a:tcPr marL="0" marR="0" marT="27000" marB="27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kumimoji="1" lang="ja-JP" altLang="en-US" sz="1200" b="0" i="0">
                          <a:solidFill>
                            <a:schemeClr val="tx1"/>
                          </a:solidFill>
                          <a:latin typeface="+mn-ea"/>
                          <a:ea typeface="+mn-ea"/>
                          <a:cs typeface="Meiryo" charset="-128"/>
                        </a:rPr>
                        <a:t>〒</a:t>
                      </a:r>
                      <a:r>
                        <a:rPr kumimoji="1" lang="en-US" altLang="ja-JP" sz="1200" b="0" i="0">
                          <a:solidFill>
                            <a:schemeClr val="tx1"/>
                          </a:solidFill>
                          <a:latin typeface="+mn-ea"/>
                          <a:ea typeface="+mn-ea"/>
                          <a:cs typeface="Meiryo" charset="-128"/>
                        </a:rPr>
                        <a:t>220-0012</a:t>
                      </a:r>
                    </a:p>
                    <a:p>
                      <a:pPr algn="l"/>
                      <a:r>
                        <a:rPr kumimoji="1" lang="ja-JP" altLang="en-US" sz="1200" b="0" i="0">
                          <a:solidFill>
                            <a:schemeClr val="tx1"/>
                          </a:solidFill>
                          <a:latin typeface="+mn-ea"/>
                          <a:ea typeface="+mn-ea"/>
                          <a:cs typeface="Meiryo" charset="-128"/>
                        </a:rPr>
                        <a:t>神奈川県横浜市西区みなとみらい</a:t>
                      </a:r>
                      <a:r>
                        <a:rPr kumimoji="1" lang="en-US" altLang="ja-JP" sz="1200" b="0" i="0">
                          <a:solidFill>
                            <a:schemeClr val="tx1"/>
                          </a:solidFill>
                          <a:latin typeface="+mn-ea"/>
                          <a:ea typeface="+mn-ea"/>
                          <a:cs typeface="Meiryo" charset="-128"/>
                        </a:rPr>
                        <a:t>3-7-1</a:t>
                      </a:r>
                      <a:r>
                        <a:rPr kumimoji="1" lang="ja-JP" altLang="en-US" sz="1200" b="0" i="0">
                          <a:solidFill>
                            <a:schemeClr val="tx1"/>
                          </a:solidFill>
                          <a:latin typeface="+mn-ea"/>
                          <a:ea typeface="+mn-ea"/>
                          <a:cs typeface="Meiryo" charset="-128"/>
                        </a:rPr>
                        <a:t>　</a:t>
                      </a:r>
                      <a:endParaRPr kumimoji="1" lang="en-US" altLang="ja-JP" sz="1200" b="0" i="0">
                        <a:solidFill>
                          <a:schemeClr val="tx1"/>
                        </a:solidFill>
                        <a:latin typeface="+mn-ea"/>
                        <a:ea typeface="+mn-ea"/>
                        <a:cs typeface="Meiryo" charset="-128"/>
                      </a:endParaRPr>
                    </a:p>
                    <a:p>
                      <a:pPr algn="l"/>
                      <a:r>
                        <a:rPr kumimoji="1" lang="ja-JP" altLang="en-US" sz="1200" b="0" i="0">
                          <a:solidFill>
                            <a:schemeClr val="tx1"/>
                          </a:solidFill>
                          <a:latin typeface="+mn-ea"/>
                          <a:ea typeface="+mn-ea"/>
                          <a:cs typeface="Meiryo" charset="-128"/>
                        </a:rPr>
                        <a:t>オーシャンゲートみなとみらい</a:t>
                      </a:r>
                      <a:r>
                        <a:rPr kumimoji="1" lang="en-US" altLang="ja-JP" sz="1200" b="0" i="0">
                          <a:solidFill>
                            <a:schemeClr val="tx1"/>
                          </a:solidFill>
                          <a:latin typeface="+mn-ea"/>
                          <a:ea typeface="+mn-ea"/>
                          <a:cs typeface="Meiryo" charset="-128"/>
                        </a:rPr>
                        <a:t>8</a:t>
                      </a:r>
                      <a:r>
                        <a:rPr kumimoji="1" lang="ja-JP" altLang="en-US" sz="1200" b="0" i="0">
                          <a:solidFill>
                            <a:schemeClr val="tx1"/>
                          </a:solidFill>
                          <a:latin typeface="+mn-ea"/>
                          <a:ea typeface="+mn-ea"/>
                          <a:cs typeface="Meiryo" charset="-128"/>
                        </a:rPr>
                        <a:t>階（</a:t>
                      </a:r>
                      <a:r>
                        <a:rPr kumimoji="1" lang="en-US" altLang="ja-JP" sz="1200" b="0" i="0" err="1">
                          <a:solidFill>
                            <a:schemeClr val="tx1"/>
                          </a:solidFill>
                          <a:latin typeface="+mn-ea"/>
                          <a:ea typeface="+mn-ea"/>
                          <a:cs typeface="Meiryo" charset="-128"/>
                        </a:rPr>
                        <a:t>WeWork</a:t>
                      </a:r>
                      <a:r>
                        <a:rPr kumimoji="1" lang="ja-JP" altLang="en-US" sz="1200" b="0" i="0">
                          <a:solidFill>
                            <a:schemeClr val="tx1"/>
                          </a:solidFill>
                          <a:latin typeface="+mn-ea"/>
                          <a:ea typeface="+mn-ea"/>
                          <a:cs typeface="Meiryo" charset="-128"/>
                        </a:rPr>
                        <a:t>内）</a:t>
                      </a:r>
                    </a:p>
                  </a:txBody>
                  <a:tcPr marL="0" marR="0" marT="27000" marB="27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5"/>
                  </a:ext>
                </a:extLst>
              </a:tr>
              <a:tr h="339602">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a:solidFill>
                            <a:srgbClr val="C00000"/>
                          </a:solidFill>
                          <a:latin typeface="+mn-ea"/>
                          <a:ea typeface="+mn-ea"/>
                          <a:cs typeface="Meiryo" charset="-128"/>
                        </a:rPr>
                        <a:t>■</a:t>
                      </a:r>
                      <a:r>
                        <a:rPr kumimoji="1" lang="ja-JP" altLang="en-US" sz="1200" b="0" i="0">
                          <a:solidFill>
                            <a:srgbClr val="323232"/>
                          </a:solidFill>
                          <a:latin typeface="+mn-ea"/>
                          <a:ea typeface="+mn-ea"/>
                          <a:cs typeface="Meiryo" charset="-128"/>
                        </a:rPr>
                        <a:t>長野オフィス</a:t>
                      </a:r>
                    </a:p>
                  </a:txBody>
                  <a:tcPr marL="0" marR="0" marT="27000" marB="27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kumimoji="1" lang="ja-JP" altLang="en-US" sz="1200" b="0" i="0" kern="1200">
                          <a:solidFill>
                            <a:srgbClr val="323232"/>
                          </a:solidFill>
                          <a:effectLst/>
                          <a:latin typeface="+mn-ea"/>
                          <a:ea typeface="+mn-ea"/>
                          <a:cs typeface="Meiryo" charset="-128"/>
                        </a:rPr>
                        <a:t>〒</a:t>
                      </a:r>
                      <a:r>
                        <a:rPr kumimoji="1" lang="en-US" altLang="ja-JP" sz="1200" b="0" i="0" kern="1200">
                          <a:solidFill>
                            <a:srgbClr val="323232"/>
                          </a:solidFill>
                          <a:effectLst/>
                          <a:latin typeface="+mn-ea"/>
                          <a:ea typeface="+mn-ea"/>
                          <a:cs typeface="Meiryo" charset="-128"/>
                        </a:rPr>
                        <a:t>390-0811 </a:t>
                      </a:r>
                    </a:p>
                    <a:p>
                      <a:pPr algn="l"/>
                      <a:r>
                        <a:rPr kumimoji="1" lang="ja-JP" altLang="en-US" sz="1200" b="0" i="0" kern="1200">
                          <a:solidFill>
                            <a:srgbClr val="323232"/>
                          </a:solidFill>
                          <a:effectLst/>
                          <a:latin typeface="+mn-ea"/>
                          <a:ea typeface="+mn-ea"/>
                          <a:cs typeface="Meiryo" charset="-128"/>
                        </a:rPr>
                        <a:t>長野県松本市中央</a:t>
                      </a:r>
                      <a:r>
                        <a:rPr kumimoji="1" lang="en-US" altLang="ja-JP" sz="1200" b="0" i="0" kern="1200">
                          <a:solidFill>
                            <a:srgbClr val="323232"/>
                          </a:solidFill>
                          <a:effectLst/>
                          <a:latin typeface="+mn-ea"/>
                          <a:ea typeface="+mn-ea"/>
                          <a:cs typeface="Meiryo" charset="-128"/>
                        </a:rPr>
                        <a:t>2-1-27</a:t>
                      </a:r>
                      <a:r>
                        <a:rPr kumimoji="1" lang="ja-JP" altLang="en-US" sz="1200" b="0" i="0" kern="1200">
                          <a:solidFill>
                            <a:srgbClr val="323232"/>
                          </a:solidFill>
                          <a:effectLst/>
                          <a:latin typeface="+mn-ea"/>
                          <a:ea typeface="+mn-ea"/>
                          <a:cs typeface="Meiryo" charset="-128"/>
                        </a:rPr>
                        <a:t>　松本本町第一生命ビルディング </a:t>
                      </a:r>
                      <a:r>
                        <a:rPr kumimoji="1" lang="en-US" altLang="ja-JP" sz="1200" b="0" i="0" kern="1200">
                          <a:solidFill>
                            <a:srgbClr val="323232"/>
                          </a:solidFill>
                          <a:effectLst/>
                          <a:latin typeface="+mn-ea"/>
                          <a:ea typeface="+mn-ea"/>
                          <a:cs typeface="Meiryo" charset="-128"/>
                        </a:rPr>
                        <a:t>7</a:t>
                      </a:r>
                      <a:r>
                        <a:rPr kumimoji="1" lang="ja-JP" altLang="en-US" sz="1200" b="0" i="0" kern="1200">
                          <a:solidFill>
                            <a:srgbClr val="323232"/>
                          </a:solidFill>
                          <a:effectLst/>
                          <a:latin typeface="+mn-ea"/>
                          <a:ea typeface="+mn-ea"/>
                          <a:cs typeface="Meiryo" charset="-128"/>
                        </a:rPr>
                        <a:t>階</a:t>
                      </a:r>
                      <a:endParaRPr kumimoji="1" lang="en-US" altLang="ja-JP" sz="1200" b="0" i="0" kern="1200">
                        <a:solidFill>
                          <a:srgbClr val="323232"/>
                        </a:solidFill>
                        <a:effectLst/>
                        <a:latin typeface="+mn-ea"/>
                        <a:ea typeface="+mn-ea"/>
                        <a:cs typeface="Meiryo" charset="-128"/>
                      </a:endParaRPr>
                    </a:p>
                  </a:txBody>
                  <a:tcPr marL="0" marR="0" marT="27000" marB="27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6"/>
                  </a:ext>
                </a:extLst>
              </a:tr>
              <a:tr h="339602">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a:solidFill>
                            <a:srgbClr val="C00000"/>
                          </a:solidFill>
                          <a:latin typeface="+mn-ea"/>
                          <a:ea typeface="+mn-ea"/>
                          <a:cs typeface="Meiryo" charset="-128"/>
                        </a:rPr>
                        <a:t>■</a:t>
                      </a:r>
                      <a:r>
                        <a:rPr kumimoji="1" lang="ja-JP" altLang="en-US" sz="1200" b="0" i="0">
                          <a:solidFill>
                            <a:srgbClr val="323232"/>
                          </a:solidFill>
                          <a:latin typeface="+mn-ea"/>
                          <a:ea typeface="+mn-ea"/>
                          <a:cs typeface="Meiryo" charset="-128"/>
                        </a:rPr>
                        <a:t>名古屋オフィス</a:t>
                      </a:r>
                    </a:p>
                  </a:txBody>
                  <a:tcPr marL="0" marR="0" marT="27000" marB="27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kumimoji="1" lang="ja-JP" altLang="en-US" sz="1200" b="0" i="0">
                          <a:solidFill>
                            <a:srgbClr val="323232"/>
                          </a:solidFill>
                          <a:latin typeface="+mn-ea"/>
                          <a:ea typeface="+mn-ea"/>
                          <a:cs typeface="Meiryo" charset="-128"/>
                        </a:rPr>
                        <a:t>〒</a:t>
                      </a:r>
                      <a:r>
                        <a:rPr kumimoji="1" lang="en-US" altLang="ja-JP" sz="1200" b="0" i="0">
                          <a:solidFill>
                            <a:srgbClr val="323232"/>
                          </a:solidFill>
                          <a:latin typeface="+mn-ea"/>
                          <a:ea typeface="+mn-ea"/>
                          <a:cs typeface="Meiryo" charset="-128"/>
                        </a:rPr>
                        <a:t>460-0003</a:t>
                      </a:r>
                    </a:p>
                    <a:p>
                      <a:pPr algn="l"/>
                      <a:r>
                        <a:rPr kumimoji="1" lang="ja-JP" altLang="en-US" sz="1200" b="0" i="0">
                          <a:solidFill>
                            <a:srgbClr val="323232"/>
                          </a:solidFill>
                          <a:latin typeface="+mn-ea"/>
                          <a:ea typeface="+mn-ea"/>
                          <a:cs typeface="Meiryo" charset="-128"/>
                        </a:rPr>
                        <a:t>愛知県名古屋市中区錦</a:t>
                      </a:r>
                      <a:r>
                        <a:rPr kumimoji="1" lang="en-US" altLang="ja-JP" sz="1200" b="0" i="0">
                          <a:solidFill>
                            <a:srgbClr val="323232"/>
                          </a:solidFill>
                          <a:latin typeface="+mn-ea"/>
                          <a:ea typeface="+mn-ea"/>
                          <a:cs typeface="Meiryo" charset="-128"/>
                        </a:rPr>
                        <a:t>2-20-8</a:t>
                      </a:r>
                      <a:r>
                        <a:rPr kumimoji="1" lang="ja-JP" altLang="en-US" sz="1200" b="0" i="0">
                          <a:solidFill>
                            <a:srgbClr val="323232"/>
                          </a:solidFill>
                          <a:latin typeface="+mn-ea"/>
                          <a:ea typeface="+mn-ea"/>
                          <a:cs typeface="Meiryo" charset="-128"/>
                        </a:rPr>
                        <a:t>　東栄ビル </a:t>
                      </a:r>
                      <a:r>
                        <a:rPr kumimoji="1" lang="en-US" altLang="ja-JP" sz="1200" b="0" i="0">
                          <a:solidFill>
                            <a:srgbClr val="323232"/>
                          </a:solidFill>
                          <a:latin typeface="+mn-ea"/>
                          <a:ea typeface="+mn-ea"/>
                          <a:cs typeface="Meiryo" charset="-128"/>
                        </a:rPr>
                        <a:t>7</a:t>
                      </a:r>
                      <a:r>
                        <a:rPr kumimoji="1" lang="ja-JP" altLang="en-US" sz="1200" b="0" i="0">
                          <a:solidFill>
                            <a:srgbClr val="323232"/>
                          </a:solidFill>
                          <a:latin typeface="+mn-ea"/>
                          <a:ea typeface="+mn-ea"/>
                          <a:cs typeface="Meiryo" charset="-128"/>
                        </a:rPr>
                        <a:t>階</a:t>
                      </a:r>
                    </a:p>
                  </a:txBody>
                  <a:tcPr marL="0" marR="0" marT="27000" marB="27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7"/>
                  </a:ext>
                </a:extLst>
              </a:tr>
              <a:tr h="43119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a:solidFill>
                            <a:srgbClr val="C00000"/>
                          </a:solidFill>
                          <a:latin typeface="+mn-ea"/>
                          <a:ea typeface="+mn-ea"/>
                          <a:cs typeface="Meiryo" charset="-128"/>
                        </a:rPr>
                        <a:t>■</a:t>
                      </a:r>
                      <a:r>
                        <a:rPr kumimoji="1" lang="ja-JP" altLang="en-US" sz="1200" b="0" i="0">
                          <a:solidFill>
                            <a:srgbClr val="323232"/>
                          </a:solidFill>
                          <a:latin typeface="+mn-ea"/>
                          <a:ea typeface="+mn-ea"/>
                          <a:cs typeface="Meiryo" charset="-128"/>
                        </a:rPr>
                        <a:t>関西オフィス</a:t>
                      </a:r>
                    </a:p>
                  </a:txBody>
                  <a:tcPr marL="0" marR="0" marT="27000" marB="27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kumimoji="1" lang="ja-JP" altLang="ja-JP" sz="1200" b="0" i="0" kern="1200">
                          <a:solidFill>
                            <a:srgbClr val="323232"/>
                          </a:solidFill>
                          <a:effectLst/>
                          <a:latin typeface="+mn-ea"/>
                          <a:ea typeface="+mn-ea"/>
                          <a:cs typeface="Meiryo" charset="-128"/>
                        </a:rPr>
                        <a:t>〒</a:t>
                      </a:r>
                      <a:r>
                        <a:rPr kumimoji="1" lang="en-US" altLang="ja-JP" sz="1200" b="0" i="0" kern="1200">
                          <a:solidFill>
                            <a:srgbClr val="323232"/>
                          </a:solidFill>
                          <a:effectLst/>
                          <a:latin typeface="+mn-ea"/>
                          <a:ea typeface="+mn-ea"/>
                          <a:cs typeface="Meiryo" charset="-128"/>
                        </a:rPr>
                        <a:t>530-0005</a:t>
                      </a:r>
                      <a:r>
                        <a:rPr kumimoji="1" lang="ja-JP" altLang="ja-JP" sz="1200" b="0" i="0" kern="1200">
                          <a:solidFill>
                            <a:srgbClr val="323232"/>
                          </a:solidFill>
                          <a:effectLst/>
                          <a:latin typeface="+mn-ea"/>
                          <a:ea typeface="+mn-ea"/>
                          <a:cs typeface="Meiryo" charset="-128"/>
                        </a:rPr>
                        <a:t> </a:t>
                      </a:r>
                      <a:endParaRPr kumimoji="1" lang="en-US" altLang="ja-JP" sz="1200" b="0" i="0" kern="1200">
                        <a:solidFill>
                          <a:srgbClr val="323232"/>
                        </a:solidFill>
                        <a:effectLst/>
                        <a:latin typeface="+mn-ea"/>
                        <a:ea typeface="+mn-ea"/>
                        <a:cs typeface="Meiryo" charset="-128"/>
                      </a:endParaRPr>
                    </a:p>
                    <a:p>
                      <a:pPr algn="l"/>
                      <a:r>
                        <a:rPr kumimoji="1" lang="ja-JP" altLang="en-US" sz="1200" b="0" i="0" kern="1200">
                          <a:solidFill>
                            <a:srgbClr val="323232"/>
                          </a:solidFill>
                          <a:effectLst/>
                          <a:latin typeface="+mn-ea"/>
                          <a:ea typeface="+mn-ea"/>
                          <a:cs typeface="Meiryo" charset="-128"/>
                        </a:rPr>
                        <a:t>大阪府大阪市北区中之島</a:t>
                      </a:r>
                      <a:r>
                        <a:rPr kumimoji="1" lang="en-US" altLang="ja-JP" sz="1200" b="0" i="0" kern="1200">
                          <a:solidFill>
                            <a:srgbClr val="323232"/>
                          </a:solidFill>
                          <a:effectLst/>
                          <a:latin typeface="+mn-ea"/>
                          <a:ea typeface="+mn-ea"/>
                          <a:cs typeface="Meiryo" charset="-128"/>
                        </a:rPr>
                        <a:t>3-3-3</a:t>
                      </a:r>
                      <a:r>
                        <a:rPr kumimoji="1" lang="ja-JP" altLang="en-US" sz="1200" b="0" i="0" kern="1200">
                          <a:solidFill>
                            <a:srgbClr val="323232"/>
                          </a:solidFill>
                          <a:effectLst/>
                          <a:latin typeface="+mn-ea"/>
                          <a:ea typeface="+mn-ea"/>
                          <a:cs typeface="Meiryo" charset="-128"/>
                        </a:rPr>
                        <a:t>　中之島三井ビルディング </a:t>
                      </a:r>
                      <a:r>
                        <a:rPr kumimoji="1" lang="en-US" altLang="ja-JP" sz="1200" b="0" i="0" kern="1200">
                          <a:solidFill>
                            <a:srgbClr val="323232"/>
                          </a:solidFill>
                          <a:effectLst/>
                          <a:latin typeface="+mn-ea"/>
                          <a:ea typeface="+mn-ea"/>
                          <a:cs typeface="Meiryo" charset="-128"/>
                        </a:rPr>
                        <a:t>20</a:t>
                      </a:r>
                      <a:r>
                        <a:rPr kumimoji="1" lang="ja-JP" altLang="en-US" sz="1200" b="0" i="0" kern="1200">
                          <a:solidFill>
                            <a:srgbClr val="323232"/>
                          </a:solidFill>
                          <a:effectLst/>
                          <a:latin typeface="+mn-ea"/>
                          <a:ea typeface="+mn-ea"/>
                          <a:cs typeface="Meiryo" charset="-128"/>
                        </a:rPr>
                        <a:t>階 </a:t>
                      </a:r>
                      <a:endParaRPr kumimoji="1" lang="en-US" altLang="ja-JP" sz="1200" b="0" i="0" kern="1200">
                        <a:solidFill>
                          <a:srgbClr val="323232"/>
                        </a:solidFill>
                        <a:effectLst/>
                        <a:latin typeface="+mn-ea"/>
                        <a:ea typeface="+mn-ea"/>
                        <a:cs typeface="Meiryo" charset="-128"/>
                      </a:endParaRPr>
                    </a:p>
                    <a:p>
                      <a:pPr algn="l"/>
                      <a:r>
                        <a:rPr kumimoji="1" lang="en-US" altLang="ja-JP" sz="1200" b="0" i="0" kern="1200">
                          <a:solidFill>
                            <a:srgbClr val="323232"/>
                          </a:solidFill>
                          <a:effectLst/>
                          <a:latin typeface="+mn-ea"/>
                          <a:ea typeface="+mn-ea"/>
                          <a:cs typeface="Meiryo" charset="-128"/>
                        </a:rPr>
                        <a:t>2006</a:t>
                      </a:r>
                      <a:r>
                        <a:rPr kumimoji="1" lang="ja-JP" altLang="en-US" sz="1200" b="0" i="0" kern="1200">
                          <a:solidFill>
                            <a:srgbClr val="323232"/>
                          </a:solidFill>
                          <a:effectLst/>
                          <a:latin typeface="+mn-ea"/>
                          <a:ea typeface="+mn-ea"/>
                          <a:cs typeface="Meiryo" charset="-128"/>
                        </a:rPr>
                        <a:t>号室</a:t>
                      </a:r>
                      <a:endParaRPr kumimoji="1" lang="en-US" altLang="ja-JP" sz="1200" b="0" i="0" kern="1200">
                        <a:solidFill>
                          <a:srgbClr val="323232"/>
                        </a:solidFill>
                        <a:effectLst/>
                        <a:latin typeface="+mn-ea"/>
                        <a:ea typeface="+mn-ea"/>
                        <a:cs typeface="Meiryo" charset="-128"/>
                      </a:endParaRPr>
                    </a:p>
                  </a:txBody>
                  <a:tcPr marL="0" marR="0" marT="27000" marB="27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780531223"/>
                  </a:ext>
                </a:extLst>
              </a:tr>
              <a:tr h="339602">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a:solidFill>
                            <a:srgbClr val="1313A1"/>
                          </a:solidFill>
                          <a:latin typeface="+mn-ea"/>
                          <a:ea typeface="+mn-ea"/>
                          <a:cs typeface="Meiryo" charset="-128"/>
                        </a:rPr>
                        <a:t>■</a:t>
                      </a:r>
                      <a:r>
                        <a:rPr kumimoji="1" lang="ja-JP" altLang="en-US" sz="1200" b="0" i="0">
                          <a:solidFill>
                            <a:srgbClr val="323232"/>
                          </a:solidFill>
                          <a:latin typeface="+mn-ea"/>
                          <a:ea typeface="+mn-ea"/>
                          <a:cs typeface="Meiryo" charset="-128"/>
                        </a:rPr>
                        <a:t>システムエグゼ</a:t>
                      </a:r>
                      <a:endParaRPr kumimoji="1" lang="en-US" altLang="ja-JP" sz="1200" b="0" i="0">
                        <a:solidFill>
                          <a:srgbClr val="323232"/>
                        </a:solidFill>
                        <a:latin typeface="+mn-ea"/>
                        <a:ea typeface="+mn-ea"/>
                        <a:cs typeface="Meiryo"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a:solidFill>
                            <a:srgbClr val="323232"/>
                          </a:solidFill>
                          <a:latin typeface="+mn-ea"/>
                          <a:ea typeface="+mn-ea"/>
                          <a:cs typeface="Meiryo" charset="-128"/>
                        </a:rPr>
                        <a:t>　ベトナム　</a:t>
                      </a:r>
                      <a:endParaRPr kumimoji="1" lang="en-US" altLang="ja-JP" sz="1200" b="0" i="0" kern="1200">
                        <a:solidFill>
                          <a:srgbClr val="323232"/>
                        </a:solidFill>
                        <a:effectLst/>
                        <a:latin typeface="+mn-ea"/>
                        <a:ea typeface="+mn-ea"/>
                        <a:cs typeface="Meiryo" charset="-128"/>
                      </a:endParaRPr>
                    </a:p>
                  </a:txBody>
                  <a:tcPr marL="0" marR="0" marT="27000" marB="27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a:solidFill>
                            <a:srgbClr val="323232"/>
                          </a:solidFill>
                          <a:latin typeface="+mn-ea"/>
                          <a:ea typeface="+mn-ea"/>
                          <a:cs typeface="Meiryo" panose="020B0604030504040204" pitchFamily="50" charset="-128"/>
                        </a:rPr>
                        <a:t>2/F, E-Town 1, 364 Cong </a:t>
                      </a:r>
                      <a:r>
                        <a:rPr kumimoji="1" lang="en-US" altLang="ja-JP" sz="1200" b="0" err="1">
                          <a:solidFill>
                            <a:srgbClr val="323232"/>
                          </a:solidFill>
                          <a:latin typeface="+mn-ea"/>
                          <a:ea typeface="+mn-ea"/>
                          <a:cs typeface="Meiryo" panose="020B0604030504040204" pitchFamily="50" charset="-128"/>
                        </a:rPr>
                        <a:t>Hoa</a:t>
                      </a:r>
                      <a:r>
                        <a:rPr kumimoji="1" lang="en-US" altLang="ja-JP" sz="1200" b="0">
                          <a:solidFill>
                            <a:srgbClr val="323232"/>
                          </a:solidFill>
                          <a:latin typeface="+mn-ea"/>
                          <a:ea typeface="+mn-ea"/>
                          <a:cs typeface="Meiryo" panose="020B0604030504040204" pitchFamily="50" charset="-128"/>
                        </a:rPr>
                        <a:t> ST., Tan </a:t>
                      </a:r>
                      <a:r>
                        <a:rPr kumimoji="1" lang="en-US" altLang="ja-JP" sz="1200" b="0" err="1">
                          <a:solidFill>
                            <a:srgbClr val="323232"/>
                          </a:solidFill>
                          <a:latin typeface="+mn-ea"/>
                          <a:ea typeface="+mn-ea"/>
                          <a:cs typeface="Meiryo" panose="020B0604030504040204" pitchFamily="50" charset="-128"/>
                        </a:rPr>
                        <a:t>Binh</a:t>
                      </a:r>
                      <a:r>
                        <a:rPr kumimoji="1" lang="en-US" altLang="ja-JP" sz="1200" b="0">
                          <a:solidFill>
                            <a:srgbClr val="323232"/>
                          </a:solidFill>
                          <a:latin typeface="+mn-ea"/>
                          <a:ea typeface="+mn-ea"/>
                          <a:cs typeface="Meiryo" panose="020B0604030504040204" pitchFamily="50" charset="-128"/>
                        </a:rPr>
                        <a:t> Dist.,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a:solidFill>
                            <a:srgbClr val="323232"/>
                          </a:solidFill>
                          <a:latin typeface="+mn-ea"/>
                          <a:ea typeface="+mn-ea"/>
                          <a:cs typeface="Meiryo" panose="020B0604030504040204" pitchFamily="50" charset="-128"/>
                        </a:rPr>
                        <a:t>Ho Chi Minh City, VIETNAM</a:t>
                      </a:r>
                      <a:endParaRPr lang="ja-JP" altLang="ja-JP" sz="1200" b="0">
                        <a:solidFill>
                          <a:srgbClr val="323232"/>
                        </a:solidFill>
                        <a:latin typeface="+mn-ea"/>
                        <a:ea typeface="+mn-ea"/>
                      </a:endParaRPr>
                    </a:p>
                  </a:txBody>
                  <a:tcPr marL="0" marR="0" marT="27000" marB="27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320002211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FC9A1E-E1EA-903D-0E19-1045D5C2D93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3738C48-8417-8D8F-C0E0-3793B482F6FB}"/>
              </a:ext>
            </a:extLst>
          </p:cNvPr>
          <p:cNvSpPr>
            <a:spLocks noGrp="1"/>
          </p:cNvSpPr>
          <p:nvPr>
            <p:ph type="title"/>
          </p:nvPr>
        </p:nvSpPr>
        <p:spPr/>
        <p:txBody>
          <a:bodyPr/>
          <a:lstStyle/>
          <a:p>
            <a:r>
              <a:rPr lang="en-US" altLang="ja-JP"/>
              <a:t>12-1</a:t>
            </a:r>
            <a:r>
              <a:rPr lang="ja-JP" altLang="en-US"/>
              <a:t>．弊社概要</a:t>
            </a:r>
            <a:r>
              <a:rPr lang="ja-JP" altLang="en-US" dirty="0"/>
              <a:t>②</a:t>
            </a:r>
            <a:endParaRPr kumimoji="1" lang="ja-JP" altLang="en-US"/>
          </a:p>
        </p:txBody>
      </p:sp>
      <p:sp>
        <p:nvSpPr>
          <p:cNvPr id="5" name="フッター プレースホルダー 4">
            <a:extLst>
              <a:ext uri="{FF2B5EF4-FFF2-40B4-BE49-F238E27FC236}">
                <a16:creationId xmlns:a16="http://schemas.microsoft.com/office/drawing/2014/main" id="{2619E186-2BF5-1E8A-2588-23BEC4ED3187}"/>
              </a:ext>
            </a:extLst>
          </p:cNvPr>
          <p:cNvSpPr>
            <a:spLocks noGrp="1"/>
          </p:cNvSpPr>
          <p:nvPr>
            <p:ph type="ftr" sz="quarter" idx="11"/>
          </p:nvPr>
        </p:nvSpPr>
        <p:spPr/>
        <p:txBody>
          <a:bodyPr/>
          <a:lstStyle/>
          <a:p>
            <a:r>
              <a:rPr lang="en-US" altLang="ja-JP"/>
              <a:t>Copyright © SystemEXE,Inc All Rights Reserved.</a:t>
            </a:r>
            <a:endParaRPr lang="ja-JP" altLang="en-US"/>
          </a:p>
        </p:txBody>
      </p:sp>
      <p:sp>
        <p:nvSpPr>
          <p:cNvPr id="3" name="スライド番号プレースホルダー 3">
            <a:extLst>
              <a:ext uri="{FF2B5EF4-FFF2-40B4-BE49-F238E27FC236}">
                <a16:creationId xmlns:a16="http://schemas.microsoft.com/office/drawing/2014/main" id="{0B23D3D3-7D2C-3A10-7CB7-629ADB44D881}"/>
              </a:ext>
            </a:extLst>
          </p:cNvPr>
          <p:cNvSpPr>
            <a:spLocks noGrp="1"/>
          </p:cNvSpPr>
          <p:nvPr>
            <p:ph type="sldNum" sz="quarter" idx="12"/>
          </p:nvPr>
        </p:nvSpPr>
        <p:spPr>
          <a:xfrm>
            <a:off x="10752000" y="6552000"/>
            <a:ext cx="1440000" cy="216000"/>
          </a:xfrm>
        </p:spPr>
        <p:txBody>
          <a:bodyPr/>
          <a:lstStyle/>
          <a:p>
            <a:fld id="{26CA5134-5AAC-D342-B763-43605FECB385}" type="slidenum">
              <a:rPr kumimoji="1" lang="ja-JP" altLang="en-US" smtClean="0"/>
              <a:pPr/>
              <a:t>44</a:t>
            </a:fld>
            <a:endParaRPr kumimoji="1" lang="ja-JP" altLang="en-US" sz="700"/>
          </a:p>
        </p:txBody>
      </p:sp>
      <p:sp>
        <p:nvSpPr>
          <p:cNvPr id="6" name="正方形/長方形 5">
            <a:extLst>
              <a:ext uri="{FF2B5EF4-FFF2-40B4-BE49-F238E27FC236}">
                <a16:creationId xmlns:a16="http://schemas.microsoft.com/office/drawing/2014/main" id="{F81AE762-2F00-03DA-D5E9-3EEA4F044E8B}"/>
              </a:ext>
            </a:extLst>
          </p:cNvPr>
          <p:cNvSpPr/>
          <p:nvPr/>
        </p:nvSpPr>
        <p:spPr>
          <a:xfrm>
            <a:off x="750490" y="882661"/>
            <a:ext cx="8856000" cy="360000"/>
          </a:xfrm>
          <a:prstGeom prst="rect">
            <a:avLst/>
          </a:prstGeom>
          <a:noFill/>
          <a:ln w="19050" cap="flat" cmpd="sng" algn="ctr">
            <a:no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1" lang="ja-JP" altLang="en-US" sz="1600" b="1" i="0" u="none" strike="noStrike" kern="0" cap="none" spc="0" normalizeH="0" baseline="0" noProof="0">
                <a:ln>
                  <a:noFill/>
                </a:ln>
                <a:solidFill>
                  <a:srgbClr val="5B9BD5">
                    <a:lumMod val="50000"/>
                  </a:srgbClr>
                </a:solidFill>
                <a:effectLst/>
                <a:uLnTx/>
                <a:uFillTx/>
                <a:latin typeface="游ゴシック" panose="020B0400000000000000" pitchFamily="50" charset="-128"/>
                <a:ea typeface="游ゴシック" panose="020B0400000000000000" pitchFamily="50" charset="-128"/>
              </a:rPr>
              <a:t>提案責任者</a:t>
            </a:r>
          </a:p>
        </p:txBody>
      </p:sp>
      <p:graphicFrame>
        <p:nvGraphicFramePr>
          <p:cNvPr id="7" name="コンテンツ プレースホルダー 5">
            <a:extLst>
              <a:ext uri="{FF2B5EF4-FFF2-40B4-BE49-F238E27FC236}">
                <a16:creationId xmlns:a16="http://schemas.microsoft.com/office/drawing/2014/main" id="{381EB891-8598-23FC-9941-4BC6C474639F}"/>
              </a:ext>
            </a:extLst>
          </p:cNvPr>
          <p:cNvGraphicFramePr>
            <a:graphicFrameLocks/>
          </p:cNvGraphicFramePr>
          <p:nvPr>
            <p:extLst>
              <p:ext uri="{D42A27DB-BD31-4B8C-83A1-F6EECF244321}">
                <p14:modId xmlns:p14="http://schemas.microsoft.com/office/powerpoint/2010/main" val="4229524056"/>
              </p:ext>
            </p:extLst>
          </p:nvPr>
        </p:nvGraphicFramePr>
        <p:xfrm>
          <a:off x="750490" y="1242661"/>
          <a:ext cx="10866710" cy="1219200"/>
        </p:xfrm>
        <a:graphic>
          <a:graphicData uri="http://schemas.openxmlformats.org/drawingml/2006/table">
            <a:tbl>
              <a:tblPr/>
              <a:tblGrid>
                <a:gridCol w="2741386">
                  <a:extLst>
                    <a:ext uri="{9D8B030D-6E8A-4147-A177-3AD203B41FA5}">
                      <a16:colId xmlns:a16="http://schemas.microsoft.com/office/drawing/2014/main" val="3407761811"/>
                    </a:ext>
                  </a:extLst>
                </a:gridCol>
                <a:gridCol w="2715676">
                  <a:extLst>
                    <a:ext uri="{9D8B030D-6E8A-4147-A177-3AD203B41FA5}">
                      <a16:colId xmlns:a16="http://schemas.microsoft.com/office/drawing/2014/main" val="646267526"/>
                    </a:ext>
                  </a:extLst>
                </a:gridCol>
                <a:gridCol w="2741386">
                  <a:extLst>
                    <a:ext uri="{9D8B030D-6E8A-4147-A177-3AD203B41FA5}">
                      <a16:colId xmlns:a16="http://schemas.microsoft.com/office/drawing/2014/main" val="3229855764"/>
                    </a:ext>
                  </a:extLst>
                </a:gridCol>
                <a:gridCol w="2668262">
                  <a:extLst>
                    <a:ext uri="{9D8B030D-6E8A-4147-A177-3AD203B41FA5}">
                      <a16:colId xmlns:a16="http://schemas.microsoft.com/office/drawing/2014/main" val="3026528195"/>
                    </a:ext>
                  </a:extLst>
                </a:gridCol>
              </a:tblGrid>
              <a:tr h="0">
                <a:tc>
                  <a:txBody>
                    <a:bodyPr/>
                    <a:lstStyle>
                      <a:lvl1pPr marL="0" algn="l" defTabSz="914400" rtl="0" eaLnBrk="1" latinLnBrk="0" hangingPunct="1">
                        <a:defRPr kumimoji="1" sz="1800" kern="1200">
                          <a:solidFill>
                            <a:schemeClr val="tx1"/>
                          </a:solidFill>
                          <a:latin typeface="Calibri" panose="020F0502020204030204"/>
                        </a:defRPr>
                      </a:lvl1pPr>
                      <a:lvl2pPr marL="457200" algn="l" defTabSz="914400" rtl="0" eaLnBrk="1" latinLnBrk="0" hangingPunct="1">
                        <a:defRPr kumimoji="1" sz="1800" kern="1200">
                          <a:solidFill>
                            <a:schemeClr val="tx1"/>
                          </a:solidFill>
                          <a:latin typeface="Calibri" panose="020F0502020204030204"/>
                        </a:defRPr>
                      </a:lvl2pPr>
                      <a:lvl3pPr marL="914400" algn="l" defTabSz="914400" rtl="0" eaLnBrk="1" latinLnBrk="0" hangingPunct="1">
                        <a:defRPr kumimoji="1" sz="1800" kern="1200">
                          <a:solidFill>
                            <a:schemeClr val="tx1"/>
                          </a:solidFill>
                          <a:latin typeface="Calibri" panose="020F0502020204030204"/>
                        </a:defRPr>
                      </a:lvl3pPr>
                      <a:lvl4pPr marL="1371600" algn="l" defTabSz="914400" rtl="0" eaLnBrk="1" latinLnBrk="0" hangingPunct="1">
                        <a:defRPr kumimoji="1" sz="1800" kern="1200">
                          <a:solidFill>
                            <a:schemeClr val="tx1"/>
                          </a:solidFill>
                          <a:latin typeface="Calibri" panose="020F0502020204030204"/>
                        </a:defRPr>
                      </a:lvl4pPr>
                      <a:lvl5pPr marL="1828800" algn="l" defTabSz="914400" rtl="0" eaLnBrk="1" latinLnBrk="0" hangingPunct="1">
                        <a:defRPr kumimoji="1" sz="1800" kern="1200">
                          <a:solidFill>
                            <a:schemeClr val="tx1"/>
                          </a:solidFill>
                          <a:latin typeface="Calibri" panose="020F0502020204030204"/>
                        </a:defRPr>
                      </a:lvl5pPr>
                      <a:lvl6pPr marL="2286000" algn="l" defTabSz="914400" rtl="0" eaLnBrk="1" latinLnBrk="0" hangingPunct="1">
                        <a:defRPr kumimoji="1" sz="1800" kern="1200">
                          <a:solidFill>
                            <a:schemeClr val="tx1"/>
                          </a:solidFill>
                          <a:latin typeface="Calibri" panose="020F0502020204030204"/>
                        </a:defRPr>
                      </a:lvl6pPr>
                      <a:lvl7pPr marL="2743200" algn="l" defTabSz="914400" rtl="0" eaLnBrk="1" latinLnBrk="0" hangingPunct="1">
                        <a:defRPr kumimoji="1" sz="1800" kern="1200">
                          <a:solidFill>
                            <a:schemeClr val="tx1"/>
                          </a:solidFill>
                          <a:latin typeface="Calibri" panose="020F0502020204030204"/>
                        </a:defRPr>
                      </a:lvl7pPr>
                      <a:lvl8pPr marL="3200400" algn="l" defTabSz="914400" rtl="0" eaLnBrk="1" latinLnBrk="0" hangingPunct="1">
                        <a:defRPr kumimoji="1" sz="1800" kern="1200">
                          <a:solidFill>
                            <a:schemeClr val="tx1"/>
                          </a:solidFill>
                          <a:latin typeface="Calibri" panose="020F0502020204030204"/>
                        </a:defRPr>
                      </a:lvl8pPr>
                      <a:lvl9pPr marL="3657600" algn="l" defTabSz="914400" rtl="0" eaLnBrk="1" latinLnBrk="0" hangingPunct="1">
                        <a:defRPr kumimoji="1" sz="1800" kern="1200">
                          <a:solidFill>
                            <a:schemeClr val="tx1"/>
                          </a:solidFill>
                          <a:latin typeface="Calibri" panose="020F0502020204030204"/>
                        </a:defRPr>
                      </a:lvl9pPr>
                    </a:lstStyle>
                    <a:p>
                      <a:r>
                        <a:rPr kumimoji="1" lang="ja-JP" altLang="en-US" sz="1400">
                          <a:latin typeface="游ゴシック" panose="020B0400000000000000" pitchFamily="50" charset="-128"/>
                          <a:ea typeface="游ゴシック" panose="020B0400000000000000" pitchFamily="50" charset="-128"/>
                        </a:rPr>
                        <a:t>氏名（メールアドレス）</a:t>
                      </a:r>
                    </a:p>
                  </a:txBody>
                  <a:tcPr anchor="ctr">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A5A5A5">
                        <a:lumMod val="20000"/>
                        <a:lumOff val="80000"/>
                      </a:srgbClr>
                    </a:solidFill>
                  </a:tcPr>
                </a:tc>
                <a:tc gridSpan="3">
                  <a:txBody>
                    <a:bodyPr/>
                    <a:lstStyle>
                      <a:lvl1pPr marL="0" algn="l" defTabSz="914400" rtl="0" eaLnBrk="1" latinLnBrk="0" hangingPunct="1">
                        <a:defRPr kumimoji="1" sz="1800" kern="1200">
                          <a:solidFill>
                            <a:schemeClr val="tx1"/>
                          </a:solidFill>
                          <a:latin typeface="Calibri" panose="020F0502020204030204"/>
                        </a:defRPr>
                      </a:lvl1pPr>
                      <a:lvl2pPr marL="457200" algn="l" defTabSz="914400" rtl="0" eaLnBrk="1" latinLnBrk="0" hangingPunct="1">
                        <a:defRPr kumimoji="1" sz="1800" kern="1200">
                          <a:solidFill>
                            <a:schemeClr val="tx1"/>
                          </a:solidFill>
                          <a:latin typeface="Calibri" panose="020F0502020204030204"/>
                        </a:defRPr>
                      </a:lvl2pPr>
                      <a:lvl3pPr marL="914400" algn="l" defTabSz="914400" rtl="0" eaLnBrk="1" latinLnBrk="0" hangingPunct="1">
                        <a:defRPr kumimoji="1" sz="1800" kern="1200">
                          <a:solidFill>
                            <a:schemeClr val="tx1"/>
                          </a:solidFill>
                          <a:latin typeface="Calibri" panose="020F0502020204030204"/>
                        </a:defRPr>
                      </a:lvl3pPr>
                      <a:lvl4pPr marL="1371600" algn="l" defTabSz="914400" rtl="0" eaLnBrk="1" latinLnBrk="0" hangingPunct="1">
                        <a:defRPr kumimoji="1" sz="1800" kern="1200">
                          <a:solidFill>
                            <a:schemeClr val="tx1"/>
                          </a:solidFill>
                          <a:latin typeface="Calibri" panose="020F0502020204030204"/>
                        </a:defRPr>
                      </a:lvl4pPr>
                      <a:lvl5pPr marL="1828800" algn="l" defTabSz="914400" rtl="0" eaLnBrk="1" latinLnBrk="0" hangingPunct="1">
                        <a:defRPr kumimoji="1" sz="1800" kern="1200">
                          <a:solidFill>
                            <a:schemeClr val="tx1"/>
                          </a:solidFill>
                          <a:latin typeface="Calibri" panose="020F0502020204030204"/>
                        </a:defRPr>
                      </a:lvl5pPr>
                      <a:lvl6pPr marL="2286000" algn="l" defTabSz="914400" rtl="0" eaLnBrk="1" latinLnBrk="0" hangingPunct="1">
                        <a:defRPr kumimoji="1" sz="1800" kern="1200">
                          <a:solidFill>
                            <a:schemeClr val="tx1"/>
                          </a:solidFill>
                          <a:latin typeface="Calibri" panose="020F0502020204030204"/>
                        </a:defRPr>
                      </a:lvl6pPr>
                      <a:lvl7pPr marL="2743200" algn="l" defTabSz="914400" rtl="0" eaLnBrk="1" latinLnBrk="0" hangingPunct="1">
                        <a:defRPr kumimoji="1" sz="1800" kern="1200">
                          <a:solidFill>
                            <a:schemeClr val="tx1"/>
                          </a:solidFill>
                          <a:latin typeface="Calibri" panose="020F0502020204030204"/>
                        </a:defRPr>
                      </a:lvl7pPr>
                      <a:lvl8pPr marL="3200400" algn="l" defTabSz="914400" rtl="0" eaLnBrk="1" latinLnBrk="0" hangingPunct="1">
                        <a:defRPr kumimoji="1" sz="1800" kern="1200">
                          <a:solidFill>
                            <a:schemeClr val="tx1"/>
                          </a:solidFill>
                          <a:latin typeface="Calibri" panose="020F0502020204030204"/>
                        </a:defRPr>
                      </a:lvl8pPr>
                      <a:lvl9pPr marL="3657600" algn="l" defTabSz="914400" rtl="0" eaLnBrk="1" latinLnBrk="0" hangingPunct="1">
                        <a:defRPr kumimoji="1" sz="1800" kern="1200">
                          <a:solidFill>
                            <a:schemeClr val="tx1"/>
                          </a:solidFill>
                          <a:latin typeface="Calibri" panose="020F0502020204030204"/>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a:latin typeface="+mn-ea"/>
                          <a:ea typeface="+mn-ea"/>
                        </a:rPr>
                        <a:t>福井 将敏</a:t>
                      </a:r>
                      <a:r>
                        <a:rPr kumimoji="1" lang="ja-JP" altLang="en-US" sz="1400">
                          <a:latin typeface="游ゴシック" panose="020B0400000000000000" pitchFamily="50" charset="-128"/>
                          <a:ea typeface="游ゴシック" panose="020B0400000000000000" pitchFamily="50" charset="-128"/>
                        </a:rPr>
                        <a:t>　（ </a:t>
                      </a:r>
                      <a:r>
                        <a:rPr kumimoji="1" lang="en-US" altLang="ja-JP" sz="1400">
                          <a:latin typeface="游ゴシック" panose="020B0400000000000000" pitchFamily="50" charset="-128"/>
                          <a:ea typeface="+mn-ea"/>
                        </a:rPr>
                        <a:t>masatoshi.fukui@system-exe.jp</a:t>
                      </a:r>
                      <a:r>
                        <a:rPr kumimoji="1" lang="ja-JP" altLang="en-US" sz="1400">
                          <a:latin typeface="游ゴシック" panose="020B0400000000000000" pitchFamily="50" charset="-128"/>
                          <a:ea typeface="游ゴシック" panose="020B0400000000000000" pitchFamily="50" charset="-128"/>
                        </a:rPr>
                        <a:t> ）　</a:t>
                      </a:r>
                    </a:p>
                  </a:txBody>
                  <a:tcPr anchor="ctr">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1991065407"/>
                  </a:ext>
                </a:extLst>
              </a:tr>
              <a:tr h="0">
                <a:tc>
                  <a:txBody>
                    <a:bodyPr/>
                    <a:lstStyle>
                      <a:lvl1pPr marL="0" algn="l" defTabSz="914400" rtl="0" eaLnBrk="1" latinLnBrk="0" hangingPunct="1">
                        <a:defRPr kumimoji="1" sz="1800" kern="1200">
                          <a:solidFill>
                            <a:schemeClr val="tx1"/>
                          </a:solidFill>
                          <a:latin typeface="Calibri" panose="020F0502020204030204"/>
                        </a:defRPr>
                      </a:lvl1pPr>
                      <a:lvl2pPr marL="457200" algn="l" defTabSz="914400" rtl="0" eaLnBrk="1" latinLnBrk="0" hangingPunct="1">
                        <a:defRPr kumimoji="1" sz="1800" kern="1200">
                          <a:solidFill>
                            <a:schemeClr val="tx1"/>
                          </a:solidFill>
                          <a:latin typeface="Calibri" panose="020F0502020204030204"/>
                        </a:defRPr>
                      </a:lvl2pPr>
                      <a:lvl3pPr marL="914400" algn="l" defTabSz="914400" rtl="0" eaLnBrk="1" latinLnBrk="0" hangingPunct="1">
                        <a:defRPr kumimoji="1" sz="1800" kern="1200">
                          <a:solidFill>
                            <a:schemeClr val="tx1"/>
                          </a:solidFill>
                          <a:latin typeface="Calibri" panose="020F0502020204030204"/>
                        </a:defRPr>
                      </a:lvl3pPr>
                      <a:lvl4pPr marL="1371600" algn="l" defTabSz="914400" rtl="0" eaLnBrk="1" latinLnBrk="0" hangingPunct="1">
                        <a:defRPr kumimoji="1" sz="1800" kern="1200">
                          <a:solidFill>
                            <a:schemeClr val="tx1"/>
                          </a:solidFill>
                          <a:latin typeface="Calibri" panose="020F0502020204030204"/>
                        </a:defRPr>
                      </a:lvl4pPr>
                      <a:lvl5pPr marL="1828800" algn="l" defTabSz="914400" rtl="0" eaLnBrk="1" latinLnBrk="0" hangingPunct="1">
                        <a:defRPr kumimoji="1" sz="1800" kern="1200">
                          <a:solidFill>
                            <a:schemeClr val="tx1"/>
                          </a:solidFill>
                          <a:latin typeface="Calibri" panose="020F0502020204030204"/>
                        </a:defRPr>
                      </a:lvl5pPr>
                      <a:lvl6pPr marL="2286000" algn="l" defTabSz="914400" rtl="0" eaLnBrk="1" latinLnBrk="0" hangingPunct="1">
                        <a:defRPr kumimoji="1" sz="1800" kern="1200">
                          <a:solidFill>
                            <a:schemeClr val="tx1"/>
                          </a:solidFill>
                          <a:latin typeface="Calibri" panose="020F0502020204030204"/>
                        </a:defRPr>
                      </a:lvl6pPr>
                      <a:lvl7pPr marL="2743200" algn="l" defTabSz="914400" rtl="0" eaLnBrk="1" latinLnBrk="0" hangingPunct="1">
                        <a:defRPr kumimoji="1" sz="1800" kern="1200">
                          <a:solidFill>
                            <a:schemeClr val="tx1"/>
                          </a:solidFill>
                          <a:latin typeface="Calibri" panose="020F0502020204030204"/>
                        </a:defRPr>
                      </a:lvl7pPr>
                      <a:lvl8pPr marL="3200400" algn="l" defTabSz="914400" rtl="0" eaLnBrk="1" latinLnBrk="0" hangingPunct="1">
                        <a:defRPr kumimoji="1" sz="1800" kern="1200">
                          <a:solidFill>
                            <a:schemeClr val="tx1"/>
                          </a:solidFill>
                          <a:latin typeface="Calibri" panose="020F0502020204030204"/>
                        </a:defRPr>
                      </a:lvl8pPr>
                      <a:lvl9pPr marL="3657600" algn="l" defTabSz="914400" rtl="0" eaLnBrk="1" latinLnBrk="0" hangingPunct="1">
                        <a:defRPr kumimoji="1" sz="1800" kern="1200">
                          <a:solidFill>
                            <a:schemeClr val="tx1"/>
                          </a:solidFill>
                          <a:latin typeface="Calibri" panose="020F0502020204030204"/>
                        </a:defRPr>
                      </a:lvl9pPr>
                    </a:lstStyle>
                    <a:p>
                      <a:r>
                        <a:rPr kumimoji="1" lang="ja-JP" altLang="en-US" sz="1400">
                          <a:latin typeface="游ゴシック" panose="020B0400000000000000" pitchFamily="50" charset="-128"/>
                          <a:ea typeface="游ゴシック" panose="020B0400000000000000" pitchFamily="50" charset="-128"/>
                        </a:rPr>
                        <a:t>所属部署</a:t>
                      </a:r>
                    </a:p>
                  </a:txBody>
                  <a:tcPr anchor="ctr">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A5A5A5">
                        <a:lumMod val="20000"/>
                        <a:lumOff val="80000"/>
                      </a:srgbClr>
                    </a:solidFill>
                  </a:tcPr>
                </a:tc>
                <a:tc gridSpan="3">
                  <a:txBody>
                    <a:bodyPr/>
                    <a:lstStyle>
                      <a:lvl1pPr marL="0" algn="l" defTabSz="914400" rtl="0" eaLnBrk="1" latinLnBrk="0" hangingPunct="1">
                        <a:defRPr kumimoji="1" sz="1800" kern="1200">
                          <a:solidFill>
                            <a:schemeClr val="tx1"/>
                          </a:solidFill>
                          <a:latin typeface="Calibri" panose="020F0502020204030204"/>
                        </a:defRPr>
                      </a:lvl1pPr>
                      <a:lvl2pPr marL="457200" algn="l" defTabSz="914400" rtl="0" eaLnBrk="1" latinLnBrk="0" hangingPunct="1">
                        <a:defRPr kumimoji="1" sz="1800" kern="1200">
                          <a:solidFill>
                            <a:schemeClr val="tx1"/>
                          </a:solidFill>
                          <a:latin typeface="Calibri" panose="020F0502020204030204"/>
                        </a:defRPr>
                      </a:lvl2pPr>
                      <a:lvl3pPr marL="914400" algn="l" defTabSz="914400" rtl="0" eaLnBrk="1" latinLnBrk="0" hangingPunct="1">
                        <a:defRPr kumimoji="1" sz="1800" kern="1200">
                          <a:solidFill>
                            <a:schemeClr val="tx1"/>
                          </a:solidFill>
                          <a:latin typeface="Calibri" panose="020F0502020204030204"/>
                        </a:defRPr>
                      </a:lvl3pPr>
                      <a:lvl4pPr marL="1371600" algn="l" defTabSz="914400" rtl="0" eaLnBrk="1" latinLnBrk="0" hangingPunct="1">
                        <a:defRPr kumimoji="1" sz="1800" kern="1200">
                          <a:solidFill>
                            <a:schemeClr val="tx1"/>
                          </a:solidFill>
                          <a:latin typeface="Calibri" panose="020F0502020204030204"/>
                        </a:defRPr>
                      </a:lvl4pPr>
                      <a:lvl5pPr marL="1828800" algn="l" defTabSz="914400" rtl="0" eaLnBrk="1" latinLnBrk="0" hangingPunct="1">
                        <a:defRPr kumimoji="1" sz="1800" kern="1200">
                          <a:solidFill>
                            <a:schemeClr val="tx1"/>
                          </a:solidFill>
                          <a:latin typeface="Calibri" panose="020F0502020204030204"/>
                        </a:defRPr>
                      </a:lvl5pPr>
                      <a:lvl6pPr marL="2286000" algn="l" defTabSz="914400" rtl="0" eaLnBrk="1" latinLnBrk="0" hangingPunct="1">
                        <a:defRPr kumimoji="1" sz="1800" kern="1200">
                          <a:solidFill>
                            <a:schemeClr val="tx1"/>
                          </a:solidFill>
                          <a:latin typeface="Calibri" panose="020F0502020204030204"/>
                        </a:defRPr>
                      </a:lvl6pPr>
                      <a:lvl7pPr marL="2743200" algn="l" defTabSz="914400" rtl="0" eaLnBrk="1" latinLnBrk="0" hangingPunct="1">
                        <a:defRPr kumimoji="1" sz="1800" kern="1200">
                          <a:solidFill>
                            <a:schemeClr val="tx1"/>
                          </a:solidFill>
                          <a:latin typeface="Calibri" panose="020F0502020204030204"/>
                        </a:defRPr>
                      </a:lvl7pPr>
                      <a:lvl8pPr marL="3200400" algn="l" defTabSz="914400" rtl="0" eaLnBrk="1" latinLnBrk="0" hangingPunct="1">
                        <a:defRPr kumimoji="1" sz="1800" kern="1200">
                          <a:solidFill>
                            <a:schemeClr val="tx1"/>
                          </a:solidFill>
                          <a:latin typeface="Calibri" panose="020F0502020204030204"/>
                        </a:defRPr>
                      </a:lvl8pPr>
                      <a:lvl9pPr marL="3657600" algn="l" defTabSz="914400" rtl="0" eaLnBrk="1" latinLnBrk="0" hangingPunct="1">
                        <a:defRPr kumimoji="1" sz="1800" kern="1200">
                          <a:solidFill>
                            <a:schemeClr val="tx1"/>
                          </a:solidFill>
                          <a:latin typeface="Calibri" panose="020F0502020204030204"/>
                        </a:defRPr>
                      </a:lvl9pPr>
                    </a:lstStyle>
                    <a:p>
                      <a:r>
                        <a:rPr kumimoji="1" lang="ja-JP" altLang="en-US" sz="1400">
                          <a:latin typeface="游ゴシック" panose="020B0400000000000000" pitchFamily="50" charset="-128"/>
                          <a:ea typeface="游ゴシック" panose="020B0400000000000000" pitchFamily="50" charset="-128"/>
                        </a:rPr>
                        <a:t>システムソリューション本部システムソリューション１部</a:t>
                      </a:r>
                    </a:p>
                  </a:txBody>
                  <a:tcPr anchor="ctr">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2336948900"/>
                  </a:ext>
                </a:extLst>
              </a:tr>
              <a:tr h="0">
                <a:tc>
                  <a:txBody>
                    <a:bodyPr/>
                    <a:lstStyle>
                      <a:lvl1pPr marL="0" algn="l" defTabSz="914400" rtl="0" eaLnBrk="1" latinLnBrk="0" hangingPunct="1">
                        <a:defRPr kumimoji="1" sz="1800" kern="1200">
                          <a:solidFill>
                            <a:schemeClr val="tx1"/>
                          </a:solidFill>
                          <a:latin typeface="Calibri" panose="020F0502020204030204"/>
                        </a:defRPr>
                      </a:lvl1pPr>
                      <a:lvl2pPr marL="457200" algn="l" defTabSz="914400" rtl="0" eaLnBrk="1" latinLnBrk="0" hangingPunct="1">
                        <a:defRPr kumimoji="1" sz="1800" kern="1200">
                          <a:solidFill>
                            <a:schemeClr val="tx1"/>
                          </a:solidFill>
                          <a:latin typeface="Calibri" panose="020F0502020204030204"/>
                        </a:defRPr>
                      </a:lvl2pPr>
                      <a:lvl3pPr marL="914400" algn="l" defTabSz="914400" rtl="0" eaLnBrk="1" latinLnBrk="0" hangingPunct="1">
                        <a:defRPr kumimoji="1" sz="1800" kern="1200">
                          <a:solidFill>
                            <a:schemeClr val="tx1"/>
                          </a:solidFill>
                          <a:latin typeface="Calibri" panose="020F0502020204030204"/>
                        </a:defRPr>
                      </a:lvl3pPr>
                      <a:lvl4pPr marL="1371600" algn="l" defTabSz="914400" rtl="0" eaLnBrk="1" latinLnBrk="0" hangingPunct="1">
                        <a:defRPr kumimoji="1" sz="1800" kern="1200">
                          <a:solidFill>
                            <a:schemeClr val="tx1"/>
                          </a:solidFill>
                          <a:latin typeface="Calibri" panose="020F0502020204030204"/>
                        </a:defRPr>
                      </a:lvl4pPr>
                      <a:lvl5pPr marL="1828800" algn="l" defTabSz="914400" rtl="0" eaLnBrk="1" latinLnBrk="0" hangingPunct="1">
                        <a:defRPr kumimoji="1" sz="1800" kern="1200">
                          <a:solidFill>
                            <a:schemeClr val="tx1"/>
                          </a:solidFill>
                          <a:latin typeface="Calibri" panose="020F0502020204030204"/>
                        </a:defRPr>
                      </a:lvl5pPr>
                      <a:lvl6pPr marL="2286000" algn="l" defTabSz="914400" rtl="0" eaLnBrk="1" latinLnBrk="0" hangingPunct="1">
                        <a:defRPr kumimoji="1" sz="1800" kern="1200">
                          <a:solidFill>
                            <a:schemeClr val="tx1"/>
                          </a:solidFill>
                          <a:latin typeface="Calibri" panose="020F0502020204030204"/>
                        </a:defRPr>
                      </a:lvl6pPr>
                      <a:lvl7pPr marL="2743200" algn="l" defTabSz="914400" rtl="0" eaLnBrk="1" latinLnBrk="0" hangingPunct="1">
                        <a:defRPr kumimoji="1" sz="1800" kern="1200">
                          <a:solidFill>
                            <a:schemeClr val="tx1"/>
                          </a:solidFill>
                          <a:latin typeface="Calibri" panose="020F0502020204030204"/>
                        </a:defRPr>
                      </a:lvl7pPr>
                      <a:lvl8pPr marL="3200400" algn="l" defTabSz="914400" rtl="0" eaLnBrk="1" latinLnBrk="0" hangingPunct="1">
                        <a:defRPr kumimoji="1" sz="1800" kern="1200">
                          <a:solidFill>
                            <a:schemeClr val="tx1"/>
                          </a:solidFill>
                          <a:latin typeface="Calibri" panose="020F0502020204030204"/>
                        </a:defRPr>
                      </a:lvl8pPr>
                      <a:lvl9pPr marL="3657600" algn="l" defTabSz="914400" rtl="0" eaLnBrk="1" latinLnBrk="0" hangingPunct="1">
                        <a:defRPr kumimoji="1" sz="1800" kern="1200">
                          <a:solidFill>
                            <a:schemeClr val="tx1"/>
                          </a:solidFill>
                          <a:latin typeface="Calibri" panose="020F0502020204030204"/>
                        </a:defRPr>
                      </a:lvl9pPr>
                    </a:lstStyle>
                    <a:p>
                      <a:r>
                        <a:rPr kumimoji="1" lang="ja-JP" altLang="en-US" sz="1400">
                          <a:latin typeface="游ゴシック" panose="020B0400000000000000" pitchFamily="50" charset="-128"/>
                          <a:ea typeface="游ゴシック" panose="020B0400000000000000" pitchFamily="50" charset="-128"/>
                        </a:rPr>
                        <a:t>拠点</a:t>
                      </a:r>
                    </a:p>
                  </a:txBody>
                  <a:tcPr anchor="ctr">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A5A5A5">
                        <a:lumMod val="20000"/>
                        <a:lumOff val="80000"/>
                      </a:srgbClr>
                    </a:solidFill>
                  </a:tcPr>
                </a:tc>
                <a:tc>
                  <a:txBody>
                    <a:bodyPr/>
                    <a:lstStyle>
                      <a:lvl1pPr marL="0" algn="l" defTabSz="914400" rtl="0" eaLnBrk="1" latinLnBrk="0" hangingPunct="1">
                        <a:defRPr kumimoji="1" sz="1800" kern="1200">
                          <a:solidFill>
                            <a:schemeClr val="tx1"/>
                          </a:solidFill>
                          <a:latin typeface="Calibri" panose="020F0502020204030204"/>
                        </a:defRPr>
                      </a:lvl1pPr>
                      <a:lvl2pPr marL="457200" algn="l" defTabSz="914400" rtl="0" eaLnBrk="1" latinLnBrk="0" hangingPunct="1">
                        <a:defRPr kumimoji="1" sz="1800" kern="1200">
                          <a:solidFill>
                            <a:schemeClr val="tx1"/>
                          </a:solidFill>
                          <a:latin typeface="Calibri" panose="020F0502020204030204"/>
                        </a:defRPr>
                      </a:lvl2pPr>
                      <a:lvl3pPr marL="914400" algn="l" defTabSz="914400" rtl="0" eaLnBrk="1" latinLnBrk="0" hangingPunct="1">
                        <a:defRPr kumimoji="1" sz="1800" kern="1200">
                          <a:solidFill>
                            <a:schemeClr val="tx1"/>
                          </a:solidFill>
                          <a:latin typeface="Calibri" panose="020F0502020204030204"/>
                        </a:defRPr>
                      </a:lvl3pPr>
                      <a:lvl4pPr marL="1371600" algn="l" defTabSz="914400" rtl="0" eaLnBrk="1" latinLnBrk="0" hangingPunct="1">
                        <a:defRPr kumimoji="1" sz="1800" kern="1200">
                          <a:solidFill>
                            <a:schemeClr val="tx1"/>
                          </a:solidFill>
                          <a:latin typeface="Calibri" panose="020F0502020204030204"/>
                        </a:defRPr>
                      </a:lvl4pPr>
                      <a:lvl5pPr marL="1828800" algn="l" defTabSz="914400" rtl="0" eaLnBrk="1" latinLnBrk="0" hangingPunct="1">
                        <a:defRPr kumimoji="1" sz="1800" kern="1200">
                          <a:solidFill>
                            <a:schemeClr val="tx1"/>
                          </a:solidFill>
                          <a:latin typeface="Calibri" panose="020F0502020204030204"/>
                        </a:defRPr>
                      </a:lvl5pPr>
                      <a:lvl6pPr marL="2286000" algn="l" defTabSz="914400" rtl="0" eaLnBrk="1" latinLnBrk="0" hangingPunct="1">
                        <a:defRPr kumimoji="1" sz="1800" kern="1200">
                          <a:solidFill>
                            <a:schemeClr val="tx1"/>
                          </a:solidFill>
                          <a:latin typeface="Calibri" panose="020F0502020204030204"/>
                        </a:defRPr>
                      </a:lvl6pPr>
                      <a:lvl7pPr marL="2743200" algn="l" defTabSz="914400" rtl="0" eaLnBrk="1" latinLnBrk="0" hangingPunct="1">
                        <a:defRPr kumimoji="1" sz="1800" kern="1200">
                          <a:solidFill>
                            <a:schemeClr val="tx1"/>
                          </a:solidFill>
                          <a:latin typeface="Calibri" panose="020F0502020204030204"/>
                        </a:defRPr>
                      </a:lvl7pPr>
                      <a:lvl8pPr marL="3200400" algn="l" defTabSz="914400" rtl="0" eaLnBrk="1" latinLnBrk="0" hangingPunct="1">
                        <a:defRPr kumimoji="1" sz="1800" kern="1200">
                          <a:solidFill>
                            <a:schemeClr val="tx1"/>
                          </a:solidFill>
                          <a:latin typeface="Calibri" panose="020F0502020204030204"/>
                        </a:defRPr>
                      </a:lvl8pPr>
                      <a:lvl9pPr marL="3657600" algn="l" defTabSz="914400" rtl="0" eaLnBrk="1" latinLnBrk="0" hangingPunct="1">
                        <a:defRPr kumimoji="1" sz="1800" kern="1200">
                          <a:solidFill>
                            <a:schemeClr val="tx1"/>
                          </a:solidFill>
                          <a:latin typeface="Calibri" panose="020F0502020204030204"/>
                        </a:defRPr>
                      </a:lvl9pPr>
                    </a:lstStyle>
                    <a:p>
                      <a:r>
                        <a:rPr kumimoji="1" lang="ja-JP" altLang="en-US" sz="1400">
                          <a:latin typeface="游ゴシック" panose="020B0400000000000000" pitchFamily="50" charset="-128"/>
                          <a:ea typeface="游ゴシック" panose="020B0400000000000000" pitchFamily="50" charset="-128"/>
                        </a:rPr>
                        <a:t>千葉オフィス</a:t>
                      </a:r>
                    </a:p>
                  </a:txBody>
                  <a:tcPr anchor="ctr">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Calibri" panose="020F0502020204030204"/>
                        </a:defRPr>
                      </a:lvl1pPr>
                      <a:lvl2pPr marL="457200" algn="l" defTabSz="914400" rtl="0" eaLnBrk="1" latinLnBrk="0" hangingPunct="1">
                        <a:defRPr kumimoji="1" sz="1800" kern="1200">
                          <a:solidFill>
                            <a:schemeClr val="tx1"/>
                          </a:solidFill>
                          <a:latin typeface="Calibri" panose="020F0502020204030204"/>
                        </a:defRPr>
                      </a:lvl2pPr>
                      <a:lvl3pPr marL="914400" algn="l" defTabSz="914400" rtl="0" eaLnBrk="1" latinLnBrk="0" hangingPunct="1">
                        <a:defRPr kumimoji="1" sz="1800" kern="1200">
                          <a:solidFill>
                            <a:schemeClr val="tx1"/>
                          </a:solidFill>
                          <a:latin typeface="Calibri" panose="020F0502020204030204"/>
                        </a:defRPr>
                      </a:lvl3pPr>
                      <a:lvl4pPr marL="1371600" algn="l" defTabSz="914400" rtl="0" eaLnBrk="1" latinLnBrk="0" hangingPunct="1">
                        <a:defRPr kumimoji="1" sz="1800" kern="1200">
                          <a:solidFill>
                            <a:schemeClr val="tx1"/>
                          </a:solidFill>
                          <a:latin typeface="Calibri" panose="020F0502020204030204"/>
                        </a:defRPr>
                      </a:lvl4pPr>
                      <a:lvl5pPr marL="1828800" algn="l" defTabSz="914400" rtl="0" eaLnBrk="1" latinLnBrk="0" hangingPunct="1">
                        <a:defRPr kumimoji="1" sz="1800" kern="1200">
                          <a:solidFill>
                            <a:schemeClr val="tx1"/>
                          </a:solidFill>
                          <a:latin typeface="Calibri" panose="020F0502020204030204"/>
                        </a:defRPr>
                      </a:lvl5pPr>
                      <a:lvl6pPr marL="2286000" algn="l" defTabSz="914400" rtl="0" eaLnBrk="1" latinLnBrk="0" hangingPunct="1">
                        <a:defRPr kumimoji="1" sz="1800" kern="1200">
                          <a:solidFill>
                            <a:schemeClr val="tx1"/>
                          </a:solidFill>
                          <a:latin typeface="Calibri" panose="020F0502020204030204"/>
                        </a:defRPr>
                      </a:lvl6pPr>
                      <a:lvl7pPr marL="2743200" algn="l" defTabSz="914400" rtl="0" eaLnBrk="1" latinLnBrk="0" hangingPunct="1">
                        <a:defRPr kumimoji="1" sz="1800" kern="1200">
                          <a:solidFill>
                            <a:schemeClr val="tx1"/>
                          </a:solidFill>
                          <a:latin typeface="Calibri" panose="020F0502020204030204"/>
                        </a:defRPr>
                      </a:lvl7pPr>
                      <a:lvl8pPr marL="3200400" algn="l" defTabSz="914400" rtl="0" eaLnBrk="1" latinLnBrk="0" hangingPunct="1">
                        <a:defRPr kumimoji="1" sz="1800" kern="1200">
                          <a:solidFill>
                            <a:schemeClr val="tx1"/>
                          </a:solidFill>
                          <a:latin typeface="Calibri" panose="020F0502020204030204"/>
                        </a:defRPr>
                      </a:lvl8pPr>
                      <a:lvl9pPr marL="3657600" algn="l" defTabSz="914400" rtl="0" eaLnBrk="1" latinLnBrk="0" hangingPunct="1">
                        <a:defRPr kumimoji="1" sz="1800" kern="1200">
                          <a:solidFill>
                            <a:schemeClr val="tx1"/>
                          </a:solidFill>
                          <a:latin typeface="Calibri" panose="020F0502020204030204"/>
                        </a:defRPr>
                      </a:lvl9pPr>
                    </a:lstStyle>
                    <a:p>
                      <a:r>
                        <a:rPr kumimoji="1" lang="ja-JP" altLang="en-US" sz="1400">
                          <a:latin typeface="游ゴシック" panose="020B0400000000000000" pitchFamily="50" charset="-128"/>
                          <a:ea typeface="游ゴシック" panose="020B0400000000000000" pitchFamily="50" charset="-128"/>
                        </a:rPr>
                        <a:t>電話番号</a:t>
                      </a:r>
                    </a:p>
                  </a:txBody>
                  <a:tcPr anchor="ctr">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A5A5A5">
                        <a:lumMod val="20000"/>
                        <a:lumOff val="80000"/>
                      </a:srgbClr>
                    </a:solidFill>
                  </a:tcPr>
                </a:tc>
                <a:tc>
                  <a:txBody>
                    <a:bodyPr/>
                    <a:lstStyle>
                      <a:lvl1pPr marL="0" algn="l" defTabSz="914400" rtl="0" eaLnBrk="1" latinLnBrk="0" hangingPunct="1">
                        <a:defRPr kumimoji="1" sz="1800" kern="1200">
                          <a:solidFill>
                            <a:schemeClr val="tx1"/>
                          </a:solidFill>
                          <a:latin typeface="Calibri" panose="020F0502020204030204"/>
                        </a:defRPr>
                      </a:lvl1pPr>
                      <a:lvl2pPr marL="457200" algn="l" defTabSz="914400" rtl="0" eaLnBrk="1" latinLnBrk="0" hangingPunct="1">
                        <a:defRPr kumimoji="1" sz="1800" kern="1200">
                          <a:solidFill>
                            <a:schemeClr val="tx1"/>
                          </a:solidFill>
                          <a:latin typeface="Calibri" panose="020F0502020204030204"/>
                        </a:defRPr>
                      </a:lvl2pPr>
                      <a:lvl3pPr marL="914400" algn="l" defTabSz="914400" rtl="0" eaLnBrk="1" latinLnBrk="0" hangingPunct="1">
                        <a:defRPr kumimoji="1" sz="1800" kern="1200">
                          <a:solidFill>
                            <a:schemeClr val="tx1"/>
                          </a:solidFill>
                          <a:latin typeface="Calibri" panose="020F0502020204030204"/>
                        </a:defRPr>
                      </a:lvl3pPr>
                      <a:lvl4pPr marL="1371600" algn="l" defTabSz="914400" rtl="0" eaLnBrk="1" latinLnBrk="0" hangingPunct="1">
                        <a:defRPr kumimoji="1" sz="1800" kern="1200">
                          <a:solidFill>
                            <a:schemeClr val="tx1"/>
                          </a:solidFill>
                          <a:latin typeface="Calibri" panose="020F0502020204030204"/>
                        </a:defRPr>
                      </a:lvl4pPr>
                      <a:lvl5pPr marL="1828800" algn="l" defTabSz="914400" rtl="0" eaLnBrk="1" latinLnBrk="0" hangingPunct="1">
                        <a:defRPr kumimoji="1" sz="1800" kern="1200">
                          <a:solidFill>
                            <a:schemeClr val="tx1"/>
                          </a:solidFill>
                          <a:latin typeface="Calibri" panose="020F0502020204030204"/>
                        </a:defRPr>
                      </a:lvl5pPr>
                      <a:lvl6pPr marL="2286000" algn="l" defTabSz="914400" rtl="0" eaLnBrk="1" latinLnBrk="0" hangingPunct="1">
                        <a:defRPr kumimoji="1" sz="1800" kern="1200">
                          <a:solidFill>
                            <a:schemeClr val="tx1"/>
                          </a:solidFill>
                          <a:latin typeface="Calibri" panose="020F0502020204030204"/>
                        </a:defRPr>
                      </a:lvl6pPr>
                      <a:lvl7pPr marL="2743200" algn="l" defTabSz="914400" rtl="0" eaLnBrk="1" latinLnBrk="0" hangingPunct="1">
                        <a:defRPr kumimoji="1" sz="1800" kern="1200">
                          <a:solidFill>
                            <a:schemeClr val="tx1"/>
                          </a:solidFill>
                          <a:latin typeface="Calibri" panose="020F0502020204030204"/>
                        </a:defRPr>
                      </a:lvl7pPr>
                      <a:lvl8pPr marL="3200400" algn="l" defTabSz="914400" rtl="0" eaLnBrk="1" latinLnBrk="0" hangingPunct="1">
                        <a:defRPr kumimoji="1" sz="1800" kern="1200">
                          <a:solidFill>
                            <a:schemeClr val="tx1"/>
                          </a:solidFill>
                          <a:latin typeface="Calibri" panose="020F0502020204030204"/>
                        </a:defRPr>
                      </a:lvl8pPr>
                      <a:lvl9pPr marL="3657600" algn="l" defTabSz="914400" rtl="0" eaLnBrk="1" latinLnBrk="0" hangingPunct="1">
                        <a:defRPr kumimoji="1" sz="1800" kern="1200">
                          <a:solidFill>
                            <a:schemeClr val="tx1"/>
                          </a:solidFill>
                          <a:latin typeface="Calibri" panose="020F0502020204030204"/>
                        </a:defRPr>
                      </a:lvl9pPr>
                    </a:lstStyle>
                    <a:p>
                      <a:r>
                        <a:rPr kumimoji="1" lang="en-US" altLang="ja-JP" sz="1400">
                          <a:latin typeface="游ゴシック" panose="020B0400000000000000" pitchFamily="50" charset="-128"/>
                          <a:ea typeface="游ゴシック" panose="020B0400000000000000" pitchFamily="50" charset="-128"/>
                        </a:rPr>
                        <a:t>043-287-7030</a:t>
                      </a:r>
                      <a:endParaRPr kumimoji="1" lang="ja-JP" altLang="en-US" sz="1400">
                        <a:latin typeface="游ゴシック" panose="020B0400000000000000" pitchFamily="50" charset="-128"/>
                        <a:ea typeface="游ゴシック" panose="020B0400000000000000" pitchFamily="50" charset="-128"/>
                      </a:endParaRPr>
                    </a:p>
                  </a:txBody>
                  <a:tcPr anchor="ctr">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81805884"/>
                  </a:ext>
                </a:extLst>
              </a:tr>
              <a:tr h="0">
                <a:tc>
                  <a:txBody>
                    <a:bodyPr/>
                    <a:lstStyle>
                      <a:lvl1pPr marL="0" algn="l" defTabSz="914400" rtl="0" eaLnBrk="1" latinLnBrk="0" hangingPunct="1">
                        <a:defRPr kumimoji="1" sz="1800" kern="1200">
                          <a:solidFill>
                            <a:schemeClr val="tx1"/>
                          </a:solidFill>
                          <a:latin typeface="Calibri" panose="020F0502020204030204"/>
                        </a:defRPr>
                      </a:lvl1pPr>
                      <a:lvl2pPr marL="457200" algn="l" defTabSz="914400" rtl="0" eaLnBrk="1" latinLnBrk="0" hangingPunct="1">
                        <a:defRPr kumimoji="1" sz="1800" kern="1200">
                          <a:solidFill>
                            <a:schemeClr val="tx1"/>
                          </a:solidFill>
                          <a:latin typeface="Calibri" panose="020F0502020204030204"/>
                        </a:defRPr>
                      </a:lvl2pPr>
                      <a:lvl3pPr marL="914400" algn="l" defTabSz="914400" rtl="0" eaLnBrk="1" latinLnBrk="0" hangingPunct="1">
                        <a:defRPr kumimoji="1" sz="1800" kern="1200">
                          <a:solidFill>
                            <a:schemeClr val="tx1"/>
                          </a:solidFill>
                          <a:latin typeface="Calibri" panose="020F0502020204030204"/>
                        </a:defRPr>
                      </a:lvl3pPr>
                      <a:lvl4pPr marL="1371600" algn="l" defTabSz="914400" rtl="0" eaLnBrk="1" latinLnBrk="0" hangingPunct="1">
                        <a:defRPr kumimoji="1" sz="1800" kern="1200">
                          <a:solidFill>
                            <a:schemeClr val="tx1"/>
                          </a:solidFill>
                          <a:latin typeface="Calibri" panose="020F0502020204030204"/>
                        </a:defRPr>
                      </a:lvl4pPr>
                      <a:lvl5pPr marL="1828800" algn="l" defTabSz="914400" rtl="0" eaLnBrk="1" latinLnBrk="0" hangingPunct="1">
                        <a:defRPr kumimoji="1" sz="1800" kern="1200">
                          <a:solidFill>
                            <a:schemeClr val="tx1"/>
                          </a:solidFill>
                          <a:latin typeface="Calibri" panose="020F0502020204030204"/>
                        </a:defRPr>
                      </a:lvl5pPr>
                      <a:lvl6pPr marL="2286000" algn="l" defTabSz="914400" rtl="0" eaLnBrk="1" latinLnBrk="0" hangingPunct="1">
                        <a:defRPr kumimoji="1" sz="1800" kern="1200">
                          <a:solidFill>
                            <a:schemeClr val="tx1"/>
                          </a:solidFill>
                          <a:latin typeface="Calibri" panose="020F0502020204030204"/>
                        </a:defRPr>
                      </a:lvl6pPr>
                      <a:lvl7pPr marL="2743200" algn="l" defTabSz="914400" rtl="0" eaLnBrk="1" latinLnBrk="0" hangingPunct="1">
                        <a:defRPr kumimoji="1" sz="1800" kern="1200">
                          <a:solidFill>
                            <a:schemeClr val="tx1"/>
                          </a:solidFill>
                          <a:latin typeface="Calibri" panose="020F0502020204030204"/>
                        </a:defRPr>
                      </a:lvl7pPr>
                      <a:lvl8pPr marL="3200400" algn="l" defTabSz="914400" rtl="0" eaLnBrk="1" latinLnBrk="0" hangingPunct="1">
                        <a:defRPr kumimoji="1" sz="1800" kern="1200">
                          <a:solidFill>
                            <a:schemeClr val="tx1"/>
                          </a:solidFill>
                          <a:latin typeface="Calibri" panose="020F0502020204030204"/>
                        </a:defRPr>
                      </a:lvl8pPr>
                      <a:lvl9pPr marL="3657600" algn="l" defTabSz="914400" rtl="0" eaLnBrk="1" latinLnBrk="0" hangingPunct="1">
                        <a:defRPr kumimoji="1" sz="1800" kern="1200">
                          <a:solidFill>
                            <a:schemeClr val="tx1"/>
                          </a:solidFill>
                          <a:latin typeface="Calibri" panose="020F0502020204030204"/>
                        </a:defRPr>
                      </a:lvl9pPr>
                    </a:lstStyle>
                    <a:p>
                      <a:r>
                        <a:rPr kumimoji="1" lang="ja-JP" altLang="en-US" sz="1400">
                          <a:latin typeface="游ゴシック" panose="020B0400000000000000" pitchFamily="50" charset="-128"/>
                          <a:ea typeface="游ゴシック" panose="020B0400000000000000" pitchFamily="50" charset="-128"/>
                        </a:rPr>
                        <a:t>住所</a:t>
                      </a:r>
                    </a:p>
                  </a:txBody>
                  <a:tcPr anchor="ctr">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A5A5A5">
                        <a:lumMod val="20000"/>
                        <a:lumOff val="80000"/>
                      </a:srgbClr>
                    </a:solidFill>
                  </a:tcPr>
                </a:tc>
                <a:tc gridSpan="3">
                  <a:txBody>
                    <a:bodyPr/>
                    <a:lstStyle>
                      <a:lvl1pPr marL="0" algn="l" defTabSz="914400" rtl="0" eaLnBrk="1" latinLnBrk="0" hangingPunct="1">
                        <a:defRPr kumimoji="1" sz="1800" kern="1200">
                          <a:solidFill>
                            <a:schemeClr val="tx1"/>
                          </a:solidFill>
                          <a:latin typeface="Calibri" panose="020F0502020204030204"/>
                        </a:defRPr>
                      </a:lvl1pPr>
                      <a:lvl2pPr marL="457200" algn="l" defTabSz="914400" rtl="0" eaLnBrk="1" latinLnBrk="0" hangingPunct="1">
                        <a:defRPr kumimoji="1" sz="1800" kern="1200">
                          <a:solidFill>
                            <a:schemeClr val="tx1"/>
                          </a:solidFill>
                          <a:latin typeface="Calibri" panose="020F0502020204030204"/>
                        </a:defRPr>
                      </a:lvl2pPr>
                      <a:lvl3pPr marL="914400" algn="l" defTabSz="914400" rtl="0" eaLnBrk="1" latinLnBrk="0" hangingPunct="1">
                        <a:defRPr kumimoji="1" sz="1800" kern="1200">
                          <a:solidFill>
                            <a:schemeClr val="tx1"/>
                          </a:solidFill>
                          <a:latin typeface="Calibri" panose="020F0502020204030204"/>
                        </a:defRPr>
                      </a:lvl3pPr>
                      <a:lvl4pPr marL="1371600" algn="l" defTabSz="914400" rtl="0" eaLnBrk="1" latinLnBrk="0" hangingPunct="1">
                        <a:defRPr kumimoji="1" sz="1800" kern="1200">
                          <a:solidFill>
                            <a:schemeClr val="tx1"/>
                          </a:solidFill>
                          <a:latin typeface="Calibri" panose="020F0502020204030204"/>
                        </a:defRPr>
                      </a:lvl4pPr>
                      <a:lvl5pPr marL="1828800" algn="l" defTabSz="914400" rtl="0" eaLnBrk="1" latinLnBrk="0" hangingPunct="1">
                        <a:defRPr kumimoji="1" sz="1800" kern="1200">
                          <a:solidFill>
                            <a:schemeClr val="tx1"/>
                          </a:solidFill>
                          <a:latin typeface="Calibri" panose="020F0502020204030204"/>
                        </a:defRPr>
                      </a:lvl5pPr>
                      <a:lvl6pPr marL="2286000" algn="l" defTabSz="914400" rtl="0" eaLnBrk="1" latinLnBrk="0" hangingPunct="1">
                        <a:defRPr kumimoji="1" sz="1800" kern="1200">
                          <a:solidFill>
                            <a:schemeClr val="tx1"/>
                          </a:solidFill>
                          <a:latin typeface="Calibri" panose="020F0502020204030204"/>
                        </a:defRPr>
                      </a:lvl6pPr>
                      <a:lvl7pPr marL="2743200" algn="l" defTabSz="914400" rtl="0" eaLnBrk="1" latinLnBrk="0" hangingPunct="1">
                        <a:defRPr kumimoji="1" sz="1800" kern="1200">
                          <a:solidFill>
                            <a:schemeClr val="tx1"/>
                          </a:solidFill>
                          <a:latin typeface="Calibri" panose="020F0502020204030204"/>
                        </a:defRPr>
                      </a:lvl7pPr>
                      <a:lvl8pPr marL="3200400" algn="l" defTabSz="914400" rtl="0" eaLnBrk="1" latinLnBrk="0" hangingPunct="1">
                        <a:defRPr kumimoji="1" sz="1800" kern="1200">
                          <a:solidFill>
                            <a:schemeClr val="tx1"/>
                          </a:solidFill>
                          <a:latin typeface="Calibri" panose="020F0502020204030204"/>
                        </a:defRPr>
                      </a:lvl8pPr>
                      <a:lvl9pPr marL="3657600" algn="l" defTabSz="914400" rtl="0" eaLnBrk="1" latinLnBrk="0" hangingPunct="1">
                        <a:defRPr kumimoji="1" sz="1800" kern="1200">
                          <a:solidFill>
                            <a:schemeClr val="tx1"/>
                          </a:solidFill>
                          <a:latin typeface="Calibri" panose="020F0502020204030204"/>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u="none" strike="noStrike" kern="1200">
                          <a:solidFill>
                            <a:schemeClr val="tx1"/>
                          </a:solidFill>
                          <a:effectLst/>
                          <a:latin typeface="游ゴシック" panose="020B0400000000000000" pitchFamily="50" charset="-128"/>
                          <a:ea typeface="游ゴシック" panose="020B0400000000000000" pitchFamily="50" charset="-128"/>
                          <a:cs typeface="+mn-cs"/>
                        </a:rPr>
                        <a:t>〒</a:t>
                      </a:r>
                      <a:r>
                        <a:rPr kumimoji="1" lang="en-US" altLang="ja-JP" sz="1400" u="none" strike="noStrike" kern="1200">
                          <a:solidFill>
                            <a:schemeClr val="tx1"/>
                          </a:solidFill>
                          <a:effectLst/>
                          <a:latin typeface="游ゴシック" panose="020B0400000000000000" pitchFamily="50" charset="-128"/>
                          <a:ea typeface="游ゴシック" panose="020B0400000000000000" pitchFamily="50" charset="-128"/>
                          <a:cs typeface="+mn-cs"/>
                        </a:rPr>
                        <a:t>260-0045</a:t>
                      </a:r>
                      <a:r>
                        <a:rPr kumimoji="1" lang="ja-JP" altLang="en-US" sz="1400" u="none" strike="noStrike" kern="1200">
                          <a:solidFill>
                            <a:schemeClr val="tx1"/>
                          </a:solidFill>
                          <a:effectLst/>
                          <a:latin typeface="游ゴシック" panose="020B0400000000000000" pitchFamily="50" charset="-128"/>
                          <a:ea typeface="游ゴシック" panose="020B0400000000000000" pitchFamily="50" charset="-128"/>
                          <a:cs typeface="+mn-cs"/>
                        </a:rPr>
                        <a:t>　千葉県千葉市中央区弁天</a:t>
                      </a:r>
                      <a:r>
                        <a:rPr kumimoji="1" lang="en-US" altLang="ja-JP" sz="1400" u="none" strike="noStrike" kern="1200">
                          <a:solidFill>
                            <a:schemeClr val="tx1"/>
                          </a:solidFill>
                          <a:effectLst/>
                          <a:latin typeface="游ゴシック" panose="020B0400000000000000" pitchFamily="50" charset="-128"/>
                          <a:ea typeface="游ゴシック" panose="020B0400000000000000" pitchFamily="50" charset="-128"/>
                          <a:cs typeface="+mn-cs"/>
                        </a:rPr>
                        <a:t>1-5-1</a:t>
                      </a:r>
                      <a:r>
                        <a:rPr kumimoji="1" lang="ja-JP" altLang="en-US" sz="1400" u="none" strike="noStrike" kern="1200">
                          <a:solidFill>
                            <a:schemeClr val="tx1"/>
                          </a:solidFill>
                          <a:effectLst/>
                          <a:latin typeface="游ゴシック" panose="020B0400000000000000" pitchFamily="50" charset="-128"/>
                          <a:ea typeface="游ゴシック" panose="020B0400000000000000" pitchFamily="50" charset="-128"/>
                          <a:cs typeface="+mn-cs"/>
                        </a:rPr>
                        <a:t>　オーパスビルディング</a:t>
                      </a:r>
                      <a:r>
                        <a:rPr kumimoji="1" lang="en-US" altLang="ja-JP" sz="1400" u="none" strike="noStrike" kern="1200">
                          <a:solidFill>
                            <a:schemeClr val="tx1"/>
                          </a:solidFill>
                          <a:effectLst/>
                          <a:latin typeface="游ゴシック" panose="020B0400000000000000" pitchFamily="50" charset="-128"/>
                          <a:ea typeface="游ゴシック" panose="020B0400000000000000" pitchFamily="50" charset="-128"/>
                          <a:cs typeface="+mn-cs"/>
                        </a:rPr>
                        <a:t>9</a:t>
                      </a:r>
                      <a:r>
                        <a:rPr kumimoji="1" lang="ja-JP" altLang="en-US" sz="1400" u="none" strike="noStrike" kern="1200">
                          <a:solidFill>
                            <a:schemeClr val="tx1"/>
                          </a:solidFill>
                          <a:effectLst/>
                          <a:latin typeface="游ゴシック" panose="020B0400000000000000" pitchFamily="50" charset="-128"/>
                          <a:ea typeface="游ゴシック" panose="020B0400000000000000" pitchFamily="50" charset="-128"/>
                          <a:cs typeface="+mn-cs"/>
                        </a:rPr>
                        <a:t>階</a:t>
                      </a:r>
                      <a:endParaRPr kumimoji="1" lang="ja-JP" altLang="en-US" sz="1400">
                        <a:latin typeface="游ゴシック" panose="020B0400000000000000" pitchFamily="50" charset="-128"/>
                        <a:ea typeface="游ゴシック" panose="020B0400000000000000" pitchFamily="50" charset="-128"/>
                      </a:endParaRPr>
                    </a:p>
                  </a:txBody>
                  <a:tcPr anchor="ctr">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4280755089"/>
                  </a:ext>
                </a:extLst>
              </a:tr>
            </a:tbl>
          </a:graphicData>
        </a:graphic>
      </p:graphicFrame>
      <p:sp>
        <p:nvSpPr>
          <p:cNvPr id="8" name="正方形/長方形 7">
            <a:extLst>
              <a:ext uri="{FF2B5EF4-FFF2-40B4-BE49-F238E27FC236}">
                <a16:creationId xmlns:a16="http://schemas.microsoft.com/office/drawing/2014/main" id="{1E920010-FA3D-6759-7797-458184923C48}"/>
              </a:ext>
            </a:extLst>
          </p:cNvPr>
          <p:cNvSpPr/>
          <p:nvPr/>
        </p:nvSpPr>
        <p:spPr>
          <a:xfrm>
            <a:off x="750490" y="2718661"/>
            <a:ext cx="8856000" cy="360000"/>
          </a:xfrm>
          <a:prstGeom prst="rect">
            <a:avLst/>
          </a:prstGeom>
          <a:noFill/>
          <a:ln w="19050" cap="flat" cmpd="sng" algn="ctr">
            <a:no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1" lang="ja-JP" altLang="en-US" sz="1600" b="1" i="0" u="none" strike="noStrike" kern="0" cap="none" spc="0" normalizeH="0" baseline="0" noProof="0">
                <a:ln>
                  <a:noFill/>
                </a:ln>
                <a:solidFill>
                  <a:srgbClr val="5B9BD5">
                    <a:lumMod val="50000"/>
                  </a:srgbClr>
                </a:solidFill>
                <a:effectLst/>
                <a:uLnTx/>
                <a:uFillTx/>
                <a:latin typeface="游ゴシック" panose="020B0400000000000000" pitchFamily="50" charset="-128"/>
                <a:ea typeface="游ゴシック" panose="020B0400000000000000" pitchFamily="50" charset="-128"/>
              </a:rPr>
              <a:t>担当</a:t>
            </a:r>
          </a:p>
        </p:txBody>
      </p:sp>
      <p:graphicFrame>
        <p:nvGraphicFramePr>
          <p:cNvPr id="9" name="コンテンツ プレースホルダー 5">
            <a:extLst>
              <a:ext uri="{FF2B5EF4-FFF2-40B4-BE49-F238E27FC236}">
                <a16:creationId xmlns:a16="http://schemas.microsoft.com/office/drawing/2014/main" id="{DDA2EC15-83F3-4802-0E24-A9E7F509C681}"/>
              </a:ext>
            </a:extLst>
          </p:cNvPr>
          <p:cNvGraphicFramePr>
            <a:graphicFrameLocks/>
          </p:cNvGraphicFramePr>
          <p:nvPr>
            <p:extLst>
              <p:ext uri="{D42A27DB-BD31-4B8C-83A1-F6EECF244321}">
                <p14:modId xmlns:p14="http://schemas.microsoft.com/office/powerpoint/2010/main" val="156339335"/>
              </p:ext>
            </p:extLst>
          </p:nvPr>
        </p:nvGraphicFramePr>
        <p:xfrm>
          <a:off x="750490" y="3078661"/>
          <a:ext cx="10866710" cy="1219200"/>
        </p:xfrm>
        <a:graphic>
          <a:graphicData uri="http://schemas.openxmlformats.org/drawingml/2006/table">
            <a:tbl>
              <a:tblPr/>
              <a:tblGrid>
                <a:gridCol w="2741386">
                  <a:extLst>
                    <a:ext uri="{9D8B030D-6E8A-4147-A177-3AD203B41FA5}">
                      <a16:colId xmlns:a16="http://schemas.microsoft.com/office/drawing/2014/main" val="3407761811"/>
                    </a:ext>
                  </a:extLst>
                </a:gridCol>
                <a:gridCol w="2715676">
                  <a:extLst>
                    <a:ext uri="{9D8B030D-6E8A-4147-A177-3AD203B41FA5}">
                      <a16:colId xmlns:a16="http://schemas.microsoft.com/office/drawing/2014/main" val="646267526"/>
                    </a:ext>
                  </a:extLst>
                </a:gridCol>
                <a:gridCol w="2741386">
                  <a:extLst>
                    <a:ext uri="{9D8B030D-6E8A-4147-A177-3AD203B41FA5}">
                      <a16:colId xmlns:a16="http://schemas.microsoft.com/office/drawing/2014/main" val="3229855764"/>
                    </a:ext>
                  </a:extLst>
                </a:gridCol>
                <a:gridCol w="2668262">
                  <a:extLst>
                    <a:ext uri="{9D8B030D-6E8A-4147-A177-3AD203B41FA5}">
                      <a16:colId xmlns:a16="http://schemas.microsoft.com/office/drawing/2014/main" val="3026528195"/>
                    </a:ext>
                  </a:extLst>
                </a:gridCol>
              </a:tblGrid>
              <a:tr h="0">
                <a:tc>
                  <a:txBody>
                    <a:bodyPr/>
                    <a:lstStyle>
                      <a:lvl1pPr marL="0" algn="l" defTabSz="914400" rtl="0" eaLnBrk="1" latinLnBrk="0" hangingPunct="1">
                        <a:defRPr kumimoji="1" sz="1800" kern="1200">
                          <a:solidFill>
                            <a:schemeClr val="tx1"/>
                          </a:solidFill>
                          <a:latin typeface="Calibri" panose="020F0502020204030204"/>
                        </a:defRPr>
                      </a:lvl1pPr>
                      <a:lvl2pPr marL="457200" algn="l" defTabSz="914400" rtl="0" eaLnBrk="1" latinLnBrk="0" hangingPunct="1">
                        <a:defRPr kumimoji="1" sz="1800" kern="1200">
                          <a:solidFill>
                            <a:schemeClr val="tx1"/>
                          </a:solidFill>
                          <a:latin typeface="Calibri" panose="020F0502020204030204"/>
                        </a:defRPr>
                      </a:lvl2pPr>
                      <a:lvl3pPr marL="914400" algn="l" defTabSz="914400" rtl="0" eaLnBrk="1" latinLnBrk="0" hangingPunct="1">
                        <a:defRPr kumimoji="1" sz="1800" kern="1200">
                          <a:solidFill>
                            <a:schemeClr val="tx1"/>
                          </a:solidFill>
                          <a:latin typeface="Calibri" panose="020F0502020204030204"/>
                        </a:defRPr>
                      </a:lvl3pPr>
                      <a:lvl4pPr marL="1371600" algn="l" defTabSz="914400" rtl="0" eaLnBrk="1" latinLnBrk="0" hangingPunct="1">
                        <a:defRPr kumimoji="1" sz="1800" kern="1200">
                          <a:solidFill>
                            <a:schemeClr val="tx1"/>
                          </a:solidFill>
                          <a:latin typeface="Calibri" panose="020F0502020204030204"/>
                        </a:defRPr>
                      </a:lvl4pPr>
                      <a:lvl5pPr marL="1828800" algn="l" defTabSz="914400" rtl="0" eaLnBrk="1" latinLnBrk="0" hangingPunct="1">
                        <a:defRPr kumimoji="1" sz="1800" kern="1200">
                          <a:solidFill>
                            <a:schemeClr val="tx1"/>
                          </a:solidFill>
                          <a:latin typeface="Calibri" panose="020F0502020204030204"/>
                        </a:defRPr>
                      </a:lvl5pPr>
                      <a:lvl6pPr marL="2286000" algn="l" defTabSz="914400" rtl="0" eaLnBrk="1" latinLnBrk="0" hangingPunct="1">
                        <a:defRPr kumimoji="1" sz="1800" kern="1200">
                          <a:solidFill>
                            <a:schemeClr val="tx1"/>
                          </a:solidFill>
                          <a:latin typeface="Calibri" panose="020F0502020204030204"/>
                        </a:defRPr>
                      </a:lvl6pPr>
                      <a:lvl7pPr marL="2743200" algn="l" defTabSz="914400" rtl="0" eaLnBrk="1" latinLnBrk="0" hangingPunct="1">
                        <a:defRPr kumimoji="1" sz="1800" kern="1200">
                          <a:solidFill>
                            <a:schemeClr val="tx1"/>
                          </a:solidFill>
                          <a:latin typeface="Calibri" panose="020F0502020204030204"/>
                        </a:defRPr>
                      </a:lvl7pPr>
                      <a:lvl8pPr marL="3200400" algn="l" defTabSz="914400" rtl="0" eaLnBrk="1" latinLnBrk="0" hangingPunct="1">
                        <a:defRPr kumimoji="1" sz="1800" kern="1200">
                          <a:solidFill>
                            <a:schemeClr val="tx1"/>
                          </a:solidFill>
                          <a:latin typeface="Calibri" panose="020F0502020204030204"/>
                        </a:defRPr>
                      </a:lvl8pPr>
                      <a:lvl9pPr marL="3657600" algn="l" defTabSz="914400" rtl="0" eaLnBrk="1" latinLnBrk="0" hangingPunct="1">
                        <a:defRPr kumimoji="1" sz="1800" kern="1200">
                          <a:solidFill>
                            <a:schemeClr val="tx1"/>
                          </a:solidFill>
                          <a:latin typeface="Calibri" panose="020F0502020204030204"/>
                        </a:defRPr>
                      </a:lvl9pPr>
                    </a:lstStyle>
                    <a:p>
                      <a:r>
                        <a:rPr kumimoji="1" lang="ja-JP" altLang="en-US" sz="1400">
                          <a:latin typeface="游ゴシック" panose="020B0400000000000000" pitchFamily="50" charset="-128"/>
                          <a:ea typeface="游ゴシック" panose="020B0400000000000000" pitchFamily="50" charset="-128"/>
                        </a:rPr>
                        <a:t>氏名（メールアドレス）</a:t>
                      </a:r>
                    </a:p>
                  </a:txBody>
                  <a:tcPr anchor="ctr">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A5A5A5">
                        <a:lumMod val="20000"/>
                        <a:lumOff val="80000"/>
                      </a:srgbClr>
                    </a:solidFill>
                  </a:tcPr>
                </a:tc>
                <a:tc gridSpan="3">
                  <a:txBody>
                    <a:bodyPr/>
                    <a:lstStyle>
                      <a:lvl1pPr marL="0" algn="l" defTabSz="914400" rtl="0" eaLnBrk="1" latinLnBrk="0" hangingPunct="1">
                        <a:defRPr kumimoji="1" sz="1800" kern="1200">
                          <a:solidFill>
                            <a:schemeClr val="tx1"/>
                          </a:solidFill>
                          <a:latin typeface="Calibri" panose="020F0502020204030204"/>
                        </a:defRPr>
                      </a:lvl1pPr>
                      <a:lvl2pPr marL="457200" algn="l" defTabSz="914400" rtl="0" eaLnBrk="1" latinLnBrk="0" hangingPunct="1">
                        <a:defRPr kumimoji="1" sz="1800" kern="1200">
                          <a:solidFill>
                            <a:schemeClr val="tx1"/>
                          </a:solidFill>
                          <a:latin typeface="Calibri" panose="020F0502020204030204"/>
                        </a:defRPr>
                      </a:lvl2pPr>
                      <a:lvl3pPr marL="914400" algn="l" defTabSz="914400" rtl="0" eaLnBrk="1" latinLnBrk="0" hangingPunct="1">
                        <a:defRPr kumimoji="1" sz="1800" kern="1200">
                          <a:solidFill>
                            <a:schemeClr val="tx1"/>
                          </a:solidFill>
                          <a:latin typeface="Calibri" panose="020F0502020204030204"/>
                        </a:defRPr>
                      </a:lvl3pPr>
                      <a:lvl4pPr marL="1371600" algn="l" defTabSz="914400" rtl="0" eaLnBrk="1" latinLnBrk="0" hangingPunct="1">
                        <a:defRPr kumimoji="1" sz="1800" kern="1200">
                          <a:solidFill>
                            <a:schemeClr val="tx1"/>
                          </a:solidFill>
                          <a:latin typeface="Calibri" panose="020F0502020204030204"/>
                        </a:defRPr>
                      </a:lvl4pPr>
                      <a:lvl5pPr marL="1828800" algn="l" defTabSz="914400" rtl="0" eaLnBrk="1" latinLnBrk="0" hangingPunct="1">
                        <a:defRPr kumimoji="1" sz="1800" kern="1200">
                          <a:solidFill>
                            <a:schemeClr val="tx1"/>
                          </a:solidFill>
                          <a:latin typeface="Calibri" panose="020F0502020204030204"/>
                        </a:defRPr>
                      </a:lvl5pPr>
                      <a:lvl6pPr marL="2286000" algn="l" defTabSz="914400" rtl="0" eaLnBrk="1" latinLnBrk="0" hangingPunct="1">
                        <a:defRPr kumimoji="1" sz="1800" kern="1200">
                          <a:solidFill>
                            <a:schemeClr val="tx1"/>
                          </a:solidFill>
                          <a:latin typeface="Calibri" panose="020F0502020204030204"/>
                        </a:defRPr>
                      </a:lvl6pPr>
                      <a:lvl7pPr marL="2743200" algn="l" defTabSz="914400" rtl="0" eaLnBrk="1" latinLnBrk="0" hangingPunct="1">
                        <a:defRPr kumimoji="1" sz="1800" kern="1200">
                          <a:solidFill>
                            <a:schemeClr val="tx1"/>
                          </a:solidFill>
                          <a:latin typeface="Calibri" panose="020F0502020204030204"/>
                        </a:defRPr>
                      </a:lvl7pPr>
                      <a:lvl8pPr marL="3200400" algn="l" defTabSz="914400" rtl="0" eaLnBrk="1" latinLnBrk="0" hangingPunct="1">
                        <a:defRPr kumimoji="1" sz="1800" kern="1200">
                          <a:solidFill>
                            <a:schemeClr val="tx1"/>
                          </a:solidFill>
                          <a:latin typeface="Calibri" panose="020F0502020204030204"/>
                        </a:defRPr>
                      </a:lvl8pPr>
                      <a:lvl9pPr marL="3657600" algn="l" defTabSz="914400" rtl="0" eaLnBrk="1" latinLnBrk="0" hangingPunct="1">
                        <a:defRPr kumimoji="1" sz="1800" kern="1200">
                          <a:solidFill>
                            <a:schemeClr val="tx1"/>
                          </a:solidFill>
                          <a:latin typeface="Calibri" panose="020F0502020204030204"/>
                        </a:defRPr>
                      </a:lvl9pPr>
                    </a:lstStyle>
                    <a:p>
                      <a:r>
                        <a:rPr kumimoji="1" lang="ja-JP" altLang="en-US" sz="1400">
                          <a:latin typeface="游ゴシック" panose="020B0400000000000000" pitchFamily="50" charset="-128"/>
                          <a:ea typeface="+mn-ea"/>
                        </a:rPr>
                        <a:t>齋藤 貴行</a:t>
                      </a:r>
                      <a:r>
                        <a:rPr kumimoji="1" lang="ja-JP" altLang="en-US" sz="1400">
                          <a:latin typeface="游ゴシック" panose="020B0400000000000000" pitchFamily="50" charset="-128"/>
                          <a:ea typeface="游ゴシック" panose="020B0400000000000000" pitchFamily="50" charset="-128"/>
                        </a:rPr>
                        <a:t>　（ </a:t>
                      </a:r>
                      <a:r>
                        <a:rPr kumimoji="1" lang="en-US" altLang="ja-JP" sz="1400">
                          <a:latin typeface="游ゴシック" panose="020B0400000000000000" pitchFamily="50" charset="-128"/>
                          <a:ea typeface="+mn-ea"/>
                        </a:rPr>
                        <a:t>takayuki.saito@system-exe.jp</a:t>
                      </a:r>
                      <a:r>
                        <a:rPr kumimoji="1" lang="ja-JP" altLang="en-US" sz="1400">
                          <a:latin typeface="游ゴシック" panose="020B0400000000000000" pitchFamily="50" charset="-128"/>
                          <a:ea typeface="游ゴシック" panose="020B0400000000000000" pitchFamily="50" charset="-128"/>
                        </a:rPr>
                        <a:t> ）　</a:t>
                      </a:r>
                    </a:p>
                  </a:txBody>
                  <a:tcPr anchor="ctr">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1991065407"/>
                  </a:ext>
                </a:extLst>
              </a:tr>
              <a:tr h="0">
                <a:tc>
                  <a:txBody>
                    <a:bodyPr/>
                    <a:lstStyle>
                      <a:lvl1pPr marL="0" algn="l" defTabSz="914400" rtl="0" eaLnBrk="1" latinLnBrk="0" hangingPunct="1">
                        <a:defRPr kumimoji="1" sz="1800" kern="1200">
                          <a:solidFill>
                            <a:schemeClr val="tx1"/>
                          </a:solidFill>
                          <a:latin typeface="Calibri" panose="020F0502020204030204"/>
                        </a:defRPr>
                      </a:lvl1pPr>
                      <a:lvl2pPr marL="457200" algn="l" defTabSz="914400" rtl="0" eaLnBrk="1" latinLnBrk="0" hangingPunct="1">
                        <a:defRPr kumimoji="1" sz="1800" kern="1200">
                          <a:solidFill>
                            <a:schemeClr val="tx1"/>
                          </a:solidFill>
                          <a:latin typeface="Calibri" panose="020F0502020204030204"/>
                        </a:defRPr>
                      </a:lvl2pPr>
                      <a:lvl3pPr marL="914400" algn="l" defTabSz="914400" rtl="0" eaLnBrk="1" latinLnBrk="0" hangingPunct="1">
                        <a:defRPr kumimoji="1" sz="1800" kern="1200">
                          <a:solidFill>
                            <a:schemeClr val="tx1"/>
                          </a:solidFill>
                          <a:latin typeface="Calibri" panose="020F0502020204030204"/>
                        </a:defRPr>
                      </a:lvl3pPr>
                      <a:lvl4pPr marL="1371600" algn="l" defTabSz="914400" rtl="0" eaLnBrk="1" latinLnBrk="0" hangingPunct="1">
                        <a:defRPr kumimoji="1" sz="1800" kern="1200">
                          <a:solidFill>
                            <a:schemeClr val="tx1"/>
                          </a:solidFill>
                          <a:latin typeface="Calibri" panose="020F0502020204030204"/>
                        </a:defRPr>
                      </a:lvl4pPr>
                      <a:lvl5pPr marL="1828800" algn="l" defTabSz="914400" rtl="0" eaLnBrk="1" latinLnBrk="0" hangingPunct="1">
                        <a:defRPr kumimoji="1" sz="1800" kern="1200">
                          <a:solidFill>
                            <a:schemeClr val="tx1"/>
                          </a:solidFill>
                          <a:latin typeface="Calibri" panose="020F0502020204030204"/>
                        </a:defRPr>
                      </a:lvl5pPr>
                      <a:lvl6pPr marL="2286000" algn="l" defTabSz="914400" rtl="0" eaLnBrk="1" latinLnBrk="0" hangingPunct="1">
                        <a:defRPr kumimoji="1" sz="1800" kern="1200">
                          <a:solidFill>
                            <a:schemeClr val="tx1"/>
                          </a:solidFill>
                          <a:latin typeface="Calibri" panose="020F0502020204030204"/>
                        </a:defRPr>
                      </a:lvl6pPr>
                      <a:lvl7pPr marL="2743200" algn="l" defTabSz="914400" rtl="0" eaLnBrk="1" latinLnBrk="0" hangingPunct="1">
                        <a:defRPr kumimoji="1" sz="1800" kern="1200">
                          <a:solidFill>
                            <a:schemeClr val="tx1"/>
                          </a:solidFill>
                          <a:latin typeface="Calibri" panose="020F0502020204030204"/>
                        </a:defRPr>
                      </a:lvl7pPr>
                      <a:lvl8pPr marL="3200400" algn="l" defTabSz="914400" rtl="0" eaLnBrk="1" latinLnBrk="0" hangingPunct="1">
                        <a:defRPr kumimoji="1" sz="1800" kern="1200">
                          <a:solidFill>
                            <a:schemeClr val="tx1"/>
                          </a:solidFill>
                          <a:latin typeface="Calibri" panose="020F0502020204030204"/>
                        </a:defRPr>
                      </a:lvl8pPr>
                      <a:lvl9pPr marL="3657600" algn="l" defTabSz="914400" rtl="0" eaLnBrk="1" latinLnBrk="0" hangingPunct="1">
                        <a:defRPr kumimoji="1" sz="1800" kern="1200">
                          <a:solidFill>
                            <a:schemeClr val="tx1"/>
                          </a:solidFill>
                          <a:latin typeface="Calibri" panose="020F0502020204030204"/>
                        </a:defRPr>
                      </a:lvl9pPr>
                    </a:lstStyle>
                    <a:p>
                      <a:r>
                        <a:rPr kumimoji="1" lang="ja-JP" altLang="en-US" sz="1400">
                          <a:latin typeface="游ゴシック" panose="020B0400000000000000" pitchFamily="50" charset="-128"/>
                          <a:ea typeface="游ゴシック" panose="020B0400000000000000" pitchFamily="50" charset="-128"/>
                        </a:rPr>
                        <a:t>所属部署</a:t>
                      </a:r>
                    </a:p>
                  </a:txBody>
                  <a:tcPr anchor="ctr">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A5A5A5">
                        <a:lumMod val="20000"/>
                        <a:lumOff val="80000"/>
                      </a:srgbClr>
                    </a:solidFill>
                  </a:tcPr>
                </a:tc>
                <a:tc gridSpan="3">
                  <a:txBody>
                    <a:bodyPr/>
                    <a:lstStyle>
                      <a:lvl1pPr marL="0" algn="l" defTabSz="914400" rtl="0" eaLnBrk="1" latinLnBrk="0" hangingPunct="1">
                        <a:defRPr kumimoji="1" sz="1800" kern="1200">
                          <a:solidFill>
                            <a:schemeClr val="tx1"/>
                          </a:solidFill>
                          <a:latin typeface="Calibri" panose="020F0502020204030204"/>
                        </a:defRPr>
                      </a:lvl1pPr>
                      <a:lvl2pPr marL="457200" algn="l" defTabSz="914400" rtl="0" eaLnBrk="1" latinLnBrk="0" hangingPunct="1">
                        <a:defRPr kumimoji="1" sz="1800" kern="1200">
                          <a:solidFill>
                            <a:schemeClr val="tx1"/>
                          </a:solidFill>
                          <a:latin typeface="Calibri" panose="020F0502020204030204"/>
                        </a:defRPr>
                      </a:lvl2pPr>
                      <a:lvl3pPr marL="914400" algn="l" defTabSz="914400" rtl="0" eaLnBrk="1" latinLnBrk="0" hangingPunct="1">
                        <a:defRPr kumimoji="1" sz="1800" kern="1200">
                          <a:solidFill>
                            <a:schemeClr val="tx1"/>
                          </a:solidFill>
                          <a:latin typeface="Calibri" panose="020F0502020204030204"/>
                        </a:defRPr>
                      </a:lvl3pPr>
                      <a:lvl4pPr marL="1371600" algn="l" defTabSz="914400" rtl="0" eaLnBrk="1" latinLnBrk="0" hangingPunct="1">
                        <a:defRPr kumimoji="1" sz="1800" kern="1200">
                          <a:solidFill>
                            <a:schemeClr val="tx1"/>
                          </a:solidFill>
                          <a:latin typeface="Calibri" panose="020F0502020204030204"/>
                        </a:defRPr>
                      </a:lvl4pPr>
                      <a:lvl5pPr marL="1828800" algn="l" defTabSz="914400" rtl="0" eaLnBrk="1" latinLnBrk="0" hangingPunct="1">
                        <a:defRPr kumimoji="1" sz="1800" kern="1200">
                          <a:solidFill>
                            <a:schemeClr val="tx1"/>
                          </a:solidFill>
                          <a:latin typeface="Calibri" panose="020F0502020204030204"/>
                        </a:defRPr>
                      </a:lvl5pPr>
                      <a:lvl6pPr marL="2286000" algn="l" defTabSz="914400" rtl="0" eaLnBrk="1" latinLnBrk="0" hangingPunct="1">
                        <a:defRPr kumimoji="1" sz="1800" kern="1200">
                          <a:solidFill>
                            <a:schemeClr val="tx1"/>
                          </a:solidFill>
                          <a:latin typeface="Calibri" panose="020F0502020204030204"/>
                        </a:defRPr>
                      </a:lvl6pPr>
                      <a:lvl7pPr marL="2743200" algn="l" defTabSz="914400" rtl="0" eaLnBrk="1" latinLnBrk="0" hangingPunct="1">
                        <a:defRPr kumimoji="1" sz="1800" kern="1200">
                          <a:solidFill>
                            <a:schemeClr val="tx1"/>
                          </a:solidFill>
                          <a:latin typeface="Calibri" panose="020F0502020204030204"/>
                        </a:defRPr>
                      </a:lvl7pPr>
                      <a:lvl8pPr marL="3200400" algn="l" defTabSz="914400" rtl="0" eaLnBrk="1" latinLnBrk="0" hangingPunct="1">
                        <a:defRPr kumimoji="1" sz="1800" kern="1200">
                          <a:solidFill>
                            <a:schemeClr val="tx1"/>
                          </a:solidFill>
                          <a:latin typeface="Calibri" panose="020F0502020204030204"/>
                        </a:defRPr>
                      </a:lvl8pPr>
                      <a:lvl9pPr marL="3657600" algn="l" defTabSz="914400" rtl="0" eaLnBrk="1" latinLnBrk="0" hangingPunct="1">
                        <a:defRPr kumimoji="1" sz="1800" kern="1200">
                          <a:solidFill>
                            <a:schemeClr val="tx1"/>
                          </a:solidFill>
                          <a:latin typeface="Calibri" panose="020F0502020204030204"/>
                        </a:defRPr>
                      </a:lvl9pPr>
                    </a:lstStyle>
                    <a:p>
                      <a:r>
                        <a:rPr kumimoji="1" lang="ja-JP" altLang="en-US" sz="1400">
                          <a:latin typeface="游ゴシック" panose="020B0400000000000000" pitchFamily="50" charset="-128"/>
                          <a:ea typeface="+mn-ea"/>
                        </a:rPr>
                        <a:t>システムソリューション本部システムソリューション１部</a:t>
                      </a:r>
                    </a:p>
                  </a:txBody>
                  <a:tcPr anchor="ctr">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2336948900"/>
                  </a:ext>
                </a:extLst>
              </a:tr>
              <a:tr h="0">
                <a:tc>
                  <a:txBody>
                    <a:bodyPr/>
                    <a:lstStyle>
                      <a:lvl1pPr marL="0" algn="l" defTabSz="914400" rtl="0" eaLnBrk="1" latinLnBrk="0" hangingPunct="1">
                        <a:defRPr kumimoji="1" sz="1800" kern="1200">
                          <a:solidFill>
                            <a:schemeClr val="tx1"/>
                          </a:solidFill>
                          <a:latin typeface="Calibri" panose="020F0502020204030204"/>
                        </a:defRPr>
                      </a:lvl1pPr>
                      <a:lvl2pPr marL="457200" algn="l" defTabSz="914400" rtl="0" eaLnBrk="1" latinLnBrk="0" hangingPunct="1">
                        <a:defRPr kumimoji="1" sz="1800" kern="1200">
                          <a:solidFill>
                            <a:schemeClr val="tx1"/>
                          </a:solidFill>
                          <a:latin typeface="Calibri" panose="020F0502020204030204"/>
                        </a:defRPr>
                      </a:lvl2pPr>
                      <a:lvl3pPr marL="914400" algn="l" defTabSz="914400" rtl="0" eaLnBrk="1" latinLnBrk="0" hangingPunct="1">
                        <a:defRPr kumimoji="1" sz="1800" kern="1200">
                          <a:solidFill>
                            <a:schemeClr val="tx1"/>
                          </a:solidFill>
                          <a:latin typeface="Calibri" panose="020F0502020204030204"/>
                        </a:defRPr>
                      </a:lvl3pPr>
                      <a:lvl4pPr marL="1371600" algn="l" defTabSz="914400" rtl="0" eaLnBrk="1" latinLnBrk="0" hangingPunct="1">
                        <a:defRPr kumimoji="1" sz="1800" kern="1200">
                          <a:solidFill>
                            <a:schemeClr val="tx1"/>
                          </a:solidFill>
                          <a:latin typeface="Calibri" panose="020F0502020204030204"/>
                        </a:defRPr>
                      </a:lvl4pPr>
                      <a:lvl5pPr marL="1828800" algn="l" defTabSz="914400" rtl="0" eaLnBrk="1" latinLnBrk="0" hangingPunct="1">
                        <a:defRPr kumimoji="1" sz="1800" kern="1200">
                          <a:solidFill>
                            <a:schemeClr val="tx1"/>
                          </a:solidFill>
                          <a:latin typeface="Calibri" panose="020F0502020204030204"/>
                        </a:defRPr>
                      </a:lvl5pPr>
                      <a:lvl6pPr marL="2286000" algn="l" defTabSz="914400" rtl="0" eaLnBrk="1" latinLnBrk="0" hangingPunct="1">
                        <a:defRPr kumimoji="1" sz="1800" kern="1200">
                          <a:solidFill>
                            <a:schemeClr val="tx1"/>
                          </a:solidFill>
                          <a:latin typeface="Calibri" panose="020F0502020204030204"/>
                        </a:defRPr>
                      </a:lvl6pPr>
                      <a:lvl7pPr marL="2743200" algn="l" defTabSz="914400" rtl="0" eaLnBrk="1" latinLnBrk="0" hangingPunct="1">
                        <a:defRPr kumimoji="1" sz="1800" kern="1200">
                          <a:solidFill>
                            <a:schemeClr val="tx1"/>
                          </a:solidFill>
                          <a:latin typeface="Calibri" panose="020F0502020204030204"/>
                        </a:defRPr>
                      </a:lvl7pPr>
                      <a:lvl8pPr marL="3200400" algn="l" defTabSz="914400" rtl="0" eaLnBrk="1" latinLnBrk="0" hangingPunct="1">
                        <a:defRPr kumimoji="1" sz="1800" kern="1200">
                          <a:solidFill>
                            <a:schemeClr val="tx1"/>
                          </a:solidFill>
                          <a:latin typeface="Calibri" panose="020F0502020204030204"/>
                        </a:defRPr>
                      </a:lvl8pPr>
                      <a:lvl9pPr marL="3657600" algn="l" defTabSz="914400" rtl="0" eaLnBrk="1" latinLnBrk="0" hangingPunct="1">
                        <a:defRPr kumimoji="1" sz="1800" kern="1200">
                          <a:solidFill>
                            <a:schemeClr val="tx1"/>
                          </a:solidFill>
                          <a:latin typeface="Calibri" panose="020F0502020204030204"/>
                        </a:defRPr>
                      </a:lvl9pPr>
                    </a:lstStyle>
                    <a:p>
                      <a:r>
                        <a:rPr kumimoji="1" lang="ja-JP" altLang="en-US" sz="1400">
                          <a:latin typeface="游ゴシック" panose="020B0400000000000000" pitchFamily="50" charset="-128"/>
                          <a:ea typeface="游ゴシック" panose="020B0400000000000000" pitchFamily="50" charset="-128"/>
                        </a:rPr>
                        <a:t>拠点</a:t>
                      </a:r>
                    </a:p>
                  </a:txBody>
                  <a:tcPr anchor="ctr">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A5A5A5">
                        <a:lumMod val="20000"/>
                        <a:lumOff val="80000"/>
                      </a:srgbClr>
                    </a:solidFill>
                  </a:tcPr>
                </a:tc>
                <a:tc>
                  <a:txBody>
                    <a:bodyPr/>
                    <a:lstStyle>
                      <a:lvl1pPr marL="0" algn="l" defTabSz="914400" rtl="0" eaLnBrk="1" latinLnBrk="0" hangingPunct="1">
                        <a:defRPr kumimoji="1" sz="1800" kern="1200">
                          <a:solidFill>
                            <a:schemeClr val="tx1"/>
                          </a:solidFill>
                          <a:latin typeface="Calibri" panose="020F0502020204030204"/>
                        </a:defRPr>
                      </a:lvl1pPr>
                      <a:lvl2pPr marL="457200" algn="l" defTabSz="914400" rtl="0" eaLnBrk="1" latinLnBrk="0" hangingPunct="1">
                        <a:defRPr kumimoji="1" sz="1800" kern="1200">
                          <a:solidFill>
                            <a:schemeClr val="tx1"/>
                          </a:solidFill>
                          <a:latin typeface="Calibri" panose="020F0502020204030204"/>
                        </a:defRPr>
                      </a:lvl2pPr>
                      <a:lvl3pPr marL="914400" algn="l" defTabSz="914400" rtl="0" eaLnBrk="1" latinLnBrk="0" hangingPunct="1">
                        <a:defRPr kumimoji="1" sz="1800" kern="1200">
                          <a:solidFill>
                            <a:schemeClr val="tx1"/>
                          </a:solidFill>
                          <a:latin typeface="Calibri" panose="020F0502020204030204"/>
                        </a:defRPr>
                      </a:lvl3pPr>
                      <a:lvl4pPr marL="1371600" algn="l" defTabSz="914400" rtl="0" eaLnBrk="1" latinLnBrk="0" hangingPunct="1">
                        <a:defRPr kumimoji="1" sz="1800" kern="1200">
                          <a:solidFill>
                            <a:schemeClr val="tx1"/>
                          </a:solidFill>
                          <a:latin typeface="Calibri" panose="020F0502020204030204"/>
                        </a:defRPr>
                      </a:lvl4pPr>
                      <a:lvl5pPr marL="1828800" algn="l" defTabSz="914400" rtl="0" eaLnBrk="1" latinLnBrk="0" hangingPunct="1">
                        <a:defRPr kumimoji="1" sz="1800" kern="1200">
                          <a:solidFill>
                            <a:schemeClr val="tx1"/>
                          </a:solidFill>
                          <a:latin typeface="Calibri" panose="020F0502020204030204"/>
                        </a:defRPr>
                      </a:lvl5pPr>
                      <a:lvl6pPr marL="2286000" algn="l" defTabSz="914400" rtl="0" eaLnBrk="1" latinLnBrk="0" hangingPunct="1">
                        <a:defRPr kumimoji="1" sz="1800" kern="1200">
                          <a:solidFill>
                            <a:schemeClr val="tx1"/>
                          </a:solidFill>
                          <a:latin typeface="Calibri" panose="020F0502020204030204"/>
                        </a:defRPr>
                      </a:lvl6pPr>
                      <a:lvl7pPr marL="2743200" algn="l" defTabSz="914400" rtl="0" eaLnBrk="1" latinLnBrk="0" hangingPunct="1">
                        <a:defRPr kumimoji="1" sz="1800" kern="1200">
                          <a:solidFill>
                            <a:schemeClr val="tx1"/>
                          </a:solidFill>
                          <a:latin typeface="Calibri" panose="020F0502020204030204"/>
                        </a:defRPr>
                      </a:lvl7pPr>
                      <a:lvl8pPr marL="3200400" algn="l" defTabSz="914400" rtl="0" eaLnBrk="1" latinLnBrk="0" hangingPunct="1">
                        <a:defRPr kumimoji="1" sz="1800" kern="1200">
                          <a:solidFill>
                            <a:schemeClr val="tx1"/>
                          </a:solidFill>
                          <a:latin typeface="Calibri" panose="020F0502020204030204"/>
                        </a:defRPr>
                      </a:lvl8pPr>
                      <a:lvl9pPr marL="3657600" algn="l" defTabSz="914400" rtl="0" eaLnBrk="1" latinLnBrk="0" hangingPunct="1">
                        <a:defRPr kumimoji="1" sz="1800" kern="1200">
                          <a:solidFill>
                            <a:schemeClr val="tx1"/>
                          </a:solidFill>
                          <a:latin typeface="Calibri" panose="020F0502020204030204"/>
                        </a:defRPr>
                      </a:lvl9pPr>
                    </a:lstStyle>
                    <a:p>
                      <a:r>
                        <a:rPr kumimoji="1" lang="ja-JP" altLang="en-US" sz="1400">
                          <a:latin typeface="游ゴシック" panose="020B0400000000000000" pitchFamily="50" charset="-128"/>
                          <a:ea typeface="游ゴシック" panose="020B0400000000000000" pitchFamily="50" charset="-128"/>
                        </a:rPr>
                        <a:t>千葉オフィス</a:t>
                      </a:r>
                    </a:p>
                  </a:txBody>
                  <a:tcPr anchor="ctr">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Calibri" panose="020F0502020204030204"/>
                        </a:defRPr>
                      </a:lvl1pPr>
                      <a:lvl2pPr marL="457200" algn="l" defTabSz="914400" rtl="0" eaLnBrk="1" latinLnBrk="0" hangingPunct="1">
                        <a:defRPr kumimoji="1" sz="1800" kern="1200">
                          <a:solidFill>
                            <a:schemeClr val="tx1"/>
                          </a:solidFill>
                          <a:latin typeface="Calibri" panose="020F0502020204030204"/>
                        </a:defRPr>
                      </a:lvl2pPr>
                      <a:lvl3pPr marL="914400" algn="l" defTabSz="914400" rtl="0" eaLnBrk="1" latinLnBrk="0" hangingPunct="1">
                        <a:defRPr kumimoji="1" sz="1800" kern="1200">
                          <a:solidFill>
                            <a:schemeClr val="tx1"/>
                          </a:solidFill>
                          <a:latin typeface="Calibri" panose="020F0502020204030204"/>
                        </a:defRPr>
                      </a:lvl3pPr>
                      <a:lvl4pPr marL="1371600" algn="l" defTabSz="914400" rtl="0" eaLnBrk="1" latinLnBrk="0" hangingPunct="1">
                        <a:defRPr kumimoji="1" sz="1800" kern="1200">
                          <a:solidFill>
                            <a:schemeClr val="tx1"/>
                          </a:solidFill>
                          <a:latin typeface="Calibri" panose="020F0502020204030204"/>
                        </a:defRPr>
                      </a:lvl4pPr>
                      <a:lvl5pPr marL="1828800" algn="l" defTabSz="914400" rtl="0" eaLnBrk="1" latinLnBrk="0" hangingPunct="1">
                        <a:defRPr kumimoji="1" sz="1800" kern="1200">
                          <a:solidFill>
                            <a:schemeClr val="tx1"/>
                          </a:solidFill>
                          <a:latin typeface="Calibri" panose="020F0502020204030204"/>
                        </a:defRPr>
                      </a:lvl5pPr>
                      <a:lvl6pPr marL="2286000" algn="l" defTabSz="914400" rtl="0" eaLnBrk="1" latinLnBrk="0" hangingPunct="1">
                        <a:defRPr kumimoji="1" sz="1800" kern="1200">
                          <a:solidFill>
                            <a:schemeClr val="tx1"/>
                          </a:solidFill>
                          <a:latin typeface="Calibri" panose="020F0502020204030204"/>
                        </a:defRPr>
                      </a:lvl6pPr>
                      <a:lvl7pPr marL="2743200" algn="l" defTabSz="914400" rtl="0" eaLnBrk="1" latinLnBrk="0" hangingPunct="1">
                        <a:defRPr kumimoji="1" sz="1800" kern="1200">
                          <a:solidFill>
                            <a:schemeClr val="tx1"/>
                          </a:solidFill>
                          <a:latin typeface="Calibri" panose="020F0502020204030204"/>
                        </a:defRPr>
                      </a:lvl7pPr>
                      <a:lvl8pPr marL="3200400" algn="l" defTabSz="914400" rtl="0" eaLnBrk="1" latinLnBrk="0" hangingPunct="1">
                        <a:defRPr kumimoji="1" sz="1800" kern="1200">
                          <a:solidFill>
                            <a:schemeClr val="tx1"/>
                          </a:solidFill>
                          <a:latin typeface="Calibri" panose="020F0502020204030204"/>
                        </a:defRPr>
                      </a:lvl8pPr>
                      <a:lvl9pPr marL="3657600" algn="l" defTabSz="914400" rtl="0" eaLnBrk="1" latinLnBrk="0" hangingPunct="1">
                        <a:defRPr kumimoji="1" sz="1800" kern="1200">
                          <a:solidFill>
                            <a:schemeClr val="tx1"/>
                          </a:solidFill>
                          <a:latin typeface="Calibri" panose="020F0502020204030204"/>
                        </a:defRPr>
                      </a:lvl9pPr>
                    </a:lstStyle>
                    <a:p>
                      <a:r>
                        <a:rPr kumimoji="1" lang="ja-JP" altLang="en-US" sz="1400">
                          <a:latin typeface="游ゴシック" panose="020B0400000000000000" pitchFamily="50" charset="-128"/>
                          <a:ea typeface="游ゴシック" panose="020B0400000000000000" pitchFamily="50" charset="-128"/>
                        </a:rPr>
                        <a:t>電話番号</a:t>
                      </a:r>
                    </a:p>
                  </a:txBody>
                  <a:tcPr anchor="ctr">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A5A5A5">
                        <a:lumMod val="20000"/>
                        <a:lumOff val="80000"/>
                      </a:srgbClr>
                    </a:solidFill>
                  </a:tcPr>
                </a:tc>
                <a:tc>
                  <a:txBody>
                    <a:bodyPr/>
                    <a:lstStyle>
                      <a:lvl1pPr marL="0" algn="l" defTabSz="914400" rtl="0" eaLnBrk="1" latinLnBrk="0" hangingPunct="1">
                        <a:defRPr kumimoji="1" sz="1800" kern="1200">
                          <a:solidFill>
                            <a:schemeClr val="tx1"/>
                          </a:solidFill>
                          <a:latin typeface="Calibri" panose="020F0502020204030204"/>
                        </a:defRPr>
                      </a:lvl1pPr>
                      <a:lvl2pPr marL="457200" algn="l" defTabSz="914400" rtl="0" eaLnBrk="1" latinLnBrk="0" hangingPunct="1">
                        <a:defRPr kumimoji="1" sz="1800" kern="1200">
                          <a:solidFill>
                            <a:schemeClr val="tx1"/>
                          </a:solidFill>
                          <a:latin typeface="Calibri" panose="020F0502020204030204"/>
                        </a:defRPr>
                      </a:lvl2pPr>
                      <a:lvl3pPr marL="914400" algn="l" defTabSz="914400" rtl="0" eaLnBrk="1" latinLnBrk="0" hangingPunct="1">
                        <a:defRPr kumimoji="1" sz="1800" kern="1200">
                          <a:solidFill>
                            <a:schemeClr val="tx1"/>
                          </a:solidFill>
                          <a:latin typeface="Calibri" panose="020F0502020204030204"/>
                        </a:defRPr>
                      </a:lvl3pPr>
                      <a:lvl4pPr marL="1371600" algn="l" defTabSz="914400" rtl="0" eaLnBrk="1" latinLnBrk="0" hangingPunct="1">
                        <a:defRPr kumimoji="1" sz="1800" kern="1200">
                          <a:solidFill>
                            <a:schemeClr val="tx1"/>
                          </a:solidFill>
                          <a:latin typeface="Calibri" panose="020F0502020204030204"/>
                        </a:defRPr>
                      </a:lvl4pPr>
                      <a:lvl5pPr marL="1828800" algn="l" defTabSz="914400" rtl="0" eaLnBrk="1" latinLnBrk="0" hangingPunct="1">
                        <a:defRPr kumimoji="1" sz="1800" kern="1200">
                          <a:solidFill>
                            <a:schemeClr val="tx1"/>
                          </a:solidFill>
                          <a:latin typeface="Calibri" panose="020F0502020204030204"/>
                        </a:defRPr>
                      </a:lvl5pPr>
                      <a:lvl6pPr marL="2286000" algn="l" defTabSz="914400" rtl="0" eaLnBrk="1" latinLnBrk="0" hangingPunct="1">
                        <a:defRPr kumimoji="1" sz="1800" kern="1200">
                          <a:solidFill>
                            <a:schemeClr val="tx1"/>
                          </a:solidFill>
                          <a:latin typeface="Calibri" panose="020F0502020204030204"/>
                        </a:defRPr>
                      </a:lvl6pPr>
                      <a:lvl7pPr marL="2743200" algn="l" defTabSz="914400" rtl="0" eaLnBrk="1" latinLnBrk="0" hangingPunct="1">
                        <a:defRPr kumimoji="1" sz="1800" kern="1200">
                          <a:solidFill>
                            <a:schemeClr val="tx1"/>
                          </a:solidFill>
                          <a:latin typeface="Calibri" panose="020F0502020204030204"/>
                        </a:defRPr>
                      </a:lvl7pPr>
                      <a:lvl8pPr marL="3200400" algn="l" defTabSz="914400" rtl="0" eaLnBrk="1" latinLnBrk="0" hangingPunct="1">
                        <a:defRPr kumimoji="1" sz="1800" kern="1200">
                          <a:solidFill>
                            <a:schemeClr val="tx1"/>
                          </a:solidFill>
                          <a:latin typeface="Calibri" panose="020F0502020204030204"/>
                        </a:defRPr>
                      </a:lvl8pPr>
                      <a:lvl9pPr marL="3657600" algn="l" defTabSz="914400" rtl="0" eaLnBrk="1" latinLnBrk="0" hangingPunct="1">
                        <a:defRPr kumimoji="1" sz="1800" kern="1200">
                          <a:solidFill>
                            <a:schemeClr val="tx1"/>
                          </a:solidFill>
                          <a:latin typeface="Calibri" panose="020F0502020204030204"/>
                        </a:defRPr>
                      </a:lvl9pPr>
                    </a:lstStyle>
                    <a:p>
                      <a:r>
                        <a:rPr kumimoji="1" lang="en-US" altLang="ja-JP" sz="1400">
                          <a:latin typeface="游ゴシック" panose="020B0400000000000000" pitchFamily="50" charset="-128"/>
                          <a:ea typeface="游ゴシック" panose="020B0400000000000000" pitchFamily="50" charset="-128"/>
                        </a:rPr>
                        <a:t>043-287-7030</a:t>
                      </a:r>
                      <a:endParaRPr kumimoji="1" lang="ja-JP" altLang="en-US" sz="1400">
                        <a:latin typeface="游ゴシック" panose="020B0400000000000000" pitchFamily="50" charset="-128"/>
                        <a:ea typeface="游ゴシック" panose="020B0400000000000000" pitchFamily="50" charset="-128"/>
                      </a:endParaRPr>
                    </a:p>
                  </a:txBody>
                  <a:tcPr anchor="ctr">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81805884"/>
                  </a:ext>
                </a:extLst>
              </a:tr>
              <a:tr h="0">
                <a:tc>
                  <a:txBody>
                    <a:bodyPr/>
                    <a:lstStyle>
                      <a:lvl1pPr marL="0" algn="l" defTabSz="914400" rtl="0" eaLnBrk="1" latinLnBrk="0" hangingPunct="1">
                        <a:defRPr kumimoji="1" sz="1800" kern="1200">
                          <a:solidFill>
                            <a:schemeClr val="tx1"/>
                          </a:solidFill>
                          <a:latin typeface="Calibri" panose="020F0502020204030204"/>
                        </a:defRPr>
                      </a:lvl1pPr>
                      <a:lvl2pPr marL="457200" algn="l" defTabSz="914400" rtl="0" eaLnBrk="1" latinLnBrk="0" hangingPunct="1">
                        <a:defRPr kumimoji="1" sz="1800" kern="1200">
                          <a:solidFill>
                            <a:schemeClr val="tx1"/>
                          </a:solidFill>
                          <a:latin typeface="Calibri" panose="020F0502020204030204"/>
                        </a:defRPr>
                      </a:lvl2pPr>
                      <a:lvl3pPr marL="914400" algn="l" defTabSz="914400" rtl="0" eaLnBrk="1" latinLnBrk="0" hangingPunct="1">
                        <a:defRPr kumimoji="1" sz="1800" kern="1200">
                          <a:solidFill>
                            <a:schemeClr val="tx1"/>
                          </a:solidFill>
                          <a:latin typeface="Calibri" panose="020F0502020204030204"/>
                        </a:defRPr>
                      </a:lvl3pPr>
                      <a:lvl4pPr marL="1371600" algn="l" defTabSz="914400" rtl="0" eaLnBrk="1" latinLnBrk="0" hangingPunct="1">
                        <a:defRPr kumimoji="1" sz="1800" kern="1200">
                          <a:solidFill>
                            <a:schemeClr val="tx1"/>
                          </a:solidFill>
                          <a:latin typeface="Calibri" panose="020F0502020204030204"/>
                        </a:defRPr>
                      </a:lvl4pPr>
                      <a:lvl5pPr marL="1828800" algn="l" defTabSz="914400" rtl="0" eaLnBrk="1" latinLnBrk="0" hangingPunct="1">
                        <a:defRPr kumimoji="1" sz="1800" kern="1200">
                          <a:solidFill>
                            <a:schemeClr val="tx1"/>
                          </a:solidFill>
                          <a:latin typeface="Calibri" panose="020F0502020204030204"/>
                        </a:defRPr>
                      </a:lvl5pPr>
                      <a:lvl6pPr marL="2286000" algn="l" defTabSz="914400" rtl="0" eaLnBrk="1" latinLnBrk="0" hangingPunct="1">
                        <a:defRPr kumimoji="1" sz="1800" kern="1200">
                          <a:solidFill>
                            <a:schemeClr val="tx1"/>
                          </a:solidFill>
                          <a:latin typeface="Calibri" panose="020F0502020204030204"/>
                        </a:defRPr>
                      </a:lvl6pPr>
                      <a:lvl7pPr marL="2743200" algn="l" defTabSz="914400" rtl="0" eaLnBrk="1" latinLnBrk="0" hangingPunct="1">
                        <a:defRPr kumimoji="1" sz="1800" kern="1200">
                          <a:solidFill>
                            <a:schemeClr val="tx1"/>
                          </a:solidFill>
                          <a:latin typeface="Calibri" panose="020F0502020204030204"/>
                        </a:defRPr>
                      </a:lvl7pPr>
                      <a:lvl8pPr marL="3200400" algn="l" defTabSz="914400" rtl="0" eaLnBrk="1" latinLnBrk="0" hangingPunct="1">
                        <a:defRPr kumimoji="1" sz="1800" kern="1200">
                          <a:solidFill>
                            <a:schemeClr val="tx1"/>
                          </a:solidFill>
                          <a:latin typeface="Calibri" panose="020F0502020204030204"/>
                        </a:defRPr>
                      </a:lvl8pPr>
                      <a:lvl9pPr marL="3657600" algn="l" defTabSz="914400" rtl="0" eaLnBrk="1" latinLnBrk="0" hangingPunct="1">
                        <a:defRPr kumimoji="1" sz="1800" kern="1200">
                          <a:solidFill>
                            <a:schemeClr val="tx1"/>
                          </a:solidFill>
                          <a:latin typeface="Calibri" panose="020F0502020204030204"/>
                        </a:defRPr>
                      </a:lvl9pPr>
                    </a:lstStyle>
                    <a:p>
                      <a:r>
                        <a:rPr kumimoji="1" lang="ja-JP" altLang="en-US" sz="1400">
                          <a:latin typeface="游ゴシック" panose="020B0400000000000000" pitchFamily="50" charset="-128"/>
                          <a:ea typeface="游ゴシック" panose="020B0400000000000000" pitchFamily="50" charset="-128"/>
                        </a:rPr>
                        <a:t>住所</a:t>
                      </a:r>
                    </a:p>
                  </a:txBody>
                  <a:tcPr anchor="ctr">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A5A5A5">
                        <a:lumMod val="20000"/>
                        <a:lumOff val="80000"/>
                      </a:srgbClr>
                    </a:solidFill>
                  </a:tcPr>
                </a:tc>
                <a:tc gridSpan="3">
                  <a:txBody>
                    <a:bodyPr/>
                    <a:lstStyle>
                      <a:lvl1pPr marL="0" algn="l" defTabSz="914400" rtl="0" eaLnBrk="1" latinLnBrk="0" hangingPunct="1">
                        <a:defRPr kumimoji="1" sz="1800" kern="1200">
                          <a:solidFill>
                            <a:schemeClr val="tx1"/>
                          </a:solidFill>
                          <a:latin typeface="Calibri" panose="020F0502020204030204"/>
                        </a:defRPr>
                      </a:lvl1pPr>
                      <a:lvl2pPr marL="457200" algn="l" defTabSz="914400" rtl="0" eaLnBrk="1" latinLnBrk="0" hangingPunct="1">
                        <a:defRPr kumimoji="1" sz="1800" kern="1200">
                          <a:solidFill>
                            <a:schemeClr val="tx1"/>
                          </a:solidFill>
                          <a:latin typeface="Calibri" panose="020F0502020204030204"/>
                        </a:defRPr>
                      </a:lvl2pPr>
                      <a:lvl3pPr marL="914400" algn="l" defTabSz="914400" rtl="0" eaLnBrk="1" latinLnBrk="0" hangingPunct="1">
                        <a:defRPr kumimoji="1" sz="1800" kern="1200">
                          <a:solidFill>
                            <a:schemeClr val="tx1"/>
                          </a:solidFill>
                          <a:latin typeface="Calibri" panose="020F0502020204030204"/>
                        </a:defRPr>
                      </a:lvl3pPr>
                      <a:lvl4pPr marL="1371600" algn="l" defTabSz="914400" rtl="0" eaLnBrk="1" latinLnBrk="0" hangingPunct="1">
                        <a:defRPr kumimoji="1" sz="1800" kern="1200">
                          <a:solidFill>
                            <a:schemeClr val="tx1"/>
                          </a:solidFill>
                          <a:latin typeface="Calibri" panose="020F0502020204030204"/>
                        </a:defRPr>
                      </a:lvl4pPr>
                      <a:lvl5pPr marL="1828800" algn="l" defTabSz="914400" rtl="0" eaLnBrk="1" latinLnBrk="0" hangingPunct="1">
                        <a:defRPr kumimoji="1" sz="1800" kern="1200">
                          <a:solidFill>
                            <a:schemeClr val="tx1"/>
                          </a:solidFill>
                          <a:latin typeface="Calibri" panose="020F0502020204030204"/>
                        </a:defRPr>
                      </a:lvl5pPr>
                      <a:lvl6pPr marL="2286000" algn="l" defTabSz="914400" rtl="0" eaLnBrk="1" latinLnBrk="0" hangingPunct="1">
                        <a:defRPr kumimoji="1" sz="1800" kern="1200">
                          <a:solidFill>
                            <a:schemeClr val="tx1"/>
                          </a:solidFill>
                          <a:latin typeface="Calibri" panose="020F0502020204030204"/>
                        </a:defRPr>
                      </a:lvl6pPr>
                      <a:lvl7pPr marL="2743200" algn="l" defTabSz="914400" rtl="0" eaLnBrk="1" latinLnBrk="0" hangingPunct="1">
                        <a:defRPr kumimoji="1" sz="1800" kern="1200">
                          <a:solidFill>
                            <a:schemeClr val="tx1"/>
                          </a:solidFill>
                          <a:latin typeface="Calibri" panose="020F0502020204030204"/>
                        </a:defRPr>
                      </a:lvl7pPr>
                      <a:lvl8pPr marL="3200400" algn="l" defTabSz="914400" rtl="0" eaLnBrk="1" latinLnBrk="0" hangingPunct="1">
                        <a:defRPr kumimoji="1" sz="1800" kern="1200">
                          <a:solidFill>
                            <a:schemeClr val="tx1"/>
                          </a:solidFill>
                          <a:latin typeface="Calibri" panose="020F0502020204030204"/>
                        </a:defRPr>
                      </a:lvl8pPr>
                      <a:lvl9pPr marL="3657600" algn="l" defTabSz="914400" rtl="0" eaLnBrk="1" latinLnBrk="0" hangingPunct="1">
                        <a:defRPr kumimoji="1" sz="1800" kern="1200">
                          <a:solidFill>
                            <a:schemeClr val="tx1"/>
                          </a:solidFill>
                          <a:latin typeface="Calibri" panose="020F0502020204030204"/>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u="none" strike="noStrike" kern="1200">
                          <a:solidFill>
                            <a:schemeClr val="tx1"/>
                          </a:solidFill>
                          <a:effectLst/>
                          <a:latin typeface="游ゴシック" panose="020B0400000000000000" pitchFamily="50" charset="-128"/>
                          <a:ea typeface="游ゴシック" panose="020B0400000000000000" pitchFamily="50" charset="-128"/>
                          <a:cs typeface="+mn-cs"/>
                        </a:rPr>
                        <a:t>〒</a:t>
                      </a:r>
                      <a:r>
                        <a:rPr kumimoji="1" lang="en-US" altLang="ja-JP" sz="1400" u="none" strike="noStrike" kern="1200">
                          <a:solidFill>
                            <a:schemeClr val="tx1"/>
                          </a:solidFill>
                          <a:effectLst/>
                          <a:latin typeface="游ゴシック" panose="020B0400000000000000" pitchFamily="50" charset="-128"/>
                          <a:ea typeface="游ゴシック" panose="020B0400000000000000" pitchFamily="50" charset="-128"/>
                          <a:cs typeface="+mn-cs"/>
                        </a:rPr>
                        <a:t>260-0045</a:t>
                      </a:r>
                      <a:r>
                        <a:rPr kumimoji="1" lang="ja-JP" altLang="en-US" sz="1400" u="none" strike="noStrike" kern="1200">
                          <a:solidFill>
                            <a:schemeClr val="tx1"/>
                          </a:solidFill>
                          <a:effectLst/>
                          <a:latin typeface="游ゴシック" panose="020B0400000000000000" pitchFamily="50" charset="-128"/>
                          <a:ea typeface="游ゴシック" panose="020B0400000000000000" pitchFamily="50" charset="-128"/>
                          <a:cs typeface="+mn-cs"/>
                        </a:rPr>
                        <a:t>　千葉県千葉市中央区弁天</a:t>
                      </a:r>
                      <a:r>
                        <a:rPr kumimoji="1" lang="en-US" altLang="ja-JP" sz="1400" u="none" strike="noStrike" kern="1200">
                          <a:solidFill>
                            <a:schemeClr val="tx1"/>
                          </a:solidFill>
                          <a:effectLst/>
                          <a:latin typeface="游ゴシック" panose="020B0400000000000000" pitchFamily="50" charset="-128"/>
                          <a:ea typeface="游ゴシック" panose="020B0400000000000000" pitchFamily="50" charset="-128"/>
                          <a:cs typeface="+mn-cs"/>
                        </a:rPr>
                        <a:t>1-5-1</a:t>
                      </a:r>
                      <a:r>
                        <a:rPr kumimoji="1" lang="ja-JP" altLang="en-US" sz="1400" u="none" strike="noStrike" kern="1200">
                          <a:solidFill>
                            <a:schemeClr val="tx1"/>
                          </a:solidFill>
                          <a:effectLst/>
                          <a:latin typeface="游ゴシック" panose="020B0400000000000000" pitchFamily="50" charset="-128"/>
                          <a:ea typeface="游ゴシック" panose="020B0400000000000000" pitchFamily="50" charset="-128"/>
                          <a:cs typeface="+mn-cs"/>
                        </a:rPr>
                        <a:t>　オーパスビルディング</a:t>
                      </a:r>
                      <a:r>
                        <a:rPr kumimoji="1" lang="en-US" altLang="ja-JP" sz="1400" u="none" strike="noStrike" kern="1200">
                          <a:solidFill>
                            <a:schemeClr val="tx1"/>
                          </a:solidFill>
                          <a:effectLst/>
                          <a:latin typeface="游ゴシック" panose="020B0400000000000000" pitchFamily="50" charset="-128"/>
                          <a:ea typeface="游ゴシック" panose="020B0400000000000000" pitchFamily="50" charset="-128"/>
                          <a:cs typeface="+mn-cs"/>
                        </a:rPr>
                        <a:t>9</a:t>
                      </a:r>
                      <a:r>
                        <a:rPr kumimoji="1" lang="ja-JP" altLang="en-US" sz="1400" u="none" strike="noStrike" kern="1200">
                          <a:solidFill>
                            <a:schemeClr val="tx1"/>
                          </a:solidFill>
                          <a:effectLst/>
                          <a:latin typeface="游ゴシック" panose="020B0400000000000000" pitchFamily="50" charset="-128"/>
                          <a:ea typeface="游ゴシック" panose="020B0400000000000000" pitchFamily="50" charset="-128"/>
                          <a:cs typeface="+mn-cs"/>
                        </a:rPr>
                        <a:t>階</a:t>
                      </a:r>
                      <a:endParaRPr kumimoji="1" lang="ja-JP" altLang="en-US" sz="1400">
                        <a:latin typeface="游ゴシック" panose="020B0400000000000000" pitchFamily="50" charset="-128"/>
                        <a:ea typeface="游ゴシック" panose="020B0400000000000000" pitchFamily="50" charset="-128"/>
                      </a:endParaRPr>
                    </a:p>
                  </a:txBody>
                  <a:tcPr anchor="ctr">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4280755089"/>
                  </a:ext>
                </a:extLst>
              </a:tr>
            </a:tbl>
          </a:graphicData>
        </a:graphic>
      </p:graphicFrame>
      <p:sp>
        <p:nvSpPr>
          <p:cNvPr id="10" name="正方形/長方形 9">
            <a:extLst>
              <a:ext uri="{FF2B5EF4-FFF2-40B4-BE49-F238E27FC236}">
                <a16:creationId xmlns:a16="http://schemas.microsoft.com/office/drawing/2014/main" id="{BF271DEC-48EE-2A1E-1FCE-B01930B0E08D}"/>
              </a:ext>
            </a:extLst>
          </p:cNvPr>
          <p:cNvSpPr/>
          <p:nvPr/>
        </p:nvSpPr>
        <p:spPr>
          <a:xfrm>
            <a:off x="750490" y="4554661"/>
            <a:ext cx="8856000" cy="360000"/>
          </a:xfrm>
          <a:prstGeom prst="rect">
            <a:avLst/>
          </a:prstGeom>
          <a:noFill/>
          <a:ln w="19050" cap="flat" cmpd="sng" algn="ctr">
            <a:no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1" lang="ja-JP" altLang="en-US" sz="1600" b="1" i="0" u="none" strike="noStrike" kern="0" cap="none" spc="0" normalizeH="0" baseline="0" noProof="0">
                <a:ln>
                  <a:noFill/>
                </a:ln>
                <a:solidFill>
                  <a:srgbClr val="5B9BD5">
                    <a:lumMod val="50000"/>
                  </a:srgbClr>
                </a:solidFill>
                <a:effectLst/>
                <a:uLnTx/>
                <a:uFillTx/>
                <a:latin typeface="游ゴシック" panose="020B0400000000000000" pitchFamily="50" charset="-128"/>
                <a:ea typeface="游ゴシック" panose="020B0400000000000000" pitchFamily="50" charset="-128"/>
              </a:rPr>
              <a:t>契約窓口</a:t>
            </a:r>
          </a:p>
        </p:txBody>
      </p:sp>
      <p:graphicFrame>
        <p:nvGraphicFramePr>
          <p:cNvPr id="11" name="コンテンツ プレースホルダー 5">
            <a:extLst>
              <a:ext uri="{FF2B5EF4-FFF2-40B4-BE49-F238E27FC236}">
                <a16:creationId xmlns:a16="http://schemas.microsoft.com/office/drawing/2014/main" id="{A7D35B48-0BB2-7807-AA8D-97696F8B9B90}"/>
              </a:ext>
            </a:extLst>
          </p:cNvPr>
          <p:cNvGraphicFramePr>
            <a:graphicFrameLocks/>
          </p:cNvGraphicFramePr>
          <p:nvPr>
            <p:extLst>
              <p:ext uri="{D42A27DB-BD31-4B8C-83A1-F6EECF244321}">
                <p14:modId xmlns:p14="http://schemas.microsoft.com/office/powerpoint/2010/main" val="1477771274"/>
              </p:ext>
            </p:extLst>
          </p:nvPr>
        </p:nvGraphicFramePr>
        <p:xfrm>
          <a:off x="750490" y="4914661"/>
          <a:ext cx="10866710" cy="1219200"/>
        </p:xfrm>
        <a:graphic>
          <a:graphicData uri="http://schemas.openxmlformats.org/drawingml/2006/table">
            <a:tbl>
              <a:tblPr/>
              <a:tblGrid>
                <a:gridCol w="2741386">
                  <a:extLst>
                    <a:ext uri="{9D8B030D-6E8A-4147-A177-3AD203B41FA5}">
                      <a16:colId xmlns:a16="http://schemas.microsoft.com/office/drawing/2014/main" val="3407761811"/>
                    </a:ext>
                  </a:extLst>
                </a:gridCol>
                <a:gridCol w="2715676">
                  <a:extLst>
                    <a:ext uri="{9D8B030D-6E8A-4147-A177-3AD203B41FA5}">
                      <a16:colId xmlns:a16="http://schemas.microsoft.com/office/drawing/2014/main" val="646267526"/>
                    </a:ext>
                  </a:extLst>
                </a:gridCol>
                <a:gridCol w="2741386">
                  <a:extLst>
                    <a:ext uri="{9D8B030D-6E8A-4147-A177-3AD203B41FA5}">
                      <a16:colId xmlns:a16="http://schemas.microsoft.com/office/drawing/2014/main" val="3229855764"/>
                    </a:ext>
                  </a:extLst>
                </a:gridCol>
                <a:gridCol w="2668262">
                  <a:extLst>
                    <a:ext uri="{9D8B030D-6E8A-4147-A177-3AD203B41FA5}">
                      <a16:colId xmlns:a16="http://schemas.microsoft.com/office/drawing/2014/main" val="3026528195"/>
                    </a:ext>
                  </a:extLst>
                </a:gridCol>
              </a:tblGrid>
              <a:tr h="0">
                <a:tc>
                  <a:txBody>
                    <a:bodyPr/>
                    <a:lstStyle>
                      <a:lvl1pPr marL="0" algn="l" defTabSz="914400" rtl="0" eaLnBrk="1" latinLnBrk="0" hangingPunct="1">
                        <a:defRPr kumimoji="1" sz="1800" kern="1200">
                          <a:solidFill>
                            <a:schemeClr val="tx1"/>
                          </a:solidFill>
                          <a:latin typeface="Calibri" panose="020F0502020204030204"/>
                        </a:defRPr>
                      </a:lvl1pPr>
                      <a:lvl2pPr marL="457200" algn="l" defTabSz="914400" rtl="0" eaLnBrk="1" latinLnBrk="0" hangingPunct="1">
                        <a:defRPr kumimoji="1" sz="1800" kern="1200">
                          <a:solidFill>
                            <a:schemeClr val="tx1"/>
                          </a:solidFill>
                          <a:latin typeface="Calibri" panose="020F0502020204030204"/>
                        </a:defRPr>
                      </a:lvl2pPr>
                      <a:lvl3pPr marL="914400" algn="l" defTabSz="914400" rtl="0" eaLnBrk="1" latinLnBrk="0" hangingPunct="1">
                        <a:defRPr kumimoji="1" sz="1800" kern="1200">
                          <a:solidFill>
                            <a:schemeClr val="tx1"/>
                          </a:solidFill>
                          <a:latin typeface="Calibri" panose="020F0502020204030204"/>
                        </a:defRPr>
                      </a:lvl3pPr>
                      <a:lvl4pPr marL="1371600" algn="l" defTabSz="914400" rtl="0" eaLnBrk="1" latinLnBrk="0" hangingPunct="1">
                        <a:defRPr kumimoji="1" sz="1800" kern="1200">
                          <a:solidFill>
                            <a:schemeClr val="tx1"/>
                          </a:solidFill>
                          <a:latin typeface="Calibri" panose="020F0502020204030204"/>
                        </a:defRPr>
                      </a:lvl4pPr>
                      <a:lvl5pPr marL="1828800" algn="l" defTabSz="914400" rtl="0" eaLnBrk="1" latinLnBrk="0" hangingPunct="1">
                        <a:defRPr kumimoji="1" sz="1800" kern="1200">
                          <a:solidFill>
                            <a:schemeClr val="tx1"/>
                          </a:solidFill>
                          <a:latin typeface="Calibri" panose="020F0502020204030204"/>
                        </a:defRPr>
                      </a:lvl5pPr>
                      <a:lvl6pPr marL="2286000" algn="l" defTabSz="914400" rtl="0" eaLnBrk="1" latinLnBrk="0" hangingPunct="1">
                        <a:defRPr kumimoji="1" sz="1800" kern="1200">
                          <a:solidFill>
                            <a:schemeClr val="tx1"/>
                          </a:solidFill>
                          <a:latin typeface="Calibri" panose="020F0502020204030204"/>
                        </a:defRPr>
                      </a:lvl6pPr>
                      <a:lvl7pPr marL="2743200" algn="l" defTabSz="914400" rtl="0" eaLnBrk="1" latinLnBrk="0" hangingPunct="1">
                        <a:defRPr kumimoji="1" sz="1800" kern="1200">
                          <a:solidFill>
                            <a:schemeClr val="tx1"/>
                          </a:solidFill>
                          <a:latin typeface="Calibri" panose="020F0502020204030204"/>
                        </a:defRPr>
                      </a:lvl7pPr>
                      <a:lvl8pPr marL="3200400" algn="l" defTabSz="914400" rtl="0" eaLnBrk="1" latinLnBrk="0" hangingPunct="1">
                        <a:defRPr kumimoji="1" sz="1800" kern="1200">
                          <a:solidFill>
                            <a:schemeClr val="tx1"/>
                          </a:solidFill>
                          <a:latin typeface="Calibri" panose="020F0502020204030204"/>
                        </a:defRPr>
                      </a:lvl8pPr>
                      <a:lvl9pPr marL="3657600" algn="l" defTabSz="914400" rtl="0" eaLnBrk="1" latinLnBrk="0" hangingPunct="1">
                        <a:defRPr kumimoji="1" sz="1800" kern="1200">
                          <a:solidFill>
                            <a:schemeClr val="tx1"/>
                          </a:solidFill>
                          <a:latin typeface="Calibri" panose="020F0502020204030204"/>
                        </a:defRPr>
                      </a:lvl9pPr>
                    </a:lstStyle>
                    <a:p>
                      <a:r>
                        <a:rPr kumimoji="1" lang="ja-JP" altLang="en-US" sz="1400">
                          <a:latin typeface="游ゴシック" panose="020B0400000000000000" pitchFamily="50" charset="-128"/>
                          <a:ea typeface="游ゴシック" panose="020B0400000000000000" pitchFamily="50" charset="-128"/>
                        </a:rPr>
                        <a:t>氏名（メールアドレス）</a:t>
                      </a:r>
                    </a:p>
                  </a:txBody>
                  <a:tcPr anchor="ctr">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A5A5A5">
                        <a:lumMod val="20000"/>
                        <a:lumOff val="80000"/>
                      </a:srgbClr>
                    </a:solidFill>
                  </a:tcPr>
                </a:tc>
                <a:tc gridSpan="3">
                  <a:txBody>
                    <a:bodyPr/>
                    <a:lstStyle>
                      <a:lvl1pPr marL="0" algn="l" defTabSz="914400" rtl="0" eaLnBrk="1" latinLnBrk="0" hangingPunct="1">
                        <a:defRPr kumimoji="1" sz="1800" kern="1200">
                          <a:solidFill>
                            <a:schemeClr val="tx1"/>
                          </a:solidFill>
                          <a:latin typeface="Calibri" panose="020F0502020204030204"/>
                        </a:defRPr>
                      </a:lvl1pPr>
                      <a:lvl2pPr marL="457200" algn="l" defTabSz="914400" rtl="0" eaLnBrk="1" latinLnBrk="0" hangingPunct="1">
                        <a:defRPr kumimoji="1" sz="1800" kern="1200">
                          <a:solidFill>
                            <a:schemeClr val="tx1"/>
                          </a:solidFill>
                          <a:latin typeface="Calibri" panose="020F0502020204030204"/>
                        </a:defRPr>
                      </a:lvl2pPr>
                      <a:lvl3pPr marL="914400" algn="l" defTabSz="914400" rtl="0" eaLnBrk="1" latinLnBrk="0" hangingPunct="1">
                        <a:defRPr kumimoji="1" sz="1800" kern="1200">
                          <a:solidFill>
                            <a:schemeClr val="tx1"/>
                          </a:solidFill>
                          <a:latin typeface="Calibri" panose="020F0502020204030204"/>
                        </a:defRPr>
                      </a:lvl3pPr>
                      <a:lvl4pPr marL="1371600" algn="l" defTabSz="914400" rtl="0" eaLnBrk="1" latinLnBrk="0" hangingPunct="1">
                        <a:defRPr kumimoji="1" sz="1800" kern="1200">
                          <a:solidFill>
                            <a:schemeClr val="tx1"/>
                          </a:solidFill>
                          <a:latin typeface="Calibri" panose="020F0502020204030204"/>
                        </a:defRPr>
                      </a:lvl4pPr>
                      <a:lvl5pPr marL="1828800" algn="l" defTabSz="914400" rtl="0" eaLnBrk="1" latinLnBrk="0" hangingPunct="1">
                        <a:defRPr kumimoji="1" sz="1800" kern="1200">
                          <a:solidFill>
                            <a:schemeClr val="tx1"/>
                          </a:solidFill>
                          <a:latin typeface="Calibri" panose="020F0502020204030204"/>
                        </a:defRPr>
                      </a:lvl5pPr>
                      <a:lvl6pPr marL="2286000" algn="l" defTabSz="914400" rtl="0" eaLnBrk="1" latinLnBrk="0" hangingPunct="1">
                        <a:defRPr kumimoji="1" sz="1800" kern="1200">
                          <a:solidFill>
                            <a:schemeClr val="tx1"/>
                          </a:solidFill>
                          <a:latin typeface="Calibri" panose="020F0502020204030204"/>
                        </a:defRPr>
                      </a:lvl6pPr>
                      <a:lvl7pPr marL="2743200" algn="l" defTabSz="914400" rtl="0" eaLnBrk="1" latinLnBrk="0" hangingPunct="1">
                        <a:defRPr kumimoji="1" sz="1800" kern="1200">
                          <a:solidFill>
                            <a:schemeClr val="tx1"/>
                          </a:solidFill>
                          <a:latin typeface="Calibri" panose="020F0502020204030204"/>
                        </a:defRPr>
                      </a:lvl7pPr>
                      <a:lvl8pPr marL="3200400" algn="l" defTabSz="914400" rtl="0" eaLnBrk="1" latinLnBrk="0" hangingPunct="1">
                        <a:defRPr kumimoji="1" sz="1800" kern="1200">
                          <a:solidFill>
                            <a:schemeClr val="tx1"/>
                          </a:solidFill>
                          <a:latin typeface="Calibri" panose="020F0502020204030204"/>
                        </a:defRPr>
                      </a:lvl8pPr>
                      <a:lvl9pPr marL="3657600" algn="l" defTabSz="914400" rtl="0" eaLnBrk="1" latinLnBrk="0" hangingPunct="1">
                        <a:defRPr kumimoji="1" sz="1800" kern="1200">
                          <a:solidFill>
                            <a:schemeClr val="tx1"/>
                          </a:solidFill>
                          <a:latin typeface="Calibri" panose="020F0502020204030204"/>
                        </a:defRPr>
                      </a:lvl9pPr>
                    </a:lstStyle>
                    <a:p>
                      <a:r>
                        <a:rPr kumimoji="1" lang="ja-JP" altLang="en-US" sz="1400" b="0" i="0" u="none" strike="noStrike" kern="1200">
                          <a:solidFill>
                            <a:schemeClr val="tx1"/>
                          </a:solidFill>
                          <a:effectLst/>
                          <a:latin typeface="游ゴシック" panose="020B0400000000000000" pitchFamily="50" charset="-128"/>
                          <a:ea typeface="游ゴシック" panose="020B0400000000000000" pitchFamily="50" charset="-128"/>
                          <a:cs typeface="+mn-cs"/>
                        </a:rPr>
                        <a:t>髙浦 祐朗</a:t>
                      </a:r>
                      <a:r>
                        <a:rPr kumimoji="1" lang="ja-JP" altLang="en-US" sz="1400">
                          <a:latin typeface="游ゴシック" panose="020B0400000000000000" pitchFamily="50" charset="-128"/>
                          <a:ea typeface="游ゴシック" panose="020B0400000000000000" pitchFamily="50" charset="-128"/>
                        </a:rPr>
                        <a:t>　（ </a:t>
                      </a:r>
                      <a:r>
                        <a:rPr kumimoji="1" lang="en-US" altLang="ja-JP" sz="1400" b="0" i="0" u="none" strike="noStrike" kern="1200">
                          <a:solidFill>
                            <a:schemeClr val="tx1"/>
                          </a:solidFill>
                          <a:effectLst/>
                          <a:latin typeface="游ゴシック" panose="020B0400000000000000" pitchFamily="50" charset="-128"/>
                          <a:ea typeface="游ゴシック" panose="020B0400000000000000" pitchFamily="50" charset="-128"/>
                          <a:cs typeface="+mn-cs"/>
                        </a:rPr>
                        <a:t>masaaki.takaura@system-exe.jp</a:t>
                      </a:r>
                      <a:r>
                        <a:rPr kumimoji="1" lang="ja-JP" altLang="en-US" sz="1400">
                          <a:latin typeface="游ゴシック" panose="020B0400000000000000" pitchFamily="50" charset="-128"/>
                          <a:ea typeface="游ゴシック" panose="020B0400000000000000" pitchFamily="50" charset="-128"/>
                        </a:rPr>
                        <a:t> ）　</a:t>
                      </a:r>
                    </a:p>
                  </a:txBody>
                  <a:tcPr anchor="ctr">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1991065407"/>
                  </a:ext>
                </a:extLst>
              </a:tr>
              <a:tr h="0">
                <a:tc>
                  <a:txBody>
                    <a:bodyPr/>
                    <a:lstStyle>
                      <a:lvl1pPr marL="0" algn="l" defTabSz="914400" rtl="0" eaLnBrk="1" latinLnBrk="0" hangingPunct="1">
                        <a:defRPr kumimoji="1" sz="1800" kern="1200">
                          <a:solidFill>
                            <a:schemeClr val="tx1"/>
                          </a:solidFill>
                          <a:latin typeface="Calibri" panose="020F0502020204030204"/>
                        </a:defRPr>
                      </a:lvl1pPr>
                      <a:lvl2pPr marL="457200" algn="l" defTabSz="914400" rtl="0" eaLnBrk="1" latinLnBrk="0" hangingPunct="1">
                        <a:defRPr kumimoji="1" sz="1800" kern="1200">
                          <a:solidFill>
                            <a:schemeClr val="tx1"/>
                          </a:solidFill>
                          <a:latin typeface="Calibri" panose="020F0502020204030204"/>
                        </a:defRPr>
                      </a:lvl2pPr>
                      <a:lvl3pPr marL="914400" algn="l" defTabSz="914400" rtl="0" eaLnBrk="1" latinLnBrk="0" hangingPunct="1">
                        <a:defRPr kumimoji="1" sz="1800" kern="1200">
                          <a:solidFill>
                            <a:schemeClr val="tx1"/>
                          </a:solidFill>
                          <a:latin typeface="Calibri" panose="020F0502020204030204"/>
                        </a:defRPr>
                      </a:lvl3pPr>
                      <a:lvl4pPr marL="1371600" algn="l" defTabSz="914400" rtl="0" eaLnBrk="1" latinLnBrk="0" hangingPunct="1">
                        <a:defRPr kumimoji="1" sz="1800" kern="1200">
                          <a:solidFill>
                            <a:schemeClr val="tx1"/>
                          </a:solidFill>
                          <a:latin typeface="Calibri" panose="020F0502020204030204"/>
                        </a:defRPr>
                      </a:lvl4pPr>
                      <a:lvl5pPr marL="1828800" algn="l" defTabSz="914400" rtl="0" eaLnBrk="1" latinLnBrk="0" hangingPunct="1">
                        <a:defRPr kumimoji="1" sz="1800" kern="1200">
                          <a:solidFill>
                            <a:schemeClr val="tx1"/>
                          </a:solidFill>
                          <a:latin typeface="Calibri" panose="020F0502020204030204"/>
                        </a:defRPr>
                      </a:lvl5pPr>
                      <a:lvl6pPr marL="2286000" algn="l" defTabSz="914400" rtl="0" eaLnBrk="1" latinLnBrk="0" hangingPunct="1">
                        <a:defRPr kumimoji="1" sz="1800" kern="1200">
                          <a:solidFill>
                            <a:schemeClr val="tx1"/>
                          </a:solidFill>
                          <a:latin typeface="Calibri" panose="020F0502020204030204"/>
                        </a:defRPr>
                      </a:lvl6pPr>
                      <a:lvl7pPr marL="2743200" algn="l" defTabSz="914400" rtl="0" eaLnBrk="1" latinLnBrk="0" hangingPunct="1">
                        <a:defRPr kumimoji="1" sz="1800" kern="1200">
                          <a:solidFill>
                            <a:schemeClr val="tx1"/>
                          </a:solidFill>
                          <a:latin typeface="Calibri" panose="020F0502020204030204"/>
                        </a:defRPr>
                      </a:lvl7pPr>
                      <a:lvl8pPr marL="3200400" algn="l" defTabSz="914400" rtl="0" eaLnBrk="1" latinLnBrk="0" hangingPunct="1">
                        <a:defRPr kumimoji="1" sz="1800" kern="1200">
                          <a:solidFill>
                            <a:schemeClr val="tx1"/>
                          </a:solidFill>
                          <a:latin typeface="Calibri" panose="020F0502020204030204"/>
                        </a:defRPr>
                      </a:lvl8pPr>
                      <a:lvl9pPr marL="3657600" algn="l" defTabSz="914400" rtl="0" eaLnBrk="1" latinLnBrk="0" hangingPunct="1">
                        <a:defRPr kumimoji="1" sz="1800" kern="1200">
                          <a:solidFill>
                            <a:schemeClr val="tx1"/>
                          </a:solidFill>
                          <a:latin typeface="Calibri" panose="020F0502020204030204"/>
                        </a:defRPr>
                      </a:lvl9pPr>
                    </a:lstStyle>
                    <a:p>
                      <a:r>
                        <a:rPr kumimoji="1" lang="ja-JP" altLang="en-US" sz="1400">
                          <a:latin typeface="游ゴシック" panose="020B0400000000000000" pitchFamily="50" charset="-128"/>
                          <a:ea typeface="游ゴシック" panose="020B0400000000000000" pitchFamily="50" charset="-128"/>
                        </a:rPr>
                        <a:t>所属部署</a:t>
                      </a:r>
                    </a:p>
                  </a:txBody>
                  <a:tcPr anchor="ctr">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A5A5A5">
                        <a:lumMod val="20000"/>
                        <a:lumOff val="80000"/>
                      </a:srgbClr>
                    </a:solidFill>
                  </a:tcPr>
                </a:tc>
                <a:tc gridSpan="3">
                  <a:txBody>
                    <a:bodyPr/>
                    <a:lstStyle>
                      <a:lvl1pPr marL="0" algn="l" defTabSz="914400" rtl="0" eaLnBrk="1" latinLnBrk="0" hangingPunct="1">
                        <a:defRPr kumimoji="1" sz="1800" kern="1200">
                          <a:solidFill>
                            <a:schemeClr val="tx1"/>
                          </a:solidFill>
                          <a:latin typeface="Calibri" panose="020F0502020204030204"/>
                        </a:defRPr>
                      </a:lvl1pPr>
                      <a:lvl2pPr marL="457200" algn="l" defTabSz="914400" rtl="0" eaLnBrk="1" latinLnBrk="0" hangingPunct="1">
                        <a:defRPr kumimoji="1" sz="1800" kern="1200">
                          <a:solidFill>
                            <a:schemeClr val="tx1"/>
                          </a:solidFill>
                          <a:latin typeface="Calibri" panose="020F0502020204030204"/>
                        </a:defRPr>
                      </a:lvl2pPr>
                      <a:lvl3pPr marL="914400" algn="l" defTabSz="914400" rtl="0" eaLnBrk="1" latinLnBrk="0" hangingPunct="1">
                        <a:defRPr kumimoji="1" sz="1800" kern="1200">
                          <a:solidFill>
                            <a:schemeClr val="tx1"/>
                          </a:solidFill>
                          <a:latin typeface="Calibri" panose="020F0502020204030204"/>
                        </a:defRPr>
                      </a:lvl3pPr>
                      <a:lvl4pPr marL="1371600" algn="l" defTabSz="914400" rtl="0" eaLnBrk="1" latinLnBrk="0" hangingPunct="1">
                        <a:defRPr kumimoji="1" sz="1800" kern="1200">
                          <a:solidFill>
                            <a:schemeClr val="tx1"/>
                          </a:solidFill>
                          <a:latin typeface="Calibri" panose="020F0502020204030204"/>
                        </a:defRPr>
                      </a:lvl4pPr>
                      <a:lvl5pPr marL="1828800" algn="l" defTabSz="914400" rtl="0" eaLnBrk="1" latinLnBrk="0" hangingPunct="1">
                        <a:defRPr kumimoji="1" sz="1800" kern="1200">
                          <a:solidFill>
                            <a:schemeClr val="tx1"/>
                          </a:solidFill>
                          <a:latin typeface="Calibri" panose="020F0502020204030204"/>
                        </a:defRPr>
                      </a:lvl5pPr>
                      <a:lvl6pPr marL="2286000" algn="l" defTabSz="914400" rtl="0" eaLnBrk="1" latinLnBrk="0" hangingPunct="1">
                        <a:defRPr kumimoji="1" sz="1800" kern="1200">
                          <a:solidFill>
                            <a:schemeClr val="tx1"/>
                          </a:solidFill>
                          <a:latin typeface="Calibri" panose="020F0502020204030204"/>
                        </a:defRPr>
                      </a:lvl6pPr>
                      <a:lvl7pPr marL="2743200" algn="l" defTabSz="914400" rtl="0" eaLnBrk="1" latinLnBrk="0" hangingPunct="1">
                        <a:defRPr kumimoji="1" sz="1800" kern="1200">
                          <a:solidFill>
                            <a:schemeClr val="tx1"/>
                          </a:solidFill>
                          <a:latin typeface="Calibri" panose="020F0502020204030204"/>
                        </a:defRPr>
                      </a:lvl7pPr>
                      <a:lvl8pPr marL="3200400" algn="l" defTabSz="914400" rtl="0" eaLnBrk="1" latinLnBrk="0" hangingPunct="1">
                        <a:defRPr kumimoji="1" sz="1800" kern="1200">
                          <a:solidFill>
                            <a:schemeClr val="tx1"/>
                          </a:solidFill>
                          <a:latin typeface="Calibri" panose="020F0502020204030204"/>
                        </a:defRPr>
                      </a:lvl8pPr>
                      <a:lvl9pPr marL="3657600" algn="l" defTabSz="914400" rtl="0" eaLnBrk="1" latinLnBrk="0" hangingPunct="1">
                        <a:defRPr kumimoji="1" sz="1800" kern="1200">
                          <a:solidFill>
                            <a:schemeClr val="tx1"/>
                          </a:solidFill>
                          <a:latin typeface="Calibri" panose="020F0502020204030204"/>
                        </a:defRPr>
                      </a:lvl9pPr>
                    </a:lstStyle>
                    <a:p>
                      <a:r>
                        <a:rPr kumimoji="1" lang="ja-JP" altLang="en-US" sz="1400" b="0" i="0" u="none" strike="noStrike" kern="1200">
                          <a:solidFill>
                            <a:schemeClr val="tx1"/>
                          </a:solidFill>
                          <a:effectLst/>
                          <a:latin typeface="游ゴシック" panose="020B0400000000000000" pitchFamily="50" charset="-128"/>
                          <a:ea typeface="游ゴシック" panose="020B0400000000000000" pitchFamily="50" charset="-128"/>
                          <a:cs typeface="+mn-cs"/>
                        </a:rPr>
                        <a:t>営業部</a:t>
                      </a:r>
                      <a:endParaRPr kumimoji="1" lang="ja-JP" altLang="en-US" sz="1400">
                        <a:latin typeface="游ゴシック" panose="020B0400000000000000" pitchFamily="50" charset="-128"/>
                        <a:ea typeface="游ゴシック" panose="020B0400000000000000" pitchFamily="50" charset="-128"/>
                      </a:endParaRPr>
                    </a:p>
                  </a:txBody>
                  <a:tcPr anchor="ctr">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2336948900"/>
                  </a:ext>
                </a:extLst>
              </a:tr>
              <a:tr h="0">
                <a:tc>
                  <a:txBody>
                    <a:bodyPr/>
                    <a:lstStyle>
                      <a:lvl1pPr marL="0" algn="l" defTabSz="914400" rtl="0" eaLnBrk="1" latinLnBrk="0" hangingPunct="1">
                        <a:defRPr kumimoji="1" sz="1800" kern="1200">
                          <a:solidFill>
                            <a:schemeClr val="tx1"/>
                          </a:solidFill>
                          <a:latin typeface="Calibri" panose="020F0502020204030204"/>
                        </a:defRPr>
                      </a:lvl1pPr>
                      <a:lvl2pPr marL="457200" algn="l" defTabSz="914400" rtl="0" eaLnBrk="1" latinLnBrk="0" hangingPunct="1">
                        <a:defRPr kumimoji="1" sz="1800" kern="1200">
                          <a:solidFill>
                            <a:schemeClr val="tx1"/>
                          </a:solidFill>
                          <a:latin typeface="Calibri" panose="020F0502020204030204"/>
                        </a:defRPr>
                      </a:lvl2pPr>
                      <a:lvl3pPr marL="914400" algn="l" defTabSz="914400" rtl="0" eaLnBrk="1" latinLnBrk="0" hangingPunct="1">
                        <a:defRPr kumimoji="1" sz="1800" kern="1200">
                          <a:solidFill>
                            <a:schemeClr val="tx1"/>
                          </a:solidFill>
                          <a:latin typeface="Calibri" panose="020F0502020204030204"/>
                        </a:defRPr>
                      </a:lvl3pPr>
                      <a:lvl4pPr marL="1371600" algn="l" defTabSz="914400" rtl="0" eaLnBrk="1" latinLnBrk="0" hangingPunct="1">
                        <a:defRPr kumimoji="1" sz="1800" kern="1200">
                          <a:solidFill>
                            <a:schemeClr val="tx1"/>
                          </a:solidFill>
                          <a:latin typeface="Calibri" panose="020F0502020204030204"/>
                        </a:defRPr>
                      </a:lvl4pPr>
                      <a:lvl5pPr marL="1828800" algn="l" defTabSz="914400" rtl="0" eaLnBrk="1" latinLnBrk="0" hangingPunct="1">
                        <a:defRPr kumimoji="1" sz="1800" kern="1200">
                          <a:solidFill>
                            <a:schemeClr val="tx1"/>
                          </a:solidFill>
                          <a:latin typeface="Calibri" panose="020F0502020204030204"/>
                        </a:defRPr>
                      </a:lvl5pPr>
                      <a:lvl6pPr marL="2286000" algn="l" defTabSz="914400" rtl="0" eaLnBrk="1" latinLnBrk="0" hangingPunct="1">
                        <a:defRPr kumimoji="1" sz="1800" kern="1200">
                          <a:solidFill>
                            <a:schemeClr val="tx1"/>
                          </a:solidFill>
                          <a:latin typeface="Calibri" panose="020F0502020204030204"/>
                        </a:defRPr>
                      </a:lvl6pPr>
                      <a:lvl7pPr marL="2743200" algn="l" defTabSz="914400" rtl="0" eaLnBrk="1" latinLnBrk="0" hangingPunct="1">
                        <a:defRPr kumimoji="1" sz="1800" kern="1200">
                          <a:solidFill>
                            <a:schemeClr val="tx1"/>
                          </a:solidFill>
                          <a:latin typeface="Calibri" panose="020F0502020204030204"/>
                        </a:defRPr>
                      </a:lvl7pPr>
                      <a:lvl8pPr marL="3200400" algn="l" defTabSz="914400" rtl="0" eaLnBrk="1" latinLnBrk="0" hangingPunct="1">
                        <a:defRPr kumimoji="1" sz="1800" kern="1200">
                          <a:solidFill>
                            <a:schemeClr val="tx1"/>
                          </a:solidFill>
                          <a:latin typeface="Calibri" panose="020F0502020204030204"/>
                        </a:defRPr>
                      </a:lvl8pPr>
                      <a:lvl9pPr marL="3657600" algn="l" defTabSz="914400" rtl="0" eaLnBrk="1" latinLnBrk="0" hangingPunct="1">
                        <a:defRPr kumimoji="1" sz="1800" kern="1200">
                          <a:solidFill>
                            <a:schemeClr val="tx1"/>
                          </a:solidFill>
                          <a:latin typeface="Calibri" panose="020F0502020204030204"/>
                        </a:defRPr>
                      </a:lvl9pPr>
                    </a:lstStyle>
                    <a:p>
                      <a:r>
                        <a:rPr kumimoji="1" lang="ja-JP" altLang="en-US" sz="1400">
                          <a:latin typeface="游ゴシック" panose="020B0400000000000000" pitchFamily="50" charset="-128"/>
                          <a:ea typeface="游ゴシック" panose="020B0400000000000000" pitchFamily="50" charset="-128"/>
                        </a:rPr>
                        <a:t>拠点</a:t>
                      </a:r>
                    </a:p>
                  </a:txBody>
                  <a:tcPr anchor="ctr">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A5A5A5">
                        <a:lumMod val="20000"/>
                        <a:lumOff val="80000"/>
                      </a:srgbClr>
                    </a:solidFill>
                  </a:tcPr>
                </a:tc>
                <a:tc>
                  <a:txBody>
                    <a:bodyPr/>
                    <a:lstStyle>
                      <a:lvl1pPr marL="0" algn="l" defTabSz="914400" rtl="0" eaLnBrk="1" latinLnBrk="0" hangingPunct="1">
                        <a:defRPr kumimoji="1" sz="1800" kern="1200">
                          <a:solidFill>
                            <a:schemeClr val="tx1"/>
                          </a:solidFill>
                          <a:latin typeface="Calibri" panose="020F0502020204030204"/>
                        </a:defRPr>
                      </a:lvl1pPr>
                      <a:lvl2pPr marL="457200" algn="l" defTabSz="914400" rtl="0" eaLnBrk="1" latinLnBrk="0" hangingPunct="1">
                        <a:defRPr kumimoji="1" sz="1800" kern="1200">
                          <a:solidFill>
                            <a:schemeClr val="tx1"/>
                          </a:solidFill>
                          <a:latin typeface="Calibri" panose="020F0502020204030204"/>
                        </a:defRPr>
                      </a:lvl2pPr>
                      <a:lvl3pPr marL="914400" algn="l" defTabSz="914400" rtl="0" eaLnBrk="1" latinLnBrk="0" hangingPunct="1">
                        <a:defRPr kumimoji="1" sz="1800" kern="1200">
                          <a:solidFill>
                            <a:schemeClr val="tx1"/>
                          </a:solidFill>
                          <a:latin typeface="Calibri" panose="020F0502020204030204"/>
                        </a:defRPr>
                      </a:lvl3pPr>
                      <a:lvl4pPr marL="1371600" algn="l" defTabSz="914400" rtl="0" eaLnBrk="1" latinLnBrk="0" hangingPunct="1">
                        <a:defRPr kumimoji="1" sz="1800" kern="1200">
                          <a:solidFill>
                            <a:schemeClr val="tx1"/>
                          </a:solidFill>
                          <a:latin typeface="Calibri" panose="020F0502020204030204"/>
                        </a:defRPr>
                      </a:lvl4pPr>
                      <a:lvl5pPr marL="1828800" algn="l" defTabSz="914400" rtl="0" eaLnBrk="1" latinLnBrk="0" hangingPunct="1">
                        <a:defRPr kumimoji="1" sz="1800" kern="1200">
                          <a:solidFill>
                            <a:schemeClr val="tx1"/>
                          </a:solidFill>
                          <a:latin typeface="Calibri" panose="020F0502020204030204"/>
                        </a:defRPr>
                      </a:lvl5pPr>
                      <a:lvl6pPr marL="2286000" algn="l" defTabSz="914400" rtl="0" eaLnBrk="1" latinLnBrk="0" hangingPunct="1">
                        <a:defRPr kumimoji="1" sz="1800" kern="1200">
                          <a:solidFill>
                            <a:schemeClr val="tx1"/>
                          </a:solidFill>
                          <a:latin typeface="Calibri" panose="020F0502020204030204"/>
                        </a:defRPr>
                      </a:lvl6pPr>
                      <a:lvl7pPr marL="2743200" algn="l" defTabSz="914400" rtl="0" eaLnBrk="1" latinLnBrk="0" hangingPunct="1">
                        <a:defRPr kumimoji="1" sz="1800" kern="1200">
                          <a:solidFill>
                            <a:schemeClr val="tx1"/>
                          </a:solidFill>
                          <a:latin typeface="Calibri" panose="020F0502020204030204"/>
                        </a:defRPr>
                      </a:lvl7pPr>
                      <a:lvl8pPr marL="3200400" algn="l" defTabSz="914400" rtl="0" eaLnBrk="1" latinLnBrk="0" hangingPunct="1">
                        <a:defRPr kumimoji="1" sz="1800" kern="1200">
                          <a:solidFill>
                            <a:schemeClr val="tx1"/>
                          </a:solidFill>
                          <a:latin typeface="Calibri" panose="020F0502020204030204"/>
                        </a:defRPr>
                      </a:lvl8pPr>
                      <a:lvl9pPr marL="3657600" algn="l" defTabSz="914400" rtl="0" eaLnBrk="1" latinLnBrk="0" hangingPunct="1">
                        <a:defRPr kumimoji="1" sz="1800" kern="1200">
                          <a:solidFill>
                            <a:schemeClr val="tx1"/>
                          </a:solidFill>
                          <a:latin typeface="Calibri" panose="020F0502020204030204"/>
                        </a:defRPr>
                      </a:lvl9pPr>
                    </a:lstStyle>
                    <a:p>
                      <a:r>
                        <a:rPr kumimoji="1" lang="ja-JP" altLang="en-US" sz="1400">
                          <a:latin typeface="游ゴシック" panose="020B0400000000000000" pitchFamily="50" charset="-128"/>
                          <a:ea typeface="游ゴシック" panose="020B0400000000000000" pitchFamily="50" charset="-128"/>
                        </a:rPr>
                        <a:t>本社</a:t>
                      </a:r>
                    </a:p>
                  </a:txBody>
                  <a:tcPr anchor="ctr">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Calibri" panose="020F0502020204030204"/>
                        </a:defRPr>
                      </a:lvl1pPr>
                      <a:lvl2pPr marL="457200" algn="l" defTabSz="914400" rtl="0" eaLnBrk="1" latinLnBrk="0" hangingPunct="1">
                        <a:defRPr kumimoji="1" sz="1800" kern="1200">
                          <a:solidFill>
                            <a:schemeClr val="tx1"/>
                          </a:solidFill>
                          <a:latin typeface="Calibri" panose="020F0502020204030204"/>
                        </a:defRPr>
                      </a:lvl2pPr>
                      <a:lvl3pPr marL="914400" algn="l" defTabSz="914400" rtl="0" eaLnBrk="1" latinLnBrk="0" hangingPunct="1">
                        <a:defRPr kumimoji="1" sz="1800" kern="1200">
                          <a:solidFill>
                            <a:schemeClr val="tx1"/>
                          </a:solidFill>
                          <a:latin typeface="Calibri" panose="020F0502020204030204"/>
                        </a:defRPr>
                      </a:lvl3pPr>
                      <a:lvl4pPr marL="1371600" algn="l" defTabSz="914400" rtl="0" eaLnBrk="1" latinLnBrk="0" hangingPunct="1">
                        <a:defRPr kumimoji="1" sz="1800" kern="1200">
                          <a:solidFill>
                            <a:schemeClr val="tx1"/>
                          </a:solidFill>
                          <a:latin typeface="Calibri" panose="020F0502020204030204"/>
                        </a:defRPr>
                      </a:lvl4pPr>
                      <a:lvl5pPr marL="1828800" algn="l" defTabSz="914400" rtl="0" eaLnBrk="1" latinLnBrk="0" hangingPunct="1">
                        <a:defRPr kumimoji="1" sz="1800" kern="1200">
                          <a:solidFill>
                            <a:schemeClr val="tx1"/>
                          </a:solidFill>
                          <a:latin typeface="Calibri" panose="020F0502020204030204"/>
                        </a:defRPr>
                      </a:lvl5pPr>
                      <a:lvl6pPr marL="2286000" algn="l" defTabSz="914400" rtl="0" eaLnBrk="1" latinLnBrk="0" hangingPunct="1">
                        <a:defRPr kumimoji="1" sz="1800" kern="1200">
                          <a:solidFill>
                            <a:schemeClr val="tx1"/>
                          </a:solidFill>
                          <a:latin typeface="Calibri" panose="020F0502020204030204"/>
                        </a:defRPr>
                      </a:lvl6pPr>
                      <a:lvl7pPr marL="2743200" algn="l" defTabSz="914400" rtl="0" eaLnBrk="1" latinLnBrk="0" hangingPunct="1">
                        <a:defRPr kumimoji="1" sz="1800" kern="1200">
                          <a:solidFill>
                            <a:schemeClr val="tx1"/>
                          </a:solidFill>
                          <a:latin typeface="Calibri" panose="020F0502020204030204"/>
                        </a:defRPr>
                      </a:lvl7pPr>
                      <a:lvl8pPr marL="3200400" algn="l" defTabSz="914400" rtl="0" eaLnBrk="1" latinLnBrk="0" hangingPunct="1">
                        <a:defRPr kumimoji="1" sz="1800" kern="1200">
                          <a:solidFill>
                            <a:schemeClr val="tx1"/>
                          </a:solidFill>
                          <a:latin typeface="Calibri" panose="020F0502020204030204"/>
                        </a:defRPr>
                      </a:lvl8pPr>
                      <a:lvl9pPr marL="3657600" algn="l" defTabSz="914400" rtl="0" eaLnBrk="1" latinLnBrk="0" hangingPunct="1">
                        <a:defRPr kumimoji="1" sz="1800" kern="1200">
                          <a:solidFill>
                            <a:schemeClr val="tx1"/>
                          </a:solidFill>
                          <a:latin typeface="Calibri" panose="020F0502020204030204"/>
                        </a:defRPr>
                      </a:lvl9pPr>
                    </a:lstStyle>
                    <a:p>
                      <a:r>
                        <a:rPr kumimoji="1" lang="ja-JP" altLang="en-US" sz="1400">
                          <a:latin typeface="游ゴシック" panose="020B0400000000000000" pitchFamily="50" charset="-128"/>
                          <a:ea typeface="游ゴシック" panose="020B0400000000000000" pitchFamily="50" charset="-128"/>
                        </a:rPr>
                        <a:t>電話番号</a:t>
                      </a:r>
                    </a:p>
                  </a:txBody>
                  <a:tcPr anchor="ctr">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A5A5A5">
                        <a:lumMod val="20000"/>
                        <a:lumOff val="80000"/>
                      </a:srgbClr>
                    </a:solidFill>
                  </a:tcPr>
                </a:tc>
                <a:tc>
                  <a:txBody>
                    <a:bodyPr/>
                    <a:lstStyle>
                      <a:lvl1pPr marL="0" algn="l" defTabSz="914400" rtl="0" eaLnBrk="1" latinLnBrk="0" hangingPunct="1">
                        <a:defRPr kumimoji="1" sz="1800" kern="1200">
                          <a:solidFill>
                            <a:schemeClr val="tx1"/>
                          </a:solidFill>
                          <a:latin typeface="Calibri" panose="020F0502020204030204"/>
                        </a:defRPr>
                      </a:lvl1pPr>
                      <a:lvl2pPr marL="457200" algn="l" defTabSz="914400" rtl="0" eaLnBrk="1" latinLnBrk="0" hangingPunct="1">
                        <a:defRPr kumimoji="1" sz="1800" kern="1200">
                          <a:solidFill>
                            <a:schemeClr val="tx1"/>
                          </a:solidFill>
                          <a:latin typeface="Calibri" panose="020F0502020204030204"/>
                        </a:defRPr>
                      </a:lvl2pPr>
                      <a:lvl3pPr marL="914400" algn="l" defTabSz="914400" rtl="0" eaLnBrk="1" latinLnBrk="0" hangingPunct="1">
                        <a:defRPr kumimoji="1" sz="1800" kern="1200">
                          <a:solidFill>
                            <a:schemeClr val="tx1"/>
                          </a:solidFill>
                          <a:latin typeface="Calibri" panose="020F0502020204030204"/>
                        </a:defRPr>
                      </a:lvl3pPr>
                      <a:lvl4pPr marL="1371600" algn="l" defTabSz="914400" rtl="0" eaLnBrk="1" latinLnBrk="0" hangingPunct="1">
                        <a:defRPr kumimoji="1" sz="1800" kern="1200">
                          <a:solidFill>
                            <a:schemeClr val="tx1"/>
                          </a:solidFill>
                          <a:latin typeface="Calibri" panose="020F0502020204030204"/>
                        </a:defRPr>
                      </a:lvl4pPr>
                      <a:lvl5pPr marL="1828800" algn="l" defTabSz="914400" rtl="0" eaLnBrk="1" latinLnBrk="0" hangingPunct="1">
                        <a:defRPr kumimoji="1" sz="1800" kern="1200">
                          <a:solidFill>
                            <a:schemeClr val="tx1"/>
                          </a:solidFill>
                          <a:latin typeface="Calibri" panose="020F0502020204030204"/>
                        </a:defRPr>
                      </a:lvl5pPr>
                      <a:lvl6pPr marL="2286000" algn="l" defTabSz="914400" rtl="0" eaLnBrk="1" latinLnBrk="0" hangingPunct="1">
                        <a:defRPr kumimoji="1" sz="1800" kern="1200">
                          <a:solidFill>
                            <a:schemeClr val="tx1"/>
                          </a:solidFill>
                          <a:latin typeface="Calibri" panose="020F0502020204030204"/>
                        </a:defRPr>
                      </a:lvl6pPr>
                      <a:lvl7pPr marL="2743200" algn="l" defTabSz="914400" rtl="0" eaLnBrk="1" latinLnBrk="0" hangingPunct="1">
                        <a:defRPr kumimoji="1" sz="1800" kern="1200">
                          <a:solidFill>
                            <a:schemeClr val="tx1"/>
                          </a:solidFill>
                          <a:latin typeface="Calibri" panose="020F0502020204030204"/>
                        </a:defRPr>
                      </a:lvl7pPr>
                      <a:lvl8pPr marL="3200400" algn="l" defTabSz="914400" rtl="0" eaLnBrk="1" latinLnBrk="0" hangingPunct="1">
                        <a:defRPr kumimoji="1" sz="1800" kern="1200">
                          <a:solidFill>
                            <a:schemeClr val="tx1"/>
                          </a:solidFill>
                          <a:latin typeface="Calibri" panose="020F0502020204030204"/>
                        </a:defRPr>
                      </a:lvl8pPr>
                      <a:lvl9pPr marL="3657600" algn="l" defTabSz="914400" rtl="0" eaLnBrk="1" latinLnBrk="0" hangingPunct="1">
                        <a:defRPr kumimoji="1" sz="1800" kern="1200">
                          <a:solidFill>
                            <a:schemeClr val="tx1"/>
                          </a:solidFill>
                          <a:latin typeface="Calibri" panose="020F0502020204030204"/>
                        </a:defRPr>
                      </a:lvl9pPr>
                    </a:lstStyle>
                    <a:p>
                      <a:r>
                        <a:rPr kumimoji="1" lang="en-US" altLang="ja-JP" sz="1400" b="0" kern="1200">
                          <a:solidFill>
                            <a:schemeClr val="dk1"/>
                          </a:solidFill>
                          <a:effectLst/>
                          <a:latin typeface="游ゴシック" panose="020B0400000000000000" pitchFamily="50" charset="-128"/>
                          <a:ea typeface="游ゴシック" panose="020B0400000000000000" pitchFamily="50" charset="-128"/>
                          <a:cs typeface="Meiryo UI" pitchFamily="50" charset="-128"/>
                        </a:rPr>
                        <a:t>03-5299-5351</a:t>
                      </a:r>
                      <a:endParaRPr kumimoji="1" lang="ja-JP" altLang="en-US" sz="1400">
                        <a:latin typeface="游ゴシック" panose="020B0400000000000000" pitchFamily="50" charset="-128"/>
                        <a:ea typeface="游ゴシック" panose="020B0400000000000000" pitchFamily="50" charset="-128"/>
                      </a:endParaRPr>
                    </a:p>
                  </a:txBody>
                  <a:tcPr anchor="ctr">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81805884"/>
                  </a:ext>
                </a:extLst>
              </a:tr>
              <a:tr h="0">
                <a:tc>
                  <a:txBody>
                    <a:bodyPr/>
                    <a:lstStyle>
                      <a:lvl1pPr marL="0" algn="l" defTabSz="914400" rtl="0" eaLnBrk="1" latinLnBrk="0" hangingPunct="1">
                        <a:defRPr kumimoji="1" sz="1800" kern="1200">
                          <a:solidFill>
                            <a:schemeClr val="tx1"/>
                          </a:solidFill>
                          <a:latin typeface="Calibri" panose="020F0502020204030204"/>
                        </a:defRPr>
                      </a:lvl1pPr>
                      <a:lvl2pPr marL="457200" algn="l" defTabSz="914400" rtl="0" eaLnBrk="1" latinLnBrk="0" hangingPunct="1">
                        <a:defRPr kumimoji="1" sz="1800" kern="1200">
                          <a:solidFill>
                            <a:schemeClr val="tx1"/>
                          </a:solidFill>
                          <a:latin typeface="Calibri" panose="020F0502020204030204"/>
                        </a:defRPr>
                      </a:lvl2pPr>
                      <a:lvl3pPr marL="914400" algn="l" defTabSz="914400" rtl="0" eaLnBrk="1" latinLnBrk="0" hangingPunct="1">
                        <a:defRPr kumimoji="1" sz="1800" kern="1200">
                          <a:solidFill>
                            <a:schemeClr val="tx1"/>
                          </a:solidFill>
                          <a:latin typeface="Calibri" panose="020F0502020204030204"/>
                        </a:defRPr>
                      </a:lvl3pPr>
                      <a:lvl4pPr marL="1371600" algn="l" defTabSz="914400" rtl="0" eaLnBrk="1" latinLnBrk="0" hangingPunct="1">
                        <a:defRPr kumimoji="1" sz="1800" kern="1200">
                          <a:solidFill>
                            <a:schemeClr val="tx1"/>
                          </a:solidFill>
                          <a:latin typeface="Calibri" panose="020F0502020204030204"/>
                        </a:defRPr>
                      </a:lvl4pPr>
                      <a:lvl5pPr marL="1828800" algn="l" defTabSz="914400" rtl="0" eaLnBrk="1" latinLnBrk="0" hangingPunct="1">
                        <a:defRPr kumimoji="1" sz="1800" kern="1200">
                          <a:solidFill>
                            <a:schemeClr val="tx1"/>
                          </a:solidFill>
                          <a:latin typeface="Calibri" panose="020F0502020204030204"/>
                        </a:defRPr>
                      </a:lvl5pPr>
                      <a:lvl6pPr marL="2286000" algn="l" defTabSz="914400" rtl="0" eaLnBrk="1" latinLnBrk="0" hangingPunct="1">
                        <a:defRPr kumimoji="1" sz="1800" kern="1200">
                          <a:solidFill>
                            <a:schemeClr val="tx1"/>
                          </a:solidFill>
                          <a:latin typeface="Calibri" panose="020F0502020204030204"/>
                        </a:defRPr>
                      </a:lvl6pPr>
                      <a:lvl7pPr marL="2743200" algn="l" defTabSz="914400" rtl="0" eaLnBrk="1" latinLnBrk="0" hangingPunct="1">
                        <a:defRPr kumimoji="1" sz="1800" kern="1200">
                          <a:solidFill>
                            <a:schemeClr val="tx1"/>
                          </a:solidFill>
                          <a:latin typeface="Calibri" panose="020F0502020204030204"/>
                        </a:defRPr>
                      </a:lvl7pPr>
                      <a:lvl8pPr marL="3200400" algn="l" defTabSz="914400" rtl="0" eaLnBrk="1" latinLnBrk="0" hangingPunct="1">
                        <a:defRPr kumimoji="1" sz="1800" kern="1200">
                          <a:solidFill>
                            <a:schemeClr val="tx1"/>
                          </a:solidFill>
                          <a:latin typeface="Calibri" panose="020F0502020204030204"/>
                        </a:defRPr>
                      </a:lvl8pPr>
                      <a:lvl9pPr marL="3657600" algn="l" defTabSz="914400" rtl="0" eaLnBrk="1" latinLnBrk="0" hangingPunct="1">
                        <a:defRPr kumimoji="1" sz="1800" kern="1200">
                          <a:solidFill>
                            <a:schemeClr val="tx1"/>
                          </a:solidFill>
                          <a:latin typeface="Calibri" panose="020F0502020204030204"/>
                        </a:defRPr>
                      </a:lvl9pPr>
                    </a:lstStyle>
                    <a:p>
                      <a:r>
                        <a:rPr kumimoji="1" lang="ja-JP" altLang="en-US" sz="1400">
                          <a:latin typeface="游ゴシック" panose="020B0400000000000000" pitchFamily="50" charset="-128"/>
                          <a:ea typeface="游ゴシック" panose="020B0400000000000000" pitchFamily="50" charset="-128"/>
                        </a:rPr>
                        <a:t>住所</a:t>
                      </a:r>
                    </a:p>
                  </a:txBody>
                  <a:tcPr anchor="ctr">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A5A5A5">
                        <a:lumMod val="20000"/>
                        <a:lumOff val="80000"/>
                      </a:srgbClr>
                    </a:solidFill>
                  </a:tcPr>
                </a:tc>
                <a:tc gridSpan="3">
                  <a:txBody>
                    <a:bodyPr/>
                    <a:lstStyle>
                      <a:lvl1pPr marL="0" algn="l" defTabSz="914400" rtl="0" eaLnBrk="1" latinLnBrk="0" hangingPunct="1">
                        <a:defRPr kumimoji="1" sz="1800" kern="1200">
                          <a:solidFill>
                            <a:schemeClr val="tx1"/>
                          </a:solidFill>
                          <a:latin typeface="Calibri" panose="020F0502020204030204"/>
                        </a:defRPr>
                      </a:lvl1pPr>
                      <a:lvl2pPr marL="457200" algn="l" defTabSz="914400" rtl="0" eaLnBrk="1" latinLnBrk="0" hangingPunct="1">
                        <a:defRPr kumimoji="1" sz="1800" kern="1200">
                          <a:solidFill>
                            <a:schemeClr val="tx1"/>
                          </a:solidFill>
                          <a:latin typeface="Calibri" panose="020F0502020204030204"/>
                        </a:defRPr>
                      </a:lvl2pPr>
                      <a:lvl3pPr marL="914400" algn="l" defTabSz="914400" rtl="0" eaLnBrk="1" latinLnBrk="0" hangingPunct="1">
                        <a:defRPr kumimoji="1" sz="1800" kern="1200">
                          <a:solidFill>
                            <a:schemeClr val="tx1"/>
                          </a:solidFill>
                          <a:latin typeface="Calibri" panose="020F0502020204030204"/>
                        </a:defRPr>
                      </a:lvl3pPr>
                      <a:lvl4pPr marL="1371600" algn="l" defTabSz="914400" rtl="0" eaLnBrk="1" latinLnBrk="0" hangingPunct="1">
                        <a:defRPr kumimoji="1" sz="1800" kern="1200">
                          <a:solidFill>
                            <a:schemeClr val="tx1"/>
                          </a:solidFill>
                          <a:latin typeface="Calibri" panose="020F0502020204030204"/>
                        </a:defRPr>
                      </a:lvl4pPr>
                      <a:lvl5pPr marL="1828800" algn="l" defTabSz="914400" rtl="0" eaLnBrk="1" latinLnBrk="0" hangingPunct="1">
                        <a:defRPr kumimoji="1" sz="1800" kern="1200">
                          <a:solidFill>
                            <a:schemeClr val="tx1"/>
                          </a:solidFill>
                          <a:latin typeface="Calibri" panose="020F0502020204030204"/>
                        </a:defRPr>
                      </a:lvl5pPr>
                      <a:lvl6pPr marL="2286000" algn="l" defTabSz="914400" rtl="0" eaLnBrk="1" latinLnBrk="0" hangingPunct="1">
                        <a:defRPr kumimoji="1" sz="1800" kern="1200">
                          <a:solidFill>
                            <a:schemeClr val="tx1"/>
                          </a:solidFill>
                          <a:latin typeface="Calibri" panose="020F0502020204030204"/>
                        </a:defRPr>
                      </a:lvl6pPr>
                      <a:lvl7pPr marL="2743200" algn="l" defTabSz="914400" rtl="0" eaLnBrk="1" latinLnBrk="0" hangingPunct="1">
                        <a:defRPr kumimoji="1" sz="1800" kern="1200">
                          <a:solidFill>
                            <a:schemeClr val="tx1"/>
                          </a:solidFill>
                          <a:latin typeface="Calibri" panose="020F0502020204030204"/>
                        </a:defRPr>
                      </a:lvl7pPr>
                      <a:lvl8pPr marL="3200400" algn="l" defTabSz="914400" rtl="0" eaLnBrk="1" latinLnBrk="0" hangingPunct="1">
                        <a:defRPr kumimoji="1" sz="1800" kern="1200">
                          <a:solidFill>
                            <a:schemeClr val="tx1"/>
                          </a:solidFill>
                          <a:latin typeface="Calibri" panose="020F0502020204030204"/>
                        </a:defRPr>
                      </a:lvl8pPr>
                      <a:lvl9pPr marL="3657600" algn="l" defTabSz="914400" rtl="0" eaLnBrk="1" latinLnBrk="0" hangingPunct="1">
                        <a:defRPr kumimoji="1" sz="1800" kern="1200">
                          <a:solidFill>
                            <a:schemeClr val="tx1"/>
                          </a:solidFill>
                          <a:latin typeface="Calibri" panose="020F0502020204030204"/>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b="0" kern="1200">
                          <a:solidFill>
                            <a:schemeClr val="dk1"/>
                          </a:solidFill>
                          <a:effectLst/>
                          <a:latin typeface="游ゴシック" panose="020B0400000000000000" pitchFamily="50" charset="-128"/>
                          <a:ea typeface="游ゴシック" panose="020B0400000000000000" pitchFamily="50" charset="-128"/>
                          <a:cs typeface="Meiryo UI" pitchFamily="50" charset="-128"/>
                        </a:rPr>
                        <a:t>〒</a:t>
                      </a:r>
                      <a:r>
                        <a:rPr kumimoji="1" lang="en-US" altLang="ja-JP" sz="1400" b="0" kern="1200">
                          <a:solidFill>
                            <a:schemeClr val="dk1"/>
                          </a:solidFill>
                          <a:effectLst/>
                          <a:latin typeface="游ゴシック" panose="020B0400000000000000" pitchFamily="50" charset="-128"/>
                          <a:ea typeface="游ゴシック" panose="020B0400000000000000" pitchFamily="50" charset="-128"/>
                          <a:cs typeface="Meiryo UI" pitchFamily="50" charset="-128"/>
                        </a:rPr>
                        <a:t>103-0022</a:t>
                      </a:r>
                      <a:r>
                        <a:rPr kumimoji="1" lang="ja-JP" altLang="en-US" sz="1400" b="0" kern="1200">
                          <a:solidFill>
                            <a:schemeClr val="dk1"/>
                          </a:solidFill>
                          <a:effectLst/>
                          <a:latin typeface="游ゴシック" panose="020B0400000000000000" pitchFamily="50" charset="-128"/>
                          <a:ea typeface="游ゴシック" panose="020B0400000000000000" pitchFamily="50" charset="-128"/>
                          <a:cs typeface="Meiryo UI" pitchFamily="50" charset="-128"/>
                        </a:rPr>
                        <a:t>　</a:t>
                      </a:r>
                      <a:r>
                        <a:rPr kumimoji="1" lang="ja-JP" altLang="en-US" sz="1400">
                          <a:latin typeface="+mn-ea"/>
                          <a:ea typeface="+mn-ea"/>
                        </a:rPr>
                        <a:t>東京都中央区日本橋室町三丁目４番４号　ＯＶＯＬ日本橋ビル７階</a:t>
                      </a:r>
                      <a:endParaRPr kumimoji="1" lang="ja-JP" altLang="en-US" sz="1400">
                        <a:latin typeface="游ゴシック" panose="020B0400000000000000" pitchFamily="50" charset="-128"/>
                        <a:ea typeface="游ゴシック" panose="020B0400000000000000" pitchFamily="50" charset="-128"/>
                      </a:endParaRPr>
                    </a:p>
                  </a:txBody>
                  <a:tcPr anchor="ctr">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4280755089"/>
                  </a:ext>
                </a:extLst>
              </a:tr>
            </a:tbl>
          </a:graphicData>
        </a:graphic>
      </p:graphicFrame>
    </p:spTree>
    <p:extLst>
      <p:ext uri="{BB962C8B-B14F-4D97-AF65-F5344CB8AC3E}">
        <p14:creationId xmlns:p14="http://schemas.microsoft.com/office/powerpoint/2010/main" val="411159454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148D7E-0627-E1B4-00E3-358C0F4F542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5393A7B-B759-DE92-F13E-5F0012861637}"/>
              </a:ext>
            </a:extLst>
          </p:cNvPr>
          <p:cNvSpPr>
            <a:spLocks noGrp="1"/>
          </p:cNvSpPr>
          <p:nvPr>
            <p:ph type="title"/>
          </p:nvPr>
        </p:nvSpPr>
        <p:spPr/>
        <p:txBody>
          <a:bodyPr/>
          <a:lstStyle/>
          <a:p>
            <a:r>
              <a:rPr lang="en-US" altLang="ja-JP" dirty="0"/>
              <a:t>12-2</a:t>
            </a:r>
            <a:r>
              <a:rPr lang="ja-JP" altLang="en-US" dirty="0"/>
              <a:t>．貴社プロジェクトにおける主な開発実績・規模</a:t>
            </a:r>
            <a:endParaRPr kumimoji="1" lang="ja-JP" altLang="en-US" dirty="0"/>
          </a:p>
        </p:txBody>
      </p:sp>
      <p:sp>
        <p:nvSpPr>
          <p:cNvPr id="5" name="フッター プレースホルダー 4">
            <a:extLst>
              <a:ext uri="{FF2B5EF4-FFF2-40B4-BE49-F238E27FC236}">
                <a16:creationId xmlns:a16="http://schemas.microsoft.com/office/drawing/2014/main" id="{8B639E57-6C45-D486-FC22-658B6E834F72}"/>
              </a:ext>
            </a:extLst>
          </p:cNvPr>
          <p:cNvSpPr>
            <a:spLocks noGrp="1"/>
          </p:cNvSpPr>
          <p:nvPr>
            <p:ph type="ftr" sz="quarter" idx="11"/>
          </p:nvPr>
        </p:nvSpPr>
        <p:spPr/>
        <p:txBody>
          <a:bodyPr/>
          <a:lstStyle/>
          <a:p>
            <a:r>
              <a:rPr lang="en-US" altLang="ja-JP"/>
              <a:t>Copyright © SystemEXE,Inc All Rights Reserved.</a:t>
            </a:r>
            <a:endParaRPr lang="ja-JP" altLang="en-US"/>
          </a:p>
        </p:txBody>
      </p:sp>
      <p:sp>
        <p:nvSpPr>
          <p:cNvPr id="3" name="スライド番号プレースホルダー 3">
            <a:extLst>
              <a:ext uri="{FF2B5EF4-FFF2-40B4-BE49-F238E27FC236}">
                <a16:creationId xmlns:a16="http://schemas.microsoft.com/office/drawing/2014/main" id="{9E076605-40FA-BE6D-C3BD-97FC6AAA1CCD}"/>
              </a:ext>
            </a:extLst>
          </p:cNvPr>
          <p:cNvSpPr>
            <a:spLocks noGrp="1"/>
          </p:cNvSpPr>
          <p:nvPr>
            <p:ph type="sldNum" sz="quarter" idx="12"/>
          </p:nvPr>
        </p:nvSpPr>
        <p:spPr>
          <a:xfrm>
            <a:off x="10752000" y="6552000"/>
            <a:ext cx="1440000" cy="216000"/>
          </a:xfrm>
        </p:spPr>
        <p:txBody>
          <a:bodyPr/>
          <a:lstStyle/>
          <a:p>
            <a:fld id="{26CA5134-5AAC-D342-B763-43605FECB385}" type="slidenum">
              <a:rPr kumimoji="1" lang="ja-JP" altLang="en-US" smtClean="0"/>
              <a:pPr/>
              <a:t>45</a:t>
            </a:fld>
            <a:endParaRPr kumimoji="1" lang="ja-JP" altLang="en-US" sz="700"/>
          </a:p>
        </p:txBody>
      </p:sp>
      <p:graphicFrame>
        <p:nvGraphicFramePr>
          <p:cNvPr id="4" name="表 3">
            <a:extLst>
              <a:ext uri="{FF2B5EF4-FFF2-40B4-BE49-F238E27FC236}">
                <a16:creationId xmlns:a16="http://schemas.microsoft.com/office/drawing/2014/main" id="{10B7530C-5627-A931-FBE6-AB25A3E9021E}"/>
              </a:ext>
            </a:extLst>
          </p:cNvPr>
          <p:cNvGraphicFramePr>
            <a:graphicFrameLocks noGrp="1"/>
          </p:cNvGraphicFramePr>
          <p:nvPr>
            <p:extLst>
              <p:ext uri="{D42A27DB-BD31-4B8C-83A1-F6EECF244321}">
                <p14:modId xmlns:p14="http://schemas.microsoft.com/office/powerpoint/2010/main" val="570584471"/>
              </p:ext>
            </p:extLst>
          </p:nvPr>
        </p:nvGraphicFramePr>
        <p:xfrm>
          <a:off x="575999" y="890863"/>
          <a:ext cx="11041198" cy="5427972"/>
        </p:xfrm>
        <a:graphic>
          <a:graphicData uri="http://schemas.openxmlformats.org/drawingml/2006/table">
            <a:tbl>
              <a:tblPr/>
              <a:tblGrid>
                <a:gridCol w="510701">
                  <a:extLst>
                    <a:ext uri="{9D8B030D-6E8A-4147-A177-3AD203B41FA5}">
                      <a16:colId xmlns:a16="http://schemas.microsoft.com/office/drawing/2014/main" val="20000"/>
                    </a:ext>
                  </a:extLst>
                </a:gridCol>
                <a:gridCol w="7122959">
                  <a:extLst>
                    <a:ext uri="{9D8B030D-6E8A-4147-A177-3AD203B41FA5}">
                      <a16:colId xmlns:a16="http://schemas.microsoft.com/office/drawing/2014/main" val="20002"/>
                    </a:ext>
                  </a:extLst>
                </a:gridCol>
                <a:gridCol w="1981386">
                  <a:extLst>
                    <a:ext uri="{9D8B030D-6E8A-4147-A177-3AD203B41FA5}">
                      <a16:colId xmlns:a16="http://schemas.microsoft.com/office/drawing/2014/main" val="20003"/>
                    </a:ext>
                  </a:extLst>
                </a:gridCol>
                <a:gridCol w="1426152">
                  <a:extLst>
                    <a:ext uri="{9D8B030D-6E8A-4147-A177-3AD203B41FA5}">
                      <a16:colId xmlns:a16="http://schemas.microsoft.com/office/drawing/2014/main" val="20005"/>
                    </a:ext>
                  </a:extLst>
                </a:gridCol>
              </a:tblGrid>
              <a:tr h="283043">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ja-JP" sz="1400" b="1" i="0" u="none" strike="noStrike" cap="none" normalizeH="0" baseline="0" dirty="0">
                          <a:ln>
                            <a:noFill/>
                          </a:ln>
                          <a:solidFill>
                            <a:schemeClr val="bg1"/>
                          </a:solidFill>
                          <a:effectLst/>
                          <a:latin typeface="游ゴシック" panose="020B0400000000000000" pitchFamily="50" charset="-128"/>
                          <a:ea typeface="游ゴシック" panose="020B0400000000000000" pitchFamily="50" charset="-128"/>
                          <a:cs typeface="Meiryo UI" pitchFamily="50" charset="-128"/>
                        </a:rPr>
                        <a:t>No</a:t>
                      </a:r>
                      <a:endParaRPr kumimoji="1" lang="ja-JP" altLang="en-US" sz="1400" b="1" i="0" u="none" strike="noStrike" cap="none" normalizeH="0" baseline="0" dirty="0">
                        <a:ln>
                          <a:noFill/>
                        </a:ln>
                        <a:solidFill>
                          <a:schemeClr val="bg1"/>
                        </a:solidFill>
                        <a:effectLst/>
                        <a:latin typeface="游ゴシック" panose="020B0400000000000000" pitchFamily="50" charset="-128"/>
                        <a:ea typeface="游ゴシック" panose="020B0400000000000000" pitchFamily="50" charset="-128"/>
                        <a:cs typeface="Meiryo UI" pitchFamily="50" charset="-128"/>
                      </a:endParaRPr>
                    </a:p>
                  </a:txBody>
                  <a:tcPr marL="36000" marR="36000" marT="36000" marB="36000" anchor="ctr" horzOverflow="overflow">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ja-JP" altLang="en-US" sz="1400" b="1" u="none" strike="noStrike" cap="none" normalizeH="0" baseline="0" dirty="0">
                          <a:ln>
                            <a:noFill/>
                          </a:ln>
                          <a:solidFill>
                            <a:schemeClr val="bg1"/>
                          </a:solidFill>
                          <a:effectLst/>
                          <a:latin typeface="游ゴシック" panose="020B0400000000000000" pitchFamily="50" charset="-128"/>
                          <a:ea typeface="游ゴシック" panose="020B0400000000000000" pitchFamily="50" charset="-128"/>
                          <a:cs typeface="Meiryo UI" panose="020B0604030504040204" pitchFamily="50" charset="-128"/>
                        </a:rPr>
                        <a:t>プロジェクト概要</a:t>
                      </a:r>
                      <a:endParaRPr kumimoji="1" lang="en-US" altLang="ja-JP" sz="1400" b="1" i="0" u="none" strike="noStrike" cap="none" normalizeH="0" baseline="0" dirty="0">
                        <a:ln>
                          <a:noFill/>
                        </a:ln>
                        <a:solidFill>
                          <a:schemeClr val="bg1"/>
                        </a:solidFill>
                        <a:effectLst/>
                        <a:latin typeface="游ゴシック" panose="020B0400000000000000" pitchFamily="50" charset="-128"/>
                        <a:ea typeface="游ゴシック" panose="020B0400000000000000" pitchFamily="50" charset="-128"/>
                        <a:cs typeface="Meiryo UI" pitchFamily="50" charset="-128"/>
                      </a:endParaRPr>
                    </a:p>
                  </a:txBody>
                  <a:tcPr marL="36000" marR="36000" marT="36000" marB="36000" anchor="ctr" horzOverflow="overflow">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ja-JP" altLang="en-US" sz="1400" b="1" u="none" strike="noStrike" cap="none" normalizeH="0" baseline="0">
                          <a:ln>
                            <a:noFill/>
                          </a:ln>
                          <a:solidFill>
                            <a:schemeClr val="bg1"/>
                          </a:solidFill>
                          <a:effectLst/>
                          <a:latin typeface="游ゴシック" panose="020B0400000000000000" pitchFamily="50" charset="-128"/>
                          <a:ea typeface="游ゴシック" panose="020B0400000000000000" pitchFamily="50" charset="-128"/>
                          <a:cs typeface="Meiryo UI" panose="020B0604030504040204" pitchFamily="50" charset="-128"/>
                        </a:rPr>
                        <a:t>環境</a:t>
                      </a:r>
                      <a:endParaRPr kumimoji="1" lang="ja-JP" altLang="en-US" sz="1400" b="1" i="0" u="none" strike="noStrike" cap="none" normalizeH="0" baseline="0">
                        <a:ln>
                          <a:noFill/>
                        </a:ln>
                        <a:solidFill>
                          <a:schemeClr val="bg1"/>
                        </a:solidFill>
                        <a:effectLst/>
                        <a:latin typeface="游ゴシック" panose="020B0400000000000000" pitchFamily="50" charset="-128"/>
                        <a:ea typeface="游ゴシック" panose="020B0400000000000000" pitchFamily="50" charset="-128"/>
                        <a:cs typeface="Meiryo UI" pitchFamily="50" charset="-128"/>
                      </a:endParaRPr>
                    </a:p>
                  </a:txBody>
                  <a:tcPr marL="36000" marR="36000" marT="36000" marB="36000" anchor="ctr" horzOverflow="overflow">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ja-JP" altLang="en-US" sz="1400" b="1" u="none" strike="noStrike" cap="none" normalizeH="0" baseline="0" dirty="0">
                          <a:ln>
                            <a:noFill/>
                          </a:ln>
                          <a:solidFill>
                            <a:schemeClr val="bg1"/>
                          </a:solidFill>
                          <a:effectLst/>
                          <a:latin typeface="游ゴシック" panose="020B0400000000000000" pitchFamily="50" charset="-128"/>
                          <a:ea typeface="游ゴシック" panose="020B0400000000000000" pitchFamily="50" charset="-128"/>
                          <a:cs typeface="Meiryo UI" panose="020B0604030504040204" pitchFamily="50" charset="-128"/>
                        </a:rPr>
                        <a:t>開発規模</a:t>
                      </a:r>
                      <a:endParaRPr kumimoji="1" lang="en-US" altLang="ja-JP" sz="1400" b="1" u="none" strike="noStrike" cap="none" normalizeH="0" baseline="0" dirty="0">
                        <a:ln>
                          <a:noFill/>
                        </a:ln>
                        <a:solidFill>
                          <a:schemeClr val="bg1"/>
                        </a:solidFill>
                        <a:effectLst/>
                        <a:latin typeface="游ゴシック" panose="020B0400000000000000" pitchFamily="50" charset="-128"/>
                        <a:ea typeface="游ゴシック" panose="020B0400000000000000" pitchFamily="50" charset="-128"/>
                        <a:cs typeface="Meiryo UI" panose="020B0604030504040204" pitchFamily="50" charset="-128"/>
                      </a:endParaRPr>
                    </a:p>
                  </a:txBody>
                  <a:tcPr marL="36000" marR="36000" marT="36000" marB="36000" anchor="ctr" horzOverflow="overflow">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00"/>
                  </a:ext>
                </a:extLst>
              </a:tr>
              <a:tr h="965346">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ja-JP" sz="1400" b="0" i="0" u="none" strike="noStrike" cap="none" normalizeH="0" baseline="0">
                          <a:ln>
                            <a:noFill/>
                          </a:ln>
                          <a:solidFill>
                            <a:schemeClr val="dk1"/>
                          </a:solidFill>
                          <a:effectLst/>
                          <a:latin typeface="游ゴシック" panose="020B0400000000000000" pitchFamily="50" charset="-128"/>
                          <a:ea typeface="游ゴシック" panose="020B0400000000000000" pitchFamily="50" charset="-128"/>
                          <a:cs typeface="Meiryo UI" pitchFamily="50" charset="-128"/>
                        </a:rPr>
                        <a:t>1</a:t>
                      </a:r>
                      <a:endParaRPr kumimoji="1" lang="ja-JP" altLang="en-US" sz="1400" b="0" i="0" u="none" strike="noStrike" cap="none" normalizeH="0" baseline="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endParaRPr>
                    </a:p>
                  </a:txBody>
                  <a:tcPr marL="36000" marR="36000" marT="36000" marB="36000" horzOverflow="overflow">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ja-JP" altLang="en-US" sz="1400" b="0" u="sng" strike="noStrike" cap="none" normalizeH="0" baseline="0" dirty="0">
                          <a:ln>
                            <a:noFill/>
                          </a:ln>
                          <a:effectLst/>
                          <a:latin typeface="游ゴシック" panose="020B0400000000000000" pitchFamily="50" charset="-128"/>
                          <a:ea typeface="游ゴシック" panose="020B0400000000000000" pitchFamily="50" charset="-128"/>
                          <a:cs typeface="Meiryo UI" panose="020B0604030504040204" pitchFamily="50" charset="-128"/>
                        </a:rPr>
                        <a:t>製品倉庫システム再構築</a:t>
                      </a:r>
                      <a:endParaRPr kumimoji="1" lang="en-US" altLang="ja-JP" sz="1400" b="0" u="sng" strike="noStrike" cap="none" normalizeH="0" baseline="0" dirty="0">
                        <a:ln>
                          <a:noFill/>
                        </a:ln>
                        <a:effectLst/>
                        <a:latin typeface="游ゴシック" panose="020B0400000000000000" pitchFamily="50" charset="-128"/>
                        <a:ea typeface="游ゴシック" panose="020B0400000000000000" pitchFamily="50" charset="-128"/>
                        <a:cs typeface="Meiryo UI" panose="020B0604030504040204" pitchFamily="50" charset="-128"/>
                      </a:endParaRPr>
                    </a:p>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ja-JP" sz="1400" b="0" u="none" strike="noStrike" cap="none" normalizeH="0" baseline="0" dirty="0">
                          <a:ln>
                            <a:noFill/>
                          </a:ln>
                          <a:effectLst/>
                          <a:latin typeface="游ゴシック" panose="020B0400000000000000" pitchFamily="50" charset="-128"/>
                          <a:ea typeface="游ゴシック" panose="020B0400000000000000" pitchFamily="50" charset="-128"/>
                          <a:cs typeface="Meiryo UI" panose="020B0604030504040204" pitchFamily="50" charset="-128"/>
                        </a:rPr>
                        <a:t>VB6.0</a:t>
                      </a:r>
                      <a:r>
                        <a:rPr kumimoji="1" lang="ja-JP" altLang="en-US" sz="1400" b="0" u="none" strike="noStrike" cap="none" normalizeH="0" baseline="0" dirty="0">
                          <a:ln>
                            <a:noFill/>
                          </a:ln>
                          <a:effectLst/>
                          <a:latin typeface="游ゴシック" panose="020B0400000000000000" pitchFamily="50" charset="-128"/>
                          <a:ea typeface="游ゴシック" panose="020B0400000000000000" pitchFamily="50" charset="-128"/>
                          <a:cs typeface="Meiryo UI" panose="020B0604030504040204" pitchFamily="50" charset="-128"/>
                        </a:rPr>
                        <a:t>で構築されたシステムを</a:t>
                      </a:r>
                      <a:r>
                        <a:rPr kumimoji="1" lang="en-US" altLang="ja-JP" sz="1400" b="0" u="none" strike="noStrike" cap="none" normalizeH="0" baseline="0" dirty="0">
                          <a:ln>
                            <a:noFill/>
                          </a:ln>
                          <a:effectLst/>
                          <a:latin typeface="游ゴシック" panose="020B0400000000000000" pitchFamily="50" charset="-128"/>
                          <a:ea typeface="游ゴシック" panose="020B0400000000000000" pitchFamily="50" charset="-128"/>
                          <a:cs typeface="Meiryo UI" panose="020B0604030504040204" pitchFamily="50" charset="-128"/>
                        </a:rPr>
                        <a:t>VB.NET</a:t>
                      </a:r>
                      <a:r>
                        <a:rPr kumimoji="1" lang="ja-JP" altLang="en-US" sz="1400" b="0" u="none" strike="noStrike" cap="none" normalizeH="0" baseline="0" dirty="0">
                          <a:ln>
                            <a:noFill/>
                          </a:ln>
                          <a:effectLst/>
                          <a:latin typeface="游ゴシック" panose="020B0400000000000000" pitchFamily="50" charset="-128"/>
                          <a:ea typeface="游ゴシック" panose="020B0400000000000000" pitchFamily="50" charset="-128"/>
                          <a:cs typeface="Meiryo UI" panose="020B0604030504040204" pitchFamily="50" charset="-128"/>
                        </a:rPr>
                        <a:t>で再構築。</a:t>
                      </a:r>
                      <a:endParaRPr kumimoji="1" lang="en-US" altLang="ja-JP" sz="1400" b="0" u="none" strike="noStrike" cap="none" normalizeH="0" baseline="0" dirty="0">
                        <a:ln>
                          <a:noFill/>
                        </a:ln>
                        <a:effectLst/>
                        <a:latin typeface="游ゴシック" panose="020B0400000000000000" pitchFamily="50" charset="-128"/>
                        <a:ea typeface="游ゴシック" panose="020B0400000000000000" pitchFamily="50" charset="-128"/>
                        <a:cs typeface="Meiryo UI" panose="020B0604030504040204" pitchFamily="50" charset="-128"/>
                      </a:endParaRPr>
                    </a:p>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ja-JP" sz="1400" b="0" u="none" strike="noStrike" cap="none" normalizeH="0" baseline="0" dirty="0">
                          <a:ln>
                            <a:noFill/>
                          </a:ln>
                          <a:effectLst/>
                          <a:latin typeface="游ゴシック" panose="020B0400000000000000" pitchFamily="50" charset="-128"/>
                          <a:ea typeface="游ゴシック" panose="020B0400000000000000" pitchFamily="50" charset="-128"/>
                          <a:cs typeface="Meiryo UI" panose="020B0604030504040204" pitchFamily="50" charset="-128"/>
                        </a:rPr>
                        <a:t>Windows Server 2008 R2 + Windows7 </a:t>
                      </a:r>
                      <a:r>
                        <a:rPr kumimoji="1" lang="ja-JP" altLang="en-US" sz="1400" b="0" u="none" strike="noStrike" cap="none" normalizeH="0" baseline="0" dirty="0">
                          <a:ln>
                            <a:noFill/>
                          </a:ln>
                          <a:effectLst/>
                          <a:latin typeface="游ゴシック" panose="020B0400000000000000" pitchFamily="50" charset="-128"/>
                          <a:ea typeface="游ゴシック" panose="020B0400000000000000" pitchFamily="50" charset="-128"/>
                          <a:cs typeface="Meiryo UI" panose="020B0604030504040204" pitchFamily="50" charset="-128"/>
                        </a:rPr>
                        <a:t>から </a:t>
                      </a:r>
                      <a:r>
                        <a:rPr kumimoji="1" lang="en-US" altLang="ja-JP" sz="1400" b="0" u="none" strike="noStrike" cap="none" normalizeH="0" baseline="0" dirty="0">
                          <a:ln>
                            <a:noFill/>
                          </a:ln>
                          <a:effectLst/>
                          <a:latin typeface="游ゴシック" panose="020B0400000000000000" pitchFamily="50" charset="-128"/>
                          <a:ea typeface="游ゴシック" panose="020B0400000000000000" pitchFamily="50" charset="-128"/>
                          <a:cs typeface="Meiryo UI" panose="020B0604030504040204" pitchFamily="50" charset="-128"/>
                        </a:rPr>
                        <a:t>Windows Server 2016 + Windows10</a:t>
                      </a:r>
                      <a:r>
                        <a:rPr kumimoji="1" lang="ja-JP" altLang="en-US" sz="1400" b="0" u="none" strike="noStrike" cap="none" normalizeH="0" baseline="0" dirty="0">
                          <a:ln>
                            <a:noFill/>
                          </a:ln>
                          <a:effectLst/>
                          <a:latin typeface="游ゴシック" panose="020B0400000000000000" pitchFamily="50" charset="-128"/>
                          <a:ea typeface="游ゴシック" panose="020B0400000000000000" pitchFamily="50" charset="-128"/>
                          <a:cs typeface="Meiryo UI" panose="020B0604030504040204" pitchFamily="50" charset="-128"/>
                        </a:rPr>
                        <a:t> への更新</a:t>
                      </a:r>
                      <a:endParaRPr kumimoji="1" lang="en-US" altLang="ja-JP" sz="1400" b="0" u="none" strike="noStrike" cap="none" normalizeH="0" baseline="0" dirty="0">
                        <a:ln>
                          <a:noFill/>
                        </a:ln>
                        <a:effectLst/>
                        <a:latin typeface="游ゴシック" panose="020B0400000000000000" pitchFamily="50" charset="-128"/>
                        <a:ea typeface="游ゴシック" panose="020B0400000000000000" pitchFamily="50" charset="-128"/>
                        <a:cs typeface="Meiryo UI" panose="020B0604030504040204" pitchFamily="50" charset="-128"/>
                      </a:endParaRPr>
                    </a:p>
                  </a:txBody>
                  <a:tcPr marL="36000" marR="36000" marT="36000" marB="36000" horzOverflow="overflow">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ja-JP"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OS: Windows</a:t>
                      </a:r>
                      <a:endParaRPr kumimoji="1" lang="ja-JP" altLang="en-US" sz="1400" b="0" i="0" u="none" strike="noStrike" cap="none" normalizeH="0" baseline="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endParaRPr>
                    </a:p>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ja-JP"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DB: Oracle</a:t>
                      </a:r>
                      <a:endParaRPr kumimoji="1" lang="ja-JP" altLang="en-US" sz="1400" b="0" i="0" u="none" strike="noStrike" cap="none" normalizeH="0" baseline="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endParaRPr>
                    </a:p>
                    <a:p>
                      <a:pPr marL="0" marR="0" lvl="0" indent="0" algn="l" defTabSz="914400" rtl="0" eaLnBrk="1" fontAlgn="base" latinLnBrk="0" hangingPunct="1">
                        <a:lnSpc>
                          <a:spcPct val="100000"/>
                        </a:lnSpc>
                        <a:spcBef>
                          <a:spcPct val="0"/>
                        </a:spcBef>
                        <a:spcAft>
                          <a:spcPct val="0"/>
                        </a:spcAft>
                        <a:buClrTx/>
                        <a:buSzTx/>
                        <a:buFontTx/>
                        <a:buNone/>
                        <a:tabLst/>
                      </a:pPr>
                      <a:r>
                        <a:rPr kumimoji="1" lang="ja-JP" altLang="en-US"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言語</a:t>
                      </a:r>
                      <a:r>
                        <a:rPr kumimoji="1" lang="en-US" altLang="ja-JP"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 VB.NET</a:t>
                      </a:r>
                    </a:p>
                    <a:p>
                      <a:pPr marL="0" marR="0" lvl="0" indent="0" algn="l" defTabSz="914400" rtl="0" eaLnBrk="1" fontAlgn="base" latinLnBrk="0" hangingPunct="1">
                        <a:lnSpc>
                          <a:spcPct val="100000"/>
                        </a:lnSpc>
                        <a:spcBef>
                          <a:spcPct val="0"/>
                        </a:spcBef>
                        <a:spcAft>
                          <a:spcPct val="0"/>
                        </a:spcAft>
                        <a:buClrTx/>
                        <a:buSzTx/>
                        <a:buFontTx/>
                        <a:buNone/>
                        <a:tabLst/>
                      </a:pPr>
                      <a:r>
                        <a:rPr kumimoji="1" lang="ja-JP" altLang="en-US"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その他</a:t>
                      </a:r>
                      <a:r>
                        <a:rPr kumimoji="1" lang="en-US" altLang="ja-JP"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 VB6</a:t>
                      </a:r>
                      <a:endParaRPr kumimoji="1" lang="ja-JP" altLang="en-US" sz="1400" b="0" i="0" u="none" strike="noStrike" cap="none" normalizeH="0" baseline="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endParaRPr>
                    </a:p>
                  </a:txBody>
                  <a:tcPr marL="36000" marR="36000" marT="36000" marB="36000" horzOverflow="overflow">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1" lang="en-US" altLang="ja-JP"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70</a:t>
                      </a:r>
                      <a:r>
                        <a:rPr kumimoji="1" lang="ja-JP" altLang="en-US"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人月</a:t>
                      </a:r>
                      <a:endParaRPr kumimoji="1" lang="en-US" altLang="ja-JP"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endParaRPr>
                    </a:p>
                    <a:p>
                      <a:pPr marL="0" marR="0" lvl="0" indent="0" algn="r" defTabSz="914400" rtl="0" eaLnBrk="1" fontAlgn="base" latinLnBrk="0" hangingPunct="1">
                        <a:lnSpc>
                          <a:spcPct val="100000"/>
                        </a:lnSpc>
                        <a:spcBef>
                          <a:spcPct val="0"/>
                        </a:spcBef>
                        <a:spcAft>
                          <a:spcPct val="0"/>
                        </a:spcAft>
                        <a:buClrTx/>
                        <a:buSzTx/>
                        <a:buFontTx/>
                        <a:buNone/>
                        <a:tabLst/>
                      </a:pPr>
                      <a:endParaRPr kumimoji="1" lang="ja-JP" altLang="en-US" sz="1400" b="0" i="0" u="none" strike="noStrike" cap="none" normalizeH="0" baseline="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endParaRPr>
                    </a:p>
                  </a:txBody>
                  <a:tcPr marL="72000" marR="72000" marT="36000" marB="36000" horzOverflow="overflow">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0004"/>
                  </a:ext>
                </a:extLst>
              </a:tr>
              <a:tr h="965346">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ja-JP" sz="1400" b="0" i="0" u="none" strike="noStrike" cap="none" normalizeH="0" baseline="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rPr>
                        <a:t>2</a:t>
                      </a:r>
                      <a:endParaRPr kumimoji="1" lang="ja-JP" altLang="en-US" sz="1400" b="0" i="0" u="none" strike="noStrike" cap="none" normalizeH="0" baseline="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endParaRPr>
                    </a:p>
                  </a:txBody>
                  <a:tcPr marL="36000" marR="36000" marT="36000" marB="36000" horzOverflow="overflow">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ja-JP" altLang="en-US" sz="1400" b="0" u="sng"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化学工場システム再構築</a:t>
                      </a:r>
                      <a:endParaRPr kumimoji="1" lang="en-US" altLang="ja-JP"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endParaRPr>
                    </a:p>
                    <a:p>
                      <a:pPr marL="0" marR="0" lvl="0" indent="0" algn="l" defTabSz="914400" rtl="0" eaLnBrk="1" fontAlgn="base" latinLnBrk="0" hangingPunct="1">
                        <a:lnSpc>
                          <a:spcPct val="100000"/>
                        </a:lnSpc>
                        <a:spcBef>
                          <a:spcPct val="0"/>
                        </a:spcBef>
                        <a:spcAft>
                          <a:spcPct val="0"/>
                        </a:spcAft>
                        <a:buClrTx/>
                        <a:buSzTx/>
                        <a:buFontTx/>
                        <a:buNone/>
                        <a:tabLst/>
                      </a:pPr>
                      <a:r>
                        <a:rPr kumimoji="1" lang="ja-JP" altLang="en-US"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化学工場にて稼働する製造工程に関わる４つのシステムを統合。レガシー</a:t>
                      </a:r>
                      <a:r>
                        <a:rPr kumimoji="1" lang="en-US" altLang="ja-JP"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ASP</a:t>
                      </a:r>
                      <a:r>
                        <a:rPr kumimoji="1" lang="ja-JP" altLang="en-US"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および</a:t>
                      </a:r>
                      <a:r>
                        <a:rPr kumimoji="1" lang="en-US" altLang="ja-JP"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VB</a:t>
                      </a:r>
                      <a:r>
                        <a:rPr kumimoji="1" lang="ja-JP" altLang="en-US"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で構築されているシステムを</a:t>
                      </a:r>
                      <a:r>
                        <a:rPr kumimoji="1" lang="en-US" altLang="ja-JP"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Java</a:t>
                      </a:r>
                      <a:r>
                        <a:rPr kumimoji="1" lang="ja-JP" altLang="en-US"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で再構築。</a:t>
                      </a:r>
                      <a:r>
                        <a:rPr kumimoji="1" lang="en-US" altLang="ja-JP"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Oracle11g </a:t>
                      </a:r>
                      <a:r>
                        <a:rPr kumimoji="1" lang="ja-JP" altLang="en-US"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から </a:t>
                      </a:r>
                      <a:r>
                        <a:rPr kumimoji="1" lang="en-US" altLang="ja-JP"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Oracle12c </a:t>
                      </a:r>
                      <a:r>
                        <a:rPr kumimoji="1" lang="ja-JP" altLang="en-US"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へのバージョンアップ対応も実施。</a:t>
                      </a:r>
                      <a:endParaRPr kumimoji="1" lang="en-US" altLang="ja-JP"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endParaRPr>
                    </a:p>
                  </a:txBody>
                  <a:tcPr marL="36000" marR="36000" marT="36000" marB="36000" horzOverflow="overflow">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ja-JP"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OS: Windows</a:t>
                      </a:r>
                      <a:endParaRPr kumimoji="1" lang="ja-JP" altLang="en-US" sz="1400" b="0" i="0" u="none" strike="noStrike" cap="none" normalizeH="0" baseline="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endParaRPr>
                    </a:p>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ja-JP"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DB: Oracle</a:t>
                      </a:r>
                      <a:endParaRPr kumimoji="1" lang="ja-JP" altLang="en-US" sz="1400" b="0" i="0" u="none" strike="noStrike" cap="none" normalizeH="0" baseline="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endParaRPr>
                    </a:p>
                    <a:p>
                      <a:pPr marL="0" marR="0" lvl="0" indent="0" algn="l" defTabSz="914400" rtl="0" eaLnBrk="1" fontAlgn="base" latinLnBrk="0" hangingPunct="1">
                        <a:lnSpc>
                          <a:spcPct val="100000"/>
                        </a:lnSpc>
                        <a:spcBef>
                          <a:spcPct val="0"/>
                        </a:spcBef>
                        <a:spcAft>
                          <a:spcPct val="0"/>
                        </a:spcAft>
                        <a:buClrTx/>
                        <a:buSzTx/>
                        <a:buFontTx/>
                        <a:buNone/>
                        <a:tabLst/>
                      </a:pPr>
                      <a:r>
                        <a:rPr kumimoji="1" lang="ja-JP" altLang="en-US"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言語</a:t>
                      </a:r>
                      <a:r>
                        <a:rPr kumimoji="1" lang="en-US" altLang="ja-JP"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 Java</a:t>
                      </a:r>
                    </a:p>
                    <a:p>
                      <a:pPr marL="0" marR="0" lvl="0" indent="0" algn="l" defTabSz="914400" rtl="0" eaLnBrk="1" fontAlgn="base" latinLnBrk="0" hangingPunct="1">
                        <a:lnSpc>
                          <a:spcPct val="100000"/>
                        </a:lnSpc>
                        <a:spcBef>
                          <a:spcPct val="0"/>
                        </a:spcBef>
                        <a:spcAft>
                          <a:spcPct val="0"/>
                        </a:spcAft>
                        <a:buClrTx/>
                        <a:buSzTx/>
                        <a:buFontTx/>
                        <a:buNone/>
                        <a:tabLst/>
                      </a:pPr>
                      <a:r>
                        <a:rPr kumimoji="1" lang="ja-JP" altLang="en-US"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その他</a:t>
                      </a:r>
                      <a:r>
                        <a:rPr kumimoji="1" lang="en-US" altLang="ja-JP"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 ASP,VB6</a:t>
                      </a:r>
                      <a:endParaRPr kumimoji="1" lang="ja-JP" altLang="en-US" sz="1400" b="0" i="0" u="none" strike="noStrike" cap="none" normalizeH="0" baseline="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endParaRPr>
                    </a:p>
                  </a:txBody>
                  <a:tcPr marL="36000" marR="36000" marT="36000" marB="36000" horzOverflow="overflow">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1" lang="en-US" altLang="ja-JP" sz="1400" b="0" i="0" u="none" strike="noStrike" cap="none" normalizeH="0" baseline="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rPr>
                        <a:t>170</a:t>
                      </a:r>
                      <a:r>
                        <a:rPr kumimoji="1" lang="ja-JP" altLang="en-US" sz="1400" b="0" i="0" u="none" strike="noStrike" cap="none" normalizeH="0" baseline="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rPr>
                        <a:t>人月</a:t>
                      </a:r>
                      <a:endParaRPr kumimoji="1" lang="en-US" altLang="ja-JP" sz="1400" b="0" i="0" u="none" strike="noStrike" cap="none" normalizeH="0" baseline="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endParaRPr>
                    </a:p>
                    <a:p>
                      <a:pPr marL="0" marR="0" lvl="0" indent="0" algn="r" defTabSz="914400" rtl="0" eaLnBrk="1" fontAlgn="base" latinLnBrk="0" hangingPunct="1">
                        <a:lnSpc>
                          <a:spcPct val="100000"/>
                        </a:lnSpc>
                        <a:spcBef>
                          <a:spcPct val="0"/>
                        </a:spcBef>
                        <a:spcAft>
                          <a:spcPct val="0"/>
                        </a:spcAft>
                        <a:buClrTx/>
                        <a:buSzTx/>
                        <a:buFontTx/>
                        <a:buNone/>
                        <a:tabLst/>
                      </a:pPr>
                      <a:endParaRPr kumimoji="1" lang="ja-JP" altLang="en-US" sz="1400" b="0" i="0" u="none" strike="noStrike" cap="none" normalizeH="0" baseline="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endParaRPr>
                    </a:p>
                  </a:txBody>
                  <a:tcPr marL="72000" marR="72000" marT="36000" marB="36000" horzOverflow="overflow">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3260929575"/>
                  </a:ext>
                </a:extLst>
              </a:tr>
              <a:tr h="787300">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ja-JP" sz="1400" b="0" i="0" u="none" strike="noStrike" cap="none" normalizeH="0" baseline="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rPr>
                        <a:t>3</a:t>
                      </a:r>
                      <a:endParaRPr kumimoji="1" lang="ja-JP" altLang="en-US" sz="1400" b="0" i="0" u="none" strike="noStrike" cap="none" normalizeH="0" baseline="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endParaRPr>
                    </a:p>
                  </a:txBody>
                  <a:tcPr marL="36000" marR="36000" marT="36000" marB="36000" horzOverflow="overflow">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ja-JP" altLang="en-US" sz="1400" b="0" u="sng" strike="noStrike" cap="none" normalizeH="0" baseline="0">
                          <a:ln>
                            <a:noFill/>
                          </a:ln>
                          <a:solidFill>
                            <a:srgbClr val="000000"/>
                          </a:solidFill>
                          <a:effectLst/>
                          <a:latin typeface="游ゴシック" panose="020B0400000000000000" pitchFamily="50" charset="-128"/>
                          <a:ea typeface="游ゴシック" panose="020B0400000000000000" pitchFamily="50" charset="-128"/>
                          <a:cs typeface="Meiryo UI" panose="020B0604030504040204" pitchFamily="50" charset="-128"/>
                        </a:rPr>
                        <a:t>千葉品質管理システム再構築</a:t>
                      </a:r>
                      <a:endParaRPr kumimoji="1" lang="en-US" altLang="ja-JP" sz="1400" b="0" u="none" strike="noStrike" cap="none" normalizeH="0" baseline="0">
                        <a:ln>
                          <a:noFill/>
                        </a:ln>
                        <a:solidFill>
                          <a:srgbClr val="000000"/>
                        </a:solidFill>
                        <a:effectLst/>
                        <a:latin typeface="游ゴシック" panose="020B0400000000000000" pitchFamily="50" charset="-128"/>
                        <a:ea typeface="游ゴシック" panose="020B0400000000000000" pitchFamily="50" charset="-128"/>
                        <a:cs typeface="Meiryo UI" panose="020B0604030504040204" pitchFamily="50" charset="-128"/>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ja-JP" altLang="en-US"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化学工場にて稼働する品質管理に関わる５つのシステムを統合。レガシー</a:t>
                      </a:r>
                      <a:r>
                        <a:rPr kumimoji="1" lang="en-US" altLang="ja-JP"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ASP</a:t>
                      </a:r>
                      <a:r>
                        <a:rPr kumimoji="1" lang="ja-JP" altLang="en-US"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および</a:t>
                      </a:r>
                      <a:r>
                        <a:rPr kumimoji="1" lang="en-US" altLang="ja-JP"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VB</a:t>
                      </a:r>
                      <a:r>
                        <a:rPr kumimoji="1" lang="ja-JP" altLang="en-US"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で構築されているシステムを</a:t>
                      </a:r>
                      <a:r>
                        <a:rPr kumimoji="1" lang="en-US" altLang="ja-JP"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Java</a:t>
                      </a:r>
                      <a:r>
                        <a:rPr kumimoji="1" lang="ja-JP" altLang="en-US"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で再構築。</a:t>
                      </a:r>
                      <a:endParaRPr kumimoji="1" lang="en-US" altLang="ja-JP"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endParaRPr>
                    </a:p>
                  </a:txBody>
                  <a:tcPr marL="36000" marR="36000" marT="36000" marB="36000" horzOverflow="overflow">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marL="0" marR="0" lvl="0" indent="0" algn="l" defTabSz="914400" rtl="0" eaLnBrk="1" fontAlgn="base" latinLnBrk="1" hangingPunct="1">
                        <a:lnSpc>
                          <a:spcPct val="100000"/>
                        </a:lnSpc>
                        <a:spcBef>
                          <a:spcPct val="0"/>
                        </a:spcBef>
                        <a:spcAft>
                          <a:spcPct val="10000"/>
                        </a:spcAft>
                        <a:buClrTx/>
                        <a:buSzPct val="70000"/>
                        <a:buFont typeface="Wingdings" pitchFamily="2" charset="2"/>
                        <a:buNone/>
                        <a:tabLst/>
                        <a:defRPr/>
                      </a:pPr>
                      <a:r>
                        <a:rPr kumimoji="1" lang="en-US" altLang="ja-JP" sz="1400" b="0" i="0" u="none" strike="noStrike" cap="none" normalizeH="0" baseline="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rPr>
                        <a:t>OS: Windows</a:t>
                      </a:r>
                    </a:p>
                    <a:p>
                      <a:pPr marL="0" marR="0" lvl="0" indent="0" algn="l" defTabSz="914400" rtl="0" eaLnBrk="1" fontAlgn="base" latinLnBrk="1" hangingPunct="1">
                        <a:lnSpc>
                          <a:spcPct val="100000"/>
                        </a:lnSpc>
                        <a:spcBef>
                          <a:spcPct val="0"/>
                        </a:spcBef>
                        <a:spcAft>
                          <a:spcPct val="10000"/>
                        </a:spcAft>
                        <a:buClrTx/>
                        <a:buSzPct val="70000"/>
                        <a:buFont typeface="Wingdings" pitchFamily="2" charset="2"/>
                        <a:buNone/>
                        <a:tabLst/>
                        <a:defRPr/>
                      </a:pPr>
                      <a:r>
                        <a:rPr kumimoji="1" lang="en-US" altLang="ja-JP" sz="1400" b="0" i="0" u="none" strike="noStrike" cap="none" normalizeH="0" baseline="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rPr>
                        <a:t>DB: Oracle</a:t>
                      </a:r>
                    </a:p>
                    <a:p>
                      <a:pPr marL="0" marR="0" lvl="0" indent="0" algn="l" defTabSz="914400" rtl="0" eaLnBrk="1" fontAlgn="base" latinLnBrk="1" hangingPunct="1">
                        <a:lnSpc>
                          <a:spcPct val="100000"/>
                        </a:lnSpc>
                        <a:spcBef>
                          <a:spcPct val="0"/>
                        </a:spcBef>
                        <a:spcAft>
                          <a:spcPct val="10000"/>
                        </a:spcAft>
                        <a:buClrTx/>
                        <a:buSzPct val="70000"/>
                        <a:buFont typeface="Wingdings" pitchFamily="2" charset="2"/>
                        <a:buNone/>
                        <a:tabLst/>
                        <a:defRPr/>
                      </a:pPr>
                      <a:r>
                        <a:rPr kumimoji="1" lang="ja-JP" altLang="en-US" sz="1400" b="0" i="0" u="none" strike="noStrike" cap="none" normalizeH="0" baseline="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rPr>
                        <a:t>言語</a:t>
                      </a:r>
                      <a:r>
                        <a:rPr kumimoji="1" lang="en-US" altLang="ja-JP" sz="1400" b="0" i="0" u="none" strike="noStrike" cap="none" normalizeH="0" baseline="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rPr>
                        <a:t>: Java</a:t>
                      </a:r>
                    </a:p>
                  </a:txBody>
                  <a:tcPr marL="36000" marR="36000" marT="36000" marB="36000" horzOverflow="overflow">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1" lang="en-US" altLang="ja-JP" sz="1400" b="0" i="0" u="none" strike="noStrike" cap="none" normalizeH="0" baseline="0" dirty="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rPr>
                        <a:t>120</a:t>
                      </a:r>
                      <a:r>
                        <a:rPr kumimoji="1" lang="ja-JP" altLang="en-US" sz="1400" b="0" i="0" u="none" strike="noStrike" cap="none" normalizeH="0" baseline="0" dirty="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rPr>
                        <a:t>人月</a:t>
                      </a:r>
                    </a:p>
                  </a:txBody>
                  <a:tcPr marL="36000" marR="36000" marT="36000" marB="36000" horzOverflow="overflow">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2085136893"/>
                  </a:ext>
                </a:extLst>
              </a:tr>
              <a:tr h="742788">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ja-JP" sz="1400" b="0" i="0" u="none" strike="noStrike" cap="none" normalizeH="0" baseline="0" dirty="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rPr>
                        <a:t>4</a:t>
                      </a:r>
                      <a:endParaRPr kumimoji="1" lang="ja-JP" altLang="en-US" sz="1400" b="0" i="0" u="none" strike="noStrike" cap="none" normalizeH="0" baseline="0" dirty="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endParaRPr>
                    </a:p>
                  </a:txBody>
                  <a:tcPr marL="36000" marR="36000" marT="36000" marB="36000" horzOverflow="overflow">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marL="0" indent="0">
                        <a:spcBef>
                          <a:spcPts val="0"/>
                        </a:spcBef>
                        <a:buFont typeface="Wingdings" panose="05000000000000000000" pitchFamily="2" charset="2"/>
                        <a:buNone/>
                      </a:pPr>
                      <a:r>
                        <a:rPr kumimoji="1" lang="ja-JP" altLang="en-US" sz="1400" b="0" u="sng" dirty="0">
                          <a:latin typeface="游ゴシック" panose="020B0400000000000000" pitchFamily="50" charset="-128"/>
                          <a:ea typeface="游ゴシック" panose="020B0400000000000000" pitchFamily="50" charset="-128"/>
                        </a:rPr>
                        <a:t>千葉運転管理システム構築</a:t>
                      </a:r>
                      <a:endParaRPr kumimoji="1" lang="en-US" altLang="ja-JP" sz="1400" b="0" u="sng" dirty="0">
                        <a:latin typeface="游ゴシック" panose="020B0400000000000000" pitchFamily="50" charset="-128"/>
                        <a:ea typeface="游ゴシック" panose="020B0400000000000000" pitchFamily="50" charset="-128"/>
                      </a:endParaRPr>
                    </a:p>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ja-JP" sz="1400" b="0" u="none" strike="noStrike" cap="none" normalizeH="0" baseline="0" dirty="0">
                          <a:ln>
                            <a:noFill/>
                          </a:ln>
                          <a:effectLst/>
                          <a:latin typeface="游ゴシック" panose="020B0400000000000000" pitchFamily="50" charset="-128"/>
                          <a:ea typeface="+mn-ea"/>
                          <a:cs typeface="Meiryo UI" panose="020B0604030504040204" pitchFamily="50" charset="-128"/>
                        </a:rPr>
                        <a:t>VB6.0</a:t>
                      </a:r>
                      <a:r>
                        <a:rPr kumimoji="1" lang="ja-JP" altLang="en-US" sz="1400" b="0" u="none" strike="noStrike" cap="none" normalizeH="0" baseline="0" dirty="0">
                          <a:ln>
                            <a:noFill/>
                          </a:ln>
                          <a:effectLst/>
                          <a:latin typeface="游ゴシック" panose="020B0400000000000000" pitchFamily="50" charset="-128"/>
                          <a:ea typeface="+mn-ea"/>
                          <a:cs typeface="Meiryo UI" panose="020B0604030504040204" pitchFamily="50" charset="-128"/>
                        </a:rPr>
                        <a:t>で構築されたシステムを</a:t>
                      </a:r>
                      <a:r>
                        <a:rPr kumimoji="1" lang="en-US" altLang="ja-JP" sz="1400" b="0" u="none" strike="noStrike" cap="none" normalizeH="0" baseline="0" dirty="0">
                          <a:ln>
                            <a:noFill/>
                          </a:ln>
                          <a:effectLst/>
                          <a:latin typeface="游ゴシック" panose="020B0400000000000000" pitchFamily="50" charset="-128"/>
                          <a:ea typeface="+mn-ea"/>
                          <a:cs typeface="Meiryo UI" panose="020B0604030504040204" pitchFamily="50" charset="-128"/>
                        </a:rPr>
                        <a:t>VB.NET</a:t>
                      </a:r>
                      <a:r>
                        <a:rPr kumimoji="1" lang="ja-JP" altLang="en-US" sz="1400" b="0" u="none" strike="noStrike" cap="none" normalizeH="0" baseline="0" dirty="0">
                          <a:ln>
                            <a:noFill/>
                          </a:ln>
                          <a:effectLst/>
                          <a:latin typeface="游ゴシック" panose="020B0400000000000000" pitchFamily="50" charset="-128"/>
                          <a:ea typeface="+mn-ea"/>
                          <a:cs typeface="Meiryo UI" panose="020B0604030504040204" pitchFamily="50" charset="-128"/>
                        </a:rPr>
                        <a:t>で再構築。</a:t>
                      </a:r>
                      <a:endParaRPr kumimoji="1" lang="en-US" altLang="ja-JP" sz="1400" b="0" u="none" strike="noStrike" cap="none" normalizeH="0" baseline="0" dirty="0">
                        <a:ln>
                          <a:noFill/>
                        </a:ln>
                        <a:effectLst/>
                        <a:latin typeface="游ゴシック" panose="020B0400000000000000" pitchFamily="50" charset="-128"/>
                        <a:ea typeface="+mn-ea"/>
                        <a:cs typeface="Meiryo UI" panose="020B0604030504040204" pitchFamily="50" charset="-128"/>
                      </a:endParaRPr>
                    </a:p>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ja-JP" sz="1400" b="0" u="none" strike="noStrike" cap="none" normalizeH="0" baseline="0" dirty="0">
                          <a:ln>
                            <a:noFill/>
                          </a:ln>
                          <a:effectLst/>
                          <a:latin typeface="游ゴシック" panose="020B0400000000000000" pitchFamily="50" charset="-128"/>
                          <a:ea typeface="+mn-ea"/>
                          <a:cs typeface="Meiryo UI" panose="020B0604030504040204" pitchFamily="50" charset="-128"/>
                        </a:rPr>
                        <a:t>Windows Server 2008 R2 + Windows7 </a:t>
                      </a:r>
                      <a:r>
                        <a:rPr kumimoji="1" lang="ja-JP" altLang="en-US" sz="1400" b="0" u="none" strike="noStrike" cap="none" normalizeH="0" baseline="0" dirty="0">
                          <a:ln>
                            <a:noFill/>
                          </a:ln>
                          <a:effectLst/>
                          <a:latin typeface="游ゴシック" panose="020B0400000000000000" pitchFamily="50" charset="-128"/>
                          <a:ea typeface="+mn-ea"/>
                          <a:cs typeface="Meiryo UI" panose="020B0604030504040204" pitchFamily="50" charset="-128"/>
                        </a:rPr>
                        <a:t>から </a:t>
                      </a:r>
                      <a:r>
                        <a:rPr kumimoji="1" lang="en-US" altLang="ja-JP" sz="1400" b="0" u="none" strike="noStrike" cap="none" normalizeH="0" baseline="0" dirty="0">
                          <a:ln>
                            <a:noFill/>
                          </a:ln>
                          <a:effectLst/>
                          <a:latin typeface="游ゴシック" panose="020B0400000000000000" pitchFamily="50" charset="-128"/>
                          <a:ea typeface="+mn-ea"/>
                          <a:cs typeface="Meiryo UI" panose="020B0604030504040204" pitchFamily="50" charset="-128"/>
                        </a:rPr>
                        <a:t>Windows Server 2016 + Windows10</a:t>
                      </a:r>
                      <a:r>
                        <a:rPr kumimoji="1" lang="ja-JP" altLang="en-US" sz="1400" b="0" u="none" strike="noStrike" cap="none" normalizeH="0" baseline="0" dirty="0">
                          <a:ln>
                            <a:noFill/>
                          </a:ln>
                          <a:effectLst/>
                          <a:latin typeface="游ゴシック" panose="020B0400000000000000" pitchFamily="50" charset="-128"/>
                          <a:ea typeface="+mn-ea"/>
                          <a:cs typeface="Meiryo UI" panose="020B0604030504040204" pitchFamily="50" charset="-128"/>
                        </a:rPr>
                        <a:t> への更新</a:t>
                      </a:r>
                      <a:endParaRPr kumimoji="1" lang="en-US" altLang="ja-JP" sz="1400" b="0" u="none" strike="noStrike" cap="none" normalizeH="0" baseline="0" dirty="0">
                        <a:ln>
                          <a:noFill/>
                        </a:ln>
                        <a:effectLst/>
                        <a:latin typeface="游ゴシック" panose="020B0400000000000000" pitchFamily="50" charset="-128"/>
                        <a:ea typeface="+mn-ea"/>
                        <a:cs typeface="Meiryo UI" panose="020B0604030504040204" pitchFamily="50" charset="-128"/>
                      </a:endParaRPr>
                    </a:p>
                  </a:txBody>
                  <a:tcPr marL="36000" marR="36000" marT="36000" marB="36000" horzOverflow="overflow">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ja-JP" sz="1400" b="0" u="none" strike="noStrike" cap="none" normalizeH="0" baseline="0">
                          <a:ln>
                            <a:noFill/>
                          </a:ln>
                          <a:effectLst/>
                          <a:latin typeface="游ゴシック" panose="020B0400000000000000" pitchFamily="50" charset="-128"/>
                          <a:ea typeface="+mn-ea"/>
                          <a:cs typeface="Meiryo UI" panose="020B0604030504040204" pitchFamily="50" charset="-128"/>
                        </a:rPr>
                        <a:t>OS: Windows</a:t>
                      </a:r>
                      <a:endParaRPr kumimoji="1" lang="ja-JP" altLang="en-US" sz="1400" b="0" i="0" u="none" strike="noStrike" cap="none" normalizeH="0" baseline="0">
                        <a:ln>
                          <a:noFill/>
                        </a:ln>
                        <a:solidFill>
                          <a:schemeClr val="tx1"/>
                        </a:solidFill>
                        <a:effectLst/>
                        <a:latin typeface="游ゴシック" panose="020B0400000000000000" pitchFamily="50" charset="-128"/>
                        <a:ea typeface="+mn-ea"/>
                        <a:cs typeface="Meiryo UI" pitchFamily="50" charset="-128"/>
                      </a:endParaRPr>
                    </a:p>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ja-JP" sz="1400" b="0" u="none" strike="noStrike" cap="none" normalizeH="0" baseline="0">
                          <a:ln>
                            <a:noFill/>
                          </a:ln>
                          <a:effectLst/>
                          <a:latin typeface="游ゴシック" panose="020B0400000000000000" pitchFamily="50" charset="-128"/>
                          <a:ea typeface="+mn-ea"/>
                          <a:cs typeface="Meiryo UI" panose="020B0604030504040204" pitchFamily="50" charset="-128"/>
                        </a:rPr>
                        <a:t>DB: Oracle</a:t>
                      </a:r>
                      <a:endParaRPr kumimoji="1" lang="ja-JP" altLang="en-US" sz="1400" b="0" i="0" u="none" strike="noStrike" cap="none" normalizeH="0" baseline="0">
                        <a:ln>
                          <a:noFill/>
                        </a:ln>
                        <a:solidFill>
                          <a:schemeClr val="tx1"/>
                        </a:solidFill>
                        <a:effectLst/>
                        <a:latin typeface="游ゴシック" panose="020B0400000000000000" pitchFamily="50" charset="-128"/>
                        <a:ea typeface="+mn-ea"/>
                        <a:cs typeface="Meiryo UI" pitchFamily="50" charset="-128"/>
                      </a:endParaRPr>
                    </a:p>
                    <a:p>
                      <a:pPr marL="0" marR="0" lvl="0" indent="0" algn="l" defTabSz="914400" rtl="0" eaLnBrk="1" fontAlgn="base" latinLnBrk="0" hangingPunct="1">
                        <a:lnSpc>
                          <a:spcPct val="100000"/>
                        </a:lnSpc>
                        <a:spcBef>
                          <a:spcPct val="0"/>
                        </a:spcBef>
                        <a:spcAft>
                          <a:spcPct val="0"/>
                        </a:spcAft>
                        <a:buClrTx/>
                        <a:buSzTx/>
                        <a:buFontTx/>
                        <a:buNone/>
                        <a:tabLst/>
                      </a:pPr>
                      <a:r>
                        <a:rPr kumimoji="1" lang="ja-JP" altLang="en-US" sz="1400" b="0" u="none" strike="noStrike" cap="none" normalizeH="0" baseline="0">
                          <a:ln>
                            <a:noFill/>
                          </a:ln>
                          <a:effectLst/>
                          <a:latin typeface="游ゴシック" panose="020B0400000000000000" pitchFamily="50" charset="-128"/>
                          <a:ea typeface="+mn-ea"/>
                          <a:cs typeface="Meiryo UI" panose="020B0604030504040204" pitchFamily="50" charset="-128"/>
                        </a:rPr>
                        <a:t>言語</a:t>
                      </a:r>
                      <a:r>
                        <a:rPr kumimoji="1" lang="en-US" altLang="ja-JP" sz="1400" b="0" u="none" strike="noStrike" cap="none" normalizeH="0" baseline="0">
                          <a:ln>
                            <a:noFill/>
                          </a:ln>
                          <a:effectLst/>
                          <a:latin typeface="游ゴシック" panose="020B0400000000000000" pitchFamily="50" charset="-128"/>
                          <a:ea typeface="+mn-ea"/>
                          <a:cs typeface="Meiryo UI" panose="020B0604030504040204" pitchFamily="50" charset="-128"/>
                        </a:rPr>
                        <a:t>: VB.NET</a:t>
                      </a:r>
                    </a:p>
                    <a:p>
                      <a:pPr marL="0" marR="0" lvl="0" indent="0" algn="l" defTabSz="914400" rtl="0" eaLnBrk="1" fontAlgn="base" latinLnBrk="0" hangingPunct="1">
                        <a:lnSpc>
                          <a:spcPct val="100000"/>
                        </a:lnSpc>
                        <a:spcBef>
                          <a:spcPct val="0"/>
                        </a:spcBef>
                        <a:spcAft>
                          <a:spcPct val="0"/>
                        </a:spcAft>
                        <a:buClrTx/>
                        <a:buSzTx/>
                        <a:buFontTx/>
                        <a:buNone/>
                        <a:tabLst/>
                      </a:pPr>
                      <a:r>
                        <a:rPr kumimoji="1" lang="ja-JP" altLang="en-US" sz="1400" b="0" u="none" strike="noStrike" cap="none" normalizeH="0" baseline="0">
                          <a:ln>
                            <a:noFill/>
                          </a:ln>
                          <a:effectLst/>
                          <a:latin typeface="游ゴシック" panose="020B0400000000000000" pitchFamily="50" charset="-128"/>
                          <a:ea typeface="+mn-ea"/>
                          <a:cs typeface="Meiryo UI" panose="020B0604030504040204" pitchFamily="50" charset="-128"/>
                        </a:rPr>
                        <a:t>その他</a:t>
                      </a:r>
                      <a:r>
                        <a:rPr kumimoji="1" lang="en-US" altLang="ja-JP" sz="1400" b="0" u="none" strike="noStrike" cap="none" normalizeH="0" baseline="0">
                          <a:ln>
                            <a:noFill/>
                          </a:ln>
                          <a:effectLst/>
                          <a:latin typeface="游ゴシック" panose="020B0400000000000000" pitchFamily="50" charset="-128"/>
                          <a:ea typeface="+mn-ea"/>
                          <a:cs typeface="Meiryo UI" panose="020B0604030504040204" pitchFamily="50" charset="-128"/>
                        </a:rPr>
                        <a:t>: VB6</a:t>
                      </a:r>
                      <a:endParaRPr kumimoji="1" lang="en-US" altLang="ja-JP" sz="1400" b="0" u="none" strike="noStrike" cap="none" normalizeH="0" baseline="0">
                        <a:ln>
                          <a:noFill/>
                        </a:ln>
                        <a:solidFill>
                          <a:srgbClr val="000000"/>
                        </a:solidFill>
                        <a:effectLst/>
                        <a:latin typeface="游ゴシック" panose="020B0400000000000000" pitchFamily="50" charset="-128"/>
                        <a:ea typeface="游ゴシック" panose="020B0400000000000000" pitchFamily="50" charset="-128"/>
                        <a:cs typeface="Meiryo UI" panose="020B0604030504040204" pitchFamily="50" charset="-128"/>
                      </a:endParaRPr>
                    </a:p>
                  </a:txBody>
                  <a:tcPr marL="36000" marR="36000" marT="36000" marB="36000" horzOverflow="overflow">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1" lang="en-US" altLang="ja-JP" sz="1400" b="0" i="0" u="none" strike="noStrike" cap="none" normalizeH="0" baseline="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rPr>
                        <a:t>420</a:t>
                      </a:r>
                      <a:r>
                        <a:rPr kumimoji="1" lang="ja-JP" altLang="en-US" sz="1400" b="0" i="0" u="none" strike="noStrike" cap="none" normalizeH="0" baseline="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rPr>
                        <a:t>人月</a:t>
                      </a:r>
                    </a:p>
                  </a:txBody>
                  <a:tcPr marL="36000" marR="36000" marT="36000" marB="36000" horzOverflow="overflow">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3637695766"/>
                  </a:ext>
                </a:extLst>
              </a:tr>
              <a:tr h="756392">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ja-JP" sz="1400" b="0" i="0" u="none" strike="noStrike" cap="none" normalizeH="0" baseline="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rPr>
                        <a:t>5</a:t>
                      </a:r>
                      <a:endParaRPr kumimoji="1" lang="ja-JP" altLang="en-US" sz="1400" b="0" i="0" u="none" strike="noStrike" cap="none" normalizeH="0" baseline="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endParaRPr>
                    </a:p>
                  </a:txBody>
                  <a:tcPr marL="36000" marR="36000" marT="36000" marB="36000" horzOverflow="overflow">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marL="0" indent="0">
                        <a:spcBef>
                          <a:spcPts val="0"/>
                        </a:spcBef>
                        <a:buFont typeface="Wingdings" panose="05000000000000000000" pitchFamily="2" charset="2"/>
                        <a:buNone/>
                      </a:pPr>
                      <a:r>
                        <a:rPr kumimoji="1" lang="ja-JP" altLang="en-US" sz="1400" b="0" u="sng">
                          <a:latin typeface="游ゴシック" panose="020B0400000000000000" pitchFamily="50" charset="-128"/>
                          <a:ea typeface="游ゴシック" panose="020B0400000000000000" pitchFamily="50" charset="-128"/>
                        </a:rPr>
                        <a:t>黒本ポータル構築</a:t>
                      </a:r>
                      <a:endParaRPr kumimoji="1" lang="en-US" altLang="ja-JP" sz="1400" b="0" u="sng">
                        <a:latin typeface="游ゴシック" panose="020B0400000000000000" pitchFamily="50" charset="-128"/>
                        <a:ea typeface="游ゴシック" panose="020B0400000000000000" pitchFamily="50" charset="-128"/>
                      </a:endParaRPr>
                    </a:p>
                    <a:p>
                      <a:pPr marL="0" marR="0" lvl="0" indent="0" algn="l" defTabSz="914400" rtl="0" eaLnBrk="1" fontAlgn="base" latinLnBrk="0" hangingPunct="1">
                        <a:lnSpc>
                          <a:spcPct val="100000"/>
                        </a:lnSpc>
                        <a:spcBef>
                          <a:spcPct val="0"/>
                        </a:spcBef>
                        <a:spcAft>
                          <a:spcPct val="0"/>
                        </a:spcAft>
                        <a:buClrTx/>
                        <a:buSzTx/>
                        <a:buFontTx/>
                        <a:buNone/>
                        <a:tabLst/>
                      </a:pPr>
                      <a:r>
                        <a:rPr kumimoji="1" lang="ja-JP" altLang="en-US" sz="1400" b="0" u="none" strike="noStrike" cap="none" normalizeH="0" baseline="0">
                          <a:ln>
                            <a:noFill/>
                          </a:ln>
                          <a:effectLst/>
                          <a:latin typeface="游ゴシック" panose="020B0400000000000000" pitchFamily="50" charset="-128"/>
                          <a:ea typeface="+mn-ea"/>
                          <a:cs typeface="Meiryo UI" panose="020B0604030504040204" pitchFamily="50" charset="-128"/>
                        </a:rPr>
                        <a:t>日々の点検業務で使用している点検表（冊子＜黒本＞）を</a:t>
                      </a:r>
                      <a:r>
                        <a:rPr kumimoji="1" lang="en-US" altLang="ja-JP" sz="1400" b="0" u="none" strike="noStrike" cap="none" normalizeH="0" baseline="0">
                          <a:ln>
                            <a:noFill/>
                          </a:ln>
                          <a:effectLst/>
                          <a:latin typeface="游ゴシック" panose="020B0400000000000000" pitchFamily="50" charset="-128"/>
                          <a:ea typeface="+mn-ea"/>
                          <a:cs typeface="Meiryo UI" panose="020B0604030504040204" pitchFamily="50" charset="-128"/>
                        </a:rPr>
                        <a:t>Web</a:t>
                      </a:r>
                      <a:r>
                        <a:rPr kumimoji="1" lang="ja-JP" altLang="en-US" sz="1400" b="0" u="none" strike="noStrike" cap="none" normalizeH="0" baseline="0">
                          <a:ln>
                            <a:noFill/>
                          </a:ln>
                          <a:effectLst/>
                          <a:latin typeface="游ゴシック" panose="020B0400000000000000" pitchFamily="50" charset="-128"/>
                          <a:ea typeface="+mn-ea"/>
                          <a:cs typeface="Meiryo UI" panose="020B0604030504040204" pitchFamily="50" charset="-128"/>
                        </a:rPr>
                        <a:t>化</a:t>
                      </a:r>
                      <a:endParaRPr kumimoji="1" lang="en-US" altLang="ja-JP" sz="1400" b="0" u="none" strike="noStrike" cap="none" normalizeH="0" baseline="0">
                        <a:ln>
                          <a:noFill/>
                        </a:ln>
                        <a:effectLst/>
                        <a:latin typeface="游ゴシック" panose="020B0400000000000000" pitchFamily="50" charset="-128"/>
                        <a:ea typeface="+mn-ea"/>
                        <a:cs typeface="Meiryo UI" panose="020B0604030504040204" pitchFamily="50" charset="-128"/>
                      </a:endParaRPr>
                    </a:p>
                  </a:txBody>
                  <a:tcPr marL="36000" marR="36000" marT="36000" marB="36000" horzOverflow="overflow">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marL="0" marR="0" lvl="0" indent="0" algn="l" defTabSz="914400" rtl="0" eaLnBrk="1" fontAlgn="base" latinLnBrk="1" hangingPunct="1">
                        <a:lnSpc>
                          <a:spcPct val="100000"/>
                        </a:lnSpc>
                        <a:spcBef>
                          <a:spcPct val="0"/>
                        </a:spcBef>
                        <a:spcAft>
                          <a:spcPct val="0"/>
                        </a:spcAft>
                        <a:buClrTx/>
                        <a:buSzTx/>
                        <a:buFontTx/>
                        <a:buNone/>
                        <a:tabLst/>
                      </a:pPr>
                      <a:r>
                        <a:rPr kumimoji="1" lang="en-US" altLang="ja-JP" sz="1400" b="0" u="none" strike="noStrike" cap="none" normalizeH="0" baseline="0">
                          <a:ln>
                            <a:noFill/>
                          </a:ln>
                          <a:solidFill>
                            <a:srgbClr val="000000"/>
                          </a:solidFill>
                          <a:effectLst/>
                          <a:latin typeface="游ゴシック" panose="020B0400000000000000" pitchFamily="50" charset="-128"/>
                          <a:ea typeface="+mn-ea"/>
                          <a:cs typeface="Meiryo UI" panose="020B0604030504040204" pitchFamily="50" charset="-128"/>
                        </a:rPr>
                        <a:t>OS: Linux</a:t>
                      </a:r>
                    </a:p>
                    <a:p>
                      <a:pPr marL="0" marR="0" lvl="0" indent="0" algn="l" defTabSz="914400" rtl="0" eaLnBrk="1" fontAlgn="base" latinLnBrk="1" hangingPunct="1">
                        <a:lnSpc>
                          <a:spcPct val="100000"/>
                        </a:lnSpc>
                        <a:spcBef>
                          <a:spcPct val="0"/>
                        </a:spcBef>
                        <a:spcAft>
                          <a:spcPct val="0"/>
                        </a:spcAft>
                        <a:buClrTx/>
                        <a:buSzTx/>
                        <a:buFontTx/>
                        <a:buNone/>
                        <a:tabLst/>
                      </a:pPr>
                      <a:r>
                        <a:rPr kumimoji="1" lang="en-US" altLang="ja-JP" sz="1400" b="0" u="none" strike="noStrike" cap="none" normalizeH="0" baseline="0">
                          <a:ln>
                            <a:noFill/>
                          </a:ln>
                          <a:solidFill>
                            <a:srgbClr val="000000"/>
                          </a:solidFill>
                          <a:effectLst/>
                          <a:latin typeface="游ゴシック" panose="020B0400000000000000" pitchFamily="50" charset="-128"/>
                          <a:ea typeface="+mn-ea"/>
                          <a:cs typeface="Meiryo UI" panose="020B0604030504040204" pitchFamily="50" charset="-128"/>
                        </a:rPr>
                        <a:t>DB: MySQL</a:t>
                      </a:r>
                    </a:p>
                    <a:p>
                      <a:pPr marL="0" marR="0" lvl="0" indent="0" algn="l" defTabSz="914400" rtl="0" eaLnBrk="1" fontAlgn="base" latinLnBrk="1" hangingPunct="1">
                        <a:lnSpc>
                          <a:spcPct val="100000"/>
                        </a:lnSpc>
                        <a:spcBef>
                          <a:spcPct val="0"/>
                        </a:spcBef>
                        <a:spcAft>
                          <a:spcPct val="0"/>
                        </a:spcAft>
                        <a:buClrTx/>
                        <a:buSzTx/>
                        <a:buFontTx/>
                        <a:buNone/>
                        <a:tabLst/>
                      </a:pPr>
                      <a:r>
                        <a:rPr kumimoji="1" lang="ja-JP" altLang="en-US" sz="1400" b="0" u="none" strike="noStrike" cap="none" normalizeH="0" baseline="0">
                          <a:ln>
                            <a:noFill/>
                          </a:ln>
                          <a:solidFill>
                            <a:srgbClr val="000000"/>
                          </a:solidFill>
                          <a:effectLst/>
                          <a:latin typeface="游ゴシック" panose="020B0400000000000000" pitchFamily="50" charset="-128"/>
                          <a:ea typeface="+mn-ea"/>
                          <a:cs typeface="Meiryo UI" panose="020B0604030504040204" pitchFamily="50" charset="-128"/>
                        </a:rPr>
                        <a:t>言語</a:t>
                      </a:r>
                      <a:r>
                        <a:rPr kumimoji="1" lang="en-US" altLang="ja-JP" sz="1400" b="0" u="none" strike="noStrike" cap="none" normalizeH="0" baseline="0">
                          <a:ln>
                            <a:noFill/>
                          </a:ln>
                          <a:solidFill>
                            <a:srgbClr val="000000"/>
                          </a:solidFill>
                          <a:effectLst/>
                          <a:latin typeface="游ゴシック" panose="020B0400000000000000" pitchFamily="50" charset="-128"/>
                          <a:ea typeface="+mn-ea"/>
                          <a:cs typeface="Meiryo UI" panose="020B0604030504040204" pitchFamily="50" charset="-128"/>
                        </a:rPr>
                        <a:t>: Java</a:t>
                      </a:r>
                    </a:p>
                  </a:txBody>
                  <a:tcPr marL="36000" marR="36000" marT="36000" marB="36000" horzOverflow="overflow">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1" lang="en-US" altLang="ja-JP" sz="1400" b="0" i="0" u="none" strike="noStrike" cap="none" normalizeH="0" baseline="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rPr>
                        <a:t>20</a:t>
                      </a:r>
                      <a:r>
                        <a:rPr kumimoji="1" lang="ja-JP" altLang="en-US" sz="1400" b="0" i="0" u="none" strike="noStrike" cap="none" normalizeH="0" baseline="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rPr>
                        <a:t>人月</a:t>
                      </a:r>
                    </a:p>
                  </a:txBody>
                  <a:tcPr marL="36000" marR="36000" marT="36000" marB="36000" horzOverflow="overflow">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4029561531"/>
                  </a:ext>
                </a:extLst>
              </a:tr>
              <a:tr h="742788">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ja-JP" sz="1400" b="0" i="0" u="none" strike="noStrike" cap="none" normalizeH="0" baseline="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rPr>
                        <a:t>6</a:t>
                      </a:r>
                      <a:endParaRPr kumimoji="1" lang="ja-JP" altLang="en-US" sz="1400" b="0" i="0" u="none" strike="noStrike" cap="none" normalizeH="0" baseline="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endParaRPr>
                    </a:p>
                  </a:txBody>
                  <a:tcPr marL="36000" marR="36000" marT="36000" marB="36000" horzOverflow="overflow">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marL="0" indent="0">
                        <a:spcBef>
                          <a:spcPts val="0"/>
                        </a:spcBef>
                        <a:buFont typeface="Wingdings" panose="05000000000000000000" pitchFamily="2" charset="2"/>
                        <a:buNone/>
                      </a:pPr>
                      <a:r>
                        <a:rPr kumimoji="1" lang="en-US" altLang="ja-JP" sz="1400" b="0" u="sng" strike="noStrike" cap="none" normalizeH="0" baseline="0">
                          <a:ln>
                            <a:noFill/>
                          </a:ln>
                          <a:solidFill>
                            <a:srgbClr val="000000"/>
                          </a:solidFill>
                          <a:effectLst/>
                          <a:latin typeface="游ゴシック" panose="020B0400000000000000" pitchFamily="50" charset="-128"/>
                          <a:ea typeface="游ゴシック" panose="020B0400000000000000" pitchFamily="50" charset="-128"/>
                          <a:cs typeface="Meiryo UI" panose="020B0604030504040204" pitchFamily="50" charset="-128"/>
                        </a:rPr>
                        <a:t>IFC</a:t>
                      </a:r>
                      <a:r>
                        <a:rPr kumimoji="1" lang="ja-JP" altLang="en-US" sz="1400" b="0" u="sng" strike="noStrike" cap="none" normalizeH="0" baseline="0">
                          <a:ln>
                            <a:noFill/>
                          </a:ln>
                          <a:solidFill>
                            <a:srgbClr val="000000"/>
                          </a:solidFill>
                          <a:effectLst/>
                          <a:latin typeface="游ゴシック" panose="020B0400000000000000" pitchFamily="50" charset="-128"/>
                          <a:ea typeface="游ゴシック" panose="020B0400000000000000" pitchFamily="50" charset="-128"/>
                          <a:cs typeface="Meiryo UI" panose="020B0604030504040204" pitchFamily="50" charset="-128"/>
                        </a:rPr>
                        <a:t>生産委託ポータル構築</a:t>
                      </a:r>
                      <a:endParaRPr kumimoji="1" lang="en-US" altLang="ja-JP" sz="1400" b="0" u="sng" strike="noStrike" cap="none" normalizeH="0" baseline="0">
                        <a:ln>
                          <a:noFill/>
                        </a:ln>
                        <a:solidFill>
                          <a:srgbClr val="000000"/>
                        </a:solidFill>
                        <a:effectLst/>
                        <a:latin typeface="游ゴシック" panose="020B0400000000000000" pitchFamily="50" charset="-128"/>
                        <a:ea typeface="游ゴシック" panose="020B0400000000000000" pitchFamily="50" charset="-128"/>
                        <a:cs typeface="Meiryo UI" panose="020B0604030504040204" pitchFamily="50" charset="-128"/>
                      </a:endParaRPr>
                    </a:p>
                    <a:p>
                      <a:pPr marL="0" indent="0">
                        <a:spcBef>
                          <a:spcPts val="0"/>
                        </a:spcBef>
                        <a:buFont typeface="Wingdings" panose="05000000000000000000" pitchFamily="2" charset="2"/>
                        <a:buNone/>
                      </a:pPr>
                      <a:r>
                        <a:rPr kumimoji="1" lang="ja-JP" altLang="en-US" sz="1400" b="0" u="none" strike="noStrike" cap="none" normalizeH="0" baseline="0">
                          <a:ln>
                            <a:noFill/>
                          </a:ln>
                          <a:effectLst/>
                          <a:latin typeface="游ゴシック" panose="020B0400000000000000" pitchFamily="50" charset="-128"/>
                          <a:ea typeface="+mn-ea"/>
                          <a:cs typeface="Meiryo UI" panose="020B0604030504040204" pitchFamily="50" charset="-128"/>
                        </a:rPr>
                        <a:t>製造委託先に向けて、購買発注</a:t>
                      </a:r>
                      <a:r>
                        <a:rPr kumimoji="1" lang="en-US" altLang="ja-JP" sz="1400" b="0" u="none" strike="noStrike" cap="none" normalizeH="0" baseline="0">
                          <a:ln>
                            <a:noFill/>
                          </a:ln>
                          <a:effectLst/>
                          <a:latin typeface="游ゴシック" panose="020B0400000000000000" pitchFamily="50" charset="-128"/>
                          <a:ea typeface="+mn-ea"/>
                          <a:cs typeface="Meiryo UI" panose="020B0604030504040204" pitchFamily="50" charset="-128"/>
                        </a:rPr>
                        <a:t>(</a:t>
                      </a:r>
                      <a:r>
                        <a:rPr kumimoji="1" lang="ja-JP" altLang="en-US" sz="1400" b="0" u="none" strike="noStrike" cap="none" normalizeH="0" baseline="0">
                          <a:ln>
                            <a:noFill/>
                          </a:ln>
                          <a:effectLst/>
                          <a:latin typeface="游ゴシック" panose="020B0400000000000000" pitchFamily="50" charset="-128"/>
                          <a:ea typeface="+mn-ea"/>
                          <a:cs typeface="Meiryo UI" panose="020B0604030504040204" pitchFamily="50" charset="-128"/>
                        </a:rPr>
                        <a:t>オーダー</a:t>
                      </a:r>
                      <a:r>
                        <a:rPr kumimoji="1" lang="en-US" altLang="ja-JP" sz="1400" b="0" u="none" strike="noStrike" cap="none" normalizeH="0" baseline="0">
                          <a:ln>
                            <a:noFill/>
                          </a:ln>
                          <a:effectLst/>
                          <a:latin typeface="游ゴシック" panose="020B0400000000000000" pitchFamily="50" charset="-128"/>
                          <a:ea typeface="+mn-ea"/>
                          <a:cs typeface="Meiryo UI" panose="020B0604030504040204" pitchFamily="50" charset="-128"/>
                        </a:rPr>
                        <a:t>)</a:t>
                      </a:r>
                      <a:r>
                        <a:rPr kumimoji="1" lang="ja-JP" altLang="en-US" sz="1400" b="0" u="none" strike="noStrike" cap="none" normalizeH="0" baseline="0">
                          <a:ln>
                            <a:noFill/>
                          </a:ln>
                          <a:effectLst/>
                          <a:latin typeface="游ゴシック" panose="020B0400000000000000" pitchFamily="50" charset="-128"/>
                          <a:ea typeface="+mn-ea"/>
                          <a:cs typeface="Meiryo UI" panose="020B0604030504040204" pitchFamily="50" charset="-128"/>
                        </a:rPr>
                        <a:t>業務をポータルシステムを構築</a:t>
                      </a:r>
                      <a:endParaRPr kumimoji="1" lang="en-US" altLang="ja-JP" sz="1400" b="0" u="none" strike="noStrike" cap="none" normalizeH="0" baseline="0">
                        <a:ln>
                          <a:noFill/>
                        </a:ln>
                        <a:solidFill>
                          <a:srgbClr val="000000"/>
                        </a:solidFill>
                        <a:effectLst/>
                        <a:latin typeface="游ゴシック" panose="020B0400000000000000" pitchFamily="50" charset="-128"/>
                        <a:ea typeface="游ゴシック" panose="020B0400000000000000" pitchFamily="50" charset="-128"/>
                        <a:cs typeface="Meiryo UI" panose="020B0604030504040204" pitchFamily="50" charset="-128"/>
                      </a:endParaRPr>
                    </a:p>
                  </a:txBody>
                  <a:tcPr marL="36000" marR="36000" marT="36000" marB="36000" horzOverflow="overflow">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marL="0" marR="0" lvl="0" indent="0" algn="l" defTabSz="914400" rtl="0" eaLnBrk="1" fontAlgn="base" latinLnBrk="1" hangingPunct="1">
                        <a:lnSpc>
                          <a:spcPct val="100000"/>
                        </a:lnSpc>
                        <a:spcBef>
                          <a:spcPct val="0"/>
                        </a:spcBef>
                        <a:spcAft>
                          <a:spcPct val="0"/>
                        </a:spcAft>
                        <a:buClrTx/>
                        <a:buSzTx/>
                        <a:buFontTx/>
                        <a:buNone/>
                        <a:tabLst/>
                      </a:pPr>
                      <a:r>
                        <a:rPr kumimoji="1" lang="en-US" altLang="ja-JP" sz="1400" b="0" u="none" strike="noStrike" cap="none" normalizeH="0" baseline="0">
                          <a:ln>
                            <a:noFill/>
                          </a:ln>
                          <a:solidFill>
                            <a:srgbClr val="000000"/>
                          </a:solidFill>
                          <a:effectLst/>
                          <a:latin typeface="游ゴシック" panose="020B0400000000000000" pitchFamily="50" charset="-128"/>
                          <a:ea typeface="游ゴシック" panose="020B0400000000000000" pitchFamily="50" charset="-128"/>
                          <a:cs typeface="Meiryo UI" panose="020B0604030504040204" pitchFamily="50" charset="-128"/>
                        </a:rPr>
                        <a:t>OS: Linux</a:t>
                      </a:r>
                    </a:p>
                    <a:p>
                      <a:pPr marL="0" marR="0" lvl="0" indent="0" algn="l" defTabSz="914400" rtl="0" eaLnBrk="1" fontAlgn="base" latinLnBrk="1" hangingPunct="1">
                        <a:lnSpc>
                          <a:spcPct val="100000"/>
                        </a:lnSpc>
                        <a:spcBef>
                          <a:spcPct val="0"/>
                        </a:spcBef>
                        <a:spcAft>
                          <a:spcPct val="0"/>
                        </a:spcAft>
                        <a:buClrTx/>
                        <a:buSzTx/>
                        <a:buFontTx/>
                        <a:buNone/>
                        <a:tabLst/>
                      </a:pPr>
                      <a:r>
                        <a:rPr kumimoji="1" lang="en-US" altLang="ja-JP" sz="1400" b="0" u="none" strike="noStrike" cap="none" normalizeH="0" baseline="0">
                          <a:ln>
                            <a:noFill/>
                          </a:ln>
                          <a:solidFill>
                            <a:srgbClr val="000000"/>
                          </a:solidFill>
                          <a:effectLst/>
                          <a:latin typeface="游ゴシック" panose="020B0400000000000000" pitchFamily="50" charset="-128"/>
                          <a:ea typeface="游ゴシック" panose="020B0400000000000000" pitchFamily="50" charset="-128"/>
                          <a:cs typeface="Meiryo UI" panose="020B0604030504040204" pitchFamily="50" charset="-128"/>
                        </a:rPr>
                        <a:t>DB: MySQL</a:t>
                      </a:r>
                    </a:p>
                    <a:p>
                      <a:pPr marL="0" marR="0" lvl="0" indent="0" algn="l" defTabSz="914400" rtl="0" eaLnBrk="1" fontAlgn="base" latinLnBrk="1" hangingPunct="1">
                        <a:lnSpc>
                          <a:spcPct val="100000"/>
                        </a:lnSpc>
                        <a:spcBef>
                          <a:spcPct val="0"/>
                        </a:spcBef>
                        <a:spcAft>
                          <a:spcPct val="0"/>
                        </a:spcAft>
                        <a:buClrTx/>
                        <a:buSzTx/>
                        <a:buFontTx/>
                        <a:buNone/>
                        <a:tabLst/>
                      </a:pPr>
                      <a:r>
                        <a:rPr kumimoji="1" lang="ja-JP" altLang="en-US" sz="1400" b="0" u="none" strike="noStrike" cap="none" normalizeH="0" baseline="0">
                          <a:ln>
                            <a:noFill/>
                          </a:ln>
                          <a:solidFill>
                            <a:srgbClr val="000000"/>
                          </a:solidFill>
                          <a:effectLst/>
                          <a:latin typeface="游ゴシック" panose="020B0400000000000000" pitchFamily="50" charset="-128"/>
                          <a:ea typeface="游ゴシック" panose="020B0400000000000000" pitchFamily="50" charset="-128"/>
                          <a:cs typeface="Meiryo UI" panose="020B0604030504040204" pitchFamily="50" charset="-128"/>
                        </a:rPr>
                        <a:t>言語</a:t>
                      </a:r>
                      <a:r>
                        <a:rPr kumimoji="1" lang="en-US" altLang="ja-JP" sz="1400" b="0" u="none" strike="noStrike" cap="none" normalizeH="0" baseline="0">
                          <a:ln>
                            <a:noFill/>
                          </a:ln>
                          <a:solidFill>
                            <a:srgbClr val="000000"/>
                          </a:solidFill>
                          <a:effectLst/>
                          <a:latin typeface="游ゴシック" panose="020B0400000000000000" pitchFamily="50" charset="-128"/>
                          <a:ea typeface="游ゴシック" panose="020B0400000000000000" pitchFamily="50" charset="-128"/>
                          <a:cs typeface="Meiryo UI" panose="020B0604030504040204" pitchFamily="50" charset="-128"/>
                        </a:rPr>
                        <a:t>: Java</a:t>
                      </a:r>
                    </a:p>
                  </a:txBody>
                  <a:tcPr marL="36000" marR="36000" marT="36000" marB="36000" horzOverflow="overflow">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1" lang="en-US" altLang="ja-JP" sz="1400" b="0" i="0" u="none" strike="noStrike" cap="none" normalizeH="0" baseline="0" dirty="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rPr>
                        <a:t>21</a:t>
                      </a:r>
                      <a:r>
                        <a:rPr kumimoji="1" lang="ja-JP" altLang="en-US" sz="1400" b="0" i="0" u="none" strike="noStrike" cap="none" normalizeH="0" baseline="0" dirty="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rPr>
                        <a:t>人月</a:t>
                      </a:r>
                    </a:p>
                  </a:txBody>
                  <a:tcPr marL="36000" marR="36000" marT="36000" marB="36000" horzOverflow="overflow">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2441170676"/>
                  </a:ext>
                </a:extLst>
              </a:tr>
            </a:tbl>
          </a:graphicData>
        </a:graphic>
      </p:graphicFrame>
    </p:spTree>
    <p:extLst>
      <p:ext uri="{BB962C8B-B14F-4D97-AF65-F5344CB8AC3E}">
        <p14:creationId xmlns:p14="http://schemas.microsoft.com/office/powerpoint/2010/main" val="390482873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BE5AFBB-40C2-496D-B346-2F35D7574253}"/>
              </a:ext>
            </a:extLst>
          </p:cNvPr>
          <p:cNvSpPr>
            <a:spLocks noGrp="1"/>
          </p:cNvSpPr>
          <p:nvPr>
            <p:ph type="title"/>
          </p:nvPr>
        </p:nvSpPr>
        <p:spPr/>
        <p:txBody>
          <a:bodyPr/>
          <a:lstStyle/>
          <a:p>
            <a:r>
              <a:rPr lang="en-US" altLang="ja-JP" dirty="0"/>
              <a:t>12-3</a:t>
            </a:r>
            <a:r>
              <a:rPr lang="ja-JP" altLang="en-US" dirty="0"/>
              <a:t>．貴社</a:t>
            </a:r>
            <a:r>
              <a:rPr kumimoji="1" lang="ja-JP" altLang="en-US" dirty="0"/>
              <a:t>プロジェクトにおける主な開発実績</a:t>
            </a:r>
          </a:p>
        </p:txBody>
      </p:sp>
      <p:graphicFrame>
        <p:nvGraphicFramePr>
          <p:cNvPr id="7" name="表 4">
            <a:extLst>
              <a:ext uri="{FF2B5EF4-FFF2-40B4-BE49-F238E27FC236}">
                <a16:creationId xmlns:a16="http://schemas.microsoft.com/office/drawing/2014/main" id="{BB6B71FF-5C15-68C7-E9F5-F540AF6E8B10}"/>
              </a:ext>
            </a:extLst>
          </p:cNvPr>
          <p:cNvGraphicFramePr>
            <a:graphicFrameLocks noGrp="1"/>
          </p:cNvGraphicFramePr>
          <p:nvPr>
            <p:extLst>
              <p:ext uri="{D42A27DB-BD31-4B8C-83A1-F6EECF244321}">
                <p14:modId xmlns:p14="http://schemas.microsoft.com/office/powerpoint/2010/main" val="3928069585"/>
              </p:ext>
            </p:extLst>
          </p:nvPr>
        </p:nvGraphicFramePr>
        <p:xfrm>
          <a:off x="575400" y="864000"/>
          <a:ext cx="11041200" cy="5148000"/>
        </p:xfrm>
        <a:graphic>
          <a:graphicData uri="http://schemas.openxmlformats.org/drawingml/2006/table">
            <a:tbl>
              <a:tblPr firstRow="1" bandRow="1">
                <a:tableStyleId>{5C22544A-7EE6-4342-B048-85BDC9FD1C3A}</a:tableStyleId>
              </a:tblPr>
              <a:tblGrid>
                <a:gridCol w="736080">
                  <a:extLst>
                    <a:ext uri="{9D8B030D-6E8A-4147-A177-3AD203B41FA5}">
                      <a16:colId xmlns:a16="http://schemas.microsoft.com/office/drawing/2014/main" val="788139100"/>
                    </a:ext>
                  </a:extLst>
                </a:gridCol>
                <a:gridCol w="8096880">
                  <a:extLst>
                    <a:ext uri="{9D8B030D-6E8A-4147-A177-3AD203B41FA5}">
                      <a16:colId xmlns:a16="http://schemas.microsoft.com/office/drawing/2014/main" val="3829192621"/>
                    </a:ext>
                  </a:extLst>
                </a:gridCol>
                <a:gridCol w="2208240">
                  <a:extLst>
                    <a:ext uri="{9D8B030D-6E8A-4147-A177-3AD203B41FA5}">
                      <a16:colId xmlns:a16="http://schemas.microsoft.com/office/drawing/2014/main" val="1020064100"/>
                    </a:ext>
                  </a:extLst>
                </a:gridCol>
              </a:tblGrid>
              <a:tr h="396000">
                <a:tc>
                  <a:txBody>
                    <a:bodyPr/>
                    <a:lstStyle/>
                    <a:p>
                      <a:pPr algn="ctr"/>
                      <a:r>
                        <a:rPr kumimoji="1" lang="en-US" altLang="ja-JP" sz="1400">
                          <a:latin typeface="+mn-ea"/>
                          <a:ea typeface="+mn-ea"/>
                        </a:rPr>
                        <a:t>#</a:t>
                      </a:r>
                      <a:endParaRPr kumimoji="1" lang="ja-JP" altLang="en-US" sz="1400">
                        <a:latin typeface="+mn-ea"/>
                        <a:ea typeface="+mn-ea"/>
                      </a:endParaRPr>
                    </a:p>
                  </a:txBody>
                  <a:tcPr anchor="ctr">
                    <a:lnL w="12700" cmpd="sng">
                      <a:noFill/>
                    </a:lnL>
                    <a:lnR w="12700" cmpd="sng">
                      <a:noFill/>
                    </a:lnR>
                    <a:lnT w="12700" cmpd="sng">
                      <a:noFill/>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kumimoji="1" lang="ja-JP" altLang="en-US" sz="1400" dirty="0">
                          <a:latin typeface="+mn-ea"/>
                          <a:ea typeface="+mn-ea"/>
                        </a:rPr>
                        <a:t>案件名</a:t>
                      </a:r>
                    </a:p>
                  </a:txBody>
                  <a:tcPr anchor="ctr">
                    <a:lnL w="12700" cmpd="sng">
                      <a:noFill/>
                    </a:lnL>
                    <a:lnR w="12700" cmpd="sng">
                      <a:noFill/>
                    </a:lnR>
                    <a:lnT w="12700" cmpd="sng">
                      <a:noFill/>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r>
                        <a:rPr kumimoji="1" lang="ja-JP" altLang="en-US" sz="1400">
                          <a:latin typeface="+mn-ea"/>
                          <a:ea typeface="+mn-ea"/>
                        </a:rPr>
                        <a:t>ご対応部署</a:t>
                      </a:r>
                    </a:p>
                  </a:txBody>
                  <a:tcPr anchor="ctr">
                    <a:lnL w="12700" cmpd="sng">
                      <a:noFill/>
                    </a:lnL>
                    <a:lnR w="12700" cmpd="sng">
                      <a:noFill/>
                    </a:lnR>
                    <a:lnT w="12700" cmpd="sng">
                      <a:noFill/>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681146360"/>
                  </a:ext>
                </a:extLst>
              </a:tr>
              <a:tr h="396000">
                <a:tc>
                  <a:txBody>
                    <a:bodyPr/>
                    <a:lstStyle/>
                    <a:p>
                      <a:pPr algn="ctr"/>
                      <a:r>
                        <a:rPr kumimoji="1" lang="ja-JP" altLang="en-US" sz="1400" dirty="0">
                          <a:latin typeface="+mn-ea"/>
                          <a:ea typeface="+mn-ea"/>
                        </a:rPr>
                        <a:t>１</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a:latin typeface="+mn-ea"/>
                          <a:ea typeface="+mn-ea"/>
                        </a:rPr>
                        <a:t>海外企業情報取得アプリケーション開発</a:t>
                      </a:r>
                      <a:endParaRPr kumimoji="1" lang="en-US" altLang="ja-JP" sz="1200">
                        <a:latin typeface="+mn-ea"/>
                        <a:ea typeface="+mn-ea"/>
                      </a:endParaRP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a:latin typeface="+mn-ea"/>
                          <a:ea typeface="+mn-ea"/>
                        </a:rPr>
                        <a:t>業務変革一課</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04694972"/>
                  </a:ext>
                </a:extLst>
              </a:tr>
              <a:tr h="396000">
                <a:tc>
                  <a:txBody>
                    <a:bodyPr/>
                    <a:lstStyle/>
                    <a:p>
                      <a:pPr algn="ctr"/>
                      <a:r>
                        <a:rPr kumimoji="1" lang="ja-JP" altLang="en-US" sz="1400">
                          <a:latin typeface="+mn-ea"/>
                          <a:ea typeface="+mn-ea"/>
                        </a:rPr>
                        <a:t>２</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a:latin typeface="+mn-ea"/>
                          <a:ea typeface="+mn-ea"/>
                        </a:rPr>
                        <a:t>期末報奨金計算機能再構築</a:t>
                      </a:r>
                      <a:endParaRPr kumimoji="1" lang="en-US" altLang="ja-JP" sz="1200">
                        <a:latin typeface="+mn-ea"/>
                        <a:ea typeface="+mn-ea"/>
                      </a:endParaRP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a:latin typeface="+mn-ea"/>
                          <a:ea typeface="+mn-ea"/>
                        </a:rPr>
                        <a:t>業務変革二課</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90386390"/>
                  </a:ext>
                </a:extLst>
              </a:tr>
              <a:tr h="396000">
                <a:tc>
                  <a:txBody>
                    <a:bodyPr/>
                    <a:lstStyle/>
                    <a:p>
                      <a:pPr algn="ctr"/>
                      <a:r>
                        <a:rPr kumimoji="1" lang="en-US" altLang="ja-JP" sz="1400">
                          <a:latin typeface="+mn-ea"/>
                          <a:ea typeface="+mn-ea"/>
                        </a:rPr>
                        <a:t>3</a:t>
                      </a:r>
                      <a:endParaRPr kumimoji="1" lang="ja-JP" altLang="en-US" sz="1400">
                        <a:latin typeface="+mn-ea"/>
                        <a:ea typeface="+mn-ea"/>
                      </a:endParaRP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a:latin typeface="+mn-ea"/>
                          <a:ea typeface="+mn-ea"/>
                        </a:rPr>
                        <a:t>黒本電子化に伴うシステム開発（黒本ポータル）</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a:latin typeface="+mn-ea"/>
                          <a:ea typeface="+mn-ea"/>
                        </a:rPr>
                        <a:t>業務変革二課</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13886788"/>
                  </a:ext>
                </a:extLst>
              </a:tr>
              <a:tr h="396000">
                <a:tc>
                  <a:txBody>
                    <a:bodyPr/>
                    <a:lstStyle/>
                    <a:p>
                      <a:pPr algn="ctr"/>
                      <a:r>
                        <a:rPr kumimoji="1" lang="en-US" altLang="ja-JP" sz="1400">
                          <a:latin typeface="+mn-ea"/>
                          <a:ea typeface="+mn-ea"/>
                        </a:rPr>
                        <a:t>4</a:t>
                      </a:r>
                      <a:endParaRPr kumimoji="1" lang="ja-JP" altLang="en-US" sz="1400">
                        <a:latin typeface="+mn-ea"/>
                        <a:ea typeface="+mn-ea"/>
                      </a:endParaRP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a:latin typeface="+mn-ea"/>
                          <a:ea typeface="+mn-ea"/>
                        </a:rPr>
                        <a:t>販売系業務システム</a:t>
                      </a:r>
                      <a:r>
                        <a:rPr kumimoji="1" lang="en-US" altLang="ja-JP" sz="1400">
                          <a:latin typeface="+mn-ea"/>
                          <a:ea typeface="+mn-ea"/>
                        </a:rPr>
                        <a:t>HUB</a:t>
                      </a:r>
                      <a:r>
                        <a:rPr kumimoji="1" lang="ja-JP" altLang="en-US" sz="1400">
                          <a:latin typeface="+mn-ea"/>
                          <a:ea typeface="+mn-ea"/>
                        </a:rPr>
                        <a:t>処理　　</a:t>
                      </a:r>
                      <a:r>
                        <a:rPr kumimoji="1" lang="en-US" altLang="ja-JP" sz="1400">
                          <a:latin typeface="+mn-ea"/>
                          <a:ea typeface="+mn-ea"/>
                        </a:rPr>
                        <a:t>※</a:t>
                      </a:r>
                      <a:r>
                        <a:rPr kumimoji="1" lang="ja-JP" altLang="en-US" sz="1400">
                          <a:latin typeface="+mn-ea"/>
                          <a:ea typeface="+mn-ea"/>
                        </a:rPr>
                        <a:t>構築中</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a:latin typeface="+mn-ea"/>
                          <a:ea typeface="+mn-ea"/>
                        </a:rPr>
                        <a:t>業務変革二課</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23040990"/>
                  </a:ext>
                </a:extLst>
              </a:tr>
              <a:tr h="396000">
                <a:tc>
                  <a:txBody>
                    <a:bodyPr/>
                    <a:lstStyle/>
                    <a:p>
                      <a:pPr algn="ctr"/>
                      <a:r>
                        <a:rPr kumimoji="1" lang="en-US" altLang="ja-JP" sz="1400">
                          <a:latin typeface="+mn-ea"/>
                          <a:ea typeface="+mn-ea"/>
                        </a:rPr>
                        <a:t>5</a:t>
                      </a:r>
                      <a:endParaRPr kumimoji="1" lang="ja-JP" altLang="en-US" sz="1400">
                        <a:latin typeface="+mn-ea"/>
                        <a:ea typeface="+mn-ea"/>
                      </a:endParaRP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dirty="0">
                          <a:latin typeface="+mn-ea"/>
                          <a:ea typeface="+mn-ea"/>
                        </a:rPr>
                        <a:t>千葉運転管理システム構築</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a:latin typeface="+mn-ea"/>
                          <a:ea typeface="+mn-ea"/>
                        </a:rPr>
                        <a:t>業務変革三課</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50549527"/>
                  </a:ext>
                </a:extLst>
              </a:tr>
              <a:tr h="396000">
                <a:tc>
                  <a:txBody>
                    <a:bodyPr/>
                    <a:lstStyle/>
                    <a:p>
                      <a:pPr algn="ctr"/>
                      <a:r>
                        <a:rPr kumimoji="1" lang="en-US" altLang="ja-JP" sz="1400">
                          <a:latin typeface="+mn-ea"/>
                          <a:ea typeface="+mn-ea"/>
                        </a:rPr>
                        <a:t>6</a:t>
                      </a:r>
                      <a:endParaRPr kumimoji="1" lang="ja-JP" altLang="en-US" sz="1400">
                        <a:latin typeface="+mn-ea"/>
                        <a:ea typeface="+mn-ea"/>
                      </a:endParaRP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en-US" altLang="ja-JP" sz="1400">
                          <a:latin typeface="+mn-ea"/>
                          <a:ea typeface="+mn-ea"/>
                        </a:rPr>
                        <a:t>MES</a:t>
                      </a:r>
                      <a:r>
                        <a:rPr kumimoji="1" lang="ja-JP" altLang="en-US" sz="1400">
                          <a:latin typeface="+mn-ea"/>
                          <a:ea typeface="+mn-ea"/>
                        </a:rPr>
                        <a:t>システム更新</a:t>
                      </a:r>
                      <a:endParaRPr kumimoji="1" lang="en-US" altLang="ja-JP" sz="1400">
                        <a:latin typeface="+mn-ea"/>
                        <a:ea typeface="+mn-ea"/>
                      </a:endParaRP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a:latin typeface="+mn-ea"/>
                          <a:ea typeface="+mn-ea"/>
                        </a:rPr>
                        <a:t>業務変革三課</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91935848"/>
                  </a:ext>
                </a:extLst>
              </a:tr>
              <a:tr h="396000">
                <a:tc>
                  <a:txBody>
                    <a:bodyPr/>
                    <a:lstStyle/>
                    <a:p>
                      <a:pPr algn="ctr"/>
                      <a:r>
                        <a:rPr kumimoji="1" lang="en-US" altLang="ja-JP" sz="1400">
                          <a:latin typeface="+mn-ea"/>
                          <a:ea typeface="+mn-ea"/>
                        </a:rPr>
                        <a:t>7</a:t>
                      </a:r>
                      <a:endParaRPr kumimoji="1" lang="ja-JP" altLang="en-US" sz="1400">
                        <a:latin typeface="+mn-ea"/>
                        <a:ea typeface="+mn-ea"/>
                      </a:endParaRP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a:latin typeface="+mn-ea"/>
                          <a:ea typeface="+mn-ea"/>
                        </a:rPr>
                        <a:t>出光資格総合サイト構築</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a:latin typeface="+mn-ea"/>
                          <a:ea typeface="+mn-ea"/>
                        </a:rPr>
                        <a:t>業務変革三課</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32433833"/>
                  </a:ext>
                </a:extLst>
              </a:tr>
              <a:tr h="396000">
                <a:tc>
                  <a:txBody>
                    <a:bodyPr/>
                    <a:lstStyle/>
                    <a:p>
                      <a:pPr algn="ctr"/>
                      <a:r>
                        <a:rPr kumimoji="1" lang="en-US" altLang="ja-JP" sz="1400">
                          <a:latin typeface="+mn-ea"/>
                          <a:ea typeface="+mn-ea"/>
                        </a:rPr>
                        <a:t>8</a:t>
                      </a:r>
                      <a:endParaRPr kumimoji="1" lang="ja-JP" altLang="en-US" sz="1400">
                        <a:latin typeface="+mn-ea"/>
                        <a:ea typeface="+mn-ea"/>
                      </a:endParaRP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en-US" altLang="ja-JP" sz="1400">
                          <a:latin typeface="+mn-ea"/>
                          <a:ea typeface="+mn-ea"/>
                        </a:rPr>
                        <a:t>IFC</a:t>
                      </a:r>
                      <a:r>
                        <a:rPr kumimoji="1" lang="ja-JP" altLang="en-US" sz="1400">
                          <a:latin typeface="+mn-ea"/>
                          <a:ea typeface="+mn-ea"/>
                        </a:rPr>
                        <a:t>生産委託ポータル構築</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a:latin typeface="+mn-ea"/>
                          <a:ea typeface="+mn-ea"/>
                        </a:rPr>
                        <a:t>業務変革三課</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7560635"/>
                  </a:ext>
                </a:extLst>
              </a:tr>
              <a:tr h="396000">
                <a:tc>
                  <a:txBody>
                    <a:bodyPr/>
                    <a:lstStyle/>
                    <a:p>
                      <a:pPr algn="ctr"/>
                      <a:r>
                        <a:rPr kumimoji="1" lang="en-US" altLang="ja-JP" sz="1400">
                          <a:latin typeface="+mn-ea"/>
                          <a:ea typeface="+mn-ea"/>
                        </a:rPr>
                        <a:t>9</a:t>
                      </a:r>
                      <a:endParaRPr kumimoji="1" lang="ja-JP" altLang="en-US" sz="1400">
                        <a:latin typeface="+mn-ea"/>
                        <a:ea typeface="+mn-ea"/>
                      </a:endParaRP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dirty="0">
                          <a:latin typeface="+mn-ea"/>
                          <a:ea typeface="+mn-ea"/>
                        </a:rPr>
                        <a:t>海上入出荷計画業務システム構築</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dirty="0">
                          <a:latin typeface="+mn-ea"/>
                          <a:ea typeface="+mn-ea"/>
                        </a:rPr>
                        <a:t>業務変革四課</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48793563"/>
                  </a:ext>
                </a:extLst>
              </a:tr>
              <a:tr h="396000">
                <a:tc>
                  <a:txBody>
                    <a:bodyPr/>
                    <a:lstStyle/>
                    <a:p>
                      <a:pPr algn="ctr"/>
                      <a:r>
                        <a:rPr kumimoji="1" lang="en-US" altLang="ja-JP" sz="1400">
                          <a:latin typeface="+mn-ea"/>
                          <a:ea typeface="+mn-ea"/>
                        </a:rPr>
                        <a:t>10</a:t>
                      </a:r>
                      <a:endParaRPr kumimoji="1" lang="ja-JP" altLang="en-US" sz="1400">
                        <a:latin typeface="+mn-ea"/>
                        <a:ea typeface="+mn-ea"/>
                      </a:endParaRP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dirty="0">
                          <a:latin typeface="+mn-ea"/>
                          <a:ea typeface="+mn-ea"/>
                        </a:rPr>
                        <a:t>製品倉庫システム再構築</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dirty="0">
                          <a:latin typeface="+mn-ea"/>
                          <a:ea typeface="+mn-ea"/>
                        </a:rPr>
                        <a:t>業務変革四課</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04966302"/>
                  </a:ext>
                </a:extLst>
              </a:tr>
              <a:tr h="396000">
                <a:tc>
                  <a:txBody>
                    <a:bodyPr/>
                    <a:lstStyle/>
                    <a:p>
                      <a:pPr algn="ctr"/>
                      <a:r>
                        <a:rPr kumimoji="1" lang="en-US" altLang="ja-JP" sz="1400">
                          <a:latin typeface="+mn-ea"/>
                          <a:ea typeface="+mn-ea"/>
                        </a:rPr>
                        <a:t>11</a:t>
                      </a:r>
                      <a:endParaRPr kumimoji="1" lang="ja-JP" altLang="en-US" sz="1400">
                        <a:latin typeface="+mn-ea"/>
                        <a:ea typeface="+mn-ea"/>
                      </a:endParaRP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a:latin typeface="+mn-ea"/>
                          <a:ea typeface="+mn-ea"/>
                        </a:rPr>
                        <a:t>化学工場システム再構築</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dirty="0">
                          <a:latin typeface="+mn-ea"/>
                          <a:ea typeface="+mn-ea"/>
                        </a:rPr>
                        <a:t>業務変革四課</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31741956"/>
                  </a:ext>
                </a:extLst>
              </a:tr>
              <a:tr h="396000">
                <a:tc>
                  <a:txBody>
                    <a:bodyPr/>
                    <a:lstStyle/>
                    <a:p>
                      <a:pPr algn="ctr"/>
                      <a:r>
                        <a:rPr kumimoji="1" lang="en-US" altLang="ja-JP" sz="1400">
                          <a:latin typeface="+mn-ea"/>
                          <a:ea typeface="+mn-ea"/>
                        </a:rPr>
                        <a:t>12</a:t>
                      </a:r>
                      <a:endParaRPr kumimoji="1" lang="ja-JP" altLang="en-US" sz="1400">
                        <a:latin typeface="+mn-ea"/>
                        <a:ea typeface="+mn-ea"/>
                      </a:endParaRP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a:latin typeface="+mn-ea"/>
                          <a:ea typeface="+mn-ea"/>
                        </a:rPr>
                        <a:t>千葉品質管理システム再構築</a:t>
                      </a:r>
                      <a:endParaRPr kumimoji="1" lang="en-US" altLang="ja-JP" sz="1400">
                        <a:latin typeface="+mn-ea"/>
                        <a:ea typeface="+mn-ea"/>
                      </a:endParaRP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dirty="0">
                          <a:latin typeface="+mn-ea"/>
                          <a:ea typeface="+mn-ea"/>
                        </a:rPr>
                        <a:t>業務変革四課</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79760635"/>
                  </a:ext>
                </a:extLst>
              </a:tr>
            </a:tbl>
          </a:graphicData>
        </a:graphic>
      </p:graphicFrame>
      <p:sp>
        <p:nvSpPr>
          <p:cNvPr id="4" name="フッター プレースホルダー 3">
            <a:extLst>
              <a:ext uri="{FF2B5EF4-FFF2-40B4-BE49-F238E27FC236}">
                <a16:creationId xmlns:a16="http://schemas.microsoft.com/office/drawing/2014/main" id="{C20C1020-3505-41DC-7906-BBA4A8E00907}"/>
              </a:ext>
            </a:extLst>
          </p:cNvPr>
          <p:cNvSpPr>
            <a:spLocks noGrp="1"/>
          </p:cNvSpPr>
          <p:nvPr>
            <p:ph type="ftr" sz="quarter" idx="11"/>
          </p:nvPr>
        </p:nvSpPr>
        <p:spPr>
          <a:xfrm>
            <a:off x="3036000" y="6552000"/>
            <a:ext cx="6120000" cy="216000"/>
          </a:xfrm>
        </p:spPr>
        <p:txBody>
          <a:bodyPr/>
          <a:lstStyle/>
          <a:p>
            <a:r>
              <a:rPr lang="en-US" altLang="ja-JP" dirty="0"/>
              <a:t>Copyright © </a:t>
            </a:r>
            <a:r>
              <a:rPr lang="en-US" altLang="ja-JP" dirty="0" err="1"/>
              <a:t>SystemEXE,Inc</a:t>
            </a:r>
            <a:r>
              <a:rPr lang="en-US" altLang="ja-JP" dirty="0"/>
              <a:t> All Rights Reserved.</a:t>
            </a:r>
          </a:p>
        </p:txBody>
      </p:sp>
      <p:sp>
        <p:nvSpPr>
          <p:cNvPr id="5" name="スライド番号プレースホルダー 3">
            <a:extLst>
              <a:ext uri="{FF2B5EF4-FFF2-40B4-BE49-F238E27FC236}">
                <a16:creationId xmlns:a16="http://schemas.microsoft.com/office/drawing/2014/main" id="{FD506ABF-FC2A-CFCC-D248-D2C7F03A9DB7}"/>
              </a:ext>
            </a:extLst>
          </p:cNvPr>
          <p:cNvSpPr>
            <a:spLocks noGrp="1"/>
          </p:cNvSpPr>
          <p:nvPr>
            <p:ph type="sldNum" sz="quarter" idx="12"/>
          </p:nvPr>
        </p:nvSpPr>
        <p:spPr>
          <a:xfrm>
            <a:off x="10752000" y="6552000"/>
            <a:ext cx="1440000" cy="216000"/>
          </a:xfrm>
        </p:spPr>
        <p:txBody>
          <a:bodyPr/>
          <a:lstStyle/>
          <a:p>
            <a:fld id="{26CA5134-5AAC-D342-B763-43605FECB385}" type="slidenum">
              <a:rPr kumimoji="1" lang="ja-JP" altLang="en-US" smtClean="0"/>
              <a:pPr/>
              <a:t>46</a:t>
            </a:fld>
            <a:endParaRPr kumimoji="1" lang="ja-JP" altLang="en-US" sz="700" dirty="0"/>
          </a:p>
        </p:txBody>
      </p:sp>
    </p:spTree>
    <p:extLst>
      <p:ext uri="{BB962C8B-B14F-4D97-AF65-F5344CB8AC3E}">
        <p14:creationId xmlns:p14="http://schemas.microsoft.com/office/powerpoint/2010/main" val="126949692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BE5AFBB-40C2-496D-B346-2F35D7574253}"/>
              </a:ext>
            </a:extLst>
          </p:cNvPr>
          <p:cNvSpPr>
            <a:spLocks noGrp="1"/>
          </p:cNvSpPr>
          <p:nvPr>
            <p:ph type="title"/>
          </p:nvPr>
        </p:nvSpPr>
        <p:spPr/>
        <p:txBody>
          <a:bodyPr/>
          <a:lstStyle/>
          <a:p>
            <a:r>
              <a:rPr lang="en-US" altLang="ja-JP" dirty="0"/>
              <a:t>12-4</a:t>
            </a:r>
            <a:r>
              <a:rPr lang="ja-JP" altLang="en-US" dirty="0"/>
              <a:t>．貴社</a:t>
            </a:r>
            <a:r>
              <a:rPr kumimoji="1" lang="ja-JP" altLang="en-US" dirty="0"/>
              <a:t>プロジェクトにおける主な運用保守実績</a:t>
            </a:r>
          </a:p>
        </p:txBody>
      </p:sp>
      <p:graphicFrame>
        <p:nvGraphicFramePr>
          <p:cNvPr id="7" name="表 4">
            <a:extLst>
              <a:ext uri="{FF2B5EF4-FFF2-40B4-BE49-F238E27FC236}">
                <a16:creationId xmlns:a16="http://schemas.microsoft.com/office/drawing/2014/main" id="{BB6B71FF-5C15-68C7-E9F5-F540AF6E8B10}"/>
              </a:ext>
            </a:extLst>
          </p:cNvPr>
          <p:cNvGraphicFramePr>
            <a:graphicFrameLocks noGrp="1"/>
          </p:cNvGraphicFramePr>
          <p:nvPr>
            <p:extLst>
              <p:ext uri="{D42A27DB-BD31-4B8C-83A1-F6EECF244321}">
                <p14:modId xmlns:p14="http://schemas.microsoft.com/office/powerpoint/2010/main" val="4073754085"/>
              </p:ext>
            </p:extLst>
          </p:nvPr>
        </p:nvGraphicFramePr>
        <p:xfrm>
          <a:off x="576000" y="864000"/>
          <a:ext cx="11041200" cy="5544000"/>
        </p:xfrm>
        <a:graphic>
          <a:graphicData uri="http://schemas.openxmlformats.org/drawingml/2006/table">
            <a:tbl>
              <a:tblPr firstRow="1" bandRow="1">
                <a:tableStyleId>{5C22544A-7EE6-4342-B048-85BDC9FD1C3A}</a:tableStyleId>
              </a:tblPr>
              <a:tblGrid>
                <a:gridCol w="736079">
                  <a:extLst>
                    <a:ext uri="{9D8B030D-6E8A-4147-A177-3AD203B41FA5}">
                      <a16:colId xmlns:a16="http://schemas.microsoft.com/office/drawing/2014/main" val="788139100"/>
                    </a:ext>
                  </a:extLst>
                </a:gridCol>
                <a:gridCol w="8096881">
                  <a:extLst>
                    <a:ext uri="{9D8B030D-6E8A-4147-A177-3AD203B41FA5}">
                      <a16:colId xmlns:a16="http://schemas.microsoft.com/office/drawing/2014/main" val="3829192621"/>
                    </a:ext>
                  </a:extLst>
                </a:gridCol>
                <a:gridCol w="2208240">
                  <a:extLst>
                    <a:ext uri="{9D8B030D-6E8A-4147-A177-3AD203B41FA5}">
                      <a16:colId xmlns:a16="http://schemas.microsoft.com/office/drawing/2014/main" val="1020064100"/>
                    </a:ext>
                  </a:extLst>
                </a:gridCol>
              </a:tblGrid>
              <a:tr h="396000">
                <a:tc>
                  <a:txBody>
                    <a:bodyPr/>
                    <a:lstStyle/>
                    <a:p>
                      <a:pPr algn="ctr"/>
                      <a:r>
                        <a:rPr kumimoji="1" lang="en-US" altLang="ja-JP" sz="1400">
                          <a:latin typeface="+mn-ea"/>
                          <a:ea typeface="+mn-ea"/>
                        </a:rPr>
                        <a:t>#</a:t>
                      </a:r>
                      <a:endParaRPr kumimoji="1" lang="ja-JP" altLang="en-US" sz="1400">
                        <a:latin typeface="+mn-ea"/>
                        <a:ea typeface="+mn-ea"/>
                      </a:endParaRPr>
                    </a:p>
                  </a:txBody>
                  <a:tcPr anchor="ctr">
                    <a:lnL w="12700" cmpd="sng">
                      <a:noFill/>
                    </a:lnL>
                    <a:lnR w="12700" cmpd="sng">
                      <a:noFill/>
                    </a:lnR>
                    <a:lnT w="12700" cmpd="sng">
                      <a:noFill/>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kumimoji="1" lang="ja-JP" altLang="en-US" sz="1400" dirty="0">
                          <a:latin typeface="+mn-ea"/>
                          <a:ea typeface="+mn-ea"/>
                        </a:rPr>
                        <a:t>案件名</a:t>
                      </a:r>
                    </a:p>
                  </a:txBody>
                  <a:tcPr anchor="ctr">
                    <a:lnL w="12700" cmpd="sng">
                      <a:noFill/>
                    </a:lnL>
                    <a:lnR w="12700" cmpd="sng">
                      <a:noFill/>
                    </a:lnR>
                    <a:lnT w="12700" cmpd="sng">
                      <a:noFill/>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kumimoji="1" lang="ja-JP" altLang="en-US" sz="1400">
                          <a:latin typeface="+mn-ea"/>
                          <a:ea typeface="+mn-ea"/>
                        </a:rPr>
                        <a:t>ご対応部署</a:t>
                      </a:r>
                    </a:p>
                  </a:txBody>
                  <a:tcPr anchor="ctr">
                    <a:lnL w="12700" cmpd="sng">
                      <a:noFill/>
                    </a:lnL>
                    <a:lnR w="12700" cmpd="sng">
                      <a:noFill/>
                    </a:lnR>
                    <a:lnT w="12700" cmpd="sng">
                      <a:noFill/>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681146360"/>
                  </a:ext>
                </a:extLst>
              </a:tr>
              <a:tr h="396000">
                <a:tc>
                  <a:txBody>
                    <a:bodyPr/>
                    <a:lstStyle/>
                    <a:p>
                      <a:pPr algn="ctr"/>
                      <a:r>
                        <a:rPr kumimoji="1" lang="ja-JP" altLang="en-US" sz="1400" dirty="0">
                          <a:solidFill>
                            <a:schemeClr val="tx1"/>
                          </a:solidFill>
                          <a:latin typeface="+mn-ea"/>
                          <a:ea typeface="+mn-ea"/>
                        </a:rPr>
                        <a:t>１</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dirty="0">
                          <a:solidFill>
                            <a:schemeClr val="tx1"/>
                          </a:solidFill>
                          <a:latin typeface="+mn-ea"/>
                          <a:ea typeface="+mn-ea"/>
                        </a:rPr>
                        <a:t>海外企業情報サイトおよび債権管理等</a:t>
                      </a:r>
                      <a:r>
                        <a:rPr kumimoji="1" lang="en-US" altLang="ja-JP" sz="1400" dirty="0">
                          <a:solidFill>
                            <a:schemeClr val="tx1"/>
                          </a:solidFill>
                          <a:latin typeface="+mn-ea"/>
                          <a:ea typeface="+mn-ea"/>
                        </a:rPr>
                        <a:t>Excel</a:t>
                      </a:r>
                      <a:r>
                        <a:rPr kumimoji="1" lang="ja-JP" altLang="en-US" sz="1400" dirty="0">
                          <a:solidFill>
                            <a:schemeClr val="tx1"/>
                          </a:solidFill>
                          <a:latin typeface="+mn-ea"/>
                          <a:ea typeface="+mn-ea"/>
                        </a:rPr>
                        <a:t>保守</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a:solidFill>
                            <a:schemeClr val="tx1"/>
                          </a:solidFill>
                          <a:latin typeface="+mn-ea"/>
                          <a:ea typeface="+mn-ea"/>
                        </a:rPr>
                        <a:t>業務変革一課</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04694972"/>
                  </a:ext>
                </a:extLst>
              </a:tr>
              <a:tr h="396000">
                <a:tc>
                  <a:txBody>
                    <a:bodyPr/>
                    <a:lstStyle/>
                    <a:p>
                      <a:pPr algn="ctr"/>
                      <a:r>
                        <a:rPr kumimoji="1" lang="ja-JP" altLang="en-US" sz="1400">
                          <a:solidFill>
                            <a:schemeClr val="tx1"/>
                          </a:solidFill>
                          <a:latin typeface="+mn-ea"/>
                          <a:ea typeface="+mn-ea"/>
                        </a:rPr>
                        <a:t>２</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dirty="0">
                          <a:solidFill>
                            <a:schemeClr val="tx1"/>
                          </a:solidFill>
                          <a:latin typeface="+mn-ea"/>
                          <a:ea typeface="+mn-ea"/>
                        </a:rPr>
                        <a:t>黒本ポータル保守</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a:solidFill>
                            <a:schemeClr val="tx1"/>
                          </a:solidFill>
                          <a:latin typeface="+mn-ea"/>
                          <a:ea typeface="+mn-ea"/>
                        </a:rPr>
                        <a:t>業務変革二課</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90386390"/>
                  </a:ext>
                </a:extLst>
              </a:tr>
              <a:tr h="396000">
                <a:tc>
                  <a:txBody>
                    <a:bodyPr/>
                    <a:lstStyle/>
                    <a:p>
                      <a:pPr algn="ctr"/>
                      <a:r>
                        <a:rPr kumimoji="1" lang="en-US" altLang="ja-JP" sz="1400">
                          <a:solidFill>
                            <a:schemeClr val="tx1"/>
                          </a:solidFill>
                          <a:latin typeface="+mn-ea"/>
                          <a:ea typeface="+mn-ea"/>
                        </a:rPr>
                        <a:t>3</a:t>
                      </a:r>
                      <a:endParaRPr kumimoji="1" lang="ja-JP" altLang="en-US" sz="1400">
                        <a:solidFill>
                          <a:schemeClr val="tx1"/>
                        </a:solidFill>
                        <a:latin typeface="+mn-ea"/>
                        <a:ea typeface="+mn-ea"/>
                      </a:endParaRP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a:solidFill>
                            <a:schemeClr val="tx1"/>
                          </a:solidFill>
                          <a:latin typeface="+mn-ea"/>
                          <a:ea typeface="+mn-ea"/>
                        </a:rPr>
                        <a:t>期末報奨金システム保守</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a:solidFill>
                            <a:schemeClr val="tx1"/>
                          </a:solidFill>
                          <a:latin typeface="+mn-ea"/>
                          <a:ea typeface="+mn-ea"/>
                        </a:rPr>
                        <a:t>業務変革二課</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33201294"/>
                  </a:ext>
                </a:extLst>
              </a:tr>
              <a:tr h="396000">
                <a:tc>
                  <a:txBody>
                    <a:bodyPr/>
                    <a:lstStyle/>
                    <a:p>
                      <a:pPr algn="ctr"/>
                      <a:r>
                        <a:rPr kumimoji="1" lang="en-US" altLang="ja-JP" sz="1400">
                          <a:solidFill>
                            <a:schemeClr val="tx1"/>
                          </a:solidFill>
                          <a:latin typeface="+mn-ea"/>
                          <a:ea typeface="+mn-ea"/>
                        </a:rPr>
                        <a:t>4</a:t>
                      </a:r>
                      <a:endParaRPr kumimoji="1" lang="ja-JP" altLang="en-US" sz="1400">
                        <a:solidFill>
                          <a:schemeClr val="tx1"/>
                        </a:solidFill>
                        <a:latin typeface="+mn-ea"/>
                        <a:ea typeface="+mn-ea"/>
                      </a:endParaRP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en-US" altLang="ja-JP" sz="1400">
                          <a:solidFill>
                            <a:schemeClr val="tx1"/>
                          </a:solidFill>
                          <a:latin typeface="+mn-ea"/>
                          <a:ea typeface="+mn-ea"/>
                        </a:rPr>
                        <a:t>IFC</a:t>
                      </a:r>
                      <a:r>
                        <a:rPr kumimoji="1" lang="ja-JP" altLang="en-US" sz="1400">
                          <a:solidFill>
                            <a:schemeClr val="tx1"/>
                          </a:solidFill>
                          <a:latin typeface="+mn-ea"/>
                          <a:ea typeface="+mn-ea"/>
                        </a:rPr>
                        <a:t>生産委託ポータル保守</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a:solidFill>
                            <a:schemeClr val="tx1"/>
                          </a:solidFill>
                          <a:latin typeface="+mn-ea"/>
                          <a:ea typeface="+mn-ea"/>
                        </a:rPr>
                        <a:t>業務変革二課</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24750968"/>
                  </a:ext>
                </a:extLst>
              </a:tr>
              <a:tr h="396000">
                <a:tc>
                  <a:txBody>
                    <a:bodyPr/>
                    <a:lstStyle/>
                    <a:p>
                      <a:pPr algn="ctr"/>
                      <a:r>
                        <a:rPr kumimoji="1" lang="en-US" altLang="ja-JP" sz="1400">
                          <a:solidFill>
                            <a:schemeClr val="tx1"/>
                          </a:solidFill>
                          <a:latin typeface="+mn-ea"/>
                          <a:ea typeface="+mn-ea"/>
                        </a:rPr>
                        <a:t>5</a:t>
                      </a:r>
                      <a:endParaRPr kumimoji="1" lang="ja-JP" altLang="en-US" sz="1400">
                        <a:solidFill>
                          <a:schemeClr val="tx1"/>
                        </a:solidFill>
                        <a:latin typeface="+mn-ea"/>
                        <a:ea typeface="+mn-ea"/>
                      </a:endParaRP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en-US" altLang="ja-JP" sz="1400" dirty="0">
                          <a:solidFill>
                            <a:schemeClr val="tx1"/>
                          </a:solidFill>
                          <a:latin typeface="+mn-ea"/>
                          <a:ea typeface="+mn-ea"/>
                        </a:rPr>
                        <a:t>MES</a:t>
                      </a:r>
                      <a:r>
                        <a:rPr kumimoji="1" lang="ja-JP" altLang="en-US" sz="1400" dirty="0">
                          <a:solidFill>
                            <a:schemeClr val="tx1"/>
                          </a:solidFill>
                          <a:latin typeface="+mn-ea"/>
                          <a:ea typeface="+mn-ea"/>
                        </a:rPr>
                        <a:t>システム 保守・運用</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a:solidFill>
                            <a:schemeClr val="tx1"/>
                          </a:solidFill>
                          <a:latin typeface="+mn-ea"/>
                          <a:ea typeface="+mn-ea"/>
                        </a:rPr>
                        <a:t>業務変革三課</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23040990"/>
                  </a:ext>
                </a:extLst>
              </a:tr>
              <a:tr h="396000">
                <a:tc>
                  <a:txBody>
                    <a:bodyPr/>
                    <a:lstStyle/>
                    <a:p>
                      <a:pPr algn="ctr"/>
                      <a:r>
                        <a:rPr kumimoji="1" lang="en-US" altLang="ja-JP" sz="1400">
                          <a:solidFill>
                            <a:schemeClr val="tx1"/>
                          </a:solidFill>
                          <a:latin typeface="+mn-ea"/>
                          <a:ea typeface="+mn-ea"/>
                        </a:rPr>
                        <a:t>6</a:t>
                      </a:r>
                      <a:endParaRPr kumimoji="1" lang="ja-JP" altLang="en-US" sz="1400">
                        <a:solidFill>
                          <a:schemeClr val="tx1"/>
                        </a:solidFill>
                        <a:latin typeface="+mn-ea"/>
                        <a:ea typeface="+mn-ea"/>
                      </a:endParaRP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dirty="0">
                          <a:solidFill>
                            <a:schemeClr val="tx1"/>
                          </a:solidFill>
                          <a:latin typeface="+mn-ea"/>
                          <a:ea typeface="+mn-ea"/>
                        </a:rPr>
                        <a:t>千葉運転管理システム保守</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a:solidFill>
                            <a:schemeClr val="tx1"/>
                          </a:solidFill>
                          <a:latin typeface="+mn-ea"/>
                          <a:ea typeface="+mn-ea"/>
                        </a:rPr>
                        <a:t>業務変革三課</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50549527"/>
                  </a:ext>
                </a:extLst>
              </a:tr>
              <a:tr h="396000">
                <a:tc>
                  <a:txBody>
                    <a:bodyPr/>
                    <a:lstStyle/>
                    <a:p>
                      <a:pPr algn="ctr"/>
                      <a:r>
                        <a:rPr kumimoji="1" lang="en-US" altLang="ja-JP" sz="1400">
                          <a:solidFill>
                            <a:schemeClr val="tx1"/>
                          </a:solidFill>
                          <a:latin typeface="+mn-ea"/>
                          <a:ea typeface="+mn-ea"/>
                        </a:rPr>
                        <a:t>7</a:t>
                      </a:r>
                      <a:endParaRPr kumimoji="1" lang="ja-JP" altLang="en-US" sz="1400">
                        <a:solidFill>
                          <a:schemeClr val="tx1"/>
                        </a:solidFill>
                        <a:latin typeface="+mn-ea"/>
                        <a:ea typeface="+mn-ea"/>
                      </a:endParaRP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a:solidFill>
                            <a:schemeClr val="tx1"/>
                          </a:solidFill>
                          <a:latin typeface="+mn-ea"/>
                          <a:ea typeface="+mn-ea"/>
                        </a:rPr>
                        <a:t>海外バーコードシステム保守</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a:solidFill>
                            <a:schemeClr val="tx1"/>
                          </a:solidFill>
                          <a:latin typeface="+mn-ea"/>
                          <a:ea typeface="+mn-ea"/>
                        </a:rPr>
                        <a:t>業務変革三課</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91935848"/>
                  </a:ext>
                </a:extLst>
              </a:tr>
              <a:tr h="396000">
                <a:tc>
                  <a:txBody>
                    <a:bodyPr/>
                    <a:lstStyle/>
                    <a:p>
                      <a:pPr algn="ctr"/>
                      <a:r>
                        <a:rPr kumimoji="1" lang="en-US" altLang="ja-JP" sz="1400">
                          <a:solidFill>
                            <a:schemeClr val="tx1"/>
                          </a:solidFill>
                          <a:latin typeface="+mn-ea"/>
                          <a:ea typeface="+mn-ea"/>
                        </a:rPr>
                        <a:t>8</a:t>
                      </a:r>
                      <a:endParaRPr kumimoji="1" lang="ja-JP" altLang="en-US" sz="1400">
                        <a:solidFill>
                          <a:schemeClr val="tx1"/>
                        </a:solidFill>
                        <a:latin typeface="+mn-ea"/>
                        <a:ea typeface="+mn-ea"/>
                      </a:endParaRP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a:solidFill>
                            <a:schemeClr val="tx1"/>
                          </a:solidFill>
                          <a:latin typeface="+mn-ea"/>
                          <a:ea typeface="+mn-ea"/>
                        </a:rPr>
                        <a:t>出光総合資格サイト保守</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a:solidFill>
                            <a:schemeClr val="tx1"/>
                          </a:solidFill>
                          <a:latin typeface="+mn-ea"/>
                          <a:ea typeface="+mn-ea"/>
                        </a:rPr>
                        <a:t>業務変革三課</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57162782"/>
                  </a:ext>
                </a:extLst>
              </a:tr>
              <a:tr h="396000">
                <a:tc>
                  <a:txBody>
                    <a:bodyPr/>
                    <a:lstStyle/>
                    <a:p>
                      <a:pPr algn="ctr"/>
                      <a:r>
                        <a:rPr kumimoji="1" lang="en-US" altLang="ja-JP" sz="1400">
                          <a:solidFill>
                            <a:schemeClr val="tx1"/>
                          </a:solidFill>
                          <a:latin typeface="+mn-ea"/>
                          <a:ea typeface="+mn-ea"/>
                        </a:rPr>
                        <a:t>9</a:t>
                      </a:r>
                      <a:endParaRPr kumimoji="1" lang="ja-JP" altLang="en-US" sz="1400">
                        <a:solidFill>
                          <a:schemeClr val="tx1"/>
                        </a:solidFill>
                        <a:latin typeface="+mn-ea"/>
                        <a:ea typeface="+mn-ea"/>
                      </a:endParaRP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dirty="0">
                          <a:solidFill>
                            <a:schemeClr val="tx1"/>
                          </a:solidFill>
                          <a:latin typeface="+mn-ea"/>
                          <a:ea typeface="+mn-ea"/>
                        </a:rPr>
                        <a:t>研究所・工場系システム保守</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dirty="0">
                          <a:solidFill>
                            <a:schemeClr val="tx1"/>
                          </a:solidFill>
                          <a:latin typeface="+mn-ea"/>
                          <a:ea typeface="+mn-ea"/>
                        </a:rPr>
                        <a:t>業務変革四課</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48793563"/>
                  </a:ext>
                </a:extLst>
              </a:tr>
              <a:tr h="396000">
                <a:tc>
                  <a:txBody>
                    <a:bodyPr/>
                    <a:lstStyle/>
                    <a:p>
                      <a:pPr algn="ctr"/>
                      <a:r>
                        <a:rPr kumimoji="1" lang="en-US" altLang="ja-JP" sz="1400">
                          <a:solidFill>
                            <a:schemeClr val="tx1"/>
                          </a:solidFill>
                          <a:latin typeface="+mn-ea"/>
                          <a:ea typeface="+mn-ea"/>
                        </a:rPr>
                        <a:t>10</a:t>
                      </a:r>
                      <a:endParaRPr kumimoji="1" lang="ja-JP" altLang="en-US" sz="1400">
                        <a:solidFill>
                          <a:schemeClr val="tx1"/>
                        </a:solidFill>
                        <a:latin typeface="+mn-ea"/>
                        <a:ea typeface="+mn-ea"/>
                      </a:endParaRP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dirty="0">
                          <a:solidFill>
                            <a:schemeClr val="tx1"/>
                          </a:solidFill>
                          <a:latin typeface="+mn-ea"/>
                          <a:ea typeface="+mn-ea"/>
                        </a:rPr>
                        <a:t>業務変革四課</a:t>
                      </a:r>
                      <a:r>
                        <a:rPr kumimoji="1" lang="en-US" altLang="ja-JP" sz="1400" dirty="0">
                          <a:solidFill>
                            <a:schemeClr val="tx1"/>
                          </a:solidFill>
                          <a:latin typeface="+mn-ea"/>
                          <a:ea typeface="+mn-ea"/>
                        </a:rPr>
                        <a:t>DB</a:t>
                      </a:r>
                      <a:r>
                        <a:rPr kumimoji="1" lang="ja-JP" altLang="en-US" sz="1400" dirty="0">
                          <a:solidFill>
                            <a:schemeClr val="tx1"/>
                          </a:solidFill>
                          <a:latin typeface="+mn-ea"/>
                          <a:ea typeface="+mn-ea"/>
                        </a:rPr>
                        <a:t>保守・技術支援</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a:solidFill>
                            <a:schemeClr val="tx1"/>
                          </a:solidFill>
                          <a:latin typeface="+mn-ea"/>
                          <a:ea typeface="+mn-ea"/>
                        </a:rPr>
                        <a:t>業務変革四課</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04966302"/>
                  </a:ext>
                </a:extLst>
              </a:tr>
              <a:tr h="396000">
                <a:tc>
                  <a:txBody>
                    <a:bodyPr/>
                    <a:lstStyle/>
                    <a:p>
                      <a:pPr algn="ctr"/>
                      <a:r>
                        <a:rPr kumimoji="1" lang="en-US" altLang="ja-JP" sz="1400">
                          <a:solidFill>
                            <a:schemeClr val="tx1"/>
                          </a:solidFill>
                          <a:latin typeface="+mn-ea"/>
                          <a:ea typeface="+mn-ea"/>
                        </a:rPr>
                        <a:t>11</a:t>
                      </a:r>
                      <a:endParaRPr kumimoji="1" lang="ja-JP" altLang="en-US" sz="1400">
                        <a:solidFill>
                          <a:schemeClr val="tx1"/>
                        </a:solidFill>
                        <a:latin typeface="+mn-ea"/>
                        <a:ea typeface="+mn-ea"/>
                      </a:endParaRP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dirty="0">
                          <a:solidFill>
                            <a:schemeClr val="tx1"/>
                          </a:solidFill>
                          <a:latin typeface="+mn-ea"/>
                          <a:ea typeface="+mn-ea"/>
                        </a:rPr>
                        <a:t>海上入出荷計画業務システム保守</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dirty="0">
                          <a:solidFill>
                            <a:schemeClr val="tx1"/>
                          </a:solidFill>
                          <a:latin typeface="+mn-ea"/>
                          <a:ea typeface="+mn-ea"/>
                        </a:rPr>
                        <a:t>業務変革四課</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79760635"/>
                  </a:ext>
                </a:extLst>
              </a:tr>
              <a:tr h="396000">
                <a:tc>
                  <a:txBody>
                    <a:bodyPr/>
                    <a:lstStyle/>
                    <a:p>
                      <a:pPr algn="ctr"/>
                      <a:r>
                        <a:rPr kumimoji="1" lang="en-US" altLang="ja-JP" sz="1400">
                          <a:solidFill>
                            <a:schemeClr val="tx1"/>
                          </a:solidFill>
                          <a:latin typeface="+mn-ea"/>
                          <a:ea typeface="+mn-ea"/>
                        </a:rPr>
                        <a:t>12</a:t>
                      </a:r>
                      <a:endParaRPr kumimoji="1" lang="ja-JP" altLang="en-US" sz="1400">
                        <a:solidFill>
                          <a:schemeClr val="tx1"/>
                        </a:solidFill>
                        <a:latin typeface="+mn-ea"/>
                        <a:ea typeface="+mn-ea"/>
                      </a:endParaRP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en-US" altLang="ja-JP" sz="1400" dirty="0">
                          <a:solidFill>
                            <a:schemeClr val="tx1"/>
                          </a:solidFill>
                          <a:latin typeface="+mn-ea"/>
                          <a:ea typeface="+mn-ea"/>
                        </a:rPr>
                        <a:t>IDM</a:t>
                      </a:r>
                      <a:r>
                        <a:rPr kumimoji="1" lang="ja-JP" altLang="en-US" sz="1400" dirty="0">
                          <a:solidFill>
                            <a:schemeClr val="tx1"/>
                          </a:solidFill>
                          <a:latin typeface="+mn-ea"/>
                          <a:ea typeface="+mn-ea"/>
                        </a:rPr>
                        <a:t>システム保守</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a:solidFill>
                            <a:schemeClr val="tx1"/>
                          </a:solidFill>
                          <a:latin typeface="+mn-ea"/>
                          <a:ea typeface="+mn-ea"/>
                        </a:rPr>
                        <a:t>ﾃﾞｼﾞﾀﾙﾌﾟﾗｯﾄﾌｫｰﾑ課</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53072616"/>
                  </a:ext>
                </a:extLst>
              </a:tr>
              <a:tr h="396000">
                <a:tc>
                  <a:txBody>
                    <a:bodyPr/>
                    <a:lstStyle/>
                    <a:p>
                      <a:pPr algn="ctr"/>
                      <a:r>
                        <a:rPr kumimoji="1" lang="en-US" altLang="ja-JP" sz="1400">
                          <a:solidFill>
                            <a:schemeClr val="tx1"/>
                          </a:solidFill>
                          <a:latin typeface="+mn-ea"/>
                          <a:ea typeface="+mn-ea"/>
                        </a:rPr>
                        <a:t>13</a:t>
                      </a:r>
                      <a:endParaRPr kumimoji="1" lang="ja-JP" altLang="en-US" sz="1400">
                        <a:solidFill>
                          <a:schemeClr val="tx1"/>
                        </a:solidFill>
                        <a:latin typeface="+mn-ea"/>
                        <a:ea typeface="+mn-ea"/>
                      </a:endParaRP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l"/>
                      <a:r>
                        <a:rPr kumimoji="1" lang="ja-JP" altLang="en-US" sz="1400">
                          <a:solidFill>
                            <a:schemeClr val="tx1"/>
                          </a:solidFill>
                          <a:latin typeface="+mn-ea"/>
                          <a:ea typeface="+mn-ea"/>
                        </a:rPr>
                        <a:t>次期</a:t>
                      </a:r>
                      <a:r>
                        <a:rPr kumimoji="1" lang="en-US" altLang="ja-JP" sz="1400">
                          <a:solidFill>
                            <a:schemeClr val="tx1"/>
                          </a:solidFill>
                          <a:latin typeface="+mn-ea"/>
                          <a:ea typeface="+mn-ea"/>
                        </a:rPr>
                        <a:t>POS DB</a:t>
                      </a:r>
                      <a:r>
                        <a:rPr kumimoji="1" lang="ja-JP" altLang="en-US" sz="1400">
                          <a:solidFill>
                            <a:schemeClr val="tx1"/>
                          </a:solidFill>
                          <a:latin typeface="+mn-ea"/>
                          <a:ea typeface="+mn-ea"/>
                        </a:rPr>
                        <a:t>保守・技術支援</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l"/>
                      <a:r>
                        <a:rPr kumimoji="1" lang="ja-JP" altLang="en-US" sz="1400" dirty="0">
                          <a:solidFill>
                            <a:schemeClr val="tx1"/>
                          </a:solidFill>
                          <a:latin typeface="+mn-ea"/>
                          <a:ea typeface="+mn-ea"/>
                        </a:rPr>
                        <a:t>販売部</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181200483"/>
                  </a:ext>
                </a:extLst>
              </a:tr>
            </a:tbl>
          </a:graphicData>
        </a:graphic>
      </p:graphicFrame>
      <p:sp>
        <p:nvSpPr>
          <p:cNvPr id="4" name="フッター プレースホルダー 3">
            <a:extLst>
              <a:ext uri="{FF2B5EF4-FFF2-40B4-BE49-F238E27FC236}">
                <a16:creationId xmlns:a16="http://schemas.microsoft.com/office/drawing/2014/main" id="{98E6C16D-46A3-7266-8BC4-518CBBE2D829}"/>
              </a:ext>
            </a:extLst>
          </p:cNvPr>
          <p:cNvSpPr>
            <a:spLocks noGrp="1"/>
          </p:cNvSpPr>
          <p:nvPr>
            <p:ph type="ftr" sz="quarter" idx="11"/>
          </p:nvPr>
        </p:nvSpPr>
        <p:spPr>
          <a:xfrm>
            <a:off x="3036000" y="6552000"/>
            <a:ext cx="6120000" cy="216000"/>
          </a:xfrm>
        </p:spPr>
        <p:txBody>
          <a:bodyPr/>
          <a:lstStyle/>
          <a:p>
            <a:r>
              <a:rPr lang="en-US" altLang="ja-JP" dirty="0"/>
              <a:t>Copyright © </a:t>
            </a:r>
            <a:r>
              <a:rPr lang="en-US" altLang="ja-JP" dirty="0" err="1"/>
              <a:t>SystemEXE,Inc</a:t>
            </a:r>
            <a:r>
              <a:rPr lang="en-US" altLang="ja-JP" dirty="0"/>
              <a:t> All Rights Reserved.</a:t>
            </a:r>
          </a:p>
        </p:txBody>
      </p:sp>
      <p:sp>
        <p:nvSpPr>
          <p:cNvPr id="5" name="スライド番号プレースホルダー 3">
            <a:extLst>
              <a:ext uri="{FF2B5EF4-FFF2-40B4-BE49-F238E27FC236}">
                <a16:creationId xmlns:a16="http://schemas.microsoft.com/office/drawing/2014/main" id="{06A08549-0263-F7BF-CFC6-BCFA3F717A09}"/>
              </a:ext>
            </a:extLst>
          </p:cNvPr>
          <p:cNvSpPr>
            <a:spLocks noGrp="1"/>
          </p:cNvSpPr>
          <p:nvPr>
            <p:ph type="sldNum" sz="quarter" idx="12"/>
          </p:nvPr>
        </p:nvSpPr>
        <p:spPr>
          <a:xfrm>
            <a:off x="10752000" y="6552000"/>
            <a:ext cx="1440000" cy="216000"/>
          </a:xfrm>
        </p:spPr>
        <p:txBody>
          <a:bodyPr/>
          <a:lstStyle/>
          <a:p>
            <a:fld id="{26CA5134-5AAC-D342-B763-43605FECB385}" type="slidenum">
              <a:rPr kumimoji="1" lang="ja-JP" altLang="en-US" smtClean="0"/>
              <a:pPr/>
              <a:t>47</a:t>
            </a:fld>
            <a:endParaRPr kumimoji="1" lang="ja-JP" altLang="en-US" sz="700" dirty="0"/>
          </a:p>
        </p:txBody>
      </p:sp>
    </p:spTree>
    <p:extLst>
      <p:ext uri="{BB962C8B-B14F-4D97-AF65-F5344CB8AC3E}">
        <p14:creationId xmlns:p14="http://schemas.microsoft.com/office/powerpoint/2010/main" val="149066758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BE5AFBB-40C2-496D-B346-2F35D7574253}"/>
              </a:ext>
            </a:extLst>
          </p:cNvPr>
          <p:cNvSpPr>
            <a:spLocks noGrp="1"/>
          </p:cNvSpPr>
          <p:nvPr>
            <p:ph type="title"/>
          </p:nvPr>
        </p:nvSpPr>
        <p:spPr/>
        <p:txBody>
          <a:bodyPr/>
          <a:lstStyle/>
          <a:p>
            <a:r>
              <a:rPr lang="en-US" altLang="ja-JP" dirty="0"/>
              <a:t>12-5</a:t>
            </a:r>
            <a:r>
              <a:rPr lang="ja-JP" altLang="en-US" dirty="0"/>
              <a:t>．貴社</a:t>
            </a:r>
            <a:r>
              <a:rPr kumimoji="1" lang="ja-JP" altLang="en-US" dirty="0"/>
              <a:t>プロジェクトにおける主な派遣・準委任参画実績</a:t>
            </a:r>
          </a:p>
        </p:txBody>
      </p:sp>
      <p:sp>
        <p:nvSpPr>
          <p:cNvPr id="3" name="フッター プレースホルダー 3">
            <a:extLst>
              <a:ext uri="{FF2B5EF4-FFF2-40B4-BE49-F238E27FC236}">
                <a16:creationId xmlns:a16="http://schemas.microsoft.com/office/drawing/2014/main" id="{79C659F8-0B0A-2447-6154-EEAA1DE2E7E0}"/>
              </a:ext>
            </a:extLst>
          </p:cNvPr>
          <p:cNvSpPr>
            <a:spLocks noGrp="1"/>
          </p:cNvSpPr>
          <p:nvPr>
            <p:ph type="ftr" sz="quarter" idx="11"/>
          </p:nvPr>
        </p:nvSpPr>
        <p:spPr>
          <a:xfrm>
            <a:off x="3036000" y="6552000"/>
            <a:ext cx="6120000" cy="216000"/>
          </a:xfrm>
        </p:spPr>
        <p:txBody>
          <a:bodyPr/>
          <a:lstStyle/>
          <a:p>
            <a:r>
              <a:rPr lang="en-US" altLang="ja-JP" dirty="0"/>
              <a:t>Copyright © </a:t>
            </a:r>
            <a:r>
              <a:rPr lang="en-US" altLang="ja-JP" dirty="0" err="1"/>
              <a:t>SystemEXE,Inc</a:t>
            </a:r>
            <a:r>
              <a:rPr lang="en-US" altLang="ja-JP" dirty="0"/>
              <a:t> All Rights Reserved.</a:t>
            </a:r>
          </a:p>
        </p:txBody>
      </p:sp>
      <p:sp>
        <p:nvSpPr>
          <p:cNvPr id="5" name="スライド番号プレースホルダー 3">
            <a:extLst>
              <a:ext uri="{FF2B5EF4-FFF2-40B4-BE49-F238E27FC236}">
                <a16:creationId xmlns:a16="http://schemas.microsoft.com/office/drawing/2014/main" id="{FBCFA1A0-6C61-2C00-25FA-43F3CAFDA257}"/>
              </a:ext>
            </a:extLst>
          </p:cNvPr>
          <p:cNvSpPr>
            <a:spLocks noGrp="1"/>
          </p:cNvSpPr>
          <p:nvPr>
            <p:ph type="sldNum" sz="quarter" idx="12"/>
          </p:nvPr>
        </p:nvSpPr>
        <p:spPr>
          <a:xfrm>
            <a:off x="10752000" y="6552000"/>
            <a:ext cx="1440000" cy="216000"/>
          </a:xfrm>
        </p:spPr>
        <p:txBody>
          <a:bodyPr/>
          <a:lstStyle/>
          <a:p>
            <a:fld id="{26CA5134-5AAC-D342-B763-43605FECB385}" type="slidenum">
              <a:rPr kumimoji="1" lang="ja-JP" altLang="en-US" smtClean="0"/>
              <a:pPr/>
              <a:t>48</a:t>
            </a:fld>
            <a:endParaRPr kumimoji="1" lang="ja-JP" altLang="en-US" sz="700" dirty="0"/>
          </a:p>
        </p:txBody>
      </p:sp>
      <p:graphicFrame>
        <p:nvGraphicFramePr>
          <p:cNvPr id="4" name="表 4">
            <a:extLst>
              <a:ext uri="{FF2B5EF4-FFF2-40B4-BE49-F238E27FC236}">
                <a16:creationId xmlns:a16="http://schemas.microsoft.com/office/drawing/2014/main" id="{935529FD-45E0-889D-F8CA-D3A26146E78C}"/>
              </a:ext>
            </a:extLst>
          </p:cNvPr>
          <p:cNvGraphicFramePr>
            <a:graphicFrameLocks noGrp="1"/>
          </p:cNvGraphicFramePr>
          <p:nvPr>
            <p:extLst>
              <p:ext uri="{D42A27DB-BD31-4B8C-83A1-F6EECF244321}">
                <p14:modId xmlns:p14="http://schemas.microsoft.com/office/powerpoint/2010/main" val="3267135493"/>
              </p:ext>
            </p:extLst>
          </p:nvPr>
        </p:nvGraphicFramePr>
        <p:xfrm>
          <a:off x="576000" y="864000"/>
          <a:ext cx="11041200" cy="3708000"/>
        </p:xfrm>
        <a:graphic>
          <a:graphicData uri="http://schemas.openxmlformats.org/drawingml/2006/table">
            <a:tbl>
              <a:tblPr firstRow="1" bandRow="1">
                <a:tableStyleId>{5C22544A-7EE6-4342-B048-85BDC9FD1C3A}</a:tableStyleId>
              </a:tblPr>
              <a:tblGrid>
                <a:gridCol w="736080">
                  <a:extLst>
                    <a:ext uri="{9D8B030D-6E8A-4147-A177-3AD203B41FA5}">
                      <a16:colId xmlns:a16="http://schemas.microsoft.com/office/drawing/2014/main" val="788139100"/>
                    </a:ext>
                  </a:extLst>
                </a:gridCol>
                <a:gridCol w="7419544">
                  <a:extLst>
                    <a:ext uri="{9D8B030D-6E8A-4147-A177-3AD203B41FA5}">
                      <a16:colId xmlns:a16="http://schemas.microsoft.com/office/drawing/2014/main" val="3829192621"/>
                    </a:ext>
                  </a:extLst>
                </a:gridCol>
                <a:gridCol w="2885576">
                  <a:extLst>
                    <a:ext uri="{9D8B030D-6E8A-4147-A177-3AD203B41FA5}">
                      <a16:colId xmlns:a16="http://schemas.microsoft.com/office/drawing/2014/main" val="1020064100"/>
                    </a:ext>
                  </a:extLst>
                </a:gridCol>
              </a:tblGrid>
              <a:tr h="396000">
                <a:tc>
                  <a:txBody>
                    <a:bodyPr/>
                    <a:lstStyle/>
                    <a:p>
                      <a:pPr algn="ctr"/>
                      <a:r>
                        <a:rPr kumimoji="1" lang="en-US" altLang="ja-JP" sz="1400">
                          <a:latin typeface="+mn-ea"/>
                          <a:ea typeface="+mn-ea"/>
                        </a:rPr>
                        <a:t>#</a:t>
                      </a:r>
                      <a:endParaRPr kumimoji="1" lang="ja-JP" altLang="en-US" sz="1400">
                        <a:latin typeface="+mn-ea"/>
                        <a:ea typeface="+mn-ea"/>
                      </a:endParaRP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tcPr>
                </a:tc>
                <a:tc>
                  <a:txBody>
                    <a:bodyPr/>
                    <a:lstStyle/>
                    <a:p>
                      <a:r>
                        <a:rPr kumimoji="1" lang="ja-JP" altLang="en-US" sz="1400">
                          <a:latin typeface="+mn-ea"/>
                          <a:ea typeface="+mn-ea"/>
                        </a:rPr>
                        <a:t>案件名</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tcPr>
                </a:tc>
                <a:tc>
                  <a:txBody>
                    <a:bodyPr/>
                    <a:lstStyle/>
                    <a:p>
                      <a:r>
                        <a:rPr kumimoji="1" lang="ja-JP" altLang="en-US" sz="1400">
                          <a:latin typeface="+mn-ea"/>
                          <a:ea typeface="+mn-ea"/>
                        </a:rPr>
                        <a:t>ご対応部署</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tcPr>
                </a:tc>
                <a:extLst>
                  <a:ext uri="{0D108BD9-81ED-4DB2-BD59-A6C34878D82A}">
                    <a16:rowId xmlns:a16="http://schemas.microsoft.com/office/drawing/2014/main" val="681146360"/>
                  </a:ext>
                </a:extLst>
              </a:tr>
              <a:tr h="396000">
                <a:tc>
                  <a:txBody>
                    <a:bodyPr/>
                    <a:lstStyle/>
                    <a:p>
                      <a:pPr algn="ctr"/>
                      <a:r>
                        <a:rPr kumimoji="1" lang="ja-JP" altLang="en-US" sz="1400">
                          <a:latin typeface="+mn-ea"/>
                          <a:ea typeface="+mn-ea"/>
                        </a:rPr>
                        <a:t>１</a:t>
                      </a:r>
                    </a:p>
                  </a:txBody>
                  <a:tcPr anchor="ctr">
                    <a:lnL w="12700" cmpd="sng">
                      <a:noFill/>
                    </a:lnL>
                    <a:lnR w="12700" cmpd="sng">
                      <a:noFill/>
                    </a:lnR>
                    <a:lnT w="38100" cmpd="sng">
                      <a:noFill/>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a:latin typeface="+mn-ea"/>
                          <a:ea typeface="+mn-ea"/>
                        </a:rPr>
                        <a:t>統合マスタ基盤構築支援</a:t>
                      </a:r>
                    </a:p>
                  </a:txBody>
                  <a:tcPr anchor="ctr">
                    <a:lnL w="12700" cmpd="sng">
                      <a:noFill/>
                    </a:lnL>
                    <a:lnR w="12700" cmpd="sng">
                      <a:noFill/>
                    </a:lnR>
                    <a:lnT w="38100" cmpd="sng">
                      <a:noFill/>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a:latin typeface="+mn-ea"/>
                          <a:ea typeface="+mn-ea"/>
                        </a:rPr>
                        <a:t>業務変革一課</a:t>
                      </a:r>
                    </a:p>
                  </a:txBody>
                  <a:tcPr anchor="ctr">
                    <a:lnL w="12700" cmpd="sng">
                      <a:noFill/>
                    </a:lnL>
                    <a:lnR w="12700" cmpd="sng">
                      <a:noFill/>
                    </a:lnR>
                    <a:lnT w="38100" cmpd="sng">
                      <a:noFill/>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37974386"/>
                  </a:ext>
                </a:extLst>
              </a:tr>
              <a:tr h="396000">
                <a:tc>
                  <a:txBody>
                    <a:bodyPr/>
                    <a:lstStyle/>
                    <a:p>
                      <a:pPr algn="ctr"/>
                      <a:r>
                        <a:rPr kumimoji="1" lang="en-US" altLang="ja-JP" sz="1400">
                          <a:latin typeface="+mn-ea"/>
                          <a:ea typeface="+mn-ea"/>
                        </a:rPr>
                        <a:t>2</a:t>
                      </a:r>
                      <a:endParaRPr kumimoji="1" lang="ja-JP" altLang="en-US" sz="1400">
                        <a:latin typeface="+mn-ea"/>
                        <a:ea typeface="+mn-ea"/>
                      </a:endParaRP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a:latin typeface="+mn-ea"/>
                          <a:ea typeface="+mn-ea"/>
                        </a:rPr>
                        <a:t>燃料油</a:t>
                      </a:r>
                      <a:r>
                        <a:rPr kumimoji="1" lang="en-US" altLang="ja-JP" sz="1400">
                          <a:latin typeface="+mn-ea"/>
                          <a:ea typeface="+mn-ea"/>
                        </a:rPr>
                        <a:t>ADF</a:t>
                      </a:r>
                      <a:r>
                        <a:rPr kumimoji="1" lang="ja-JP" altLang="en-US" sz="1400">
                          <a:latin typeface="+mn-ea"/>
                          <a:ea typeface="+mn-ea"/>
                        </a:rPr>
                        <a:t>関連開発支援</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a:latin typeface="+mn-ea"/>
                          <a:ea typeface="+mn-ea"/>
                        </a:rPr>
                        <a:t>業務変革一課</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95560948"/>
                  </a:ext>
                </a:extLst>
              </a:tr>
              <a:tr h="396000">
                <a:tc>
                  <a:txBody>
                    <a:bodyPr/>
                    <a:lstStyle/>
                    <a:p>
                      <a:pPr algn="ctr"/>
                      <a:r>
                        <a:rPr kumimoji="1" lang="en-US" altLang="ja-JP" sz="1400">
                          <a:latin typeface="+mn-ea"/>
                          <a:ea typeface="+mn-ea"/>
                        </a:rPr>
                        <a:t>3</a:t>
                      </a:r>
                      <a:endParaRPr kumimoji="1" lang="ja-JP" altLang="en-US" sz="1400">
                        <a:latin typeface="+mn-ea"/>
                        <a:ea typeface="+mn-ea"/>
                      </a:endParaRP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en-US" altLang="ja-JP" sz="1400">
                          <a:latin typeface="+mn-ea"/>
                          <a:ea typeface="+mn-ea"/>
                        </a:rPr>
                        <a:t>Azure</a:t>
                      </a:r>
                      <a:r>
                        <a:rPr kumimoji="1" lang="ja-JP" altLang="en-US" sz="1400">
                          <a:latin typeface="+mn-ea"/>
                          <a:ea typeface="+mn-ea"/>
                        </a:rPr>
                        <a:t> </a:t>
                      </a:r>
                      <a:r>
                        <a:rPr kumimoji="1" lang="en-US" altLang="ja-JP" sz="1400">
                          <a:latin typeface="+mn-ea"/>
                          <a:ea typeface="+mn-ea"/>
                        </a:rPr>
                        <a:t>Synapse</a:t>
                      </a:r>
                      <a:r>
                        <a:rPr kumimoji="1" lang="ja-JP" altLang="en-US" sz="1400">
                          <a:latin typeface="+mn-ea"/>
                          <a:ea typeface="+mn-ea"/>
                        </a:rPr>
                        <a:t>基盤運用支援</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a:latin typeface="+mn-ea"/>
                          <a:ea typeface="+mn-ea"/>
                        </a:rPr>
                        <a:t>業務変革三課</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81087585"/>
                  </a:ext>
                </a:extLst>
              </a:tr>
              <a:tr h="540000">
                <a:tc>
                  <a:txBody>
                    <a:bodyPr/>
                    <a:lstStyle/>
                    <a:p>
                      <a:pPr algn="ctr"/>
                      <a:r>
                        <a:rPr kumimoji="1" lang="en-US" altLang="ja-JP" sz="1400">
                          <a:latin typeface="+mn-ea"/>
                          <a:ea typeface="+mn-ea"/>
                        </a:rPr>
                        <a:t>4</a:t>
                      </a:r>
                      <a:endParaRPr kumimoji="1" lang="ja-JP" altLang="en-US" sz="1400">
                        <a:latin typeface="+mn-ea"/>
                        <a:ea typeface="+mn-ea"/>
                      </a:endParaRP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a:latin typeface="+mn-ea"/>
                          <a:ea typeface="+mn-ea"/>
                        </a:rPr>
                        <a:t>業務変革四課における開発・保守・運用に関わる業務</a:t>
                      </a:r>
                      <a:endParaRPr kumimoji="1" lang="en-US" altLang="ja-JP" sz="1400">
                        <a:latin typeface="+mn-ea"/>
                        <a:ea typeface="+mn-ea"/>
                      </a:endParaRPr>
                    </a:p>
                    <a:p>
                      <a:pPr algn="l"/>
                      <a:r>
                        <a:rPr kumimoji="1" lang="ja-JP" altLang="en-US" sz="1400">
                          <a:latin typeface="+mn-ea"/>
                          <a:ea typeface="+mn-ea"/>
                        </a:rPr>
                        <a:t>　</a:t>
                      </a:r>
                      <a:r>
                        <a:rPr kumimoji="1" lang="en-US" altLang="ja-JP" sz="1400">
                          <a:latin typeface="+mn-ea"/>
                          <a:ea typeface="+mn-ea"/>
                        </a:rPr>
                        <a:t>※</a:t>
                      </a:r>
                      <a:r>
                        <a:rPr kumimoji="1" lang="ja-JP" altLang="en-US" sz="1400">
                          <a:latin typeface="+mn-ea"/>
                          <a:ea typeface="+mn-ea"/>
                        </a:rPr>
                        <a:t>青井・河名・植木・滝田が貴社社員代替として従事</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a:latin typeface="+mn-ea"/>
                          <a:ea typeface="+mn-ea"/>
                        </a:rPr>
                        <a:t>業務変革四課</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04694972"/>
                  </a:ext>
                </a:extLst>
              </a:tr>
              <a:tr h="396000">
                <a:tc>
                  <a:txBody>
                    <a:bodyPr/>
                    <a:lstStyle/>
                    <a:p>
                      <a:pPr algn="ctr"/>
                      <a:r>
                        <a:rPr kumimoji="1" lang="en-US" altLang="ja-JP" sz="1400">
                          <a:latin typeface="+mn-ea"/>
                          <a:ea typeface="+mn-ea"/>
                        </a:rPr>
                        <a:t>5</a:t>
                      </a:r>
                      <a:endParaRPr kumimoji="1" lang="ja-JP" altLang="en-US" sz="1400">
                        <a:latin typeface="+mn-ea"/>
                        <a:ea typeface="+mn-ea"/>
                      </a:endParaRP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en-US" altLang="ja-JP" sz="1400">
                          <a:latin typeface="+mn-ea"/>
                          <a:ea typeface="+mn-ea"/>
                        </a:rPr>
                        <a:t>DX</a:t>
                      </a:r>
                      <a:r>
                        <a:rPr kumimoji="1" lang="ja-JP" altLang="en-US" sz="1400">
                          <a:latin typeface="+mn-ea"/>
                          <a:ea typeface="+mn-ea"/>
                        </a:rPr>
                        <a:t>業務支援、</a:t>
                      </a:r>
                      <a:r>
                        <a:rPr kumimoji="1" lang="en-US" altLang="ja-JP" sz="1400">
                          <a:latin typeface="+mn-ea"/>
                          <a:ea typeface="+mn-ea"/>
                        </a:rPr>
                        <a:t>SDM</a:t>
                      </a:r>
                      <a:r>
                        <a:rPr kumimoji="1" lang="ja-JP" altLang="en-US" sz="1400">
                          <a:latin typeface="+mn-ea"/>
                          <a:ea typeface="+mn-ea"/>
                        </a:rPr>
                        <a:t>くん新機能開発要員</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a:latin typeface="+mn-ea"/>
                          <a:ea typeface="+mn-ea"/>
                        </a:rPr>
                        <a:t>業務変革四課</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90386390"/>
                  </a:ext>
                </a:extLst>
              </a:tr>
              <a:tr h="396000">
                <a:tc>
                  <a:txBody>
                    <a:bodyPr/>
                    <a:lstStyle/>
                    <a:p>
                      <a:pPr algn="ctr"/>
                      <a:r>
                        <a:rPr kumimoji="1" lang="en-US" altLang="ja-JP" sz="1400">
                          <a:latin typeface="+mn-ea"/>
                          <a:ea typeface="+mn-ea"/>
                        </a:rPr>
                        <a:t>6</a:t>
                      </a:r>
                      <a:endParaRPr kumimoji="1" lang="ja-JP" altLang="en-US" sz="1400">
                        <a:latin typeface="+mn-ea"/>
                        <a:ea typeface="+mn-ea"/>
                      </a:endParaRP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a:latin typeface="+mn-ea"/>
                          <a:ea typeface="+mn-ea"/>
                        </a:rPr>
                        <a:t>デジタルプラットフォーム課業務支援</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a:latin typeface="+mn-ea"/>
                          <a:ea typeface="+mn-ea"/>
                        </a:rPr>
                        <a:t>デジタルプラットフォーム課</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2193168"/>
                  </a:ext>
                </a:extLst>
              </a:tr>
              <a:tr h="396000">
                <a:tc>
                  <a:txBody>
                    <a:bodyPr/>
                    <a:lstStyle/>
                    <a:p>
                      <a:pPr algn="ctr"/>
                      <a:r>
                        <a:rPr kumimoji="1" lang="en-US" altLang="ja-JP" sz="1400">
                          <a:latin typeface="+mn-ea"/>
                          <a:ea typeface="+mn-ea"/>
                        </a:rPr>
                        <a:t>7</a:t>
                      </a:r>
                      <a:endParaRPr kumimoji="1" lang="ja-JP" altLang="en-US" sz="1400">
                        <a:latin typeface="+mn-ea"/>
                        <a:ea typeface="+mn-ea"/>
                      </a:endParaRP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a:latin typeface="+mn-ea"/>
                          <a:ea typeface="+mn-ea"/>
                        </a:rPr>
                        <a:t>生成</a:t>
                      </a:r>
                      <a:r>
                        <a:rPr kumimoji="1" lang="en-US" altLang="ja-JP" sz="1400">
                          <a:latin typeface="+mn-ea"/>
                          <a:ea typeface="+mn-ea"/>
                        </a:rPr>
                        <a:t>AI</a:t>
                      </a:r>
                      <a:r>
                        <a:rPr kumimoji="1" lang="ja-JP" altLang="en-US" sz="1400">
                          <a:latin typeface="+mn-ea"/>
                          <a:ea typeface="+mn-ea"/>
                        </a:rPr>
                        <a:t>に関するシステム開発支援</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400">
                          <a:latin typeface="+mn-ea"/>
                          <a:ea typeface="+mn-ea"/>
                        </a:rPr>
                        <a:t>DX</a:t>
                      </a:r>
                      <a:r>
                        <a:rPr kumimoji="1" lang="ja-JP" altLang="en-US" sz="1400">
                          <a:latin typeface="+mn-ea"/>
                          <a:ea typeface="+mn-ea"/>
                        </a:rPr>
                        <a:t>技術戦略課</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22743070"/>
                  </a:ext>
                </a:extLst>
              </a:tr>
              <a:tr h="396000">
                <a:tc>
                  <a:txBody>
                    <a:bodyPr/>
                    <a:lstStyle/>
                    <a:p>
                      <a:pPr algn="ctr"/>
                      <a:r>
                        <a:rPr kumimoji="1" lang="en-US" altLang="ja-JP" sz="1400">
                          <a:latin typeface="+mn-ea"/>
                          <a:ea typeface="+mn-ea"/>
                        </a:rPr>
                        <a:t>8</a:t>
                      </a:r>
                      <a:endParaRPr kumimoji="1" lang="ja-JP" altLang="en-US" sz="1400">
                        <a:latin typeface="+mn-ea"/>
                        <a:ea typeface="+mn-ea"/>
                      </a:endParaRP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a:latin typeface="+mn-ea"/>
                          <a:ea typeface="+mn-ea"/>
                        </a:rPr>
                        <a:t>操業システム革新グループ業務支援</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a:latin typeface="+mn-ea"/>
                          <a:ea typeface="+mn-ea"/>
                        </a:rPr>
                        <a:t>生産技術センター</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48793563"/>
                  </a:ext>
                </a:extLst>
              </a:tr>
            </a:tbl>
          </a:graphicData>
        </a:graphic>
      </p:graphicFrame>
    </p:spTree>
    <p:extLst>
      <p:ext uri="{BB962C8B-B14F-4D97-AF65-F5344CB8AC3E}">
        <p14:creationId xmlns:p14="http://schemas.microsoft.com/office/powerpoint/2010/main" val="281995518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フッター プレースホルダー 2"/>
          <p:cNvSpPr>
            <a:spLocks noGrp="1"/>
          </p:cNvSpPr>
          <p:nvPr>
            <p:ph type="ftr" sz="quarter" idx="11"/>
          </p:nvPr>
        </p:nvSpPr>
        <p:spPr/>
        <p:txBody>
          <a:bodyPr/>
          <a:lstStyle/>
          <a:p>
            <a:r>
              <a:rPr lang="en-US"/>
              <a:t>Copyright © SystemEXE,Inc All Rights Reserved.</a:t>
            </a:r>
          </a:p>
        </p:txBody>
      </p:sp>
      <p:sp>
        <p:nvSpPr>
          <p:cNvPr id="5" name="テキスト プレースホルダー 4"/>
          <p:cNvSpPr>
            <a:spLocks noGrp="1"/>
          </p:cNvSpPr>
          <p:nvPr>
            <p:ph type="body" sz="quarter" idx="13"/>
          </p:nvPr>
        </p:nvSpPr>
        <p:spPr/>
        <p:txBody>
          <a:bodyPr/>
          <a:lstStyle/>
          <a:p>
            <a:r>
              <a:rPr lang="ja-JP" altLang="en-US"/>
              <a:t>株式会社システムエグゼ</a:t>
            </a:r>
          </a:p>
        </p:txBody>
      </p:sp>
      <p:sp>
        <p:nvSpPr>
          <p:cNvPr id="6" name="テキスト プレースホルダー 5"/>
          <p:cNvSpPr>
            <a:spLocks noGrp="1"/>
          </p:cNvSpPr>
          <p:nvPr>
            <p:ph type="body" sz="quarter" idx="14"/>
          </p:nvPr>
        </p:nvSpPr>
        <p:spPr/>
        <p:txBody>
          <a:bodyPr/>
          <a:lstStyle/>
          <a:p>
            <a:r>
              <a:rPr lang="ja-JP" altLang="en-US"/>
              <a:t>担当：福井将敏、髙浦祐朗</a:t>
            </a:r>
          </a:p>
        </p:txBody>
      </p:sp>
      <p:sp>
        <p:nvSpPr>
          <p:cNvPr id="7" name="テキスト プレースホルダー 6"/>
          <p:cNvSpPr>
            <a:spLocks noGrp="1"/>
          </p:cNvSpPr>
          <p:nvPr>
            <p:ph type="body" sz="quarter" idx="15"/>
          </p:nvPr>
        </p:nvSpPr>
        <p:spPr/>
        <p:txBody>
          <a:bodyPr/>
          <a:lstStyle/>
          <a:p>
            <a:r>
              <a:rPr lang="en-US" altLang="ja-JP"/>
              <a:t>TEL</a:t>
            </a:r>
            <a:r>
              <a:rPr lang="ja-JP" altLang="en-US"/>
              <a:t>：</a:t>
            </a:r>
            <a:r>
              <a:rPr lang="en-US" altLang="ja-JP"/>
              <a:t> 03-5299-5351</a:t>
            </a:r>
            <a:endParaRPr lang="ja-JP" altLang="en-US"/>
          </a:p>
        </p:txBody>
      </p:sp>
      <p:sp>
        <p:nvSpPr>
          <p:cNvPr id="8" name="テキスト プレースホルダー 7"/>
          <p:cNvSpPr>
            <a:spLocks noGrp="1"/>
          </p:cNvSpPr>
          <p:nvPr>
            <p:ph type="body" sz="quarter" idx="16"/>
          </p:nvPr>
        </p:nvSpPr>
        <p:spPr/>
        <p:txBody>
          <a:bodyPr/>
          <a:lstStyle/>
          <a:p>
            <a:r>
              <a:rPr lang="en-US" altLang="ja-JP"/>
              <a:t>Mail</a:t>
            </a:r>
            <a:r>
              <a:rPr lang="ja-JP" altLang="en-US"/>
              <a:t>：</a:t>
            </a:r>
            <a:r>
              <a:rPr lang="en-US" altLang="ja-JP"/>
              <a:t>masatoshi.fukui@system-exe.jp</a:t>
            </a:r>
          </a:p>
          <a:p>
            <a:r>
              <a:rPr lang="ja-JP" altLang="en-US"/>
              <a:t>　　　</a:t>
            </a:r>
            <a:r>
              <a:rPr lang="en-US" altLang="ja-JP"/>
              <a:t>masaaki.takaura@system-exe.jp</a:t>
            </a:r>
            <a:endParaRPr lang="ja-JP" altLang="en-US"/>
          </a:p>
        </p:txBody>
      </p:sp>
      <p:sp>
        <p:nvSpPr>
          <p:cNvPr id="9" name="テキスト プレースホルダー 8"/>
          <p:cNvSpPr>
            <a:spLocks noGrp="1"/>
          </p:cNvSpPr>
          <p:nvPr>
            <p:ph type="body" sz="quarter" idx="17"/>
          </p:nvPr>
        </p:nvSpPr>
        <p:spPr/>
        <p:txBody>
          <a:bodyPr/>
          <a:lstStyle/>
          <a:p>
            <a:r>
              <a:rPr kumimoji="1" lang="en-US" altLang="ja-JP"/>
              <a:t>URL</a:t>
            </a:r>
            <a:r>
              <a:rPr kumimoji="1" lang="ja-JP" altLang="en-US"/>
              <a:t>：</a:t>
            </a:r>
            <a:r>
              <a:rPr lang="en-US" altLang="ja-JP"/>
              <a:t>https://www.system-exe.co.jp</a:t>
            </a:r>
            <a:endParaRPr kumimoji="1" lang="ja-JP" altLang="en-US"/>
          </a:p>
        </p:txBody>
      </p:sp>
      <p:sp>
        <p:nvSpPr>
          <p:cNvPr id="10" name="テキスト プレースホルダー 9"/>
          <p:cNvSpPr>
            <a:spLocks noGrp="1"/>
          </p:cNvSpPr>
          <p:nvPr>
            <p:ph type="body" sz="quarter" idx="18"/>
          </p:nvPr>
        </p:nvSpPr>
        <p:spPr>
          <a:xfrm>
            <a:off x="1920000" y="4944000"/>
            <a:ext cx="3936000" cy="577569"/>
          </a:xfrm>
        </p:spPr>
        <p:txBody>
          <a:bodyPr/>
          <a:lstStyle/>
          <a:p>
            <a:r>
              <a:rPr lang="ja-JP" altLang="en-US"/>
              <a:t>〒</a:t>
            </a:r>
            <a:r>
              <a:rPr lang="en-US" altLang="ja-JP"/>
              <a:t>103-0022</a:t>
            </a:r>
          </a:p>
          <a:p>
            <a:r>
              <a:rPr lang="ja-JP" altLang="en-US"/>
              <a:t>東京都中央区日本橋室町三丁目４番４号</a:t>
            </a:r>
            <a:endParaRPr lang="en-US" altLang="ja-JP"/>
          </a:p>
          <a:p>
            <a:r>
              <a:rPr lang="ja-JP" altLang="en-US"/>
              <a:t>ＯＶＯＬ日本橋ビル７階</a:t>
            </a:r>
          </a:p>
        </p:txBody>
      </p:sp>
    </p:spTree>
    <p:extLst>
      <p:ext uri="{BB962C8B-B14F-4D97-AF65-F5344CB8AC3E}">
        <p14:creationId xmlns:p14="http://schemas.microsoft.com/office/powerpoint/2010/main" val="2405740042"/>
      </p:ext>
    </p:extLst>
  </p:cSld>
  <p:clrMapOvr>
    <a:masterClrMapping/>
  </p:clrMapOvr>
</p:sld>
</file>

<file path=ppt/theme/theme1.xml><?xml version="1.0" encoding="utf-8"?>
<a:theme xmlns:a="http://schemas.openxmlformats.org/drawingml/2006/main" name="Office テーマ">
  <a:themeElements>
    <a:clrScheme name="ペーパー">
      <a:dk1>
        <a:sysClr val="windowText" lastClr="000000"/>
      </a:dk1>
      <a:lt1>
        <a:sysClr val="window" lastClr="FFFFFF"/>
      </a:lt1>
      <a:dk2>
        <a:srgbClr val="444D26"/>
      </a:dk2>
      <a:lt2>
        <a:srgbClr val="FEFAC9"/>
      </a:lt2>
      <a:accent1>
        <a:srgbClr val="A5B592"/>
      </a:accent1>
      <a:accent2>
        <a:srgbClr val="F3A447"/>
      </a:accent2>
      <a:accent3>
        <a:srgbClr val="E7BC29"/>
      </a:accent3>
      <a:accent4>
        <a:srgbClr val="D092A7"/>
      </a:accent4>
      <a:accent5>
        <a:srgbClr val="9C85C0"/>
      </a:accent5>
      <a:accent6>
        <a:srgbClr val="809EC2"/>
      </a:accent6>
      <a:hlink>
        <a:srgbClr val="8E58B6"/>
      </a:hlink>
      <a:folHlink>
        <a:srgbClr val="7F6F6F"/>
      </a:folHlink>
    </a:clrScheme>
    <a:fontScheme name="Office テーマ">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rtlCol="0">
        <a:spAutoFit/>
      </a:bodyPr>
      <a:lstStyle>
        <a:defPPr>
          <a:defRPr kumimoji="1" sz="1600" dirty="0" smtClean="0">
            <a:latin typeface="游ゴシック" panose="020B0400000000000000" pitchFamily="50" charset="-128"/>
            <a:ea typeface="游ゴシック" panose="020B0400000000000000" pitchFamily="50" charset="-128"/>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2fd442da-66a9-4fa6-ba31-eb0d54ad1381">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ドキュメント" ma:contentTypeID="0x0101008B207C222D4A704392DD812ABE7F848A" ma:contentTypeVersion="10" ma:contentTypeDescription="新しいドキュメントを作成します。" ma:contentTypeScope="" ma:versionID="69aef985f427d6df22868eedf41448bf">
  <xsd:schema xmlns:xsd="http://www.w3.org/2001/XMLSchema" xmlns:xs="http://www.w3.org/2001/XMLSchema" xmlns:p="http://schemas.microsoft.com/office/2006/metadata/properties" xmlns:ns2="2fd442da-66a9-4fa6-ba31-eb0d54ad1381" targetNamespace="http://schemas.microsoft.com/office/2006/metadata/properties" ma:root="true" ma:fieldsID="5ea8d7fed5e91ecceba9cbd3c6ab47c3" ns2:_="">
    <xsd:import namespace="2fd442da-66a9-4fa6-ba31-eb0d54ad1381"/>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2:MediaServiceDateTaken"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fd442da-66a9-4fa6-ba31-eb0d54ad138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画像タグ" ma:readOnly="false" ma:fieldId="{5cf76f15-5ced-4ddc-b409-7134ff3c332f}" ma:taxonomyMulti="true" ma:sspId="a5fcdd6f-42ce-4fb7-9ce2-d9614ea932c1" ma:termSetId="09814cd3-568e-fe90-9814-8d621ff8fb84" ma:anchorId="fba54fb3-c3e1-fe81-a776-ca4b69148c4d" ma:open="true" ma:isKeyword="false">
      <xsd:complexType>
        <xsd:sequence>
          <xsd:element ref="pc:Terms" minOccurs="0" maxOccurs="1"/>
        </xsd:sequence>
      </xsd:complex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6D4756C-7B3C-4F66-935C-AB37B76449CD}">
  <ds:schemaRefs>
    <ds:schemaRef ds:uri="http://schemas.microsoft.com/office/2006/documentManagement/types"/>
    <ds:schemaRef ds:uri="http://www.w3.org/XML/1998/namespace"/>
    <ds:schemaRef ds:uri="http://purl.org/dc/dcmitype/"/>
    <ds:schemaRef ds:uri="http://purl.org/dc/terms/"/>
    <ds:schemaRef ds:uri="http://schemas.microsoft.com/office/2006/metadata/properties"/>
    <ds:schemaRef ds:uri="http://schemas.openxmlformats.org/package/2006/metadata/core-properties"/>
    <ds:schemaRef ds:uri="http://schemas.microsoft.com/office/infopath/2007/PartnerControls"/>
    <ds:schemaRef ds:uri="2fd442da-66a9-4fa6-ba31-eb0d54ad1381"/>
    <ds:schemaRef ds:uri="http://purl.org/dc/elements/1.1/"/>
  </ds:schemaRefs>
</ds:datastoreItem>
</file>

<file path=customXml/itemProps2.xml><?xml version="1.0" encoding="utf-8"?>
<ds:datastoreItem xmlns:ds="http://schemas.openxmlformats.org/officeDocument/2006/customXml" ds:itemID="{26B460F5-A58E-476A-A48E-BDB354E063CC}">
  <ds:schemaRefs>
    <ds:schemaRef ds:uri="http://schemas.microsoft.com/sharepoint/v3/contenttype/forms"/>
  </ds:schemaRefs>
</ds:datastoreItem>
</file>

<file path=customXml/itemProps3.xml><?xml version="1.0" encoding="utf-8"?>
<ds:datastoreItem xmlns:ds="http://schemas.openxmlformats.org/officeDocument/2006/customXml" ds:itemID="{0EB2CA4D-96B6-4527-A4F2-FC014F2DF42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fd442da-66a9-4fa6-ba31-eb0d54ad138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Office Theme</Template>
  <TotalTime>3178</TotalTime>
  <Words>6414</Words>
  <Application>Microsoft Office PowerPoint</Application>
  <PresentationFormat>ワイド画面</PresentationFormat>
  <Paragraphs>1139</Paragraphs>
  <Slides>50</Slides>
  <Notes>13</Notes>
  <HiddenSlides>0</HiddenSlides>
  <MMClips>0</MMClips>
  <ScaleCrop>false</ScaleCrop>
  <HeadingPairs>
    <vt:vector size="6" baseType="variant">
      <vt:variant>
        <vt:lpstr>使用されているフォント</vt:lpstr>
      </vt:variant>
      <vt:variant>
        <vt:i4>10</vt:i4>
      </vt:variant>
      <vt:variant>
        <vt:lpstr>テーマ</vt:lpstr>
      </vt:variant>
      <vt:variant>
        <vt:i4>1</vt:i4>
      </vt:variant>
      <vt:variant>
        <vt:lpstr>スライド タイトル</vt:lpstr>
      </vt:variant>
      <vt:variant>
        <vt:i4>50</vt:i4>
      </vt:variant>
    </vt:vector>
  </HeadingPairs>
  <TitlesOfParts>
    <vt:vector size="61" baseType="lpstr">
      <vt:lpstr>BIZ UDPゴシック</vt:lpstr>
      <vt:lpstr>Meiryo UI</vt:lpstr>
      <vt:lpstr>游ゴシック</vt:lpstr>
      <vt:lpstr>游ゴシック</vt:lpstr>
      <vt:lpstr>Yu Gothic Medium</vt:lpstr>
      <vt:lpstr>游ゴシック 本文</vt:lpstr>
      <vt:lpstr>游明朝</vt:lpstr>
      <vt:lpstr>Arial</vt:lpstr>
      <vt:lpstr>Calibri</vt:lpstr>
      <vt:lpstr>Wingdings</vt:lpstr>
      <vt:lpstr>Office テーマ</vt:lpstr>
      <vt:lpstr>PowerPoint プレゼンテーション</vt:lpstr>
      <vt:lpstr>PowerPoint プレゼンテーション</vt:lpstr>
      <vt:lpstr>ご提案のポイント</vt:lpstr>
      <vt:lpstr>1-1．背景と目的</vt:lpstr>
      <vt:lpstr>1-2．弊社の強み</vt:lpstr>
      <vt:lpstr>1-3．ご提案方針</vt:lpstr>
      <vt:lpstr>1-4．システム化の範囲</vt:lpstr>
      <vt:lpstr>スケジュール</vt:lpstr>
      <vt:lpstr>2-1．スケジュール案</vt:lpstr>
      <vt:lpstr>作業概要</vt:lpstr>
      <vt:lpstr>3-1．プロジェクト全体の作業概要</vt:lpstr>
      <vt:lpstr>3-2．要件定義・基本設計工程の作業概要</vt:lpstr>
      <vt:lpstr>3-3．想定機能・画面一覧①</vt:lpstr>
      <vt:lpstr>3-3．想定機能・画面一覧②</vt:lpstr>
      <vt:lpstr>3-3．想定機能・画面一覧③</vt:lpstr>
      <vt:lpstr>3-3．想定機能・画面一覧④</vt:lpstr>
      <vt:lpstr>プロジェクト推進体制</vt:lpstr>
      <vt:lpstr>4-1．体制</vt:lpstr>
      <vt:lpstr>4-2．技術者の略歴</vt:lpstr>
      <vt:lpstr>4-3．有資格者</vt:lpstr>
      <vt:lpstr>4-4．役割および責任・権限</vt:lpstr>
      <vt:lpstr>コミュニケーション計画</vt:lpstr>
      <vt:lpstr>5-1．コミュニケーション管理</vt:lpstr>
      <vt:lpstr>5-2．会議体</vt:lpstr>
      <vt:lpstr>品質マネジメント計画</vt:lpstr>
      <vt:lpstr>6-1．「出光開発標準」への理解</vt:lpstr>
      <vt:lpstr>6-2．品質目標</vt:lpstr>
      <vt:lpstr>6-3．品質管理①（レビュー）</vt:lpstr>
      <vt:lpstr>6-3．品質管理②（製造・テスト）</vt:lpstr>
      <vt:lpstr>導入計画</vt:lpstr>
      <vt:lpstr>7-1．導入計画</vt:lpstr>
      <vt:lpstr>教育・トレーニング計画</vt:lpstr>
      <vt:lpstr>8-1．教育・トレーニング計画</vt:lpstr>
      <vt:lpstr>納品物</vt:lpstr>
      <vt:lpstr>9-1．納品物</vt:lpstr>
      <vt:lpstr>サポート内容</vt:lpstr>
      <vt:lpstr>10-1．サポート内容</vt:lpstr>
      <vt:lpstr>お見積り</vt:lpstr>
      <vt:lpstr>11-1．お見積り（要件定義～初期流動）</vt:lpstr>
      <vt:lpstr>11-2．お見積り（運用保守）</vt:lpstr>
      <vt:lpstr>11-3．お見積り概要</vt:lpstr>
      <vt:lpstr>11-4．お見積り前提条件</vt:lpstr>
      <vt:lpstr>弊社情報</vt:lpstr>
      <vt:lpstr>12-1．弊社概要①</vt:lpstr>
      <vt:lpstr>12-1．弊社概要②</vt:lpstr>
      <vt:lpstr>12-2．貴社プロジェクトにおける主な開発実績・規模</vt:lpstr>
      <vt:lpstr>12-3．貴社プロジェクトにおける主な開発実績</vt:lpstr>
      <vt:lpstr>12-4．貴社プロジェクトにおける主な運用保守実績</vt:lpstr>
      <vt:lpstr>12-5．貴社プロジェクトにおける主な派遣・準委任参画実績</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田村 晃</dc:creator>
  <cp:lastModifiedBy>福井将敏</cp:lastModifiedBy>
  <cp:revision>112</cp:revision>
  <dcterms:created xsi:type="dcterms:W3CDTF">2021-02-05T06:36:21Z</dcterms:created>
  <dcterms:modified xsi:type="dcterms:W3CDTF">2025-06-04T01:59:28Z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0x0101008B207C222D4A704392DD812ABE7F848A</vt:lpwstr>
  </property>
  <property fmtid="{D5CDD505-2E9C-101B-9397-08002B2CF9AE}" pid="3" name="MediaServiceImageTags">
    <vt:lpwstr/>
  </property>
</Properties>
</file>