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58" r:id="rId4"/>
  </p:sldMasterIdLst>
  <p:notesMasterIdLst>
    <p:notesMasterId r:id="rId20"/>
  </p:notesMasterIdLst>
  <p:handoutMasterIdLst>
    <p:handoutMasterId r:id="rId21"/>
  </p:handoutMasterIdLst>
  <p:sldIdLst>
    <p:sldId id="615" r:id="rId5"/>
    <p:sldId id="827" r:id="rId6"/>
    <p:sldId id="727" r:id="rId7"/>
    <p:sldId id="823" r:id="rId8"/>
    <p:sldId id="820" r:id="rId9"/>
    <p:sldId id="824" r:id="rId10"/>
    <p:sldId id="800" r:id="rId11"/>
    <p:sldId id="816" r:id="rId12"/>
    <p:sldId id="821" r:id="rId13"/>
    <p:sldId id="825" r:id="rId14"/>
    <p:sldId id="828" r:id="rId15"/>
    <p:sldId id="826" r:id="rId16"/>
    <p:sldId id="822" r:id="rId17"/>
    <p:sldId id="804" r:id="rId18"/>
    <p:sldId id="780" r:id="rId19"/>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162" userDrawn="1">
          <p15:clr>
            <a:srgbClr val="A4A3A4"/>
          </p15:clr>
        </p15:guide>
        <p15:guide id="3" orient="horz" pos="3135">
          <p15:clr>
            <a:srgbClr val="A4A3A4"/>
          </p15:clr>
        </p15:guide>
        <p15:guide id="4" orient="horz" pos="3838" userDrawn="1">
          <p15:clr>
            <a:srgbClr val="A4A3A4"/>
          </p15:clr>
        </p15:guide>
        <p15:guide id="5" orient="horz" pos="414">
          <p15:clr>
            <a:srgbClr val="A4A3A4"/>
          </p15:clr>
        </p15:guide>
        <p15:guide id="6" pos="512">
          <p15:clr>
            <a:srgbClr val="A4A3A4"/>
          </p15:clr>
        </p15:guide>
        <p15:guide id="7" pos="5751" userDrawn="1">
          <p15:clr>
            <a:srgbClr val="A4A3A4"/>
          </p15:clr>
        </p15:guide>
        <p15:guide id="8" pos="3143" userDrawn="1">
          <p15:clr>
            <a:srgbClr val="A4A3A4"/>
          </p15:clr>
        </p15:guide>
        <p15:guide id="9" pos="2145">
          <p15:clr>
            <a:srgbClr val="A4A3A4"/>
          </p15:clr>
        </p15:guide>
        <p15:guide id="10" pos="4095">
          <p15:clr>
            <a:srgbClr val="A4A3A4"/>
          </p15:clr>
        </p15:guide>
        <p15:guide id="11" pos="3279" userDrawn="1">
          <p15:clr>
            <a:srgbClr val="A4A3A4"/>
          </p15:clr>
        </p15:guide>
        <p15:guide id="12" pos="29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BC"/>
    <a:srgbClr val="FFFF00"/>
    <a:srgbClr val="FFEAEA"/>
    <a:srgbClr val="FFFFFF"/>
    <a:srgbClr val="FF0000"/>
    <a:srgbClr val="000000"/>
    <a:srgbClr val="E4007F"/>
    <a:srgbClr val="00FF00"/>
    <a:srgbClr val="0000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FE61F2-4A0A-4A85-8CF5-C0DC9EE78B6B}" v="165" dt="2025-08-14T01:45:26.423"/>
    <p1510:client id="{EC9D0228-4AE3-EC79-799C-FCAC7E075985}" v="5" dt="2025-08-14T00:30:48.42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78" y="114"/>
      </p:cViewPr>
      <p:guideLst>
        <p:guide orient="horz" pos="2160"/>
        <p:guide orient="horz" pos="1162"/>
        <p:guide orient="horz" pos="3135"/>
        <p:guide orient="horz" pos="3838"/>
        <p:guide orient="horz" pos="414"/>
        <p:guide pos="512"/>
        <p:guide pos="5751"/>
        <p:guide pos="3143"/>
        <p:guide pos="2145"/>
        <p:guide pos="4095"/>
        <p:guide pos="3279"/>
        <p:guide pos="2939"/>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元廣 沙織" userId="S::motohiro@cypress.systems::c17baaea-7faa-44c2-be1f-b4a8a77c0ed1" providerId="AD" clId="Web-{EC9D0228-4AE3-EC79-799C-FCAC7E075985}"/>
    <pc:docChg chg="modSld">
      <pc:chgData name="元廣 沙織" userId="S::motohiro@cypress.systems::c17baaea-7faa-44c2-be1f-b4a8a77c0ed1" providerId="AD" clId="Web-{EC9D0228-4AE3-EC79-799C-FCAC7E075985}" dt="2025-08-14T00:30:48.428" v="4" actId="14100"/>
      <pc:docMkLst>
        <pc:docMk/>
      </pc:docMkLst>
      <pc:sldChg chg="addSp modSp">
        <pc:chgData name="元廣 沙織" userId="S::motohiro@cypress.systems::c17baaea-7faa-44c2-be1f-b4a8a77c0ed1" providerId="AD" clId="Web-{EC9D0228-4AE3-EC79-799C-FCAC7E075985}" dt="2025-08-14T00:30:48.428" v="4" actId="14100"/>
        <pc:sldMkLst>
          <pc:docMk/>
          <pc:sldMk cId="1062443767" sldId="800"/>
        </pc:sldMkLst>
        <pc:spChg chg="add mod">
          <ac:chgData name="元廣 沙織" userId="S::motohiro@cypress.systems::c17baaea-7faa-44c2-be1f-b4a8a77c0ed1" providerId="AD" clId="Web-{EC9D0228-4AE3-EC79-799C-FCAC7E075985}" dt="2025-08-14T00:30:48.428" v="4" actId="14100"/>
          <ac:spMkLst>
            <pc:docMk/>
            <pc:sldMk cId="1062443767" sldId="800"/>
            <ac:spMk id="4" creationId="{7CE64554-E59B-1649-8C99-9858E063F90F}"/>
          </ac:spMkLst>
        </pc:spChg>
      </pc:sldChg>
    </pc:docChg>
  </pc:docChgLst>
  <pc:docChgLst>
    <pc:chgData name="井上 ゆき" userId="9a4db8be-3331-4665-be8a-3d7f16d5f375" providerId="ADAL" clId="{32FE61F2-4A0A-4A85-8CF5-C0DC9EE78B6B}"/>
    <pc:docChg chg="undo custSel modSld">
      <pc:chgData name="井上 ゆき" userId="9a4db8be-3331-4665-be8a-3d7f16d5f375" providerId="ADAL" clId="{32FE61F2-4A0A-4A85-8CF5-C0DC9EE78B6B}" dt="2025-08-14T01:58:55.246" v="708" actId="20577"/>
      <pc:docMkLst>
        <pc:docMk/>
      </pc:docMkLst>
      <pc:sldChg chg="modSp mod">
        <pc:chgData name="井上 ゆき" userId="9a4db8be-3331-4665-be8a-3d7f16d5f375" providerId="ADAL" clId="{32FE61F2-4A0A-4A85-8CF5-C0DC9EE78B6B}" dt="2025-08-14T01:00:28.649" v="159" actId="20577"/>
        <pc:sldMkLst>
          <pc:docMk/>
          <pc:sldMk cId="2480111393" sldId="727"/>
        </pc:sldMkLst>
        <pc:spChg chg="mod">
          <ac:chgData name="井上 ゆき" userId="9a4db8be-3331-4665-be8a-3d7f16d5f375" providerId="ADAL" clId="{32FE61F2-4A0A-4A85-8CF5-C0DC9EE78B6B}" dt="2025-08-14T01:00:28.649" v="159" actId="20577"/>
          <ac:spMkLst>
            <pc:docMk/>
            <pc:sldMk cId="2480111393" sldId="727"/>
            <ac:spMk id="265" creationId="{00000000-0000-0000-0000-000000000000}"/>
          </ac:spMkLst>
        </pc:spChg>
      </pc:sldChg>
      <pc:sldChg chg="delSp modSp mod">
        <pc:chgData name="井上 ゆき" userId="9a4db8be-3331-4665-be8a-3d7f16d5f375" providerId="ADAL" clId="{32FE61F2-4A0A-4A85-8CF5-C0DC9EE78B6B}" dt="2025-08-14T01:58:55.246" v="708" actId="20577"/>
        <pc:sldMkLst>
          <pc:docMk/>
          <pc:sldMk cId="1062443767" sldId="800"/>
        </pc:sldMkLst>
        <pc:spChg chg="mod">
          <ac:chgData name="井上 ゆき" userId="9a4db8be-3331-4665-be8a-3d7f16d5f375" providerId="ADAL" clId="{32FE61F2-4A0A-4A85-8CF5-C0DC9EE78B6B}" dt="2025-08-14T01:41:05.091" v="645" actId="20577"/>
          <ac:spMkLst>
            <pc:docMk/>
            <pc:sldMk cId="1062443767" sldId="800"/>
            <ac:spMk id="2" creationId="{53F16C87-0DBE-83A7-6000-38600E74C26A}"/>
          </ac:spMkLst>
        </pc:spChg>
        <pc:spChg chg="del">
          <ac:chgData name="井上 ゆき" userId="9a4db8be-3331-4665-be8a-3d7f16d5f375" providerId="ADAL" clId="{32FE61F2-4A0A-4A85-8CF5-C0DC9EE78B6B}" dt="2025-08-14T00:40:33.065" v="1" actId="478"/>
          <ac:spMkLst>
            <pc:docMk/>
            <pc:sldMk cId="1062443767" sldId="800"/>
            <ac:spMk id="4" creationId="{7CE64554-E59B-1649-8C99-9858E063F90F}"/>
          </ac:spMkLst>
        </pc:spChg>
        <pc:graphicFrameChg chg="mod modGraphic">
          <ac:chgData name="井上 ゆき" userId="9a4db8be-3331-4665-be8a-3d7f16d5f375" providerId="ADAL" clId="{32FE61F2-4A0A-4A85-8CF5-C0DC9EE78B6B}" dt="2025-08-14T01:58:55.246" v="708" actId="20577"/>
          <ac:graphicFrameMkLst>
            <pc:docMk/>
            <pc:sldMk cId="1062443767" sldId="800"/>
            <ac:graphicFrameMk id="9" creationId="{A213FEAE-D138-469D-40B5-F1933C9C3A3A}"/>
          </ac:graphicFrameMkLst>
        </pc:graphicFrameChg>
      </pc:sldChg>
      <pc:sldChg chg="modSp mod">
        <pc:chgData name="井上 ゆき" userId="9a4db8be-3331-4665-be8a-3d7f16d5f375" providerId="ADAL" clId="{32FE61F2-4A0A-4A85-8CF5-C0DC9EE78B6B}" dt="2025-08-14T00:49:43.656" v="146" actId="20577"/>
        <pc:sldMkLst>
          <pc:docMk/>
          <pc:sldMk cId="1192467542" sldId="816"/>
        </pc:sldMkLst>
        <pc:graphicFrameChg chg="modGraphic">
          <ac:chgData name="井上 ゆき" userId="9a4db8be-3331-4665-be8a-3d7f16d5f375" providerId="ADAL" clId="{32FE61F2-4A0A-4A85-8CF5-C0DC9EE78B6B}" dt="2025-08-14T00:49:43.656" v="146" actId="20577"/>
          <ac:graphicFrameMkLst>
            <pc:docMk/>
            <pc:sldMk cId="1192467542" sldId="816"/>
            <ac:graphicFrameMk id="2" creationId="{08BE1867-3FBC-B3CC-27E1-2202683450EB}"/>
          </ac:graphicFrameMkLst>
        </pc:graphicFrameChg>
      </pc:sldChg>
      <pc:sldChg chg="modSp mod">
        <pc:chgData name="井上 ゆき" userId="9a4db8be-3331-4665-be8a-3d7f16d5f375" providerId="ADAL" clId="{32FE61F2-4A0A-4A85-8CF5-C0DC9EE78B6B}" dt="2025-08-14T01:08:14.900" v="167" actId="20577"/>
        <pc:sldMkLst>
          <pc:docMk/>
          <pc:sldMk cId="455119054" sldId="820"/>
        </pc:sldMkLst>
        <pc:spChg chg="mod">
          <ac:chgData name="井上 ゆき" userId="9a4db8be-3331-4665-be8a-3d7f16d5f375" providerId="ADAL" clId="{32FE61F2-4A0A-4A85-8CF5-C0DC9EE78B6B}" dt="2025-08-14T01:08:14.900" v="167" actId="20577"/>
          <ac:spMkLst>
            <pc:docMk/>
            <pc:sldMk cId="455119054" sldId="820"/>
            <ac:spMk id="47" creationId="{F2C6D92F-A3C8-C00C-2663-701057B5700E}"/>
          </ac:spMkLst>
        </pc:spChg>
      </pc:sldChg>
      <pc:sldChg chg="modSp mod">
        <pc:chgData name="井上 ゆき" userId="9a4db8be-3331-4665-be8a-3d7f16d5f375" providerId="ADAL" clId="{32FE61F2-4A0A-4A85-8CF5-C0DC9EE78B6B}" dt="2025-08-14T01:46:22.293" v="702" actId="20577"/>
        <pc:sldMkLst>
          <pc:docMk/>
          <pc:sldMk cId="1650093108" sldId="824"/>
        </pc:sldMkLst>
        <pc:spChg chg="mod">
          <ac:chgData name="井上 ゆき" userId="9a4db8be-3331-4665-be8a-3d7f16d5f375" providerId="ADAL" clId="{32FE61F2-4A0A-4A85-8CF5-C0DC9EE78B6B}" dt="2025-08-14T01:46:22.293" v="702" actId="20577"/>
          <ac:spMkLst>
            <pc:docMk/>
            <pc:sldMk cId="1650093108" sldId="824"/>
            <ac:spMk id="11" creationId="{5BCDDC7E-3253-B7F1-C986-E7DBE922254E}"/>
          </ac:spMkLst>
        </pc:spChg>
        <pc:spChg chg="mod">
          <ac:chgData name="井上 ゆき" userId="9a4db8be-3331-4665-be8a-3d7f16d5f375" providerId="ADAL" clId="{32FE61F2-4A0A-4A85-8CF5-C0DC9EE78B6B}" dt="2025-08-14T01:46:03.521" v="654" actId="13822"/>
          <ac:spMkLst>
            <pc:docMk/>
            <pc:sldMk cId="1650093108" sldId="824"/>
            <ac:spMk id="15" creationId="{C81FB5FF-38A7-D656-A62C-A30195210CAC}"/>
          </ac:spMkLst>
        </pc:spChg>
        <pc:spChg chg="mod">
          <ac:chgData name="井上 ゆき" userId="9a4db8be-3331-4665-be8a-3d7f16d5f375" providerId="ADAL" clId="{32FE61F2-4A0A-4A85-8CF5-C0DC9EE78B6B}" dt="2025-08-14T01:45:42.046" v="653" actId="1036"/>
          <ac:spMkLst>
            <pc:docMk/>
            <pc:sldMk cId="1650093108" sldId="824"/>
            <ac:spMk id="21" creationId="{FF07F23F-5471-DDB3-635B-B790CBAA2184}"/>
          </ac:spMkLst>
        </pc:spChg>
        <pc:spChg chg="mod">
          <ac:chgData name="井上 ゆき" userId="9a4db8be-3331-4665-be8a-3d7f16d5f375" providerId="ADAL" clId="{32FE61F2-4A0A-4A85-8CF5-C0DC9EE78B6B}" dt="2025-08-14T01:45:33.364" v="651" actId="20577"/>
          <ac:spMkLst>
            <pc:docMk/>
            <pc:sldMk cId="1650093108" sldId="824"/>
            <ac:spMk id="22" creationId="{9C0523E9-CF89-E2A2-7A90-9FB6D32516C5}"/>
          </ac:spMkLst>
        </pc:spChg>
      </pc:sldChg>
      <pc:sldChg chg="modSp mod">
        <pc:chgData name="井上 ゆき" userId="9a4db8be-3331-4665-be8a-3d7f16d5f375" providerId="ADAL" clId="{32FE61F2-4A0A-4A85-8CF5-C0DC9EE78B6B}" dt="2025-08-14T01:16:19.345" v="342" actId="20577"/>
        <pc:sldMkLst>
          <pc:docMk/>
          <pc:sldMk cId="2830980810" sldId="825"/>
        </pc:sldMkLst>
        <pc:graphicFrameChg chg="modGraphic">
          <ac:chgData name="井上 ゆき" userId="9a4db8be-3331-4665-be8a-3d7f16d5f375" providerId="ADAL" clId="{32FE61F2-4A0A-4A85-8CF5-C0DC9EE78B6B}" dt="2025-08-14T01:16:19.345" v="342" actId="20577"/>
          <ac:graphicFrameMkLst>
            <pc:docMk/>
            <pc:sldMk cId="2830980810" sldId="825"/>
            <ac:graphicFrameMk id="2" creationId="{E4FF9BEC-C681-E249-BA54-769FA87CBF82}"/>
          </ac:graphicFrameMkLst>
        </pc:graphicFrameChg>
      </pc:sldChg>
      <pc:sldChg chg="modSp mod">
        <pc:chgData name="井上 ゆき" userId="9a4db8be-3331-4665-be8a-3d7f16d5f375" providerId="ADAL" clId="{32FE61F2-4A0A-4A85-8CF5-C0DC9EE78B6B}" dt="2025-08-14T00:38:59.942" v="0" actId="20577"/>
        <pc:sldMkLst>
          <pc:docMk/>
          <pc:sldMk cId="3449689282" sldId="827"/>
        </pc:sldMkLst>
        <pc:spChg chg="mod">
          <ac:chgData name="井上 ゆき" userId="9a4db8be-3331-4665-be8a-3d7f16d5f375" providerId="ADAL" clId="{32FE61F2-4A0A-4A85-8CF5-C0DC9EE78B6B}" dt="2025-08-14T00:38:59.942" v="0" actId="20577"/>
          <ac:spMkLst>
            <pc:docMk/>
            <pc:sldMk cId="3449689282" sldId="827"/>
            <ac:spMk id="6" creationId="{508CF40E-739E-490D-ADE4-2B5FD8A68122}"/>
          </ac:spMkLst>
        </pc:spChg>
      </pc:sldChg>
    </pc:docChg>
  </pc:docChgLst>
  <pc:docChgLst>
    <pc:chgData name="井上 ゆき" userId="9a4db8be-3331-4665-be8a-3d7f16d5f375" providerId="ADAL" clId="{2F5F4502-0C3E-4283-AB09-329671396EB6}"/>
    <pc:docChg chg="undo custSel addSld delSld modSld">
      <pc:chgData name="井上 ゆき" userId="9a4db8be-3331-4665-be8a-3d7f16d5f375" providerId="ADAL" clId="{2F5F4502-0C3E-4283-AB09-329671396EB6}" dt="2025-08-12T09:27:48.802" v="3297" actId="20577"/>
      <pc:docMkLst>
        <pc:docMk/>
      </pc:docMkLst>
      <pc:sldChg chg="modSp mod">
        <pc:chgData name="井上 ゆき" userId="9a4db8be-3331-4665-be8a-3d7f16d5f375" providerId="ADAL" clId="{2F5F4502-0C3E-4283-AB09-329671396EB6}" dt="2025-08-12T09:24:22.746" v="3259" actId="20577"/>
        <pc:sldMkLst>
          <pc:docMk/>
          <pc:sldMk cId="4123226770" sldId="615"/>
        </pc:sldMkLst>
        <pc:spChg chg="mod">
          <ac:chgData name="井上 ゆき" userId="9a4db8be-3331-4665-be8a-3d7f16d5f375" providerId="ADAL" clId="{2F5F4502-0C3E-4283-AB09-329671396EB6}" dt="2025-08-12T09:24:17.271" v="3257" actId="20577"/>
          <ac:spMkLst>
            <pc:docMk/>
            <pc:sldMk cId="4123226770" sldId="615"/>
            <ac:spMk id="2" creationId="{00000000-0000-0000-0000-000000000000}"/>
          </ac:spMkLst>
        </pc:spChg>
        <pc:spChg chg="mod">
          <ac:chgData name="井上 ゆき" userId="9a4db8be-3331-4665-be8a-3d7f16d5f375" providerId="ADAL" clId="{2F5F4502-0C3E-4283-AB09-329671396EB6}" dt="2025-08-12T09:24:22.746" v="3259" actId="20577"/>
          <ac:spMkLst>
            <pc:docMk/>
            <pc:sldMk cId="4123226770" sldId="615"/>
            <ac:spMk id="7" creationId="{6204B4F8-E7B2-402B-BF56-4BF8E2F48E64}"/>
          </ac:spMkLst>
        </pc:spChg>
      </pc:sldChg>
      <pc:sldChg chg="modSp mod">
        <pc:chgData name="井上 ゆき" userId="9a4db8be-3331-4665-be8a-3d7f16d5f375" providerId="ADAL" clId="{2F5F4502-0C3E-4283-AB09-329671396EB6}" dt="2025-08-12T07:52:12.070" v="589" actId="20577"/>
        <pc:sldMkLst>
          <pc:docMk/>
          <pc:sldMk cId="2480111393" sldId="727"/>
        </pc:sldMkLst>
        <pc:spChg chg="mod">
          <ac:chgData name="井上 ゆき" userId="9a4db8be-3331-4665-be8a-3d7f16d5f375" providerId="ADAL" clId="{2F5F4502-0C3E-4283-AB09-329671396EB6}" dt="2025-08-12T07:52:12.070" v="589" actId="20577"/>
          <ac:spMkLst>
            <pc:docMk/>
            <pc:sldMk cId="2480111393" sldId="727"/>
            <ac:spMk id="265" creationId="{00000000-0000-0000-0000-000000000000}"/>
          </ac:spMkLst>
        </pc:spChg>
      </pc:sldChg>
      <pc:sldChg chg="del">
        <pc:chgData name="井上 ゆき" userId="9a4db8be-3331-4665-be8a-3d7f16d5f375" providerId="ADAL" clId="{2F5F4502-0C3E-4283-AB09-329671396EB6}" dt="2025-08-12T08:58:31.716" v="3010" actId="47"/>
        <pc:sldMkLst>
          <pc:docMk/>
          <pc:sldMk cId="1728470359" sldId="784"/>
        </pc:sldMkLst>
      </pc:sldChg>
      <pc:sldChg chg="addSp delSp modSp mod">
        <pc:chgData name="井上 ゆき" userId="9a4db8be-3331-4665-be8a-3d7f16d5f375" providerId="ADAL" clId="{2F5F4502-0C3E-4283-AB09-329671396EB6}" dt="2025-08-12T09:15:34.763" v="3223" actId="20577"/>
        <pc:sldMkLst>
          <pc:docMk/>
          <pc:sldMk cId="1062443767" sldId="800"/>
        </pc:sldMkLst>
        <pc:spChg chg="mod">
          <ac:chgData name="井上 ゆき" userId="9a4db8be-3331-4665-be8a-3d7f16d5f375" providerId="ADAL" clId="{2F5F4502-0C3E-4283-AB09-329671396EB6}" dt="2025-08-12T09:15:25.414" v="3216" actId="6549"/>
          <ac:spMkLst>
            <pc:docMk/>
            <pc:sldMk cId="1062443767" sldId="800"/>
            <ac:spMk id="2" creationId="{53F16C87-0DBE-83A7-6000-38600E74C26A}"/>
          </ac:spMkLst>
        </pc:spChg>
        <pc:graphicFrameChg chg="mod modGraphic">
          <ac:chgData name="井上 ゆき" userId="9a4db8be-3331-4665-be8a-3d7f16d5f375" providerId="ADAL" clId="{2F5F4502-0C3E-4283-AB09-329671396EB6}" dt="2025-08-12T09:15:34.763" v="3223" actId="20577"/>
          <ac:graphicFrameMkLst>
            <pc:docMk/>
            <pc:sldMk cId="1062443767" sldId="800"/>
            <ac:graphicFrameMk id="9" creationId="{A213FEAE-D138-469D-40B5-F1933C9C3A3A}"/>
          </ac:graphicFrameMkLst>
        </pc:graphicFrameChg>
      </pc:sldChg>
      <pc:sldChg chg="modSp mod">
        <pc:chgData name="井上 ゆき" userId="9a4db8be-3331-4665-be8a-3d7f16d5f375" providerId="ADAL" clId="{2F5F4502-0C3E-4283-AB09-329671396EB6}" dt="2025-08-12T08:58:26.596" v="3009" actId="20577"/>
        <pc:sldMkLst>
          <pc:docMk/>
          <pc:sldMk cId="2046769617" sldId="804"/>
        </pc:sldMkLst>
        <pc:graphicFrameChg chg="mod modGraphic">
          <ac:chgData name="井上 ゆき" userId="9a4db8be-3331-4665-be8a-3d7f16d5f375" providerId="ADAL" clId="{2F5F4502-0C3E-4283-AB09-329671396EB6}" dt="2025-08-12T08:58:26.596" v="3009" actId="20577"/>
          <ac:graphicFrameMkLst>
            <pc:docMk/>
            <pc:sldMk cId="2046769617" sldId="804"/>
            <ac:graphicFrameMk id="4" creationId="{AD480C12-824A-E1C5-2095-9A17E80DADC9}"/>
          </ac:graphicFrameMkLst>
        </pc:graphicFrameChg>
      </pc:sldChg>
      <pc:sldChg chg="addSp delSp modSp del mod">
        <pc:chgData name="井上 ゆき" userId="9a4db8be-3331-4665-be8a-3d7f16d5f375" providerId="ADAL" clId="{2F5F4502-0C3E-4283-AB09-329671396EB6}" dt="2025-08-12T08:38:57.627" v="992" actId="47"/>
        <pc:sldMkLst>
          <pc:docMk/>
          <pc:sldMk cId="1979357613" sldId="813"/>
        </pc:sldMkLst>
      </pc:sldChg>
      <pc:sldChg chg="modSp mod">
        <pc:chgData name="井上 ゆき" userId="9a4db8be-3331-4665-be8a-3d7f16d5f375" providerId="ADAL" clId="{2F5F4502-0C3E-4283-AB09-329671396EB6}" dt="2025-08-12T06:35:54.316" v="228" actId="573"/>
        <pc:sldMkLst>
          <pc:docMk/>
          <pc:sldMk cId="1192467542" sldId="816"/>
        </pc:sldMkLst>
        <pc:graphicFrameChg chg="mod modGraphic">
          <ac:chgData name="井上 ゆき" userId="9a4db8be-3331-4665-be8a-3d7f16d5f375" providerId="ADAL" clId="{2F5F4502-0C3E-4283-AB09-329671396EB6}" dt="2025-08-12T06:35:54.316" v="228" actId="573"/>
          <ac:graphicFrameMkLst>
            <pc:docMk/>
            <pc:sldMk cId="1192467542" sldId="816"/>
            <ac:graphicFrameMk id="2" creationId="{08BE1867-3FBC-B3CC-27E1-2202683450EB}"/>
          </ac:graphicFrameMkLst>
        </pc:graphicFrameChg>
      </pc:sldChg>
      <pc:sldChg chg="modSp mod">
        <pc:chgData name="井上 ゆき" userId="9a4db8be-3331-4665-be8a-3d7f16d5f375" providerId="ADAL" clId="{2F5F4502-0C3E-4283-AB09-329671396EB6}" dt="2025-08-07T00:56:45.483" v="31" actId="20577"/>
        <pc:sldMkLst>
          <pc:docMk/>
          <pc:sldMk cId="455119054" sldId="820"/>
        </pc:sldMkLst>
        <pc:spChg chg="mod">
          <ac:chgData name="井上 ゆき" userId="9a4db8be-3331-4665-be8a-3d7f16d5f375" providerId="ADAL" clId="{2F5F4502-0C3E-4283-AB09-329671396EB6}" dt="2025-08-07T00:56:45.483" v="31" actId="20577"/>
          <ac:spMkLst>
            <pc:docMk/>
            <pc:sldMk cId="455119054" sldId="820"/>
            <ac:spMk id="38" creationId="{CA4648D6-9795-A763-1C19-749D01952101}"/>
          </ac:spMkLst>
        </pc:spChg>
      </pc:sldChg>
      <pc:sldChg chg="modSp mod">
        <pc:chgData name="井上 ゆき" userId="9a4db8be-3331-4665-be8a-3d7f16d5f375" providerId="ADAL" clId="{2F5F4502-0C3E-4283-AB09-329671396EB6}" dt="2025-08-12T09:27:48.802" v="3297" actId="20577"/>
        <pc:sldMkLst>
          <pc:docMk/>
          <pc:sldMk cId="885373231" sldId="821"/>
        </pc:sldMkLst>
        <pc:graphicFrameChg chg="mod modGraphic">
          <ac:chgData name="井上 ゆき" userId="9a4db8be-3331-4665-be8a-3d7f16d5f375" providerId="ADAL" clId="{2F5F4502-0C3E-4283-AB09-329671396EB6}" dt="2025-08-12T09:27:48.802" v="3297" actId="20577"/>
          <ac:graphicFrameMkLst>
            <pc:docMk/>
            <pc:sldMk cId="885373231" sldId="821"/>
            <ac:graphicFrameMk id="6" creationId="{16B18498-8BA6-04D4-CCB5-EA068F678319}"/>
          </ac:graphicFrameMkLst>
        </pc:graphicFrameChg>
      </pc:sldChg>
      <pc:sldChg chg="modSp mod">
        <pc:chgData name="井上 ゆき" userId="9a4db8be-3331-4665-be8a-3d7f16d5f375" providerId="ADAL" clId="{2F5F4502-0C3E-4283-AB09-329671396EB6}" dt="2025-08-12T09:26:03.587" v="3272" actId="20577"/>
        <pc:sldMkLst>
          <pc:docMk/>
          <pc:sldMk cId="272535930" sldId="822"/>
        </pc:sldMkLst>
        <pc:spChg chg="mod">
          <ac:chgData name="井上 ゆき" userId="9a4db8be-3331-4665-be8a-3d7f16d5f375" providerId="ADAL" clId="{2F5F4502-0C3E-4283-AB09-329671396EB6}" dt="2025-08-12T09:26:03.587" v="3272" actId="20577"/>
          <ac:spMkLst>
            <pc:docMk/>
            <pc:sldMk cId="272535930" sldId="822"/>
            <ac:spMk id="4" creationId="{53BB63C1-6101-C424-21E3-3567E8FBDBA6}"/>
          </ac:spMkLst>
        </pc:spChg>
        <pc:graphicFrameChg chg="mod modGraphic">
          <ac:chgData name="井上 ゆき" userId="9a4db8be-3331-4665-be8a-3d7f16d5f375" providerId="ADAL" clId="{2F5F4502-0C3E-4283-AB09-329671396EB6}" dt="2025-08-12T08:56:44.035" v="2745" actId="6549"/>
          <ac:graphicFrameMkLst>
            <pc:docMk/>
            <pc:sldMk cId="272535930" sldId="822"/>
            <ac:graphicFrameMk id="2" creationId="{23774C39-1C96-F8C5-AC33-DF304B8FC929}"/>
          </ac:graphicFrameMkLst>
        </pc:graphicFrameChg>
      </pc:sldChg>
      <pc:sldChg chg="modSp mod">
        <pc:chgData name="井上 ゆき" userId="9a4db8be-3331-4665-be8a-3d7f16d5f375" providerId="ADAL" clId="{2F5F4502-0C3E-4283-AB09-329671396EB6}" dt="2025-08-12T07:51:57.693" v="588" actId="20577"/>
        <pc:sldMkLst>
          <pc:docMk/>
          <pc:sldMk cId="3823021758" sldId="823"/>
        </pc:sldMkLst>
        <pc:spChg chg="mod">
          <ac:chgData name="井上 ゆき" userId="9a4db8be-3331-4665-be8a-3d7f16d5f375" providerId="ADAL" clId="{2F5F4502-0C3E-4283-AB09-329671396EB6}" dt="2025-08-12T07:51:57.693" v="588" actId="20577"/>
          <ac:spMkLst>
            <pc:docMk/>
            <pc:sldMk cId="3823021758" sldId="823"/>
            <ac:spMk id="265" creationId="{8C156B72-80BD-A74D-5124-27C43F191D3A}"/>
          </ac:spMkLst>
        </pc:spChg>
      </pc:sldChg>
      <pc:sldChg chg="addSp delSp modSp add mod">
        <pc:chgData name="井上 ゆき" userId="9a4db8be-3331-4665-be8a-3d7f16d5f375" providerId="ADAL" clId="{2F5F4502-0C3E-4283-AB09-329671396EB6}" dt="2025-08-12T09:25:39.722" v="3269" actId="14100"/>
        <pc:sldMkLst>
          <pc:docMk/>
          <pc:sldMk cId="1650093108" sldId="824"/>
        </pc:sldMkLst>
        <pc:spChg chg="mod">
          <ac:chgData name="井上 ゆき" userId="9a4db8be-3331-4665-be8a-3d7f16d5f375" providerId="ADAL" clId="{2F5F4502-0C3E-4283-AB09-329671396EB6}" dt="2025-08-12T08:38:24.603" v="988" actId="1076"/>
          <ac:spMkLst>
            <pc:docMk/>
            <pc:sldMk cId="1650093108" sldId="824"/>
            <ac:spMk id="7" creationId="{B8DC102A-983D-7A4E-2084-3C7F304E9D97}"/>
          </ac:spMkLst>
        </pc:spChg>
        <pc:spChg chg="mod">
          <ac:chgData name="井上 ゆき" userId="9a4db8be-3331-4665-be8a-3d7f16d5f375" providerId="ADAL" clId="{2F5F4502-0C3E-4283-AB09-329671396EB6}" dt="2025-08-12T08:38:36.810" v="991" actId="14100"/>
          <ac:spMkLst>
            <pc:docMk/>
            <pc:sldMk cId="1650093108" sldId="824"/>
            <ac:spMk id="8" creationId="{BFEA4AB5-0543-A967-B1EE-2414866C897C}"/>
          </ac:spMkLst>
        </pc:spChg>
        <pc:spChg chg="mod">
          <ac:chgData name="井上 ゆき" userId="9a4db8be-3331-4665-be8a-3d7f16d5f375" providerId="ADAL" clId="{2F5F4502-0C3E-4283-AB09-329671396EB6}" dt="2025-08-12T09:25:39.722" v="3269" actId="14100"/>
          <ac:spMkLst>
            <pc:docMk/>
            <pc:sldMk cId="1650093108" sldId="824"/>
            <ac:spMk id="9" creationId="{341FED38-8DE0-3C4E-5FEC-4BAEAE275311}"/>
          </ac:spMkLst>
        </pc:spChg>
        <pc:spChg chg="mod">
          <ac:chgData name="井上 ゆき" userId="9a4db8be-3331-4665-be8a-3d7f16d5f375" providerId="ADAL" clId="{2F5F4502-0C3E-4283-AB09-329671396EB6}" dt="2025-08-12T08:41:18.422" v="1080" actId="554"/>
          <ac:spMkLst>
            <pc:docMk/>
            <pc:sldMk cId="1650093108" sldId="824"/>
            <ac:spMk id="12" creationId="{51BB8928-D6B0-4E85-B531-CD85158BBB03}"/>
          </ac:spMkLst>
        </pc:spChg>
        <pc:spChg chg="mod">
          <ac:chgData name="井上 ゆき" userId="9a4db8be-3331-4665-be8a-3d7f16d5f375" providerId="ADAL" clId="{2F5F4502-0C3E-4283-AB09-329671396EB6}" dt="2025-08-12T09:24:42.850" v="3262" actId="14100"/>
          <ac:spMkLst>
            <pc:docMk/>
            <pc:sldMk cId="1650093108" sldId="824"/>
            <ac:spMk id="15" creationId="{C81FB5FF-38A7-D656-A62C-A30195210CAC}"/>
          </ac:spMkLst>
        </pc:spChg>
        <pc:spChg chg="mod">
          <ac:chgData name="井上 ゆき" userId="9a4db8be-3331-4665-be8a-3d7f16d5f375" providerId="ADAL" clId="{2F5F4502-0C3E-4283-AB09-329671396EB6}" dt="2025-08-12T09:24:53.541" v="3264" actId="14100"/>
          <ac:spMkLst>
            <pc:docMk/>
            <pc:sldMk cId="1650093108" sldId="824"/>
            <ac:spMk id="21" creationId="{FF07F23F-5471-DDB3-635B-B790CBAA2184}"/>
          </ac:spMkLst>
        </pc:spChg>
        <pc:spChg chg="mod">
          <ac:chgData name="井上 ゆき" userId="9a4db8be-3331-4665-be8a-3d7f16d5f375" providerId="ADAL" clId="{2F5F4502-0C3E-4283-AB09-329671396EB6}" dt="2025-08-12T09:24:57.650" v="3265" actId="14100"/>
          <ac:spMkLst>
            <pc:docMk/>
            <pc:sldMk cId="1650093108" sldId="824"/>
            <ac:spMk id="22" creationId="{9C0523E9-CF89-E2A2-7A90-9FB6D32516C5}"/>
          </ac:spMkLst>
        </pc:spChg>
        <pc:spChg chg="mod">
          <ac:chgData name="井上 ゆき" userId="9a4db8be-3331-4665-be8a-3d7f16d5f375" providerId="ADAL" clId="{2F5F4502-0C3E-4283-AB09-329671396EB6}" dt="2025-08-12T08:37:52.124" v="972" actId="1076"/>
          <ac:spMkLst>
            <pc:docMk/>
            <pc:sldMk cId="1650093108" sldId="824"/>
            <ac:spMk id="23" creationId="{B1EEC485-4E1A-1836-8E82-E0BEAECA9669}"/>
          </ac:spMkLst>
        </pc:spChg>
        <pc:spChg chg="mod">
          <ac:chgData name="井上 ゆき" userId="9a4db8be-3331-4665-be8a-3d7f16d5f375" providerId="ADAL" clId="{2F5F4502-0C3E-4283-AB09-329671396EB6}" dt="2025-08-12T08:38:30.363" v="989" actId="1076"/>
          <ac:spMkLst>
            <pc:docMk/>
            <pc:sldMk cId="1650093108" sldId="824"/>
            <ac:spMk id="24" creationId="{DCA85313-F77A-661A-DE32-401FD427353B}"/>
          </ac:spMkLst>
        </pc:spChg>
        <pc:spChg chg="mod">
          <ac:chgData name="井上 ゆき" userId="9a4db8be-3331-4665-be8a-3d7f16d5f375" providerId="ADAL" clId="{2F5F4502-0C3E-4283-AB09-329671396EB6}" dt="2025-08-12T08:37:52.124" v="972" actId="1076"/>
          <ac:spMkLst>
            <pc:docMk/>
            <pc:sldMk cId="1650093108" sldId="824"/>
            <ac:spMk id="25" creationId="{95DD97D4-374A-B7D0-EDC0-41A0B46572B5}"/>
          </ac:spMkLst>
        </pc:spChg>
        <pc:spChg chg="mod">
          <ac:chgData name="井上 ゆき" userId="9a4db8be-3331-4665-be8a-3d7f16d5f375" providerId="ADAL" clId="{2F5F4502-0C3E-4283-AB09-329671396EB6}" dt="2025-08-12T08:38:30.363" v="989" actId="1076"/>
          <ac:spMkLst>
            <pc:docMk/>
            <pc:sldMk cId="1650093108" sldId="824"/>
            <ac:spMk id="26" creationId="{D2687D57-2FC2-16D4-E509-41C99FA0093D}"/>
          </ac:spMkLst>
        </pc:spChg>
        <pc:graphicFrameChg chg="mod modGraphic">
          <ac:chgData name="井上 ゆき" userId="9a4db8be-3331-4665-be8a-3d7f16d5f375" providerId="ADAL" clId="{2F5F4502-0C3E-4283-AB09-329671396EB6}" dt="2025-08-12T08:41:44.330" v="1095" actId="20577"/>
          <ac:graphicFrameMkLst>
            <pc:docMk/>
            <pc:sldMk cId="1650093108" sldId="824"/>
            <ac:graphicFrameMk id="5" creationId="{B5976638-D3A1-FA3D-4EF6-28E5D6DFD35D}"/>
          </ac:graphicFrameMkLst>
        </pc:graphicFrameChg>
        <pc:cxnChg chg="mod">
          <ac:chgData name="井上 ゆき" userId="9a4db8be-3331-4665-be8a-3d7f16d5f375" providerId="ADAL" clId="{2F5F4502-0C3E-4283-AB09-329671396EB6}" dt="2025-08-12T08:38:36.810" v="991" actId="14100"/>
          <ac:cxnSpMkLst>
            <pc:docMk/>
            <pc:sldMk cId="1650093108" sldId="824"/>
            <ac:cxnSpMk id="13" creationId="{29567DA6-063F-5941-F99F-9178A4BC90F8}"/>
          </ac:cxnSpMkLst>
        </pc:cxnChg>
      </pc:sldChg>
      <pc:sldChg chg="addSp delSp modSp add mod">
        <pc:chgData name="井上 ゆき" userId="9a4db8be-3331-4665-be8a-3d7f16d5f375" providerId="ADAL" clId="{2F5F4502-0C3E-4283-AB09-329671396EB6}" dt="2025-08-12T09:09:05.773" v="3024" actId="20577"/>
        <pc:sldMkLst>
          <pc:docMk/>
          <pc:sldMk cId="2830980810" sldId="825"/>
        </pc:sldMkLst>
        <pc:spChg chg="mod">
          <ac:chgData name="井上 ゆき" userId="9a4db8be-3331-4665-be8a-3d7f16d5f375" providerId="ADAL" clId="{2F5F4502-0C3E-4283-AB09-329671396EB6}" dt="2025-08-12T08:39:39.923" v="1014" actId="20577"/>
          <ac:spMkLst>
            <pc:docMk/>
            <pc:sldMk cId="2830980810" sldId="825"/>
            <ac:spMk id="4" creationId="{00AE7B31-E160-8160-B9F8-1693653074E0}"/>
          </ac:spMkLst>
        </pc:spChg>
        <pc:spChg chg="mod">
          <ac:chgData name="井上 ゆき" userId="9a4db8be-3331-4665-be8a-3d7f16d5f375" providerId="ADAL" clId="{2F5F4502-0C3E-4283-AB09-329671396EB6}" dt="2025-08-12T08:44:38.373" v="1144" actId="6549"/>
          <ac:spMkLst>
            <pc:docMk/>
            <pc:sldMk cId="2830980810" sldId="825"/>
            <ac:spMk id="5" creationId="{E88D631B-B2DD-C43A-3C9D-7B36A99F5B2F}"/>
          </ac:spMkLst>
        </pc:spChg>
        <pc:graphicFrameChg chg="add mod modGraphic">
          <ac:chgData name="井上 ゆき" userId="9a4db8be-3331-4665-be8a-3d7f16d5f375" providerId="ADAL" clId="{2F5F4502-0C3E-4283-AB09-329671396EB6}" dt="2025-08-12T09:09:05.773" v="3024" actId="20577"/>
          <ac:graphicFrameMkLst>
            <pc:docMk/>
            <pc:sldMk cId="2830980810" sldId="825"/>
            <ac:graphicFrameMk id="2" creationId="{E4FF9BEC-C681-E249-BA54-769FA87CBF82}"/>
          </ac:graphicFrameMkLst>
        </pc:graphicFrameChg>
      </pc:sldChg>
      <pc:sldChg chg="addSp modSp add mod">
        <pc:chgData name="井上 ゆき" userId="9a4db8be-3331-4665-be8a-3d7f16d5f375" providerId="ADAL" clId="{2F5F4502-0C3E-4283-AB09-329671396EB6}" dt="2025-08-12T08:55:42.824" v="2690" actId="2165"/>
        <pc:sldMkLst>
          <pc:docMk/>
          <pc:sldMk cId="4060817811" sldId="826"/>
        </pc:sldMkLst>
        <pc:spChg chg="mod">
          <ac:chgData name="井上 ゆき" userId="9a4db8be-3331-4665-be8a-3d7f16d5f375" providerId="ADAL" clId="{2F5F4502-0C3E-4283-AB09-329671396EB6}" dt="2025-08-12T08:40:02.907" v="1056" actId="20577"/>
          <ac:spMkLst>
            <pc:docMk/>
            <pc:sldMk cId="4060817811" sldId="826"/>
            <ac:spMk id="4" creationId="{C788126E-69B4-1CE0-8547-76415C95E43E}"/>
          </ac:spMkLst>
        </pc:spChg>
        <pc:spChg chg="mod">
          <ac:chgData name="井上 ゆき" userId="9a4db8be-3331-4665-be8a-3d7f16d5f375" providerId="ADAL" clId="{2F5F4502-0C3E-4283-AB09-329671396EB6}" dt="2025-08-12T08:51:23.646" v="1975" actId="20577"/>
          <ac:spMkLst>
            <pc:docMk/>
            <pc:sldMk cId="4060817811" sldId="826"/>
            <ac:spMk id="5" creationId="{53B926CC-1B92-8075-9200-4E33660E82CE}"/>
          </ac:spMkLst>
        </pc:spChg>
        <pc:graphicFrameChg chg="add mod modGraphic">
          <ac:chgData name="井上 ゆき" userId="9a4db8be-3331-4665-be8a-3d7f16d5f375" providerId="ADAL" clId="{2F5F4502-0C3E-4283-AB09-329671396EB6}" dt="2025-08-12T08:55:42.824" v="2690" actId="2165"/>
          <ac:graphicFrameMkLst>
            <pc:docMk/>
            <pc:sldMk cId="4060817811" sldId="826"/>
            <ac:graphicFrameMk id="2" creationId="{21401138-47CE-591A-0833-F1A9AB670F7D}"/>
          </ac:graphicFrameMkLst>
        </pc:graphicFrameChg>
      </pc:sldChg>
      <pc:sldChg chg="modSp add mod">
        <pc:chgData name="井上 ゆき" userId="9a4db8be-3331-4665-be8a-3d7f16d5f375" providerId="ADAL" clId="{2F5F4502-0C3E-4283-AB09-329671396EB6}" dt="2025-08-12T08:43:45.553" v="1119" actId="20577"/>
        <pc:sldMkLst>
          <pc:docMk/>
          <pc:sldMk cId="3449689282" sldId="827"/>
        </pc:sldMkLst>
        <pc:spChg chg="mod">
          <ac:chgData name="井上 ゆき" userId="9a4db8be-3331-4665-be8a-3d7f16d5f375" providerId="ADAL" clId="{2F5F4502-0C3E-4283-AB09-329671396EB6}" dt="2025-08-12T08:43:45.553" v="1119" actId="20577"/>
          <ac:spMkLst>
            <pc:docMk/>
            <pc:sldMk cId="3449689282" sldId="827"/>
            <ac:spMk id="6" creationId="{508CF40E-739E-490D-ADE4-2B5FD8A68122}"/>
          </ac:spMkLst>
        </pc:spChg>
      </pc:sldChg>
      <pc:sldChg chg="addSp delSp modSp new mod">
        <pc:chgData name="井上 ゆき" userId="9a4db8be-3331-4665-be8a-3d7f16d5f375" providerId="ADAL" clId="{2F5F4502-0C3E-4283-AB09-329671396EB6}" dt="2025-08-12T09:13:52.130" v="3123" actId="1076"/>
        <pc:sldMkLst>
          <pc:docMk/>
          <pc:sldMk cId="106453953" sldId="828"/>
        </pc:sldMkLst>
        <pc:spChg chg="add mod">
          <ac:chgData name="井上 ゆき" userId="9a4db8be-3331-4665-be8a-3d7f16d5f375" providerId="ADAL" clId="{2F5F4502-0C3E-4283-AB09-329671396EB6}" dt="2025-08-12T09:08:39.493" v="3022"/>
          <ac:spMkLst>
            <pc:docMk/>
            <pc:sldMk cId="106453953" sldId="828"/>
            <ac:spMk id="6" creationId="{32D69BF6-0497-17C2-A8C7-7034020E1709}"/>
          </ac:spMkLst>
        </pc:spChg>
        <pc:graphicFrameChg chg="add del mod">
          <ac:chgData name="井上 ゆき" userId="9a4db8be-3331-4665-be8a-3d7f16d5f375" providerId="ADAL" clId="{2F5F4502-0C3E-4283-AB09-329671396EB6}" dt="2025-08-12T09:13:52.130" v="3123" actId="1076"/>
          <ac:graphicFrameMkLst>
            <pc:docMk/>
            <pc:sldMk cId="106453953" sldId="828"/>
            <ac:graphicFrameMk id="5" creationId="{6069FF1A-73EA-B775-885F-C4C2A549EB1D}"/>
          </ac:graphicFrameMkLst>
        </pc:graphicFrameChg>
      </pc:sldChg>
    </pc:docChg>
  </pc:docChgLst>
  <pc:docChgLst>
    <pc:chgData name="健司 廣川" userId="0d1824f8389d1267" providerId="LiveId" clId="{4F4E7E6C-7B6D-4CC1-AC8F-892478A9102F}"/>
    <pc:docChg chg="undo custSel modSld sldOrd">
      <pc:chgData name="健司 廣川" userId="0d1824f8389d1267" providerId="LiveId" clId="{4F4E7E6C-7B6D-4CC1-AC8F-892478A9102F}" dt="2024-03-04T12:58:31.964" v="3605" actId="20577"/>
      <pc:docMkLst>
        <pc:docMk/>
      </pc:docMkLst>
      <pc:sldChg chg="modSp mod">
        <pc:chgData name="健司 廣川" userId="0d1824f8389d1267" providerId="LiveId" clId="{4F4E7E6C-7B6D-4CC1-AC8F-892478A9102F}" dt="2024-03-04T12:58:00.001" v="3602" actId="255"/>
        <pc:sldMkLst>
          <pc:docMk/>
          <pc:sldMk cId="2480111393" sldId="727"/>
        </pc:sldMkLst>
      </pc:sldChg>
      <pc:sldChg chg="modSp mod">
        <pc:chgData name="健司 廣川" userId="0d1824f8389d1267" providerId="LiveId" clId="{4F4E7E6C-7B6D-4CC1-AC8F-892478A9102F}" dt="2024-03-04T12:56:59.018" v="3588" actId="255"/>
        <pc:sldMkLst>
          <pc:docMk/>
          <pc:sldMk cId="1728470359" sldId="784"/>
        </pc:sldMkLst>
      </pc:sldChg>
      <pc:sldChg chg="modSp mod">
        <pc:chgData name="健司 廣川" userId="0d1824f8389d1267" providerId="LiveId" clId="{4F4E7E6C-7B6D-4CC1-AC8F-892478A9102F}" dt="2024-03-04T12:58:31.964" v="3605" actId="20577"/>
        <pc:sldMkLst>
          <pc:docMk/>
          <pc:sldMk cId="1062443767" sldId="800"/>
        </pc:sldMkLst>
      </pc:sldChg>
      <pc:sldChg chg="modSp mod">
        <pc:chgData name="健司 廣川" userId="0d1824f8389d1267" providerId="LiveId" clId="{4F4E7E6C-7B6D-4CC1-AC8F-892478A9102F}" dt="2024-03-04T12:41:29.278" v="3106" actId="20577"/>
        <pc:sldMkLst>
          <pc:docMk/>
          <pc:sldMk cId="2046769617" sldId="804"/>
        </pc:sldMkLst>
      </pc:sldChg>
      <pc:sldChg chg="addSp modSp mod">
        <pc:chgData name="健司 廣川" userId="0d1824f8389d1267" providerId="LiveId" clId="{4F4E7E6C-7B6D-4CC1-AC8F-892478A9102F}" dt="2024-03-04T12:54:05.477" v="3578" actId="6549"/>
        <pc:sldMkLst>
          <pc:docMk/>
          <pc:sldMk cId="1979357613" sldId="813"/>
        </pc:sldMkLst>
      </pc:sldChg>
      <pc:sldChg chg="modSp mod ord">
        <pc:chgData name="健司 廣川" userId="0d1824f8389d1267" providerId="LiveId" clId="{4F4E7E6C-7B6D-4CC1-AC8F-892478A9102F}" dt="2024-03-04T12:41:01.267" v="3098" actId="20577"/>
        <pc:sldMkLst>
          <pc:docMk/>
          <pc:sldMk cId="1192467542" sldId="816"/>
        </pc:sldMkLst>
      </pc:sldChg>
    </pc:docChg>
  </pc:docChgLst>
  <pc:docChgLst>
    <pc:chgData name="井上 ゆき" userId="9a4db8be-3331-4665-be8a-3d7f16d5f375" providerId="ADAL" clId="{15B13109-9CB0-4A80-A9E2-9D49C8DB1ADA}"/>
    <pc:docChg chg="undo custSel modSld">
      <pc:chgData name="井上 ゆき" userId="9a4db8be-3331-4665-be8a-3d7f16d5f375" providerId="ADAL" clId="{15B13109-9CB0-4A80-A9E2-9D49C8DB1ADA}" dt="2024-03-04T22:28:17.207" v="71" actId="6549"/>
      <pc:docMkLst>
        <pc:docMk/>
      </pc:docMkLst>
      <pc:sldChg chg="modSp mod">
        <pc:chgData name="井上 ゆき" userId="9a4db8be-3331-4665-be8a-3d7f16d5f375" providerId="ADAL" clId="{15B13109-9CB0-4A80-A9E2-9D49C8DB1ADA}" dt="2024-03-04T22:28:17.207" v="71" actId="6549"/>
        <pc:sldMkLst>
          <pc:docMk/>
          <pc:sldMk cId="2480111393" sldId="727"/>
        </pc:sldMkLst>
      </pc:sldChg>
    </pc:docChg>
  </pc:docChgLst>
  <pc:docChgLst>
    <pc:chgData name="元廣 沙織" userId="c17baaea-7faa-44c2-be1f-b4a8a77c0ed1" providerId="ADAL" clId="{032CAB4B-E284-4450-80B5-18E4A1A523D2}"/>
    <pc:docChg chg="modSld">
      <pc:chgData name="元廣 沙織" userId="c17baaea-7faa-44c2-be1f-b4a8a77c0ed1" providerId="ADAL" clId="{032CAB4B-E284-4450-80B5-18E4A1A523D2}" dt="2025-08-07T01:13:21.853" v="6" actId="14100"/>
      <pc:docMkLst>
        <pc:docMk/>
      </pc:docMkLst>
      <pc:sldChg chg="addSp modSp mod">
        <pc:chgData name="元廣 沙織" userId="c17baaea-7faa-44c2-be1f-b4a8a77c0ed1" providerId="ADAL" clId="{032CAB4B-E284-4450-80B5-18E4A1A523D2}" dt="2025-08-07T01:13:13.049" v="2" actId="208"/>
        <pc:sldMkLst>
          <pc:docMk/>
          <pc:sldMk cId="1062443767" sldId="800"/>
        </pc:sldMkLst>
      </pc:sldChg>
      <pc:sldChg chg="addSp modSp mod">
        <pc:chgData name="元廣 沙織" userId="c17baaea-7faa-44c2-be1f-b4a8a77c0ed1" providerId="ADAL" clId="{032CAB4B-E284-4450-80B5-18E4A1A523D2}" dt="2025-08-07T01:13:21.853" v="6" actId="14100"/>
        <pc:sldMkLst>
          <pc:docMk/>
          <pc:sldMk cId="1979357613" sldId="813"/>
        </pc:sldMkLst>
      </pc:sldChg>
    </pc:docChg>
  </pc:docChgLst>
  <pc:docChgLst>
    <pc:chgData name="元廣 沙織" userId="S::motohiro@cypress.systems::c17baaea-7faa-44c2-be1f-b4a8a77c0ed1" providerId="AD" clId="Web-{87E8EB88-50D4-FBD5-DC21-F65FE05F8EAE}"/>
    <pc:docChg chg="modSld">
      <pc:chgData name="元廣 沙織" userId="S::motohiro@cypress.systems::c17baaea-7faa-44c2-be1f-b4a8a77c0ed1" providerId="AD" clId="Web-{87E8EB88-50D4-FBD5-DC21-F65FE05F8EAE}" dt="2025-08-07T01:20:55.543" v="1"/>
      <pc:docMkLst>
        <pc:docMk/>
      </pc:docMkLst>
      <pc:sldChg chg="delSp">
        <pc:chgData name="元廣 沙織" userId="S::motohiro@cypress.systems::c17baaea-7faa-44c2-be1f-b4a8a77c0ed1" providerId="AD" clId="Web-{87E8EB88-50D4-FBD5-DC21-F65FE05F8EAE}" dt="2025-08-07T01:20:55.543" v="1"/>
        <pc:sldMkLst>
          <pc:docMk/>
          <pc:sldMk cId="1062443767" sldId="800"/>
        </pc:sldMkLst>
      </pc:sldChg>
      <pc:sldChg chg="delSp">
        <pc:chgData name="元廣 沙織" userId="S::motohiro@cypress.systems::c17baaea-7faa-44c2-be1f-b4a8a77c0ed1" providerId="AD" clId="Web-{87E8EB88-50D4-FBD5-DC21-F65FE05F8EAE}" dt="2025-08-07T01:20:36.090" v="0"/>
        <pc:sldMkLst>
          <pc:docMk/>
          <pc:sldMk cId="1979357613" sldId="81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6CA9A1-49A5-4813-BE73-64411D697E83}" type="datetimeFigureOut">
              <a:rPr kumimoji="1" lang="ja-JP" altLang="en-US" smtClean="0"/>
              <a:t>2025/8/14</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218005-AB2E-4230-9CBF-EC876F8C3946}" type="datetimeFigureOut">
              <a:rPr kumimoji="1" lang="ja-JP" altLang="en-US" smtClean="0"/>
              <a:t>2025/8/14</a:t>
            </a:fld>
            <a:endParaRPr kumimoji="1" lang="ja-JP" altLang="en-US"/>
          </a:p>
        </p:txBody>
      </p:sp>
      <p:sp>
        <p:nvSpPr>
          <p:cNvPr id="4" name="スライド イメージ プレースホルダー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AF6E3972-898B-454C-95F2-E930BA80A49A}" type="slidenum">
              <a:rPr kumimoji="1" lang="ja-JP" altLang="en-US" smtClean="0"/>
              <a:t>0</a:t>
            </a:fld>
            <a:endParaRPr kumimoji="1" lang="ja-JP" altLang="en-US"/>
          </a:p>
        </p:txBody>
      </p:sp>
    </p:spTree>
    <p:extLst>
      <p:ext uri="{BB962C8B-B14F-4D97-AF65-F5344CB8AC3E}">
        <p14:creationId xmlns:p14="http://schemas.microsoft.com/office/powerpoint/2010/main" val="4032109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3096601"/>
            <a:ext cx="8280400" cy="664797"/>
          </a:xfrm>
        </p:spPr>
        <p:txBody>
          <a:bodyPr wrap="square">
            <a:spAutoFit/>
          </a:bodyPr>
          <a:lstStyle>
            <a:lvl1pPr algn="ctr">
              <a:lnSpc>
                <a:spcPct val="120000"/>
              </a:lnSpc>
              <a:defRPr sz="3600" b="1"/>
            </a:lvl1pPr>
          </a:lstStyle>
          <a:p>
            <a:endParaRPr kumimoji="1" lang="ja-JP" altLang="en-US"/>
          </a:p>
        </p:txBody>
      </p:sp>
      <p:sp>
        <p:nvSpPr>
          <p:cNvPr id="8" name="フッター プレースホルダー 3"/>
          <p:cNvSpPr>
            <a:spLocks noGrp="1"/>
          </p:cNvSpPr>
          <p:nvPr>
            <p:ph type="ftr" sz="quarter" idx="3"/>
          </p:nvPr>
        </p:nvSpPr>
        <p:spPr>
          <a:xfrm>
            <a:off x="92460" y="6575112"/>
            <a:ext cx="632346" cy="202260"/>
          </a:xfrm>
          <a:prstGeom prst="rect">
            <a:avLst/>
          </a:prstGeom>
          <a:solidFill>
            <a:schemeClr val="bg1"/>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263435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spTree>
      <p:nvGrpSpPr>
        <p:cNvPr id="1" name=""/>
        <p:cNvGrpSpPr/>
        <p:nvPr/>
      </p:nvGrpSpPr>
      <p:grpSpPr>
        <a:xfrm>
          <a:off x="0" y="0"/>
          <a:ext cx="0" cy="0"/>
          <a:chOff x="0" y="0"/>
          <a:chExt cx="0" cy="0"/>
        </a:xfrm>
      </p:grpSpPr>
      <p:sp>
        <p:nvSpPr>
          <p:cNvPr id="6" name="Rectangle 6"/>
          <p:cNvSpPr>
            <a:spLocks noChangeArrowheads="1"/>
          </p:cNvSpPr>
          <p:nvPr userDrawn="1"/>
        </p:nvSpPr>
        <p:spPr bwMode="gray">
          <a:xfrm>
            <a:off x="0" y="0"/>
            <a:ext cx="18923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gray">
          <a:xfrm>
            <a:off x="2361600" y="1051200"/>
            <a:ext cx="6731600" cy="396044"/>
          </a:xfrm>
        </p:spPr>
        <p:txBody>
          <a:bodyPr/>
          <a:lstStyle>
            <a:lvl1pPr>
              <a:defRPr>
                <a:solidFill>
                  <a:schemeClr val="tx2"/>
                </a:solidFill>
              </a:defRPr>
            </a:lvl1pPr>
          </a:lstStyle>
          <a:p>
            <a:r>
              <a:rPr kumimoji="1" lang="ja-JP" altLang="en-US"/>
              <a:t>マスター タイトルの書式設定</a:t>
            </a: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09392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中扉">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bg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a:xfrm>
            <a:off x="632520" y="2988884"/>
            <a:ext cx="8640960" cy="844229"/>
          </a:xfrm>
          <a:ln w="6350">
            <a:solidFill>
              <a:schemeClr val="tx2"/>
            </a:solidFill>
          </a:ln>
        </p:spPr>
        <p:txBody>
          <a:bodyPr wrap="square" lIns="180000" tIns="180000" rIns="180000" bIns="144000">
            <a:spAutoFit/>
          </a:bodyPr>
          <a:lstStyle>
            <a:lvl1pPr algn="ctr">
              <a:lnSpc>
                <a:spcPct val="120000"/>
              </a:lnSpc>
              <a:defRPr sz="2800">
                <a:solidFill>
                  <a:schemeClr val="tx2"/>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solidFill>
        </p:spPr>
        <p:txBody>
          <a:bodyPr lIns="0" tIns="36000" rIns="0" bIns="18000" anchor="ctr" anchorCtr="0"/>
          <a:lstStyle>
            <a:lvl1pPr algn="ctr">
              <a:lnSpc>
                <a:spcPct val="120000"/>
              </a:lnSpc>
              <a:defRPr sz="800">
                <a:solidFill>
                  <a:schemeClr val="tx2"/>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2"/>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26988676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a:lvl1pPr>
          </a:lstStyle>
          <a:p>
            <a:r>
              <a:rPr kumimoji="1" lang="ja-JP" altLang="en-US"/>
              <a:t>マスター タイトルの書式設定</a:t>
            </a:r>
          </a:p>
        </p:txBody>
      </p:sp>
      <p:sp>
        <p:nvSpPr>
          <p:cNvPr id="7" name="Rectangle 10"/>
          <p:cNvSpPr>
            <a:spLocks noChangeArrowheads="1"/>
          </p:cNvSpPr>
          <p:nvPr userDrawn="1"/>
        </p:nvSpPr>
        <p:spPr bwMode="auto">
          <a:xfrm>
            <a:off x="0" y="639763"/>
            <a:ext cx="9906000" cy="36512"/>
          </a:xfrm>
          <a:prstGeom prst="rect">
            <a:avLst/>
          </a:prstGeom>
          <a:solidFill>
            <a:schemeClr val="bg1">
              <a:lumMod val="85000"/>
            </a:schemeClr>
          </a:solidFill>
          <a:ln>
            <a:noFill/>
          </a:ln>
          <a:effectLst/>
        </p:spPr>
        <p:txBody>
          <a:bodyPr wrap="none" lIns="0" tIns="0" rIns="0" bIns="0" anchor="ctr">
            <a:noAutofit/>
          </a:bodyPr>
          <a:lstStyle/>
          <a:p>
            <a:endParaRPr lang="ja-JP" altLang="en-US"/>
          </a:p>
        </p:txBody>
      </p:sp>
      <p:sp>
        <p:nvSpPr>
          <p:cNvPr id="8"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9"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156010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補足#1">
    <p:spTree>
      <p:nvGrpSpPr>
        <p:cNvPr id="1" name=""/>
        <p:cNvGrpSpPr/>
        <p:nvPr/>
      </p:nvGrpSpPr>
      <p:grpSpPr>
        <a:xfrm>
          <a:off x="0" y="0"/>
          <a:ext cx="0" cy="0"/>
          <a:chOff x="0" y="0"/>
          <a:chExt cx="0" cy="0"/>
        </a:xfrm>
      </p:grpSpPr>
      <p:sp>
        <p:nvSpPr>
          <p:cNvPr id="8" name="角丸四角形 7"/>
          <p:cNvSpPr/>
          <p:nvPr userDrawn="1"/>
        </p:nvSpPr>
        <p:spPr bwMode="auto">
          <a:xfrm>
            <a:off x="0" y="1"/>
            <a:ext cx="9906000" cy="656692"/>
          </a:xfrm>
          <a:prstGeom prst="roundRect">
            <a:avLst>
              <a:gd name="adj" fmla="val 0"/>
            </a:avLst>
          </a:prstGeom>
          <a:solidFill>
            <a:schemeClr val="tx1">
              <a:alpha val="80000"/>
            </a:schemeClr>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chemeClr val="bg1"/>
              </a:solidFill>
              <a:latin typeface="メイリオ" pitchFamily="50" charset="-128"/>
              <a:ea typeface="メイリオ" pitchFamily="50" charset="-128"/>
              <a:cs typeface="メイリオ" pitchFamily="50" charset="-128"/>
            </a:endParaRP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2" name="タイトル 11"/>
          <p:cNvSpPr>
            <a:spLocks noGrp="1"/>
          </p:cNvSpPr>
          <p:nvPr>
            <p:ph type="title"/>
          </p:nvPr>
        </p:nvSpPr>
        <p:spPr bwMode="white"/>
        <p:txBody>
          <a:bodyPr/>
          <a:lstStyle>
            <a:lvl1pPr>
              <a:lnSpc>
                <a:spcPct val="110000"/>
              </a:lnSpc>
              <a:defRPr sz="2400">
                <a:solidFill>
                  <a:schemeClr val="bg1"/>
                </a:solidFill>
              </a:defRPr>
            </a:lvl1pPr>
          </a:lstStyle>
          <a:p>
            <a:r>
              <a:rPr kumimoji="1" lang="ja-JP" altLang="en-US"/>
              <a:t>マスター タイトルの書式設定</a:t>
            </a:r>
          </a:p>
        </p:txBody>
      </p:sp>
      <p:sp>
        <p:nvSpPr>
          <p:cNvPr id="6"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36182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補足#2">
    <p:spTree>
      <p:nvGrpSpPr>
        <p:cNvPr id="1" name=""/>
        <p:cNvGrpSpPr/>
        <p:nvPr/>
      </p:nvGrpSpPr>
      <p:grpSpPr>
        <a:xfrm>
          <a:off x="0" y="0"/>
          <a:ext cx="0" cy="0"/>
          <a:chOff x="0" y="0"/>
          <a:chExt cx="0" cy="0"/>
        </a:xfrm>
      </p:grpSpPr>
      <p:sp>
        <p:nvSpPr>
          <p:cNvPr id="2" name="タイトル 1"/>
          <p:cNvSpPr>
            <a:spLocks noGrp="1"/>
          </p:cNvSpPr>
          <p:nvPr>
            <p:ph type="title"/>
          </p:nvPr>
        </p:nvSpPr>
        <p:spPr>
          <a:xfrm>
            <a:off x="308484" y="404664"/>
            <a:ext cx="9253028" cy="396044"/>
          </a:xfrm>
        </p:spPr>
        <p:txBody>
          <a:bodyPr/>
          <a:lstStyle>
            <a:lvl1pPr algn="ctr">
              <a:defRPr b="0">
                <a:solidFill>
                  <a:schemeClr val="tx2"/>
                </a:solidFill>
              </a:defRPr>
            </a:lvl1pPr>
          </a:lstStyle>
          <a:p>
            <a:r>
              <a:rPr kumimoji="1" lang="ja-JP" altLang="en-US"/>
              <a:t>マスター タイトルの書式設定</a:t>
            </a:r>
          </a:p>
        </p:txBody>
      </p:sp>
      <p:sp>
        <p:nvSpPr>
          <p:cNvPr id="13" name="フッター プレースホルダー 3"/>
          <p:cNvSpPr>
            <a:spLocks noGrp="1"/>
          </p:cNvSpPr>
          <p:nvPr>
            <p:ph type="ftr" sz="quarter" idx="3"/>
          </p:nvPr>
        </p:nvSpPr>
        <p:spPr>
          <a:xfrm>
            <a:off x="272480" y="6381328"/>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329264" y="641224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1" name="角丸四角形 6"/>
          <p:cNvSpPr/>
          <p:nvPr userDrawn="1"/>
        </p:nvSpPr>
        <p:spPr bwMode="auto">
          <a:xfrm>
            <a:off x="0" y="0"/>
            <a:ext cx="9912016" cy="6858000"/>
          </a:xfrm>
          <a:custGeom>
            <a:avLst/>
            <a:gdLst/>
            <a:ahLst/>
            <a:cxnLst/>
            <a:rect l="l" t="t" r="r" b="b"/>
            <a:pathLst>
              <a:path w="9903600" h="6858000">
                <a:moveTo>
                  <a:pt x="183240" y="144000"/>
                </a:moveTo>
                <a:cubicBezTo>
                  <a:pt x="162231" y="144000"/>
                  <a:pt x="145200" y="161031"/>
                  <a:pt x="145200" y="182040"/>
                </a:cubicBezTo>
                <a:lnTo>
                  <a:pt x="145200" y="6675960"/>
                </a:lnTo>
                <a:cubicBezTo>
                  <a:pt x="145200" y="6696969"/>
                  <a:pt x="162231" y="6714000"/>
                  <a:pt x="183240" y="6714000"/>
                </a:cubicBezTo>
                <a:lnTo>
                  <a:pt x="9722760" y="6714000"/>
                </a:lnTo>
                <a:cubicBezTo>
                  <a:pt x="9743769" y="6714000"/>
                  <a:pt x="9760800" y="6696969"/>
                  <a:pt x="9760800" y="6675960"/>
                </a:cubicBezTo>
                <a:lnTo>
                  <a:pt x="9760800" y="182040"/>
                </a:lnTo>
                <a:cubicBezTo>
                  <a:pt x="9760800" y="161031"/>
                  <a:pt x="9743769" y="144000"/>
                  <a:pt x="9722760" y="144000"/>
                </a:cubicBezTo>
                <a:close/>
                <a:moveTo>
                  <a:pt x="0" y="0"/>
                </a:moveTo>
                <a:lnTo>
                  <a:pt x="9903600" y="0"/>
                </a:lnTo>
                <a:lnTo>
                  <a:pt x="9903600" y="6858000"/>
                </a:lnTo>
                <a:lnTo>
                  <a:pt x="0" y="6858000"/>
                </a:lnTo>
                <a:close/>
              </a:path>
            </a:pathLst>
          </a:custGeom>
          <a:solidFill>
            <a:schemeClr val="tx2"/>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13026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ブランク（ベースカラー）">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メイリオ" pitchFamily="50" charset="-128"/>
                <a:ea typeface="メイリオ" pitchFamily="50" charset="-128"/>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36634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ブランク（メインカラー）">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06267437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ブランク（ブラック）">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rgbClr val="000000"/>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400698693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ガイド位置">
    <p:spTree>
      <p:nvGrpSpPr>
        <p:cNvPr id="1" name=""/>
        <p:cNvGrpSpPr/>
        <p:nvPr/>
      </p:nvGrpSpPr>
      <p:grpSpPr>
        <a:xfrm>
          <a:off x="0" y="0"/>
          <a:ext cx="0" cy="0"/>
          <a:chOff x="0" y="0"/>
          <a:chExt cx="0" cy="0"/>
        </a:xfrm>
      </p:grpSpPr>
      <p:cxnSp>
        <p:nvCxnSpPr>
          <p:cNvPr id="27" name="直線コネクタ 26"/>
          <p:cNvCxnSpPr/>
          <p:nvPr userDrawn="1"/>
        </p:nvCxnSpPr>
        <p:spPr>
          <a:xfrm flipV="1">
            <a:off x="8128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userDrawn="1"/>
        </p:nvCxnSpPr>
        <p:spPr>
          <a:xfrm flipV="1">
            <a:off x="49530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userDrawn="1"/>
        </p:nvCxnSpPr>
        <p:spPr>
          <a:xfrm flipV="1">
            <a:off x="3405188" y="-1"/>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flipV="1">
            <a:off x="6491288"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userDrawn="1"/>
        </p:nvCxnSpPr>
        <p:spPr>
          <a:xfrm flipV="1">
            <a:off x="90932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userDrawn="1"/>
        </p:nvCxnSpPr>
        <p:spPr>
          <a:xfrm flipH="1">
            <a:off x="0" y="656691"/>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userDrawn="1"/>
        </p:nvCxnSpPr>
        <p:spPr>
          <a:xfrm flipH="1">
            <a:off x="0" y="1881187"/>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userDrawn="1"/>
        </p:nvCxnSpPr>
        <p:spPr>
          <a:xfrm flipH="1">
            <a:off x="0" y="3428999"/>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userDrawn="1"/>
        </p:nvCxnSpPr>
        <p:spPr>
          <a:xfrm flipH="1">
            <a:off x="-13109" y="4976812"/>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userDrawn="1"/>
        </p:nvCxnSpPr>
        <p:spPr>
          <a:xfrm flipH="1">
            <a:off x="0" y="6201308"/>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7" name="AutoShape 33"/>
          <p:cNvSpPr>
            <a:spLocks noChangeArrowheads="1"/>
          </p:cNvSpPr>
          <p:nvPr userDrawn="1"/>
        </p:nvSpPr>
        <p:spPr bwMode="gray">
          <a:xfrm>
            <a:off x="4988942" y="3248980"/>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メイリオ" pitchFamily="50" charset="-128"/>
              </a:rPr>
              <a:t>0cm</a:t>
            </a:r>
          </a:p>
        </p:txBody>
      </p:sp>
      <p:sp>
        <p:nvSpPr>
          <p:cNvPr id="38" name="AutoShape 33"/>
          <p:cNvSpPr>
            <a:spLocks noChangeArrowheads="1"/>
          </p:cNvSpPr>
          <p:nvPr userDrawn="1"/>
        </p:nvSpPr>
        <p:spPr bwMode="gray">
          <a:xfrm>
            <a:off x="4989004" y="171527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39" name="AutoShape 33"/>
          <p:cNvSpPr>
            <a:spLocks noChangeArrowheads="1"/>
          </p:cNvSpPr>
          <p:nvPr userDrawn="1"/>
        </p:nvSpPr>
        <p:spPr bwMode="gray">
          <a:xfrm>
            <a:off x="236476" y="356393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0" name="AutoShape 33"/>
          <p:cNvSpPr>
            <a:spLocks noChangeArrowheads="1"/>
          </p:cNvSpPr>
          <p:nvPr userDrawn="1"/>
        </p:nvSpPr>
        <p:spPr bwMode="gray">
          <a:xfrm>
            <a:off x="4989004" y="602128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1" name="AutoShape 33"/>
          <p:cNvSpPr>
            <a:spLocks noChangeArrowheads="1"/>
          </p:cNvSpPr>
          <p:nvPr userDrawn="1"/>
        </p:nvSpPr>
        <p:spPr bwMode="gray">
          <a:xfrm>
            <a:off x="4989004" y="468891"/>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2" name="AutoShape 33"/>
          <p:cNvSpPr>
            <a:spLocks noChangeArrowheads="1"/>
          </p:cNvSpPr>
          <p:nvPr userDrawn="1"/>
        </p:nvSpPr>
        <p:spPr bwMode="gray">
          <a:xfrm>
            <a:off x="2828764" y="3573016"/>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3" name="AutoShape 33"/>
          <p:cNvSpPr>
            <a:spLocks noChangeArrowheads="1"/>
          </p:cNvSpPr>
          <p:nvPr userDrawn="1"/>
        </p:nvSpPr>
        <p:spPr bwMode="gray">
          <a:xfrm>
            <a:off x="437693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0cm</a:t>
            </a:r>
          </a:p>
        </p:txBody>
      </p:sp>
      <p:sp>
        <p:nvSpPr>
          <p:cNvPr id="44" name="AutoShape 33"/>
          <p:cNvSpPr>
            <a:spLocks noChangeArrowheads="1"/>
          </p:cNvSpPr>
          <p:nvPr userDrawn="1"/>
        </p:nvSpPr>
        <p:spPr bwMode="gray">
          <a:xfrm>
            <a:off x="5925108"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5" name="AutoShape 33"/>
          <p:cNvSpPr>
            <a:spLocks noChangeArrowheads="1"/>
          </p:cNvSpPr>
          <p:nvPr userDrawn="1"/>
        </p:nvSpPr>
        <p:spPr bwMode="gray">
          <a:xfrm>
            <a:off x="851739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6" name="AutoShape 33"/>
          <p:cNvSpPr>
            <a:spLocks noChangeArrowheads="1"/>
          </p:cNvSpPr>
          <p:nvPr userDrawn="1"/>
        </p:nvSpPr>
        <p:spPr bwMode="gray">
          <a:xfrm>
            <a:off x="4989004" y="482537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8" name="タイトル 1"/>
          <p:cNvSpPr>
            <a:spLocks noGrp="1"/>
          </p:cNvSpPr>
          <p:nvPr>
            <p:ph type="title"/>
          </p:nvPr>
        </p:nvSpPr>
        <p:spPr bwMode="gray">
          <a:xfrm>
            <a:off x="272480" y="152636"/>
            <a:ext cx="9361040" cy="396044"/>
          </a:xfrm>
        </p:spPr>
        <p:txBody>
          <a:bodyPr/>
          <a:lstStyle>
            <a:lvl1pPr>
              <a:defRPr>
                <a:solidFill>
                  <a:schemeClr val="tx1"/>
                </a:solidFill>
              </a:defRPr>
            </a:lvl1pPr>
          </a:lstStyle>
          <a:p>
            <a:r>
              <a:rPr kumimoji="1" lang="ja-JP" altLang="en-US"/>
              <a:t>マスター タイトルの書式設定</a:t>
            </a:r>
          </a:p>
        </p:txBody>
      </p:sp>
      <p:sp>
        <p:nvSpPr>
          <p:cNvPr id="49"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26"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2244655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tif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272480" y="152636"/>
            <a:ext cx="9361040" cy="396044"/>
          </a:xfrm>
          <a:prstGeom prst="rect">
            <a:avLst/>
          </a:prstGeom>
        </p:spPr>
        <p:txBody>
          <a:bodyPr vert="horz" lIns="0" tIns="0" rIns="0" bIns="0" rtlCol="0" anchor="ctr">
            <a:noAutofit/>
          </a:bodyPr>
          <a:lstStyle/>
          <a:p>
            <a:r>
              <a:rPr kumimoji="1" lang="ja-JP" altLang="en-US"/>
              <a:t>マスター タイトルの書式設定</a:t>
            </a:r>
          </a:p>
        </p:txBody>
      </p:sp>
      <p:pic>
        <p:nvPicPr>
          <p:cNvPr id="2050" name="Picture 2" descr="\\ts01\disk8\サイプレス\サイプレスロゴ\TIFFファイル\cypress_mono1.tif"/>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608576" y="6633356"/>
            <a:ext cx="688848" cy="161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298996"/>
      </p:ext>
    </p:extLst>
  </p:cSld>
  <p:clrMap bg1="lt1" tx1="dk1" bg2="lt2" tx2="dk2" accent1="accent1" accent2="accent2" accent3="accent3" accent4="accent4" accent5="accent5" accent6="accent6" hlink="hlink" folHlink="folHlink"/>
  <p:sldLayoutIdLst>
    <p:sldLayoutId id="2147483724" r:id="rId1"/>
    <p:sldLayoutId id="2147483663" r:id="rId2"/>
    <p:sldLayoutId id="2147483712" r:id="rId3"/>
    <p:sldLayoutId id="2147483725" r:id="rId4"/>
    <p:sldLayoutId id="2147483698" r:id="rId5"/>
    <p:sldLayoutId id="2147483714" r:id="rId6"/>
    <p:sldLayoutId id="2147483699" r:id="rId7"/>
    <p:sldLayoutId id="2147483700" r:id="rId8"/>
    <p:sldLayoutId id="2147483726" r:id="rId9"/>
    <p:sldLayoutId id="2147483716" r:id="rId10"/>
  </p:sldLayoutIdLst>
  <p:hf hdr="0" ftr="0" dt="0"/>
  <p:txStyles>
    <p:titleStyle>
      <a:lvl1pPr algn="l" defTabSz="914400" rtl="0" eaLnBrk="1" latinLnBrk="0" hangingPunct="1">
        <a:spcBef>
          <a:spcPct val="0"/>
        </a:spcBef>
        <a:buNone/>
        <a:defRPr kumimoji="1" sz="2400" kern="1200">
          <a:solidFill>
            <a:schemeClr val="tx1"/>
          </a:solidFill>
          <a:latin typeface="+mj-ea"/>
          <a:ea typeface="+mj-ea"/>
          <a:cs typeface="メイリオ" pitchFamily="50" charset="-128"/>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2055968"/>
            <a:ext cx="8280400" cy="2843855"/>
          </a:xfrm>
        </p:spPr>
        <p:txBody>
          <a:bodyPr anchor="t" anchorCtr="0">
            <a:spAutoFit/>
          </a:bodyPr>
          <a:lstStyle/>
          <a:p>
            <a:pPr>
              <a:lnSpc>
                <a:spcPct val="110000"/>
              </a:lnSpc>
            </a:pPr>
            <a:r>
              <a:rPr lang="ja-JP" altLang="en-US" sz="2400" b="0" dirty="0"/>
              <a:t>入出荷計画業務システム</a:t>
            </a:r>
            <a:r>
              <a:rPr lang="en-US" altLang="ja-JP" sz="2400" b="0" dirty="0"/>
              <a:t>(</a:t>
            </a:r>
            <a:r>
              <a:rPr lang="ja-JP" altLang="en-US" sz="2400" b="0" dirty="0"/>
              <a:t>千葉）</a:t>
            </a:r>
            <a:br>
              <a:rPr lang="ja-JP" altLang="en-US" sz="2400" b="0" dirty="0"/>
            </a:br>
            <a:r>
              <a:rPr lang="en-US" altLang="ja-JP" sz="4000" dirty="0"/>
              <a:t>AP/DB</a:t>
            </a:r>
            <a:r>
              <a:rPr lang="ja-JP" altLang="en-US" sz="4000" dirty="0"/>
              <a:t>　</a:t>
            </a:r>
            <a:r>
              <a:rPr lang="en-US" altLang="ja-JP" sz="4000" dirty="0"/>
              <a:t>Azure</a:t>
            </a:r>
            <a:r>
              <a:rPr lang="ja-JP" altLang="en-US" sz="4000" dirty="0"/>
              <a:t>移行　</a:t>
            </a:r>
            <a:br>
              <a:rPr lang="en-US" altLang="ja-JP" sz="4000" dirty="0"/>
            </a:br>
            <a:r>
              <a:rPr lang="ja-JP" altLang="en-US" sz="4000" dirty="0"/>
              <a:t>概算見積もり</a:t>
            </a:r>
            <a:br>
              <a:rPr lang="en-US" altLang="ja-JP" sz="4000" dirty="0"/>
            </a:br>
            <a:br>
              <a:rPr lang="en-US" altLang="ja-JP" sz="4000" dirty="0"/>
            </a:br>
            <a:r>
              <a:rPr lang="en-US" altLang="ja-JP" sz="2400" dirty="0"/>
              <a:t>Rev 1.0</a:t>
            </a:r>
            <a:endParaRPr kumimoji="1" lang="ja-JP" altLang="en-US" sz="1000" b="0" dirty="0"/>
          </a:p>
        </p:txBody>
      </p:sp>
      <p:sp>
        <p:nvSpPr>
          <p:cNvPr id="8" name="AutoShape 3"/>
          <p:cNvSpPr>
            <a:spLocks noChangeArrowheads="1"/>
          </p:cNvSpPr>
          <p:nvPr/>
        </p:nvSpPr>
        <p:spPr bwMode="auto">
          <a:xfrm>
            <a:off x="812800" y="1016732"/>
            <a:ext cx="8280399" cy="320088"/>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ct val="140000"/>
              </a:lnSpc>
              <a:spcAft>
                <a:spcPts val="1200"/>
              </a:spcAft>
            </a:pPr>
            <a:r>
              <a:rPr lang="ja-JP" altLang="en-US" sz="1600">
                <a:latin typeface="メイリオ" pitchFamily="50" charset="-128"/>
                <a:ea typeface="メイリオ" pitchFamily="50" charset="-128"/>
                <a:cs typeface="メイリオ" pitchFamily="50" charset="-128"/>
              </a:rPr>
              <a:t>　</a:t>
            </a:r>
            <a:endParaRPr lang="en-US" altLang="ja-JP" sz="1600">
              <a:latin typeface="メイリオ" pitchFamily="50" charset="-128"/>
              <a:ea typeface="メイリオ" pitchFamily="50" charset="-128"/>
              <a:cs typeface="メイリオ" pitchFamily="50" charset="-128"/>
            </a:endParaRPr>
          </a:p>
        </p:txBody>
      </p:sp>
      <p:sp>
        <p:nvSpPr>
          <p:cNvPr id="49" name="直角三角形 48"/>
          <p:cNvSpPr/>
          <p:nvPr/>
        </p:nvSpPr>
        <p:spPr bwMode="auto">
          <a:xfrm flipH="1">
            <a:off x="9285287" y="6237288"/>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50" name="直角三角形 49"/>
          <p:cNvSpPr/>
          <p:nvPr/>
        </p:nvSpPr>
        <p:spPr bwMode="auto">
          <a:xfrm flipV="1">
            <a:off x="0" y="0"/>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pic>
        <p:nvPicPr>
          <p:cNvPr id="1029" name="Picture 5" descr="\\ts01\disk8\サイプレス\サイプレスロゴ\TIFFファイル\cypress_mono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050" y="4972859"/>
            <a:ext cx="2755900" cy="646112"/>
          </a:xfrm>
          <a:prstGeom prst="rect">
            <a:avLst/>
          </a:prstGeom>
          <a:noFill/>
          <a:extLst>
            <a:ext uri="{909E8E84-426E-40DD-AFC4-6F175D3DCCD1}">
              <a14:hiddenFill xmlns:a14="http://schemas.microsoft.com/office/drawing/2010/main">
                <a:solidFill>
                  <a:srgbClr val="FFFFFF"/>
                </a:solidFill>
              </a14:hiddenFill>
            </a:ext>
          </a:extLst>
        </p:spPr>
      </p:pic>
      <p:sp>
        <p:nvSpPr>
          <p:cNvPr id="7" name="タイトル 1">
            <a:extLst>
              <a:ext uri="{FF2B5EF4-FFF2-40B4-BE49-F238E27FC236}">
                <a16:creationId xmlns:a16="http://schemas.microsoft.com/office/drawing/2014/main" id="{6204B4F8-E7B2-402B-BF56-4BF8E2F48E64}"/>
              </a:ext>
            </a:extLst>
          </p:cNvPr>
          <p:cNvSpPr txBox="1">
            <a:spLocks/>
          </p:cNvSpPr>
          <p:nvPr/>
        </p:nvSpPr>
        <p:spPr>
          <a:xfrm>
            <a:off x="1004887" y="5930465"/>
            <a:ext cx="8280400" cy="270843"/>
          </a:xfrm>
          <a:prstGeom prst="rect">
            <a:avLst/>
          </a:prstGeom>
        </p:spPr>
        <p:txBody>
          <a:bodyPr vert="horz" wrap="square" lIns="0" tIns="0" rIns="0" bIns="0" rtlCol="0" anchor="t" anchorCtr="0">
            <a:spAutoFit/>
          </a:bodyPr>
          <a:lstStyle>
            <a:lvl1pPr algn="ctr" defTabSz="914400" rtl="0" eaLnBrk="1" latinLnBrk="0" hangingPunct="1">
              <a:lnSpc>
                <a:spcPct val="120000"/>
              </a:lnSpc>
              <a:spcBef>
                <a:spcPct val="0"/>
              </a:spcBef>
              <a:buNone/>
              <a:defRPr kumimoji="1" sz="3600" b="1" kern="1200">
                <a:solidFill>
                  <a:schemeClr val="tx1"/>
                </a:solidFill>
                <a:latin typeface="+mj-ea"/>
                <a:ea typeface="+mj-ea"/>
                <a:cs typeface="メイリオ" pitchFamily="50" charset="-128"/>
              </a:defRPr>
            </a:lvl1pPr>
          </a:lstStyle>
          <a:p>
            <a:pPr>
              <a:lnSpc>
                <a:spcPct val="110000"/>
              </a:lnSpc>
            </a:pPr>
            <a:r>
              <a:rPr lang="en-US" altLang="ja-JP" sz="1600" b="0" dirty="0"/>
              <a:t>2025</a:t>
            </a:r>
            <a:r>
              <a:rPr lang="ja-JP" altLang="en-US" sz="1600" b="0" dirty="0"/>
              <a:t>年</a:t>
            </a:r>
            <a:r>
              <a:rPr lang="en-US" altLang="ja-JP" sz="1600" b="0" dirty="0"/>
              <a:t>08</a:t>
            </a:r>
            <a:r>
              <a:rPr lang="ja-JP" altLang="en-US" sz="1600" b="0" dirty="0"/>
              <a:t>月</a:t>
            </a:r>
            <a:r>
              <a:rPr lang="en-US" altLang="ja-JP" sz="1600" b="0" dirty="0"/>
              <a:t>12</a:t>
            </a:r>
            <a:r>
              <a:rPr lang="ja-JP" altLang="en-US" sz="1600" b="0" dirty="0"/>
              <a:t>日</a:t>
            </a:r>
          </a:p>
        </p:txBody>
      </p:sp>
    </p:spTree>
    <p:extLst>
      <p:ext uri="{BB962C8B-B14F-4D97-AF65-F5344CB8AC3E}">
        <p14:creationId xmlns:p14="http://schemas.microsoft.com/office/powerpoint/2010/main" val="4123226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53975-0037-4EAD-89FC-ACF106CFBF75}"/>
              </a:ext>
            </a:extLst>
          </p:cNvPr>
          <p:cNvSpPr>
            <a:spLocks noGrp="1"/>
          </p:cNvSpPr>
          <p:nvPr>
            <p:ph type="title"/>
          </p:nvPr>
        </p:nvSpPr>
        <p:spPr/>
        <p:txBody>
          <a:bodyPr/>
          <a:lstStyle/>
          <a:p>
            <a:r>
              <a:rPr lang="ja-JP" altLang="en-US"/>
              <a:t>見積条件</a:t>
            </a:r>
            <a:endParaRPr kumimoji="1" lang="ja-JP" altLang="en-US"/>
          </a:p>
        </p:txBody>
      </p:sp>
      <p:sp>
        <p:nvSpPr>
          <p:cNvPr id="3" name="スライド番号プレースホルダー 2">
            <a:extLst>
              <a:ext uri="{FF2B5EF4-FFF2-40B4-BE49-F238E27FC236}">
                <a16:creationId xmlns:a16="http://schemas.microsoft.com/office/drawing/2014/main" id="{4E7FACA3-8421-4ABC-B438-7457AFCEAE78}"/>
              </a:ext>
            </a:extLst>
          </p:cNvPr>
          <p:cNvSpPr>
            <a:spLocks noGrp="1"/>
          </p:cNvSpPr>
          <p:nvPr>
            <p:ph type="sldNum" sz="quarter" idx="4"/>
          </p:nvPr>
        </p:nvSpPr>
        <p:spPr/>
        <p:txBody>
          <a:bodyPr/>
          <a:lstStyle/>
          <a:p>
            <a:fld id="{FB3508C7-2FE0-4945-9CBD-863E05F850D2}" type="slidenum">
              <a:rPr lang="ja-JP" altLang="en-US" smtClean="0"/>
              <a:pPr/>
              <a:t>1</a:t>
            </a:fld>
            <a:endParaRPr lang="ja-JP" altLang="en-US"/>
          </a:p>
        </p:txBody>
      </p:sp>
      <p:sp>
        <p:nvSpPr>
          <p:cNvPr id="6" name="AutoShape 3">
            <a:extLst>
              <a:ext uri="{FF2B5EF4-FFF2-40B4-BE49-F238E27FC236}">
                <a16:creationId xmlns:a16="http://schemas.microsoft.com/office/drawing/2014/main" id="{508CF40E-739E-490D-ADE4-2B5FD8A68122}"/>
              </a:ext>
            </a:extLst>
          </p:cNvPr>
          <p:cNvSpPr>
            <a:spLocks noChangeArrowheads="1"/>
          </p:cNvSpPr>
          <p:nvPr/>
        </p:nvSpPr>
        <p:spPr bwMode="auto">
          <a:xfrm>
            <a:off x="895322" y="1016732"/>
            <a:ext cx="8198137" cy="229037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spAutoFit/>
          </a:bodyPr>
          <a:lstStyle/>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作業場所</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原則的に弊社姉崎事務所とさせて頂きます。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作業期間</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en-US" altLang="ja-JP" sz="1200" dirty="0">
                <a:latin typeface="+mn-ea"/>
                <a:cs typeface="メイリオ" pitchFamily="50" charset="-128"/>
              </a:rPr>
              <a:t>2025</a:t>
            </a:r>
            <a:r>
              <a:rPr lang="ja-JP" altLang="en-US" sz="1200" dirty="0">
                <a:latin typeface="+mn-ea"/>
                <a:cs typeface="メイリオ" pitchFamily="50" charset="-128"/>
              </a:rPr>
              <a:t>年</a:t>
            </a:r>
            <a:r>
              <a:rPr lang="en-US" altLang="ja-JP" sz="1200" dirty="0">
                <a:latin typeface="+mn-ea"/>
                <a:cs typeface="メイリオ" pitchFamily="50" charset="-128"/>
              </a:rPr>
              <a:t>9</a:t>
            </a:r>
            <a:r>
              <a:rPr lang="ja-JP" altLang="en-US" sz="1200" dirty="0">
                <a:latin typeface="+mn-ea"/>
                <a:cs typeface="メイリオ" pitchFamily="50" charset="-128"/>
              </a:rPr>
              <a:t>月</a:t>
            </a:r>
            <a:r>
              <a:rPr lang="en-US" altLang="ja-JP" sz="1200" dirty="0">
                <a:latin typeface="+mn-ea"/>
                <a:cs typeface="メイリオ" pitchFamily="50" charset="-128"/>
              </a:rPr>
              <a:t>8</a:t>
            </a:r>
            <a:r>
              <a:rPr lang="ja-JP" altLang="en-US" sz="1200" dirty="0">
                <a:latin typeface="+mn-ea"/>
                <a:cs typeface="メイリオ" pitchFamily="50" charset="-128"/>
              </a:rPr>
              <a:t>日～</a:t>
            </a:r>
            <a:r>
              <a:rPr lang="en-US" altLang="ja-JP" sz="1200" dirty="0">
                <a:latin typeface="+mn-ea"/>
                <a:cs typeface="メイリオ" pitchFamily="50" charset="-128"/>
              </a:rPr>
              <a:t>2025年11月28日</a:t>
            </a:r>
            <a:endParaRPr lang="ja-JP" altLang="en-US"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提示したスケジュールに則って出光様含む関係者のご対応をお願い致します。</a:t>
            </a:r>
            <a:endParaRPr lang="en-US" altLang="ja-JP" sz="1200" dirty="0">
              <a:latin typeface="+mn-ea"/>
              <a:cs typeface="メイリオ" pitchFamily="50" charset="-128"/>
            </a:endParaRPr>
          </a:p>
          <a:p>
            <a:pPr lvl="1" algn="just">
              <a:lnSpc>
                <a:spcPts val="1400"/>
              </a:lnSpc>
              <a:spcAft>
                <a:spcPts val="600"/>
              </a:spcAft>
            </a:pPr>
            <a:r>
              <a:rPr lang="ja-JP" altLang="en-US" sz="1200" dirty="0">
                <a:latin typeface="+mn-ea"/>
                <a:cs typeface="メイリオ" pitchFamily="50" charset="-128"/>
              </a:rPr>
              <a:t>　 スケジュール期間を超える場合は対応可否をシステムエグゼ様と協議のもと対応致します。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ja-JP" altLang="en-US" sz="1200" dirty="0">
              <a:latin typeface="+mn-ea"/>
              <a:cs typeface="メイリオ" pitchFamily="50" charset="-128"/>
            </a:endParaRPr>
          </a:p>
          <a:p>
            <a:pPr marL="685800" lvl="1" indent="-228600" algn="just">
              <a:lnSpc>
                <a:spcPts val="2000"/>
              </a:lnSpc>
              <a:spcAft>
                <a:spcPts val="600"/>
              </a:spcAft>
              <a:buFont typeface="+mj-ea"/>
              <a:buAutoNum type="circleNumDbPlain"/>
            </a:pPr>
            <a:endParaRPr lang="en-US" altLang="ja-JP" sz="1200" dirty="0">
              <a:latin typeface="+mn-ea"/>
              <a:cs typeface="メイリオ" pitchFamily="50" charset="-128"/>
            </a:endParaRPr>
          </a:p>
        </p:txBody>
      </p:sp>
    </p:spTree>
    <p:extLst>
      <p:ext uri="{BB962C8B-B14F-4D97-AF65-F5344CB8AC3E}">
        <p14:creationId xmlns:p14="http://schemas.microsoft.com/office/powerpoint/2010/main" val="3449689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１</a:t>
            </a:r>
            <a:r>
              <a:rPr lang="en-US" altLang="ja-JP"/>
              <a:t>.</a:t>
            </a:r>
            <a:r>
              <a:rPr lang="ja-JP" altLang="en-US"/>
              <a:t>想定作業内容</a:t>
            </a:r>
            <a:endParaRPr kumimoji="1" lang="ja-JP" altLang="en-US"/>
          </a:p>
        </p:txBody>
      </p:sp>
      <p:sp>
        <p:nvSpPr>
          <p:cNvPr id="3" name="スライド番号プレースホルダー 2"/>
          <p:cNvSpPr>
            <a:spLocks noGrp="1"/>
          </p:cNvSpPr>
          <p:nvPr>
            <p:ph type="sldNum" sz="quarter" idx="4"/>
          </p:nvPr>
        </p:nvSpPr>
        <p:spPr/>
        <p:txBody>
          <a:bodyPr/>
          <a:lstStyle/>
          <a:p>
            <a:fld id="{FB3508C7-2FE0-4945-9CBD-863E05F850D2}" type="slidenum">
              <a:rPr lang="ja-JP" altLang="en-US" smtClean="0"/>
              <a:pPr/>
              <a:t>2</a:t>
            </a:fld>
            <a:endParaRPr lang="ja-JP" altLang="en-US"/>
          </a:p>
        </p:txBody>
      </p:sp>
      <p:sp>
        <p:nvSpPr>
          <p:cNvPr id="265" name="AutoShape 3"/>
          <p:cNvSpPr>
            <a:spLocks noChangeArrowheads="1"/>
          </p:cNvSpPr>
          <p:nvPr/>
        </p:nvSpPr>
        <p:spPr bwMode="auto">
          <a:xfrm>
            <a:off x="488504" y="908720"/>
            <a:ext cx="8784976" cy="5201424"/>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b="1" dirty="0">
                <a:latin typeface="+mn-ea"/>
                <a:cs typeface="メイリオ" pitchFamily="50" charset="-128"/>
              </a:rPr>
              <a:t>海上入出荷計画業務システム</a:t>
            </a:r>
            <a:r>
              <a:rPr lang="en-US" altLang="ja-JP" b="1" dirty="0">
                <a:latin typeface="+mn-ea"/>
                <a:cs typeface="メイリオ" pitchFamily="50" charset="-128"/>
              </a:rPr>
              <a:t>AP/</a:t>
            </a:r>
            <a:r>
              <a:rPr lang="en-US" altLang="ja-JP" b="1" dirty="0" err="1">
                <a:latin typeface="+mn-ea"/>
                <a:cs typeface="メイリオ" pitchFamily="50" charset="-128"/>
              </a:rPr>
              <a:t>DBAzure</a:t>
            </a:r>
            <a:r>
              <a:rPr lang="ja-JP" altLang="en-US" b="1" dirty="0">
                <a:latin typeface="+mn-ea"/>
                <a:cs typeface="メイリオ" pitchFamily="50" charset="-128"/>
              </a:rPr>
              <a:t>移行の作業内容</a:t>
            </a:r>
            <a:endParaRPr lang="en-US" altLang="ja-JP" b="1" dirty="0">
              <a:latin typeface="+mn-ea"/>
              <a:cs typeface="メイリオ" pitchFamily="50" charset="-128"/>
            </a:endParaRPr>
          </a:p>
          <a:p>
            <a:pPr marL="342900" indent="-342900" algn="just">
              <a:lnSpc>
                <a:spcPts val="3000"/>
              </a:lnSpc>
              <a:spcAft>
                <a:spcPts val="1200"/>
              </a:spcAft>
              <a:buFont typeface="+mj-lt"/>
              <a:buAutoNum type="arabicPeriod"/>
            </a:pPr>
            <a:r>
              <a:rPr lang="en-US" altLang="ja-JP" sz="2000" b="1" dirty="0">
                <a:latin typeface="+mn-ea"/>
                <a:cs typeface="メイリオ" pitchFamily="50" charset="-128"/>
              </a:rPr>
              <a:t>DB</a:t>
            </a:r>
            <a:r>
              <a:rPr lang="ja-JP" altLang="en-US" sz="2000" b="1" dirty="0">
                <a:latin typeface="+mn-ea"/>
                <a:cs typeface="メイリオ" pitchFamily="50" charset="-128"/>
              </a:rPr>
              <a:t>サーバー移設（千葉）</a:t>
            </a:r>
            <a:endParaRPr lang="en-US" altLang="ja-JP" sz="2000" b="1" dirty="0">
              <a:latin typeface="+mn-ea"/>
              <a:cs typeface="メイリオ" pitchFamily="50" charset="-128"/>
            </a:endParaRPr>
          </a:p>
          <a:p>
            <a:pPr lvl="1" algn="just">
              <a:lnSpc>
                <a:spcPts val="3000"/>
              </a:lnSpc>
              <a:spcAft>
                <a:spcPts val="1200"/>
              </a:spcAft>
            </a:pPr>
            <a:r>
              <a:rPr lang="en-US" altLang="ja-JP" sz="1600" b="1" dirty="0">
                <a:latin typeface="+mn-ea"/>
                <a:cs typeface="メイリオ" pitchFamily="50" charset="-128"/>
              </a:rPr>
              <a:t>1.</a:t>
            </a:r>
            <a:r>
              <a:rPr lang="ja-JP" altLang="en-US" sz="1600" b="1" dirty="0">
                <a:latin typeface="+mn-ea"/>
                <a:cs typeface="メイリオ" pitchFamily="50" charset="-128"/>
              </a:rPr>
              <a:t>現行</a:t>
            </a:r>
            <a:r>
              <a:rPr lang="en-US" altLang="ja-JP" sz="1600" b="1" dirty="0">
                <a:latin typeface="+mn-ea"/>
                <a:cs typeface="メイリオ" pitchFamily="50" charset="-128"/>
              </a:rPr>
              <a:t>DB</a:t>
            </a:r>
            <a:r>
              <a:rPr lang="ja-JP" altLang="en-US" sz="1600" b="1" dirty="0">
                <a:latin typeface="+mn-ea"/>
                <a:cs typeface="メイリオ" pitchFamily="50" charset="-128"/>
              </a:rPr>
              <a:t>から新</a:t>
            </a:r>
            <a:r>
              <a:rPr lang="en-US" altLang="ja-JP" sz="1600" b="1" dirty="0">
                <a:latin typeface="+mn-ea"/>
                <a:cs typeface="メイリオ" pitchFamily="50" charset="-128"/>
              </a:rPr>
              <a:t>DB</a:t>
            </a:r>
            <a:r>
              <a:rPr lang="ja-JP" altLang="en-US" sz="1600" b="1" dirty="0">
                <a:latin typeface="+mn-ea"/>
                <a:cs typeface="メイリオ" pitchFamily="50" charset="-128"/>
              </a:rPr>
              <a:t>環境へのテーブルおよびトランザクションデータの移行を行う。</a:t>
            </a:r>
            <a:endParaRPr lang="en-US" altLang="ja-JP" sz="1600" b="1" dirty="0">
              <a:latin typeface="+mn-ea"/>
              <a:cs typeface="メイリオ" pitchFamily="50" charset="-128"/>
            </a:endParaRPr>
          </a:p>
          <a:p>
            <a:pPr lvl="1" algn="just">
              <a:spcAft>
                <a:spcPts val="1200"/>
              </a:spcAft>
            </a:pPr>
            <a:r>
              <a:rPr lang="ja-JP" altLang="en-US" sz="1600" dirty="0">
                <a:latin typeface="+mn-ea"/>
                <a:cs typeface="メイリオ" pitchFamily="50" charset="-128"/>
              </a:rPr>
              <a:t>　・対応内容は、検証</a:t>
            </a:r>
            <a:r>
              <a:rPr lang="en-US" altLang="ja-JP" sz="1600" dirty="0">
                <a:latin typeface="+mn-ea"/>
                <a:cs typeface="メイリオ" pitchFamily="50" charset="-128"/>
              </a:rPr>
              <a:t>DB</a:t>
            </a:r>
            <a:r>
              <a:rPr lang="ja-JP" altLang="en-US" sz="1600" dirty="0">
                <a:latin typeface="+mn-ea"/>
                <a:cs typeface="メイリオ" pitchFamily="50" charset="-128"/>
              </a:rPr>
              <a:t>移行時に実施した作業手順と同じ内容を想定。</a:t>
            </a:r>
            <a:endParaRPr lang="en-US" altLang="ja-JP" sz="1600" dirty="0">
              <a:latin typeface="+mn-ea"/>
              <a:cs typeface="メイリオ" pitchFamily="50" charset="-128"/>
            </a:endParaRPr>
          </a:p>
          <a:p>
            <a:pPr lvl="1" algn="just">
              <a:spcAft>
                <a:spcPts val="1200"/>
              </a:spcAft>
            </a:pPr>
            <a:r>
              <a:rPr lang="ja-JP" altLang="en-US" sz="1600" dirty="0">
                <a:latin typeface="+mn-ea"/>
                <a:cs typeface="メイリオ" pitchFamily="50" charset="-128"/>
              </a:rPr>
              <a:t>　・移行は、</a:t>
            </a:r>
            <a:r>
              <a:rPr lang="en-US" altLang="ja-JP" sz="1600" dirty="0">
                <a:latin typeface="+mn-ea"/>
                <a:cs typeface="メイリオ" pitchFamily="50" charset="-128"/>
              </a:rPr>
              <a:t>export/import</a:t>
            </a:r>
            <a:r>
              <a:rPr lang="ja-JP" altLang="en-US" sz="1600" dirty="0">
                <a:latin typeface="+mn-ea"/>
                <a:cs typeface="メイリオ" pitchFamily="50" charset="-128"/>
              </a:rPr>
              <a:t>ツールを使用して実施する。</a:t>
            </a:r>
            <a:endParaRPr lang="en-US" altLang="ja-JP" sz="1600" dirty="0">
              <a:latin typeface="+mn-ea"/>
              <a:cs typeface="メイリオ" pitchFamily="50" charset="-128"/>
            </a:endParaRPr>
          </a:p>
          <a:p>
            <a:pPr lvl="1" algn="just">
              <a:spcAft>
                <a:spcPts val="1200"/>
              </a:spcAft>
            </a:pPr>
            <a:r>
              <a:rPr lang="ja-JP" altLang="en-US" sz="1600" dirty="0">
                <a:latin typeface="+mn-ea"/>
                <a:cs typeface="メイリオ" pitchFamily="50" charset="-128"/>
              </a:rPr>
              <a:t>　・新</a:t>
            </a:r>
            <a:r>
              <a:rPr lang="en-US" altLang="ja-JP" sz="1600" dirty="0">
                <a:latin typeface="+mn-ea"/>
                <a:cs typeface="メイリオ" pitchFamily="50" charset="-128"/>
              </a:rPr>
              <a:t>DB</a:t>
            </a:r>
            <a:r>
              <a:rPr lang="ja-JP" altLang="en-US" sz="1600" dirty="0">
                <a:latin typeface="+mn-ea"/>
                <a:cs typeface="メイリオ" pitchFamily="50" charset="-128"/>
              </a:rPr>
              <a:t>へ移行したデータの整合性確認はお客様にて実施願います。</a:t>
            </a:r>
            <a:endParaRPr lang="en-US" altLang="ja-JP" sz="1600" dirty="0">
              <a:latin typeface="+mn-ea"/>
              <a:cs typeface="メイリオ" pitchFamily="50" charset="-128"/>
            </a:endParaRPr>
          </a:p>
          <a:p>
            <a:pPr lvl="1" algn="just">
              <a:spcAft>
                <a:spcPts val="1200"/>
              </a:spcAft>
            </a:pPr>
            <a:r>
              <a:rPr lang="ja-JP" altLang="en-US" sz="1600" dirty="0">
                <a:latin typeface="+mn-ea"/>
                <a:cs typeface="メイリオ" pitchFamily="50" charset="-128"/>
              </a:rPr>
              <a:t>　・</a:t>
            </a:r>
            <a:r>
              <a:rPr lang="en-US" altLang="ja-JP" sz="1600" dirty="0">
                <a:latin typeface="+mn-ea"/>
                <a:cs typeface="メイリオ" pitchFamily="50" charset="-128"/>
              </a:rPr>
              <a:t>Oracle</a:t>
            </a:r>
            <a:r>
              <a:rPr lang="ja-JP" altLang="en-US" sz="1600" dirty="0">
                <a:latin typeface="+mn-ea"/>
                <a:cs typeface="メイリオ" pitchFamily="50" charset="-128"/>
              </a:rPr>
              <a:t>は旧</a:t>
            </a:r>
            <a:r>
              <a:rPr lang="en-US" altLang="ja-JP" sz="1600" dirty="0">
                <a:latin typeface="+mn-ea"/>
                <a:cs typeface="メイリオ" pitchFamily="50" charset="-128"/>
              </a:rPr>
              <a:t>Oracle Database 12c </a:t>
            </a:r>
            <a:r>
              <a:rPr lang="ja-JP" altLang="en-US" sz="1600" dirty="0">
                <a:latin typeface="+mn-ea"/>
                <a:cs typeface="メイリオ" pitchFamily="50" charset="-128"/>
              </a:rPr>
              <a:t>→ 新</a:t>
            </a:r>
            <a:r>
              <a:rPr lang="en-US" altLang="ja-JP" sz="1600" dirty="0">
                <a:latin typeface="+mn-ea"/>
                <a:cs typeface="メイリオ" pitchFamily="50" charset="-128"/>
              </a:rPr>
              <a:t>Oracle Database 19c</a:t>
            </a:r>
            <a:r>
              <a:rPr lang="ja-JP" altLang="en-US" sz="1600" dirty="0">
                <a:latin typeface="+mn-ea"/>
                <a:cs typeface="メイリオ" pitchFamily="50" charset="-128"/>
              </a:rPr>
              <a:t>へ移行</a:t>
            </a:r>
            <a:endParaRPr lang="en-US" altLang="ja-JP" sz="1600" dirty="0">
              <a:latin typeface="+mn-ea"/>
              <a:cs typeface="メイリオ" pitchFamily="50" charset="-128"/>
            </a:endParaRPr>
          </a:p>
          <a:p>
            <a:pPr lvl="1" algn="just">
              <a:lnSpc>
                <a:spcPts val="3000"/>
              </a:lnSpc>
              <a:spcAft>
                <a:spcPts val="1200"/>
              </a:spcAft>
            </a:pPr>
            <a:r>
              <a:rPr lang="ja-JP" altLang="en-US" sz="1600" b="1" dirty="0">
                <a:latin typeface="+mn-ea"/>
                <a:cs typeface="メイリオ" pitchFamily="50" charset="-128"/>
              </a:rPr>
              <a:t>２．お願い事項</a:t>
            </a:r>
            <a:endParaRPr lang="en-US" altLang="ja-JP" sz="1600" b="1" dirty="0">
              <a:latin typeface="+mn-ea"/>
              <a:cs typeface="メイリオ" pitchFamily="50" charset="-128"/>
            </a:endParaRPr>
          </a:p>
          <a:p>
            <a:pPr lvl="1" algn="just">
              <a:spcAft>
                <a:spcPts val="1200"/>
              </a:spcAft>
            </a:pPr>
            <a:r>
              <a:rPr lang="ja-JP" altLang="en-US" sz="1400" b="1" dirty="0">
                <a:latin typeface="+mn-ea"/>
                <a:cs typeface="メイリオ" pitchFamily="50" charset="-128"/>
              </a:rPr>
              <a:t>　</a:t>
            </a:r>
            <a:r>
              <a:rPr lang="ja-JP" altLang="en-US" sz="1600" b="1" dirty="0">
                <a:latin typeface="+mn-ea"/>
                <a:cs typeface="メイリオ" pitchFamily="50" charset="-128"/>
              </a:rPr>
              <a:t>・</a:t>
            </a:r>
            <a:r>
              <a:rPr lang="en-US" altLang="ja-JP" sz="1600" dirty="0">
                <a:latin typeface="+mn-ea"/>
                <a:cs typeface="メイリオ" pitchFamily="50" charset="-128"/>
              </a:rPr>
              <a:t>Oracle</a:t>
            </a:r>
            <a:r>
              <a:rPr lang="ja-JP" altLang="en-US" sz="1600" dirty="0">
                <a:latin typeface="+mn-ea"/>
                <a:cs typeface="メイリオ" pitchFamily="50" charset="-128"/>
              </a:rPr>
              <a:t>インストール及びインスタンス作成、</a:t>
            </a:r>
            <a:r>
              <a:rPr lang="en-US" altLang="ja-JP" sz="1600" dirty="0">
                <a:latin typeface="+mn-ea"/>
                <a:cs typeface="メイリオ" pitchFamily="50" charset="-128"/>
              </a:rPr>
              <a:t>AP/DB</a:t>
            </a:r>
            <a:r>
              <a:rPr lang="ja-JP" altLang="en-US" sz="1600" dirty="0">
                <a:latin typeface="+mn-ea"/>
                <a:cs typeface="メイリオ" pitchFamily="50" charset="-128"/>
              </a:rPr>
              <a:t>サーバー間のネットワーク、</a:t>
            </a:r>
            <a:endParaRPr lang="en-US" altLang="ja-JP" sz="1600" dirty="0">
              <a:latin typeface="+mn-ea"/>
              <a:cs typeface="メイリオ" pitchFamily="50" charset="-128"/>
            </a:endParaRPr>
          </a:p>
          <a:p>
            <a:pPr lvl="1" algn="just">
              <a:spcAft>
                <a:spcPts val="1200"/>
              </a:spcAft>
            </a:pPr>
            <a:r>
              <a:rPr lang="ja-JP" altLang="en-US" sz="1600" dirty="0">
                <a:latin typeface="+mn-ea"/>
                <a:cs typeface="メイリオ" pitchFamily="50" charset="-128"/>
              </a:rPr>
              <a:t>　　ファイアーウォール設定などは別部隊で実施願います。</a:t>
            </a:r>
            <a:endParaRPr lang="en-US" altLang="ja-JP" sz="1600" dirty="0">
              <a:latin typeface="+mn-ea"/>
              <a:cs typeface="メイリオ" pitchFamily="50" charset="-128"/>
            </a:endParaRPr>
          </a:p>
          <a:p>
            <a:pPr lvl="1" algn="just">
              <a:spcAft>
                <a:spcPts val="1200"/>
              </a:spcAft>
            </a:pPr>
            <a:r>
              <a:rPr lang="ja-JP" altLang="en-US" sz="1600" dirty="0">
                <a:latin typeface="+mn-ea"/>
                <a:cs typeface="メイリオ" pitchFamily="50" charset="-128"/>
              </a:rPr>
              <a:t>　・インフラの構築遅延で、作業期間を超える場合は対応可否を</a:t>
            </a:r>
            <a:r>
              <a:rPr lang="en-US" altLang="ja-JP" sz="1600" dirty="0">
                <a:latin typeface="+mn-ea"/>
                <a:cs typeface="メイリオ" pitchFamily="50" charset="-128"/>
              </a:rPr>
              <a:t>EXE</a:t>
            </a:r>
            <a:r>
              <a:rPr lang="ja-JP" altLang="en-US" sz="1600" dirty="0">
                <a:latin typeface="+mn-ea"/>
                <a:cs typeface="メイリオ" pitchFamily="50" charset="-128"/>
              </a:rPr>
              <a:t>様と協議のもと対応</a:t>
            </a:r>
            <a:endParaRPr lang="en-US" altLang="ja-JP" sz="1600" dirty="0">
              <a:latin typeface="+mn-ea"/>
              <a:cs typeface="メイリオ" pitchFamily="50" charset="-128"/>
            </a:endParaRPr>
          </a:p>
          <a:p>
            <a:pPr lvl="1" algn="just">
              <a:spcAft>
                <a:spcPts val="1200"/>
              </a:spcAft>
            </a:pPr>
            <a:r>
              <a:rPr lang="ja-JP" altLang="en-US" sz="1600" dirty="0">
                <a:latin typeface="+mn-ea"/>
                <a:cs typeface="メイリオ" pitchFamily="50" charset="-128"/>
              </a:rPr>
              <a:t>　　検討させてください。</a:t>
            </a:r>
            <a:endParaRPr lang="en-US" altLang="ja-JP" sz="2400" b="1" dirty="0">
              <a:latin typeface="+mn-ea"/>
              <a:cs typeface="メイリオ" pitchFamily="50" charset="-128"/>
            </a:endParaRPr>
          </a:p>
        </p:txBody>
      </p:sp>
    </p:spTree>
    <p:extLst>
      <p:ext uri="{BB962C8B-B14F-4D97-AF65-F5344CB8AC3E}">
        <p14:creationId xmlns:p14="http://schemas.microsoft.com/office/powerpoint/2010/main" val="2480111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36D04-1B31-FDE9-FE76-AAB8B57D6A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9275A2-198C-ED11-0623-2C59AFC6D96A}"/>
              </a:ext>
            </a:extLst>
          </p:cNvPr>
          <p:cNvSpPr>
            <a:spLocks noGrp="1"/>
          </p:cNvSpPr>
          <p:nvPr>
            <p:ph type="title"/>
          </p:nvPr>
        </p:nvSpPr>
        <p:spPr/>
        <p:txBody>
          <a:bodyPr/>
          <a:lstStyle/>
          <a:p>
            <a:r>
              <a:rPr lang="ja-JP" altLang="en-US"/>
              <a:t>１</a:t>
            </a:r>
            <a:r>
              <a:rPr lang="en-US" altLang="ja-JP"/>
              <a:t>.</a:t>
            </a:r>
            <a:r>
              <a:rPr lang="ja-JP" altLang="en-US"/>
              <a:t>想定作業内容</a:t>
            </a:r>
            <a:endParaRPr kumimoji="1" lang="ja-JP" altLang="en-US"/>
          </a:p>
        </p:txBody>
      </p:sp>
      <p:sp>
        <p:nvSpPr>
          <p:cNvPr id="3" name="スライド番号プレースホルダー 2">
            <a:extLst>
              <a:ext uri="{FF2B5EF4-FFF2-40B4-BE49-F238E27FC236}">
                <a16:creationId xmlns:a16="http://schemas.microsoft.com/office/drawing/2014/main" id="{EFA746B6-1CBB-0BC2-EC73-1B2BAFB1C324}"/>
              </a:ext>
            </a:extLst>
          </p:cNvPr>
          <p:cNvSpPr>
            <a:spLocks noGrp="1"/>
          </p:cNvSpPr>
          <p:nvPr>
            <p:ph type="sldNum" sz="quarter" idx="4"/>
          </p:nvPr>
        </p:nvSpPr>
        <p:spPr/>
        <p:txBody>
          <a:bodyPr/>
          <a:lstStyle/>
          <a:p>
            <a:fld id="{FB3508C7-2FE0-4945-9CBD-863E05F850D2}" type="slidenum">
              <a:rPr lang="ja-JP" altLang="en-US" smtClean="0"/>
              <a:pPr/>
              <a:t>3</a:t>
            </a:fld>
            <a:endParaRPr lang="ja-JP" altLang="en-US"/>
          </a:p>
        </p:txBody>
      </p:sp>
      <p:sp>
        <p:nvSpPr>
          <p:cNvPr id="265" name="AutoShape 3">
            <a:extLst>
              <a:ext uri="{FF2B5EF4-FFF2-40B4-BE49-F238E27FC236}">
                <a16:creationId xmlns:a16="http://schemas.microsoft.com/office/drawing/2014/main" id="{8C156B72-80BD-A74D-5124-27C43F191D3A}"/>
              </a:ext>
            </a:extLst>
          </p:cNvPr>
          <p:cNvSpPr>
            <a:spLocks noChangeArrowheads="1"/>
          </p:cNvSpPr>
          <p:nvPr/>
        </p:nvSpPr>
        <p:spPr bwMode="auto">
          <a:xfrm>
            <a:off x="488504" y="908720"/>
            <a:ext cx="8784976" cy="4343497"/>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b="1" dirty="0">
                <a:latin typeface="+mn-ea"/>
                <a:cs typeface="メイリオ" pitchFamily="50" charset="-128"/>
              </a:rPr>
              <a:t>海上入出荷計画業務システム</a:t>
            </a:r>
            <a:r>
              <a:rPr lang="en-US" altLang="ja-JP" b="1" dirty="0">
                <a:latin typeface="+mn-ea"/>
                <a:cs typeface="メイリオ" pitchFamily="50" charset="-128"/>
              </a:rPr>
              <a:t>AP/</a:t>
            </a:r>
            <a:r>
              <a:rPr lang="en-US" altLang="ja-JP" b="1" dirty="0" err="1">
                <a:latin typeface="+mn-ea"/>
                <a:cs typeface="メイリオ" pitchFamily="50" charset="-128"/>
              </a:rPr>
              <a:t>DBAzure</a:t>
            </a:r>
            <a:r>
              <a:rPr lang="ja-JP" altLang="en-US" b="1" dirty="0">
                <a:latin typeface="+mn-ea"/>
                <a:cs typeface="メイリオ" pitchFamily="50" charset="-128"/>
              </a:rPr>
              <a:t>移行の作業内容</a:t>
            </a:r>
            <a:endParaRPr lang="en-US" altLang="ja-JP" b="1" dirty="0">
              <a:latin typeface="+mn-ea"/>
              <a:cs typeface="メイリオ" pitchFamily="50" charset="-128"/>
            </a:endParaRPr>
          </a:p>
          <a:p>
            <a:pPr marL="457200" lvl="0" indent="-457200" algn="just">
              <a:lnSpc>
                <a:spcPts val="3000"/>
              </a:lnSpc>
              <a:spcAft>
                <a:spcPts val="1200"/>
              </a:spcAft>
              <a:buFont typeface="+mj-lt"/>
              <a:buAutoNum type="arabicPeriod" startAt="2"/>
            </a:pPr>
            <a:r>
              <a:rPr lang="en-US" altLang="ja-JP" sz="2000" b="1" dirty="0">
                <a:latin typeface="+mn-ea"/>
                <a:cs typeface="メイリオ" pitchFamily="50" charset="-128"/>
              </a:rPr>
              <a:t>AP</a:t>
            </a:r>
            <a:r>
              <a:rPr lang="ja-JP" altLang="en-US" sz="2000" b="1" dirty="0">
                <a:latin typeface="+mn-ea"/>
                <a:cs typeface="メイリオ" pitchFamily="50" charset="-128"/>
              </a:rPr>
              <a:t>サーバー移設（千葉）</a:t>
            </a:r>
            <a:endParaRPr lang="en-US" altLang="ja-JP" sz="2000" b="1" dirty="0">
              <a:latin typeface="+mn-ea"/>
              <a:cs typeface="メイリオ" pitchFamily="50" charset="-128"/>
            </a:endParaRPr>
          </a:p>
          <a:p>
            <a:pPr marL="800100" lvl="1" indent="-342900" algn="just">
              <a:lnSpc>
                <a:spcPts val="3000"/>
              </a:lnSpc>
              <a:spcAft>
                <a:spcPts val="1200"/>
              </a:spcAft>
              <a:buFont typeface="Arial" panose="020B0604020202020204" pitchFamily="34" charset="0"/>
              <a:buChar char="•"/>
            </a:pPr>
            <a:r>
              <a:rPr lang="ja-JP" altLang="en-US" b="1" dirty="0">
                <a:latin typeface="+mn-ea"/>
                <a:cs typeface="メイリオ" pitchFamily="50" charset="-128"/>
              </a:rPr>
              <a:t>移行</a:t>
            </a:r>
            <a:r>
              <a:rPr lang="en-US" altLang="ja-JP" b="1" dirty="0">
                <a:latin typeface="+mn-ea"/>
                <a:cs typeface="メイリオ" pitchFamily="50" charset="-128"/>
              </a:rPr>
              <a:t>AP</a:t>
            </a:r>
            <a:r>
              <a:rPr lang="ja-JP" altLang="en-US" b="1" dirty="0">
                <a:latin typeface="+mn-ea"/>
                <a:cs typeface="メイリオ" pitchFamily="50" charset="-128"/>
              </a:rPr>
              <a:t>サーバー</a:t>
            </a:r>
            <a:r>
              <a:rPr lang="en-US" altLang="ja-JP" b="1" dirty="0">
                <a:latin typeface="+mn-ea"/>
                <a:cs typeface="メイリオ" pitchFamily="50" charset="-128"/>
              </a:rPr>
              <a:t>(Azure)</a:t>
            </a:r>
            <a:r>
              <a:rPr lang="ja-JP" altLang="en-US" b="1" dirty="0">
                <a:latin typeface="+mn-ea"/>
                <a:cs typeface="メイリオ" pitchFamily="50" charset="-128"/>
              </a:rPr>
              <a:t>にアプリケーションの設定を行う</a:t>
            </a:r>
            <a:endParaRPr lang="en-US" altLang="ja-JP" b="1" dirty="0">
              <a:latin typeface="+mn-ea"/>
              <a:cs typeface="メイリオ" pitchFamily="50" charset="-128"/>
            </a:endParaRPr>
          </a:p>
          <a:p>
            <a:pPr lvl="2" algn="just">
              <a:lnSpc>
                <a:spcPts val="3000"/>
              </a:lnSpc>
              <a:spcAft>
                <a:spcPts val="1200"/>
              </a:spcAft>
            </a:pPr>
            <a:r>
              <a:rPr lang="ja-JP" altLang="en-US" sz="1400" dirty="0">
                <a:latin typeface="+mn-ea"/>
                <a:cs typeface="メイリオ" pitchFamily="50" charset="-128"/>
              </a:rPr>
              <a:t>既に設定済み（</a:t>
            </a:r>
            <a:r>
              <a:rPr lang="en-US" altLang="ja-JP" sz="1400" dirty="0">
                <a:latin typeface="+mn-ea"/>
                <a:cs typeface="メイリオ" pitchFamily="50" charset="-128"/>
              </a:rPr>
              <a:t>Oracle</a:t>
            </a:r>
            <a:r>
              <a:rPr lang="ja-JP" altLang="en-US" sz="1400" dirty="0">
                <a:latin typeface="+mn-ea"/>
                <a:cs typeface="メイリオ" pitchFamily="50" charset="-128"/>
              </a:rPr>
              <a:t>のインストール、ネットワーク、ファイアーウォール設定）の</a:t>
            </a:r>
            <a:r>
              <a:rPr lang="en-US" altLang="ja-JP" sz="1400" dirty="0">
                <a:latin typeface="+mn-ea"/>
                <a:cs typeface="メイリオ" pitchFamily="50" charset="-128"/>
              </a:rPr>
              <a:t>Azure</a:t>
            </a:r>
            <a:r>
              <a:rPr lang="ja-JP" altLang="en-US" sz="1400" dirty="0">
                <a:latin typeface="+mn-ea"/>
                <a:cs typeface="メイリオ" pitchFamily="50" charset="-128"/>
              </a:rPr>
              <a:t>環境（</a:t>
            </a:r>
            <a:r>
              <a:rPr lang="en-US" altLang="ja-JP" sz="1400" dirty="0">
                <a:solidFill>
                  <a:srgbClr val="4D4D4D"/>
                </a:solidFill>
                <a:latin typeface="メイリオ" pitchFamily="50" charset="-128"/>
                <a:ea typeface="メイリオ" pitchFamily="50" charset="-128"/>
                <a:cs typeface="メイリオ" pitchFamily="50" charset="-128"/>
              </a:rPr>
              <a:t>10.180.0.150</a:t>
            </a:r>
            <a:r>
              <a:rPr lang="ja-JP" altLang="en-US" sz="1400" dirty="0">
                <a:solidFill>
                  <a:srgbClr val="4D4D4D"/>
                </a:solidFill>
                <a:latin typeface="メイリオ" pitchFamily="50" charset="-128"/>
                <a:ea typeface="メイリオ" pitchFamily="50" charset="-128"/>
                <a:cs typeface="メイリオ" pitchFamily="50" charset="-128"/>
              </a:rPr>
              <a:t>）</a:t>
            </a:r>
            <a:r>
              <a:rPr lang="ja-JP" altLang="en-US" sz="1400" dirty="0">
                <a:solidFill>
                  <a:srgbClr val="4D4D4D"/>
                </a:solidFill>
                <a:latin typeface="+mn-ea"/>
                <a:ea typeface="メイリオ" pitchFamily="50" charset="-128"/>
                <a:cs typeface="メイリオ" pitchFamily="50" charset="-128"/>
              </a:rPr>
              <a:t>に</a:t>
            </a:r>
            <a:r>
              <a:rPr lang="ja-JP" altLang="en-US" sz="1400" dirty="0">
                <a:latin typeface="+mn-ea"/>
                <a:cs typeface="メイリオ" pitchFamily="50" charset="-128"/>
              </a:rPr>
              <a:t>、アプリケーション（</a:t>
            </a:r>
            <a:r>
              <a:rPr lang="en-US" altLang="ja-JP" sz="1400" dirty="0">
                <a:latin typeface="+mn-ea"/>
                <a:cs typeface="メイリオ" pitchFamily="50" charset="-128"/>
              </a:rPr>
              <a:t>32bit</a:t>
            </a:r>
            <a:r>
              <a:rPr lang="ja-JP" altLang="en-US" sz="1400" dirty="0">
                <a:latin typeface="+mn-ea"/>
                <a:cs typeface="メイリオ" pitchFamily="50" charset="-128"/>
              </a:rPr>
              <a:t>版）の設定を実施と千葉版モジュール反映。</a:t>
            </a:r>
            <a:endParaRPr lang="en-US" altLang="ja-JP" sz="1400" dirty="0">
              <a:latin typeface="+mn-ea"/>
              <a:cs typeface="メイリオ" pitchFamily="50" charset="-128"/>
            </a:endParaRPr>
          </a:p>
          <a:p>
            <a:pPr marL="800100" lvl="1" indent="-342900" algn="just">
              <a:lnSpc>
                <a:spcPts val="3000"/>
              </a:lnSpc>
              <a:spcAft>
                <a:spcPts val="1200"/>
              </a:spcAft>
              <a:buFont typeface="Arial" panose="020B0604020202020204" pitchFamily="34" charset="0"/>
              <a:buChar char="•"/>
            </a:pPr>
            <a:r>
              <a:rPr lang="ja-JP" altLang="en-US" b="1" dirty="0">
                <a:latin typeface="+mn-ea"/>
                <a:cs typeface="メイリオ" pitchFamily="50" charset="-128"/>
              </a:rPr>
              <a:t>新設</a:t>
            </a:r>
            <a:r>
              <a:rPr lang="en-US" altLang="ja-JP" b="1" dirty="0">
                <a:latin typeface="+mn-ea"/>
                <a:cs typeface="メイリオ" pitchFamily="50" charset="-128"/>
              </a:rPr>
              <a:t>DB</a:t>
            </a:r>
            <a:r>
              <a:rPr lang="ja-JP" altLang="en-US" b="1" dirty="0">
                <a:latin typeface="+mn-ea"/>
                <a:cs typeface="メイリオ" pitchFamily="50" charset="-128"/>
              </a:rPr>
              <a:t>サーバーに</a:t>
            </a:r>
            <a:r>
              <a:rPr lang="en-US" altLang="ja-JP" b="1" dirty="0">
                <a:latin typeface="+mn-ea"/>
                <a:cs typeface="メイリオ" pitchFamily="50" charset="-128"/>
              </a:rPr>
              <a:t>Oracle</a:t>
            </a:r>
            <a:r>
              <a:rPr lang="ja-JP" altLang="en-US" b="1" dirty="0">
                <a:latin typeface="+mn-ea"/>
                <a:cs typeface="メイリオ" pitchFamily="50" charset="-128"/>
              </a:rPr>
              <a:t>で接続する</a:t>
            </a:r>
            <a:endParaRPr lang="en-US" altLang="ja-JP" b="1" dirty="0">
              <a:latin typeface="+mn-ea"/>
              <a:cs typeface="メイリオ" pitchFamily="50" charset="-128"/>
            </a:endParaRPr>
          </a:p>
          <a:p>
            <a:pPr marL="800100" lvl="1" indent="-342900" algn="just">
              <a:lnSpc>
                <a:spcPts val="3000"/>
              </a:lnSpc>
              <a:spcAft>
                <a:spcPts val="1200"/>
              </a:spcAft>
              <a:buFont typeface="Arial" panose="020B0604020202020204" pitchFamily="34" charset="0"/>
              <a:buChar char="•"/>
            </a:pPr>
            <a:r>
              <a:rPr lang="ja-JP" altLang="en-US" b="1" dirty="0">
                <a:latin typeface="+mn-ea"/>
                <a:cs typeface="メイリオ" pitchFamily="50" charset="-128"/>
              </a:rPr>
              <a:t>切替作業を実施する</a:t>
            </a:r>
            <a:endParaRPr lang="en-US" altLang="ja-JP" b="1" dirty="0">
              <a:latin typeface="+mn-ea"/>
              <a:cs typeface="メイリオ" pitchFamily="50" charset="-128"/>
            </a:endParaRPr>
          </a:p>
          <a:p>
            <a:pPr lvl="2" algn="just" defTabSz="355600">
              <a:lnSpc>
                <a:spcPts val="3000"/>
              </a:lnSpc>
              <a:spcAft>
                <a:spcPts val="1200"/>
              </a:spcAft>
            </a:pPr>
            <a:r>
              <a:rPr lang="ja-JP" altLang="en-US" sz="1400" dirty="0">
                <a:latin typeface="+mn-ea"/>
                <a:cs typeface="メイリオ" pitchFamily="50" charset="-128"/>
              </a:rPr>
              <a:t>切替作業（データ移行</a:t>
            </a:r>
            <a:r>
              <a:rPr lang="en-US" altLang="ja-JP" sz="1400" dirty="0">
                <a:latin typeface="+mn-ea"/>
                <a:cs typeface="メイリオ" pitchFamily="50" charset="-128"/>
              </a:rPr>
              <a:t>/</a:t>
            </a:r>
            <a:r>
              <a:rPr lang="ja-JP" altLang="en-US" sz="1400" dirty="0">
                <a:latin typeface="+mn-ea"/>
                <a:cs typeface="メイリオ" pitchFamily="50" charset="-128"/>
              </a:rPr>
              <a:t>新アドレスのアナウンス</a:t>
            </a:r>
            <a:r>
              <a:rPr lang="en-US" altLang="ja-JP" sz="1400" dirty="0">
                <a:latin typeface="+mn-ea"/>
                <a:cs typeface="メイリオ" pitchFamily="50" charset="-128"/>
              </a:rPr>
              <a:t>/</a:t>
            </a:r>
            <a:r>
              <a:rPr lang="ja-JP" altLang="en-US" sz="1400" dirty="0">
                <a:latin typeface="+mn-ea"/>
                <a:cs typeface="メイリオ" pitchFamily="50" charset="-128"/>
              </a:rPr>
              <a:t>定周期タスク設定）や旧システムの停止（定周期タスクやＩＩＳ等）を行う。</a:t>
            </a:r>
            <a:endParaRPr lang="en-US" altLang="ja-JP" sz="2400" b="1" dirty="0">
              <a:latin typeface="+mn-ea"/>
              <a:cs typeface="メイリオ" pitchFamily="50" charset="-128"/>
            </a:endParaRPr>
          </a:p>
        </p:txBody>
      </p:sp>
    </p:spTree>
    <p:extLst>
      <p:ext uri="{BB962C8B-B14F-4D97-AF65-F5344CB8AC3E}">
        <p14:creationId xmlns:p14="http://schemas.microsoft.com/office/powerpoint/2010/main" val="3823021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92751-EA90-CDEF-4E27-BF41A18595D1}"/>
            </a:ext>
          </a:extLst>
        </p:cNvPr>
        <p:cNvGrpSpPr/>
        <p:nvPr/>
      </p:nvGrpSpPr>
      <p:grpSpPr>
        <a:xfrm>
          <a:off x="0" y="0"/>
          <a:ext cx="0" cy="0"/>
          <a:chOff x="0" y="0"/>
          <a:chExt cx="0" cy="0"/>
        </a:xfrm>
      </p:grpSpPr>
      <p:sp>
        <p:nvSpPr>
          <p:cNvPr id="36" name="四角形: 角を丸くする 35">
            <a:extLst>
              <a:ext uri="{FF2B5EF4-FFF2-40B4-BE49-F238E27FC236}">
                <a16:creationId xmlns:a16="http://schemas.microsoft.com/office/drawing/2014/main" id="{63A7B515-E669-0A42-CE68-47E60387F803}"/>
              </a:ext>
            </a:extLst>
          </p:cNvPr>
          <p:cNvSpPr/>
          <p:nvPr/>
        </p:nvSpPr>
        <p:spPr bwMode="auto">
          <a:xfrm>
            <a:off x="2936777" y="5016675"/>
            <a:ext cx="4068452" cy="1440930"/>
          </a:xfrm>
          <a:prstGeom prst="roundRect">
            <a:avLst>
              <a:gd name="adj" fmla="val 3813"/>
            </a:avLst>
          </a:prstGeom>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08000" tIns="108000" rIns="108000" bIns="90000" numCol="1" spcCol="0" rtlCol="0" fromWordArt="0" anchor="t" anchorCtr="0" forceAA="0" compatLnSpc="1">
            <a:prstTxWarp prst="textNoShape">
              <a:avLst/>
            </a:prstTxWarp>
            <a:noAutofit/>
          </a:bodyPr>
          <a:lstStyle/>
          <a:p>
            <a:pPr algn="just">
              <a:lnSpc>
                <a:spcPct val="140000"/>
              </a:lnSpc>
              <a:spcBef>
                <a:spcPct val="0"/>
              </a:spcBef>
              <a:spcAft>
                <a:spcPts val="600"/>
              </a:spcAft>
            </a:pPr>
            <a:endParaRPr kumimoji="1" lang="en-US" altLang="ja-JP" sz="1600">
              <a:solidFill>
                <a:srgbClr val="4D4D4D"/>
              </a:solidFill>
              <a:latin typeface="メイリオ" pitchFamily="50" charset="-128"/>
              <a:ea typeface="メイリオ" pitchFamily="50" charset="-128"/>
              <a:cs typeface="メイリオ" pitchFamily="50" charset="-128"/>
            </a:endParaRPr>
          </a:p>
        </p:txBody>
      </p:sp>
      <p:sp>
        <p:nvSpPr>
          <p:cNvPr id="37" name="スライド番号プレースホルダー 2">
            <a:extLst>
              <a:ext uri="{FF2B5EF4-FFF2-40B4-BE49-F238E27FC236}">
                <a16:creationId xmlns:a16="http://schemas.microsoft.com/office/drawing/2014/main" id="{FBB14B2E-9BDD-7D94-6B3C-2ECB2419C9E0}"/>
              </a:ext>
            </a:extLst>
          </p:cNvPr>
          <p:cNvSpPr>
            <a:spLocks noGrp="1"/>
          </p:cNvSpPr>
          <p:nvPr>
            <p:ph type="sldNum" sz="quarter" idx="4"/>
          </p:nvPr>
        </p:nvSpPr>
        <p:spPr>
          <a:xfrm>
            <a:off x="7437276" y="6592267"/>
            <a:ext cx="2311400" cy="257113"/>
          </a:xfrm>
        </p:spPr>
        <p:txBody>
          <a:bodyPr/>
          <a:lstStyle/>
          <a:p>
            <a:fld id="{FB3508C7-2FE0-4945-9CBD-863E05F850D2}" type="slidenum">
              <a:rPr lang="ja-JP" altLang="en-US" smtClean="0"/>
              <a:pPr/>
              <a:t>4</a:t>
            </a:fld>
            <a:endParaRPr lang="ja-JP" altLang="en-US"/>
          </a:p>
        </p:txBody>
      </p:sp>
      <p:sp>
        <p:nvSpPr>
          <p:cNvPr id="38" name="タイトル 1">
            <a:extLst>
              <a:ext uri="{FF2B5EF4-FFF2-40B4-BE49-F238E27FC236}">
                <a16:creationId xmlns:a16="http://schemas.microsoft.com/office/drawing/2014/main" id="{CA4648D6-9795-A763-1C19-749D01952101}"/>
              </a:ext>
            </a:extLst>
          </p:cNvPr>
          <p:cNvSpPr>
            <a:spLocks noGrp="1"/>
          </p:cNvSpPr>
          <p:nvPr>
            <p:ph type="title"/>
          </p:nvPr>
        </p:nvSpPr>
        <p:spPr>
          <a:xfrm>
            <a:off x="272480" y="152636"/>
            <a:ext cx="9361040" cy="396044"/>
          </a:xfrm>
        </p:spPr>
        <p:txBody>
          <a:bodyPr/>
          <a:lstStyle/>
          <a:p>
            <a:r>
              <a:rPr lang="en-US" altLang="ja-JP"/>
              <a:t>2.</a:t>
            </a:r>
            <a:r>
              <a:rPr lang="ja-JP" altLang="en-US"/>
              <a:t>想定サーバ構成（</a:t>
            </a:r>
            <a:r>
              <a:rPr lang="en-US" altLang="ja-JP"/>
              <a:t>DB/AP</a:t>
            </a:r>
            <a:r>
              <a:rPr lang="ja-JP" altLang="en-US"/>
              <a:t>サーバー</a:t>
            </a:r>
            <a:r>
              <a:rPr lang="en-US" altLang="ja-JP"/>
              <a:t>Azure</a:t>
            </a:r>
            <a:r>
              <a:rPr lang="ja-JP" altLang="en-US"/>
              <a:t>移行）</a:t>
            </a:r>
            <a:endParaRPr kumimoji="1" lang="ja-JP" altLang="en-US"/>
          </a:p>
        </p:txBody>
      </p:sp>
      <p:sp>
        <p:nvSpPr>
          <p:cNvPr id="39" name="四角形: 角を丸くする 38">
            <a:extLst>
              <a:ext uri="{FF2B5EF4-FFF2-40B4-BE49-F238E27FC236}">
                <a16:creationId xmlns:a16="http://schemas.microsoft.com/office/drawing/2014/main" id="{5DBA3173-5A32-C96D-EBDC-533E5FFD610C}"/>
              </a:ext>
            </a:extLst>
          </p:cNvPr>
          <p:cNvSpPr/>
          <p:nvPr/>
        </p:nvSpPr>
        <p:spPr bwMode="auto">
          <a:xfrm>
            <a:off x="385768" y="1639373"/>
            <a:ext cx="3271088" cy="2659138"/>
          </a:xfrm>
          <a:prstGeom prst="roundRect">
            <a:avLst>
              <a:gd name="adj" fmla="val 3813"/>
            </a:avLst>
          </a:prstGeom>
          <a:solidFill>
            <a:schemeClr val="bg1"/>
          </a:solidFill>
          <a:ln w="57150">
            <a:solidFill>
              <a:schemeClr val="bg1">
                <a:lumMod val="85000"/>
              </a:schemeClr>
            </a:solidFill>
          </a:ln>
          <a:effectLst/>
        </p:spPr>
        <p:txBody>
          <a:bodyPr rot="0" spcFirstLastPara="0" vertOverflow="overflow" horzOverflow="overflow" vert="horz" wrap="square" lIns="108000" tIns="108000" rIns="108000" bIns="90000" numCol="1" spcCol="0" rtlCol="0" fromWordArt="0" anchor="t" anchorCtr="0" forceAA="0" compatLnSpc="1">
            <a:prstTxWarp prst="textNoShape">
              <a:avLst/>
            </a:prstTxWarp>
            <a:noAutofit/>
          </a:bodyPr>
          <a:lstStyle/>
          <a:p>
            <a:pPr algn="just">
              <a:lnSpc>
                <a:spcPct val="140000"/>
              </a:lnSpc>
              <a:spcBef>
                <a:spcPct val="0"/>
              </a:spcBef>
              <a:spcAft>
                <a:spcPts val="600"/>
              </a:spcAft>
            </a:pPr>
            <a:endParaRPr kumimoji="1" lang="en-US" altLang="ja-JP" sz="1600">
              <a:solidFill>
                <a:srgbClr val="4D4D4D"/>
              </a:solidFill>
              <a:latin typeface="メイリオ" pitchFamily="50" charset="-128"/>
              <a:ea typeface="メイリオ" pitchFamily="50" charset="-128"/>
              <a:cs typeface="メイリオ" pitchFamily="50" charset="-128"/>
            </a:endParaRPr>
          </a:p>
        </p:txBody>
      </p:sp>
      <p:pic>
        <p:nvPicPr>
          <p:cNvPr id="40" name="図 39">
            <a:extLst>
              <a:ext uri="{FF2B5EF4-FFF2-40B4-BE49-F238E27FC236}">
                <a16:creationId xmlns:a16="http://schemas.microsoft.com/office/drawing/2014/main" id="{1B0B4601-CEBF-B39F-620A-9BA1AA4216EB}"/>
              </a:ext>
            </a:extLst>
          </p:cNvPr>
          <p:cNvPicPr>
            <a:picLocks noChangeAspect="1"/>
          </p:cNvPicPr>
          <p:nvPr/>
        </p:nvPicPr>
        <p:blipFill>
          <a:blip r:embed="rId2">
            <a:duotone>
              <a:prstClr val="black"/>
              <a:schemeClr val="accent5">
                <a:lumMod val="10000"/>
                <a:tint val="45000"/>
                <a:satMod val="400000"/>
              </a:schemeClr>
            </a:duotone>
          </a:blip>
          <a:stretch>
            <a:fillRect/>
          </a:stretch>
        </p:blipFill>
        <p:spPr>
          <a:xfrm>
            <a:off x="795917" y="3288834"/>
            <a:ext cx="443810" cy="737762"/>
          </a:xfrm>
          <a:prstGeom prst="rect">
            <a:avLst/>
          </a:prstGeom>
        </p:spPr>
      </p:pic>
      <p:pic>
        <p:nvPicPr>
          <p:cNvPr id="41" name="図 40">
            <a:extLst>
              <a:ext uri="{FF2B5EF4-FFF2-40B4-BE49-F238E27FC236}">
                <a16:creationId xmlns:a16="http://schemas.microsoft.com/office/drawing/2014/main" id="{81440500-ADCB-B035-9289-A1537CC225E0}"/>
              </a:ext>
            </a:extLst>
          </p:cNvPr>
          <p:cNvPicPr>
            <a:picLocks noChangeAspect="1"/>
          </p:cNvPicPr>
          <p:nvPr/>
        </p:nvPicPr>
        <p:blipFill>
          <a:blip r:embed="rId3">
            <a:duotone>
              <a:schemeClr val="accent5">
                <a:shade val="45000"/>
                <a:satMod val="135000"/>
              </a:schemeClr>
              <a:prstClr val="white"/>
            </a:duotone>
          </a:blip>
          <a:stretch>
            <a:fillRect/>
          </a:stretch>
        </p:blipFill>
        <p:spPr>
          <a:xfrm>
            <a:off x="763647" y="1931814"/>
            <a:ext cx="465610" cy="774000"/>
          </a:xfrm>
          <a:prstGeom prst="rect">
            <a:avLst/>
          </a:prstGeom>
        </p:spPr>
      </p:pic>
      <p:pic>
        <p:nvPicPr>
          <p:cNvPr id="42" name="図 41">
            <a:extLst>
              <a:ext uri="{FF2B5EF4-FFF2-40B4-BE49-F238E27FC236}">
                <a16:creationId xmlns:a16="http://schemas.microsoft.com/office/drawing/2014/main" id="{12C22EA4-EE5B-25EC-2EBA-0EDB9501C057}"/>
              </a:ext>
            </a:extLst>
          </p:cNvPr>
          <p:cNvPicPr>
            <a:picLocks noChangeAspect="1"/>
          </p:cNvPicPr>
          <p:nvPr/>
        </p:nvPicPr>
        <p:blipFill>
          <a:blip r:embed="rId3">
            <a:duotone>
              <a:schemeClr val="accent2">
                <a:shade val="45000"/>
                <a:satMod val="135000"/>
              </a:schemeClr>
              <a:prstClr val="white"/>
            </a:duotone>
          </a:blip>
          <a:stretch>
            <a:fillRect/>
          </a:stretch>
        </p:blipFill>
        <p:spPr>
          <a:xfrm>
            <a:off x="4439780" y="5381959"/>
            <a:ext cx="465610" cy="774000"/>
          </a:xfrm>
          <a:prstGeom prst="rect">
            <a:avLst/>
          </a:prstGeom>
        </p:spPr>
      </p:pic>
      <p:sp>
        <p:nvSpPr>
          <p:cNvPr id="43" name="四角形: 角を丸くする 42">
            <a:extLst>
              <a:ext uri="{FF2B5EF4-FFF2-40B4-BE49-F238E27FC236}">
                <a16:creationId xmlns:a16="http://schemas.microsoft.com/office/drawing/2014/main" id="{27342B91-7DED-634B-00E5-D967F376E330}"/>
              </a:ext>
            </a:extLst>
          </p:cNvPr>
          <p:cNvSpPr/>
          <p:nvPr/>
        </p:nvSpPr>
        <p:spPr bwMode="auto">
          <a:xfrm>
            <a:off x="6069124" y="1643165"/>
            <a:ext cx="3271088" cy="2613927"/>
          </a:xfrm>
          <a:prstGeom prst="roundRect">
            <a:avLst>
              <a:gd name="adj" fmla="val 3813"/>
            </a:avLst>
          </a:prstGeom>
          <a:solidFill>
            <a:schemeClr val="bg1"/>
          </a:solidFill>
          <a:ln w="53975">
            <a:solidFill>
              <a:schemeClr val="bg1">
                <a:lumMod val="85000"/>
              </a:schemeClr>
            </a:solidFill>
          </a:ln>
          <a:effectLst/>
        </p:spPr>
        <p:txBody>
          <a:bodyPr rot="0" spcFirstLastPara="0" vertOverflow="overflow" horzOverflow="overflow" vert="horz" wrap="square" lIns="108000" tIns="108000" rIns="108000" bIns="90000" numCol="1" spcCol="0" rtlCol="0" fromWordArt="0" anchor="t" anchorCtr="0" forceAA="0" compatLnSpc="1">
            <a:prstTxWarp prst="textNoShape">
              <a:avLst/>
            </a:prstTxWarp>
            <a:noAutofit/>
          </a:bodyPr>
          <a:lstStyle/>
          <a:p>
            <a:pPr algn="just">
              <a:lnSpc>
                <a:spcPct val="140000"/>
              </a:lnSpc>
              <a:spcBef>
                <a:spcPct val="0"/>
              </a:spcBef>
              <a:spcAft>
                <a:spcPts val="600"/>
              </a:spcAft>
            </a:pPr>
            <a:endParaRPr kumimoji="1" lang="en-US" altLang="ja-JP" sz="1600">
              <a:solidFill>
                <a:srgbClr val="4D4D4D"/>
              </a:solidFill>
              <a:latin typeface="メイリオ" pitchFamily="50" charset="-128"/>
              <a:ea typeface="メイリオ" pitchFamily="50" charset="-128"/>
              <a:cs typeface="メイリオ" pitchFamily="50" charset="-128"/>
            </a:endParaRPr>
          </a:p>
        </p:txBody>
      </p:sp>
      <p:grpSp>
        <p:nvGrpSpPr>
          <p:cNvPr id="44" name="グループ化 43">
            <a:extLst>
              <a:ext uri="{FF2B5EF4-FFF2-40B4-BE49-F238E27FC236}">
                <a16:creationId xmlns:a16="http://schemas.microsoft.com/office/drawing/2014/main" id="{ADA01C29-4428-FE85-1181-EEAA9EC61464}"/>
              </a:ext>
            </a:extLst>
          </p:cNvPr>
          <p:cNvGrpSpPr/>
          <p:nvPr/>
        </p:nvGrpSpPr>
        <p:grpSpPr>
          <a:xfrm>
            <a:off x="8665458" y="3900551"/>
            <a:ext cx="1026721" cy="1116124"/>
            <a:chOff x="5300101" y="1990534"/>
            <a:chExt cx="1476698" cy="1811620"/>
          </a:xfrm>
        </p:grpSpPr>
        <p:pic>
          <p:nvPicPr>
            <p:cNvPr id="45" name="図 44">
              <a:extLst>
                <a:ext uri="{FF2B5EF4-FFF2-40B4-BE49-F238E27FC236}">
                  <a16:creationId xmlns:a16="http://schemas.microsoft.com/office/drawing/2014/main" id="{9B3369F4-4928-B974-8F01-BAE7FD2F05E6}"/>
                </a:ext>
              </a:extLst>
            </p:cNvPr>
            <p:cNvPicPr>
              <a:picLocks noChangeAspect="1"/>
            </p:cNvPicPr>
            <p:nvPr/>
          </p:nvPicPr>
          <p:blipFill>
            <a:blip r:embed="rId4"/>
            <a:stretch>
              <a:fillRect/>
            </a:stretch>
          </p:blipFill>
          <p:spPr>
            <a:xfrm>
              <a:off x="5300101" y="2071268"/>
              <a:ext cx="1476698" cy="1476698"/>
            </a:xfrm>
            <a:prstGeom prst="rect">
              <a:avLst/>
            </a:prstGeom>
          </p:spPr>
        </p:pic>
        <p:sp>
          <p:nvSpPr>
            <p:cNvPr id="46" name="正方形/長方形 45">
              <a:extLst>
                <a:ext uri="{FF2B5EF4-FFF2-40B4-BE49-F238E27FC236}">
                  <a16:creationId xmlns:a16="http://schemas.microsoft.com/office/drawing/2014/main" id="{6039EA24-F460-A68F-D4FB-5FC0EB2D8D43}"/>
                </a:ext>
              </a:extLst>
            </p:cNvPr>
            <p:cNvSpPr/>
            <p:nvPr/>
          </p:nvSpPr>
          <p:spPr bwMode="auto">
            <a:xfrm>
              <a:off x="5601199" y="1990534"/>
              <a:ext cx="805028" cy="1811620"/>
            </a:xfrm>
            <a:prstGeom prst="rect">
              <a:avLst/>
            </a:prstGeom>
            <a:no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ctr">
                <a:lnSpc>
                  <a:spcPct val="140000"/>
                </a:lnSpc>
                <a:spcBef>
                  <a:spcPct val="0"/>
                </a:spcBef>
                <a:spcAft>
                  <a:spcPts val="600"/>
                </a:spcAft>
              </a:pPr>
              <a:r>
                <a:rPr kumimoji="1" lang="en-US" altLang="ja-JP" sz="700">
                  <a:solidFill>
                    <a:schemeClr val="accent1">
                      <a:lumMod val="75000"/>
                      <a:lumOff val="25000"/>
                    </a:schemeClr>
                  </a:solidFill>
                  <a:latin typeface="メイリオ" pitchFamily="50" charset="-128"/>
                  <a:ea typeface="メイリオ" pitchFamily="50" charset="-128"/>
                  <a:cs typeface="メイリオ" pitchFamily="50" charset="-128"/>
                </a:rPr>
                <a:t>AZURE</a:t>
              </a:r>
              <a:endParaRPr kumimoji="1" lang="ja-JP" altLang="en-US" sz="700">
                <a:solidFill>
                  <a:schemeClr val="accent1">
                    <a:lumMod val="75000"/>
                    <a:lumOff val="25000"/>
                  </a:schemeClr>
                </a:solidFill>
                <a:latin typeface="メイリオ" pitchFamily="50" charset="-128"/>
                <a:ea typeface="メイリオ" pitchFamily="50" charset="-128"/>
                <a:cs typeface="メイリオ" pitchFamily="50" charset="-128"/>
              </a:endParaRPr>
            </a:p>
          </p:txBody>
        </p:sp>
      </p:grpSp>
      <p:sp>
        <p:nvSpPr>
          <p:cNvPr id="47" name="正方形/長方形 46">
            <a:extLst>
              <a:ext uri="{FF2B5EF4-FFF2-40B4-BE49-F238E27FC236}">
                <a16:creationId xmlns:a16="http://schemas.microsoft.com/office/drawing/2014/main" id="{F2C6D92F-A3C8-C00C-2663-701057B5700E}"/>
              </a:ext>
            </a:extLst>
          </p:cNvPr>
          <p:cNvSpPr/>
          <p:nvPr/>
        </p:nvSpPr>
        <p:spPr bwMode="auto">
          <a:xfrm>
            <a:off x="7283039" y="3284447"/>
            <a:ext cx="1741543" cy="921670"/>
          </a:xfrm>
          <a:prstGeom prst="rect">
            <a:avLst/>
          </a:prstGeom>
          <a:noFill/>
          <a:ln w="9525">
            <a:solidFill>
              <a:schemeClr val="tx1">
                <a:lumMod val="20000"/>
                <a:lumOff val="80000"/>
              </a:schemeClr>
            </a:solidFill>
            <a:prstDash val="sysDot"/>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nSpc>
                <a:spcPct val="140000"/>
              </a:lnSpc>
              <a:spcBef>
                <a:spcPct val="0"/>
              </a:spcBef>
              <a:spcAft>
                <a:spcPts val="600"/>
              </a:spcAft>
            </a:pPr>
            <a:r>
              <a:rPr kumimoji="1" lang="ja-JP" altLang="en-US" sz="900" b="1" dirty="0">
                <a:solidFill>
                  <a:srgbClr val="4D4D4D"/>
                </a:solidFill>
                <a:latin typeface="メイリオ" pitchFamily="50" charset="-128"/>
                <a:ea typeface="メイリオ" pitchFamily="50" charset="-128"/>
                <a:cs typeface="メイリオ" pitchFamily="50" charset="-128"/>
              </a:rPr>
              <a:t>海上入出荷計画業務システム</a:t>
            </a:r>
            <a:endParaRPr kumimoji="1" lang="en-US" altLang="ja-JP" sz="900" b="1" dirty="0">
              <a:solidFill>
                <a:srgbClr val="4D4D4D"/>
              </a:solidFill>
              <a:latin typeface="メイリオ" pitchFamily="50" charset="-128"/>
              <a:ea typeface="メイリオ" pitchFamily="50" charset="-128"/>
              <a:cs typeface="メイリオ" pitchFamily="50" charset="-128"/>
            </a:endParaRPr>
          </a:p>
          <a:p>
            <a:pPr>
              <a:lnSpc>
                <a:spcPct val="140000"/>
              </a:lnSpc>
              <a:spcBef>
                <a:spcPct val="0"/>
              </a:spcBef>
              <a:spcAft>
                <a:spcPts val="600"/>
              </a:spcAft>
            </a:pPr>
            <a:r>
              <a:rPr kumimoji="1" lang="ja-JP" altLang="en-US" sz="900" b="1" dirty="0">
                <a:solidFill>
                  <a:srgbClr val="4D4D4D"/>
                </a:solidFill>
                <a:latin typeface="メイリオ" pitchFamily="50" charset="-128"/>
                <a:ea typeface="メイリオ" pitchFamily="50" charset="-128"/>
                <a:cs typeface="メイリオ" pitchFamily="50" charset="-128"/>
              </a:rPr>
              <a:t>本番</a:t>
            </a:r>
            <a:r>
              <a:rPr kumimoji="1" lang="en-US" altLang="ja-JP" sz="900" b="1" dirty="0">
                <a:solidFill>
                  <a:srgbClr val="4D4D4D"/>
                </a:solidFill>
                <a:latin typeface="メイリオ" pitchFamily="50" charset="-128"/>
                <a:ea typeface="メイリオ" pitchFamily="50" charset="-128"/>
                <a:cs typeface="メイリオ" pitchFamily="50" charset="-128"/>
              </a:rPr>
              <a:t>AP</a:t>
            </a:r>
            <a:r>
              <a:rPr kumimoji="1" lang="ja-JP" altLang="en-US" sz="900" b="1" dirty="0">
                <a:solidFill>
                  <a:srgbClr val="4D4D4D"/>
                </a:solidFill>
                <a:latin typeface="メイリオ" pitchFamily="50" charset="-128"/>
                <a:ea typeface="メイリオ" pitchFamily="50" charset="-128"/>
                <a:cs typeface="メイリオ" pitchFamily="50" charset="-128"/>
              </a:rPr>
              <a:t>サーバ（</a:t>
            </a:r>
            <a:r>
              <a:rPr kumimoji="1" lang="en-US" altLang="ja-JP" sz="900" b="1" dirty="0">
                <a:solidFill>
                  <a:srgbClr val="4D4D4D"/>
                </a:solidFill>
                <a:latin typeface="メイリオ" pitchFamily="50" charset="-128"/>
                <a:ea typeface="メイリオ" pitchFamily="50" charset="-128"/>
                <a:cs typeface="メイリオ" pitchFamily="50" charset="-128"/>
              </a:rPr>
              <a:t>32bit</a:t>
            </a:r>
            <a:r>
              <a:rPr kumimoji="1" lang="ja-JP" altLang="en-US" sz="900" b="1" dirty="0">
                <a:solidFill>
                  <a:srgbClr val="4D4D4D"/>
                </a:solidFill>
                <a:latin typeface="メイリオ" pitchFamily="50" charset="-128"/>
                <a:ea typeface="メイリオ" pitchFamily="50" charset="-128"/>
                <a:cs typeface="メイリオ" pitchFamily="50" charset="-128"/>
              </a:rPr>
              <a:t>対応）</a:t>
            </a:r>
            <a:endParaRPr kumimoji="1" lang="en-US" altLang="ja-JP" sz="900" b="1" dirty="0">
              <a:solidFill>
                <a:srgbClr val="4D4D4D"/>
              </a:solidFill>
              <a:latin typeface="メイリオ" pitchFamily="50" charset="-128"/>
              <a:ea typeface="メイリオ" pitchFamily="50" charset="-128"/>
              <a:cs typeface="メイリオ" pitchFamily="50" charset="-128"/>
            </a:endParaRPr>
          </a:p>
          <a:p>
            <a:pPr>
              <a:lnSpc>
                <a:spcPct val="140000"/>
              </a:lnSpc>
              <a:spcBef>
                <a:spcPct val="0"/>
              </a:spcBef>
              <a:spcAft>
                <a:spcPts val="600"/>
              </a:spcAft>
            </a:pPr>
            <a:r>
              <a:rPr lang="ja-JP" altLang="en-US" sz="900" b="1" dirty="0">
                <a:solidFill>
                  <a:srgbClr val="4D4D4D"/>
                </a:solidFill>
                <a:latin typeface="メイリオ" pitchFamily="50" charset="-128"/>
                <a:ea typeface="メイリオ" pitchFamily="50" charset="-128"/>
                <a:cs typeface="メイリオ" pitchFamily="50" charset="-128"/>
              </a:rPr>
              <a:t>（</a:t>
            </a:r>
            <a:r>
              <a:rPr lang="en-US" altLang="ja-JP" sz="900" b="1" dirty="0">
                <a:solidFill>
                  <a:srgbClr val="4D4D4D"/>
                </a:solidFill>
                <a:latin typeface="メイリオ" pitchFamily="50" charset="-128"/>
                <a:ea typeface="メイリオ" pitchFamily="50" charset="-128"/>
                <a:cs typeface="メイリオ" pitchFamily="50" charset="-128"/>
              </a:rPr>
              <a:t>10.180.0.150)</a:t>
            </a:r>
            <a:endParaRPr kumimoji="1" lang="ja-JP" altLang="en-US" sz="1050" b="1" dirty="0">
              <a:solidFill>
                <a:srgbClr val="4D4D4D"/>
              </a:solidFill>
              <a:latin typeface="メイリオ" pitchFamily="50" charset="-128"/>
              <a:ea typeface="メイリオ" pitchFamily="50" charset="-128"/>
              <a:cs typeface="メイリオ" pitchFamily="50" charset="-128"/>
            </a:endParaRPr>
          </a:p>
        </p:txBody>
      </p:sp>
      <p:sp>
        <p:nvSpPr>
          <p:cNvPr id="48" name="正方形/長方形 47">
            <a:extLst>
              <a:ext uri="{FF2B5EF4-FFF2-40B4-BE49-F238E27FC236}">
                <a16:creationId xmlns:a16="http://schemas.microsoft.com/office/drawing/2014/main" id="{096F9309-99E7-7B99-1B19-D05DB7896926}"/>
              </a:ext>
            </a:extLst>
          </p:cNvPr>
          <p:cNvSpPr/>
          <p:nvPr/>
        </p:nvSpPr>
        <p:spPr bwMode="auto">
          <a:xfrm>
            <a:off x="1526394" y="3176467"/>
            <a:ext cx="1741543" cy="921670"/>
          </a:xfrm>
          <a:prstGeom prst="rect">
            <a:avLst/>
          </a:prstGeom>
          <a:noFill/>
          <a:ln w="9525">
            <a:solidFill>
              <a:schemeClr val="tx1">
                <a:lumMod val="20000"/>
                <a:lumOff val="80000"/>
              </a:schemeClr>
            </a:solidFill>
            <a:prstDash val="sysDot"/>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nSpc>
                <a:spcPct val="140000"/>
              </a:lnSpc>
              <a:spcBef>
                <a:spcPct val="0"/>
              </a:spcBef>
              <a:spcAft>
                <a:spcPts val="600"/>
              </a:spcAft>
            </a:pPr>
            <a:r>
              <a:rPr kumimoji="1" lang="ja-JP" altLang="en-US" sz="900" b="1">
                <a:solidFill>
                  <a:srgbClr val="4D4D4D"/>
                </a:solidFill>
                <a:latin typeface="メイリオ" pitchFamily="50" charset="-128"/>
                <a:ea typeface="メイリオ" pitchFamily="50" charset="-128"/>
                <a:cs typeface="メイリオ" pitchFamily="50" charset="-128"/>
              </a:rPr>
              <a:t>海上入出荷計画業務システム</a:t>
            </a:r>
            <a:endParaRPr kumimoji="1" lang="en-US" altLang="ja-JP" sz="900" b="1">
              <a:solidFill>
                <a:srgbClr val="4D4D4D"/>
              </a:solidFill>
              <a:latin typeface="メイリオ" pitchFamily="50" charset="-128"/>
              <a:ea typeface="メイリオ" pitchFamily="50" charset="-128"/>
              <a:cs typeface="メイリオ" pitchFamily="50" charset="-128"/>
            </a:endParaRPr>
          </a:p>
          <a:p>
            <a:pPr>
              <a:lnSpc>
                <a:spcPct val="140000"/>
              </a:lnSpc>
              <a:spcBef>
                <a:spcPct val="0"/>
              </a:spcBef>
              <a:spcAft>
                <a:spcPts val="600"/>
              </a:spcAft>
            </a:pPr>
            <a:r>
              <a:rPr kumimoji="1" lang="ja-JP" altLang="en-US" sz="900" b="1">
                <a:solidFill>
                  <a:srgbClr val="4D4D4D"/>
                </a:solidFill>
                <a:latin typeface="メイリオ" pitchFamily="50" charset="-128"/>
                <a:ea typeface="メイリオ" pitchFamily="50" charset="-128"/>
                <a:cs typeface="メイリオ" pitchFamily="50" charset="-128"/>
              </a:rPr>
              <a:t>本番</a:t>
            </a:r>
            <a:r>
              <a:rPr kumimoji="1" lang="en-US" altLang="ja-JP" sz="900" b="1">
                <a:solidFill>
                  <a:srgbClr val="4D4D4D"/>
                </a:solidFill>
                <a:latin typeface="メイリオ" pitchFamily="50" charset="-128"/>
                <a:ea typeface="メイリオ" pitchFamily="50" charset="-128"/>
                <a:cs typeface="メイリオ" pitchFamily="50" charset="-128"/>
              </a:rPr>
              <a:t>AP</a:t>
            </a:r>
            <a:r>
              <a:rPr kumimoji="1" lang="ja-JP" altLang="en-US" sz="900" b="1">
                <a:solidFill>
                  <a:srgbClr val="4D4D4D"/>
                </a:solidFill>
                <a:latin typeface="メイリオ" pitchFamily="50" charset="-128"/>
                <a:ea typeface="メイリオ" pitchFamily="50" charset="-128"/>
                <a:cs typeface="メイリオ" pitchFamily="50" charset="-128"/>
              </a:rPr>
              <a:t>サーバ（</a:t>
            </a:r>
            <a:r>
              <a:rPr lang="en-US" altLang="ja-JP" sz="900" b="1">
                <a:solidFill>
                  <a:srgbClr val="4D4D4D"/>
                </a:solidFill>
                <a:latin typeface="メイリオ" pitchFamily="50" charset="-128"/>
                <a:ea typeface="メイリオ" pitchFamily="50" charset="-128"/>
                <a:cs typeface="メイリオ" pitchFamily="50" charset="-128"/>
              </a:rPr>
              <a:t>32</a:t>
            </a:r>
            <a:r>
              <a:rPr kumimoji="1" lang="en-US" altLang="ja-JP" sz="900" b="1">
                <a:solidFill>
                  <a:srgbClr val="4D4D4D"/>
                </a:solidFill>
                <a:latin typeface="メイリオ" pitchFamily="50" charset="-128"/>
                <a:ea typeface="メイリオ" pitchFamily="50" charset="-128"/>
                <a:cs typeface="メイリオ" pitchFamily="50" charset="-128"/>
              </a:rPr>
              <a:t>bit</a:t>
            </a:r>
            <a:r>
              <a:rPr kumimoji="1" lang="ja-JP" altLang="en-US" sz="900" b="1">
                <a:solidFill>
                  <a:srgbClr val="4D4D4D"/>
                </a:solidFill>
                <a:latin typeface="メイリオ" pitchFamily="50" charset="-128"/>
                <a:ea typeface="メイリオ" pitchFamily="50" charset="-128"/>
                <a:cs typeface="メイリオ" pitchFamily="50" charset="-128"/>
              </a:rPr>
              <a:t>対応）</a:t>
            </a:r>
            <a:endParaRPr kumimoji="1" lang="en-US" altLang="ja-JP" sz="900" b="1">
              <a:solidFill>
                <a:srgbClr val="4D4D4D"/>
              </a:solidFill>
              <a:latin typeface="メイリオ" pitchFamily="50" charset="-128"/>
              <a:ea typeface="メイリオ" pitchFamily="50" charset="-128"/>
              <a:cs typeface="メイリオ" pitchFamily="50" charset="-128"/>
            </a:endParaRPr>
          </a:p>
          <a:p>
            <a:pPr>
              <a:lnSpc>
                <a:spcPct val="140000"/>
              </a:lnSpc>
              <a:spcBef>
                <a:spcPct val="0"/>
              </a:spcBef>
              <a:spcAft>
                <a:spcPts val="600"/>
              </a:spcAft>
            </a:pPr>
            <a:r>
              <a:rPr lang="ja-JP" altLang="en-US" sz="900" b="1">
                <a:solidFill>
                  <a:srgbClr val="4D4D4D"/>
                </a:solidFill>
                <a:latin typeface="メイリオ" pitchFamily="50" charset="-128"/>
                <a:ea typeface="メイリオ" pitchFamily="50" charset="-128"/>
                <a:cs typeface="メイリオ" pitchFamily="50" charset="-128"/>
              </a:rPr>
              <a:t>（</a:t>
            </a:r>
            <a:r>
              <a:rPr lang="en-US" altLang="ja-JP" sz="900" b="1">
                <a:solidFill>
                  <a:srgbClr val="4D4D4D"/>
                </a:solidFill>
                <a:latin typeface="メイリオ" pitchFamily="50" charset="-128"/>
                <a:ea typeface="メイリオ" pitchFamily="50" charset="-128"/>
                <a:cs typeface="メイリオ" pitchFamily="50" charset="-128"/>
              </a:rPr>
              <a:t>10.240.2.121)</a:t>
            </a:r>
            <a:endParaRPr kumimoji="1" lang="ja-JP" altLang="en-US" sz="1050" b="1">
              <a:solidFill>
                <a:srgbClr val="4D4D4D"/>
              </a:solidFill>
              <a:latin typeface="メイリオ" pitchFamily="50" charset="-128"/>
              <a:ea typeface="メイリオ" pitchFamily="50" charset="-128"/>
              <a:cs typeface="メイリオ" pitchFamily="50" charset="-128"/>
            </a:endParaRPr>
          </a:p>
        </p:txBody>
      </p:sp>
      <p:sp>
        <p:nvSpPr>
          <p:cNvPr id="49" name="正方形/長方形 48">
            <a:extLst>
              <a:ext uri="{FF2B5EF4-FFF2-40B4-BE49-F238E27FC236}">
                <a16:creationId xmlns:a16="http://schemas.microsoft.com/office/drawing/2014/main" id="{5E858AC8-F229-E0ED-ACDC-1305F69DA46C}"/>
              </a:ext>
            </a:extLst>
          </p:cNvPr>
          <p:cNvSpPr/>
          <p:nvPr/>
        </p:nvSpPr>
        <p:spPr bwMode="auto">
          <a:xfrm>
            <a:off x="1534036" y="1993401"/>
            <a:ext cx="1741543" cy="650826"/>
          </a:xfrm>
          <a:prstGeom prst="rect">
            <a:avLst/>
          </a:prstGeom>
          <a:noFill/>
          <a:ln w="9525">
            <a:solidFill>
              <a:schemeClr val="tx1">
                <a:lumMod val="20000"/>
                <a:lumOff val="80000"/>
              </a:schemeClr>
            </a:solidFill>
            <a:prstDash val="sysDot"/>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nSpc>
                <a:spcPct val="140000"/>
              </a:lnSpc>
              <a:spcBef>
                <a:spcPct val="0"/>
              </a:spcBef>
              <a:spcAft>
                <a:spcPts val="600"/>
              </a:spcAft>
            </a:pPr>
            <a:r>
              <a:rPr kumimoji="1" lang="ja-JP" altLang="en-US" sz="900" b="1">
                <a:solidFill>
                  <a:srgbClr val="4D4D4D"/>
                </a:solidFill>
                <a:latin typeface="メイリオ" pitchFamily="50" charset="-128"/>
                <a:ea typeface="メイリオ" pitchFamily="50" charset="-128"/>
                <a:cs typeface="メイリオ" pitchFamily="50" charset="-128"/>
              </a:rPr>
              <a:t>需給調整</a:t>
            </a:r>
            <a:r>
              <a:rPr kumimoji="1" lang="en-US" altLang="ja-JP" sz="900" b="1">
                <a:solidFill>
                  <a:srgbClr val="4D4D4D"/>
                </a:solidFill>
                <a:latin typeface="メイリオ" pitchFamily="50" charset="-128"/>
                <a:ea typeface="メイリオ" pitchFamily="50" charset="-128"/>
                <a:cs typeface="メイリオ" pitchFamily="50" charset="-128"/>
              </a:rPr>
              <a:t>DB</a:t>
            </a:r>
            <a:r>
              <a:rPr kumimoji="1" lang="ja-JP" altLang="en-US" sz="900" b="1">
                <a:solidFill>
                  <a:srgbClr val="4D4D4D"/>
                </a:solidFill>
                <a:latin typeface="メイリオ" pitchFamily="50" charset="-128"/>
                <a:ea typeface="メイリオ" pitchFamily="50" charset="-128"/>
                <a:cs typeface="メイリオ" pitchFamily="50" charset="-128"/>
              </a:rPr>
              <a:t>サーバ</a:t>
            </a:r>
            <a:endParaRPr kumimoji="1" lang="en-US" altLang="ja-JP" sz="900" b="1">
              <a:solidFill>
                <a:srgbClr val="4D4D4D"/>
              </a:solidFill>
              <a:latin typeface="メイリオ" pitchFamily="50" charset="-128"/>
              <a:ea typeface="メイリオ" pitchFamily="50" charset="-128"/>
              <a:cs typeface="メイリオ" pitchFamily="50" charset="-128"/>
            </a:endParaRPr>
          </a:p>
          <a:p>
            <a:pPr>
              <a:lnSpc>
                <a:spcPct val="140000"/>
              </a:lnSpc>
              <a:spcBef>
                <a:spcPct val="0"/>
              </a:spcBef>
              <a:spcAft>
                <a:spcPts val="600"/>
              </a:spcAft>
            </a:pPr>
            <a:r>
              <a:rPr lang="en-US" altLang="ja-JP" sz="900" b="1">
                <a:solidFill>
                  <a:srgbClr val="4D4D4D"/>
                </a:solidFill>
                <a:latin typeface="メイリオ" pitchFamily="50" charset="-128"/>
                <a:ea typeface="メイリオ" pitchFamily="50" charset="-128"/>
                <a:cs typeface="メイリオ" pitchFamily="50" charset="-128"/>
              </a:rPr>
              <a:t>(10.200.5.35)</a:t>
            </a:r>
          </a:p>
        </p:txBody>
      </p:sp>
      <p:sp>
        <p:nvSpPr>
          <p:cNvPr id="50" name="四角形: 角を丸くする 49">
            <a:extLst>
              <a:ext uri="{FF2B5EF4-FFF2-40B4-BE49-F238E27FC236}">
                <a16:creationId xmlns:a16="http://schemas.microsoft.com/office/drawing/2014/main" id="{02B087D8-E0F7-B636-1347-3333CF5D83D5}"/>
              </a:ext>
            </a:extLst>
          </p:cNvPr>
          <p:cNvSpPr/>
          <p:nvPr/>
        </p:nvSpPr>
        <p:spPr bwMode="auto">
          <a:xfrm>
            <a:off x="1053569" y="3068960"/>
            <a:ext cx="559087" cy="241897"/>
          </a:xfrm>
          <a:prstGeom prst="roundRect">
            <a:avLst/>
          </a:prstGeom>
          <a:ln/>
        </p:spPr>
        <p:style>
          <a:lnRef idx="1">
            <a:schemeClr val="dk1"/>
          </a:lnRef>
          <a:fillRef idx="3">
            <a:schemeClr val="dk1"/>
          </a:fillRef>
          <a:effectRef idx="2">
            <a:schemeClr val="dk1"/>
          </a:effectRef>
          <a:fontRef idx="minor">
            <a:schemeClr val="lt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ctr">
              <a:spcBef>
                <a:spcPct val="0"/>
              </a:spcBef>
              <a:spcAft>
                <a:spcPts val="600"/>
              </a:spcAft>
            </a:pPr>
            <a:r>
              <a:rPr lang="ja-JP" altLang="en-US" sz="900">
                <a:solidFill>
                  <a:schemeClr val="bg1"/>
                </a:solidFill>
                <a:latin typeface="メイリオ" pitchFamily="50" charset="-128"/>
                <a:ea typeface="メイリオ" pitchFamily="50" charset="-128"/>
                <a:cs typeface="メイリオ" pitchFamily="50" charset="-128"/>
              </a:rPr>
              <a:t>既設</a:t>
            </a:r>
            <a:endParaRPr kumimoji="1" lang="ja-JP" altLang="en-US" sz="900">
              <a:solidFill>
                <a:schemeClr val="bg1"/>
              </a:solidFill>
              <a:latin typeface="メイリオ" pitchFamily="50" charset="-128"/>
              <a:ea typeface="メイリオ" pitchFamily="50" charset="-128"/>
              <a:cs typeface="メイリオ" pitchFamily="50" charset="-128"/>
            </a:endParaRPr>
          </a:p>
        </p:txBody>
      </p:sp>
      <p:sp>
        <p:nvSpPr>
          <p:cNvPr id="51" name="四角形: 角を丸くする 50">
            <a:extLst>
              <a:ext uri="{FF2B5EF4-FFF2-40B4-BE49-F238E27FC236}">
                <a16:creationId xmlns:a16="http://schemas.microsoft.com/office/drawing/2014/main" id="{06DDE09C-F6C6-6B02-73E7-99BC9CB1786F}"/>
              </a:ext>
            </a:extLst>
          </p:cNvPr>
          <p:cNvSpPr/>
          <p:nvPr/>
        </p:nvSpPr>
        <p:spPr bwMode="auto">
          <a:xfrm>
            <a:off x="1027346" y="1810865"/>
            <a:ext cx="559087" cy="241897"/>
          </a:xfrm>
          <a:prstGeom prst="roundRect">
            <a:avLst/>
          </a:prstGeom>
          <a:ln/>
        </p:spPr>
        <p:style>
          <a:lnRef idx="1">
            <a:schemeClr val="dk1"/>
          </a:lnRef>
          <a:fillRef idx="3">
            <a:schemeClr val="dk1"/>
          </a:fillRef>
          <a:effectRef idx="2">
            <a:schemeClr val="dk1"/>
          </a:effectRef>
          <a:fontRef idx="minor">
            <a:schemeClr val="lt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ctr">
              <a:spcBef>
                <a:spcPct val="0"/>
              </a:spcBef>
              <a:spcAft>
                <a:spcPts val="600"/>
              </a:spcAft>
            </a:pPr>
            <a:r>
              <a:rPr lang="ja-JP" altLang="en-US" sz="900">
                <a:solidFill>
                  <a:schemeClr val="bg1"/>
                </a:solidFill>
                <a:latin typeface="メイリオ" pitchFamily="50" charset="-128"/>
                <a:ea typeface="メイリオ" pitchFamily="50" charset="-128"/>
                <a:cs typeface="メイリオ" pitchFamily="50" charset="-128"/>
              </a:rPr>
              <a:t>既設</a:t>
            </a:r>
            <a:endParaRPr kumimoji="1" lang="ja-JP" altLang="en-US" sz="900">
              <a:solidFill>
                <a:schemeClr val="bg1"/>
              </a:solidFill>
              <a:latin typeface="メイリオ" pitchFamily="50" charset="-128"/>
              <a:ea typeface="メイリオ" pitchFamily="50" charset="-128"/>
              <a:cs typeface="メイリオ" pitchFamily="50" charset="-128"/>
            </a:endParaRPr>
          </a:p>
        </p:txBody>
      </p:sp>
      <p:sp>
        <p:nvSpPr>
          <p:cNvPr id="52" name="正方形/長方形 51">
            <a:extLst>
              <a:ext uri="{FF2B5EF4-FFF2-40B4-BE49-F238E27FC236}">
                <a16:creationId xmlns:a16="http://schemas.microsoft.com/office/drawing/2014/main" id="{088293C4-92DC-E15D-1782-CA4F856C848E}"/>
              </a:ext>
            </a:extLst>
          </p:cNvPr>
          <p:cNvSpPr/>
          <p:nvPr/>
        </p:nvSpPr>
        <p:spPr bwMode="auto">
          <a:xfrm>
            <a:off x="381908" y="1188673"/>
            <a:ext cx="1152128" cy="520021"/>
          </a:xfrm>
          <a:prstGeom prst="rect">
            <a:avLst/>
          </a:prstGeom>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ctr">
              <a:lnSpc>
                <a:spcPct val="140000"/>
              </a:lnSpc>
              <a:spcBef>
                <a:spcPct val="0"/>
              </a:spcBef>
              <a:spcAft>
                <a:spcPts val="600"/>
              </a:spcAft>
            </a:pPr>
            <a:r>
              <a:rPr lang="ja-JP" altLang="en-US" sz="1600" b="1">
                <a:solidFill>
                  <a:schemeClr val="bg1"/>
                </a:solidFill>
                <a:latin typeface="メイリオ" pitchFamily="50" charset="-128"/>
                <a:ea typeface="メイリオ" pitchFamily="50" charset="-128"/>
                <a:cs typeface="メイリオ" pitchFamily="50" charset="-128"/>
              </a:rPr>
              <a:t>本番環境</a:t>
            </a:r>
            <a:endParaRPr kumimoji="1" lang="ja-JP" altLang="en-US" sz="1600" b="1">
              <a:solidFill>
                <a:schemeClr val="bg1"/>
              </a:solidFill>
              <a:latin typeface="メイリオ" pitchFamily="50" charset="-128"/>
              <a:ea typeface="メイリオ" pitchFamily="50" charset="-128"/>
              <a:cs typeface="メイリオ" pitchFamily="50" charset="-128"/>
            </a:endParaRPr>
          </a:p>
        </p:txBody>
      </p:sp>
      <p:sp>
        <p:nvSpPr>
          <p:cNvPr id="53" name="正方形/長方形 52">
            <a:extLst>
              <a:ext uri="{FF2B5EF4-FFF2-40B4-BE49-F238E27FC236}">
                <a16:creationId xmlns:a16="http://schemas.microsoft.com/office/drawing/2014/main" id="{23AC7762-0698-42E9-9508-863D093CE5E8}"/>
              </a:ext>
            </a:extLst>
          </p:cNvPr>
          <p:cNvSpPr/>
          <p:nvPr/>
        </p:nvSpPr>
        <p:spPr bwMode="auto">
          <a:xfrm>
            <a:off x="7279384" y="1972007"/>
            <a:ext cx="1741543" cy="650826"/>
          </a:xfrm>
          <a:prstGeom prst="rect">
            <a:avLst/>
          </a:prstGeom>
          <a:noFill/>
          <a:ln w="9525">
            <a:solidFill>
              <a:schemeClr val="tx1">
                <a:lumMod val="20000"/>
                <a:lumOff val="80000"/>
              </a:schemeClr>
            </a:solidFill>
            <a:prstDash val="sysDot"/>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nSpc>
                <a:spcPct val="140000"/>
              </a:lnSpc>
              <a:spcBef>
                <a:spcPct val="0"/>
              </a:spcBef>
              <a:spcAft>
                <a:spcPts val="600"/>
              </a:spcAft>
            </a:pPr>
            <a:r>
              <a:rPr kumimoji="1" lang="ja-JP" altLang="en-US" sz="900" b="1">
                <a:solidFill>
                  <a:srgbClr val="4D4D4D"/>
                </a:solidFill>
                <a:latin typeface="メイリオ" pitchFamily="50" charset="-128"/>
                <a:ea typeface="メイリオ" pitchFamily="50" charset="-128"/>
                <a:cs typeface="メイリオ" pitchFamily="50" charset="-128"/>
              </a:rPr>
              <a:t>海上入出荷計画業務システム</a:t>
            </a:r>
            <a:endParaRPr kumimoji="1" lang="en-US" altLang="ja-JP" sz="900" b="1">
              <a:solidFill>
                <a:srgbClr val="4D4D4D"/>
              </a:solidFill>
              <a:latin typeface="メイリオ" pitchFamily="50" charset="-128"/>
              <a:ea typeface="メイリオ" pitchFamily="50" charset="-128"/>
              <a:cs typeface="メイリオ" pitchFamily="50" charset="-128"/>
            </a:endParaRPr>
          </a:p>
          <a:p>
            <a:pPr>
              <a:lnSpc>
                <a:spcPct val="140000"/>
              </a:lnSpc>
              <a:spcBef>
                <a:spcPct val="0"/>
              </a:spcBef>
              <a:spcAft>
                <a:spcPts val="600"/>
              </a:spcAft>
            </a:pPr>
            <a:r>
              <a:rPr kumimoji="1" lang="ja-JP" altLang="en-US" sz="900" b="1">
                <a:solidFill>
                  <a:srgbClr val="4D4D4D"/>
                </a:solidFill>
                <a:latin typeface="メイリオ" pitchFamily="50" charset="-128"/>
                <a:ea typeface="メイリオ" pitchFamily="50" charset="-128"/>
                <a:cs typeface="メイリオ" pitchFamily="50" charset="-128"/>
              </a:rPr>
              <a:t>本番</a:t>
            </a:r>
            <a:r>
              <a:rPr kumimoji="1" lang="en-US" altLang="ja-JP" sz="900" b="1">
                <a:solidFill>
                  <a:srgbClr val="4D4D4D"/>
                </a:solidFill>
                <a:latin typeface="メイリオ" pitchFamily="50" charset="-128"/>
                <a:ea typeface="メイリオ" pitchFamily="50" charset="-128"/>
                <a:cs typeface="メイリオ" pitchFamily="50" charset="-128"/>
              </a:rPr>
              <a:t>DB</a:t>
            </a:r>
            <a:r>
              <a:rPr kumimoji="1" lang="ja-JP" altLang="en-US" sz="900" b="1">
                <a:solidFill>
                  <a:srgbClr val="4D4D4D"/>
                </a:solidFill>
                <a:latin typeface="メイリオ" pitchFamily="50" charset="-128"/>
                <a:ea typeface="メイリオ" pitchFamily="50" charset="-128"/>
                <a:cs typeface="メイリオ" pitchFamily="50" charset="-128"/>
              </a:rPr>
              <a:t>サーバ（千葉）</a:t>
            </a:r>
            <a:endParaRPr kumimoji="1" lang="en-US" altLang="ja-JP" sz="900" b="1">
              <a:solidFill>
                <a:srgbClr val="4D4D4D"/>
              </a:solidFill>
              <a:latin typeface="メイリオ" pitchFamily="50" charset="-128"/>
              <a:ea typeface="メイリオ" pitchFamily="50" charset="-128"/>
              <a:cs typeface="メイリオ" pitchFamily="50" charset="-128"/>
            </a:endParaRPr>
          </a:p>
        </p:txBody>
      </p:sp>
      <p:pic>
        <p:nvPicPr>
          <p:cNvPr id="54" name="図 53">
            <a:extLst>
              <a:ext uri="{FF2B5EF4-FFF2-40B4-BE49-F238E27FC236}">
                <a16:creationId xmlns:a16="http://schemas.microsoft.com/office/drawing/2014/main" id="{BDCD08D7-5C6E-5BB5-CF70-BC4F898C53D7}"/>
              </a:ext>
            </a:extLst>
          </p:cNvPr>
          <p:cNvPicPr>
            <a:picLocks noChangeAspect="1"/>
          </p:cNvPicPr>
          <p:nvPr/>
        </p:nvPicPr>
        <p:blipFill>
          <a:blip r:embed="rId2">
            <a:duotone>
              <a:prstClr val="black"/>
              <a:schemeClr val="tx2">
                <a:tint val="45000"/>
                <a:satMod val="400000"/>
              </a:schemeClr>
            </a:duotone>
          </a:blip>
          <a:stretch>
            <a:fillRect/>
          </a:stretch>
        </p:blipFill>
        <p:spPr>
          <a:xfrm>
            <a:off x="6336392" y="3284538"/>
            <a:ext cx="443810" cy="737762"/>
          </a:xfrm>
          <a:prstGeom prst="rect">
            <a:avLst/>
          </a:prstGeom>
        </p:spPr>
      </p:pic>
      <p:pic>
        <p:nvPicPr>
          <p:cNvPr id="55" name="図 54">
            <a:extLst>
              <a:ext uri="{FF2B5EF4-FFF2-40B4-BE49-F238E27FC236}">
                <a16:creationId xmlns:a16="http://schemas.microsoft.com/office/drawing/2014/main" id="{F5F226A8-FCF9-F94B-D780-FB34B80C3AFB}"/>
              </a:ext>
            </a:extLst>
          </p:cNvPr>
          <p:cNvPicPr>
            <a:picLocks noChangeAspect="1"/>
          </p:cNvPicPr>
          <p:nvPr/>
        </p:nvPicPr>
        <p:blipFill>
          <a:blip r:embed="rId3">
            <a:duotone>
              <a:schemeClr val="accent4">
                <a:shade val="45000"/>
                <a:satMod val="135000"/>
              </a:schemeClr>
              <a:prstClr val="white"/>
            </a:duotone>
          </a:blip>
          <a:stretch>
            <a:fillRect/>
          </a:stretch>
        </p:blipFill>
        <p:spPr>
          <a:xfrm>
            <a:off x="6326099" y="1961200"/>
            <a:ext cx="465610" cy="774000"/>
          </a:xfrm>
          <a:prstGeom prst="rect">
            <a:avLst/>
          </a:prstGeom>
        </p:spPr>
      </p:pic>
      <p:sp>
        <p:nvSpPr>
          <p:cNvPr id="56" name="四角形: 角を丸くする 55">
            <a:extLst>
              <a:ext uri="{FF2B5EF4-FFF2-40B4-BE49-F238E27FC236}">
                <a16:creationId xmlns:a16="http://schemas.microsoft.com/office/drawing/2014/main" id="{AB64FA8D-2C13-C577-135C-E6919EBC0203}"/>
              </a:ext>
            </a:extLst>
          </p:cNvPr>
          <p:cNvSpPr/>
          <p:nvPr/>
        </p:nvSpPr>
        <p:spPr bwMode="auto">
          <a:xfrm>
            <a:off x="6681192" y="3074854"/>
            <a:ext cx="559087" cy="241897"/>
          </a:xfrm>
          <a:prstGeom prst="roundRect">
            <a:avLst/>
          </a:prstGeom>
          <a:ln/>
        </p:spPr>
        <p:style>
          <a:lnRef idx="1">
            <a:schemeClr val="dk1"/>
          </a:lnRef>
          <a:fillRef idx="3">
            <a:schemeClr val="dk1"/>
          </a:fillRef>
          <a:effectRef idx="2">
            <a:schemeClr val="dk1"/>
          </a:effectRef>
          <a:fontRef idx="minor">
            <a:schemeClr val="lt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ctr">
              <a:spcBef>
                <a:spcPct val="0"/>
              </a:spcBef>
              <a:spcAft>
                <a:spcPts val="600"/>
              </a:spcAft>
            </a:pPr>
            <a:r>
              <a:rPr lang="ja-JP" altLang="en-US" sz="900">
                <a:solidFill>
                  <a:schemeClr val="bg1"/>
                </a:solidFill>
                <a:latin typeface="メイリオ" pitchFamily="50" charset="-128"/>
                <a:ea typeface="メイリオ" pitchFamily="50" charset="-128"/>
                <a:cs typeface="メイリオ" pitchFamily="50" charset="-128"/>
              </a:rPr>
              <a:t>既設</a:t>
            </a:r>
            <a:endParaRPr kumimoji="1" lang="ja-JP" altLang="en-US" sz="900">
              <a:solidFill>
                <a:schemeClr val="bg1"/>
              </a:solidFill>
              <a:latin typeface="メイリオ" pitchFamily="50" charset="-128"/>
              <a:ea typeface="メイリオ" pitchFamily="50" charset="-128"/>
              <a:cs typeface="メイリオ" pitchFamily="50" charset="-128"/>
            </a:endParaRPr>
          </a:p>
        </p:txBody>
      </p:sp>
      <p:sp>
        <p:nvSpPr>
          <p:cNvPr id="57" name="四角形: 角を丸くする 56">
            <a:extLst>
              <a:ext uri="{FF2B5EF4-FFF2-40B4-BE49-F238E27FC236}">
                <a16:creationId xmlns:a16="http://schemas.microsoft.com/office/drawing/2014/main" id="{C32A6051-C8B7-D9C8-2F9E-88DBABAFBD8C}"/>
              </a:ext>
            </a:extLst>
          </p:cNvPr>
          <p:cNvSpPr/>
          <p:nvPr/>
        </p:nvSpPr>
        <p:spPr bwMode="auto">
          <a:xfrm>
            <a:off x="6681192" y="1840252"/>
            <a:ext cx="559087" cy="241897"/>
          </a:xfrm>
          <a:prstGeom prst="roundRect">
            <a:avLst/>
          </a:prstGeom>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ctr">
              <a:spcBef>
                <a:spcPct val="0"/>
              </a:spcBef>
              <a:spcAft>
                <a:spcPts val="600"/>
              </a:spcAft>
            </a:pPr>
            <a:r>
              <a:rPr lang="ja-JP" altLang="en-US" sz="900" dirty="0">
                <a:solidFill>
                  <a:schemeClr val="bg1"/>
                </a:solidFill>
                <a:latin typeface="メイリオ" pitchFamily="50" charset="-128"/>
                <a:ea typeface="メイリオ" pitchFamily="50" charset="-128"/>
                <a:cs typeface="メイリオ" pitchFamily="50" charset="-128"/>
              </a:rPr>
              <a:t>新設</a:t>
            </a:r>
            <a:endParaRPr kumimoji="1" lang="ja-JP" altLang="en-US" sz="900" dirty="0">
              <a:solidFill>
                <a:schemeClr val="bg1"/>
              </a:solidFill>
              <a:latin typeface="メイリオ" pitchFamily="50" charset="-128"/>
              <a:ea typeface="メイリオ" pitchFamily="50" charset="-128"/>
              <a:cs typeface="メイリオ" pitchFamily="50" charset="-128"/>
            </a:endParaRPr>
          </a:p>
        </p:txBody>
      </p:sp>
      <p:cxnSp>
        <p:nvCxnSpPr>
          <p:cNvPr id="58" name="コネクタ: カギ線 57">
            <a:extLst>
              <a:ext uri="{FF2B5EF4-FFF2-40B4-BE49-F238E27FC236}">
                <a16:creationId xmlns:a16="http://schemas.microsoft.com/office/drawing/2014/main" id="{9372D29C-C1D2-C06F-CC3F-B1A16DD8A54B}"/>
              </a:ext>
            </a:extLst>
          </p:cNvPr>
          <p:cNvCxnSpPr>
            <a:stCxn id="40" idx="2"/>
            <a:endCxn id="42" idx="1"/>
          </p:cNvCxnSpPr>
          <p:nvPr/>
        </p:nvCxnSpPr>
        <p:spPr>
          <a:xfrm rot="16200000" flipH="1">
            <a:off x="1857620" y="3186798"/>
            <a:ext cx="1742363" cy="3421958"/>
          </a:xfrm>
          <a:prstGeom prst="bentConnector2">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59" name="コネクタ: カギ線 58">
            <a:extLst>
              <a:ext uri="{FF2B5EF4-FFF2-40B4-BE49-F238E27FC236}">
                <a16:creationId xmlns:a16="http://schemas.microsoft.com/office/drawing/2014/main" id="{EEC6F890-17D1-CE1F-3394-363732634470}"/>
              </a:ext>
            </a:extLst>
          </p:cNvPr>
          <p:cNvCxnSpPr>
            <a:cxnSpLocks/>
            <a:stCxn id="54" idx="2"/>
            <a:endCxn id="42" idx="3"/>
          </p:cNvCxnSpPr>
          <p:nvPr/>
        </p:nvCxnSpPr>
        <p:spPr>
          <a:xfrm rot="5400000">
            <a:off x="4858515" y="4069176"/>
            <a:ext cx="1746659" cy="1652907"/>
          </a:xfrm>
          <a:prstGeom prst="bentConnector2">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60" name="正方形/長方形 59">
            <a:extLst>
              <a:ext uri="{FF2B5EF4-FFF2-40B4-BE49-F238E27FC236}">
                <a16:creationId xmlns:a16="http://schemas.microsoft.com/office/drawing/2014/main" id="{14EF1623-E350-E24B-BF53-20550366A354}"/>
              </a:ext>
            </a:extLst>
          </p:cNvPr>
          <p:cNvSpPr/>
          <p:nvPr/>
        </p:nvSpPr>
        <p:spPr bwMode="auto">
          <a:xfrm>
            <a:off x="2552559" y="5947704"/>
            <a:ext cx="1152128" cy="520021"/>
          </a:xfrm>
          <a:prstGeom prst="rect">
            <a:avLst/>
          </a:prstGeom>
          <a:ln/>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ctr">
              <a:lnSpc>
                <a:spcPct val="140000"/>
              </a:lnSpc>
              <a:spcBef>
                <a:spcPct val="0"/>
              </a:spcBef>
              <a:spcAft>
                <a:spcPts val="600"/>
              </a:spcAft>
            </a:pPr>
            <a:r>
              <a:rPr lang="ja-JP" altLang="en-US" sz="1600" b="1">
                <a:solidFill>
                  <a:schemeClr val="bg1"/>
                </a:solidFill>
                <a:latin typeface="メイリオ" pitchFamily="50" charset="-128"/>
                <a:ea typeface="メイリオ" pitchFamily="50" charset="-128"/>
                <a:cs typeface="メイリオ" pitchFamily="50" charset="-128"/>
              </a:rPr>
              <a:t>オフラス</a:t>
            </a:r>
            <a:endParaRPr kumimoji="1" lang="ja-JP" altLang="en-US" sz="1600" b="1">
              <a:solidFill>
                <a:schemeClr val="bg1"/>
              </a:solidFill>
              <a:latin typeface="メイリオ" pitchFamily="50" charset="-128"/>
              <a:ea typeface="メイリオ" pitchFamily="50" charset="-128"/>
              <a:cs typeface="メイリオ" pitchFamily="50" charset="-128"/>
            </a:endParaRPr>
          </a:p>
        </p:txBody>
      </p:sp>
      <p:sp>
        <p:nvSpPr>
          <p:cNvPr id="61" name="正方形/長方形 60">
            <a:extLst>
              <a:ext uri="{FF2B5EF4-FFF2-40B4-BE49-F238E27FC236}">
                <a16:creationId xmlns:a16="http://schemas.microsoft.com/office/drawing/2014/main" id="{0ED04C0F-E6AA-A13E-3461-2121A5B5B555}"/>
              </a:ext>
            </a:extLst>
          </p:cNvPr>
          <p:cNvSpPr/>
          <p:nvPr/>
        </p:nvSpPr>
        <p:spPr bwMode="auto">
          <a:xfrm>
            <a:off x="5047247" y="5844062"/>
            <a:ext cx="1957982" cy="573882"/>
          </a:xfrm>
          <a:prstGeom prst="rect">
            <a:avLst/>
          </a:prstGeom>
          <a:noFill/>
          <a:ln w="9525">
            <a:solidFill>
              <a:schemeClr val="tx1">
                <a:lumMod val="20000"/>
                <a:lumOff val="80000"/>
              </a:schemeClr>
            </a:solidFill>
            <a:prstDash val="sysDot"/>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nSpc>
                <a:spcPct val="140000"/>
              </a:lnSpc>
              <a:spcBef>
                <a:spcPct val="0"/>
              </a:spcBef>
              <a:spcAft>
                <a:spcPts val="600"/>
              </a:spcAft>
            </a:pPr>
            <a:r>
              <a:rPr lang="ja-JP" altLang="en-US" sz="900" b="1">
                <a:solidFill>
                  <a:srgbClr val="4D4D4D"/>
                </a:solidFill>
                <a:latin typeface="メイリオ" pitchFamily="50" charset="-128"/>
                <a:ea typeface="メイリオ" pitchFamily="50" charset="-128"/>
                <a:cs typeface="メイリオ" pitchFamily="50" charset="-128"/>
              </a:rPr>
              <a:t>オフラス（千葉）</a:t>
            </a:r>
            <a:r>
              <a:rPr kumimoji="1" lang="en-US" altLang="ja-JP" sz="900" b="1">
                <a:solidFill>
                  <a:srgbClr val="4D4D4D"/>
                </a:solidFill>
                <a:latin typeface="メイリオ" pitchFamily="50" charset="-128"/>
                <a:ea typeface="メイリオ" pitchFamily="50" charset="-128"/>
                <a:cs typeface="メイリオ" pitchFamily="50" charset="-128"/>
              </a:rPr>
              <a:t>DMZ</a:t>
            </a:r>
            <a:r>
              <a:rPr kumimoji="1" lang="ja-JP" altLang="en-US" sz="900" b="1">
                <a:solidFill>
                  <a:srgbClr val="4D4D4D"/>
                </a:solidFill>
                <a:latin typeface="メイリオ" pitchFamily="50" charset="-128"/>
                <a:ea typeface="メイリオ" pitchFamily="50" charset="-128"/>
                <a:cs typeface="メイリオ" pitchFamily="50" charset="-128"/>
              </a:rPr>
              <a:t>サーバー</a:t>
            </a:r>
            <a:r>
              <a:rPr kumimoji="1" lang="en-US" altLang="ja-JP" sz="900" b="1">
                <a:solidFill>
                  <a:srgbClr val="4D4D4D"/>
                </a:solidFill>
                <a:latin typeface="メイリオ" pitchFamily="50" charset="-128"/>
                <a:ea typeface="メイリオ" pitchFamily="50" charset="-128"/>
                <a:cs typeface="メイリオ" pitchFamily="50" charset="-128"/>
              </a:rPr>
              <a:t>(10.178.128.121)</a:t>
            </a:r>
            <a:endParaRPr kumimoji="1" lang="ja-JP" altLang="en-US" sz="1050" b="1">
              <a:solidFill>
                <a:srgbClr val="4D4D4D"/>
              </a:solidFill>
              <a:latin typeface="メイリオ" pitchFamily="50" charset="-128"/>
              <a:ea typeface="メイリオ" pitchFamily="50" charset="-128"/>
              <a:cs typeface="メイリオ" pitchFamily="50" charset="-128"/>
            </a:endParaRPr>
          </a:p>
        </p:txBody>
      </p:sp>
      <p:cxnSp>
        <p:nvCxnSpPr>
          <p:cNvPr id="62" name="直線コネクタ 36">
            <a:extLst>
              <a:ext uri="{FF2B5EF4-FFF2-40B4-BE49-F238E27FC236}">
                <a16:creationId xmlns:a16="http://schemas.microsoft.com/office/drawing/2014/main" id="{BA92CDE5-6DCB-DAB9-FAC9-84ED1B37B03C}"/>
              </a:ext>
            </a:extLst>
          </p:cNvPr>
          <p:cNvCxnSpPr>
            <a:cxnSpLocks/>
            <a:stCxn id="55" idx="2"/>
            <a:endCxn id="54" idx="0"/>
          </p:cNvCxnSpPr>
          <p:nvPr/>
        </p:nvCxnSpPr>
        <p:spPr>
          <a:xfrm rot="5400000">
            <a:off x="6283932" y="3009566"/>
            <a:ext cx="549338" cy="607"/>
          </a:xfrm>
          <a:prstGeom prst="bentConnector3">
            <a:avLst>
              <a:gd name="adj1"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3" name="AutoShape 3">
            <a:extLst>
              <a:ext uri="{FF2B5EF4-FFF2-40B4-BE49-F238E27FC236}">
                <a16:creationId xmlns:a16="http://schemas.microsoft.com/office/drawing/2014/main" id="{55B4FEF9-DB4F-C590-9EE5-461D4F55DC7D}"/>
              </a:ext>
            </a:extLst>
          </p:cNvPr>
          <p:cNvSpPr>
            <a:spLocks noChangeArrowheads="1"/>
          </p:cNvSpPr>
          <p:nvPr/>
        </p:nvSpPr>
        <p:spPr bwMode="auto">
          <a:xfrm>
            <a:off x="6593843" y="2672916"/>
            <a:ext cx="1084205" cy="330860"/>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1100">
                <a:latin typeface="+mn-ea"/>
                <a:cs typeface="メイリオ" pitchFamily="50" charset="-128"/>
              </a:rPr>
              <a:t>※</a:t>
            </a:r>
            <a:r>
              <a:rPr lang="ja-JP" altLang="en-US" sz="1100">
                <a:latin typeface="+mn-ea"/>
                <a:cs typeface="メイリオ" pitchFamily="50" charset="-128"/>
              </a:rPr>
              <a:t>注記</a:t>
            </a:r>
            <a:endParaRPr lang="en-US" altLang="ja-JP" sz="1100">
              <a:latin typeface="+mn-ea"/>
              <a:cs typeface="メイリオ" pitchFamily="50" charset="-128"/>
            </a:endParaRPr>
          </a:p>
        </p:txBody>
      </p:sp>
      <p:sp>
        <p:nvSpPr>
          <p:cNvPr id="64" name="AutoShape 3">
            <a:extLst>
              <a:ext uri="{FF2B5EF4-FFF2-40B4-BE49-F238E27FC236}">
                <a16:creationId xmlns:a16="http://schemas.microsoft.com/office/drawing/2014/main" id="{C555BEF4-55DA-3581-35E7-5D0A0E876FC2}"/>
              </a:ext>
            </a:extLst>
          </p:cNvPr>
          <p:cNvSpPr>
            <a:spLocks noChangeArrowheads="1"/>
          </p:cNvSpPr>
          <p:nvPr/>
        </p:nvSpPr>
        <p:spPr bwMode="auto">
          <a:xfrm>
            <a:off x="344488" y="6510518"/>
            <a:ext cx="3648067" cy="334707"/>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1200">
                <a:latin typeface="+mn-ea"/>
                <a:cs typeface="メイリオ" pitchFamily="50" charset="-128"/>
              </a:rPr>
              <a:t>※</a:t>
            </a:r>
            <a:r>
              <a:rPr lang="ja-JP" altLang="en-US" sz="1200">
                <a:latin typeface="+mn-ea"/>
                <a:cs typeface="メイリオ" pitchFamily="50" charset="-128"/>
              </a:rPr>
              <a:t>注記）ネットワーク接続設定は作業対象外です。</a:t>
            </a:r>
            <a:endParaRPr lang="en-US" altLang="ja-JP" sz="1200">
              <a:latin typeface="+mn-ea"/>
              <a:cs typeface="メイリオ" pitchFamily="50" charset="-128"/>
            </a:endParaRPr>
          </a:p>
        </p:txBody>
      </p:sp>
      <p:sp>
        <p:nvSpPr>
          <p:cNvPr id="65" name="AutoShape 3">
            <a:extLst>
              <a:ext uri="{FF2B5EF4-FFF2-40B4-BE49-F238E27FC236}">
                <a16:creationId xmlns:a16="http://schemas.microsoft.com/office/drawing/2014/main" id="{3D780A0F-6F39-939E-482D-BC8FE9B52385}"/>
              </a:ext>
            </a:extLst>
          </p:cNvPr>
          <p:cNvSpPr>
            <a:spLocks noChangeArrowheads="1"/>
          </p:cNvSpPr>
          <p:nvPr/>
        </p:nvSpPr>
        <p:spPr bwMode="auto">
          <a:xfrm>
            <a:off x="6605099" y="4358280"/>
            <a:ext cx="1084205" cy="330860"/>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1100">
                <a:latin typeface="+mn-ea"/>
                <a:cs typeface="メイリオ" pitchFamily="50" charset="-128"/>
              </a:rPr>
              <a:t>※</a:t>
            </a:r>
            <a:r>
              <a:rPr lang="ja-JP" altLang="en-US" sz="1100">
                <a:latin typeface="+mn-ea"/>
                <a:cs typeface="メイリオ" pitchFamily="50" charset="-128"/>
              </a:rPr>
              <a:t>注記</a:t>
            </a:r>
            <a:endParaRPr lang="en-US" altLang="ja-JP" sz="1100">
              <a:latin typeface="+mn-ea"/>
              <a:cs typeface="メイリオ" pitchFamily="50" charset="-128"/>
            </a:endParaRPr>
          </a:p>
        </p:txBody>
      </p:sp>
      <p:sp>
        <p:nvSpPr>
          <p:cNvPr id="66" name="正方形/長方形 65">
            <a:extLst>
              <a:ext uri="{FF2B5EF4-FFF2-40B4-BE49-F238E27FC236}">
                <a16:creationId xmlns:a16="http://schemas.microsoft.com/office/drawing/2014/main" id="{C2FE7A14-3EE4-E627-84DC-C316D199442A}"/>
              </a:ext>
            </a:extLst>
          </p:cNvPr>
          <p:cNvSpPr/>
          <p:nvPr/>
        </p:nvSpPr>
        <p:spPr bwMode="auto">
          <a:xfrm>
            <a:off x="5649794" y="1293192"/>
            <a:ext cx="1152128" cy="520021"/>
          </a:xfrm>
          <a:prstGeom prst="rect">
            <a:avLst/>
          </a:prstGeom>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ctr">
              <a:lnSpc>
                <a:spcPct val="140000"/>
              </a:lnSpc>
              <a:spcBef>
                <a:spcPct val="0"/>
              </a:spcBef>
              <a:spcAft>
                <a:spcPts val="600"/>
              </a:spcAft>
            </a:pPr>
            <a:r>
              <a:rPr lang="ja-JP" altLang="en-US" sz="1600" b="1">
                <a:solidFill>
                  <a:schemeClr val="bg1"/>
                </a:solidFill>
                <a:latin typeface="メイリオ" pitchFamily="50" charset="-128"/>
                <a:ea typeface="メイリオ" pitchFamily="50" charset="-128"/>
                <a:cs typeface="メイリオ" pitchFamily="50" charset="-128"/>
              </a:rPr>
              <a:t>移設後</a:t>
            </a:r>
            <a:endParaRPr kumimoji="1" lang="ja-JP" altLang="en-US" sz="1600" b="1">
              <a:solidFill>
                <a:schemeClr val="bg1"/>
              </a:solidFill>
              <a:latin typeface="メイリオ" pitchFamily="50" charset="-128"/>
              <a:ea typeface="メイリオ" pitchFamily="50" charset="-128"/>
              <a:cs typeface="メイリオ" pitchFamily="50" charset="-128"/>
            </a:endParaRPr>
          </a:p>
        </p:txBody>
      </p:sp>
      <p:sp>
        <p:nvSpPr>
          <p:cNvPr id="67" name="矢印: 下 66">
            <a:extLst>
              <a:ext uri="{FF2B5EF4-FFF2-40B4-BE49-F238E27FC236}">
                <a16:creationId xmlns:a16="http://schemas.microsoft.com/office/drawing/2014/main" id="{E99C150F-26F7-6942-80FF-3D8725CF52EF}"/>
              </a:ext>
            </a:extLst>
          </p:cNvPr>
          <p:cNvSpPr/>
          <p:nvPr/>
        </p:nvSpPr>
        <p:spPr bwMode="auto">
          <a:xfrm rot="16200000">
            <a:off x="4470121" y="2788560"/>
            <a:ext cx="396044" cy="592029"/>
          </a:xfrm>
          <a:prstGeom prst="downArrow">
            <a:avLst/>
          </a:prstGeom>
          <a:solidFill>
            <a:schemeClr val="bg1">
              <a:lumMod val="65000"/>
            </a:schemeClr>
          </a:solid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455119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0113-D7A0-B1E5-3F4E-48407AA4A3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E8E0DA-1E02-B33C-D2B0-50210695C4CC}"/>
              </a:ext>
            </a:extLst>
          </p:cNvPr>
          <p:cNvSpPr>
            <a:spLocks noGrp="1"/>
          </p:cNvSpPr>
          <p:nvPr>
            <p:ph type="title"/>
          </p:nvPr>
        </p:nvSpPr>
        <p:spPr/>
        <p:txBody>
          <a:bodyPr/>
          <a:lstStyle/>
          <a:p>
            <a:r>
              <a:rPr kumimoji="1" lang="en-US" altLang="ja-JP"/>
              <a:t>3.</a:t>
            </a:r>
            <a:r>
              <a:rPr kumimoji="1" lang="ja-JP" altLang="en-US"/>
              <a:t>作業スケジュール</a:t>
            </a:r>
          </a:p>
        </p:txBody>
      </p:sp>
      <p:sp>
        <p:nvSpPr>
          <p:cNvPr id="3" name="スライド番号プレースホルダー 2">
            <a:extLst>
              <a:ext uri="{FF2B5EF4-FFF2-40B4-BE49-F238E27FC236}">
                <a16:creationId xmlns:a16="http://schemas.microsoft.com/office/drawing/2014/main" id="{1915D6D5-0F24-71B7-0D32-FA96828ABC46}"/>
              </a:ext>
            </a:extLst>
          </p:cNvPr>
          <p:cNvSpPr>
            <a:spLocks noGrp="1"/>
          </p:cNvSpPr>
          <p:nvPr>
            <p:ph type="sldNum" sz="quarter" idx="4"/>
          </p:nvPr>
        </p:nvSpPr>
        <p:spPr>
          <a:xfrm>
            <a:off x="7371755" y="6565139"/>
            <a:ext cx="2311400" cy="257113"/>
          </a:xfrm>
        </p:spPr>
        <p:txBody>
          <a:bodyPr/>
          <a:lstStyle/>
          <a:p>
            <a:fld id="{FB3508C7-2FE0-4945-9CBD-863E05F850D2}" type="slidenum">
              <a:rPr lang="ja-JP" altLang="en-US" smtClean="0"/>
              <a:pPr/>
              <a:t>5</a:t>
            </a:fld>
            <a:endParaRPr lang="ja-JP" altLang="en-US"/>
          </a:p>
        </p:txBody>
      </p:sp>
      <p:graphicFrame>
        <p:nvGraphicFramePr>
          <p:cNvPr id="5" name="表 4">
            <a:extLst>
              <a:ext uri="{FF2B5EF4-FFF2-40B4-BE49-F238E27FC236}">
                <a16:creationId xmlns:a16="http://schemas.microsoft.com/office/drawing/2014/main" id="{B5976638-D3A1-FA3D-4EF6-28E5D6DFD35D}"/>
              </a:ext>
            </a:extLst>
          </p:cNvPr>
          <p:cNvGraphicFramePr>
            <a:graphicFrameLocks noGrp="1"/>
          </p:cNvGraphicFramePr>
          <p:nvPr>
            <p:extLst>
              <p:ext uri="{D42A27DB-BD31-4B8C-83A1-F6EECF244321}">
                <p14:modId xmlns:p14="http://schemas.microsoft.com/office/powerpoint/2010/main" val="2726731631"/>
              </p:ext>
            </p:extLst>
          </p:nvPr>
        </p:nvGraphicFramePr>
        <p:xfrm>
          <a:off x="596516" y="1301877"/>
          <a:ext cx="9044398" cy="5088227"/>
        </p:xfrm>
        <a:graphic>
          <a:graphicData uri="http://schemas.openxmlformats.org/drawingml/2006/table">
            <a:tbl>
              <a:tblPr>
                <a:tableStyleId>{8A107856-5554-42FB-B03E-39F5DBC370BA}</a:tableStyleId>
              </a:tblPr>
              <a:tblGrid>
                <a:gridCol w="352221">
                  <a:extLst>
                    <a:ext uri="{9D8B030D-6E8A-4147-A177-3AD203B41FA5}">
                      <a16:colId xmlns:a16="http://schemas.microsoft.com/office/drawing/2014/main" val="3742370524"/>
                    </a:ext>
                  </a:extLst>
                </a:gridCol>
                <a:gridCol w="467067">
                  <a:extLst>
                    <a:ext uri="{9D8B030D-6E8A-4147-A177-3AD203B41FA5}">
                      <a16:colId xmlns:a16="http://schemas.microsoft.com/office/drawing/2014/main" val="2208389470"/>
                    </a:ext>
                  </a:extLst>
                </a:gridCol>
                <a:gridCol w="808627">
                  <a:extLst>
                    <a:ext uri="{9D8B030D-6E8A-4147-A177-3AD203B41FA5}">
                      <a16:colId xmlns:a16="http://schemas.microsoft.com/office/drawing/2014/main" val="2039061066"/>
                    </a:ext>
                  </a:extLst>
                </a:gridCol>
                <a:gridCol w="923472">
                  <a:extLst>
                    <a:ext uri="{9D8B030D-6E8A-4147-A177-3AD203B41FA5}">
                      <a16:colId xmlns:a16="http://schemas.microsoft.com/office/drawing/2014/main" val="2771833822"/>
                    </a:ext>
                  </a:extLst>
                </a:gridCol>
                <a:gridCol w="923472">
                  <a:extLst>
                    <a:ext uri="{9D8B030D-6E8A-4147-A177-3AD203B41FA5}">
                      <a16:colId xmlns:a16="http://schemas.microsoft.com/office/drawing/2014/main" val="690728503"/>
                    </a:ext>
                  </a:extLst>
                </a:gridCol>
                <a:gridCol w="923472">
                  <a:extLst>
                    <a:ext uri="{9D8B030D-6E8A-4147-A177-3AD203B41FA5}">
                      <a16:colId xmlns:a16="http://schemas.microsoft.com/office/drawing/2014/main" val="1884895403"/>
                    </a:ext>
                  </a:extLst>
                </a:gridCol>
                <a:gridCol w="923472">
                  <a:extLst>
                    <a:ext uri="{9D8B030D-6E8A-4147-A177-3AD203B41FA5}">
                      <a16:colId xmlns:a16="http://schemas.microsoft.com/office/drawing/2014/main" val="3387628194"/>
                    </a:ext>
                  </a:extLst>
                </a:gridCol>
                <a:gridCol w="923472">
                  <a:extLst>
                    <a:ext uri="{9D8B030D-6E8A-4147-A177-3AD203B41FA5}">
                      <a16:colId xmlns:a16="http://schemas.microsoft.com/office/drawing/2014/main" val="588933082"/>
                    </a:ext>
                  </a:extLst>
                </a:gridCol>
                <a:gridCol w="933041">
                  <a:extLst>
                    <a:ext uri="{9D8B030D-6E8A-4147-A177-3AD203B41FA5}">
                      <a16:colId xmlns:a16="http://schemas.microsoft.com/office/drawing/2014/main" val="3519061380"/>
                    </a:ext>
                  </a:extLst>
                </a:gridCol>
                <a:gridCol w="933041">
                  <a:extLst>
                    <a:ext uri="{9D8B030D-6E8A-4147-A177-3AD203B41FA5}">
                      <a16:colId xmlns:a16="http://schemas.microsoft.com/office/drawing/2014/main" val="368879522"/>
                    </a:ext>
                  </a:extLst>
                </a:gridCol>
                <a:gridCol w="933041">
                  <a:extLst>
                    <a:ext uri="{9D8B030D-6E8A-4147-A177-3AD203B41FA5}">
                      <a16:colId xmlns:a16="http://schemas.microsoft.com/office/drawing/2014/main" val="732221293"/>
                    </a:ext>
                  </a:extLst>
                </a:gridCol>
              </a:tblGrid>
              <a:tr h="279653">
                <a:tc rowSpan="2">
                  <a:txBody>
                    <a:bodyPr/>
                    <a:lstStyle/>
                    <a:p>
                      <a:pPr algn="ctr"/>
                      <a:endParaRPr kumimoji="1" lang="en-US" altLang="ja-JP" sz="1200"/>
                    </a:p>
                  </a:txBody>
                  <a:tcPr anchor="ctr">
                    <a:lnR w="12700" cmpd="sng">
                      <a:noFill/>
                    </a:lnR>
                  </a:tcPr>
                </a:tc>
                <a:tc rowSpan="2">
                  <a:txBody>
                    <a:bodyPr/>
                    <a:lstStyle/>
                    <a:p>
                      <a:pPr algn="ctr"/>
                      <a:endParaRPr kumimoji="1" lang="ja-JP" altLang="en-US" sz="1200"/>
                    </a:p>
                  </a:txBody>
                  <a:tcPr anchor="ctr">
                    <a:lnL w="12700" cmpd="sng">
                      <a:noFill/>
                    </a:lnL>
                  </a:tcPr>
                </a:tc>
                <a:tc gridSpan="6">
                  <a:txBody>
                    <a:bodyPr/>
                    <a:lstStyle/>
                    <a:p>
                      <a:pPr algn="ctr"/>
                      <a:r>
                        <a:rPr kumimoji="1" lang="en-US" altLang="ja-JP" sz="1200" dirty="0"/>
                        <a:t>2025</a:t>
                      </a:r>
                      <a:r>
                        <a:rPr kumimoji="1" lang="ja-JP" altLang="en-US" sz="1200" dirty="0"/>
                        <a:t>年</a:t>
                      </a:r>
                    </a:p>
                  </a:txBody>
                  <a:tcPr anchor="ctr">
                    <a:lnR w="12700" cap="flat" cmpd="sng" algn="ctr">
                      <a:solidFill>
                        <a:schemeClr val="tx1"/>
                      </a:solidFill>
                      <a:prstDash val="solid"/>
                      <a:round/>
                      <a:headEnd type="none" w="med" len="med"/>
                      <a:tailEnd type="none" w="med" len="med"/>
                    </a:lnR>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3">
                  <a:txBody>
                    <a:bodyPr/>
                    <a:lstStyle/>
                    <a:p>
                      <a:pPr algn="ctr"/>
                      <a:r>
                        <a:rPr kumimoji="1" lang="en-US" altLang="ja-JP" sz="1200" dirty="0"/>
                        <a:t>2026</a:t>
                      </a:r>
                      <a:r>
                        <a:rPr kumimoji="1" lang="ja-JP" altLang="en-US" sz="1200" dirty="0"/>
                        <a:t>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924800507"/>
                  </a:ext>
                </a:extLst>
              </a:tr>
              <a:tr h="295908">
                <a:tc vMerge="1">
                  <a:txBody>
                    <a:bodyPr/>
                    <a:lstStyle/>
                    <a:p>
                      <a:pPr algn="ctr"/>
                      <a:endParaRPr kumimoji="1" lang="ja-JP" altLang="en-US" sz="1200"/>
                    </a:p>
                  </a:txBody>
                  <a:tcPr anchor="ctr">
                    <a:lnR w="12700" cmpd="sng">
                      <a:noFill/>
                    </a:lnR>
                  </a:tcPr>
                </a:tc>
                <a:tc vMerge="1">
                  <a:txBody>
                    <a:bodyPr/>
                    <a:lstStyle/>
                    <a:p>
                      <a:pPr algn="ctr"/>
                      <a:endParaRPr kumimoji="1" lang="ja-JP" altLang="en-US" sz="1200"/>
                    </a:p>
                  </a:txBody>
                  <a:tcPr anchor="ctr"/>
                </a:tc>
                <a:tc>
                  <a:txBody>
                    <a:bodyPr/>
                    <a:lstStyle/>
                    <a:p>
                      <a:pPr algn="ctr"/>
                      <a:r>
                        <a:rPr kumimoji="1" lang="en-US" altLang="ja-JP" sz="1200" dirty="0"/>
                        <a:t>7</a:t>
                      </a:r>
                      <a:r>
                        <a:rPr kumimoji="1" lang="ja-JP" altLang="en-US" sz="1200" dirty="0"/>
                        <a:t>月</a:t>
                      </a:r>
                    </a:p>
                  </a:txBody>
                  <a:tcPr anchor="ctr"/>
                </a:tc>
                <a:tc>
                  <a:txBody>
                    <a:bodyPr/>
                    <a:lstStyle/>
                    <a:p>
                      <a:pPr algn="ctr"/>
                      <a:r>
                        <a:rPr kumimoji="1" lang="en-US" altLang="ja-JP" sz="1200" dirty="0"/>
                        <a:t>8</a:t>
                      </a:r>
                      <a:r>
                        <a:rPr kumimoji="1" lang="ja-JP" altLang="en-US" sz="1200" dirty="0"/>
                        <a:t>月</a:t>
                      </a:r>
                    </a:p>
                  </a:txBody>
                  <a:tcPr anchor="ctr"/>
                </a:tc>
                <a:tc>
                  <a:txBody>
                    <a:bodyPr/>
                    <a:lstStyle/>
                    <a:p>
                      <a:pPr algn="ctr"/>
                      <a:r>
                        <a:rPr kumimoji="1" lang="en-US" altLang="ja-JP" sz="1200" dirty="0"/>
                        <a:t>9</a:t>
                      </a:r>
                      <a:r>
                        <a:rPr kumimoji="1" lang="ja-JP" altLang="en-US" sz="1200" dirty="0"/>
                        <a:t>月</a:t>
                      </a:r>
                    </a:p>
                  </a:txBody>
                  <a:tcPr anchor="ctr"/>
                </a:tc>
                <a:tc>
                  <a:txBody>
                    <a:bodyPr/>
                    <a:lstStyle/>
                    <a:p>
                      <a:pPr algn="ctr"/>
                      <a:r>
                        <a:rPr kumimoji="1" lang="en-US" altLang="ja-JP" sz="1200" dirty="0"/>
                        <a:t>10</a:t>
                      </a:r>
                      <a:r>
                        <a:rPr kumimoji="1" lang="ja-JP" altLang="en-US" sz="1200" dirty="0"/>
                        <a:t>月</a:t>
                      </a:r>
                    </a:p>
                  </a:txBody>
                  <a:tcPr anchor="ctr"/>
                </a:tc>
                <a:tc>
                  <a:txBody>
                    <a:bodyPr/>
                    <a:lstStyle/>
                    <a:p>
                      <a:pPr algn="ctr"/>
                      <a:r>
                        <a:rPr kumimoji="1" lang="en-US" altLang="ja-JP" sz="1200" dirty="0"/>
                        <a:t>11</a:t>
                      </a:r>
                      <a:r>
                        <a:rPr kumimoji="1" lang="ja-JP" altLang="en-US" sz="1200" dirty="0"/>
                        <a:t>月</a:t>
                      </a:r>
                    </a:p>
                  </a:txBody>
                  <a:tcPr anchor="ctr"/>
                </a:tc>
                <a:tc>
                  <a:txBody>
                    <a:bodyPr/>
                    <a:lstStyle/>
                    <a:p>
                      <a:pPr algn="ctr"/>
                      <a:r>
                        <a:rPr kumimoji="1" lang="en-US" altLang="ja-JP" sz="1200" dirty="0"/>
                        <a:t>12</a:t>
                      </a:r>
                      <a:r>
                        <a:rPr kumimoji="1" lang="ja-JP" altLang="en-US" sz="1200" dirty="0"/>
                        <a:t>月</a:t>
                      </a:r>
                    </a:p>
                  </a:txBody>
                  <a:tcPr anchor="ctr">
                    <a:lnR w="12700" cap="flat" cmpd="sng" algn="ctr">
                      <a:solidFill>
                        <a:schemeClr val="tx1"/>
                      </a:solidFill>
                      <a:prstDash val="solid"/>
                      <a:round/>
                      <a:headEnd type="none" w="med" len="med"/>
                      <a:tailEnd type="none" w="med" len="med"/>
                    </a:lnR>
                  </a:tcPr>
                </a:tc>
                <a:tc>
                  <a:txBody>
                    <a:bodyPr/>
                    <a:lstStyle/>
                    <a:p>
                      <a:pPr algn="ctr"/>
                      <a:r>
                        <a:rPr kumimoji="1" lang="en-US" altLang="ja-JP" sz="1200" dirty="0"/>
                        <a:t>1</a:t>
                      </a:r>
                      <a:r>
                        <a:rPr kumimoji="1" lang="ja-JP" altLang="en-US" sz="1200" dirty="0"/>
                        <a:t>月</a:t>
                      </a:r>
                    </a:p>
                  </a:txBody>
                  <a:tcPr anchor="ctr">
                    <a:lnL w="12700" cap="flat" cmpd="sng" algn="ctr">
                      <a:solidFill>
                        <a:schemeClr val="tx1"/>
                      </a:solidFill>
                      <a:prstDash val="solid"/>
                      <a:round/>
                      <a:headEnd type="none" w="med" len="med"/>
                      <a:tailEnd type="none" w="med" len="med"/>
                    </a:lnL>
                  </a:tcPr>
                </a:tc>
                <a:tc>
                  <a:txBody>
                    <a:bodyPr/>
                    <a:lstStyle/>
                    <a:p>
                      <a:pPr algn="ctr"/>
                      <a:r>
                        <a:rPr kumimoji="1" lang="en-US" altLang="ja-JP" sz="1200" dirty="0"/>
                        <a:t>2</a:t>
                      </a:r>
                      <a:r>
                        <a:rPr kumimoji="1" lang="ja-JP" altLang="en-US" sz="1200" dirty="0"/>
                        <a:t>月</a:t>
                      </a:r>
                    </a:p>
                  </a:txBody>
                  <a:tcPr anchor="ctr"/>
                </a:tc>
                <a:tc>
                  <a:txBody>
                    <a:bodyPr/>
                    <a:lstStyle/>
                    <a:p>
                      <a:pPr algn="ctr"/>
                      <a:r>
                        <a:rPr kumimoji="1" lang="en-US" altLang="ja-JP" sz="1200" dirty="0"/>
                        <a:t>3</a:t>
                      </a:r>
                      <a:r>
                        <a:rPr kumimoji="1" lang="ja-JP" altLang="en-US" sz="1200" dirty="0"/>
                        <a:t>月</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33935342"/>
                  </a:ext>
                </a:extLst>
              </a:tr>
              <a:tr h="801193">
                <a:tc gridSpan="2">
                  <a:txBody>
                    <a:bodyPr/>
                    <a:lstStyle/>
                    <a:p>
                      <a:pPr algn="ctr"/>
                      <a:r>
                        <a:rPr kumimoji="1" lang="ja-JP" altLang="en-US" sz="1200"/>
                        <a:t>イベント</a:t>
                      </a:r>
                      <a:endParaRPr kumimoji="1" lang="en-US" altLang="ja-JP" sz="1200"/>
                    </a:p>
                  </a:txBody>
                  <a:tcPr vert="eaVert" anchor="ctr">
                    <a:solidFill>
                      <a:schemeClr val="bg2">
                        <a:lumMod val="90000"/>
                      </a:schemeClr>
                    </a:solidFill>
                  </a:tcPr>
                </a:tc>
                <a:tc hMerge="1">
                  <a:txBody>
                    <a:bodyPr/>
                    <a:lstStyle/>
                    <a:p>
                      <a:pPr algn="ctr"/>
                      <a:endParaRPr kumimoji="1" lang="en-US" altLang="ja-JP" sz="1200"/>
                    </a:p>
                  </a:txBody>
                  <a:tcPr anchor="ctr">
                    <a:solidFill>
                      <a:schemeClr val="bg2">
                        <a:lumMod val="90000"/>
                      </a:schemeClr>
                    </a:solid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tc>
                  <a:txBody>
                    <a:bodyPr/>
                    <a:lstStyle/>
                    <a:p>
                      <a:pPr algn="ctr"/>
                      <a:endParaRPr kumimoji="1" lang="ja-JP" altLang="en-US" sz="1200"/>
                    </a:p>
                  </a:txBody>
                  <a:tcPr anchor="ctr">
                    <a:noFill/>
                  </a:tcPr>
                </a:tc>
                <a:extLst>
                  <a:ext uri="{0D108BD9-81ED-4DB2-BD59-A6C34878D82A}">
                    <a16:rowId xmlns:a16="http://schemas.microsoft.com/office/drawing/2014/main" val="2464252045"/>
                  </a:ext>
                </a:extLst>
              </a:tr>
              <a:tr h="838959">
                <a:tc rowSpan="3">
                  <a:txBody>
                    <a:bodyPr/>
                    <a:lstStyle/>
                    <a:p>
                      <a:pPr algn="ctr"/>
                      <a:r>
                        <a:rPr kumimoji="1" lang="ja-JP" altLang="en-US" sz="1200" dirty="0"/>
                        <a:t>開発概要・千葉</a:t>
                      </a:r>
                      <a:endParaRPr kumimoji="1" lang="en-US" altLang="ja-JP" sz="1200" dirty="0"/>
                    </a:p>
                  </a:txBody>
                  <a:tcPr anchor="ctr">
                    <a:solidFill>
                      <a:schemeClr val="bg2">
                        <a:lumMod val="90000"/>
                      </a:schemeClr>
                    </a:solidFill>
                  </a:tcPr>
                </a:tc>
                <a:tc>
                  <a:txBody>
                    <a:bodyPr/>
                    <a:lstStyle/>
                    <a:p>
                      <a:pPr algn="ctr"/>
                      <a:r>
                        <a:rPr kumimoji="1" lang="ja-JP" altLang="en-US" sz="1200"/>
                        <a:t>エンジン</a:t>
                      </a:r>
                    </a:p>
                  </a:txBody>
                  <a:tcPr anchor="ctr">
                    <a:solidFill>
                      <a:schemeClr val="bg2">
                        <a:lumMod val="90000"/>
                      </a:schemeClr>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extLst>
                  <a:ext uri="{0D108BD9-81ED-4DB2-BD59-A6C34878D82A}">
                    <a16:rowId xmlns:a16="http://schemas.microsoft.com/office/drawing/2014/main" val="1393267108"/>
                  </a:ext>
                </a:extLst>
              </a:tr>
              <a:tr h="1558953">
                <a:tc vMerge="1">
                  <a:txBody>
                    <a:bodyPr/>
                    <a:lstStyle/>
                    <a:p>
                      <a:pPr algn="ctr"/>
                      <a:endParaRPr kumimoji="1" lang="ja-JP" altLang="en-US" sz="1200"/>
                    </a:p>
                  </a:txBody>
                  <a:tcPr anchor="ctr">
                    <a:solidFill>
                      <a:schemeClr val="bg2">
                        <a:lumMod val="90000"/>
                      </a:schemeClr>
                    </a:solidFill>
                  </a:tcPr>
                </a:tc>
                <a:tc>
                  <a:txBody>
                    <a:bodyPr/>
                    <a:lstStyle/>
                    <a:p>
                      <a:pPr algn="ctr"/>
                      <a:r>
                        <a:rPr kumimoji="1" lang="ja-JP" altLang="en-US" sz="1200"/>
                        <a:t>画面</a:t>
                      </a:r>
                    </a:p>
                  </a:txBody>
                  <a:tcPr anchor="ctr">
                    <a:solidFill>
                      <a:schemeClr val="bg2">
                        <a:lumMod val="90000"/>
                      </a:schemeClr>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extLst>
                  <a:ext uri="{0D108BD9-81ED-4DB2-BD59-A6C34878D82A}">
                    <a16:rowId xmlns:a16="http://schemas.microsoft.com/office/drawing/2014/main" val="773513422"/>
                  </a:ext>
                </a:extLst>
              </a:tr>
              <a:tr h="1313561">
                <a:tc vMerge="1">
                  <a:txBody>
                    <a:bodyPr/>
                    <a:lstStyle/>
                    <a:p>
                      <a:pPr algn="ctr"/>
                      <a:endParaRPr kumimoji="1" lang="ja-JP" altLang="en-US" sz="1200"/>
                    </a:p>
                  </a:txBody>
                  <a:tcPr anchor="ctr">
                    <a:solidFill>
                      <a:schemeClr val="bg2">
                        <a:lumMod val="90000"/>
                      </a:schemeClr>
                    </a:solidFill>
                  </a:tcPr>
                </a:tc>
                <a:tc>
                  <a:txBody>
                    <a:bodyPr/>
                    <a:lstStyle/>
                    <a:p>
                      <a:pPr algn="ctr"/>
                      <a:r>
                        <a:rPr kumimoji="1" lang="ja-JP" altLang="en-US" sz="1200"/>
                        <a:t>インフラ</a:t>
                      </a:r>
                    </a:p>
                  </a:txBody>
                  <a:tcPr anchor="ctr">
                    <a:solidFill>
                      <a:schemeClr val="bg2">
                        <a:lumMod val="90000"/>
                      </a:schemeClr>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dirty="0">
                        <a:highlight>
                          <a:srgbClr val="FFFFFF"/>
                        </a:highlight>
                      </a:endParaRPr>
                    </a:p>
                  </a:txBody>
                  <a:tcPr anchor="ctr">
                    <a:solidFill>
                      <a:schemeClr val="bg1"/>
                    </a:solidFill>
                  </a:tcPr>
                </a:tc>
                <a:tc>
                  <a:txBody>
                    <a:bodyPr/>
                    <a:lstStyle/>
                    <a:p>
                      <a:pPr algn="ctr"/>
                      <a:endParaRPr kumimoji="1" lang="ja-JP" altLang="en-US" sz="1200" dirty="0">
                        <a:highlight>
                          <a:srgbClr val="FFFFFF"/>
                        </a:highlight>
                      </a:endParaRPr>
                    </a:p>
                  </a:txBody>
                  <a:tcPr anchor="ctr">
                    <a:solidFill>
                      <a:schemeClr val="bg1"/>
                    </a:solidFill>
                  </a:tcPr>
                </a:tc>
                <a:tc>
                  <a:txBody>
                    <a:bodyPr/>
                    <a:lstStyle/>
                    <a:p>
                      <a:pPr algn="ctr"/>
                      <a:endParaRPr kumimoji="1" lang="ja-JP" altLang="en-US" sz="1200" dirty="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a:highlight>
                          <a:srgbClr val="FFFFFF"/>
                        </a:highlight>
                      </a:endParaRPr>
                    </a:p>
                  </a:txBody>
                  <a:tcPr anchor="ctr">
                    <a:solidFill>
                      <a:schemeClr val="bg1"/>
                    </a:solidFill>
                  </a:tcPr>
                </a:tc>
                <a:tc>
                  <a:txBody>
                    <a:bodyPr/>
                    <a:lstStyle/>
                    <a:p>
                      <a:pPr algn="ctr"/>
                      <a:endParaRPr kumimoji="1" lang="ja-JP" altLang="en-US" sz="1200" dirty="0">
                        <a:highlight>
                          <a:srgbClr val="FFFFFF"/>
                        </a:highlight>
                      </a:endParaRPr>
                    </a:p>
                  </a:txBody>
                  <a:tcPr anchor="ctr">
                    <a:solidFill>
                      <a:schemeClr val="bg1"/>
                    </a:solidFill>
                  </a:tcPr>
                </a:tc>
                <a:extLst>
                  <a:ext uri="{0D108BD9-81ED-4DB2-BD59-A6C34878D82A}">
                    <a16:rowId xmlns:a16="http://schemas.microsoft.com/office/drawing/2014/main" val="2054673956"/>
                  </a:ext>
                </a:extLst>
              </a:tr>
            </a:tbl>
          </a:graphicData>
        </a:graphic>
      </p:graphicFrame>
      <p:sp>
        <p:nvSpPr>
          <p:cNvPr id="11" name="四角形: 角を丸くする 10">
            <a:extLst>
              <a:ext uri="{FF2B5EF4-FFF2-40B4-BE49-F238E27FC236}">
                <a16:creationId xmlns:a16="http://schemas.microsoft.com/office/drawing/2014/main" id="{5BCDDC7E-3253-B7F1-C986-E7DBE922254E}"/>
              </a:ext>
            </a:extLst>
          </p:cNvPr>
          <p:cNvSpPr/>
          <p:nvPr/>
        </p:nvSpPr>
        <p:spPr bwMode="auto">
          <a:xfrm>
            <a:off x="7617296" y="5481816"/>
            <a:ext cx="1957326" cy="1019720"/>
          </a:xfrm>
          <a:prstGeom prst="roundRect">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青・・サイプレス主体</a:t>
            </a:r>
            <a:endParaRPr lang="en-US" altLang="ja-JP" sz="900" dirty="0">
              <a:solidFill>
                <a:srgbClr val="4D4D4D"/>
              </a:solidFill>
              <a:latin typeface="メイリオ" pitchFamily="50" charset="-128"/>
              <a:ea typeface="メイリオ" pitchFamily="50" charset="-128"/>
              <a:cs typeface="メイリオ" pitchFamily="50" charset="-128"/>
            </a:endParaRPr>
          </a:p>
          <a:p>
            <a:pPr algn="just">
              <a:lnSpc>
                <a:spcPct val="140000"/>
              </a:lnSpc>
              <a:spcBef>
                <a:spcPct val="0"/>
              </a:spcBef>
              <a:spcAft>
                <a:spcPts val="600"/>
              </a:spcAft>
            </a:pPr>
            <a:r>
              <a:rPr lang="ja-JP" altLang="en-US" sz="900">
                <a:solidFill>
                  <a:srgbClr val="4D4D4D"/>
                </a:solidFill>
                <a:latin typeface="メイリオ" pitchFamily="50" charset="-128"/>
                <a:ea typeface="メイリオ" pitchFamily="50" charset="-128"/>
                <a:cs typeface="メイリオ" pitchFamily="50" charset="-128"/>
              </a:rPr>
              <a:t>ピンク・・　出光主体</a:t>
            </a:r>
            <a:endParaRPr lang="en-US" altLang="ja-JP" sz="900" dirty="0">
              <a:solidFill>
                <a:srgbClr val="4D4D4D"/>
              </a:solidFill>
              <a:latin typeface="メイリオ" pitchFamily="50" charset="-128"/>
              <a:ea typeface="メイリオ" pitchFamily="50" charset="-128"/>
              <a:cs typeface="メイリオ" pitchFamily="50" charset="-128"/>
            </a:endParaRPr>
          </a:p>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黒</a:t>
            </a:r>
            <a:r>
              <a:rPr kumimoji="1" lang="ja-JP" altLang="en-US" sz="900" dirty="0">
                <a:solidFill>
                  <a:srgbClr val="4D4D4D"/>
                </a:solidFill>
                <a:latin typeface="メイリオ" pitchFamily="50" charset="-128"/>
                <a:ea typeface="メイリオ" pitchFamily="50" charset="-128"/>
                <a:cs typeface="メイリオ" pitchFamily="50" charset="-128"/>
              </a:rPr>
              <a:t>・・弊社以外</a:t>
            </a:r>
          </a:p>
        </p:txBody>
      </p:sp>
      <p:sp>
        <p:nvSpPr>
          <p:cNvPr id="7" name="矢印: 五方向 6">
            <a:extLst>
              <a:ext uri="{FF2B5EF4-FFF2-40B4-BE49-F238E27FC236}">
                <a16:creationId xmlns:a16="http://schemas.microsoft.com/office/drawing/2014/main" id="{B8DC102A-983D-7A4E-2084-3C7F304E9D97}"/>
              </a:ext>
            </a:extLst>
          </p:cNvPr>
          <p:cNvSpPr/>
          <p:nvPr/>
        </p:nvSpPr>
        <p:spPr bwMode="auto">
          <a:xfrm>
            <a:off x="3371063" y="3648085"/>
            <a:ext cx="268750" cy="1417614"/>
          </a:xfrm>
          <a:prstGeom prst="homePlate">
            <a:avLst>
              <a:gd name="adj" fmla="val 19093"/>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eaVert" wrap="none" lIns="108000" tIns="108000" rIns="108000" bIns="90000" numCol="1" spcCol="0" rtlCol="0" fromWordArt="0" anchor="ctr" anchorCtr="0" forceAA="0" compatLnSpc="1">
            <a:prstTxWarp prst="textNoShape">
              <a:avLst/>
            </a:prstTxWarp>
            <a:noAutofit/>
          </a:bodyPr>
          <a:lstStyle/>
          <a:p>
            <a:pPr algn="ctr">
              <a:lnSpc>
                <a:spcPts val="1440"/>
              </a:lnSpc>
              <a:spcBef>
                <a:spcPct val="0"/>
              </a:spcBef>
            </a:pPr>
            <a:r>
              <a:rPr kumimoji="1" lang="en-US" altLang="ja-JP" sz="1100" b="1" dirty="0">
                <a:solidFill>
                  <a:schemeClr val="bg1"/>
                </a:solidFill>
                <a:latin typeface="メイリオ" pitchFamily="50" charset="-128"/>
                <a:ea typeface="メイリオ" pitchFamily="50" charset="-128"/>
                <a:cs typeface="メイリオ" pitchFamily="50" charset="-128"/>
              </a:rPr>
              <a:t>DB</a:t>
            </a:r>
            <a:r>
              <a:rPr kumimoji="1" lang="ja-JP" altLang="en-US" sz="1100" b="1" dirty="0">
                <a:solidFill>
                  <a:schemeClr val="bg1"/>
                </a:solidFill>
                <a:latin typeface="メイリオ" pitchFamily="50" charset="-128"/>
                <a:ea typeface="メイリオ" pitchFamily="50" charset="-128"/>
                <a:cs typeface="メイリオ" pitchFamily="50" charset="-128"/>
              </a:rPr>
              <a:t>新設</a:t>
            </a:r>
            <a:endParaRPr kumimoji="1" lang="en-US" altLang="ja-JP" sz="1100" b="1" dirty="0">
              <a:solidFill>
                <a:schemeClr val="bg1"/>
              </a:solidFill>
              <a:latin typeface="メイリオ" pitchFamily="50" charset="-128"/>
              <a:ea typeface="メイリオ" pitchFamily="50" charset="-128"/>
              <a:cs typeface="メイリオ" pitchFamily="50" charset="-128"/>
            </a:endParaRPr>
          </a:p>
        </p:txBody>
      </p:sp>
      <p:sp>
        <p:nvSpPr>
          <p:cNvPr id="8" name="矢印: 五方向 7">
            <a:extLst>
              <a:ext uri="{FF2B5EF4-FFF2-40B4-BE49-F238E27FC236}">
                <a16:creationId xmlns:a16="http://schemas.microsoft.com/office/drawing/2014/main" id="{BFEA4AB5-0543-A967-B1EE-2414866C897C}"/>
              </a:ext>
            </a:extLst>
          </p:cNvPr>
          <p:cNvSpPr/>
          <p:nvPr/>
        </p:nvSpPr>
        <p:spPr bwMode="auto">
          <a:xfrm>
            <a:off x="2238869" y="5748886"/>
            <a:ext cx="974899" cy="498427"/>
          </a:xfrm>
          <a:prstGeom prst="homePlate">
            <a:avLst>
              <a:gd name="adj" fmla="val 19093"/>
            </a:avLst>
          </a:prstGeom>
          <a:ln/>
        </p:spPr>
        <p:style>
          <a:lnRef idx="0">
            <a:schemeClr val="dk1"/>
          </a:lnRef>
          <a:fillRef idx="3">
            <a:schemeClr val="dk1"/>
          </a:fillRef>
          <a:effectRef idx="3">
            <a:schemeClr val="dk1"/>
          </a:effectRef>
          <a:fontRef idx="minor">
            <a:schemeClr val="lt1"/>
          </a:fontRef>
        </p:style>
        <p:txBody>
          <a:bodyPr rot="0" spcFirstLastPara="0" vertOverflow="overflow" horzOverflow="overflow" vert="horz" wrap="none" lIns="108000" tIns="108000" rIns="108000" bIns="90000" numCol="1" spcCol="0" rtlCol="0" fromWordArt="0" anchor="ctr" anchorCtr="0" forceAA="0" compatLnSpc="1">
            <a:prstTxWarp prst="textNoShape">
              <a:avLst/>
            </a:prstTxWarp>
            <a:noAutofit/>
          </a:bodyPr>
          <a:lstStyle/>
          <a:p>
            <a:pPr algn="ctr">
              <a:lnSpc>
                <a:spcPts val="1440"/>
              </a:lnSpc>
              <a:spcBef>
                <a:spcPct val="0"/>
              </a:spcBef>
            </a:pPr>
            <a:r>
              <a:rPr lang="en-US" altLang="ja-JP" sz="1100" b="1" dirty="0">
                <a:solidFill>
                  <a:schemeClr val="bg1"/>
                </a:solidFill>
                <a:latin typeface="メイリオ" pitchFamily="50" charset="-128"/>
                <a:ea typeface="メイリオ" pitchFamily="50" charset="-128"/>
                <a:cs typeface="メイリオ" pitchFamily="50" charset="-128"/>
              </a:rPr>
              <a:t>DB</a:t>
            </a:r>
            <a:r>
              <a:rPr lang="ja-JP" altLang="en-US" sz="1100" b="1" dirty="0">
                <a:solidFill>
                  <a:schemeClr val="bg1"/>
                </a:solidFill>
                <a:latin typeface="メイリオ" pitchFamily="50" charset="-128"/>
                <a:ea typeface="メイリオ" pitchFamily="50" charset="-128"/>
                <a:cs typeface="メイリオ" pitchFamily="50" charset="-128"/>
              </a:rPr>
              <a:t>環境</a:t>
            </a:r>
            <a:endParaRPr lang="en-US" altLang="ja-JP" sz="1100" b="1" dirty="0">
              <a:solidFill>
                <a:schemeClr val="bg1"/>
              </a:solidFill>
              <a:latin typeface="メイリオ" pitchFamily="50" charset="-128"/>
              <a:ea typeface="メイリオ" pitchFamily="50" charset="-128"/>
              <a:cs typeface="メイリオ" pitchFamily="50" charset="-128"/>
            </a:endParaRPr>
          </a:p>
          <a:p>
            <a:pPr algn="ctr">
              <a:lnSpc>
                <a:spcPts val="1440"/>
              </a:lnSpc>
              <a:spcBef>
                <a:spcPct val="0"/>
              </a:spcBef>
            </a:pPr>
            <a:r>
              <a:rPr lang="ja-JP" altLang="en-US" sz="1100" b="1" dirty="0">
                <a:solidFill>
                  <a:schemeClr val="bg1"/>
                </a:solidFill>
                <a:latin typeface="メイリオ" pitchFamily="50" charset="-128"/>
                <a:ea typeface="メイリオ" pitchFamily="50" charset="-128"/>
                <a:cs typeface="メイリオ" pitchFamily="50" charset="-128"/>
              </a:rPr>
              <a:t>構築</a:t>
            </a:r>
            <a:endParaRPr lang="en-US" altLang="ja-JP" sz="1100" b="1" dirty="0">
              <a:solidFill>
                <a:schemeClr val="bg1"/>
              </a:solidFill>
              <a:latin typeface="メイリオ" pitchFamily="50" charset="-128"/>
              <a:ea typeface="メイリオ" pitchFamily="50" charset="-128"/>
              <a:cs typeface="メイリオ" pitchFamily="50" charset="-128"/>
            </a:endParaRPr>
          </a:p>
        </p:txBody>
      </p:sp>
      <p:cxnSp>
        <p:nvCxnSpPr>
          <p:cNvPr id="13" name="コネクタ: カギ線 12">
            <a:extLst>
              <a:ext uri="{FF2B5EF4-FFF2-40B4-BE49-F238E27FC236}">
                <a16:creationId xmlns:a16="http://schemas.microsoft.com/office/drawing/2014/main" id="{29567DA6-063F-5941-F99F-9178A4BC90F8}"/>
              </a:ext>
            </a:extLst>
          </p:cNvPr>
          <p:cNvCxnSpPr>
            <a:cxnSpLocks/>
            <a:stCxn id="8" idx="3"/>
            <a:endCxn id="7" idx="2"/>
          </p:cNvCxnSpPr>
          <p:nvPr/>
        </p:nvCxnSpPr>
        <p:spPr>
          <a:xfrm flipV="1">
            <a:off x="3213768" y="5065699"/>
            <a:ext cx="266014" cy="932401"/>
          </a:xfrm>
          <a:prstGeom prst="bentConnector2">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69386E5-29B1-D1B2-9CEE-6AC066EF811A}"/>
              </a:ext>
            </a:extLst>
          </p:cNvPr>
          <p:cNvSpPr txBox="1"/>
          <p:nvPr/>
        </p:nvSpPr>
        <p:spPr>
          <a:xfrm>
            <a:off x="11069" y="751056"/>
            <a:ext cx="9629847" cy="280846"/>
          </a:xfrm>
          <a:prstGeom prst="rect">
            <a:avLst/>
          </a:prstGeom>
          <a:noFill/>
        </p:spPr>
        <p:txBody>
          <a:bodyPr wrap="square">
            <a:spAutoFit/>
          </a:bodyPr>
          <a:lstStyle/>
          <a:p>
            <a:pPr lvl="1" algn="just">
              <a:lnSpc>
                <a:spcPts val="1400"/>
              </a:lnSpc>
              <a:spcAft>
                <a:spcPts val="600"/>
              </a:spcAft>
            </a:pPr>
            <a:r>
              <a:rPr lang="ja-JP" altLang="en-US" sz="1400" b="1" dirty="0">
                <a:latin typeface="+mn-ea"/>
                <a:cs typeface="メイリオ" pitchFamily="50" charset="-128"/>
              </a:rPr>
              <a:t>・インフラの環境構築の遅延等の他責により、対応期間を超える場合は対応可否を</a:t>
            </a:r>
            <a:r>
              <a:rPr lang="en-US" altLang="ja-JP" sz="1400" b="1" dirty="0">
                <a:latin typeface="+mn-ea"/>
                <a:cs typeface="メイリオ" pitchFamily="50" charset="-128"/>
              </a:rPr>
              <a:t>EXE</a:t>
            </a:r>
            <a:r>
              <a:rPr lang="ja-JP" altLang="en-US" sz="1400" b="1" dirty="0">
                <a:latin typeface="+mn-ea"/>
                <a:cs typeface="メイリオ" pitchFamily="50" charset="-128"/>
              </a:rPr>
              <a:t>様と協議させて頂きます。</a:t>
            </a:r>
            <a:endParaRPr lang="en-US" altLang="ja-JP" sz="1400" b="1" dirty="0">
              <a:latin typeface="+mn-ea"/>
              <a:cs typeface="メイリオ" pitchFamily="50" charset="-128"/>
            </a:endParaRPr>
          </a:p>
        </p:txBody>
      </p:sp>
      <p:sp>
        <p:nvSpPr>
          <p:cNvPr id="12" name="矢印: 五方向 11">
            <a:extLst>
              <a:ext uri="{FF2B5EF4-FFF2-40B4-BE49-F238E27FC236}">
                <a16:creationId xmlns:a16="http://schemas.microsoft.com/office/drawing/2014/main" id="{51BB8928-D6B0-4E85-B531-CD85158BBB03}"/>
              </a:ext>
            </a:extLst>
          </p:cNvPr>
          <p:cNvSpPr/>
          <p:nvPr/>
        </p:nvSpPr>
        <p:spPr bwMode="auto">
          <a:xfrm>
            <a:off x="3689176" y="2819993"/>
            <a:ext cx="369618" cy="2245706"/>
          </a:xfrm>
          <a:prstGeom prst="homePlate">
            <a:avLst>
              <a:gd name="adj" fmla="val 19093"/>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eaVert" wrap="none" lIns="108000" tIns="108000" rIns="108000" bIns="90000" numCol="1" spcCol="0" rtlCol="0" fromWordArt="0" anchor="ctr" anchorCtr="0" forceAA="0" compatLnSpc="1">
            <a:prstTxWarp prst="textNoShape">
              <a:avLst/>
            </a:prstTxWarp>
            <a:noAutofit/>
          </a:bodyPr>
          <a:lstStyle/>
          <a:p>
            <a:pPr algn="ctr">
              <a:lnSpc>
                <a:spcPts val="1440"/>
              </a:lnSpc>
              <a:spcBef>
                <a:spcPct val="0"/>
              </a:spcBef>
            </a:pPr>
            <a:r>
              <a:rPr kumimoji="1" lang="en-US" altLang="ja-JP" sz="1100" b="1" dirty="0">
                <a:solidFill>
                  <a:schemeClr val="bg1"/>
                </a:solidFill>
                <a:latin typeface="メイリオ" pitchFamily="50" charset="-128"/>
                <a:ea typeface="メイリオ" pitchFamily="50" charset="-128"/>
                <a:cs typeface="メイリオ" pitchFamily="50" charset="-128"/>
              </a:rPr>
              <a:t>AP</a:t>
            </a:r>
            <a:r>
              <a:rPr kumimoji="1" lang="ja-JP" altLang="en-US" sz="1100" b="1" dirty="0">
                <a:solidFill>
                  <a:schemeClr val="bg1"/>
                </a:solidFill>
                <a:latin typeface="メイリオ" pitchFamily="50" charset="-128"/>
                <a:ea typeface="メイリオ" pitchFamily="50" charset="-128"/>
                <a:cs typeface="メイリオ" pitchFamily="50" charset="-128"/>
              </a:rPr>
              <a:t>移設</a:t>
            </a:r>
            <a:endParaRPr kumimoji="1" lang="en-US" altLang="ja-JP" sz="1100" b="1" dirty="0">
              <a:solidFill>
                <a:schemeClr val="bg1"/>
              </a:solidFill>
              <a:latin typeface="メイリオ" pitchFamily="50" charset="-128"/>
              <a:ea typeface="メイリオ" pitchFamily="50" charset="-128"/>
              <a:cs typeface="メイリオ" pitchFamily="50" charset="-128"/>
            </a:endParaRPr>
          </a:p>
        </p:txBody>
      </p:sp>
      <p:sp>
        <p:nvSpPr>
          <p:cNvPr id="21" name="矢印: 五方向 20">
            <a:extLst>
              <a:ext uri="{FF2B5EF4-FFF2-40B4-BE49-F238E27FC236}">
                <a16:creationId xmlns:a16="http://schemas.microsoft.com/office/drawing/2014/main" id="{FF07F23F-5471-DDB3-635B-B790CBAA2184}"/>
              </a:ext>
            </a:extLst>
          </p:cNvPr>
          <p:cNvSpPr/>
          <p:nvPr/>
        </p:nvSpPr>
        <p:spPr bwMode="auto">
          <a:xfrm>
            <a:off x="5532498" y="3655863"/>
            <a:ext cx="358374" cy="1403119"/>
          </a:xfrm>
          <a:prstGeom prst="homePlate">
            <a:avLst>
              <a:gd name="adj" fmla="val 19093"/>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eaVert" wrap="none" lIns="108000" tIns="108000" rIns="108000" bIns="90000" numCol="1" spcCol="0" rtlCol="0" fromWordArt="0" anchor="ctr" anchorCtr="0" forceAA="0" compatLnSpc="1">
            <a:prstTxWarp prst="textNoShape">
              <a:avLst/>
            </a:prstTxWarp>
            <a:noAutofit/>
          </a:bodyPr>
          <a:lstStyle/>
          <a:p>
            <a:pPr algn="ctr">
              <a:lnSpc>
                <a:spcPts val="1440"/>
              </a:lnSpc>
              <a:spcBef>
                <a:spcPct val="0"/>
              </a:spcBef>
            </a:pPr>
            <a:r>
              <a:rPr lang="ja-JP" altLang="en-US" sz="1100" b="1" dirty="0">
                <a:solidFill>
                  <a:schemeClr val="bg1"/>
                </a:solidFill>
                <a:latin typeface="メイリオ" pitchFamily="50" charset="-128"/>
                <a:ea typeface="メイリオ" pitchFamily="50" charset="-128"/>
                <a:cs typeface="メイリオ" pitchFamily="50" charset="-128"/>
              </a:rPr>
              <a:t>初期流動</a:t>
            </a:r>
            <a:endParaRPr kumimoji="1" lang="en-US" altLang="ja-JP" sz="1100" b="1" dirty="0">
              <a:solidFill>
                <a:schemeClr val="bg1"/>
              </a:solidFill>
              <a:latin typeface="メイリオ" pitchFamily="50" charset="-128"/>
              <a:ea typeface="メイリオ" pitchFamily="50" charset="-128"/>
              <a:cs typeface="メイリオ" pitchFamily="50" charset="-128"/>
            </a:endParaRPr>
          </a:p>
        </p:txBody>
      </p:sp>
      <p:sp>
        <p:nvSpPr>
          <p:cNvPr id="22" name="矢印: 五方向 21">
            <a:extLst>
              <a:ext uri="{FF2B5EF4-FFF2-40B4-BE49-F238E27FC236}">
                <a16:creationId xmlns:a16="http://schemas.microsoft.com/office/drawing/2014/main" id="{9C0523E9-CF89-E2A2-7A90-9FB6D32516C5}"/>
              </a:ext>
            </a:extLst>
          </p:cNvPr>
          <p:cNvSpPr/>
          <p:nvPr/>
        </p:nvSpPr>
        <p:spPr bwMode="auto">
          <a:xfrm>
            <a:off x="5001496" y="2819992"/>
            <a:ext cx="511081" cy="2245705"/>
          </a:xfrm>
          <a:prstGeom prst="homePlate">
            <a:avLst>
              <a:gd name="adj" fmla="val 19093"/>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eaVert" wrap="none" lIns="108000" tIns="108000" rIns="108000" bIns="90000" numCol="1" spcCol="0" rtlCol="0" fromWordArt="0" anchor="ctr" anchorCtr="0" forceAA="0" compatLnSpc="1">
            <a:prstTxWarp prst="textNoShape">
              <a:avLst/>
            </a:prstTxWarp>
            <a:noAutofit/>
          </a:bodyPr>
          <a:lstStyle/>
          <a:p>
            <a:pPr algn="ctr">
              <a:lnSpc>
                <a:spcPts val="1440"/>
              </a:lnSpc>
              <a:spcBef>
                <a:spcPct val="0"/>
              </a:spcBef>
            </a:pPr>
            <a:r>
              <a:rPr kumimoji="1" lang="ja-JP" altLang="en-US" sz="1100" b="1" dirty="0">
                <a:solidFill>
                  <a:schemeClr val="bg1"/>
                </a:solidFill>
                <a:latin typeface="メイリオ" pitchFamily="50" charset="-128"/>
                <a:ea typeface="メイリオ" pitchFamily="50" charset="-128"/>
                <a:cs typeface="メイリオ" pitchFamily="50" charset="-128"/>
              </a:rPr>
              <a:t>切替</a:t>
            </a:r>
            <a:endParaRPr kumimoji="1" lang="en-US" altLang="ja-JP" sz="1100" b="1" dirty="0">
              <a:solidFill>
                <a:schemeClr val="bg1"/>
              </a:solidFill>
              <a:latin typeface="メイリオ" pitchFamily="50" charset="-128"/>
              <a:ea typeface="メイリオ" pitchFamily="50" charset="-128"/>
              <a:cs typeface="メイリオ" pitchFamily="50" charset="-128"/>
            </a:endParaRPr>
          </a:p>
        </p:txBody>
      </p:sp>
      <p:sp>
        <p:nvSpPr>
          <p:cNvPr id="23" name="フローチャート: 抜出し 22">
            <a:extLst>
              <a:ext uri="{FF2B5EF4-FFF2-40B4-BE49-F238E27FC236}">
                <a16:creationId xmlns:a16="http://schemas.microsoft.com/office/drawing/2014/main" id="{B1EEC485-4E1A-1836-8E82-E0BEAECA9669}"/>
              </a:ext>
            </a:extLst>
          </p:cNvPr>
          <p:cNvSpPr/>
          <p:nvPr/>
        </p:nvSpPr>
        <p:spPr bwMode="auto">
          <a:xfrm>
            <a:off x="5408456" y="2008517"/>
            <a:ext cx="144016" cy="144016"/>
          </a:xfrm>
          <a:prstGeom prst="flowChartExtract">
            <a:avLst/>
          </a:prstGeom>
          <a:solidFill>
            <a:schemeClr val="accent3"/>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24" name="フローチャート: 抜出し 23">
            <a:extLst>
              <a:ext uri="{FF2B5EF4-FFF2-40B4-BE49-F238E27FC236}">
                <a16:creationId xmlns:a16="http://schemas.microsoft.com/office/drawing/2014/main" id="{DCA85313-F77A-661A-DE32-401FD427353B}"/>
              </a:ext>
            </a:extLst>
          </p:cNvPr>
          <p:cNvSpPr/>
          <p:nvPr/>
        </p:nvSpPr>
        <p:spPr bwMode="auto">
          <a:xfrm>
            <a:off x="7134020" y="1959808"/>
            <a:ext cx="144016" cy="144016"/>
          </a:xfrm>
          <a:prstGeom prst="flowChartExtract">
            <a:avLst/>
          </a:prstGeom>
          <a:solidFill>
            <a:schemeClr val="accent3"/>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25" name="テキスト ボックス 24">
            <a:extLst>
              <a:ext uri="{FF2B5EF4-FFF2-40B4-BE49-F238E27FC236}">
                <a16:creationId xmlns:a16="http://schemas.microsoft.com/office/drawing/2014/main" id="{95DD97D4-374A-B7D0-EDC0-41A0B46572B5}"/>
              </a:ext>
            </a:extLst>
          </p:cNvPr>
          <p:cNvSpPr txBox="1"/>
          <p:nvPr/>
        </p:nvSpPr>
        <p:spPr>
          <a:xfrm>
            <a:off x="5302646" y="2161318"/>
            <a:ext cx="412945" cy="215444"/>
          </a:xfrm>
          <a:prstGeom prst="rect">
            <a:avLst/>
          </a:prstGeom>
          <a:noFill/>
        </p:spPr>
        <p:txBody>
          <a:bodyPr wrap="square" rtlCol="0">
            <a:spAutoFit/>
          </a:bodyPr>
          <a:lstStyle/>
          <a:p>
            <a:r>
              <a:rPr kumimoji="1" lang="ja-JP" altLang="en-US" sz="800" b="1"/>
              <a:t>切替</a:t>
            </a:r>
          </a:p>
        </p:txBody>
      </p:sp>
      <p:sp>
        <p:nvSpPr>
          <p:cNvPr id="26" name="テキスト ボックス 25">
            <a:extLst>
              <a:ext uri="{FF2B5EF4-FFF2-40B4-BE49-F238E27FC236}">
                <a16:creationId xmlns:a16="http://schemas.microsoft.com/office/drawing/2014/main" id="{D2687D57-2FC2-16D4-E509-41C99FA0093D}"/>
              </a:ext>
            </a:extLst>
          </p:cNvPr>
          <p:cNvSpPr txBox="1"/>
          <p:nvPr/>
        </p:nvSpPr>
        <p:spPr>
          <a:xfrm>
            <a:off x="6863990" y="2103824"/>
            <a:ext cx="828092" cy="215444"/>
          </a:xfrm>
          <a:prstGeom prst="rect">
            <a:avLst/>
          </a:prstGeom>
          <a:noFill/>
        </p:spPr>
        <p:txBody>
          <a:bodyPr wrap="square" rtlCol="0">
            <a:spAutoFit/>
          </a:bodyPr>
          <a:lstStyle/>
          <a:p>
            <a:r>
              <a:rPr kumimoji="1" lang="ja-JP" altLang="en-US" sz="800" b="1"/>
              <a:t>旧環境停止</a:t>
            </a:r>
          </a:p>
        </p:txBody>
      </p:sp>
      <p:sp>
        <p:nvSpPr>
          <p:cNvPr id="28" name="フローチャート: 抜出し 27">
            <a:extLst>
              <a:ext uri="{FF2B5EF4-FFF2-40B4-BE49-F238E27FC236}">
                <a16:creationId xmlns:a16="http://schemas.microsoft.com/office/drawing/2014/main" id="{FE7CBA68-F212-E269-21CA-D4F16304F988}"/>
              </a:ext>
            </a:extLst>
          </p:cNvPr>
          <p:cNvSpPr/>
          <p:nvPr/>
        </p:nvSpPr>
        <p:spPr bwMode="auto">
          <a:xfrm>
            <a:off x="8044725" y="1906990"/>
            <a:ext cx="144016" cy="144016"/>
          </a:xfrm>
          <a:prstGeom prst="flowChartExtract">
            <a:avLst/>
          </a:prstGeom>
          <a:solidFill>
            <a:schemeClr val="accent3"/>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29" name="テキスト ボックス 28">
            <a:extLst>
              <a:ext uri="{FF2B5EF4-FFF2-40B4-BE49-F238E27FC236}">
                <a16:creationId xmlns:a16="http://schemas.microsoft.com/office/drawing/2014/main" id="{C3018AE7-3B4A-A62A-77B1-F875F6EBC66B}"/>
              </a:ext>
            </a:extLst>
          </p:cNvPr>
          <p:cNvSpPr txBox="1"/>
          <p:nvPr/>
        </p:nvSpPr>
        <p:spPr>
          <a:xfrm>
            <a:off x="7855201" y="2038208"/>
            <a:ext cx="592965" cy="338554"/>
          </a:xfrm>
          <a:prstGeom prst="rect">
            <a:avLst/>
          </a:prstGeom>
          <a:noFill/>
        </p:spPr>
        <p:txBody>
          <a:bodyPr wrap="square" rtlCol="0">
            <a:spAutoFit/>
          </a:bodyPr>
          <a:lstStyle/>
          <a:p>
            <a:r>
              <a:rPr kumimoji="1" lang="ja-JP" altLang="en-US" sz="800" b="1"/>
              <a:t>館林</a:t>
            </a:r>
            <a:r>
              <a:rPr lang="en-US" altLang="ja-JP" sz="800" b="1"/>
              <a:t>DC</a:t>
            </a:r>
            <a:r>
              <a:rPr lang="ja-JP" altLang="en-US" sz="800" b="1"/>
              <a:t>廃止</a:t>
            </a:r>
            <a:endParaRPr kumimoji="1" lang="ja-JP" altLang="en-US" sz="800" b="1"/>
          </a:p>
        </p:txBody>
      </p:sp>
      <p:sp>
        <p:nvSpPr>
          <p:cNvPr id="9" name="矢印: 五方向 8">
            <a:extLst>
              <a:ext uri="{FF2B5EF4-FFF2-40B4-BE49-F238E27FC236}">
                <a16:creationId xmlns:a16="http://schemas.microsoft.com/office/drawing/2014/main" id="{341FED38-8DE0-3C4E-5FEC-4BAEAE275311}"/>
              </a:ext>
            </a:extLst>
          </p:cNvPr>
          <p:cNvSpPr/>
          <p:nvPr/>
        </p:nvSpPr>
        <p:spPr bwMode="auto">
          <a:xfrm>
            <a:off x="4078715" y="2819993"/>
            <a:ext cx="539146" cy="2245706"/>
          </a:xfrm>
          <a:prstGeom prst="homePlate">
            <a:avLst>
              <a:gd name="adj" fmla="val 19093"/>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eaVert" wrap="none" lIns="108000" tIns="108000" rIns="108000" bIns="90000" numCol="1" spcCol="0" rtlCol="0" fromWordArt="0" anchor="ctr" anchorCtr="0" forceAA="0" compatLnSpc="1">
            <a:prstTxWarp prst="textNoShape">
              <a:avLst/>
            </a:prstTxWarp>
            <a:noAutofit/>
          </a:bodyPr>
          <a:lstStyle/>
          <a:p>
            <a:pPr algn="ctr">
              <a:lnSpc>
                <a:spcPts val="1440"/>
              </a:lnSpc>
              <a:spcBef>
                <a:spcPct val="0"/>
              </a:spcBef>
            </a:pPr>
            <a:r>
              <a:rPr kumimoji="1" lang="ja-JP" altLang="en-US" sz="1100" b="1" dirty="0">
                <a:solidFill>
                  <a:schemeClr val="bg1"/>
                </a:solidFill>
                <a:latin typeface="メイリオ" pitchFamily="50" charset="-128"/>
                <a:ea typeface="メイリオ" pitchFamily="50" charset="-128"/>
                <a:cs typeface="メイリオ" pitchFamily="50" charset="-128"/>
              </a:rPr>
              <a:t>システムテスト</a:t>
            </a:r>
            <a:endParaRPr kumimoji="1" lang="en-US" altLang="ja-JP" sz="1100" b="1" dirty="0">
              <a:solidFill>
                <a:schemeClr val="bg1"/>
              </a:solidFill>
              <a:latin typeface="メイリオ" pitchFamily="50" charset="-128"/>
              <a:ea typeface="メイリオ" pitchFamily="50" charset="-128"/>
              <a:cs typeface="メイリオ" pitchFamily="50" charset="-128"/>
            </a:endParaRPr>
          </a:p>
        </p:txBody>
      </p:sp>
      <p:sp>
        <p:nvSpPr>
          <p:cNvPr id="15" name="矢印: 五方向 14">
            <a:extLst>
              <a:ext uri="{FF2B5EF4-FFF2-40B4-BE49-F238E27FC236}">
                <a16:creationId xmlns:a16="http://schemas.microsoft.com/office/drawing/2014/main" id="{C81FB5FF-38A7-D656-A62C-A30195210CAC}"/>
              </a:ext>
            </a:extLst>
          </p:cNvPr>
          <p:cNvSpPr/>
          <p:nvPr/>
        </p:nvSpPr>
        <p:spPr bwMode="auto">
          <a:xfrm>
            <a:off x="4617860" y="2819993"/>
            <a:ext cx="363716" cy="2245706"/>
          </a:xfrm>
          <a:prstGeom prst="homePlate">
            <a:avLst>
              <a:gd name="adj" fmla="val 19093"/>
            </a:avLst>
          </a:prstGeom>
          <a:ln/>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eaVert" wrap="none" lIns="108000" tIns="108000" rIns="108000" bIns="90000" numCol="1" spcCol="0" rtlCol="0" fromWordArt="0" anchor="ctr" anchorCtr="0" forceAA="0" compatLnSpc="1">
            <a:prstTxWarp prst="textNoShape">
              <a:avLst/>
            </a:prstTxWarp>
            <a:noAutofit/>
          </a:bodyPr>
          <a:lstStyle/>
          <a:p>
            <a:pPr algn="ctr">
              <a:lnSpc>
                <a:spcPts val="1440"/>
              </a:lnSpc>
              <a:spcBef>
                <a:spcPct val="0"/>
              </a:spcBef>
            </a:pPr>
            <a:r>
              <a:rPr kumimoji="1" lang="ja-JP" altLang="en-US" sz="1100" b="1" dirty="0">
                <a:solidFill>
                  <a:schemeClr val="bg1"/>
                </a:solidFill>
                <a:latin typeface="メイリオ" pitchFamily="50" charset="-128"/>
                <a:ea typeface="メイリオ" pitchFamily="50" charset="-128"/>
                <a:cs typeface="メイリオ" pitchFamily="50" charset="-128"/>
              </a:rPr>
              <a:t>ユーザーテスト</a:t>
            </a:r>
            <a:endParaRPr kumimoji="1" lang="en-US" altLang="ja-JP" sz="1100" b="1" dirty="0">
              <a:solidFill>
                <a:schemeClr val="bg1"/>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650093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DD900244-57AE-5CC0-1F6F-0217BCA1122A}"/>
              </a:ext>
            </a:extLst>
          </p:cNvPr>
          <p:cNvSpPr>
            <a:spLocks noGrp="1"/>
          </p:cNvSpPr>
          <p:nvPr>
            <p:ph type="sldNum" sz="quarter" idx="4"/>
          </p:nvPr>
        </p:nvSpPr>
        <p:spPr/>
        <p:txBody>
          <a:bodyPr/>
          <a:lstStyle/>
          <a:p>
            <a:fld id="{FB3508C7-2FE0-4945-9CBD-863E05F850D2}" type="slidenum">
              <a:rPr lang="ja-JP" altLang="en-US" smtClean="0"/>
              <a:pPr/>
              <a:t>6</a:t>
            </a:fld>
            <a:endParaRPr lang="ja-JP" altLang="en-US"/>
          </a:p>
        </p:txBody>
      </p:sp>
      <p:sp>
        <p:nvSpPr>
          <p:cNvPr id="5" name="テキスト ボックス 4">
            <a:extLst>
              <a:ext uri="{FF2B5EF4-FFF2-40B4-BE49-F238E27FC236}">
                <a16:creationId xmlns:a16="http://schemas.microsoft.com/office/drawing/2014/main" id="{005220F8-2B1D-ED43-34AB-480DA28294F3}"/>
              </a:ext>
            </a:extLst>
          </p:cNvPr>
          <p:cNvSpPr txBox="1"/>
          <p:nvPr/>
        </p:nvSpPr>
        <p:spPr>
          <a:xfrm>
            <a:off x="8008809" y="666891"/>
            <a:ext cx="1338828" cy="400110"/>
          </a:xfrm>
          <a:prstGeom prst="rect">
            <a:avLst/>
          </a:prstGeom>
          <a:noFill/>
        </p:spPr>
        <p:txBody>
          <a:bodyPr wrap="none" rtlCol="0">
            <a:spAutoFit/>
          </a:bodyPr>
          <a:lstStyle/>
          <a:p>
            <a:r>
              <a:rPr lang="ja-JP" altLang="en-US" sz="1000"/>
              <a:t>　工数の単位は人月</a:t>
            </a:r>
            <a:endParaRPr lang="en-US" altLang="ja-JP" sz="1000"/>
          </a:p>
          <a:p>
            <a:r>
              <a:rPr lang="ja-JP" altLang="en-US" sz="1000"/>
              <a:t>　金額の単位は千円</a:t>
            </a:r>
            <a:endParaRPr lang="en-US" altLang="ja-JP" sz="1000"/>
          </a:p>
        </p:txBody>
      </p:sp>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ja-JP" altLang="en-US"/>
              <a:t>４</a:t>
            </a:r>
            <a:r>
              <a:rPr lang="en-US" altLang="ja-JP"/>
              <a:t>.</a:t>
            </a:r>
            <a:r>
              <a:rPr lang="ja-JP" altLang="en-US"/>
              <a:t>見積明細（工数／金額）</a:t>
            </a:r>
            <a:endParaRPr kumimoji="1" lang="ja-JP" altLang="en-US"/>
          </a:p>
        </p:txBody>
      </p:sp>
      <p:sp>
        <p:nvSpPr>
          <p:cNvPr id="2" name="テキスト ボックス 1">
            <a:extLst>
              <a:ext uri="{FF2B5EF4-FFF2-40B4-BE49-F238E27FC236}">
                <a16:creationId xmlns:a16="http://schemas.microsoft.com/office/drawing/2014/main" id="{53F16C87-0DBE-83A7-6000-38600E74C26A}"/>
              </a:ext>
            </a:extLst>
          </p:cNvPr>
          <p:cNvSpPr txBox="1"/>
          <p:nvPr/>
        </p:nvSpPr>
        <p:spPr>
          <a:xfrm>
            <a:off x="548101" y="5228036"/>
            <a:ext cx="8809797" cy="1477328"/>
          </a:xfrm>
          <a:prstGeom prst="rect">
            <a:avLst/>
          </a:prstGeom>
          <a:solidFill>
            <a:schemeClr val="bg1"/>
          </a:solidFill>
        </p:spPr>
        <p:txBody>
          <a:bodyPr wrap="square" rtlCol="0">
            <a:spAutoFit/>
          </a:bodyPr>
          <a:lstStyle/>
          <a:p>
            <a:r>
              <a:rPr kumimoji="1" lang="en-US" altLang="ja-JP" sz="900" dirty="0"/>
              <a:t>※</a:t>
            </a:r>
            <a:r>
              <a:rPr kumimoji="1" lang="ja-JP" altLang="en-US" sz="900" dirty="0"/>
              <a:t>金額は</a:t>
            </a:r>
            <a:r>
              <a:rPr lang="ja-JP" altLang="en-US" sz="900" dirty="0"/>
              <a:t>各項目で千円未満切上げとなります。</a:t>
            </a:r>
            <a:endParaRPr kumimoji="1" lang="en-US" altLang="ja-JP" sz="900" dirty="0"/>
          </a:p>
          <a:p>
            <a:r>
              <a:rPr kumimoji="1" lang="en-US" altLang="ja-JP" sz="900" dirty="0"/>
              <a:t>※</a:t>
            </a:r>
            <a:r>
              <a:rPr kumimoji="1" lang="ja-JP" altLang="en-US" sz="900" dirty="0"/>
              <a:t>インフラ関連作業（</a:t>
            </a:r>
            <a:r>
              <a:rPr kumimoji="1" lang="en-US" altLang="ja-JP" sz="900" dirty="0"/>
              <a:t>DB</a:t>
            </a:r>
            <a:r>
              <a:rPr kumimoji="1" lang="ja-JP" altLang="en-US" sz="900" dirty="0"/>
              <a:t>サーバ新設：</a:t>
            </a:r>
            <a:r>
              <a:rPr lang="en-US" altLang="ja-JP" sz="900" dirty="0">
                <a:cs typeface="メイリオ" pitchFamily="50" charset="-128"/>
              </a:rPr>
              <a:t>Oracle</a:t>
            </a:r>
            <a:r>
              <a:rPr lang="ja-JP" altLang="en-US" sz="900" dirty="0">
                <a:cs typeface="メイリオ" pitchFamily="50" charset="-128"/>
              </a:rPr>
              <a:t>のインストール、</a:t>
            </a:r>
            <a:r>
              <a:rPr lang="en-US" altLang="ja-JP" sz="900" dirty="0">
                <a:cs typeface="メイリオ" pitchFamily="50" charset="-128"/>
              </a:rPr>
              <a:t>Azure</a:t>
            </a:r>
            <a:r>
              <a:rPr lang="ja-JP" altLang="en-US" sz="900" dirty="0">
                <a:cs typeface="メイリオ" pitchFamily="50" charset="-128"/>
              </a:rPr>
              <a:t>設定）は作業対象外となります。</a:t>
            </a:r>
            <a:endParaRPr lang="en-US" altLang="ja-JP" sz="900" dirty="0">
              <a:cs typeface="メイリオ" pitchFamily="50" charset="-128"/>
            </a:endParaRPr>
          </a:p>
          <a:p>
            <a:r>
              <a:rPr lang="en-US" altLang="ja-JP" sz="900" dirty="0"/>
              <a:t>※</a:t>
            </a:r>
            <a:r>
              <a:rPr lang="ja-JP" altLang="en-US" sz="900" dirty="0"/>
              <a:t>移行対象データは、検証</a:t>
            </a:r>
            <a:r>
              <a:rPr lang="en-US" altLang="ja-JP" sz="900" dirty="0"/>
              <a:t>DB</a:t>
            </a:r>
            <a:r>
              <a:rPr lang="ja-JP" altLang="en-US" sz="900" dirty="0"/>
              <a:t>移行時の実績</a:t>
            </a:r>
            <a:r>
              <a:rPr lang="en-US" altLang="ja-JP" sz="900" dirty="0"/>
              <a:t>(</a:t>
            </a:r>
            <a:r>
              <a:rPr lang="ja-JP" altLang="en-US" sz="900" dirty="0"/>
              <a:t>下記</a:t>
            </a:r>
            <a:r>
              <a:rPr lang="en-US" altLang="ja-JP" sz="900" dirty="0"/>
              <a:t>)</a:t>
            </a:r>
            <a:r>
              <a:rPr lang="ja-JP" altLang="en-US" sz="900" dirty="0"/>
              <a:t>を前提としています。</a:t>
            </a:r>
            <a:endParaRPr lang="en-US" altLang="ja-JP" sz="900" dirty="0"/>
          </a:p>
          <a:p>
            <a:r>
              <a:rPr lang="ja-JP" altLang="en-US" sz="900" dirty="0"/>
              <a:t>　移行対象テーブル数や件数が変わる場合は、再見積もりとさせていただきます。</a:t>
            </a:r>
            <a:endParaRPr lang="en-US" altLang="ja-JP" sz="900" dirty="0"/>
          </a:p>
          <a:p>
            <a:r>
              <a:rPr lang="ja-JP" altLang="en-US" sz="900" dirty="0"/>
              <a:t>　・テーブル件数</a:t>
            </a:r>
            <a:r>
              <a:rPr lang="en-US" altLang="ja-JP" sz="900" dirty="0"/>
              <a:t>	</a:t>
            </a:r>
            <a:r>
              <a:rPr lang="ja-JP" altLang="en-US" sz="900" dirty="0"/>
              <a:t>：</a:t>
            </a:r>
            <a:r>
              <a:rPr lang="en-US" altLang="ja-JP" sz="900" dirty="0"/>
              <a:t>51</a:t>
            </a:r>
            <a:r>
              <a:rPr lang="ja-JP" altLang="en-US" sz="900" dirty="0"/>
              <a:t>テーブル　</a:t>
            </a:r>
            <a:r>
              <a:rPr lang="en-US" altLang="ja-JP" sz="900" dirty="0"/>
              <a:t>/</a:t>
            </a:r>
            <a:r>
              <a:rPr lang="ja-JP" altLang="en-US" sz="900" dirty="0"/>
              <a:t>　　・</a:t>
            </a:r>
            <a:r>
              <a:rPr lang="ja-JP" altLang="en-US" sz="900" dirty="0">
                <a:solidFill>
                  <a:srgbClr val="4D4D4D"/>
                </a:solidFill>
                <a:ea typeface="メイリオ" pitchFamily="50" charset="-128"/>
                <a:cs typeface="メイリオ" pitchFamily="50" charset="-128"/>
              </a:rPr>
              <a:t>データ総数</a:t>
            </a:r>
            <a:r>
              <a:rPr lang="en-US" altLang="ja-JP" sz="900" dirty="0">
                <a:solidFill>
                  <a:srgbClr val="4D4D4D"/>
                </a:solidFill>
                <a:ea typeface="メイリオ" pitchFamily="50" charset="-128"/>
                <a:cs typeface="メイリオ" pitchFamily="50" charset="-128"/>
              </a:rPr>
              <a:t>	</a:t>
            </a:r>
            <a:r>
              <a:rPr lang="ja-JP" altLang="en-US" sz="900" dirty="0">
                <a:solidFill>
                  <a:srgbClr val="4D4D4D"/>
                </a:solidFill>
                <a:ea typeface="メイリオ" pitchFamily="50" charset="-128"/>
                <a:cs typeface="メイリオ" pitchFamily="50" charset="-128"/>
              </a:rPr>
              <a:t>：約</a:t>
            </a:r>
            <a:r>
              <a:rPr lang="en-US" altLang="ja-JP" sz="900" dirty="0">
                <a:solidFill>
                  <a:srgbClr val="4D4D4D"/>
                </a:solidFill>
                <a:ea typeface="メイリオ" pitchFamily="50" charset="-128"/>
                <a:cs typeface="メイリオ" pitchFamily="50" charset="-128"/>
              </a:rPr>
              <a:t>15,267,635</a:t>
            </a:r>
            <a:r>
              <a:rPr lang="ja-JP" altLang="en-US" sz="900" dirty="0">
                <a:solidFill>
                  <a:srgbClr val="4D4D4D"/>
                </a:solidFill>
                <a:ea typeface="メイリオ" pitchFamily="50" charset="-128"/>
                <a:cs typeface="メイリオ" pitchFamily="50" charset="-128"/>
              </a:rPr>
              <a:t>件</a:t>
            </a:r>
            <a:endParaRPr lang="en-US" altLang="ja-JP" sz="900" dirty="0">
              <a:solidFill>
                <a:srgbClr val="4D4D4D"/>
              </a:solidFill>
              <a:ea typeface="メイリオ" pitchFamily="50" charset="-128"/>
              <a:cs typeface="メイリオ" pitchFamily="50" charset="-128"/>
            </a:endParaRPr>
          </a:p>
          <a:p>
            <a:r>
              <a:rPr lang="en-US" altLang="ja-JP" sz="900" dirty="0"/>
              <a:t>※</a:t>
            </a:r>
            <a:r>
              <a:rPr lang="ja-JP" altLang="en-US" sz="900" dirty="0"/>
              <a:t>データ移行は、移行作業</a:t>
            </a:r>
            <a:r>
              <a:rPr lang="en-US" altLang="ja-JP" sz="900" dirty="0"/>
              <a:t>(</a:t>
            </a:r>
            <a:r>
              <a:rPr lang="ja-JP" altLang="en-US" sz="900" dirty="0"/>
              <a:t>結果ログの確認</a:t>
            </a:r>
            <a:r>
              <a:rPr lang="en-US" altLang="ja-JP" sz="900" dirty="0"/>
              <a:t>)</a:t>
            </a:r>
            <a:r>
              <a:rPr lang="ja-JP" altLang="en-US" sz="900" dirty="0"/>
              <a:t>のみとなります。</a:t>
            </a:r>
            <a:endParaRPr lang="en-US" altLang="ja-JP" sz="900" dirty="0"/>
          </a:p>
          <a:p>
            <a:r>
              <a:rPr lang="ja-JP" altLang="en-US" sz="900" dirty="0"/>
              <a:t>　移行したデータの現新比較</a:t>
            </a:r>
            <a:r>
              <a:rPr lang="en-US" altLang="ja-JP" sz="900" dirty="0"/>
              <a:t>(</a:t>
            </a:r>
            <a:r>
              <a:rPr lang="ja-JP" altLang="en-US" sz="900" dirty="0"/>
              <a:t>旧</a:t>
            </a:r>
            <a:r>
              <a:rPr lang="en-US" altLang="ja-JP" sz="900" dirty="0"/>
              <a:t>DB</a:t>
            </a:r>
            <a:r>
              <a:rPr lang="ja-JP" altLang="en-US" sz="900" dirty="0"/>
              <a:t>と新</a:t>
            </a:r>
            <a:r>
              <a:rPr lang="en-US" altLang="ja-JP" sz="900" dirty="0"/>
              <a:t>DB</a:t>
            </a:r>
            <a:r>
              <a:rPr lang="ja-JP" altLang="en-US" sz="900" dirty="0"/>
              <a:t>のデータ比較</a:t>
            </a:r>
            <a:r>
              <a:rPr lang="en-US" altLang="ja-JP" sz="900" dirty="0"/>
              <a:t>)</a:t>
            </a:r>
            <a:r>
              <a:rPr lang="ja-JP" altLang="en-US" sz="900" dirty="0"/>
              <a:t>検証等の整合性確認作業は本見積に含まれておりません。</a:t>
            </a:r>
            <a:endParaRPr lang="en-US" altLang="ja-JP" sz="900" dirty="0"/>
          </a:p>
          <a:p>
            <a:r>
              <a:rPr lang="en-US" altLang="ja-JP" sz="900" dirty="0"/>
              <a:t>※</a:t>
            </a:r>
            <a:r>
              <a:rPr lang="ja-JP" altLang="en-US" sz="900" dirty="0"/>
              <a:t>移行途中に切り戻し作業が発生した場合の追加作業工数</a:t>
            </a:r>
            <a:r>
              <a:rPr lang="en-US" altLang="ja-JP" sz="900" dirty="0"/>
              <a:t>(</a:t>
            </a:r>
            <a:r>
              <a:rPr lang="ja-JP" altLang="en-US" sz="900" dirty="0"/>
              <a:t>切り戻し作業、リスケジュール等</a:t>
            </a:r>
            <a:r>
              <a:rPr lang="en-US" altLang="ja-JP" sz="900" dirty="0"/>
              <a:t>)</a:t>
            </a:r>
            <a:r>
              <a:rPr lang="ja-JP" altLang="en-US" sz="900" dirty="0"/>
              <a:t>は本見積に含まれておりません。</a:t>
            </a:r>
            <a:endParaRPr lang="en-US" altLang="ja-JP" sz="900" dirty="0"/>
          </a:p>
          <a:p>
            <a:r>
              <a:rPr lang="en-US" altLang="ja-JP" sz="900" dirty="0"/>
              <a:t>※</a:t>
            </a:r>
            <a:r>
              <a:rPr lang="ja-JP" altLang="en-US" sz="900" dirty="0"/>
              <a:t>停止した旧</a:t>
            </a:r>
            <a:r>
              <a:rPr lang="en-US" altLang="ja-JP" sz="900" dirty="0"/>
              <a:t>DB</a:t>
            </a:r>
            <a:r>
              <a:rPr lang="ja-JP" altLang="en-US" sz="900" dirty="0"/>
              <a:t>環境について、想定される後作業</a:t>
            </a:r>
            <a:r>
              <a:rPr lang="en-US" altLang="ja-JP" sz="900" dirty="0"/>
              <a:t>(</a:t>
            </a:r>
            <a:r>
              <a:rPr lang="ja-JP" altLang="en-US" sz="900" dirty="0"/>
              <a:t>不要データの削除やバックアップ等</a:t>
            </a:r>
            <a:r>
              <a:rPr lang="en-US" altLang="ja-JP" sz="900" dirty="0"/>
              <a:t>)</a:t>
            </a:r>
            <a:r>
              <a:rPr lang="ja-JP" altLang="en-US" sz="900" dirty="0"/>
              <a:t>は、本見積りに含まれておりません。</a:t>
            </a:r>
            <a:endParaRPr lang="en-US" altLang="ja-JP" sz="900" dirty="0"/>
          </a:p>
          <a:p>
            <a:r>
              <a:rPr kumimoji="1" lang="en-US" altLang="ja-JP" sz="900" dirty="0"/>
              <a:t>※</a:t>
            </a:r>
            <a:r>
              <a:rPr kumimoji="1" lang="ja-JP" altLang="en-US" sz="900" dirty="0"/>
              <a:t>お客様からの要請指示による移動、出張にかかる費用（交通費・宿泊費）は別途実費請求いたします。</a:t>
            </a:r>
            <a:endParaRPr kumimoji="1" lang="en-US" altLang="ja-JP" sz="900" dirty="0"/>
          </a:p>
        </p:txBody>
      </p:sp>
      <p:graphicFrame>
        <p:nvGraphicFramePr>
          <p:cNvPr id="9" name="表 8">
            <a:extLst>
              <a:ext uri="{FF2B5EF4-FFF2-40B4-BE49-F238E27FC236}">
                <a16:creationId xmlns:a16="http://schemas.microsoft.com/office/drawing/2014/main" id="{A213FEAE-D138-469D-40B5-F1933C9C3A3A}"/>
              </a:ext>
            </a:extLst>
          </p:cNvPr>
          <p:cNvGraphicFramePr>
            <a:graphicFrameLocks noGrp="1"/>
          </p:cNvGraphicFramePr>
          <p:nvPr>
            <p:extLst>
              <p:ext uri="{D42A27DB-BD31-4B8C-83A1-F6EECF244321}">
                <p14:modId xmlns:p14="http://schemas.microsoft.com/office/powerpoint/2010/main" val="2398917835"/>
              </p:ext>
            </p:extLst>
          </p:nvPr>
        </p:nvGraphicFramePr>
        <p:xfrm>
          <a:off x="623746" y="1038533"/>
          <a:ext cx="9071034" cy="4097701"/>
        </p:xfrm>
        <a:graphic>
          <a:graphicData uri="http://schemas.openxmlformats.org/drawingml/2006/table">
            <a:tbl>
              <a:tblPr>
                <a:tableStyleId>{5C22544A-7EE6-4342-B048-85BDC9FD1C3A}</a:tableStyleId>
              </a:tblPr>
              <a:tblGrid>
                <a:gridCol w="421092">
                  <a:extLst>
                    <a:ext uri="{9D8B030D-6E8A-4147-A177-3AD203B41FA5}">
                      <a16:colId xmlns:a16="http://schemas.microsoft.com/office/drawing/2014/main" val="3982367573"/>
                    </a:ext>
                  </a:extLst>
                </a:gridCol>
                <a:gridCol w="1253096">
                  <a:extLst>
                    <a:ext uri="{9D8B030D-6E8A-4147-A177-3AD203B41FA5}">
                      <a16:colId xmlns:a16="http://schemas.microsoft.com/office/drawing/2014/main" val="3139594992"/>
                    </a:ext>
                  </a:extLst>
                </a:gridCol>
                <a:gridCol w="406648">
                  <a:extLst>
                    <a:ext uri="{9D8B030D-6E8A-4147-A177-3AD203B41FA5}">
                      <a16:colId xmlns:a16="http://schemas.microsoft.com/office/drawing/2014/main" val="1179484529"/>
                    </a:ext>
                  </a:extLst>
                </a:gridCol>
                <a:gridCol w="1760471">
                  <a:extLst>
                    <a:ext uri="{9D8B030D-6E8A-4147-A177-3AD203B41FA5}">
                      <a16:colId xmlns:a16="http://schemas.microsoft.com/office/drawing/2014/main" val="1340540472"/>
                    </a:ext>
                  </a:extLst>
                </a:gridCol>
                <a:gridCol w="604252">
                  <a:extLst>
                    <a:ext uri="{9D8B030D-6E8A-4147-A177-3AD203B41FA5}">
                      <a16:colId xmlns:a16="http://schemas.microsoft.com/office/drawing/2014/main" val="2388919390"/>
                    </a:ext>
                  </a:extLst>
                </a:gridCol>
                <a:gridCol w="486611">
                  <a:extLst>
                    <a:ext uri="{9D8B030D-6E8A-4147-A177-3AD203B41FA5}">
                      <a16:colId xmlns:a16="http://schemas.microsoft.com/office/drawing/2014/main" val="1350233752"/>
                    </a:ext>
                  </a:extLst>
                </a:gridCol>
                <a:gridCol w="620295">
                  <a:extLst>
                    <a:ext uri="{9D8B030D-6E8A-4147-A177-3AD203B41FA5}">
                      <a16:colId xmlns:a16="http://schemas.microsoft.com/office/drawing/2014/main" val="1090853180"/>
                    </a:ext>
                  </a:extLst>
                </a:gridCol>
                <a:gridCol w="3518569">
                  <a:extLst>
                    <a:ext uri="{9D8B030D-6E8A-4147-A177-3AD203B41FA5}">
                      <a16:colId xmlns:a16="http://schemas.microsoft.com/office/drawing/2014/main" val="2213560828"/>
                    </a:ext>
                  </a:extLst>
                </a:gridCol>
              </a:tblGrid>
              <a:tr h="247444">
                <a:tc>
                  <a:txBody>
                    <a:bodyPr/>
                    <a:lstStyle/>
                    <a:p>
                      <a:pPr algn="ctr" fontAlgn="ctr"/>
                      <a:r>
                        <a:rPr lang="en-US" altLang="ja-JP" sz="900" b="0" i="0" u="none" strike="noStrike">
                          <a:solidFill>
                            <a:srgbClr val="000000"/>
                          </a:solidFill>
                          <a:effectLst/>
                          <a:latin typeface="+mn-ea"/>
                          <a:ea typeface="+mn-ea"/>
                        </a:rPr>
                        <a:t>No</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900" b="0" i="0" u="none" strike="noStrike">
                          <a:solidFill>
                            <a:srgbClr val="000000"/>
                          </a:solidFill>
                          <a:effectLst/>
                          <a:latin typeface="+mn-ea"/>
                          <a:ea typeface="+mn-ea"/>
                        </a:rPr>
                        <a:t>作業内容</a:t>
                      </a:r>
                      <a:endParaRPr lang="en-US" altLang="ja-JP" sz="9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900" b="0" i="0" u="none" strike="noStrike">
                          <a:solidFill>
                            <a:srgbClr val="000000"/>
                          </a:solidFill>
                          <a:effectLst/>
                          <a:latin typeface="+mn-ea"/>
                          <a:ea typeface="+mn-ea"/>
                        </a:rPr>
                        <a:t>項番</a:t>
                      </a:r>
                      <a:endParaRPr lang="en-US" altLang="ja-JP" sz="9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900" b="0" i="0" u="none" strike="noStrike">
                          <a:solidFill>
                            <a:srgbClr val="000000"/>
                          </a:solidFill>
                          <a:effectLst/>
                          <a:latin typeface="+mn-ea"/>
                          <a:ea typeface="+mn-ea"/>
                        </a:rPr>
                        <a:t>項目名</a:t>
                      </a:r>
                      <a:endParaRPr lang="en-US" altLang="ja-JP" sz="9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900" b="0" i="0" u="none" strike="noStrike">
                          <a:solidFill>
                            <a:srgbClr val="000000"/>
                          </a:solidFill>
                          <a:effectLst/>
                          <a:latin typeface="+mn-ea"/>
                          <a:ea typeface="+mn-ea"/>
                        </a:rPr>
                        <a:t>工数</a:t>
                      </a:r>
                      <a:endParaRPr lang="en-US" altLang="ja-JP" sz="9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900" b="0" i="0" u="none" strike="noStrike">
                          <a:solidFill>
                            <a:srgbClr val="000000"/>
                          </a:solidFill>
                          <a:effectLst/>
                          <a:latin typeface="+mn-ea"/>
                          <a:ea typeface="+mn-ea"/>
                        </a:rPr>
                        <a:t>単価</a:t>
                      </a:r>
                      <a:endParaRPr lang="en-US" altLang="ja-JP" sz="9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900" b="0" i="0" u="none" strike="noStrike">
                          <a:solidFill>
                            <a:srgbClr val="000000"/>
                          </a:solidFill>
                          <a:effectLst/>
                          <a:latin typeface="+mn-ea"/>
                          <a:ea typeface="+mn-ea"/>
                        </a:rPr>
                        <a:t>金額</a:t>
                      </a:r>
                      <a:endParaRPr lang="en-US" altLang="ja-JP" sz="9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900" b="0" i="0" u="none" strike="noStrike">
                          <a:solidFill>
                            <a:srgbClr val="000000"/>
                          </a:solidFill>
                          <a:effectLst/>
                          <a:latin typeface="+mn-ea"/>
                          <a:ea typeface="+mn-ea"/>
                        </a:rPr>
                        <a:t>説明</a:t>
                      </a:r>
                      <a:endParaRPr lang="en-US" altLang="ja-JP" sz="9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29439347"/>
                  </a:ext>
                </a:extLst>
              </a:tr>
              <a:tr h="249019">
                <a:tc>
                  <a:txBody>
                    <a:bodyPr/>
                    <a:lstStyle/>
                    <a:p>
                      <a:pPr algn="ctr" fontAlgn="ctr"/>
                      <a:r>
                        <a:rPr lang="ja-JP" altLang="en-US" sz="1100" b="0" i="0" u="none" strike="noStrike">
                          <a:solidFill>
                            <a:srgbClr val="000000"/>
                          </a:solidFill>
                          <a:effectLst/>
                          <a:latin typeface="+mn-ea"/>
                          <a:ea typeface="+mn-ea"/>
                        </a:rPr>
                        <a:t>１</a:t>
                      </a:r>
                      <a:endParaRPr lang="en-US" altLang="ja-JP" sz="1100" b="0" i="0" u="none" strike="noStrike">
                        <a:solidFill>
                          <a:srgbClr val="000000"/>
                        </a:solidFill>
                        <a:effectLst/>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a:solidFill>
                            <a:srgbClr val="000000"/>
                          </a:solidFill>
                          <a:effectLst/>
                          <a:latin typeface="+mn-ea"/>
                          <a:ea typeface="+mn-ea"/>
                        </a:rPr>
                        <a:t>DB</a:t>
                      </a:r>
                      <a:r>
                        <a:rPr lang="ja-JP" altLang="en-US" sz="1100" b="0" i="0" u="none" strike="noStrike">
                          <a:solidFill>
                            <a:srgbClr val="000000"/>
                          </a:solidFill>
                          <a:effectLst/>
                          <a:latin typeface="+mn-ea"/>
                          <a:ea typeface="+mn-ea"/>
                        </a:rPr>
                        <a:t>サーバ新設</a:t>
                      </a: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a:solidFill>
                            <a:srgbClr val="000000"/>
                          </a:solidFill>
                          <a:effectLst/>
                          <a:latin typeface="+mn-ea"/>
                          <a:ea typeface="+mn-ea"/>
                        </a:rPr>
                        <a:t>1-1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b="0" i="0" u="none" strike="noStrike" dirty="0">
                          <a:solidFill>
                            <a:srgbClr val="000000"/>
                          </a:solidFill>
                          <a:effectLst/>
                          <a:latin typeface="+mn-ea"/>
                          <a:ea typeface="+mn-ea"/>
                        </a:rPr>
                        <a:t>環境構築</a:t>
                      </a:r>
                      <a:endParaRPr lang="en-US" altLang="ja-JP"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dirty="0">
                          <a:solidFill>
                            <a:srgbClr val="000000"/>
                          </a:solidFill>
                          <a:effectLst/>
                          <a:latin typeface="+mn-ea"/>
                          <a:ea typeface="+mn-ea"/>
                        </a:rPr>
                        <a:t>0.3</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メイリオ"/>
                          <a:ea typeface="メイリオ"/>
                          <a:cs typeface="+mn-cs"/>
                        </a:rPr>
                        <a:t>856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r>
                        <a:rPr lang="en-US" altLang="ja-JP" sz="1100" b="0" i="0" u="none" strike="noStrike" dirty="0">
                          <a:solidFill>
                            <a:srgbClr val="000000"/>
                          </a:solidFill>
                          <a:effectLst/>
                          <a:latin typeface="+mn-ea"/>
                          <a:ea typeface="+mn-ea"/>
                        </a:rPr>
                        <a:t>257</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rgbClr val="000000"/>
                          </a:solidFill>
                          <a:effectLst/>
                          <a:latin typeface="+mn-ea"/>
                          <a:ea typeface="+mn-ea"/>
                        </a:rPr>
                        <a:t>・打合せ及び事前準備　</a:t>
                      </a:r>
                      <a:r>
                        <a:rPr lang="en-US" altLang="ja-JP" sz="900" b="0" i="0" u="none" strike="noStrike" dirty="0">
                          <a:solidFill>
                            <a:srgbClr val="000000"/>
                          </a:solidFill>
                          <a:effectLst/>
                          <a:latin typeface="+mn-ea"/>
                          <a:ea typeface="+mn-ea"/>
                        </a:rPr>
                        <a:t>2</a:t>
                      </a:r>
                      <a:r>
                        <a:rPr lang="ja-JP" altLang="en-US" sz="900" b="0" i="0" u="none" strike="noStrike" dirty="0">
                          <a:solidFill>
                            <a:srgbClr val="000000"/>
                          </a:solidFill>
                          <a:effectLst/>
                          <a:latin typeface="+mn-ea"/>
                          <a:ea typeface="+mn-ea"/>
                        </a:rPr>
                        <a:t>人日</a:t>
                      </a:r>
                    </a:p>
                    <a:p>
                      <a:pPr algn="l" fontAlgn="ctr"/>
                      <a:r>
                        <a:rPr lang="ja-JP" altLang="en-US" sz="900" b="0" i="0" u="none" strike="noStrike" dirty="0">
                          <a:solidFill>
                            <a:srgbClr val="000000"/>
                          </a:solidFill>
                          <a:effectLst/>
                          <a:latin typeface="+mn-ea"/>
                          <a:ea typeface="+mn-ea"/>
                        </a:rPr>
                        <a:t>・環境構築（２人実施）　２人日</a:t>
                      </a:r>
                      <a:r>
                        <a:rPr lang="en-US" altLang="ja-JP" sz="900" b="0" i="0" u="none" strike="noStrike" dirty="0">
                          <a:solidFill>
                            <a:srgbClr val="000000"/>
                          </a:solidFill>
                          <a:effectLst/>
                          <a:latin typeface="+mn-ea"/>
                          <a:ea typeface="+mn-ea"/>
                        </a:rPr>
                        <a:t>×</a:t>
                      </a:r>
                      <a:r>
                        <a:rPr lang="ja-JP" altLang="en-US" sz="900" b="0" i="0" u="none" strike="noStrike" dirty="0">
                          <a:solidFill>
                            <a:srgbClr val="000000"/>
                          </a:solidFill>
                          <a:effectLst/>
                          <a:latin typeface="+mn-ea"/>
                          <a:ea typeface="+mn-ea"/>
                        </a:rPr>
                        <a:t>２人＝</a:t>
                      </a:r>
                      <a:r>
                        <a:rPr lang="en-US" altLang="ja-JP" sz="900" b="0" i="0" u="none" strike="noStrike" dirty="0">
                          <a:solidFill>
                            <a:srgbClr val="000000"/>
                          </a:solidFill>
                          <a:effectLst/>
                          <a:latin typeface="+mn-ea"/>
                          <a:ea typeface="+mn-ea"/>
                        </a:rPr>
                        <a:t>4</a:t>
                      </a:r>
                      <a:r>
                        <a:rPr lang="ja-JP" altLang="en-US" sz="900" b="0" i="0" u="none" strike="noStrike" dirty="0">
                          <a:solidFill>
                            <a:srgbClr val="000000"/>
                          </a:solidFill>
                          <a:effectLst/>
                          <a:latin typeface="+mn-ea"/>
                          <a:ea typeface="+mn-ea"/>
                        </a:rPr>
                        <a:t>人日</a:t>
                      </a: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9492689"/>
                  </a:ext>
                </a:extLst>
              </a:tr>
              <a:tr h="249019">
                <a:tc>
                  <a:txBody>
                    <a:bodyPr/>
                    <a:lstStyle/>
                    <a:p>
                      <a:pPr algn="ctr" fontAlgn="ctr"/>
                      <a:r>
                        <a:rPr lang="en-US" altLang="ja-JP" sz="1100" b="0" i="0" u="none" strike="noStrike">
                          <a:solidFill>
                            <a:srgbClr val="000000"/>
                          </a:solidFill>
                          <a:effectLst/>
                          <a:latin typeface="+mn-ea"/>
                          <a:ea typeface="+mn-ea"/>
                        </a:rPr>
                        <a:t>2</a:t>
                      </a: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a:solidFill>
                            <a:srgbClr val="000000"/>
                          </a:solidFill>
                          <a:effectLst/>
                          <a:latin typeface="+mn-ea"/>
                          <a:ea typeface="+mn-ea"/>
                        </a:rPr>
                        <a:t>AP</a:t>
                      </a:r>
                      <a:r>
                        <a:rPr lang="ja-JP" altLang="en-US" sz="1100" b="0" i="0" u="none" strike="noStrike">
                          <a:solidFill>
                            <a:srgbClr val="000000"/>
                          </a:solidFill>
                          <a:effectLst/>
                          <a:latin typeface="+mn-ea"/>
                          <a:ea typeface="+mn-ea"/>
                        </a:rPr>
                        <a:t>サーバ移設</a:t>
                      </a: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a:solidFill>
                            <a:srgbClr val="000000"/>
                          </a:solidFill>
                          <a:effectLst/>
                          <a:latin typeface="+mn-ea"/>
                          <a:ea typeface="+mn-ea"/>
                        </a:rPr>
                        <a:t>2-1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b="0" i="0" u="none" strike="noStrike" dirty="0">
                          <a:solidFill>
                            <a:srgbClr val="000000"/>
                          </a:solidFill>
                          <a:effectLst/>
                          <a:latin typeface="+mn-ea"/>
                          <a:ea typeface="+mn-ea"/>
                        </a:rPr>
                        <a:t>アプリケーション移行</a:t>
                      </a:r>
                      <a:endParaRPr lang="en-US" altLang="ja-JP"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dirty="0">
                          <a:solidFill>
                            <a:srgbClr val="000000"/>
                          </a:solidFill>
                          <a:effectLst/>
                          <a:latin typeface="+mn-ea"/>
                          <a:ea typeface="+mn-ea"/>
                        </a:rPr>
                        <a:t>0.3</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メイリオ"/>
                          <a:ea typeface="メイリオ"/>
                          <a:cs typeface="+mn-cs"/>
                        </a:rPr>
                        <a:t>856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r>
                        <a:rPr lang="en-US" altLang="ja-JP" sz="1100" b="0" i="0" u="none" strike="noStrike" dirty="0">
                          <a:solidFill>
                            <a:srgbClr val="000000"/>
                          </a:solidFill>
                          <a:effectLst/>
                          <a:latin typeface="+mn-ea"/>
                          <a:ea typeface="+mn-ea"/>
                        </a:rPr>
                        <a:t>257</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rgbClr val="000000"/>
                          </a:solidFill>
                          <a:effectLst/>
                          <a:latin typeface="+mn-ea"/>
                          <a:ea typeface="+mn-ea"/>
                        </a:rPr>
                        <a:t>・環境構築（</a:t>
                      </a:r>
                      <a:r>
                        <a:rPr lang="en-US" altLang="ja-JP" sz="900" b="0" i="0" u="none" strike="noStrike" dirty="0">
                          <a:solidFill>
                            <a:srgbClr val="000000"/>
                          </a:solidFill>
                          <a:effectLst/>
                          <a:latin typeface="+mn-ea"/>
                          <a:ea typeface="+mn-ea"/>
                        </a:rPr>
                        <a:t>64bit</a:t>
                      </a:r>
                      <a:r>
                        <a:rPr lang="ja-JP" altLang="en-US" sz="900" b="0" i="0" u="none" strike="noStrike" dirty="0">
                          <a:solidFill>
                            <a:srgbClr val="000000"/>
                          </a:solidFill>
                          <a:effectLst/>
                          <a:latin typeface="+mn-ea"/>
                          <a:ea typeface="+mn-ea"/>
                        </a:rPr>
                        <a:t>→</a:t>
                      </a:r>
                      <a:r>
                        <a:rPr lang="en-US" altLang="ja-JP" sz="900" b="0" i="0" u="none" strike="noStrike" dirty="0">
                          <a:solidFill>
                            <a:srgbClr val="000000"/>
                          </a:solidFill>
                          <a:effectLst/>
                          <a:latin typeface="+mn-ea"/>
                          <a:ea typeface="+mn-ea"/>
                        </a:rPr>
                        <a:t>32bit)</a:t>
                      </a:r>
                    </a:p>
                    <a:p>
                      <a:pPr algn="l" fontAlgn="ctr"/>
                      <a:r>
                        <a:rPr lang="ja-JP" altLang="en-US" sz="900" b="0" i="0" u="none" strike="noStrike" dirty="0">
                          <a:solidFill>
                            <a:srgbClr val="000000"/>
                          </a:solidFill>
                          <a:effectLst/>
                          <a:latin typeface="+mn-ea"/>
                          <a:ea typeface="+mn-ea"/>
                        </a:rPr>
                        <a:t>・本番モジュールのリリースと定義変更や</a:t>
                      </a:r>
                      <a:r>
                        <a:rPr lang="en-US" altLang="ja-JP" sz="900" b="0" i="0" u="none" strike="noStrike" dirty="0">
                          <a:solidFill>
                            <a:srgbClr val="000000"/>
                          </a:solidFill>
                          <a:effectLst/>
                          <a:latin typeface="+mn-ea"/>
                          <a:ea typeface="+mn-ea"/>
                        </a:rPr>
                        <a:t>Oracle</a:t>
                      </a:r>
                      <a:r>
                        <a:rPr lang="ja-JP" altLang="en-US" sz="900" b="0" i="0" u="none" strike="noStrike" dirty="0">
                          <a:solidFill>
                            <a:srgbClr val="000000"/>
                          </a:solidFill>
                          <a:effectLst/>
                          <a:latin typeface="+mn-ea"/>
                          <a:ea typeface="+mn-ea"/>
                        </a:rPr>
                        <a:t>接続</a:t>
                      </a:r>
                      <a:endParaRPr lang="en-US" altLang="ja-JP" sz="900" b="0" i="0" u="none" strike="noStrike" dirty="0">
                        <a:solidFill>
                          <a:srgbClr val="000000"/>
                        </a:solidFill>
                        <a:effectLst/>
                        <a:latin typeface="+mn-ea"/>
                        <a:ea typeface="+mn-ea"/>
                      </a:endParaRPr>
                    </a:p>
                    <a:p>
                      <a:pPr algn="l" fontAlgn="ctr"/>
                      <a:r>
                        <a:rPr lang="ja-JP" altLang="en-US" sz="900" b="0" i="0" u="none" strike="noStrike" dirty="0">
                          <a:solidFill>
                            <a:srgbClr val="000000"/>
                          </a:solidFill>
                          <a:effectLst/>
                          <a:latin typeface="+mn-ea"/>
                          <a:ea typeface="+mn-ea"/>
                        </a:rPr>
                        <a:t>・北海道の削除および</a:t>
                      </a:r>
                      <a:r>
                        <a:rPr lang="en-US" altLang="ja-JP" sz="900" b="0" i="0" u="none" strike="noStrike" dirty="0">
                          <a:solidFill>
                            <a:srgbClr val="000000"/>
                          </a:solidFill>
                          <a:effectLst/>
                          <a:latin typeface="+mn-ea"/>
                          <a:ea typeface="+mn-ea"/>
                        </a:rPr>
                        <a:t>64bit</a:t>
                      </a:r>
                      <a:r>
                        <a:rPr lang="ja-JP" altLang="en-US" sz="900" b="0" i="0" u="none" strike="noStrike" dirty="0">
                          <a:solidFill>
                            <a:srgbClr val="000000"/>
                          </a:solidFill>
                          <a:effectLst/>
                          <a:latin typeface="+mn-ea"/>
                          <a:ea typeface="+mn-ea"/>
                        </a:rPr>
                        <a:t>環境の削除</a:t>
                      </a:r>
                      <a:endParaRPr lang="en-US" altLang="ja-JP" sz="900" b="0" i="0" u="none" strike="noStrike" dirty="0">
                        <a:solidFill>
                          <a:srgbClr val="000000"/>
                        </a:solidFill>
                        <a:effectLst/>
                        <a:latin typeface="+mn-ea"/>
                        <a:ea typeface="+mn-ea"/>
                      </a:endParaRPr>
                    </a:p>
                    <a:p>
                      <a:pPr algn="l" fontAlgn="ctr"/>
                      <a:r>
                        <a:rPr lang="ja-JP" altLang="en-US" sz="900" b="0" i="0" u="none" strike="noStrike" dirty="0">
                          <a:solidFill>
                            <a:srgbClr val="000000"/>
                          </a:solidFill>
                          <a:effectLst/>
                          <a:latin typeface="+mn-ea"/>
                          <a:ea typeface="+mn-ea"/>
                        </a:rPr>
                        <a:t>・作業は２人で実施。（</a:t>
                      </a:r>
                      <a:r>
                        <a:rPr lang="en-US" altLang="ja-JP" sz="900" b="0" i="0" u="none" strike="noStrike" dirty="0">
                          <a:solidFill>
                            <a:srgbClr val="000000"/>
                          </a:solidFill>
                          <a:effectLst/>
                          <a:latin typeface="+mn-ea"/>
                          <a:ea typeface="+mn-ea"/>
                        </a:rPr>
                        <a:t>3</a:t>
                      </a:r>
                      <a:r>
                        <a:rPr lang="ja-JP" altLang="en-US" sz="900" b="0" i="0" u="none" strike="noStrike" dirty="0">
                          <a:solidFill>
                            <a:srgbClr val="000000"/>
                          </a:solidFill>
                          <a:effectLst/>
                          <a:latin typeface="+mn-ea"/>
                          <a:ea typeface="+mn-ea"/>
                        </a:rPr>
                        <a:t>人日</a:t>
                      </a:r>
                      <a:r>
                        <a:rPr lang="en-US" altLang="ja-JP" sz="900" b="0" i="0" u="none" strike="noStrike" dirty="0">
                          <a:solidFill>
                            <a:srgbClr val="000000"/>
                          </a:solidFill>
                          <a:effectLst/>
                          <a:latin typeface="+mn-ea"/>
                          <a:ea typeface="+mn-ea"/>
                        </a:rPr>
                        <a:t>×2</a:t>
                      </a:r>
                      <a:r>
                        <a:rPr lang="ja-JP" altLang="en-US" sz="900" b="0" i="0" u="none" strike="noStrike" dirty="0">
                          <a:solidFill>
                            <a:srgbClr val="000000"/>
                          </a:solidFill>
                          <a:effectLst/>
                          <a:latin typeface="+mn-ea"/>
                          <a:ea typeface="+mn-ea"/>
                        </a:rPr>
                        <a:t>人</a:t>
                      </a:r>
                      <a:r>
                        <a:rPr lang="en-US" altLang="ja-JP" sz="900" b="0" i="0" u="none" strike="noStrike" dirty="0">
                          <a:solidFill>
                            <a:srgbClr val="000000"/>
                          </a:solidFill>
                          <a:effectLst/>
                          <a:latin typeface="+mn-ea"/>
                          <a:ea typeface="+mn-ea"/>
                        </a:rPr>
                        <a:t>=6</a:t>
                      </a:r>
                      <a:r>
                        <a:rPr lang="ja-JP" altLang="en-US" sz="900" b="0" i="0" u="none" strike="noStrike" dirty="0">
                          <a:solidFill>
                            <a:srgbClr val="000000"/>
                          </a:solidFill>
                          <a:effectLst/>
                          <a:latin typeface="+mn-ea"/>
                          <a:ea typeface="+mn-ea"/>
                        </a:rPr>
                        <a:t>人日）</a:t>
                      </a: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149074"/>
                  </a:ext>
                </a:extLst>
              </a:tr>
              <a:tr h="249019">
                <a:tc>
                  <a:txBody>
                    <a:bodyPr/>
                    <a:lstStyle/>
                    <a:p>
                      <a:pPr algn="ctr" fontAlgn="ctr"/>
                      <a:r>
                        <a:rPr lang="en-US" altLang="ja-JP" sz="1100" b="0" i="0" u="none" strike="noStrike" dirty="0">
                          <a:solidFill>
                            <a:srgbClr val="000000"/>
                          </a:solidFill>
                          <a:effectLst/>
                          <a:latin typeface="+mn-ea"/>
                          <a:ea typeface="+mn-ea"/>
                        </a:rPr>
                        <a:t>3</a:t>
                      </a: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ja-JP" altLang="en-US" sz="1100" b="0" i="0" u="none" strike="noStrike" dirty="0">
                          <a:solidFill>
                            <a:srgbClr val="000000"/>
                          </a:solidFill>
                          <a:effectLst/>
                          <a:latin typeface="+mn-ea"/>
                          <a:ea typeface="+mn-ea"/>
                        </a:rPr>
                        <a:t>システムテスト</a:t>
                      </a:r>
                      <a:endParaRPr lang="en-US" altLang="ja-JP"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dirty="0">
                          <a:solidFill>
                            <a:srgbClr val="000000"/>
                          </a:solidFill>
                          <a:effectLst/>
                          <a:latin typeface="+mn-ea"/>
                          <a:ea typeface="+mn-ea"/>
                        </a:rPr>
                        <a:t>3-1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b="0" i="0" u="none" strike="noStrike" dirty="0">
                          <a:solidFill>
                            <a:srgbClr val="000000"/>
                          </a:solidFill>
                          <a:effectLst/>
                          <a:latin typeface="+mn-ea"/>
                          <a:ea typeface="+mn-ea"/>
                        </a:rPr>
                        <a:t>システムテスト</a:t>
                      </a:r>
                      <a:endParaRPr lang="en-US" altLang="ja-JP"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dirty="0">
                          <a:solidFill>
                            <a:srgbClr val="000000"/>
                          </a:solidFill>
                          <a:effectLst/>
                          <a:latin typeface="+mn-ea"/>
                          <a:ea typeface="+mn-ea"/>
                        </a:rPr>
                        <a:t>0.6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メイリオ"/>
                          <a:ea typeface="メイリオ"/>
                          <a:cs typeface="+mn-cs"/>
                        </a:rPr>
                        <a:t>856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r>
                        <a:rPr lang="en-US" altLang="ja-JP" sz="1100" b="0" i="0" u="none" strike="noStrike" dirty="0">
                          <a:solidFill>
                            <a:srgbClr val="000000"/>
                          </a:solidFill>
                          <a:effectLst/>
                          <a:latin typeface="+mn-ea"/>
                          <a:ea typeface="+mn-ea"/>
                        </a:rPr>
                        <a:t>514</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rgbClr val="000000"/>
                          </a:solidFill>
                          <a:effectLst/>
                          <a:latin typeface="+mn-ea"/>
                          <a:ea typeface="+mn-ea"/>
                        </a:rPr>
                        <a:t>・新環境で本番環境のデータを取込、動作確認を実施する。（</a:t>
                      </a:r>
                      <a:r>
                        <a:rPr lang="en-US" altLang="ja-JP" sz="900" b="0" i="0" u="none" strike="noStrike" dirty="0">
                          <a:solidFill>
                            <a:srgbClr val="000000"/>
                          </a:solidFill>
                          <a:effectLst/>
                          <a:latin typeface="+mn-ea"/>
                          <a:ea typeface="+mn-ea"/>
                        </a:rPr>
                        <a:t>26</a:t>
                      </a:r>
                      <a:r>
                        <a:rPr lang="ja-JP" altLang="en-US" sz="900" b="0" i="0" u="none" strike="noStrike" dirty="0">
                          <a:solidFill>
                            <a:srgbClr val="000000"/>
                          </a:solidFill>
                          <a:effectLst/>
                          <a:latin typeface="+mn-ea"/>
                          <a:ea typeface="+mn-ea"/>
                        </a:rPr>
                        <a:t>機能）</a:t>
                      </a:r>
                      <a:endParaRPr lang="en-US" altLang="ja-JP" sz="900" b="0" i="0" u="none" strike="noStrike" dirty="0">
                        <a:solidFill>
                          <a:srgbClr val="000000"/>
                        </a:solidFill>
                        <a:effectLst/>
                        <a:latin typeface="+mn-ea"/>
                        <a:ea typeface="+mn-ea"/>
                      </a:endParaRPr>
                    </a:p>
                    <a:p>
                      <a:pPr algn="l" fontAlgn="ctr"/>
                      <a:r>
                        <a:rPr lang="ja-JP" altLang="en-US" sz="900" b="0" i="0" u="none" strike="noStrike" dirty="0">
                          <a:solidFill>
                            <a:srgbClr val="000000"/>
                          </a:solidFill>
                          <a:effectLst/>
                          <a:latin typeface="+mn-ea"/>
                          <a:ea typeface="+mn-ea"/>
                        </a:rPr>
                        <a:t>・事前調整　　</a:t>
                      </a:r>
                      <a:r>
                        <a:rPr lang="en-US" altLang="ja-JP" sz="900" b="0" i="0" u="none" strike="noStrike" dirty="0">
                          <a:solidFill>
                            <a:srgbClr val="000000"/>
                          </a:solidFill>
                          <a:effectLst/>
                          <a:latin typeface="+mn-ea"/>
                          <a:ea typeface="+mn-ea"/>
                        </a:rPr>
                        <a:t>1.0</a:t>
                      </a:r>
                      <a:r>
                        <a:rPr lang="ja-JP" altLang="en-US" sz="900" b="0" i="0" u="none" strike="noStrike" dirty="0">
                          <a:solidFill>
                            <a:srgbClr val="000000"/>
                          </a:solidFill>
                          <a:effectLst/>
                          <a:latin typeface="+mn-ea"/>
                          <a:ea typeface="+mn-ea"/>
                        </a:rPr>
                        <a:t>人日（オフラス接続への調整）</a:t>
                      </a:r>
                    </a:p>
                    <a:p>
                      <a:pPr algn="l" fontAlgn="ctr"/>
                      <a:r>
                        <a:rPr lang="ja-JP" altLang="en-US" sz="900" b="0" i="0" u="none" strike="noStrike" dirty="0">
                          <a:solidFill>
                            <a:srgbClr val="000000"/>
                          </a:solidFill>
                          <a:effectLst/>
                          <a:latin typeface="+mn-ea"/>
                          <a:ea typeface="+mn-ea"/>
                        </a:rPr>
                        <a:t>・仕様書作成　</a:t>
                      </a:r>
                      <a:r>
                        <a:rPr lang="en-US" altLang="ja-JP" sz="900" b="0" i="0" u="none" strike="noStrike" dirty="0">
                          <a:solidFill>
                            <a:srgbClr val="000000"/>
                          </a:solidFill>
                          <a:effectLst/>
                          <a:latin typeface="+mn-ea"/>
                          <a:ea typeface="+mn-ea"/>
                        </a:rPr>
                        <a:t>1.5</a:t>
                      </a:r>
                      <a:r>
                        <a:rPr lang="ja-JP" altLang="en-US" sz="900" b="0" i="0" u="none" strike="noStrike" dirty="0">
                          <a:solidFill>
                            <a:srgbClr val="000000"/>
                          </a:solidFill>
                          <a:effectLst/>
                          <a:latin typeface="+mn-ea"/>
                          <a:ea typeface="+mn-ea"/>
                        </a:rPr>
                        <a:t>人日（確認調整含む）</a:t>
                      </a:r>
                    </a:p>
                    <a:p>
                      <a:pPr algn="l" fontAlgn="ctr"/>
                      <a:r>
                        <a:rPr lang="ja-JP" altLang="en-US" sz="900" b="0" i="0" u="none" strike="noStrike" dirty="0">
                          <a:solidFill>
                            <a:srgbClr val="000000"/>
                          </a:solidFill>
                          <a:effectLst/>
                          <a:latin typeface="+mn-ea"/>
                          <a:ea typeface="+mn-ea"/>
                        </a:rPr>
                        <a:t>・テスト実施　</a:t>
                      </a:r>
                      <a:r>
                        <a:rPr lang="en-US" altLang="ja-JP" sz="900" b="0" i="0" u="none" strike="noStrike" dirty="0">
                          <a:solidFill>
                            <a:srgbClr val="000000"/>
                          </a:solidFill>
                          <a:effectLst/>
                          <a:latin typeface="+mn-ea"/>
                          <a:ea typeface="+mn-ea"/>
                        </a:rPr>
                        <a:t>38</a:t>
                      </a:r>
                      <a:r>
                        <a:rPr lang="ja-JP" altLang="en-US" sz="900" b="0" i="0" u="none" strike="noStrike" dirty="0">
                          <a:solidFill>
                            <a:srgbClr val="000000"/>
                          </a:solidFill>
                          <a:effectLst/>
                          <a:latin typeface="+mn-ea"/>
                          <a:ea typeface="+mn-ea"/>
                        </a:rPr>
                        <a:t>機能</a:t>
                      </a:r>
                      <a:r>
                        <a:rPr lang="en-US" altLang="ja-JP" sz="900" b="0" i="0" u="none" strike="noStrike" dirty="0">
                          <a:solidFill>
                            <a:srgbClr val="000000"/>
                          </a:solidFill>
                          <a:effectLst/>
                          <a:latin typeface="+mn-ea"/>
                          <a:ea typeface="+mn-ea"/>
                        </a:rPr>
                        <a:t>×0.25</a:t>
                      </a:r>
                      <a:r>
                        <a:rPr lang="ja-JP" altLang="en-US" sz="900" b="0" i="0" u="none" strike="noStrike" dirty="0">
                          <a:solidFill>
                            <a:srgbClr val="000000"/>
                          </a:solidFill>
                          <a:effectLst/>
                          <a:latin typeface="+mn-ea"/>
                          <a:ea typeface="+mn-ea"/>
                        </a:rPr>
                        <a:t>人日</a:t>
                      </a:r>
                      <a:r>
                        <a:rPr lang="en-US" altLang="ja-JP" sz="900" b="0" i="0" u="none" strike="noStrike" dirty="0">
                          <a:solidFill>
                            <a:srgbClr val="000000"/>
                          </a:solidFill>
                          <a:effectLst/>
                          <a:latin typeface="+mn-ea"/>
                          <a:ea typeface="+mn-ea"/>
                        </a:rPr>
                        <a:t>=9.5</a:t>
                      </a:r>
                      <a:r>
                        <a:rPr lang="ja-JP" altLang="en-US" sz="900" b="0" i="0" u="none" strike="noStrike" dirty="0">
                          <a:solidFill>
                            <a:srgbClr val="000000"/>
                          </a:solidFill>
                          <a:effectLst/>
                          <a:latin typeface="+mn-ea"/>
                          <a:ea typeface="+mn-ea"/>
                        </a:rPr>
                        <a:t>人日</a:t>
                      </a: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173392"/>
                  </a:ext>
                </a:extLst>
              </a:tr>
              <a:tr h="249019">
                <a:tc>
                  <a:txBody>
                    <a:bodyPr/>
                    <a:lstStyle/>
                    <a:p>
                      <a:pPr algn="ctr" fontAlgn="ctr"/>
                      <a:r>
                        <a:rPr lang="en-US" altLang="ja-JP" sz="1100" b="0" i="0" u="none" strike="noStrike" dirty="0">
                          <a:solidFill>
                            <a:srgbClr val="000000"/>
                          </a:solidFill>
                          <a:effectLst/>
                          <a:latin typeface="+mn-ea"/>
                          <a:ea typeface="+mn-ea"/>
                        </a:rPr>
                        <a:t>4</a:t>
                      </a: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ja-JP" altLang="en-US" sz="1100" b="0" i="0" u="none" strike="noStrike" dirty="0">
                          <a:solidFill>
                            <a:srgbClr val="000000"/>
                          </a:solidFill>
                          <a:effectLst/>
                          <a:latin typeface="+mn-ea"/>
                          <a:ea typeface="+mn-ea"/>
                        </a:rPr>
                        <a:t>ユーザテスト</a:t>
                      </a:r>
                      <a:endParaRPr lang="en-US" altLang="ja-JP"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dirty="0">
                          <a:solidFill>
                            <a:srgbClr val="000000"/>
                          </a:solidFill>
                          <a:effectLst/>
                          <a:latin typeface="+mn-ea"/>
                          <a:ea typeface="+mn-ea"/>
                        </a:rPr>
                        <a:t>4-1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b="0" i="0" u="none" strike="noStrike" dirty="0">
                          <a:solidFill>
                            <a:srgbClr val="000000"/>
                          </a:solidFill>
                          <a:effectLst/>
                          <a:latin typeface="+mn-ea"/>
                          <a:ea typeface="+mn-ea"/>
                        </a:rPr>
                        <a:t>ユーザテスト</a:t>
                      </a:r>
                      <a:endParaRPr lang="en-US" altLang="ja-JP"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dirty="0">
                          <a:solidFill>
                            <a:srgbClr val="000000"/>
                          </a:solidFill>
                          <a:effectLst/>
                          <a:latin typeface="+mn-ea"/>
                          <a:ea typeface="+mn-ea"/>
                        </a:rPr>
                        <a:t>0.3</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メイリオ"/>
                          <a:ea typeface="メイリオ"/>
                          <a:cs typeface="+mn-cs"/>
                        </a:rPr>
                        <a:t>856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r>
                        <a:rPr lang="en-US" altLang="ja-JP" sz="1100" b="0" i="0" u="none" strike="noStrike" dirty="0">
                          <a:solidFill>
                            <a:srgbClr val="000000"/>
                          </a:solidFill>
                          <a:effectLst/>
                          <a:latin typeface="+mn-ea"/>
                          <a:ea typeface="+mn-ea"/>
                        </a:rPr>
                        <a:t>257</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rgbClr val="000000"/>
                          </a:solidFill>
                          <a:effectLst/>
                          <a:latin typeface="+mn-ea"/>
                          <a:ea typeface="+mn-ea"/>
                        </a:rPr>
                        <a:t>・ユーザテスト期間のサポートを行う</a:t>
                      </a:r>
                      <a:endParaRPr lang="en-US" altLang="ja-JP" sz="900" b="0" i="0" u="none" strike="noStrike" dirty="0">
                        <a:solidFill>
                          <a:srgbClr val="000000"/>
                        </a:solidFill>
                        <a:effectLst/>
                        <a:latin typeface="+mn-ea"/>
                        <a:ea typeface="+mn-ea"/>
                      </a:endParaRPr>
                    </a:p>
                    <a:p>
                      <a:pPr algn="l" fontAlgn="ctr"/>
                      <a:r>
                        <a:rPr lang="ja-JP" altLang="en-US" sz="900" b="0" i="0" u="none" strike="noStrike" dirty="0">
                          <a:solidFill>
                            <a:srgbClr val="000000"/>
                          </a:solidFill>
                          <a:effectLst/>
                          <a:latin typeface="+mn-ea"/>
                          <a:ea typeface="+mn-ea"/>
                        </a:rPr>
                        <a:t>事前準備　：</a:t>
                      </a:r>
                      <a:r>
                        <a:rPr lang="en-US" altLang="ja-JP" sz="900" b="0" i="0" u="none" strike="noStrike" dirty="0">
                          <a:solidFill>
                            <a:srgbClr val="000000"/>
                          </a:solidFill>
                          <a:effectLst/>
                          <a:latin typeface="+mn-ea"/>
                          <a:ea typeface="+mn-ea"/>
                        </a:rPr>
                        <a:t>1</a:t>
                      </a:r>
                      <a:r>
                        <a:rPr lang="ja-JP" altLang="en-US" sz="900" b="0" i="0" u="none" strike="noStrike" dirty="0">
                          <a:solidFill>
                            <a:srgbClr val="000000"/>
                          </a:solidFill>
                          <a:effectLst/>
                          <a:latin typeface="+mn-ea"/>
                          <a:ea typeface="+mn-ea"/>
                        </a:rPr>
                        <a:t>人日　</a:t>
                      </a:r>
                      <a:r>
                        <a:rPr lang="en-US" altLang="ja-JP" sz="900" b="0" i="0" u="none" strike="noStrike" dirty="0">
                          <a:solidFill>
                            <a:srgbClr val="000000"/>
                          </a:solidFill>
                          <a:effectLst/>
                          <a:latin typeface="+mn-ea"/>
                          <a:ea typeface="+mn-ea"/>
                        </a:rPr>
                        <a:t>/</a:t>
                      </a:r>
                      <a:r>
                        <a:rPr lang="ja-JP" altLang="en-US" sz="900" b="0" i="0" u="none" strike="noStrike" dirty="0">
                          <a:solidFill>
                            <a:srgbClr val="000000"/>
                          </a:solidFill>
                          <a:effectLst/>
                          <a:latin typeface="+mn-ea"/>
                          <a:ea typeface="+mn-ea"/>
                        </a:rPr>
                        <a:t>サポート　</a:t>
                      </a:r>
                      <a:r>
                        <a:rPr lang="en-US" altLang="ja-JP" sz="900" b="0" i="0" u="none" strike="noStrike" dirty="0">
                          <a:solidFill>
                            <a:srgbClr val="000000"/>
                          </a:solidFill>
                          <a:effectLst/>
                          <a:latin typeface="+mn-ea"/>
                          <a:ea typeface="+mn-ea"/>
                        </a:rPr>
                        <a:t>5</a:t>
                      </a:r>
                      <a:r>
                        <a:rPr lang="ja-JP" altLang="en-US" sz="900" b="0" i="0" u="none" strike="noStrike" dirty="0">
                          <a:solidFill>
                            <a:srgbClr val="000000"/>
                          </a:solidFill>
                          <a:effectLst/>
                          <a:latin typeface="+mn-ea"/>
                          <a:ea typeface="+mn-ea"/>
                        </a:rPr>
                        <a:t>人日</a:t>
                      </a: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0407665"/>
                  </a:ext>
                </a:extLst>
              </a:tr>
              <a:tr h="249019">
                <a:tc rowSpan="3">
                  <a:txBody>
                    <a:bodyPr/>
                    <a:lstStyle/>
                    <a:p>
                      <a:pPr algn="ctr" fontAlgn="ctr"/>
                      <a:r>
                        <a:rPr lang="en-US" altLang="ja-JP" sz="1100" b="0" i="0" u="none" strike="noStrike" dirty="0">
                          <a:solidFill>
                            <a:srgbClr val="000000"/>
                          </a:solidFill>
                          <a:effectLst/>
                          <a:latin typeface="+mn-ea"/>
                          <a:ea typeface="+mn-ea"/>
                        </a:rPr>
                        <a:t>5</a:t>
                      </a: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algn="ctr" fontAlgn="ctr"/>
                      <a:r>
                        <a:rPr lang="ja-JP" altLang="en-US" sz="1100" b="0" i="0" u="none" strike="noStrike">
                          <a:solidFill>
                            <a:srgbClr val="000000"/>
                          </a:solidFill>
                          <a:effectLst/>
                          <a:latin typeface="+mn-ea"/>
                          <a:ea typeface="+mn-ea"/>
                        </a:rPr>
                        <a:t>切替</a:t>
                      </a: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dirty="0">
                          <a:solidFill>
                            <a:srgbClr val="000000"/>
                          </a:solidFill>
                          <a:effectLst/>
                          <a:latin typeface="+mn-ea"/>
                          <a:ea typeface="+mn-ea"/>
                        </a:rPr>
                        <a:t>5-1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n-ea"/>
                          <a:ea typeface="+mn-ea"/>
                        </a:rPr>
                        <a:t>切替準備</a:t>
                      </a: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dirty="0">
                          <a:solidFill>
                            <a:srgbClr val="000000"/>
                          </a:solidFill>
                          <a:effectLst/>
                          <a:latin typeface="+mn-ea"/>
                          <a:ea typeface="+mn-ea"/>
                        </a:rPr>
                        <a:t>0.5</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メイリオ"/>
                          <a:ea typeface="メイリオ"/>
                          <a:cs typeface="+mn-cs"/>
                        </a:rPr>
                        <a:t>856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r>
                        <a:rPr lang="en-US" altLang="ja-JP" sz="1100" b="0" i="0" u="none" strike="noStrike" dirty="0">
                          <a:solidFill>
                            <a:srgbClr val="000000"/>
                          </a:solidFill>
                          <a:effectLst/>
                          <a:latin typeface="+mn-ea"/>
                          <a:ea typeface="+mn-ea"/>
                        </a:rPr>
                        <a:t>428</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rgbClr val="000000"/>
                          </a:solidFill>
                          <a:effectLst/>
                          <a:latin typeface="+mn-ea"/>
                          <a:ea typeface="+mn-ea"/>
                        </a:rPr>
                        <a:t>切替手順書作成</a:t>
                      </a:r>
                      <a:r>
                        <a:rPr lang="en-US" altLang="ja-JP" sz="900" b="0" i="0" u="none" strike="noStrike" dirty="0">
                          <a:solidFill>
                            <a:srgbClr val="000000"/>
                          </a:solidFill>
                          <a:effectLst/>
                          <a:latin typeface="+mn-ea"/>
                          <a:ea typeface="+mn-ea"/>
                        </a:rPr>
                        <a:t>5</a:t>
                      </a:r>
                      <a:r>
                        <a:rPr lang="ja-JP" altLang="en-US" sz="900" b="0" i="0" u="none" strike="noStrike" dirty="0">
                          <a:solidFill>
                            <a:srgbClr val="000000"/>
                          </a:solidFill>
                          <a:effectLst/>
                          <a:latin typeface="+mn-ea"/>
                          <a:ea typeface="+mn-ea"/>
                        </a:rPr>
                        <a:t>人日、関係者との打ち合わせ及び調整</a:t>
                      </a:r>
                      <a:r>
                        <a:rPr lang="en-US" altLang="ja-JP" sz="900" b="0" i="0" u="none" strike="noStrike" dirty="0">
                          <a:solidFill>
                            <a:srgbClr val="000000"/>
                          </a:solidFill>
                          <a:effectLst/>
                          <a:latin typeface="+mn-ea"/>
                          <a:ea typeface="+mn-ea"/>
                        </a:rPr>
                        <a:t>5</a:t>
                      </a:r>
                      <a:r>
                        <a:rPr lang="ja-JP" altLang="en-US" sz="900" b="0" i="0" u="none" strike="noStrike" dirty="0">
                          <a:solidFill>
                            <a:srgbClr val="000000"/>
                          </a:solidFill>
                          <a:effectLst/>
                          <a:latin typeface="+mn-ea"/>
                          <a:ea typeface="+mn-ea"/>
                        </a:rPr>
                        <a:t>人日</a:t>
                      </a: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4472126"/>
                  </a:ext>
                </a:extLst>
              </a:tr>
              <a:tr h="249019">
                <a:tc vMerge="1">
                  <a:txBody>
                    <a:bodyPr/>
                    <a:lstStyle/>
                    <a:p>
                      <a:pPr algn="ctr" fontAlgn="ctr"/>
                      <a:endParaRPr lang="en-US" altLang="ja-JP" sz="1100" b="0" i="0" u="none" strike="noStrike">
                        <a:solidFill>
                          <a:srgbClr val="000000"/>
                        </a:solidFill>
                        <a:effectLst/>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fontAlgn="ct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dirty="0">
                          <a:solidFill>
                            <a:srgbClr val="000000"/>
                          </a:solidFill>
                          <a:effectLst/>
                          <a:latin typeface="+mn-ea"/>
                          <a:ea typeface="+mn-ea"/>
                        </a:rPr>
                        <a:t>5-2</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n-ea"/>
                          <a:ea typeface="+mn-ea"/>
                        </a:rPr>
                        <a:t>切替</a:t>
                      </a: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dirty="0">
                          <a:solidFill>
                            <a:srgbClr val="000000"/>
                          </a:solidFill>
                          <a:effectLst/>
                          <a:latin typeface="+mn-ea"/>
                          <a:ea typeface="+mn-ea"/>
                        </a:rPr>
                        <a:t>0.4</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メイリオ"/>
                          <a:ea typeface="メイリオ"/>
                          <a:cs typeface="+mn-cs"/>
                        </a:rPr>
                        <a:t>856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r>
                        <a:rPr lang="en-US" altLang="ja-JP" sz="1100" b="0" i="0" u="none" strike="noStrike" dirty="0">
                          <a:solidFill>
                            <a:srgbClr val="000000"/>
                          </a:solidFill>
                          <a:effectLst/>
                          <a:latin typeface="+mn-ea"/>
                          <a:ea typeface="+mn-ea"/>
                        </a:rPr>
                        <a:t>343</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rgbClr val="000000"/>
                          </a:solidFill>
                          <a:effectLst/>
                          <a:latin typeface="+mn-ea"/>
                          <a:ea typeface="+mn-ea"/>
                        </a:rPr>
                        <a:t>・切替前準備（現行の</a:t>
                      </a:r>
                      <a:r>
                        <a:rPr lang="en-US" altLang="ja-JP" sz="900" b="0" i="0" u="none" strike="noStrike" dirty="0">
                          <a:solidFill>
                            <a:srgbClr val="000000"/>
                          </a:solidFill>
                          <a:effectLst/>
                          <a:latin typeface="+mn-ea"/>
                          <a:ea typeface="+mn-ea"/>
                        </a:rPr>
                        <a:t>DB</a:t>
                      </a:r>
                      <a:r>
                        <a:rPr lang="ja-JP" altLang="en-US" sz="900" b="0" i="0" u="none" strike="noStrike" dirty="0">
                          <a:solidFill>
                            <a:srgbClr val="000000"/>
                          </a:solidFill>
                          <a:effectLst/>
                          <a:latin typeface="+mn-ea"/>
                          <a:ea typeface="+mn-ea"/>
                        </a:rPr>
                        <a:t>エクスポート作成</a:t>
                      </a:r>
                      <a:r>
                        <a:rPr lang="en-US" altLang="ja-JP" sz="900" b="0" i="0" u="none" strike="noStrike" dirty="0">
                          <a:solidFill>
                            <a:srgbClr val="000000"/>
                          </a:solidFill>
                          <a:effectLst/>
                          <a:latin typeface="+mn-ea"/>
                          <a:ea typeface="+mn-ea"/>
                        </a:rPr>
                        <a:t>/</a:t>
                      </a:r>
                      <a:r>
                        <a:rPr lang="ja-JP" altLang="en-US" sz="900" b="0" i="0" u="none" strike="noStrike" dirty="0">
                          <a:solidFill>
                            <a:srgbClr val="000000"/>
                          </a:solidFill>
                          <a:effectLst/>
                          <a:latin typeface="+mn-ea"/>
                          <a:ea typeface="+mn-ea"/>
                        </a:rPr>
                        <a:t>需給</a:t>
                      </a:r>
                      <a:r>
                        <a:rPr lang="en-US" altLang="ja-JP" sz="900" b="0" i="0" u="none" strike="noStrike" dirty="0">
                          <a:solidFill>
                            <a:srgbClr val="000000"/>
                          </a:solidFill>
                          <a:effectLst/>
                          <a:latin typeface="+mn-ea"/>
                          <a:ea typeface="+mn-ea"/>
                        </a:rPr>
                        <a:t>DB</a:t>
                      </a:r>
                      <a:r>
                        <a:rPr lang="ja-JP" altLang="en-US" sz="900" b="0" i="0" u="none" strike="noStrike" dirty="0">
                          <a:solidFill>
                            <a:srgbClr val="000000"/>
                          </a:solidFill>
                          <a:effectLst/>
                          <a:latin typeface="+mn-ea"/>
                          <a:ea typeface="+mn-ea"/>
                        </a:rPr>
                        <a:t>サーバの申請や操作は２人で実施。その他関係各社へ連絡</a:t>
                      </a:r>
                      <a:r>
                        <a:rPr lang="en-US" altLang="ja-JP" sz="900" b="0" i="0" u="none" strike="noStrike" dirty="0">
                          <a:solidFill>
                            <a:srgbClr val="000000"/>
                          </a:solidFill>
                          <a:effectLst/>
                          <a:latin typeface="+mn-ea"/>
                          <a:ea typeface="+mn-ea"/>
                        </a:rPr>
                        <a:t>)</a:t>
                      </a:r>
                      <a:r>
                        <a:rPr lang="ja-JP" altLang="en-US" sz="900" b="0" i="0" u="none" strike="noStrike" dirty="0">
                          <a:solidFill>
                            <a:srgbClr val="000000"/>
                          </a:solidFill>
                          <a:effectLst/>
                          <a:latin typeface="+mn-ea"/>
                          <a:ea typeface="+mn-ea"/>
                        </a:rPr>
                        <a:t>　</a:t>
                      </a:r>
                      <a:r>
                        <a:rPr lang="en-US" altLang="ja-JP" sz="900" b="0" i="0" u="none" strike="noStrike" dirty="0">
                          <a:solidFill>
                            <a:srgbClr val="000000"/>
                          </a:solidFill>
                          <a:effectLst/>
                          <a:latin typeface="+mn-ea"/>
                          <a:ea typeface="+mn-ea"/>
                        </a:rPr>
                        <a:t>4</a:t>
                      </a:r>
                      <a:r>
                        <a:rPr lang="ja-JP" altLang="en-US" sz="900" b="0" i="0" u="none" strike="noStrike" dirty="0">
                          <a:solidFill>
                            <a:srgbClr val="000000"/>
                          </a:solidFill>
                          <a:effectLst/>
                          <a:latin typeface="+mn-ea"/>
                          <a:ea typeface="+mn-ea"/>
                        </a:rPr>
                        <a:t>人日</a:t>
                      </a:r>
                    </a:p>
                    <a:p>
                      <a:pPr algn="l" fontAlgn="ctr"/>
                      <a:r>
                        <a:rPr lang="ja-JP" altLang="en-US" sz="900" b="0" i="0" u="none" strike="noStrike" dirty="0">
                          <a:solidFill>
                            <a:srgbClr val="000000"/>
                          </a:solidFill>
                          <a:effectLst/>
                          <a:latin typeface="+mn-ea"/>
                          <a:ea typeface="+mn-ea"/>
                        </a:rPr>
                        <a:t>・切替作業（データクリア</a:t>
                      </a:r>
                      <a:r>
                        <a:rPr lang="en-US" altLang="ja-JP" sz="900" b="0" i="0" u="none" strike="noStrike" dirty="0">
                          <a:solidFill>
                            <a:srgbClr val="000000"/>
                          </a:solidFill>
                          <a:effectLst/>
                          <a:latin typeface="+mn-ea"/>
                          <a:ea typeface="+mn-ea"/>
                        </a:rPr>
                        <a:t>/DB</a:t>
                      </a:r>
                      <a:r>
                        <a:rPr lang="ja-JP" altLang="en-US" sz="900" b="0" i="0" u="none" strike="noStrike" dirty="0">
                          <a:solidFill>
                            <a:srgbClr val="000000"/>
                          </a:solidFill>
                          <a:effectLst/>
                          <a:latin typeface="+mn-ea"/>
                          <a:ea typeface="+mn-ea"/>
                        </a:rPr>
                        <a:t>インポート</a:t>
                      </a:r>
                      <a:r>
                        <a:rPr lang="en-US" altLang="ja-JP" sz="900" b="0" i="0" u="none" strike="noStrike" dirty="0">
                          <a:solidFill>
                            <a:srgbClr val="000000"/>
                          </a:solidFill>
                          <a:effectLst/>
                          <a:latin typeface="+mn-ea"/>
                          <a:ea typeface="+mn-ea"/>
                        </a:rPr>
                        <a:t>/</a:t>
                      </a:r>
                      <a:r>
                        <a:rPr lang="ja-JP" altLang="en-US" sz="900" b="0" i="0" u="none" strike="noStrike" dirty="0">
                          <a:solidFill>
                            <a:srgbClr val="000000"/>
                          </a:solidFill>
                          <a:effectLst/>
                          <a:latin typeface="+mn-ea"/>
                          <a:ea typeface="+mn-ea"/>
                        </a:rPr>
                        <a:t>新サーバの設定と</a:t>
                      </a:r>
                      <a:endParaRPr lang="en-US" altLang="ja-JP" sz="900" b="0" i="0" u="none" strike="noStrike" dirty="0">
                        <a:solidFill>
                          <a:srgbClr val="000000"/>
                        </a:solidFill>
                        <a:effectLst/>
                        <a:latin typeface="+mn-ea"/>
                        <a:ea typeface="+mn-ea"/>
                      </a:endParaRPr>
                    </a:p>
                    <a:p>
                      <a:pPr algn="l" fontAlgn="ctr"/>
                      <a:r>
                        <a:rPr lang="ja-JP" altLang="en-US" sz="900" b="0" i="0" u="none" strike="noStrike" dirty="0">
                          <a:solidFill>
                            <a:srgbClr val="000000"/>
                          </a:solidFill>
                          <a:effectLst/>
                          <a:latin typeface="+mn-ea"/>
                          <a:ea typeface="+mn-ea"/>
                        </a:rPr>
                        <a:t>　旧サーバの設定）　</a:t>
                      </a:r>
                      <a:r>
                        <a:rPr lang="en-US" altLang="ja-JP" sz="900" b="0" i="0" u="none" strike="noStrike" dirty="0">
                          <a:solidFill>
                            <a:srgbClr val="000000"/>
                          </a:solidFill>
                          <a:effectLst/>
                          <a:latin typeface="+mn-ea"/>
                          <a:ea typeface="+mn-ea"/>
                        </a:rPr>
                        <a:t>2</a:t>
                      </a:r>
                      <a:r>
                        <a:rPr lang="ja-JP" altLang="en-US" sz="900" b="0" i="0" u="none" strike="noStrike" dirty="0">
                          <a:solidFill>
                            <a:srgbClr val="000000"/>
                          </a:solidFill>
                          <a:effectLst/>
                          <a:latin typeface="+mn-ea"/>
                          <a:ea typeface="+mn-ea"/>
                        </a:rPr>
                        <a:t>人日</a:t>
                      </a:r>
                    </a:p>
                    <a:p>
                      <a:pPr algn="l" fontAlgn="ctr"/>
                      <a:r>
                        <a:rPr lang="ja-JP" altLang="en-US" sz="900" b="0" i="0" u="none" strike="noStrike" dirty="0">
                          <a:solidFill>
                            <a:srgbClr val="000000"/>
                          </a:solidFill>
                          <a:effectLst/>
                          <a:latin typeface="+mn-ea"/>
                          <a:ea typeface="+mn-ea"/>
                        </a:rPr>
                        <a:t>・切り戻し作業　</a:t>
                      </a:r>
                      <a:r>
                        <a:rPr lang="en-US" altLang="ja-JP" sz="900" b="0" i="0" u="none" strike="noStrike" dirty="0">
                          <a:solidFill>
                            <a:srgbClr val="000000"/>
                          </a:solidFill>
                          <a:effectLst/>
                          <a:latin typeface="+mn-ea"/>
                          <a:ea typeface="+mn-ea"/>
                        </a:rPr>
                        <a:t>2</a:t>
                      </a:r>
                      <a:r>
                        <a:rPr lang="ja-JP" altLang="en-US" sz="900" b="0" i="0" u="none" strike="noStrike" dirty="0">
                          <a:solidFill>
                            <a:srgbClr val="000000"/>
                          </a:solidFill>
                          <a:effectLst/>
                          <a:latin typeface="+mn-ea"/>
                          <a:ea typeface="+mn-ea"/>
                        </a:rPr>
                        <a:t>人日</a:t>
                      </a:r>
                    </a:p>
                    <a:p>
                      <a:pPr algn="l" fontAlgn="ctr"/>
                      <a:r>
                        <a:rPr lang="en-US" altLang="ja-JP" sz="900" b="0" i="0" u="none" strike="noStrike" dirty="0">
                          <a:solidFill>
                            <a:srgbClr val="000000"/>
                          </a:solidFill>
                          <a:effectLst/>
                          <a:latin typeface="+mn-ea"/>
                          <a:ea typeface="+mn-ea"/>
                        </a:rPr>
                        <a:t>※</a:t>
                      </a:r>
                      <a:r>
                        <a:rPr lang="ja-JP" altLang="en-US" sz="900" b="0" i="0" u="none" strike="noStrike" dirty="0">
                          <a:solidFill>
                            <a:srgbClr val="000000"/>
                          </a:solidFill>
                          <a:effectLst/>
                          <a:latin typeface="+mn-ea"/>
                          <a:ea typeface="+mn-ea"/>
                        </a:rPr>
                        <a:t>切り戻し後に再度切替をする場合の工数については対象外です。</a:t>
                      </a:r>
                    </a:p>
                    <a:p>
                      <a:pPr algn="l" fontAlgn="ctr"/>
                      <a:r>
                        <a:rPr lang="ja-JP" altLang="en-US" sz="900" b="0" i="0" u="none" strike="noStrike" dirty="0">
                          <a:solidFill>
                            <a:srgbClr val="000000"/>
                          </a:solidFill>
                          <a:effectLst/>
                          <a:latin typeface="+mn-ea"/>
                          <a:ea typeface="+mn-ea"/>
                        </a:rPr>
                        <a:t>リリース作業には２人で実施を想定</a:t>
                      </a: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5410903"/>
                  </a:ext>
                </a:extLst>
              </a:tr>
              <a:tr h="249019">
                <a:tc vMerge="1">
                  <a:txBody>
                    <a:bodyPr/>
                    <a:lstStyle/>
                    <a:p>
                      <a:pPr algn="ctr" fontAlgn="ctr"/>
                      <a:endParaRPr lang="en-US" altLang="ja-JP" sz="1100" b="0" i="0" u="none" strike="noStrike">
                        <a:solidFill>
                          <a:srgbClr val="000000"/>
                        </a:solidFill>
                        <a:effectLst/>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fontAlgn="ct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ja-JP" sz="1100" b="0" i="0" u="none" strike="noStrike">
                          <a:solidFill>
                            <a:srgbClr val="000000"/>
                          </a:solidFill>
                          <a:effectLst/>
                          <a:latin typeface="+mn-ea"/>
                          <a:ea typeface="+mn-ea"/>
                        </a:rPr>
                        <a:t>5-3</a:t>
                      </a:r>
                      <a:endParaRPr lang="en-US" altLang="ja-JP"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n-ea"/>
                          <a:ea typeface="+mn-ea"/>
                        </a:rPr>
                        <a:t>初期流動</a:t>
                      </a: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a:solidFill>
                            <a:srgbClr val="000000"/>
                          </a:solidFill>
                          <a:effectLst/>
                          <a:latin typeface="+mn-ea"/>
                          <a:ea typeface="+mn-ea"/>
                        </a:rPr>
                        <a:t>0.3</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メイリオ"/>
                          <a:ea typeface="メイリオ"/>
                          <a:cs typeface="+mn-cs"/>
                        </a:rPr>
                        <a:t>856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r>
                        <a:rPr lang="en-US" altLang="ja-JP" sz="1100" b="0" i="0" u="none" strike="noStrike" dirty="0">
                          <a:solidFill>
                            <a:srgbClr val="000000"/>
                          </a:solidFill>
                          <a:effectLst/>
                          <a:latin typeface="+mn-ea"/>
                          <a:ea typeface="+mn-ea"/>
                        </a:rPr>
                        <a:t>257</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rgbClr val="000000"/>
                          </a:solidFill>
                          <a:effectLst/>
                          <a:latin typeface="+mn-ea"/>
                          <a:ea typeface="+mn-ea"/>
                        </a:rPr>
                        <a:t>切替後</a:t>
                      </a:r>
                      <a:r>
                        <a:rPr lang="en-US" altLang="ja-JP" sz="900" b="0" i="0" u="none" strike="noStrike" dirty="0">
                          <a:solidFill>
                            <a:srgbClr val="000000"/>
                          </a:solidFill>
                          <a:effectLst/>
                          <a:latin typeface="+mn-ea"/>
                          <a:ea typeface="+mn-ea"/>
                        </a:rPr>
                        <a:t>5</a:t>
                      </a:r>
                      <a:r>
                        <a:rPr lang="ja-JP" altLang="en-US" sz="900" b="0" i="0" u="none" strike="noStrike" dirty="0">
                          <a:solidFill>
                            <a:srgbClr val="000000"/>
                          </a:solidFill>
                          <a:effectLst/>
                          <a:latin typeface="+mn-ea"/>
                          <a:ea typeface="+mn-ea"/>
                        </a:rPr>
                        <a:t>日間とする</a:t>
                      </a: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9984163"/>
                  </a:ext>
                </a:extLst>
              </a:tr>
              <a:tr h="249019">
                <a:tc gridSpan="4">
                  <a:txBody>
                    <a:bodyPr/>
                    <a:lstStyle/>
                    <a:p>
                      <a:pPr algn="ctr" fontAlgn="ctr"/>
                      <a:r>
                        <a:rPr lang="ja-JP" altLang="en-US" sz="1100" b="0" i="0" u="none" strike="noStrike" dirty="0">
                          <a:solidFill>
                            <a:srgbClr val="000000"/>
                          </a:solidFill>
                          <a:effectLst/>
                          <a:latin typeface="+mn-ea"/>
                          <a:ea typeface="+mn-ea"/>
                        </a:rPr>
                        <a:t>合計</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fontAlgn="ctr"/>
                      <a:endParaRPr lang="ja-JP" altLang="en-US" sz="11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fontAlgn="ctr"/>
                      <a:endParaRPr lang="ja-JP" altLang="en-US"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fontAlgn="ctr"/>
                      <a:endParaRPr lang="ja-JP" altLang="en-US"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1100" b="0" i="0" u="none" strike="noStrike" dirty="0">
                          <a:solidFill>
                            <a:srgbClr val="000000"/>
                          </a:solidFill>
                          <a:effectLst/>
                          <a:latin typeface="+mn-ea"/>
                          <a:ea typeface="+mn-ea"/>
                        </a:rPr>
                        <a:t>2.7</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fontAlgn="ctr"/>
                      <a:endParaRPr lang="en-US" altLang="ja-JP" sz="11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rgbClr val="000000"/>
                          </a:solidFill>
                          <a:effectLst/>
                          <a:latin typeface="+mn-ea"/>
                          <a:ea typeface="+mn-ea"/>
                        </a:rPr>
                        <a:t>2,313</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ctr"/>
                      <a:endParaRPr lang="en-US" altLang="ja-JP" sz="9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3606907"/>
                  </a:ext>
                </a:extLst>
              </a:tr>
            </a:tbl>
          </a:graphicData>
        </a:graphic>
      </p:graphicFrame>
    </p:spTree>
    <p:extLst>
      <p:ext uri="{BB962C8B-B14F-4D97-AF65-F5344CB8AC3E}">
        <p14:creationId xmlns:p14="http://schemas.microsoft.com/office/powerpoint/2010/main" val="1062443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47652D8C-DFDA-36B3-9C76-712D40066EAB}"/>
              </a:ext>
            </a:extLst>
          </p:cNvPr>
          <p:cNvSpPr>
            <a:spLocks noGrp="1"/>
          </p:cNvSpPr>
          <p:nvPr>
            <p:ph type="sldNum" sz="quarter" idx="4"/>
          </p:nvPr>
        </p:nvSpPr>
        <p:spPr/>
        <p:txBody>
          <a:bodyPr/>
          <a:lstStyle/>
          <a:p>
            <a:fld id="{FB3508C7-2FE0-4945-9CBD-863E05F850D2}" type="slidenum">
              <a:rPr lang="ja-JP" altLang="en-US" smtClean="0"/>
              <a:pPr/>
              <a:t>7</a:t>
            </a:fld>
            <a:endParaRPr lang="ja-JP" altLang="en-US"/>
          </a:p>
        </p:txBody>
      </p:sp>
      <p:sp>
        <p:nvSpPr>
          <p:cNvPr id="8" name="タイトル 1">
            <a:extLst>
              <a:ext uri="{FF2B5EF4-FFF2-40B4-BE49-F238E27FC236}">
                <a16:creationId xmlns:a16="http://schemas.microsoft.com/office/drawing/2014/main" id="{BD8094A5-43A1-1712-E120-D88384F2628D}"/>
              </a:ext>
            </a:extLst>
          </p:cNvPr>
          <p:cNvSpPr>
            <a:spLocks noGrp="1"/>
          </p:cNvSpPr>
          <p:nvPr>
            <p:ph type="title"/>
          </p:nvPr>
        </p:nvSpPr>
        <p:spPr>
          <a:xfrm>
            <a:off x="272480" y="152636"/>
            <a:ext cx="9361040" cy="396044"/>
          </a:xfrm>
        </p:spPr>
        <p:txBody>
          <a:bodyPr/>
          <a:lstStyle/>
          <a:p>
            <a:r>
              <a:rPr lang="en-US" altLang="ja-JP">
                <a:latin typeface="+mn-ea"/>
              </a:rPr>
              <a:t>5-1.</a:t>
            </a:r>
            <a:r>
              <a:rPr lang="ja-JP" altLang="en-US">
                <a:latin typeface="+mn-ea"/>
              </a:rPr>
              <a:t> </a:t>
            </a:r>
            <a:r>
              <a:rPr lang="en-US" altLang="ja-JP">
                <a:latin typeface="+mn-ea"/>
              </a:rPr>
              <a:t>DB</a:t>
            </a:r>
            <a:r>
              <a:rPr lang="ja-JP" altLang="en-US">
                <a:latin typeface="+mn-ea"/>
              </a:rPr>
              <a:t>サーバ新設</a:t>
            </a:r>
            <a:endParaRPr kumimoji="1" lang="ja-JP" altLang="en-US"/>
          </a:p>
        </p:txBody>
      </p:sp>
      <p:sp>
        <p:nvSpPr>
          <p:cNvPr id="9" name="AutoShape 3">
            <a:extLst>
              <a:ext uri="{FF2B5EF4-FFF2-40B4-BE49-F238E27FC236}">
                <a16:creationId xmlns:a16="http://schemas.microsoft.com/office/drawing/2014/main" id="{9464ABA1-B854-35EA-37B9-F23395F42DA7}"/>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a:latin typeface="+mn-ea"/>
                <a:cs typeface="メイリオ" pitchFamily="50" charset="-128"/>
              </a:rPr>
              <a:t>「</a:t>
            </a:r>
            <a:r>
              <a:rPr lang="en-US" altLang="ja-JP" sz="2400" b="1">
                <a:latin typeface="+mn-ea"/>
                <a:cs typeface="メイリオ" pitchFamily="50" charset="-128"/>
              </a:rPr>
              <a:t>DB</a:t>
            </a:r>
            <a:r>
              <a:rPr lang="ja-JP" altLang="en-US" sz="2400" b="1">
                <a:latin typeface="+mn-ea"/>
                <a:cs typeface="メイリオ" pitchFamily="50" charset="-128"/>
              </a:rPr>
              <a:t>サーバ新設」の作業内容は、下表を指します。</a:t>
            </a:r>
            <a:endParaRPr lang="en-US" altLang="ja-JP" sz="2400" b="1">
              <a:latin typeface="+mn-ea"/>
              <a:cs typeface="メイリオ" pitchFamily="50" charset="-128"/>
            </a:endParaRPr>
          </a:p>
        </p:txBody>
      </p:sp>
      <p:graphicFrame>
        <p:nvGraphicFramePr>
          <p:cNvPr id="2" name="表 1">
            <a:extLst>
              <a:ext uri="{FF2B5EF4-FFF2-40B4-BE49-F238E27FC236}">
                <a16:creationId xmlns:a16="http://schemas.microsoft.com/office/drawing/2014/main" id="{08BE1867-3FBC-B3CC-27E1-2202683450EB}"/>
              </a:ext>
            </a:extLst>
          </p:cNvPr>
          <p:cNvGraphicFramePr>
            <a:graphicFrameLocks noGrp="1"/>
          </p:cNvGraphicFramePr>
          <p:nvPr>
            <p:extLst>
              <p:ext uri="{D42A27DB-BD31-4B8C-83A1-F6EECF244321}">
                <p14:modId xmlns:p14="http://schemas.microsoft.com/office/powerpoint/2010/main" val="3000870904"/>
              </p:ext>
            </p:extLst>
          </p:nvPr>
        </p:nvGraphicFramePr>
        <p:xfrm>
          <a:off x="632520" y="1402080"/>
          <a:ext cx="8352928" cy="1813560"/>
        </p:xfrm>
        <a:graphic>
          <a:graphicData uri="http://schemas.openxmlformats.org/drawingml/2006/table">
            <a:tbl>
              <a:tblPr>
                <a:tableStyleId>{5C22544A-7EE6-4342-B048-85BDC9FD1C3A}</a:tableStyleId>
              </a:tblPr>
              <a:tblGrid>
                <a:gridCol w="504056">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2340260">
                  <a:extLst>
                    <a:ext uri="{9D8B030D-6E8A-4147-A177-3AD203B41FA5}">
                      <a16:colId xmlns:a16="http://schemas.microsoft.com/office/drawing/2014/main" val="20002"/>
                    </a:ext>
                  </a:extLst>
                </a:gridCol>
                <a:gridCol w="4212468">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u="none" strike="noStrike">
                          <a:solidFill>
                            <a:schemeClr val="bg1"/>
                          </a:solidFill>
                          <a:effectLst/>
                          <a:latin typeface="+mn-ea"/>
                          <a:ea typeface="+mn-ea"/>
                        </a:rPr>
                        <a:t>作業内容</a:t>
                      </a:r>
                      <a:endParaRPr lang="ja-JP" alt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詳細</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71450">
                <a:tc rowSpan="6">
                  <a:txBody>
                    <a:bodyPr/>
                    <a:lstStyle/>
                    <a:p>
                      <a:pPr algn="r" fontAlgn="ctr"/>
                      <a:r>
                        <a:rPr lang="ja-JP" altLang="en-US" sz="1050" b="0" i="0" u="none" strike="noStrike" dirty="0">
                          <a:solidFill>
                            <a:srgbClr val="000000"/>
                          </a:solidFill>
                          <a:effectLst/>
                          <a:latin typeface="+mn-ea"/>
                          <a:ea typeface="+mn-ea"/>
                        </a:rPr>
                        <a:t>１</a:t>
                      </a:r>
                      <a:endParaRPr lang="en-US" altLang="ja-JP" sz="1050" b="0" i="0" u="none" strike="noStrike" dirty="0">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6">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Oracle</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設定</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Oracle</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接続確認</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9497961"/>
                  </a:ext>
                </a:extLst>
              </a:tr>
              <a:tr h="171450">
                <a:tc vMerge="1">
                  <a:txBody>
                    <a:bodyPr/>
                    <a:lstStyle/>
                    <a:p>
                      <a:endParaRPr kumimoji="1" lang="ja-JP" altLang="en-US"/>
                    </a:p>
                  </a:txBody>
                  <a:tcPr/>
                </a:tc>
                <a:tc vMerge="1">
                  <a:txBody>
                    <a:bodyPr/>
                    <a:lstStyle/>
                    <a:p>
                      <a:endParaRPr kumimoji="1" lang="ja-JP" altLang="en-US"/>
                    </a:p>
                  </a:txBody>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データエクスポート</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需給調整</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DB</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サーバの現行データのエクスポート</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8006372"/>
                  </a:ext>
                </a:extLst>
              </a:tr>
              <a:tr h="171450">
                <a:tc vMerge="1">
                  <a:txBody>
                    <a:bodyPr/>
                    <a:lstStyle/>
                    <a:p>
                      <a:pPr algn="r" fontAlgn="ct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スキーマ作成</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BRSS</a:t>
                      </a:r>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4771946"/>
                  </a:ext>
                </a:extLst>
              </a:tr>
              <a:tr h="171450">
                <a:tc vMerge="1">
                  <a:txBody>
                    <a:bodyPr/>
                    <a:lstStyle/>
                    <a:p>
                      <a:pPr algn="r" fontAlgn="ct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データインポート</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本番機データをインポート</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6748042"/>
                  </a:ext>
                </a:extLst>
              </a:tr>
              <a:tr h="171450">
                <a:tc vMerge="1">
                  <a:txBody>
                    <a:bodyPr/>
                    <a:lstStyle/>
                    <a:p>
                      <a:pPr algn="r" fontAlgn="ct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確認</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Oracle</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クライアントでデータ取得確認</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7452636"/>
                  </a:ext>
                </a:extLst>
              </a:tr>
              <a:tr h="171450">
                <a:tc vMerge="1">
                  <a:txBody>
                    <a:bodyPr/>
                    <a:lstStyle/>
                    <a:p>
                      <a:pPr algn="r" fontAlgn="ct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環境設定時のエビデンス</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環境設定時設定内容のエビデンスを取得する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9286787"/>
                  </a:ext>
                </a:extLst>
              </a:tr>
            </a:tbl>
          </a:graphicData>
        </a:graphic>
      </p:graphicFrame>
    </p:spTree>
    <p:extLst>
      <p:ext uri="{BB962C8B-B14F-4D97-AF65-F5344CB8AC3E}">
        <p14:creationId xmlns:p14="http://schemas.microsoft.com/office/powerpoint/2010/main" val="1192467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934C1410-BE25-E14B-E216-2BABC23A6F77}"/>
              </a:ext>
            </a:extLst>
          </p:cNvPr>
          <p:cNvSpPr>
            <a:spLocks noGrp="1"/>
          </p:cNvSpPr>
          <p:nvPr>
            <p:ph type="title"/>
          </p:nvPr>
        </p:nvSpPr>
        <p:spPr>
          <a:xfrm>
            <a:off x="272480" y="152636"/>
            <a:ext cx="9361040" cy="396044"/>
          </a:xfrm>
        </p:spPr>
        <p:txBody>
          <a:bodyPr/>
          <a:lstStyle/>
          <a:p>
            <a:r>
              <a:rPr lang="en-US" altLang="ja-JP">
                <a:latin typeface="+mn-ea"/>
              </a:rPr>
              <a:t>5-2.</a:t>
            </a:r>
            <a:r>
              <a:rPr lang="ja-JP" altLang="en-US">
                <a:latin typeface="+mn-ea"/>
              </a:rPr>
              <a:t> </a:t>
            </a:r>
            <a:r>
              <a:rPr lang="en-US" altLang="ja-JP">
                <a:latin typeface="+mn-ea"/>
              </a:rPr>
              <a:t>AP</a:t>
            </a:r>
            <a:r>
              <a:rPr lang="ja-JP" altLang="en-US">
                <a:latin typeface="+mn-ea"/>
              </a:rPr>
              <a:t>サーバー移設</a:t>
            </a:r>
            <a:endParaRPr kumimoji="1" lang="ja-JP" altLang="en-US"/>
          </a:p>
        </p:txBody>
      </p:sp>
      <p:sp>
        <p:nvSpPr>
          <p:cNvPr id="5" name="AutoShape 3">
            <a:extLst>
              <a:ext uri="{FF2B5EF4-FFF2-40B4-BE49-F238E27FC236}">
                <a16:creationId xmlns:a16="http://schemas.microsoft.com/office/drawing/2014/main" id="{9470BCF2-07BE-D7EE-29B1-CA1A15D43D40}"/>
              </a:ext>
            </a:extLst>
          </p:cNvPr>
          <p:cNvSpPr>
            <a:spLocks noChangeArrowheads="1"/>
          </p:cNvSpPr>
          <p:nvPr/>
        </p:nvSpPr>
        <p:spPr bwMode="auto">
          <a:xfrm>
            <a:off x="488504" y="9087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a:latin typeface="+mn-ea"/>
                <a:cs typeface="メイリオ" pitchFamily="50" charset="-128"/>
              </a:rPr>
              <a:t>「</a:t>
            </a:r>
            <a:r>
              <a:rPr lang="en-US" altLang="ja-JP" sz="2000" b="1">
                <a:latin typeface="+mn-ea"/>
                <a:cs typeface="メイリオ" pitchFamily="50" charset="-128"/>
              </a:rPr>
              <a:t>AP</a:t>
            </a:r>
            <a:r>
              <a:rPr lang="ja-JP" altLang="en-US" sz="2000" b="1">
                <a:latin typeface="+mn-ea"/>
                <a:cs typeface="メイリオ" pitchFamily="50" charset="-128"/>
              </a:rPr>
              <a:t>サーバー移設」の「アプリケーション移行」作業内容は、下表の通り。</a:t>
            </a:r>
            <a:endParaRPr lang="en-US" altLang="ja-JP" sz="2000" b="1">
              <a:latin typeface="+mn-ea"/>
              <a:cs typeface="メイリオ" pitchFamily="50" charset="-128"/>
            </a:endParaRPr>
          </a:p>
        </p:txBody>
      </p:sp>
      <p:graphicFrame>
        <p:nvGraphicFramePr>
          <p:cNvPr id="6" name="表 5">
            <a:extLst>
              <a:ext uri="{FF2B5EF4-FFF2-40B4-BE49-F238E27FC236}">
                <a16:creationId xmlns:a16="http://schemas.microsoft.com/office/drawing/2014/main" id="{16B18498-8BA6-04D4-CCB5-EA068F678319}"/>
              </a:ext>
            </a:extLst>
          </p:cNvPr>
          <p:cNvGraphicFramePr>
            <a:graphicFrameLocks noGrp="1"/>
          </p:cNvGraphicFramePr>
          <p:nvPr>
            <p:extLst>
              <p:ext uri="{D42A27DB-BD31-4B8C-83A1-F6EECF244321}">
                <p14:modId xmlns:p14="http://schemas.microsoft.com/office/powerpoint/2010/main" val="749719454"/>
              </p:ext>
            </p:extLst>
          </p:nvPr>
        </p:nvGraphicFramePr>
        <p:xfrm>
          <a:off x="632520" y="1376772"/>
          <a:ext cx="8630161" cy="4465320"/>
        </p:xfrm>
        <a:graphic>
          <a:graphicData uri="http://schemas.openxmlformats.org/drawingml/2006/table">
            <a:tbl>
              <a:tblPr>
                <a:tableStyleId>{5C22544A-7EE6-4342-B048-85BDC9FD1C3A}</a:tableStyleId>
              </a:tblPr>
              <a:tblGrid>
                <a:gridCol w="436347">
                  <a:extLst>
                    <a:ext uri="{9D8B030D-6E8A-4147-A177-3AD203B41FA5}">
                      <a16:colId xmlns:a16="http://schemas.microsoft.com/office/drawing/2014/main" val="20000"/>
                    </a:ext>
                  </a:extLst>
                </a:gridCol>
                <a:gridCol w="1029018">
                  <a:extLst>
                    <a:ext uri="{9D8B030D-6E8A-4147-A177-3AD203B41FA5}">
                      <a16:colId xmlns:a16="http://schemas.microsoft.com/office/drawing/2014/main" val="1372820904"/>
                    </a:ext>
                  </a:extLst>
                </a:gridCol>
                <a:gridCol w="1492285">
                  <a:extLst>
                    <a:ext uri="{9D8B030D-6E8A-4147-A177-3AD203B41FA5}">
                      <a16:colId xmlns:a16="http://schemas.microsoft.com/office/drawing/2014/main" val="20001"/>
                    </a:ext>
                  </a:extLst>
                </a:gridCol>
                <a:gridCol w="2025897">
                  <a:extLst>
                    <a:ext uri="{9D8B030D-6E8A-4147-A177-3AD203B41FA5}">
                      <a16:colId xmlns:a16="http://schemas.microsoft.com/office/drawing/2014/main" val="20002"/>
                    </a:ext>
                  </a:extLst>
                </a:gridCol>
                <a:gridCol w="3646614">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区分</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u="none" strike="noStrike">
                          <a:solidFill>
                            <a:schemeClr val="bg1"/>
                          </a:solidFill>
                          <a:effectLst/>
                          <a:latin typeface="+mn-ea"/>
                          <a:ea typeface="+mn-ea"/>
                        </a:rPr>
                        <a:t>作業内容</a:t>
                      </a:r>
                      <a:endParaRPr lang="ja-JP" alt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詳細</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71450">
                <a:tc rowSpan="4">
                  <a:txBody>
                    <a:bodyPr/>
                    <a:lstStyle/>
                    <a:p>
                      <a:pPr algn="r" fontAlgn="ctr"/>
                      <a:r>
                        <a:rPr lang="en-US" altLang="ja-JP" sz="1050" b="0" i="0" u="none" strike="noStrike">
                          <a:solidFill>
                            <a:srgbClr val="000000"/>
                          </a:solidFill>
                          <a:effectLst/>
                          <a:latin typeface="+mn-ea"/>
                          <a:ea typeface="+mn-ea"/>
                        </a:rPr>
                        <a:t>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PHP</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インストール</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PHP</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モジュールコピー（</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32bit)</a:t>
                      </a:r>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PHP</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用</a:t>
                      </a:r>
                      <a:endParaRPr 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71450">
                <a:tc vMerge="1">
                  <a:txBody>
                    <a:bodyPr/>
                    <a:lstStyle/>
                    <a:p>
                      <a:pPr algn="r" fontAlgn="ctr"/>
                      <a:endParaRPr lang="en-US" altLang="ja-JP" sz="140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VB</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ランタイムインストール（</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32bit</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用）</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700" b="0" i="0" u="none" strike="noStrike">
                          <a:solidFill>
                            <a:srgbClr val="000000"/>
                          </a:solidFill>
                          <a:effectLst/>
                          <a:latin typeface="メイリオ" panose="020B0604030504040204" pitchFamily="50" charset="-128"/>
                          <a:ea typeface="メイリオ" panose="020B0604030504040204" pitchFamily="50" charset="-128"/>
                        </a:rPr>
                        <a:t>Visual Studio 2015</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2017</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、および </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2019 </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用 </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Microsoft Visual C++ </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再頒布可能パッケージ をインストール</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3902558"/>
                  </a:ext>
                </a:extLst>
              </a:tr>
              <a:tr h="171450">
                <a:tc vMerge="1">
                  <a:txBody>
                    <a:bodyPr/>
                    <a:lstStyle/>
                    <a:p>
                      <a:pPr algn="r" fontAlgn="ctr"/>
                      <a:endParaRPr lang="en-US" altLang="ja-JP" sz="140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IIS</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設定（</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32bit)</a:t>
                      </a:r>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PHP</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やそのほか設定</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(32bit)</a:t>
                      </a:r>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27179"/>
                  </a:ext>
                </a:extLst>
              </a:tr>
              <a:tr h="171450">
                <a:tc vMerge="1">
                  <a:txBody>
                    <a:bodyPr/>
                    <a:lstStyle/>
                    <a:p>
                      <a:pPr algn="r" fontAlgn="ctr"/>
                      <a:endParaRPr lang="en-US" altLang="ja-JP" sz="140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PHP.ini</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32bit)</a:t>
                      </a:r>
                      <a:endParaRPr 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ファイル編集（</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Oracle</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定義）</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315078"/>
                  </a:ext>
                </a:extLst>
              </a:tr>
              <a:tr h="171450">
                <a:tc>
                  <a:txBody>
                    <a:bodyPr/>
                    <a:lstStyle/>
                    <a:p>
                      <a:pPr algn="r" fontAlgn="ctr"/>
                      <a:r>
                        <a:rPr lang="ja-JP" altLang="en-US" sz="1050" b="0" i="0" u="none" strike="noStrike">
                          <a:solidFill>
                            <a:srgbClr val="000000"/>
                          </a:solidFill>
                          <a:effectLst/>
                          <a:latin typeface="+mn-ea"/>
                          <a:ea typeface="+mn-ea"/>
                        </a:rPr>
                        <a:t>２</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ODBC</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設定</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ODBC</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設定 （</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32bit)</a:t>
                      </a:r>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ODBC</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データソース </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(32bit)</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用</a:t>
                      </a:r>
                      <a:endParaRPr lang="en-US" altLang="ja-JP"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488038"/>
                  </a:ext>
                </a:extLst>
              </a:tr>
              <a:tr h="171450">
                <a:tc>
                  <a:txBody>
                    <a:bodyPr/>
                    <a:lstStyle/>
                    <a:p>
                      <a:pPr algn="r" fontAlgn="ctr"/>
                      <a:r>
                        <a:rPr lang="ja-JP" altLang="en-US" sz="1050" b="0" i="0" u="none" strike="noStrike">
                          <a:solidFill>
                            <a:srgbClr val="000000"/>
                          </a:solidFill>
                          <a:effectLst/>
                          <a:latin typeface="+mn-ea"/>
                          <a:ea typeface="+mn-ea"/>
                        </a:rPr>
                        <a:t>３</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ソース</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モジュールコピー</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BRSS</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ファイル</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703346"/>
                  </a:ext>
                </a:extLst>
              </a:tr>
              <a:tr h="0">
                <a:tc>
                  <a:txBody>
                    <a:bodyPr/>
                    <a:lstStyle/>
                    <a:p>
                      <a:pPr algn="r" fontAlgn="ctr"/>
                      <a:r>
                        <a:rPr lang="ja-JP" altLang="en-US" sz="1050" b="0" i="0" u="none" strike="noStrike">
                          <a:solidFill>
                            <a:srgbClr val="000000"/>
                          </a:solidFill>
                          <a:effectLst/>
                          <a:latin typeface="+mn-ea"/>
                          <a:ea typeface="+mn-ea"/>
                        </a:rPr>
                        <a:t>４</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IIS</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設定</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エイリアス設定</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BRSS</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71450">
                <a:tc rowSpan="2">
                  <a:txBody>
                    <a:bodyPr/>
                    <a:lstStyle/>
                    <a:p>
                      <a:pPr algn="r" fontAlgn="ctr"/>
                      <a:r>
                        <a:rPr lang="ja-JP" altLang="en-US" sz="1050" b="0" i="0" u="none" strike="noStrike">
                          <a:solidFill>
                            <a:srgbClr val="000000"/>
                          </a:solidFill>
                          <a:effectLst/>
                          <a:latin typeface="+mn-ea"/>
                          <a:ea typeface="+mn-ea"/>
                        </a:rPr>
                        <a:t>５</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2">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2">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COM</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設定</a:t>
                      </a:r>
                    </a:p>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　</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DLL</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レジストリ登録</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最適化エンジン</a:t>
                      </a:r>
                      <a:r>
                        <a:rPr lang="en-US" altLang="ja-JP" sz="1050" b="0" i="0" u="none" strike="noStrike">
                          <a:solidFill>
                            <a:srgbClr val="000000"/>
                          </a:solidFill>
                          <a:effectLst/>
                          <a:latin typeface="メイリオ" panose="020B0604030504040204" pitchFamily="50" charset="-128"/>
                          <a:ea typeface="メイリオ" panose="020B0604030504040204" pitchFamily="50" charset="-128"/>
                        </a:rPr>
                        <a:t>DLL</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1038">
                <a:tc vMerge="1">
                  <a:txBody>
                    <a:bodyPr/>
                    <a:lstStyle/>
                    <a:p>
                      <a:pPr algn="r" fontAlgn="ctr"/>
                      <a:endParaRPr lang="en-US" altLang="ja-JP" sz="140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コンポーネント登録</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最適化エンジンタイプライブラリ</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51038">
                <a:tc rowSpan="3">
                  <a:txBody>
                    <a:bodyPr/>
                    <a:lstStyle/>
                    <a:p>
                      <a:pPr algn="r" fontAlgn="ctr"/>
                      <a:r>
                        <a:rPr lang="en-US" altLang="ja-JP" sz="1050" b="0" i="0" u="none" strike="noStrike">
                          <a:solidFill>
                            <a:srgbClr val="000000"/>
                          </a:solidFill>
                          <a:effectLst/>
                          <a:latin typeface="+mn-ea"/>
                          <a:ea typeface="+mn-ea"/>
                        </a:rPr>
                        <a:t>6</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タスク設定</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オフラス連携</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定周期処理でオフラスデータを連携する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3865456"/>
                  </a:ext>
                </a:extLst>
              </a:tr>
              <a:tr h="251038">
                <a:tc vMerge="1">
                  <a:txBody>
                    <a:bodyPr/>
                    <a:lstStyle/>
                    <a:p>
                      <a:pPr algn="r" fontAlgn="ctr"/>
                      <a:endParaRPr lang="en-US" altLang="ja-JP" sz="140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在庫バランス連携</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定周期処理で在庫バランスデータを連携する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932071"/>
                  </a:ext>
                </a:extLst>
              </a:tr>
              <a:tr h="251038">
                <a:tc vMerge="1">
                  <a:txBody>
                    <a:bodyPr/>
                    <a:lstStyle/>
                    <a:p>
                      <a:pPr algn="r" fontAlgn="ctr"/>
                      <a:endParaRPr lang="en-US" altLang="ja-JP" sz="140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50" b="0" i="0" u="none" strike="noStrike">
                          <a:solidFill>
                            <a:srgbClr val="000000"/>
                          </a:solidFill>
                          <a:effectLst/>
                          <a:latin typeface="メイリオ" panose="020B0604030504040204" pitchFamily="50" charset="-128"/>
                          <a:ea typeface="メイリオ" panose="020B0604030504040204" pitchFamily="50" charset="-128"/>
                        </a:rPr>
                        <a:t>MATLAB</a:t>
                      </a:r>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再起動</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定周期処理で</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MATLAB</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を再起動する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3967610"/>
                  </a:ext>
                </a:extLst>
              </a:tr>
              <a:tr h="251038">
                <a:tc>
                  <a:txBody>
                    <a:bodyPr/>
                    <a:lstStyle/>
                    <a:p>
                      <a:pPr algn="r" fontAlgn="ctr"/>
                      <a:r>
                        <a:rPr lang="en-US" altLang="ja-JP" sz="1050" b="0" i="0" u="none" strike="noStrike" dirty="0">
                          <a:solidFill>
                            <a:srgbClr val="000000"/>
                          </a:solidFill>
                          <a:effectLst/>
                          <a:latin typeface="+mn-ea"/>
                          <a:ea typeface="+mn-ea"/>
                        </a:rPr>
                        <a:t>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p>
                      <a:pPr algn="l" fontAlgn="b"/>
                      <a:endParaRPr lang="ja-JP" alt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環境設定時の</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エビデンス取得</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環境設定時設定内容のエビデンスを取得する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l" fontAlgn="b"/>
                      <a:endParaRPr lang="ja-JP" alt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8122214"/>
                  </a:ext>
                </a:extLst>
              </a:tr>
              <a:tr h="251038">
                <a:tc>
                  <a:txBody>
                    <a:bodyPr/>
                    <a:lstStyle/>
                    <a:p>
                      <a:pPr algn="r" fontAlgn="ctr"/>
                      <a:r>
                        <a:rPr lang="ja-JP" altLang="en-US" sz="1050" b="0" i="0" u="none" strike="noStrike" dirty="0">
                          <a:solidFill>
                            <a:srgbClr val="000000"/>
                          </a:solidFill>
                          <a:effectLst/>
                          <a:latin typeface="+mn-ea"/>
                          <a:ea typeface="+mn-ea"/>
                        </a:rPr>
                        <a:t>８</a:t>
                      </a:r>
                      <a:endParaRPr lang="en-US" altLang="ja-JP" sz="1050" b="0" i="0" u="none" strike="noStrike" dirty="0">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環境構築</a:t>
                      </a:r>
                    </a:p>
                    <a:p>
                      <a:pPr algn="l" fontAlgn="b"/>
                      <a:endParaRPr lang="ja-JP" alt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北海道版（</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64bit)</a:t>
                      </a:r>
                    </a:p>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削除</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北海道版を削除（</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64bit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対応削除）</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1474833184"/>
                  </a:ext>
                </a:extLst>
              </a:tr>
            </a:tbl>
          </a:graphicData>
        </a:graphic>
      </p:graphicFrame>
      <p:sp>
        <p:nvSpPr>
          <p:cNvPr id="7" name="スライド番号プレースホルダー 2">
            <a:extLst>
              <a:ext uri="{FF2B5EF4-FFF2-40B4-BE49-F238E27FC236}">
                <a16:creationId xmlns:a16="http://schemas.microsoft.com/office/drawing/2014/main" id="{047FE914-7756-1F78-ED6C-D4CA1E210693}"/>
              </a:ext>
            </a:extLst>
          </p:cNvPr>
          <p:cNvSpPr>
            <a:spLocks noGrp="1"/>
          </p:cNvSpPr>
          <p:nvPr>
            <p:ph type="sldNum" sz="quarter" idx="4"/>
          </p:nvPr>
        </p:nvSpPr>
        <p:spPr>
          <a:xfrm>
            <a:off x="7437276" y="6592267"/>
            <a:ext cx="2311400" cy="257113"/>
          </a:xfrm>
        </p:spPr>
        <p:txBody>
          <a:bodyPr/>
          <a:lstStyle/>
          <a:p>
            <a:fld id="{FB3508C7-2FE0-4945-9CBD-863E05F850D2}" type="slidenum">
              <a:rPr lang="ja-JP" altLang="en-US" smtClean="0"/>
              <a:pPr/>
              <a:t>8</a:t>
            </a:fld>
            <a:endParaRPr lang="ja-JP" altLang="en-US"/>
          </a:p>
        </p:txBody>
      </p:sp>
    </p:spTree>
    <p:extLst>
      <p:ext uri="{BB962C8B-B14F-4D97-AF65-F5344CB8AC3E}">
        <p14:creationId xmlns:p14="http://schemas.microsoft.com/office/powerpoint/2010/main" val="885373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672FD-B841-3ACC-AD28-3181C35A820E}"/>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00AE7B31-E160-8160-B9F8-1693653074E0}"/>
              </a:ext>
            </a:extLst>
          </p:cNvPr>
          <p:cNvSpPr>
            <a:spLocks noGrp="1"/>
          </p:cNvSpPr>
          <p:nvPr>
            <p:ph type="title"/>
          </p:nvPr>
        </p:nvSpPr>
        <p:spPr>
          <a:xfrm>
            <a:off x="272480" y="152636"/>
            <a:ext cx="9361040" cy="396044"/>
          </a:xfrm>
        </p:spPr>
        <p:txBody>
          <a:bodyPr/>
          <a:lstStyle/>
          <a:p>
            <a:r>
              <a:rPr lang="en-US" altLang="ja-JP" dirty="0">
                <a:latin typeface="+mn-ea"/>
              </a:rPr>
              <a:t>5-3.</a:t>
            </a:r>
            <a:r>
              <a:rPr lang="ja-JP" altLang="en-US" dirty="0">
                <a:latin typeface="+mn-ea"/>
              </a:rPr>
              <a:t> システムテスト</a:t>
            </a:r>
            <a:endParaRPr kumimoji="1" lang="ja-JP" altLang="en-US" dirty="0"/>
          </a:p>
        </p:txBody>
      </p:sp>
      <p:sp>
        <p:nvSpPr>
          <p:cNvPr id="5" name="AutoShape 3">
            <a:extLst>
              <a:ext uri="{FF2B5EF4-FFF2-40B4-BE49-F238E27FC236}">
                <a16:creationId xmlns:a16="http://schemas.microsoft.com/office/drawing/2014/main" id="{E88D631B-B2DD-C43A-3C9D-7B36A99F5B2F}"/>
              </a:ext>
            </a:extLst>
          </p:cNvPr>
          <p:cNvSpPr>
            <a:spLocks noChangeArrowheads="1"/>
          </p:cNvSpPr>
          <p:nvPr/>
        </p:nvSpPr>
        <p:spPr bwMode="auto">
          <a:xfrm>
            <a:off x="488504" y="9087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dirty="0">
                <a:latin typeface="+mn-ea"/>
                <a:cs typeface="メイリオ" pitchFamily="50" charset="-128"/>
              </a:rPr>
              <a:t>「システムテスト」の作業内容は、下表の通り。</a:t>
            </a:r>
            <a:endParaRPr lang="en-US" altLang="ja-JP" sz="2000" b="1" dirty="0">
              <a:latin typeface="+mn-ea"/>
              <a:cs typeface="メイリオ" pitchFamily="50" charset="-128"/>
            </a:endParaRPr>
          </a:p>
        </p:txBody>
      </p:sp>
      <p:sp>
        <p:nvSpPr>
          <p:cNvPr id="7" name="スライド番号プレースホルダー 2">
            <a:extLst>
              <a:ext uri="{FF2B5EF4-FFF2-40B4-BE49-F238E27FC236}">
                <a16:creationId xmlns:a16="http://schemas.microsoft.com/office/drawing/2014/main" id="{476234D7-C431-91C2-B6FB-396B7B449979}"/>
              </a:ext>
            </a:extLst>
          </p:cNvPr>
          <p:cNvSpPr>
            <a:spLocks noGrp="1"/>
          </p:cNvSpPr>
          <p:nvPr>
            <p:ph type="sldNum" sz="quarter" idx="4"/>
          </p:nvPr>
        </p:nvSpPr>
        <p:spPr>
          <a:xfrm>
            <a:off x="7437276" y="6592267"/>
            <a:ext cx="2311400" cy="257113"/>
          </a:xfrm>
        </p:spPr>
        <p:txBody>
          <a:bodyPr/>
          <a:lstStyle/>
          <a:p>
            <a:fld id="{FB3508C7-2FE0-4945-9CBD-863E05F850D2}" type="slidenum">
              <a:rPr lang="ja-JP" altLang="en-US" smtClean="0"/>
              <a:pPr/>
              <a:t>9</a:t>
            </a:fld>
            <a:endParaRPr lang="ja-JP" altLang="en-US"/>
          </a:p>
        </p:txBody>
      </p:sp>
      <p:graphicFrame>
        <p:nvGraphicFramePr>
          <p:cNvPr id="2" name="表 1">
            <a:extLst>
              <a:ext uri="{FF2B5EF4-FFF2-40B4-BE49-F238E27FC236}">
                <a16:creationId xmlns:a16="http://schemas.microsoft.com/office/drawing/2014/main" id="{E4FF9BEC-C681-E249-BA54-769FA87CBF82}"/>
              </a:ext>
            </a:extLst>
          </p:cNvPr>
          <p:cNvGraphicFramePr>
            <a:graphicFrameLocks noGrp="1"/>
          </p:cNvGraphicFramePr>
          <p:nvPr>
            <p:extLst>
              <p:ext uri="{D42A27DB-BD31-4B8C-83A1-F6EECF244321}">
                <p14:modId xmlns:p14="http://schemas.microsoft.com/office/powerpoint/2010/main" val="2962387403"/>
              </p:ext>
            </p:extLst>
          </p:nvPr>
        </p:nvGraphicFramePr>
        <p:xfrm>
          <a:off x="632520" y="1376772"/>
          <a:ext cx="8944467" cy="1384267"/>
        </p:xfrm>
        <a:graphic>
          <a:graphicData uri="http://schemas.openxmlformats.org/drawingml/2006/table">
            <a:tbl>
              <a:tblPr>
                <a:tableStyleId>{5C22544A-7EE6-4342-B048-85BDC9FD1C3A}</a:tableStyleId>
              </a:tblPr>
              <a:tblGrid>
                <a:gridCol w="513461">
                  <a:extLst>
                    <a:ext uri="{9D8B030D-6E8A-4147-A177-3AD203B41FA5}">
                      <a16:colId xmlns:a16="http://schemas.microsoft.com/office/drawing/2014/main" val="20000"/>
                    </a:ext>
                  </a:extLst>
                </a:gridCol>
                <a:gridCol w="1756011">
                  <a:extLst>
                    <a:ext uri="{9D8B030D-6E8A-4147-A177-3AD203B41FA5}">
                      <a16:colId xmlns:a16="http://schemas.microsoft.com/office/drawing/2014/main" val="20001"/>
                    </a:ext>
                  </a:extLst>
                </a:gridCol>
                <a:gridCol w="2383927">
                  <a:extLst>
                    <a:ext uri="{9D8B030D-6E8A-4147-A177-3AD203B41FA5}">
                      <a16:colId xmlns:a16="http://schemas.microsoft.com/office/drawing/2014/main" val="20002"/>
                    </a:ext>
                  </a:extLst>
                </a:gridCol>
                <a:gridCol w="4291068">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u="none" strike="noStrike">
                          <a:solidFill>
                            <a:schemeClr val="bg1"/>
                          </a:solidFill>
                          <a:effectLst/>
                          <a:latin typeface="+mn-ea"/>
                          <a:ea typeface="+mn-ea"/>
                        </a:rPr>
                        <a:t>作業内容</a:t>
                      </a:r>
                      <a:endParaRPr lang="ja-JP" alt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詳細</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r" fontAlgn="ctr"/>
                      <a:r>
                        <a:rPr lang="en-US" altLang="ja-JP" sz="1050" b="0" i="0" u="none" strike="noStrike">
                          <a:solidFill>
                            <a:srgbClr val="000000"/>
                          </a:solidFill>
                          <a:effectLst/>
                          <a:latin typeface="+mn-ea"/>
                          <a:ea typeface="+mn-ea"/>
                        </a:rPr>
                        <a:t>1</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事前調整</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打合せや資料提供等</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オフラス連携実施による打合せやシステムテスト期間の関連システムとの調整および資料作成</a:t>
                      </a:r>
                      <a:endParaRPr lang="en-US" altLang="ja-JP" sz="1050" b="0" i="0" u="none" strike="noStrike" dirty="0">
                        <a:solidFill>
                          <a:srgbClr val="FF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6507">
                <a:tc>
                  <a:txBody>
                    <a:bodyPr/>
                    <a:lstStyle/>
                    <a:p>
                      <a:pPr algn="r" fontAlgn="ctr"/>
                      <a:r>
                        <a:rPr lang="ja-JP" altLang="en-US" sz="1050" b="0" i="0" u="none" strike="noStrike">
                          <a:solidFill>
                            <a:srgbClr val="000000"/>
                          </a:solidFill>
                          <a:effectLst/>
                          <a:latin typeface="+mn-ea"/>
                          <a:ea typeface="+mn-ea"/>
                        </a:rPr>
                        <a:t>２</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システムテスト</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仕様書作成</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システムテストの仕様書を作成し、エンジンとオ合意を図る</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587177"/>
                  </a:ext>
                </a:extLst>
              </a:tr>
              <a:tr h="256507">
                <a:tc>
                  <a:txBody>
                    <a:bodyPr/>
                    <a:lstStyle/>
                    <a:p>
                      <a:pPr algn="r" fontAlgn="ctr"/>
                      <a:r>
                        <a:rPr lang="ja-JP" altLang="en-US" sz="1050" b="0" i="0" u="none" strike="noStrike">
                          <a:solidFill>
                            <a:srgbClr val="000000"/>
                          </a:solidFill>
                          <a:effectLst/>
                          <a:latin typeface="+mn-ea"/>
                          <a:ea typeface="+mn-ea"/>
                        </a:rPr>
                        <a:t>３</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システムテスト</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テスト実施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全</a:t>
                      </a:r>
                      <a:r>
                        <a:rPr kumimoji="1" lang="en-US" altLang="ja-JP" sz="105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38</a:t>
                      </a:r>
                      <a:r>
                        <a:rPr kumimoji="1" lang="ja-JP" altLang="en-US" sz="105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rPr>
                        <a:t>機能の新旧の結果が同じであることを確認し、エビデンスと結果報告書を作成する。一覧は次のページ。</a:t>
                      </a:r>
                      <a:endParaRPr kumimoji="1" lang="en-US" altLang="ja-JP" sz="105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0904690"/>
                  </a:ext>
                </a:extLst>
              </a:tr>
            </a:tbl>
          </a:graphicData>
        </a:graphic>
      </p:graphicFrame>
    </p:spTree>
    <p:extLst>
      <p:ext uri="{BB962C8B-B14F-4D97-AF65-F5344CB8AC3E}">
        <p14:creationId xmlns:p14="http://schemas.microsoft.com/office/powerpoint/2010/main" val="2830980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785C68EA-B437-657B-DC6D-2785B56B036D}"/>
              </a:ext>
            </a:extLst>
          </p:cNvPr>
          <p:cNvSpPr>
            <a:spLocks noGrp="1"/>
          </p:cNvSpPr>
          <p:nvPr>
            <p:ph type="sldNum" sz="quarter" idx="4"/>
          </p:nvPr>
        </p:nvSpPr>
        <p:spPr/>
        <p:txBody>
          <a:bodyPr/>
          <a:lstStyle/>
          <a:p>
            <a:fld id="{FB3508C7-2FE0-4945-9CBD-863E05F850D2}" type="slidenum">
              <a:rPr lang="ja-JP" altLang="en-US" smtClean="0"/>
              <a:pPr/>
              <a:t>10</a:t>
            </a:fld>
            <a:endParaRPr lang="ja-JP" altLang="en-US"/>
          </a:p>
        </p:txBody>
      </p:sp>
      <p:graphicFrame>
        <p:nvGraphicFramePr>
          <p:cNvPr id="5" name="オブジェクト 4">
            <a:extLst>
              <a:ext uri="{FF2B5EF4-FFF2-40B4-BE49-F238E27FC236}">
                <a16:creationId xmlns:a16="http://schemas.microsoft.com/office/drawing/2014/main" id="{6069FF1A-73EA-B775-885F-C4C2A549EB1D}"/>
              </a:ext>
            </a:extLst>
          </p:cNvPr>
          <p:cNvGraphicFramePr>
            <a:graphicFrameLocks noChangeAspect="1"/>
          </p:cNvGraphicFramePr>
          <p:nvPr>
            <p:extLst>
              <p:ext uri="{D42A27DB-BD31-4B8C-83A1-F6EECF244321}">
                <p14:modId xmlns:p14="http://schemas.microsoft.com/office/powerpoint/2010/main" val="3117742681"/>
              </p:ext>
            </p:extLst>
          </p:nvPr>
        </p:nvGraphicFramePr>
        <p:xfrm>
          <a:off x="872919" y="842202"/>
          <a:ext cx="6564357" cy="5668938"/>
        </p:xfrm>
        <a:graphic>
          <a:graphicData uri="http://schemas.openxmlformats.org/presentationml/2006/ole">
            <mc:AlternateContent xmlns:mc="http://schemas.openxmlformats.org/markup-compatibility/2006">
              <mc:Choice xmlns:v="urn:schemas-microsoft-com:vml" Requires="v">
                <p:oleObj name="Worksheet" r:id="rId2" imgW="10331410" imgH="8921682" progId="Excel.Sheet.12">
                  <p:embed/>
                </p:oleObj>
              </mc:Choice>
              <mc:Fallback>
                <p:oleObj name="Worksheet" r:id="rId2" imgW="10331410" imgH="8921682" progId="Excel.Sheet.12">
                  <p:embed/>
                  <p:pic>
                    <p:nvPicPr>
                      <p:cNvPr id="5" name="オブジェクト 4">
                        <a:extLst>
                          <a:ext uri="{FF2B5EF4-FFF2-40B4-BE49-F238E27FC236}">
                            <a16:creationId xmlns:a16="http://schemas.microsoft.com/office/drawing/2014/main" id="{6069FF1A-73EA-B775-885F-C4C2A549EB1D}"/>
                          </a:ext>
                        </a:extLst>
                      </p:cNvPr>
                      <p:cNvPicPr/>
                      <p:nvPr/>
                    </p:nvPicPr>
                    <p:blipFill>
                      <a:blip r:embed="rId3"/>
                      <a:stretch>
                        <a:fillRect/>
                      </a:stretch>
                    </p:blipFill>
                    <p:spPr>
                      <a:xfrm>
                        <a:off x="872919" y="842202"/>
                        <a:ext cx="6564357" cy="5668938"/>
                      </a:xfrm>
                      <a:prstGeom prst="rect">
                        <a:avLst/>
                      </a:prstGeom>
                    </p:spPr>
                  </p:pic>
                </p:oleObj>
              </mc:Fallback>
            </mc:AlternateContent>
          </a:graphicData>
        </a:graphic>
      </p:graphicFrame>
      <p:sp>
        <p:nvSpPr>
          <p:cNvPr id="6" name="タイトル 1">
            <a:extLst>
              <a:ext uri="{FF2B5EF4-FFF2-40B4-BE49-F238E27FC236}">
                <a16:creationId xmlns:a16="http://schemas.microsoft.com/office/drawing/2014/main" id="{32D69BF6-0497-17C2-A8C7-7034020E1709}"/>
              </a:ext>
            </a:extLst>
          </p:cNvPr>
          <p:cNvSpPr>
            <a:spLocks noGrp="1"/>
          </p:cNvSpPr>
          <p:nvPr>
            <p:ph type="title"/>
          </p:nvPr>
        </p:nvSpPr>
        <p:spPr>
          <a:xfrm>
            <a:off x="272480" y="152636"/>
            <a:ext cx="9361040" cy="396044"/>
          </a:xfrm>
        </p:spPr>
        <p:txBody>
          <a:bodyPr/>
          <a:lstStyle/>
          <a:p>
            <a:r>
              <a:rPr lang="en-US" altLang="ja-JP" dirty="0">
                <a:latin typeface="+mn-ea"/>
              </a:rPr>
              <a:t>5-3.</a:t>
            </a:r>
            <a:r>
              <a:rPr lang="ja-JP" altLang="en-US" dirty="0">
                <a:latin typeface="+mn-ea"/>
              </a:rPr>
              <a:t> システムテスト</a:t>
            </a:r>
            <a:endParaRPr kumimoji="1" lang="ja-JP" altLang="en-US" dirty="0"/>
          </a:p>
        </p:txBody>
      </p:sp>
    </p:spTree>
    <p:extLst>
      <p:ext uri="{BB962C8B-B14F-4D97-AF65-F5344CB8AC3E}">
        <p14:creationId xmlns:p14="http://schemas.microsoft.com/office/powerpoint/2010/main" val="106453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6253E-EF03-5F0B-25DB-A3425A1FD0D0}"/>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C788126E-69B4-1CE0-8547-76415C95E43E}"/>
              </a:ext>
            </a:extLst>
          </p:cNvPr>
          <p:cNvSpPr>
            <a:spLocks noGrp="1"/>
          </p:cNvSpPr>
          <p:nvPr>
            <p:ph type="title"/>
          </p:nvPr>
        </p:nvSpPr>
        <p:spPr>
          <a:xfrm>
            <a:off x="272480" y="152636"/>
            <a:ext cx="9361040" cy="396044"/>
          </a:xfrm>
        </p:spPr>
        <p:txBody>
          <a:bodyPr/>
          <a:lstStyle/>
          <a:p>
            <a:r>
              <a:rPr lang="en-US" altLang="ja-JP" dirty="0">
                <a:latin typeface="+mn-ea"/>
              </a:rPr>
              <a:t>5-4.</a:t>
            </a:r>
            <a:r>
              <a:rPr lang="ja-JP" altLang="en-US" dirty="0">
                <a:latin typeface="+mn-ea"/>
              </a:rPr>
              <a:t> ユーザーテスト</a:t>
            </a:r>
            <a:endParaRPr kumimoji="1" lang="ja-JP" altLang="en-US" dirty="0"/>
          </a:p>
        </p:txBody>
      </p:sp>
      <p:sp>
        <p:nvSpPr>
          <p:cNvPr id="5" name="AutoShape 3">
            <a:extLst>
              <a:ext uri="{FF2B5EF4-FFF2-40B4-BE49-F238E27FC236}">
                <a16:creationId xmlns:a16="http://schemas.microsoft.com/office/drawing/2014/main" id="{53B926CC-1B92-8075-9200-4E33660E82CE}"/>
              </a:ext>
            </a:extLst>
          </p:cNvPr>
          <p:cNvSpPr>
            <a:spLocks noChangeArrowheads="1"/>
          </p:cNvSpPr>
          <p:nvPr/>
        </p:nvSpPr>
        <p:spPr bwMode="auto">
          <a:xfrm>
            <a:off x="488504" y="9087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dirty="0">
                <a:latin typeface="+mn-ea"/>
                <a:cs typeface="メイリオ" pitchFamily="50" charset="-128"/>
              </a:rPr>
              <a:t>「ユーザテスト」作業内容は、下表の通り。</a:t>
            </a:r>
            <a:endParaRPr lang="en-US" altLang="ja-JP" sz="2000" b="1" dirty="0">
              <a:latin typeface="+mn-ea"/>
              <a:cs typeface="メイリオ" pitchFamily="50" charset="-128"/>
            </a:endParaRPr>
          </a:p>
        </p:txBody>
      </p:sp>
      <p:sp>
        <p:nvSpPr>
          <p:cNvPr id="7" name="スライド番号プレースホルダー 2">
            <a:extLst>
              <a:ext uri="{FF2B5EF4-FFF2-40B4-BE49-F238E27FC236}">
                <a16:creationId xmlns:a16="http://schemas.microsoft.com/office/drawing/2014/main" id="{F404645C-E266-9EEF-2992-C3D7FD320D47}"/>
              </a:ext>
            </a:extLst>
          </p:cNvPr>
          <p:cNvSpPr>
            <a:spLocks noGrp="1"/>
          </p:cNvSpPr>
          <p:nvPr>
            <p:ph type="sldNum" sz="quarter" idx="4"/>
          </p:nvPr>
        </p:nvSpPr>
        <p:spPr>
          <a:xfrm>
            <a:off x="7437276" y="6592267"/>
            <a:ext cx="2311400" cy="257113"/>
          </a:xfrm>
        </p:spPr>
        <p:txBody>
          <a:bodyPr/>
          <a:lstStyle/>
          <a:p>
            <a:fld id="{FB3508C7-2FE0-4945-9CBD-863E05F850D2}" type="slidenum">
              <a:rPr lang="ja-JP" altLang="en-US" smtClean="0"/>
              <a:pPr/>
              <a:t>11</a:t>
            </a:fld>
            <a:endParaRPr lang="ja-JP" altLang="en-US"/>
          </a:p>
        </p:txBody>
      </p:sp>
      <p:graphicFrame>
        <p:nvGraphicFramePr>
          <p:cNvPr id="2" name="表 1">
            <a:extLst>
              <a:ext uri="{FF2B5EF4-FFF2-40B4-BE49-F238E27FC236}">
                <a16:creationId xmlns:a16="http://schemas.microsoft.com/office/drawing/2014/main" id="{21401138-47CE-591A-0833-F1A9AB670F7D}"/>
              </a:ext>
            </a:extLst>
          </p:cNvPr>
          <p:cNvGraphicFramePr>
            <a:graphicFrameLocks noGrp="1"/>
          </p:cNvGraphicFramePr>
          <p:nvPr>
            <p:extLst>
              <p:ext uri="{D42A27DB-BD31-4B8C-83A1-F6EECF244321}">
                <p14:modId xmlns:p14="http://schemas.microsoft.com/office/powerpoint/2010/main" val="2791651291"/>
              </p:ext>
            </p:extLst>
          </p:nvPr>
        </p:nvGraphicFramePr>
        <p:xfrm>
          <a:off x="632520" y="1376772"/>
          <a:ext cx="8944467" cy="1127760"/>
        </p:xfrm>
        <a:graphic>
          <a:graphicData uri="http://schemas.openxmlformats.org/drawingml/2006/table">
            <a:tbl>
              <a:tblPr>
                <a:tableStyleId>{5C22544A-7EE6-4342-B048-85BDC9FD1C3A}</a:tableStyleId>
              </a:tblPr>
              <a:tblGrid>
                <a:gridCol w="513461">
                  <a:extLst>
                    <a:ext uri="{9D8B030D-6E8A-4147-A177-3AD203B41FA5}">
                      <a16:colId xmlns:a16="http://schemas.microsoft.com/office/drawing/2014/main" val="20000"/>
                    </a:ext>
                  </a:extLst>
                </a:gridCol>
                <a:gridCol w="1756011">
                  <a:extLst>
                    <a:ext uri="{9D8B030D-6E8A-4147-A177-3AD203B41FA5}">
                      <a16:colId xmlns:a16="http://schemas.microsoft.com/office/drawing/2014/main" val="20001"/>
                    </a:ext>
                  </a:extLst>
                </a:gridCol>
                <a:gridCol w="2383927">
                  <a:extLst>
                    <a:ext uri="{9D8B030D-6E8A-4147-A177-3AD203B41FA5}">
                      <a16:colId xmlns:a16="http://schemas.microsoft.com/office/drawing/2014/main" val="20002"/>
                    </a:ext>
                  </a:extLst>
                </a:gridCol>
                <a:gridCol w="4291068">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u="none" strike="noStrike">
                          <a:solidFill>
                            <a:schemeClr val="bg1"/>
                          </a:solidFill>
                          <a:effectLst/>
                          <a:latin typeface="+mn-ea"/>
                          <a:ea typeface="+mn-ea"/>
                        </a:rPr>
                        <a:t>作業内容</a:t>
                      </a:r>
                      <a:endParaRPr lang="ja-JP" alt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詳細</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r" fontAlgn="ctr"/>
                      <a:r>
                        <a:rPr lang="en-US" altLang="ja-JP" sz="1050" b="0" i="0" u="none" strike="noStrike">
                          <a:solidFill>
                            <a:srgbClr val="000000"/>
                          </a:solidFill>
                          <a:effectLst/>
                          <a:latin typeface="+mn-ea"/>
                          <a:ea typeface="+mn-ea"/>
                        </a:rPr>
                        <a:t>1</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事前調整</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打合せや資料提供等</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事前　　：どのようなテストを実施するか、スケジュール等調整</a:t>
                      </a:r>
                    </a:p>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テスト時　：ユーザテストのサポートとして打合せに参加</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6507">
                <a:tc>
                  <a:txBody>
                    <a:bodyPr/>
                    <a:lstStyle/>
                    <a:p>
                      <a:pPr algn="r" fontAlgn="ctr"/>
                      <a:r>
                        <a:rPr lang="ja-JP" altLang="en-US" sz="1050" b="0" i="0" u="none" strike="noStrike">
                          <a:solidFill>
                            <a:srgbClr val="000000"/>
                          </a:solidFill>
                          <a:effectLst/>
                          <a:latin typeface="+mn-ea"/>
                          <a:ea typeface="+mn-ea"/>
                        </a:rPr>
                        <a:t>２</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ユーザテスト</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サポート</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テストにあたり、データの準備やテストのサポートを実施する。</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また不具合や指摘事項があった場合に調査する。</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587177"/>
                  </a:ext>
                </a:extLst>
              </a:tr>
            </a:tbl>
          </a:graphicData>
        </a:graphic>
      </p:graphicFrame>
    </p:spTree>
    <p:extLst>
      <p:ext uri="{BB962C8B-B14F-4D97-AF65-F5344CB8AC3E}">
        <p14:creationId xmlns:p14="http://schemas.microsoft.com/office/powerpoint/2010/main" val="4060817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DDB9-29D9-2EC3-AA8F-B8DFC7D56C80}"/>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53BB63C1-6101-C424-21E3-3567E8FBDBA6}"/>
              </a:ext>
            </a:extLst>
          </p:cNvPr>
          <p:cNvSpPr>
            <a:spLocks noGrp="1"/>
          </p:cNvSpPr>
          <p:nvPr>
            <p:ph type="title"/>
          </p:nvPr>
        </p:nvSpPr>
        <p:spPr>
          <a:xfrm>
            <a:off x="272480" y="152636"/>
            <a:ext cx="9361040" cy="396044"/>
          </a:xfrm>
        </p:spPr>
        <p:txBody>
          <a:bodyPr/>
          <a:lstStyle/>
          <a:p>
            <a:r>
              <a:rPr lang="en-US" altLang="ja-JP" dirty="0">
                <a:latin typeface="+mn-ea"/>
              </a:rPr>
              <a:t>5-5.</a:t>
            </a:r>
            <a:r>
              <a:rPr lang="ja-JP" altLang="en-US" dirty="0">
                <a:latin typeface="+mn-ea"/>
              </a:rPr>
              <a:t> 切替</a:t>
            </a:r>
            <a:endParaRPr kumimoji="1" lang="ja-JP" altLang="en-US" dirty="0"/>
          </a:p>
        </p:txBody>
      </p:sp>
      <p:sp>
        <p:nvSpPr>
          <p:cNvPr id="5" name="AutoShape 3">
            <a:extLst>
              <a:ext uri="{FF2B5EF4-FFF2-40B4-BE49-F238E27FC236}">
                <a16:creationId xmlns:a16="http://schemas.microsoft.com/office/drawing/2014/main" id="{8025585B-7FFE-88EF-F6B1-B80523C8415D}"/>
              </a:ext>
            </a:extLst>
          </p:cNvPr>
          <p:cNvSpPr>
            <a:spLocks noChangeArrowheads="1"/>
          </p:cNvSpPr>
          <p:nvPr/>
        </p:nvSpPr>
        <p:spPr bwMode="auto">
          <a:xfrm>
            <a:off x="488504" y="9087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a:latin typeface="+mn-ea"/>
                <a:cs typeface="メイリオ" pitchFamily="50" charset="-128"/>
              </a:rPr>
              <a:t>「切替」作業内容は、下表の通り。</a:t>
            </a:r>
            <a:endParaRPr lang="en-US" altLang="ja-JP" sz="2000" b="1">
              <a:latin typeface="+mn-ea"/>
              <a:cs typeface="メイリオ" pitchFamily="50" charset="-128"/>
            </a:endParaRPr>
          </a:p>
        </p:txBody>
      </p:sp>
      <p:sp>
        <p:nvSpPr>
          <p:cNvPr id="7" name="スライド番号プレースホルダー 2">
            <a:extLst>
              <a:ext uri="{FF2B5EF4-FFF2-40B4-BE49-F238E27FC236}">
                <a16:creationId xmlns:a16="http://schemas.microsoft.com/office/drawing/2014/main" id="{D4EA8BD5-E6DD-782F-CA11-2AC3DEA90C33}"/>
              </a:ext>
            </a:extLst>
          </p:cNvPr>
          <p:cNvSpPr>
            <a:spLocks noGrp="1"/>
          </p:cNvSpPr>
          <p:nvPr>
            <p:ph type="sldNum" sz="quarter" idx="4"/>
          </p:nvPr>
        </p:nvSpPr>
        <p:spPr>
          <a:xfrm>
            <a:off x="7437276" y="6592267"/>
            <a:ext cx="2311400" cy="257113"/>
          </a:xfrm>
        </p:spPr>
        <p:txBody>
          <a:bodyPr/>
          <a:lstStyle/>
          <a:p>
            <a:fld id="{FB3508C7-2FE0-4945-9CBD-863E05F850D2}" type="slidenum">
              <a:rPr lang="ja-JP" altLang="en-US" smtClean="0"/>
              <a:pPr/>
              <a:t>12</a:t>
            </a:fld>
            <a:endParaRPr lang="ja-JP" altLang="en-US"/>
          </a:p>
        </p:txBody>
      </p:sp>
      <p:graphicFrame>
        <p:nvGraphicFramePr>
          <p:cNvPr id="2" name="表 1">
            <a:extLst>
              <a:ext uri="{FF2B5EF4-FFF2-40B4-BE49-F238E27FC236}">
                <a16:creationId xmlns:a16="http://schemas.microsoft.com/office/drawing/2014/main" id="{23774C39-1C96-F8C5-AC33-DF304B8FC929}"/>
              </a:ext>
            </a:extLst>
          </p:cNvPr>
          <p:cNvGraphicFramePr>
            <a:graphicFrameLocks noGrp="1"/>
          </p:cNvGraphicFramePr>
          <p:nvPr>
            <p:extLst>
              <p:ext uri="{D42A27DB-BD31-4B8C-83A1-F6EECF244321}">
                <p14:modId xmlns:p14="http://schemas.microsoft.com/office/powerpoint/2010/main" val="1667184417"/>
              </p:ext>
            </p:extLst>
          </p:nvPr>
        </p:nvGraphicFramePr>
        <p:xfrm>
          <a:off x="632520" y="1402080"/>
          <a:ext cx="8352928" cy="1950720"/>
        </p:xfrm>
        <a:graphic>
          <a:graphicData uri="http://schemas.openxmlformats.org/drawingml/2006/table">
            <a:tbl>
              <a:tblPr>
                <a:tableStyleId>{5C22544A-7EE6-4342-B048-85BDC9FD1C3A}</a:tableStyleId>
              </a:tblPr>
              <a:tblGrid>
                <a:gridCol w="504056">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2340260">
                  <a:extLst>
                    <a:ext uri="{9D8B030D-6E8A-4147-A177-3AD203B41FA5}">
                      <a16:colId xmlns:a16="http://schemas.microsoft.com/office/drawing/2014/main" val="20002"/>
                    </a:ext>
                  </a:extLst>
                </a:gridCol>
                <a:gridCol w="4212468">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u="none" strike="noStrike">
                          <a:solidFill>
                            <a:schemeClr val="bg1"/>
                          </a:solidFill>
                          <a:effectLst/>
                          <a:latin typeface="+mn-ea"/>
                          <a:ea typeface="+mn-ea"/>
                        </a:rPr>
                        <a:t>作業内容</a:t>
                      </a:r>
                      <a:endParaRPr lang="ja-JP" alt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a:solidFill>
                            <a:schemeClr val="bg1"/>
                          </a:solidFill>
                          <a:effectLst/>
                          <a:latin typeface="+mn-ea"/>
                          <a:ea typeface="+mn-ea"/>
                        </a:rPr>
                        <a:t>詳細</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71450">
                <a:tc rowSpan="2">
                  <a:txBody>
                    <a:bodyPr/>
                    <a:lstStyle/>
                    <a:p>
                      <a:pPr algn="r" fontAlgn="ctr"/>
                      <a:r>
                        <a:rPr lang="en-US" altLang="ja-JP" sz="1050" b="0" i="0" u="none" strike="noStrike">
                          <a:solidFill>
                            <a:srgbClr val="000000"/>
                          </a:solidFill>
                          <a:effectLst/>
                          <a:latin typeface="+mn-ea"/>
                          <a:ea typeface="+mn-ea"/>
                        </a:rPr>
                        <a:t>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2">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切替準備</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切替手順書作成</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切替手順書を作成</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71450">
                <a:tc vMerge="1">
                  <a:txBody>
                    <a:bodyPr/>
                    <a:lstStyle/>
                    <a:p>
                      <a:pPr algn="r" fontAlgn="ctr"/>
                      <a:endParaRPr lang="en-US" altLang="ja-JP" sz="140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l" fontAlgn="b"/>
                      <a:endParaRPr lang="ja-JP" altLang="en-US" sz="1050" b="0" i="0" u="none" strike="noStrike">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切替調整</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関係者と打合せ及び調整</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71450">
                <a:tc>
                  <a:txBody>
                    <a:bodyPr/>
                    <a:lstStyle/>
                    <a:p>
                      <a:pPr algn="r" fontAlgn="ctr"/>
                      <a:r>
                        <a:rPr lang="en-US" altLang="ja-JP" sz="1050" b="0" i="0" u="none" strike="noStrike">
                          <a:solidFill>
                            <a:srgbClr val="000000"/>
                          </a:solidFill>
                          <a:effectLst/>
                          <a:latin typeface="+mn-ea"/>
                          <a:ea typeface="+mn-ea"/>
                        </a:rPr>
                        <a:t>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切替</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切替作業</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・切替前準備（データバックアップ）（需給</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DB</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サーバの申請や操作は２人で実施。その他関係各社へ連絡）</a:t>
                      </a:r>
                    </a:p>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・切替作業（データクリア</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データ移行</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新サーバの設定と旧サーバの設定）</a:t>
                      </a:r>
                    </a:p>
                    <a:p>
                      <a:pPr algn="l" fontAlgn="b"/>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切り戻し後に再度切替をする場合の工数については対象外です。</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8416593"/>
                  </a:ext>
                </a:extLst>
              </a:tr>
              <a:tr h="171450">
                <a:tc>
                  <a:txBody>
                    <a:bodyPr/>
                    <a:lstStyle/>
                    <a:p>
                      <a:pPr algn="r" fontAlgn="ctr"/>
                      <a:r>
                        <a:rPr lang="en-US" altLang="ja-JP" sz="1050" b="0" i="0" u="none" strike="noStrike">
                          <a:solidFill>
                            <a:srgbClr val="000000"/>
                          </a:solidFill>
                          <a:effectLst/>
                          <a:latin typeface="+mn-ea"/>
                          <a:ea typeface="+mn-ea"/>
                        </a:rPr>
                        <a:t>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初期流動</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a:solidFill>
                            <a:srgbClr val="000000"/>
                          </a:solidFill>
                          <a:effectLst/>
                          <a:latin typeface="メイリオ" panose="020B0604030504040204" pitchFamily="50" charset="-128"/>
                          <a:ea typeface="メイリオ" panose="020B0604030504040204" pitchFamily="50" charset="-128"/>
                        </a:rPr>
                        <a:t>初期流動</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・初期流動対応期間</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9417936"/>
                  </a:ext>
                </a:extLst>
              </a:tr>
            </a:tbl>
          </a:graphicData>
        </a:graphic>
      </p:graphicFrame>
    </p:spTree>
    <p:extLst>
      <p:ext uri="{BB962C8B-B14F-4D97-AF65-F5344CB8AC3E}">
        <p14:creationId xmlns:p14="http://schemas.microsoft.com/office/powerpoint/2010/main" val="272535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DD900244-57AE-5CC0-1F6F-0217BCA1122A}"/>
              </a:ext>
            </a:extLst>
          </p:cNvPr>
          <p:cNvSpPr>
            <a:spLocks noGrp="1"/>
          </p:cNvSpPr>
          <p:nvPr>
            <p:ph type="sldNum" sz="quarter" idx="4"/>
          </p:nvPr>
        </p:nvSpPr>
        <p:spPr/>
        <p:txBody>
          <a:bodyPr/>
          <a:lstStyle/>
          <a:p>
            <a:fld id="{FB3508C7-2FE0-4945-9CBD-863E05F850D2}" type="slidenum">
              <a:rPr lang="ja-JP" altLang="en-US" smtClean="0"/>
              <a:pPr/>
              <a:t>13</a:t>
            </a:fld>
            <a:endParaRPr lang="ja-JP" altLang="en-US"/>
          </a:p>
        </p:txBody>
      </p:sp>
      <p:graphicFrame>
        <p:nvGraphicFramePr>
          <p:cNvPr id="4" name="表 3">
            <a:extLst>
              <a:ext uri="{FF2B5EF4-FFF2-40B4-BE49-F238E27FC236}">
                <a16:creationId xmlns:a16="http://schemas.microsoft.com/office/drawing/2014/main" id="{AD480C12-824A-E1C5-2095-9A17E80DADC9}"/>
              </a:ext>
            </a:extLst>
          </p:cNvPr>
          <p:cNvGraphicFramePr>
            <a:graphicFrameLocks noGrp="1"/>
          </p:cNvGraphicFramePr>
          <p:nvPr>
            <p:extLst>
              <p:ext uri="{D42A27DB-BD31-4B8C-83A1-F6EECF244321}">
                <p14:modId xmlns:p14="http://schemas.microsoft.com/office/powerpoint/2010/main" val="151426662"/>
              </p:ext>
            </p:extLst>
          </p:nvPr>
        </p:nvGraphicFramePr>
        <p:xfrm>
          <a:off x="623746" y="1038533"/>
          <a:ext cx="8505967" cy="1784160"/>
        </p:xfrm>
        <a:graphic>
          <a:graphicData uri="http://schemas.openxmlformats.org/drawingml/2006/table">
            <a:tbl>
              <a:tblPr>
                <a:tableStyleId>{5C22544A-7EE6-4342-B048-85BDC9FD1C3A}</a:tableStyleId>
              </a:tblPr>
              <a:tblGrid>
                <a:gridCol w="542546">
                  <a:extLst>
                    <a:ext uri="{9D8B030D-6E8A-4147-A177-3AD203B41FA5}">
                      <a16:colId xmlns:a16="http://schemas.microsoft.com/office/drawing/2014/main" val="3794791739"/>
                    </a:ext>
                  </a:extLst>
                </a:gridCol>
                <a:gridCol w="4203258">
                  <a:extLst>
                    <a:ext uri="{9D8B030D-6E8A-4147-A177-3AD203B41FA5}">
                      <a16:colId xmlns:a16="http://schemas.microsoft.com/office/drawing/2014/main" val="1340540472"/>
                    </a:ext>
                  </a:extLst>
                </a:gridCol>
                <a:gridCol w="3760163">
                  <a:extLst>
                    <a:ext uri="{9D8B030D-6E8A-4147-A177-3AD203B41FA5}">
                      <a16:colId xmlns:a16="http://schemas.microsoft.com/office/drawing/2014/main" val="2213560828"/>
                    </a:ext>
                  </a:extLst>
                </a:gridCol>
              </a:tblGrid>
              <a:tr h="238125">
                <a:tc>
                  <a:txBody>
                    <a:bodyPr/>
                    <a:lstStyle/>
                    <a:p>
                      <a:pPr algn="ctr" fontAlgn="ctr"/>
                      <a:r>
                        <a:rPr lang="en-US" altLang="ja-JP" sz="1200" b="0" i="0" u="none" strike="noStrike">
                          <a:solidFill>
                            <a:srgbClr val="000000"/>
                          </a:solidFill>
                          <a:effectLst/>
                          <a:latin typeface="+mn-ea"/>
                          <a:ea typeface="+mn-ea"/>
                        </a:rPr>
                        <a:t>No.</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納品物</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説明</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29439347"/>
                  </a:ext>
                </a:extLst>
              </a:tr>
              <a:tr h="238125">
                <a:tc>
                  <a:txBody>
                    <a:bodyPr/>
                    <a:lstStyle/>
                    <a:p>
                      <a:pPr algn="r" fontAlgn="ctr"/>
                      <a:r>
                        <a:rPr lang="en-US" altLang="ja-JP" sz="1200" b="0" i="0" u="none" strike="noStrike">
                          <a:solidFill>
                            <a:srgbClr val="000000"/>
                          </a:solidFill>
                          <a:effectLst/>
                          <a:latin typeface="+mn-ea"/>
                          <a:ea typeface="+mn-ea"/>
                        </a:rPr>
                        <a:t>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a:solidFill>
                            <a:srgbClr val="000000"/>
                          </a:solidFill>
                          <a:effectLst/>
                          <a:latin typeface="+mn-ea"/>
                          <a:ea typeface="+mn-ea"/>
                        </a:rPr>
                        <a:t>ソース及びファイル</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8763054"/>
                  </a:ext>
                </a:extLst>
              </a:tr>
              <a:tr h="238125">
                <a:tc>
                  <a:txBody>
                    <a:bodyPr/>
                    <a:lstStyle/>
                    <a:p>
                      <a:pPr algn="r" fontAlgn="ctr"/>
                      <a:r>
                        <a:rPr lang="en-US" altLang="ja-JP" sz="1200" b="0" i="0" u="none" strike="noStrike" dirty="0">
                          <a:solidFill>
                            <a:srgbClr val="000000"/>
                          </a:solidFill>
                          <a:effectLst/>
                          <a:latin typeface="+mn-ea"/>
                          <a:ea typeface="+mn-ea"/>
                        </a:rPr>
                        <a:t>2</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ja-JP" sz="1200" b="0" i="0" u="none" strike="noStrike" dirty="0">
                          <a:solidFill>
                            <a:srgbClr val="000000"/>
                          </a:solidFill>
                          <a:effectLst/>
                          <a:latin typeface="+mn-ea"/>
                          <a:ea typeface="+mn-ea"/>
                        </a:rPr>
                        <a:t>DB</a:t>
                      </a:r>
                      <a:r>
                        <a:rPr lang="ja-JP" altLang="en-US" sz="1200" b="0" i="0" u="none" strike="noStrike" dirty="0">
                          <a:solidFill>
                            <a:srgbClr val="000000"/>
                          </a:solidFill>
                          <a:effectLst/>
                          <a:latin typeface="+mn-ea"/>
                          <a:ea typeface="+mn-ea"/>
                        </a:rPr>
                        <a:t>環境構築エビデンス</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設定内容のエビデンスする</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9157840"/>
                  </a:ext>
                </a:extLst>
              </a:tr>
              <a:tr h="238125">
                <a:tc>
                  <a:txBody>
                    <a:bodyPr/>
                    <a:lstStyle/>
                    <a:p>
                      <a:pPr algn="r" fontAlgn="ctr"/>
                      <a:r>
                        <a:rPr lang="en-US" altLang="ja-JP" sz="1200" b="0" i="0" u="none" strike="noStrike" dirty="0">
                          <a:solidFill>
                            <a:srgbClr val="000000"/>
                          </a:solidFill>
                          <a:effectLst/>
                          <a:latin typeface="+mn-ea"/>
                          <a:ea typeface="+mn-ea"/>
                        </a:rPr>
                        <a:t>3</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ja-JP" sz="1200" b="0" i="0" u="none" strike="noStrike" dirty="0">
                          <a:solidFill>
                            <a:srgbClr val="000000"/>
                          </a:solidFill>
                          <a:effectLst/>
                          <a:latin typeface="+mn-ea"/>
                          <a:ea typeface="+mn-ea"/>
                        </a:rPr>
                        <a:t>AP</a:t>
                      </a:r>
                      <a:r>
                        <a:rPr lang="ja-JP" altLang="en-US" sz="1200" b="0" i="0" u="none" strike="noStrike" dirty="0">
                          <a:solidFill>
                            <a:srgbClr val="000000"/>
                          </a:solidFill>
                          <a:effectLst/>
                          <a:latin typeface="+mn-ea"/>
                          <a:ea typeface="+mn-ea"/>
                        </a:rPr>
                        <a:t>環境構築エビデンス</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設定内容のエビデンスする</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623261"/>
                  </a:ext>
                </a:extLst>
              </a:tr>
              <a:tr h="238125">
                <a:tc>
                  <a:txBody>
                    <a:bodyPr/>
                    <a:lstStyle/>
                    <a:p>
                      <a:pPr algn="r" fontAlgn="ctr"/>
                      <a:r>
                        <a:rPr lang="en-US" altLang="ja-JP" sz="1200" b="0" i="0" u="none" strike="noStrike" dirty="0">
                          <a:solidFill>
                            <a:srgbClr val="000000"/>
                          </a:solidFill>
                          <a:effectLst/>
                          <a:latin typeface="+mn-ea"/>
                          <a:ea typeface="+mn-ea"/>
                        </a:rPr>
                        <a:t>4</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切替手順書</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583442"/>
                  </a:ext>
                </a:extLst>
              </a:tr>
              <a:tr h="238125">
                <a:tc>
                  <a:txBody>
                    <a:bodyPr/>
                    <a:lstStyle/>
                    <a:p>
                      <a:pPr algn="r" fontAlgn="ctr"/>
                      <a:r>
                        <a:rPr lang="en-US" altLang="ja-JP" sz="1200" b="0" i="0" u="none" strike="noStrike" dirty="0">
                          <a:solidFill>
                            <a:schemeClr val="tx1">
                              <a:lumMod val="50000"/>
                            </a:schemeClr>
                          </a:solidFill>
                          <a:effectLst/>
                          <a:latin typeface="+mn-ea"/>
                          <a:ea typeface="+mn-ea"/>
                        </a:rPr>
                        <a:t>5</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システムテストおよびそのエビデンス</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9056069"/>
                  </a:ext>
                </a:extLst>
              </a:tr>
              <a:tr h="238125">
                <a:tc>
                  <a:txBody>
                    <a:bodyPr/>
                    <a:lstStyle/>
                    <a:p>
                      <a:pPr algn="r" fontAlgn="ctr"/>
                      <a:r>
                        <a:rPr lang="en-US" altLang="ja-JP" sz="1200" b="0" i="0" u="none" strike="noStrike" dirty="0">
                          <a:solidFill>
                            <a:schemeClr val="tx1">
                              <a:lumMod val="50000"/>
                            </a:schemeClr>
                          </a:solidFill>
                          <a:effectLst/>
                          <a:latin typeface="+mn-ea"/>
                          <a:ea typeface="+mn-ea"/>
                        </a:rPr>
                        <a:t>6</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リリース手順書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需給調整サーバのデータダンプ取得手順書</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530110"/>
                  </a:ext>
                </a:extLst>
              </a:tr>
            </a:tbl>
          </a:graphicData>
        </a:graphic>
      </p:graphicFrame>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a:t>6.</a:t>
            </a:r>
            <a:r>
              <a:rPr lang="ja-JP" altLang="en-US"/>
              <a:t>納品物件</a:t>
            </a:r>
            <a:endParaRPr kumimoji="1" lang="ja-JP" altLang="en-US"/>
          </a:p>
        </p:txBody>
      </p:sp>
    </p:spTree>
    <p:extLst>
      <p:ext uri="{BB962C8B-B14F-4D97-AF65-F5344CB8AC3E}">
        <p14:creationId xmlns:p14="http://schemas.microsoft.com/office/powerpoint/2010/main" val="2046769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946D17F-D2B9-41BC-87BE-A6CE962A5BD0}"/>
              </a:ext>
            </a:extLst>
          </p:cNvPr>
          <p:cNvSpPr>
            <a:spLocks noGrp="1"/>
          </p:cNvSpPr>
          <p:nvPr>
            <p:ph type="ctrTitle"/>
          </p:nvPr>
        </p:nvSpPr>
        <p:spPr>
          <a:xfrm>
            <a:off x="812800" y="3110451"/>
            <a:ext cx="8280400" cy="637097"/>
          </a:xfrm>
        </p:spPr>
        <p:txBody>
          <a:bodyPr/>
          <a:lstStyle/>
          <a:p>
            <a:r>
              <a:rPr kumimoji="1" lang="ja-JP" altLang="en-US"/>
              <a:t>以上</a:t>
            </a:r>
          </a:p>
        </p:txBody>
      </p:sp>
      <p:sp>
        <p:nvSpPr>
          <p:cNvPr id="3" name="スライド番号プレースホルダー 2">
            <a:extLst>
              <a:ext uri="{FF2B5EF4-FFF2-40B4-BE49-F238E27FC236}">
                <a16:creationId xmlns:a16="http://schemas.microsoft.com/office/drawing/2014/main" id="{47A12E27-06DC-4856-BD62-EC88A535B8AD}"/>
              </a:ext>
            </a:extLst>
          </p:cNvPr>
          <p:cNvSpPr>
            <a:spLocks noGrp="1"/>
          </p:cNvSpPr>
          <p:nvPr>
            <p:ph type="sldNum" sz="quarter" idx="4"/>
          </p:nvPr>
        </p:nvSpPr>
        <p:spPr/>
        <p:txBody>
          <a:bodyPr/>
          <a:lstStyle/>
          <a:p>
            <a:fld id="{FB3508C7-2FE0-4945-9CBD-863E05F850D2}" type="slidenum">
              <a:rPr lang="ja-JP" altLang="en-US" smtClean="0"/>
              <a:pPr/>
              <a:t>14</a:t>
            </a:fld>
            <a:endParaRPr lang="ja-JP" altLang="en-US"/>
          </a:p>
        </p:txBody>
      </p:sp>
    </p:spTree>
    <p:extLst>
      <p:ext uri="{BB962C8B-B14F-4D97-AF65-F5344CB8AC3E}">
        <p14:creationId xmlns:p14="http://schemas.microsoft.com/office/powerpoint/2010/main" val="1278332205"/>
      </p:ext>
    </p:extLst>
  </p:cSld>
  <p:clrMapOvr>
    <a:masterClrMapping/>
  </p:clrMapOvr>
</p:sld>
</file>

<file path=ppt/theme/theme1.xml><?xml version="1.0" encoding="utf-8"?>
<a:theme xmlns:a="http://schemas.openxmlformats.org/drawingml/2006/main" name="PowerPoint Design">
  <a:themeElements>
    <a:clrScheme name="PowerPoint Design 2017">
      <a:dk1>
        <a:srgbClr val="4D4D4D"/>
      </a:dk1>
      <a:lt1>
        <a:srgbClr val="FFFFFF"/>
      </a:lt1>
      <a:dk2>
        <a:srgbClr val="0071BC"/>
      </a:dk2>
      <a:lt2>
        <a:srgbClr val="E2F1FA"/>
      </a:lt2>
      <a:accent1>
        <a:srgbClr val="00395E"/>
      </a:accent1>
      <a:accent2>
        <a:srgbClr val="0071BC"/>
      </a:accent2>
      <a:accent3>
        <a:srgbClr val="FF5050"/>
      </a:accent3>
      <a:accent4>
        <a:srgbClr val="FF9596"/>
      </a:accent4>
      <a:accent5>
        <a:srgbClr val="EAEAEA"/>
      </a:accent5>
      <a:accent6>
        <a:srgbClr val="AFAFAF"/>
      </a:accent6>
      <a:hlink>
        <a:srgbClr val="2FADFF"/>
      </a:hlink>
      <a:folHlink>
        <a:srgbClr val="00395E"/>
      </a:folHlink>
    </a:clrScheme>
    <a:fontScheme name="PowerPoint Design">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solidFill>
            <a:schemeClr val="tx1"/>
          </a:solidFill>
        </a:ln>
        <a:effectLst/>
      </a:spPr>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defPPr algn="just">
          <a:lnSpc>
            <a:spcPct val="140000"/>
          </a:lnSpc>
          <a:spcBef>
            <a:spcPct val="0"/>
          </a:spcBef>
          <a:spcAft>
            <a:spcPts val="600"/>
          </a:spcAft>
          <a:defRPr kumimoji="1" sz="1600" dirty="0" smtClean="0">
            <a:solidFill>
              <a:srgbClr val="4D4D4D"/>
            </a:solidFill>
            <a:latin typeface="メイリオ" pitchFamily="50" charset="-128"/>
            <a:ea typeface="メイリオ" pitchFamily="50" charset="-128"/>
            <a:cs typeface="メイリオ" pitchFamily="50"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3890BE-2534-4BC3-B2B9-472646B4C2F4}">
  <ds:schemaRefs>
    <ds:schemaRef ds:uri="http://schemas.microsoft.com/office/infopath/2007/PartnerControls"/>
    <ds:schemaRef ds:uri="b18a18ac-cd84-4b43-ba64-64797f156433"/>
    <ds:schemaRef ds:uri="http://purl.org/dc/terms/"/>
    <ds:schemaRef ds:uri="http://purl.org/dc/dcmitype/"/>
    <ds:schemaRef ds:uri="http://schemas.microsoft.com/office/2006/documentManagement/types"/>
    <ds:schemaRef ds:uri="http://purl.org/dc/elements/1.1/"/>
    <ds:schemaRef ds:uri="http://schemas.openxmlformats.org/package/2006/metadata/core-properties"/>
    <ds:schemaRef ds:uri="9b706657-abf8-4c5a-8f3a-fbe1d0d02aba"/>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67E8DEEE-DDFF-47D5-A930-B9D3D7C24600}">
  <ds:schemaRefs>
    <ds:schemaRef ds:uri="http://schemas.microsoft.com/sharepoint/v3/contenttype/forms"/>
  </ds:schemaRefs>
</ds:datastoreItem>
</file>

<file path=customXml/itemProps3.xml><?xml version="1.0" encoding="utf-8"?>
<ds:datastoreItem xmlns:ds="http://schemas.openxmlformats.org/officeDocument/2006/customXml" ds:itemID="{5E19503C-8AE6-48DC-BC36-034EAC408764}"/>
</file>

<file path=docProps/app.xml><?xml version="1.0" encoding="utf-8"?>
<Properties xmlns="http://schemas.openxmlformats.org/officeDocument/2006/extended-properties" xmlns:vt="http://schemas.openxmlformats.org/officeDocument/2006/docPropsVTypes">
  <Template/>
  <TotalTime>96</TotalTime>
  <Words>1741</Words>
  <Application>Microsoft Office PowerPoint</Application>
  <PresentationFormat>A4 210 x 297 mm</PresentationFormat>
  <Paragraphs>348</Paragraphs>
  <Slides>15</Slides>
  <Notes>1</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15</vt:i4>
      </vt:variant>
    </vt:vector>
  </HeadingPairs>
  <TitlesOfParts>
    <vt:vector size="20" baseType="lpstr">
      <vt:lpstr>メイリオ</vt:lpstr>
      <vt:lpstr>Arial</vt:lpstr>
      <vt:lpstr>Calibri</vt:lpstr>
      <vt:lpstr>PowerPoint Design</vt:lpstr>
      <vt:lpstr>Worksheet</vt:lpstr>
      <vt:lpstr>入出荷計画業務システム(千葉） AP/DB　Azure移行　 概算見積もり  Rev 1.0</vt:lpstr>
      <vt:lpstr>見積条件</vt:lpstr>
      <vt:lpstr>１.想定作業内容</vt:lpstr>
      <vt:lpstr>１.想定作業内容</vt:lpstr>
      <vt:lpstr>2.想定サーバ構成（DB/APサーバーAzure移行）</vt:lpstr>
      <vt:lpstr>3.作業スケジュール</vt:lpstr>
      <vt:lpstr>４.見積明細（工数／金額）</vt:lpstr>
      <vt:lpstr>5-1. DBサーバ新設</vt:lpstr>
      <vt:lpstr>5-2. APサーバー移設</vt:lpstr>
      <vt:lpstr>5-3. システムテスト</vt:lpstr>
      <vt:lpstr>5-3. システムテスト</vt:lpstr>
      <vt:lpstr>5-4. ユーザーテスト</vt:lpstr>
      <vt:lpstr>5-5. 切替</vt:lpstr>
      <vt:lpstr>6.納品物件</vt:lpstr>
      <vt:lpstr>以上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Design デザイン・テンプレート</dc:title>
  <dc:creator>鈴木　春人</dc:creator>
  <cp:lastModifiedBy>井上 ゆき</cp:lastModifiedBy>
  <cp:revision>1</cp:revision>
  <dcterms:created xsi:type="dcterms:W3CDTF">2013-06-19T15:30:58Z</dcterms:created>
  <dcterms:modified xsi:type="dcterms:W3CDTF">2025-08-14T01:58:55Z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