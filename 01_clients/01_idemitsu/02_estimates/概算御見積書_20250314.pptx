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8"/>
  </p:notesMasterIdLst>
  <p:handoutMasterIdLst>
    <p:handoutMasterId r:id="rId29"/>
  </p:handoutMasterIdLst>
  <p:sldIdLst>
    <p:sldId id="714" r:id="rId5"/>
    <p:sldId id="828" r:id="rId6"/>
    <p:sldId id="1081" r:id="rId7"/>
    <p:sldId id="1113" r:id="rId8"/>
    <p:sldId id="748" r:id="rId9"/>
    <p:sldId id="1092" r:id="rId10"/>
    <p:sldId id="1109" r:id="rId11"/>
    <p:sldId id="1110" r:id="rId12"/>
    <p:sldId id="1111" r:id="rId13"/>
    <p:sldId id="1258" r:id="rId14"/>
    <p:sldId id="1254" r:id="rId15"/>
    <p:sldId id="1256" r:id="rId16"/>
    <p:sldId id="1257" r:id="rId17"/>
    <p:sldId id="1083" r:id="rId18"/>
    <p:sldId id="1102" r:id="rId19"/>
    <p:sldId id="1099" r:id="rId20"/>
    <p:sldId id="744" r:id="rId21"/>
    <p:sldId id="767" r:id="rId22"/>
    <p:sldId id="768" r:id="rId23"/>
    <p:sldId id="1094" r:id="rId24"/>
    <p:sldId id="1095" r:id="rId25"/>
    <p:sldId id="1096" r:id="rId26"/>
    <p:sldId id="65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BE3C8"/>
    <a:srgbClr val="F3A447"/>
    <a:srgbClr val="787878"/>
    <a:srgbClr val="FFFFFF"/>
    <a:srgbClr val="FDEDDA"/>
    <a:srgbClr val="FAF2D4"/>
    <a:srgbClr val="9A3B5D"/>
    <a:srgbClr val="F2F2F2"/>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C1071C-25C1-49A5-9CA7-4225F0E293B6}" v="2" dt="2025-03-12T05:49:29.725"/>
    <p1510:client id="{6D9D2434-35D2-41E8-BBA8-D79ADC5FDCBA}" v="50" dt="2025-03-12T08:34:06.65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岡部裕輔" userId="d219e652-ccb3-431f-8f9b-9d0e369fb35b" providerId="ADAL" clId="{E113CA83-6C44-4E5C-842C-7226A3D7847A}"/>
    <pc:docChg chg="undo custSel delSld modSld">
      <pc:chgData name="岡部裕輔" userId="d219e652-ccb3-431f-8f9b-9d0e369fb35b" providerId="ADAL" clId="{E113CA83-6C44-4E5C-842C-7226A3D7847A}" dt="2024-12-02T08:09:38.265" v="373" actId="20577"/>
      <pc:docMkLst>
        <pc:docMk/>
      </pc:docMkLst>
      <pc:sldChg chg="modSp mod">
        <pc:chgData name="岡部裕輔" userId="d219e652-ccb3-431f-8f9b-9d0e369fb35b" providerId="ADAL" clId="{E113CA83-6C44-4E5C-842C-7226A3D7847A}" dt="2024-12-02T06:20:59.326" v="7" actId="20577"/>
        <pc:sldMkLst>
          <pc:docMk/>
          <pc:sldMk cId="3201888243" sldId="714"/>
        </pc:sldMkLst>
      </pc:sldChg>
      <pc:sldChg chg="del">
        <pc:chgData name="岡部裕輔" userId="d219e652-ccb3-431f-8f9b-9d0e369fb35b" providerId="ADAL" clId="{E113CA83-6C44-4E5C-842C-7226A3D7847A}" dt="2024-12-02T06:36:26.115" v="272" actId="47"/>
        <pc:sldMkLst>
          <pc:docMk/>
          <pc:sldMk cId="594199676" sldId="1080"/>
        </pc:sldMkLst>
      </pc:sldChg>
      <pc:sldChg chg="del">
        <pc:chgData name="岡部裕輔" userId="d219e652-ccb3-431f-8f9b-9d0e369fb35b" providerId="ADAL" clId="{E113CA83-6C44-4E5C-842C-7226A3D7847A}" dt="2024-12-02T06:36:44.632" v="273" actId="47"/>
        <pc:sldMkLst>
          <pc:docMk/>
          <pc:sldMk cId="1804346687" sldId="1097"/>
        </pc:sldMkLst>
      </pc:sldChg>
      <pc:sldChg chg="del">
        <pc:chgData name="岡部裕輔" userId="d219e652-ccb3-431f-8f9b-9d0e369fb35b" providerId="ADAL" clId="{E113CA83-6C44-4E5C-842C-7226A3D7847A}" dt="2024-12-02T06:36:44.632" v="273" actId="47"/>
        <pc:sldMkLst>
          <pc:docMk/>
          <pc:sldMk cId="1950211203" sldId="1098"/>
        </pc:sldMkLst>
      </pc:sldChg>
      <pc:sldChg chg="modSp mod">
        <pc:chgData name="岡部裕輔" userId="d219e652-ccb3-431f-8f9b-9d0e369fb35b" providerId="ADAL" clId="{E113CA83-6C44-4E5C-842C-7226A3D7847A}" dt="2024-12-02T06:28:54.769" v="126" actId="20577"/>
        <pc:sldMkLst>
          <pc:docMk/>
          <pc:sldMk cId="750407830" sldId="1099"/>
        </pc:sldMkLst>
      </pc:sldChg>
      <pc:sldChg chg="addSp modSp mod">
        <pc:chgData name="岡部裕輔" userId="d219e652-ccb3-431f-8f9b-9d0e369fb35b" providerId="ADAL" clId="{E113CA83-6C44-4E5C-842C-7226A3D7847A}" dt="2024-12-02T08:09:38.265" v="373" actId="20577"/>
        <pc:sldMkLst>
          <pc:docMk/>
          <pc:sldMk cId="1342901965" sldId="1102"/>
        </pc:sldMkLst>
      </pc:sldChg>
      <pc:sldChg chg="addSp delSp modSp mod">
        <pc:chgData name="岡部裕輔" userId="d219e652-ccb3-431f-8f9b-9d0e369fb35b" providerId="ADAL" clId="{E113CA83-6C44-4E5C-842C-7226A3D7847A}" dt="2024-12-02T06:36:16.383" v="271" actId="554"/>
        <pc:sldMkLst>
          <pc:docMk/>
          <pc:sldMk cId="2336542287" sldId="1107"/>
        </pc:sldMkLst>
      </pc:sldChg>
      <pc:sldChg chg="del">
        <pc:chgData name="岡部裕輔" userId="d219e652-ccb3-431f-8f9b-9d0e369fb35b" providerId="ADAL" clId="{E113CA83-6C44-4E5C-842C-7226A3D7847A}" dt="2024-12-02T06:27:13.697" v="117" actId="47"/>
        <pc:sldMkLst>
          <pc:docMk/>
          <pc:sldMk cId="2754241763" sldId="1108"/>
        </pc:sldMkLst>
      </pc:sldChg>
    </pc:docChg>
  </pc:docChgLst>
  <pc:docChgLst>
    <pc:chgData name="川名翔太" userId="902a1c22-1104-4fc2-ba41-1ee47f89ed5e" providerId="ADAL" clId="{6D9D2434-35D2-41E8-BBA8-D79ADC5FDCBA}"/>
    <pc:docChg chg="undo redo custSel addSld delSld modSld sldOrd">
      <pc:chgData name="川名翔太" userId="902a1c22-1104-4fc2-ba41-1ee47f89ed5e" providerId="ADAL" clId="{6D9D2434-35D2-41E8-BBA8-D79ADC5FDCBA}" dt="2025-03-12T12:33:31.204" v="943" actId="20577"/>
      <pc:docMkLst>
        <pc:docMk/>
      </pc:docMkLst>
      <pc:sldChg chg="ord">
        <pc:chgData name="川名翔太" userId="902a1c22-1104-4fc2-ba41-1ee47f89ed5e" providerId="ADAL" clId="{6D9D2434-35D2-41E8-BBA8-D79ADC5FDCBA}" dt="2025-03-11T07:51:03.082" v="9"/>
        <pc:sldMkLst>
          <pc:docMk/>
          <pc:sldMk cId="3652970849" sldId="748"/>
        </pc:sldMkLst>
      </pc:sldChg>
      <pc:sldChg chg="modSp mod">
        <pc:chgData name="川名翔太" userId="902a1c22-1104-4fc2-ba41-1ee47f89ed5e" providerId="ADAL" clId="{6D9D2434-35D2-41E8-BBA8-D79ADC5FDCBA}" dt="2025-03-12T05:17:50.701" v="24"/>
        <pc:sldMkLst>
          <pc:docMk/>
          <pc:sldMk cId="4276394440" sldId="768"/>
        </pc:sldMkLst>
        <pc:graphicFrameChg chg="mod modGraphic">
          <ac:chgData name="川名翔太" userId="902a1c22-1104-4fc2-ba41-1ee47f89ed5e" providerId="ADAL" clId="{6D9D2434-35D2-41E8-BBA8-D79ADC5FDCBA}" dt="2025-03-12T05:17:50.701" v="24"/>
          <ac:graphicFrameMkLst>
            <pc:docMk/>
            <pc:sldMk cId="4276394440" sldId="768"/>
            <ac:graphicFrameMk id="8" creationId="{00000000-0000-0000-0000-000000000000}"/>
          </ac:graphicFrameMkLst>
        </pc:graphicFrameChg>
      </pc:sldChg>
      <pc:sldChg chg="modSp mod">
        <pc:chgData name="川名翔太" userId="902a1c22-1104-4fc2-ba41-1ee47f89ed5e" providerId="ADAL" clId="{6D9D2434-35D2-41E8-BBA8-D79ADC5FDCBA}" dt="2025-03-12T12:04:31.963" v="443" actId="20577"/>
        <pc:sldMkLst>
          <pc:docMk/>
          <pc:sldMk cId="1343428231" sldId="1095"/>
        </pc:sldMkLst>
        <pc:graphicFrameChg chg="mod modGraphic">
          <ac:chgData name="川名翔太" userId="902a1c22-1104-4fc2-ba41-1ee47f89ed5e" providerId="ADAL" clId="{6D9D2434-35D2-41E8-BBA8-D79ADC5FDCBA}" dt="2025-03-12T12:04:31.963" v="443" actId="20577"/>
          <ac:graphicFrameMkLst>
            <pc:docMk/>
            <pc:sldMk cId="1343428231" sldId="1095"/>
            <ac:graphicFrameMk id="5" creationId="{BBA8B256-12B2-6E8C-50F9-31564ECC0266}"/>
          </ac:graphicFrameMkLst>
        </pc:graphicFrameChg>
      </pc:sldChg>
      <pc:sldChg chg="modSp mod">
        <pc:chgData name="川名翔太" userId="902a1c22-1104-4fc2-ba41-1ee47f89ed5e" providerId="ADAL" clId="{6D9D2434-35D2-41E8-BBA8-D79ADC5FDCBA}" dt="2025-03-12T12:33:31.204" v="943" actId="20577"/>
        <pc:sldMkLst>
          <pc:docMk/>
          <pc:sldMk cId="2513257283" sldId="1096"/>
        </pc:sldMkLst>
        <pc:spChg chg="mod">
          <ac:chgData name="川名翔太" userId="902a1c22-1104-4fc2-ba41-1ee47f89ed5e" providerId="ADAL" clId="{6D9D2434-35D2-41E8-BBA8-D79ADC5FDCBA}" dt="2025-03-12T12:33:31.204" v="943" actId="20577"/>
          <ac:spMkLst>
            <pc:docMk/>
            <pc:sldMk cId="2513257283" sldId="1096"/>
            <ac:spMk id="8" creationId="{6AE8CC45-2A20-B6E7-E20B-802E66F6B3D5}"/>
          </ac:spMkLst>
        </pc:spChg>
      </pc:sldChg>
      <pc:sldChg chg="modSp mod">
        <pc:chgData name="川名翔太" userId="902a1c22-1104-4fc2-ba41-1ee47f89ed5e" providerId="ADAL" clId="{6D9D2434-35D2-41E8-BBA8-D79ADC5FDCBA}" dt="2025-03-12T05:16:06.159" v="19" actId="1076"/>
        <pc:sldMkLst>
          <pc:docMk/>
          <pc:sldMk cId="750407830" sldId="1099"/>
        </pc:sldMkLst>
        <pc:graphicFrameChg chg="mod">
          <ac:chgData name="川名翔太" userId="902a1c22-1104-4fc2-ba41-1ee47f89ed5e" providerId="ADAL" clId="{6D9D2434-35D2-41E8-BBA8-D79ADC5FDCBA}" dt="2025-03-12T05:16:06.159" v="19" actId="1076"/>
          <ac:graphicFrameMkLst>
            <pc:docMk/>
            <pc:sldMk cId="750407830" sldId="1099"/>
            <ac:graphicFrameMk id="3" creationId="{8B4AECDA-1EA5-F8F5-C52D-6E336CA8261C}"/>
          </ac:graphicFrameMkLst>
        </pc:graphicFrameChg>
      </pc:sldChg>
      <pc:sldChg chg="del">
        <pc:chgData name="川名翔太" userId="902a1c22-1104-4fc2-ba41-1ee47f89ed5e" providerId="ADAL" clId="{6D9D2434-35D2-41E8-BBA8-D79ADC5FDCBA}" dt="2025-03-11T07:50:52.201" v="0" actId="2696"/>
        <pc:sldMkLst>
          <pc:docMk/>
          <pc:sldMk cId="258067534" sldId="1113"/>
        </pc:sldMkLst>
      </pc:sldChg>
      <pc:sldChg chg="add">
        <pc:chgData name="川名翔太" userId="902a1c22-1104-4fc2-ba41-1ee47f89ed5e" providerId="ADAL" clId="{6D9D2434-35D2-41E8-BBA8-D79ADC5FDCBA}" dt="2025-03-11T07:50:56.397" v="1"/>
        <pc:sldMkLst>
          <pc:docMk/>
          <pc:sldMk cId="3454037558" sldId="1113"/>
        </pc:sldMkLst>
      </pc:sldChg>
      <pc:sldChg chg="modSp mod">
        <pc:chgData name="川名翔太" userId="902a1c22-1104-4fc2-ba41-1ee47f89ed5e" providerId="ADAL" clId="{6D9D2434-35D2-41E8-BBA8-D79ADC5FDCBA}" dt="2025-03-12T07:48:01.602" v="46" actId="20577"/>
        <pc:sldMkLst>
          <pc:docMk/>
          <pc:sldMk cId="163835638" sldId="1254"/>
        </pc:sldMkLst>
        <pc:spChg chg="mod">
          <ac:chgData name="川名翔太" userId="902a1c22-1104-4fc2-ba41-1ee47f89ed5e" providerId="ADAL" clId="{6D9D2434-35D2-41E8-BBA8-D79ADC5FDCBA}" dt="2025-03-12T07:48:01.602" v="46" actId="20577"/>
          <ac:spMkLst>
            <pc:docMk/>
            <pc:sldMk cId="163835638" sldId="1254"/>
            <ac:spMk id="2" creationId="{715A1977-001A-47E2-A226-93AAC587563E}"/>
          </ac:spMkLst>
        </pc:spChg>
      </pc:sldChg>
      <pc:sldChg chg="modSp mod">
        <pc:chgData name="川名翔太" userId="902a1c22-1104-4fc2-ba41-1ee47f89ed5e" providerId="ADAL" clId="{6D9D2434-35D2-41E8-BBA8-D79ADC5FDCBA}" dt="2025-03-12T07:48:05.206" v="47"/>
        <pc:sldMkLst>
          <pc:docMk/>
          <pc:sldMk cId="2503941574" sldId="1256"/>
        </pc:sldMkLst>
        <pc:spChg chg="mod">
          <ac:chgData name="川名翔太" userId="902a1c22-1104-4fc2-ba41-1ee47f89ed5e" providerId="ADAL" clId="{6D9D2434-35D2-41E8-BBA8-D79ADC5FDCBA}" dt="2025-03-12T07:48:05.206" v="47"/>
          <ac:spMkLst>
            <pc:docMk/>
            <pc:sldMk cId="2503941574" sldId="1256"/>
            <ac:spMk id="2" creationId="{715A1977-001A-47E2-A226-93AAC587563E}"/>
          </ac:spMkLst>
        </pc:spChg>
      </pc:sldChg>
      <pc:sldChg chg="modSp mod">
        <pc:chgData name="川名翔太" userId="902a1c22-1104-4fc2-ba41-1ee47f89ed5e" providerId="ADAL" clId="{6D9D2434-35D2-41E8-BBA8-D79ADC5FDCBA}" dt="2025-03-12T08:05:58.457" v="205" actId="20577"/>
        <pc:sldMkLst>
          <pc:docMk/>
          <pc:sldMk cId="3215141346" sldId="1257"/>
        </pc:sldMkLst>
        <pc:spChg chg="mod">
          <ac:chgData name="川名翔太" userId="902a1c22-1104-4fc2-ba41-1ee47f89ed5e" providerId="ADAL" clId="{6D9D2434-35D2-41E8-BBA8-D79ADC5FDCBA}" dt="2025-03-12T07:48:09.874" v="48"/>
          <ac:spMkLst>
            <pc:docMk/>
            <pc:sldMk cId="3215141346" sldId="1257"/>
            <ac:spMk id="2" creationId="{33872AE4-2D9D-8C6D-6F46-4929A0D8A392}"/>
          </ac:spMkLst>
        </pc:spChg>
        <pc:graphicFrameChg chg="modGraphic">
          <ac:chgData name="川名翔太" userId="902a1c22-1104-4fc2-ba41-1ee47f89ed5e" providerId="ADAL" clId="{6D9D2434-35D2-41E8-BBA8-D79ADC5FDCBA}" dt="2025-03-12T08:05:58.457" v="205" actId="20577"/>
          <ac:graphicFrameMkLst>
            <pc:docMk/>
            <pc:sldMk cId="3215141346" sldId="1257"/>
            <ac:graphicFrameMk id="5" creationId="{253DDDF4-6788-041F-1E1D-A0D8472C65B2}"/>
          </ac:graphicFrameMkLst>
        </pc:graphicFrameChg>
      </pc:sldChg>
    </pc:docChg>
  </pc:docChgLst>
  <pc:docChgLst>
    <pc:chgData name="髙浦祐朗" userId="d6d860fe-bc64-411b-9605-a16d1ba875f6" providerId="ADAL" clId="{33C1071C-25C1-49A5-9CA7-4225F0E293B6}"/>
    <pc:docChg chg="undo custSel addSld modSld">
      <pc:chgData name="髙浦祐朗" userId="d6d860fe-bc64-411b-9605-a16d1ba875f6" providerId="ADAL" clId="{33C1071C-25C1-49A5-9CA7-4225F0E293B6}" dt="2025-03-07T04:28:45.626" v="1097"/>
      <pc:docMkLst>
        <pc:docMk/>
      </pc:docMkLst>
      <pc:sldChg chg="modSp mod">
        <pc:chgData name="髙浦祐朗" userId="d6d860fe-bc64-411b-9605-a16d1ba875f6" providerId="ADAL" clId="{33C1071C-25C1-49A5-9CA7-4225F0E293B6}" dt="2025-03-07T04:28:45.626" v="1097"/>
        <pc:sldMkLst>
          <pc:docMk/>
          <pc:sldMk cId="1379317982" sldId="767"/>
        </pc:sldMkLst>
        <pc:graphicFrameChg chg="mod">
          <ac:chgData name="髙浦祐朗" userId="d6d860fe-bc64-411b-9605-a16d1ba875f6" providerId="ADAL" clId="{33C1071C-25C1-49A5-9CA7-4225F0E293B6}" dt="2025-03-07T04:28:45.626" v="1097"/>
          <ac:graphicFrameMkLst>
            <pc:docMk/>
            <pc:sldMk cId="1379317982" sldId="767"/>
            <ac:graphicFrameMk id="7" creationId="{00000000-0000-0000-0000-000000000000}"/>
          </ac:graphicFrameMkLst>
        </pc:graphicFrameChg>
      </pc:sldChg>
      <pc:sldChg chg="modSp mod">
        <pc:chgData name="髙浦祐朗" userId="d6d860fe-bc64-411b-9605-a16d1ba875f6" providerId="ADAL" clId="{33C1071C-25C1-49A5-9CA7-4225F0E293B6}" dt="2025-03-07T04:28:24.025" v="1085" actId="1076"/>
        <pc:sldMkLst>
          <pc:docMk/>
          <pc:sldMk cId="4276394440" sldId="768"/>
        </pc:sldMkLst>
        <pc:graphicFrameChg chg="mod modGraphic">
          <ac:chgData name="髙浦祐朗" userId="d6d860fe-bc64-411b-9605-a16d1ba875f6" providerId="ADAL" clId="{33C1071C-25C1-49A5-9CA7-4225F0E293B6}" dt="2025-03-07T04:28:24.025" v="1085" actId="1076"/>
          <ac:graphicFrameMkLst>
            <pc:docMk/>
            <pc:sldMk cId="4276394440" sldId="768"/>
            <ac:graphicFrameMk id="8" creationId="{00000000-0000-0000-0000-000000000000}"/>
          </ac:graphicFrameMkLst>
        </pc:graphicFrameChg>
      </pc:sldChg>
      <pc:sldChg chg="addSp delSp modSp mod">
        <pc:chgData name="髙浦祐朗" userId="d6d860fe-bc64-411b-9605-a16d1ba875f6" providerId="ADAL" clId="{33C1071C-25C1-49A5-9CA7-4225F0E293B6}" dt="2025-03-07T04:08:07.233" v="972" actId="20577"/>
        <pc:sldMkLst>
          <pc:docMk/>
          <pc:sldMk cId="3285151704" sldId="828"/>
        </pc:sldMkLst>
        <pc:spChg chg="mod">
          <ac:chgData name="髙浦祐朗" userId="d6d860fe-bc64-411b-9605-a16d1ba875f6" providerId="ADAL" clId="{33C1071C-25C1-49A5-9CA7-4225F0E293B6}" dt="2025-03-07T04:08:07.233" v="972" actId="20577"/>
          <ac:spMkLst>
            <pc:docMk/>
            <pc:sldMk cId="3285151704" sldId="828"/>
            <ac:spMk id="5" creationId="{2E1CE15F-6188-D4DE-439B-CEAF8146E0C0}"/>
          </ac:spMkLst>
        </pc:spChg>
      </pc:sldChg>
      <pc:sldChg chg="addSp modSp mod">
        <pc:chgData name="髙浦祐朗" userId="d6d860fe-bc64-411b-9605-a16d1ba875f6" providerId="ADAL" clId="{33C1071C-25C1-49A5-9CA7-4225F0E293B6}" dt="2025-03-07T04:08:40.692" v="974" actId="1076"/>
        <pc:sldMkLst>
          <pc:docMk/>
          <pc:sldMk cId="10589603" sldId="1092"/>
        </pc:sldMkLst>
        <pc:spChg chg="add mod">
          <ac:chgData name="髙浦祐朗" userId="d6d860fe-bc64-411b-9605-a16d1ba875f6" providerId="ADAL" clId="{33C1071C-25C1-49A5-9CA7-4225F0E293B6}" dt="2025-03-07T04:00:10.454" v="780" actId="1036"/>
          <ac:spMkLst>
            <pc:docMk/>
            <pc:sldMk cId="10589603" sldId="1092"/>
            <ac:spMk id="3" creationId="{2B9F6F25-A458-AA05-3A22-F39A0C6B2955}"/>
          </ac:spMkLst>
        </pc:spChg>
        <pc:picChg chg="mod">
          <ac:chgData name="髙浦祐朗" userId="d6d860fe-bc64-411b-9605-a16d1ba875f6" providerId="ADAL" clId="{33C1071C-25C1-49A5-9CA7-4225F0E293B6}" dt="2025-03-07T04:08:40.692" v="974" actId="1076"/>
          <ac:picMkLst>
            <pc:docMk/>
            <pc:sldMk cId="10589603" sldId="1092"/>
            <ac:picMk id="5" creationId="{58A4F86A-DC4C-354C-7317-FD85444D9642}"/>
          </ac:picMkLst>
        </pc:picChg>
      </pc:sldChg>
      <pc:sldChg chg="modSp mod">
        <pc:chgData name="髙浦祐朗" userId="d6d860fe-bc64-411b-9605-a16d1ba875f6" providerId="ADAL" clId="{33C1071C-25C1-49A5-9CA7-4225F0E293B6}" dt="2025-03-07T03:41:32.991" v="603" actId="408"/>
        <pc:sldMkLst>
          <pc:docMk/>
          <pc:sldMk cId="1343428231" sldId="1095"/>
        </pc:sldMkLst>
        <pc:graphicFrameChg chg="mod modGraphic">
          <ac:chgData name="髙浦祐朗" userId="d6d860fe-bc64-411b-9605-a16d1ba875f6" providerId="ADAL" clId="{33C1071C-25C1-49A5-9CA7-4225F0E293B6}" dt="2025-03-07T03:41:32.991" v="603" actId="408"/>
          <ac:graphicFrameMkLst>
            <pc:docMk/>
            <pc:sldMk cId="1343428231" sldId="1095"/>
            <ac:graphicFrameMk id="5" creationId="{BBA8B256-12B2-6E8C-50F9-31564ECC0266}"/>
          </ac:graphicFrameMkLst>
        </pc:graphicFrameChg>
      </pc:sldChg>
      <pc:sldChg chg="modSp mod">
        <pc:chgData name="髙浦祐朗" userId="d6d860fe-bc64-411b-9605-a16d1ba875f6" providerId="ADAL" clId="{33C1071C-25C1-49A5-9CA7-4225F0E293B6}" dt="2025-03-07T03:42:11.634" v="607" actId="12"/>
        <pc:sldMkLst>
          <pc:docMk/>
          <pc:sldMk cId="2513257283" sldId="1096"/>
        </pc:sldMkLst>
        <pc:spChg chg="mod">
          <ac:chgData name="髙浦祐朗" userId="d6d860fe-bc64-411b-9605-a16d1ba875f6" providerId="ADAL" clId="{33C1071C-25C1-49A5-9CA7-4225F0E293B6}" dt="2025-03-07T03:42:11.634" v="607" actId="12"/>
          <ac:spMkLst>
            <pc:docMk/>
            <pc:sldMk cId="2513257283" sldId="1096"/>
            <ac:spMk id="8" creationId="{6AE8CC45-2A20-B6E7-E20B-802E66F6B3D5}"/>
          </ac:spMkLst>
        </pc:spChg>
      </pc:sldChg>
      <pc:sldChg chg="addSp delSp modSp mod">
        <pc:chgData name="髙浦祐朗" userId="d6d860fe-bc64-411b-9605-a16d1ba875f6" providerId="ADAL" clId="{33C1071C-25C1-49A5-9CA7-4225F0E293B6}" dt="2025-03-07T04:13:31.769" v="1077" actId="1037"/>
        <pc:sldMkLst>
          <pc:docMk/>
          <pc:sldMk cId="750407830" sldId="1099"/>
        </pc:sldMkLst>
        <pc:spChg chg="add mod">
          <ac:chgData name="髙浦祐朗" userId="d6d860fe-bc64-411b-9605-a16d1ba875f6" providerId="ADAL" clId="{33C1071C-25C1-49A5-9CA7-4225F0E293B6}" dt="2025-03-07T04:04:39.104" v="862" actId="14100"/>
          <ac:spMkLst>
            <pc:docMk/>
            <pc:sldMk cId="750407830" sldId="1099"/>
            <ac:spMk id="5" creationId="{3AFCE336-4F24-3E84-91D4-78A9C5405E9E}"/>
          </ac:spMkLst>
        </pc:spChg>
        <pc:spChg chg="add mod">
          <ac:chgData name="髙浦祐朗" userId="d6d860fe-bc64-411b-9605-a16d1ba875f6" providerId="ADAL" clId="{33C1071C-25C1-49A5-9CA7-4225F0E293B6}" dt="2025-03-07T04:04:49.024" v="874"/>
          <ac:spMkLst>
            <pc:docMk/>
            <pc:sldMk cId="750407830" sldId="1099"/>
            <ac:spMk id="12" creationId="{58E53524-3E18-214F-E3F8-D81A26FFF872}"/>
          </ac:spMkLst>
        </pc:spChg>
        <pc:spChg chg="add mod">
          <ac:chgData name="髙浦祐朗" userId="d6d860fe-bc64-411b-9605-a16d1ba875f6" providerId="ADAL" clId="{33C1071C-25C1-49A5-9CA7-4225F0E293B6}" dt="2025-03-07T04:05:04.639" v="887" actId="14100"/>
          <ac:spMkLst>
            <pc:docMk/>
            <pc:sldMk cId="750407830" sldId="1099"/>
            <ac:spMk id="13" creationId="{A3BD0B5C-633F-3B7C-285B-8E75D39D93E1}"/>
          </ac:spMkLst>
        </pc:spChg>
        <pc:spChg chg="add mod">
          <ac:chgData name="髙浦祐朗" userId="d6d860fe-bc64-411b-9605-a16d1ba875f6" providerId="ADAL" clId="{33C1071C-25C1-49A5-9CA7-4225F0E293B6}" dt="2025-03-07T04:07:04.772" v="952"/>
          <ac:spMkLst>
            <pc:docMk/>
            <pc:sldMk cId="750407830" sldId="1099"/>
            <ac:spMk id="14" creationId="{FFBC16D5-1859-0B08-0A01-44D1D42C74D5}"/>
          </ac:spMkLst>
        </pc:spChg>
        <pc:spChg chg="mod">
          <ac:chgData name="髙浦祐朗" userId="d6d860fe-bc64-411b-9605-a16d1ba875f6" providerId="ADAL" clId="{33C1071C-25C1-49A5-9CA7-4225F0E293B6}" dt="2025-03-07T04:12:48.043" v="1070" actId="207"/>
          <ac:spMkLst>
            <pc:docMk/>
            <pc:sldMk cId="750407830" sldId="1099"/>
            <ac:spMk id="39" creationId="{BE794BC6-EB53-3AAA-445E-3DC0858905D6}"/>
          </ac:spMkLst>
        </pc:spChg>
        <pc:spChg chg="mod">
          <ac:chgData name="髙浦祐朗" userId="d6d860fe-bc64-411b-9605-a16d1ba875f6" providerId="ADAL" clId="{33C1071C-25C1-49A5-9CA7-4225F0E293B6}" dt="2025-03-07T04:12:41.652" v="1068" actId="207"/>
          <ac:spMkLst>
            <pc:docMk/>
            <pc:sldMk cId="750407830" sldId="1099"/>
            <ac:spMk id="40" creationId="{6CD68CD5-0065-0C9A-941A-94E15CBF3546}"/>
          </ac:spMkLst>
        </pc:spChg>
        <pc:spChg chg="mod">
          <ac:chgData name="髙浦祐朗" userId="d6d860fe-bc64-411b-9605-a16d1ba875f6" providerId="ADAL" clId="{33C1071C-25C1-49A5-9CA7-4225F0E293B6}" dt="2025-03-07T04:12:36.805" v="1066" actId="14100"/>
          <ac:spMkLst>
            <pc:docMk/>
            <pc:sldMk cId="750407830" sldId="1099"/>
            <ac:spMk id="49" creationId="{5F6F8CEF-FF21-DCDB-6DCD-C2AA6A8BFCA1}"/>
          </ac:spMkLst>
        </pc:spChg>
        <pc:graphicFrameChg chg="mod modGraphic">
          <ac:chgData name="髙浦祐朗" userId="d6d860fe-bc64-411b-9605-a16d1ba875f6" providerId="ADAL" clId="{33C1071C-25C1-49A5-9CA7-4225F0E293B6}" dt="2025-03-07T04:13:01.351" v="1071" actId="14100"/>
          <ac:graphicFrameMkLst>
            <pc:docMk/>
            <pc:sldMk cId="750407830" sldId="1099"/>
            <ac:graphicFrameMk id="3" creationId="{8B4AECDA-1EA5-F8F5-C52D-6E336CA8261C}"/>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6" creationId="{067F2A02-2C22-B7B2-6A5C-CEE5CF1BA9A4}"/>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7" creationId="{40425F0B-7978-1852-2DF3-F182D07E5483}"/>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8" creationId="{DF899297-39CA-68D9-7882-DDF2777D91A0}"/>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10" creationId="{50B30260-01E5-FC2D-DA10-47530DE9CA1B}"/>
          </ac:graphicFrameMkLst>
        </pc:graphicFrameChg>
        <pc:graphicFrameChg chg="mod modGraphic">
          <ac:chgData name="髙浦祐朗" userId="d6d860fe-bc64-411b-9605-a16d1ba875f6" providerId="ADAL" clId="{33C1071C-25C1-49A5-9CA7-4225F0E293B6}" dt="2025-03-07T04:13:19.148" v="1074" actId="14100"/>
          <ac:graphicFrameMkLst>
            <pc:docMk/>
            <pc:sldMk cId="750407830" sldId="1099"/>
            <ac:graphicFrameMk id="11" creationId="{29952574-B67B-359B-557A-64E5EADDFC46}"/>
          </ac:graphicFrameMkLst>
        </pc:graphicFrameChg>
        <pc:graphicFrameChg chg="mod">
          <ac:chgData name="髙浦祐朗" userId="d6d860fe-bc64-411b-9605-a16d1ba875f6" providerId="ADAL" clId="{33C1071C-25C1-49A5-9CA7-4225F0E293B6}" dt="2025-03-07T04:13:31.769" v="1077" actId="1037"/>
          <ac:graphicFrameMkLst>
            <pc:docMk/>
            <pc:sldMk cId="750407830" sldId="1099"/>
            <ac:graphicFrameMk id="21" creationId="{F0103D76-E5FB-DA88-49A0-997C19C3E328}"/>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42" creationId="{36E68966-5D4C-2A50-9DAB-C9EC84BE5859}"/>
          </ac:graphicFrameMkLst>
        </pc:graphicFrameChg>
        <pc:graphicFrameChg chg="mod modGraphic">
          <ac:chgData name="髙浦祐朗" userId="d6d860fe-bc64-411b-9605-a16d1ba875f6" providerId="ADAL" clId="{33C1071C-25C1-49A5-9CA7-4225F0E293B6}" dt="2025-03-07T04:13:27.659" v="1076" actId="14100"/>
          <ac:graphicFrameMkLst>
            <pc:docMk/>
            <pc:sldMk cId="750407830" sldId="1099"/>
            <ac:graphicFrameMk id="52" creationId="{E0D51858-26E2-A83B-AA49-4F369A7F5E57}"/>
          </ac:graphicFrameMkLst>
        </pc:graphicFrameChg>
        <pc:cxnChg chg="mod">
          <ac:chgData name="髙浦祐朗" userId="d6d860fe-bc64-411b-9605-a16d1ba875f6" providerId="ADAL" clId="{33C1071C-25C1-49A5-9CA7-4225F0E293B6}" dt="2025-03-07T04:05:53.200" v="910" actId="1035"/>
          <ac:cxnSpMkLst>
            <pc:docMk/>
            <pc:sldMk cId="750407830" sldId="1099"/>
            <ac:cxnSpMk id="44" creationId="{C1618CE8-D021-AFDC-7AB6-68DD2FF38DE2}"/>
          </ac:cxnSpMkLst>
        </pc:cxnChg>
        <pc:cxnChg chg="mod">
          <ac:chgData name="髙浦祐朗" userId="d6d860fe-bc64-411b-9605-a16d1ba875f6" providerId="ADAL" clId="{33C1071C-25C1-49A5-9CA7-4225F0E293B6}" dt="2025-03-07T04:05:53.200" v="910" actId="1035"/>
          <ac:cxnSpMkLst>
            <pc:docMk/>
            <pc:sldMk cId="750407830" sldId="1099"/>
            <ac:cxnSpMk id="46" creationId="{4944E78B-45D3-D252-A30B-4EE3B9D76DCF}"/>
          </ac:cxnSpMkLst>
        </pc:cxnChg>
        <pc:cxnChg chg="mod">
          <ac:chgData name="髙浦祐朗" userId="d6d860fe-bc64-411b-9605-a16d1ba875f6" providerId="ADAL" clId="{33C1071C-25C1-49A5-9CA7-4225F0E293B6}" dt="2025-03-07T04:05:53.200" v="910" actId="1035"/>
          <ac:cxnSpMkLst>
            <pc:docMk/>
            <pc:sldMk cId="750407830" sldId="1099"/>
            <ac:cxnSpMk id="50" creationId="{939C843D-2297-233C-4F61-4627CB4DF4BD}"/>
          </ac:cxnSpMkLst>
        </pc:cxnChg>
      </pc:sldChg>
      <pc:sldChg chg="addSp delSp modSp mod">
        <pc:chgData name="髙浦祐朗" userId="d6d860fe-bc64-411b-9605-a16d1ba875f6" providerId="ADAL" clId="{33C1071C-25C1-49A5-9CA7-4225F0E293B6}" dt="2025-03-07T04:11:37.077" v="1057"/>
        <pc:sldMkLst>
          <pc:docMk/>
          <pc:sldMk cId="1342901965" sldId="1102"/>
        </pc:sldMkLst>
        <pc:spChg chg="mod">
          <ac:chgData name="髙浦祐朗" userId="d6d860fe-bc64-411b-9605-a16d1ba875f6" providerId="ADAL" clId="{33C1071C-25C1-49A5-9CA7-4225F0E293B6}" dt="2025-03-07T04:10:12.586" v="1035" actId="14100"/>
          <ac:spMkLst>
            <pc:docMk/>
            <pc:sldMk cId="1342901965" sldId="1102"/>
            <ac:spMk id="24" creationId="{9981E65E-52D1-06E7-B62C-88E5C962C4BB}"/>
          </ac:spMkLst>
        </pc:spChg>
        <pc:spChg chg="mod">
          <ac:chgData name="髙浦祐朗" userId="d6d860fe-bc64-411b-9605-a16d1ba875f6" providerId="ADAL" clId="{33C1071C-25C1-49A5-9CA7-4225F0E293B6}" dt="2025-03-07T04:10:23.527" v="1036" actId="12788"/>
          <ac:spMkLst>
            <pc:docMk/>
            <pc:sldMk cId="1342901965" sldId="1102"/>
            <ac:spMk id="30" creationId="{E49C9C00-4C88-3DED-AD78-80F24A61AE28}"/>
          </ac:spMkLst>
        </pc:spChg>
        <pc:spChg chg="mod">
          <ac:chgData name="髙浦祐朗" userId="d6d860fe-bc64-411b-9605-a16d1ba875f6" providerId="ADAL" clId="{33C1071C-25C1-49A5-9CA7-4225F0E293B6}" dt="2025-03-07T04:10:43.835" v="1047" actId="1038"/>
          <ac:spMkLst>
            <pc:docMk/>
            <pc:sldMk cId="1342901965" sldId="1102"/>
            <ac:spMk id="38" creationId="{2AD9E013-F686-2FD1-698C-D175FBC3E2BC}"/>
          </ac:spMkLst>
        </pc:spChg>
        <pc:spChg chg="mod">
          <ac:chgData name="髙浦祐朗" userId="d6d860fe-bc64-411b-9605-a16d1ba875f6" providerId="ADAL" clId="{33C1071C-25C1-49A5-9CA7-4225F0E293B6}" dt="2025-03-07T04:10:43.835" v="1047" actId="1038"/>
          <ac:spMkLst>
            <pc:docMk/>
            <pc:sldMk cId="1342901965" sldId="1102"/>
            <ac:spMk id="39" creationId="{E8F7F3A3-58F5-FEA7-E58E-7F9FDD0E2C69}"/>
          </ac:spMkLst>
        </pc:spChg>
        <pc:spChg chg="mod">
          <ac:chgData name="髙浦祐朗" userId="d6d860fe-bc64-411b-9605-a16d1ba875f6" providerId="ADAL" clId="{33C1071C-25C1-49A5-9CA7-4225F0E293B6}" dt="2025-03-07T02:12:35.759" v="27" actId="20577"/>
          <ac:spMkLst>
            <pc:docMk/>
            <pc:sldMk cId="1342901965" sldId="1102"/>
            <ac:spMk id="42" creationId="{C0DF0B83-0B92-5F58-76C3-3F69C4A13F42}"/>
          </ac:spMkLst>
        </pc:spChg>
        <pc:spChg chg="mod">
          <ac:chgData name="髙浦祐朗" userId="d6d860fe-bc64-411b-9605-a16d1ba875f6" providerId="ADAL" clId="{33C1071C-25C1-49A5-9CA7-4225F0E293B6}" dt="2025-03-07T04:11:37.077" v="1057"/>
          <ac:spMkLst>
            <pc:docMk/>
            <pc:sldMk cId="1342901965" sldId="1102"/>
            <ac:spMk id="64" creationId="{E73CD72B-6DA5-068C-262A-4401C4D9DA54}"/>
          </ac:spMkLst>
        </pc:spChg>
        <pc:spChg chg="mod">
          <ac:chgData name="髙浦祐朗" userId="d6d860fe-bc64-411b-9605-a16d1ba875f6" providerId="ADAL" clId="{33C1071C-25C1-49A5-9CA7-4225F0E293B6}" dt="2025-03-07T04:11:34.258" v="1055"/>
          <ac:spMkLst>
            <pc:docMk/>
            <pc:sldMk cId="1342901965" sldId="1102"/>
            <ac:spMk id="68" creationId="{2CAD3C1A-C881-4FEF-D40C-BC2757062581}"/>
          </ac:spMkLst>
        </pc:spChg>
        <pc:spChg chg="mod">
          <ac:chgData name="髙浦祐朗" userId="d6d860fe-bc64-411b-9605-a16d1ba875f6" providerId="ADAL" clId="{33C1071C-25C1-49A5-9CA7-4225F0E293B6}" dt="2025-03-07T03:33:42.289" v="417" actId="14100"/>
          <ac:spMkLst>
            <pc:docMk/>
            <pc:sldMk cId="1342901965" sldId="1102"/>
            <ac:spMk id="71" creationId="{862FACA1-2256-DEFF-65ED-36F50C0008C3}"/>
          </ac:spMkLst>
        </pc:spChg>
        <pc:spChg chg="mod">
          <ac:chgData name="髙浦祐朗" userId="d6d860fe-bc64-411b-9605-a16d1ba875f6" providerId="ADAL" clId="{33C1071C-25C1-49A5-9CA7-4225F0E293B6}" dt="2025-03-07T03:33:45.891" v="423" actId="14100"/>
          <ac:spMkLst>
            <pc:docMk/>
            <pc:sldMk cId="1342901965" sldId="1102"/>
            <ac:spMk id="88" creationId="{358B10C0-7217-1F66-B3D7-FBF916B25408}"/>
          </ac:spMkLst>
        </pc:spChg>
        <pc:grpChg chg="mod">
          <ac:chgData name="髙浦祐朗" userId="d6d860fe-bc64-411b-9605-a16d1ba875f6" providerId="ADAL" clId="{33C1071C-25C1-49A5-9CA7-4225F0E293B6}" dt="2025-03-07T03:33:34.389" v="415" actId="554"/>
          <ac:grpSpMkLst>
            <pc:docMk/>
            <pc:sldMk cId="1342901965" sldId="1102"/>
            <ac:grpSpMk id="14" creationId="{DDA90344-18AB-3A2A-E52C-87B67DFD8143}"/>
          </ac:grpSpMkLst>
        </pc:grpChg>
        <pc:grpChg chg="mod">
          <ac:chgData name="髙浦祐朗" userId="d6d860fe-bc64-411b-9605-a16d1ba875f6" providerId="ADAL" clId="{33C1071C-25C1-49A5-9CA7-4225F0E293B6}" dt="2025-03-07T03:32:21.938" v="392" actId="554"/>
          <ac:grpSpMkLst>
            <pc:docMk/>
            <pc:sldMk cId="1342901965" sldId="1102"/>
            <ac:grpSpMk id="43" creationId="{FEA875BE-D9E8-79FD-65C7-EFEA23812683}"/>
          </ac:grpSpMkLst>
        </pc:grpChg>
        <pc:grpChg chg="mod">
          <ac:chgData name="髙浦祐朗" userId="d6d860fe-bc64-411b-9605-a16d1ba875f6" providerId="ADAL" clId="{33C1071C-25C1-49A5-9CA7-4225F0E293B6}" dt="2025-03-07T03:31:44.022" v="347" actId="1036"/>
          <ac:grpSpMkLst>
            <pc:docMk/>
            <pc:sldMk cId="1342901965" sldId="1102"/>
            <ac:grpSpMk id="56" creationId="{73ACBD6B-7455-0EDD-4932-D0A6D9353ACF}"/>
          </ac:grpSpMkLst>
        </pc:grpChg>
        <pc:grpChg chg="mod">
          <ac:chgData name="髙浦祐朗" userId="d6d860fe-bc64-411b-9605-a16d1ba875f6" providerId="ADAL" clId="{33C1071C-25C1-49A5-9CA7-4225F0E293B6}" dt="2025-03-07T04:10:23.527" v="1036" actId="12788"/>
          <ac:grpSpMkLst>
            <pc:docMk/>
            <pc:sldMk cId="1342901965" sldId="1102"/>
            <ac:grpSpMk id="61" creationId="{BF9B8D69-5C51-0F59-7C7B-B4AA7FED1961}"/>
          </ac:grpSpMkLst>
        </pc:grpChg>
        <pc:grpChg chg="mod">
          <ac:chgData name="髙浦祐朗" userId="d6d860fe-bc64-411b-9605-a16d1ba875f6" providerId="ADAL" clId="{33C1071C-25C1-49A5-9CA7-4225F0E293B6}" dt="2025-03-07T04:10:23.527" v="1036" actId="12788"/>
          <ac:grpSpMkLst>
            <pc:docMk/>
            <pc:sldMk cId="1342901965" sldId="1102"/>
            <ac:grpSpMk id="65" creationId="{862F4B9C-F012-733C-97E7-BC4BD6155E59}"/>
          </ac:grpSpMkLst>
        </pc:grpChg>
        <pc:grpChg chg="mod">
          <ac:chgData name="髙浦祐朗" userId="d6d860fe-bc64-411b-9605-a16d1ba875f6" providerId="ADAL" clId="{33C1071C-25C1-49A5-9CA7-4225F0E293B6}" dt="2025-03-07T04:10:23.527" v="1036" actId="12788"/>
          <ac:grpSpMkLst>
            <pc:docMk/>
            <pc:sldMk cId="1342901965" sldId="1102"/>
            <ac:grpSpMk id="69" creationId="{303A46D3-CF1F-B6F7-728F-CAC71250A9BE}"/>
          </ac:grpSpMkLst>
        </pc:grpChg>
        <pc:cxnChg chg="add mod">
          <ac:chgData name="髙浦祐朗" userId="d6d860fe-bc64-411b-9605-a16d1ba875f6" providerId="ADAL" clId="{33C1071C-25C1-49A5-9CA7-4225F0E293B6}" dt="2025-03-07T04:10:23.527" v="1036" actId="12788"/>
          <ac:cxnSpMkLst>
            <pc:docMk/>
            <pc:sldMk cId="1342901965" sldId="1102"/>
            <ac:cxnSpMk id="18" creationId="{96BA573D-6F8E-3CDB-2C00-3C2E1C718B23}"/>
          </ac:cxnSpMkLst>
        </pc:cxnChg>
        <pc:cxnChg chg="mod">
          <ac:chgData name="髙浦祐朗" userId="d6d860fe-bc64-411b-9605-a16d1ba875f6" providerId="ADAL" clId="{33C1071C-25C1-49A5-9CA7-4225F0E293B6}" dt="2025-03-07T04:10:28.351" v="1037" actId="14100"/>
          <ac:cxnSpMkLst>
            <pc:docMk/>
            <pc:sldMk cId="1342901965" sldId="1102"/>
            <ac:cxnSpMk id="34" creationId="{804F6137-3497-2C14-7346-DC041DFD9FE0}"/>
          </ac:cxnSpMkLst>
        </pc:cxnChg>
        <pc:cxnChg chg="mod">
          <ac:chgData name="髙浦祐朗" userId="d6d860fe-bc64-411b-9605-a16d1ba875f6" providerId="ADAL" clId="{33C1071C-25C1-49A5-9CA7-4225F0E293B6}" dt="2025-03-07T03:32:21.938" v="392" actId="554"/>
          <ac:cxnSpMkLst>
            <pc:docMk/>
            <pc:sldMk cId="1342901965" sldId="1102"/>
            <ac:cxnSpMk id="48" creationId="{B02D2D4D-3924-332F-F7F5-F534F737B379}"/>
          </ac:cxnSpMkLst>
        </pc:cxnChg>
        <pc:cxnChg chg="mod">
          <ac:chgData name="髙浦祐朗" userId="d6d860fe-bc64-411b-9605-a16d1ba875f6" providerId="ADAL" clId="{33C1071C-25C1-49A5-9CA7-4225F0E293B6}" dt="2025-03-07T03:32:21.938" v="392" actId="554"/>
          <ac:cxnSpMkLst>
            <pc:docMk/>
            <pc:sldMk cId="1342901965" sldId="1102"/>
            <ac:cxnSpMk id="59" creationId="{6C5BF4C1-2748-3C2D-D135-958049E0D3B7}"/>
          </ac:cxnSpMkLst>
        </pc:cxnChg>
        <pc:cxnChg chg="mod">
          <ac:chgData name="髙浦祐朗" userId="d6d860fe-bc64-411b-9605-a16d1ba875f6" providerId="ADAL" clId="{33C1071C-25C1-49A5-9CA7-4225F0E293B6}" dt="2025-03-07T03:31:44.022" v="347" actId="1036"/>
          <ac:cxnSpMkLst>
            <pc:docMk/>
            <pc:sldMk cId="1342901965" sldId="1102"/>
            <ac:cxnSpMk id="72" creationId="{73A7776E-EDE7-9544-B058-8773197D39DB}"/>
          </ac:cxnSpMkLst>
        </pc:cxnChg>
      </pc:sldChg>
      <pc:sldChg chg="addSp modSp mod">
        <pc:chgData name="髙浦祐朗" userId="d6d860fe-bc64-411b-9605-a16d1ba875f6" providerId="ADAL" clId="{33C1071C-25C1-49A5-9CA7-4225F0E293B6}" dt="2025-03-07T04:08:45.878" v="975" actId="1076"/>
        <pc:sldMkLst>
          <pc:docMk/>
          <pc:sldMk cId="401927681" sldId="1109"/>
        </pc:sldMkLst>
        <pc:spChg chg="add mod">
          <ac:chgData name="髙浦祐朗" userId="d6d860fe-bc64-411b-9605-a16d1ba875f6" providerId="ADAL" clId="{33C1071C-25C1-49A5-9CA7-4225F0E293B6}" dt="2025-03-07T04:00:04.874" v="772" actId="1036"/>
          <ac:spMkLst>
            <pc:docMk/>
            <pc:sldMk cId="401927681" sldId="1109"/>
            <ac:spMk id="3" creationId="{F13BCC38-6ED9-40AF-C118-75808213662F}"/>
          </ac:spMkLst>
        </pc:spChg>
        <pc:picChg chg="mod">
          <ac:chgData name="髙浦祐朗" userId="d6d860fe-bc64-411b-9605-a16d1ba875f6" providerId="ADAL" clId="{33C1071C-25C1-49A5-9CA7-4225F0E293B6}" dt="2025-03-07T04:08:45.878" v="975" actId="1076"/>
          <ac:picMkLst>
            <pc:docMk/>
            <pc:sldMk cId="401927681" sldId="1109"/>
            <ac:picMk id="8" creationId="{85C2F219-F36D-099D-E720-6E261B664E3D}"/>
          </ac:picMkLst>
        </pc:picChg>
      </pc:sldChg>
      <pc:sldChg chg="addSp delSp modSp mod">
        <pc:chgData name="髙浦祐朗" userId="d6d860fe-bc64-411b-9605-a16d1ba875f6" providerId="ADAL" clId="{33C1071C-25C1-49A5-9CA7-4225F0E293B6}" dt="2025-03-07T04:08:51.090" v="977" actId="1076"/>
        <pc:sldMkLst>
          <pc:docMk/>
          <pc:sldMk cId="2752393928" sldId="1110"/>
        </pc:sldMkLst>
        <pc:spChg chg="add mod">
          <ac:chgData name="髙浦祐朗" userId="d6d860fe-bc64-411b-9605-a16d1ba875f6" providerId="ADAL" clId="{33C1071C-25C1-49A5-9CA7-4225F0E293B6}" dt="2025-03-07T03:59:43.308" v="760" actId="1036"/>
          <ac:spMkLst>
            <pc:docMk/>
            <pc:sldMk cId="2752393928" sldId="1110"/>
            <ac:spMk id="6" creationId="{30E41706-1471-177A-F5E5-2DFC0BDD35C2}"/>
          </ac:spMkLst>
        </pc:spChg>
        <pc:picChg chg="mod ord">
          <ac:chgData name="髙浦祐朗" userId="d6d860fe-bc64-411b-9605-a16d1ba875f6" providerId="ADAL" clId="{33C1071C-25C1-49A5-9CA7-4225F0E293B6}" dt="2025-03-07T04:08:51.090" v="977" actId="1076"/>
          <ac:picMkLst>
            <pc:docMk/>
            <pc:sldMk cId="2752393928" sldId="1110"/>
            <ac:picMk id="5" creationId="{F51D87F7-C5AB-106D-6539-A5FD5FA6D3F9}"/>
          </ac:picMkLst>
        </pc:picChg>
      </pc:sldChg>
      <pc:sldChg chg="addSp modSp mod">
        <pc:chgData name="髙浦祐朗" userId="d6d860fe-bc64-411b-9605-a16d1ba875f6" providerId="ADAL" clId="{33C1071C-25C1-49A5-9CA7-4225F0E293B6}" dt="2025-03-07T04:08:56.432" v="984" actId="1076"/>
        <pc:sldMkLst>
          <pc:docMk/>
          <pc:sldMk cId="806121115" sldId="1111"/>
        </pc:sldMkLst>
        <pc:spChg chg="add mod">
          <ac:chgData name="髙浦祐朗" userId="d6d860fe-bc64-411b-9605-a16d1ba875f6" providerId="ADAL" clId="{33C1071C-25C1-49A5-9CA7-4225F0E293B6}" dt="2025-03-07T04:00:17.329" v="788" actId="1036"/>
          <ac:spMkLst>
            <pc:docMk/>
            <pc:sldMk cId="806121115" sldId="1111"/>
            <ac:spMk id="3" creationId="{3D9F03D7-0692-8F6A-7738-2D5AB43D9708}"/>
          </ac:spMkLst>
        </pc:spChg>
        <pc:picChg chg="mod">
          <ac:chgData name="髙浦祐朗" userId="d6d860fe-bc64-411b-9605-a16d1ba875f6" providerId="ADAL" clId="{33C1071C-25C1-49A5-9CA7-4225F0E293B6}" dt="2025-03-07T04:08:56.432" v="984" actId="1076"/>
          <ac:picMkLst>
            <pc:docMk/>
            <pc:sldMk cId="806121115" sldId="1111"/>
            <ac:picMk id="6" creationId="{960C1CD6-1BC2-DB94-B475-533DBD8FB72B}"/>
          </ac:picMkLst>
        </pc:picChg>
      </pc:sldChg>
      <pc:sldChg chg="mod modShow">
        <pc:chgData name="髙浦祐朗" userId="d6d860fe-bc64-411b-9605-a16d1ba875f6" providerId="ADAL" clId="{33C1071C-25C1-49A5-9CA7-4225F0E293B6}" dt="2025-03-07T04:27:51.906" v="1078" actId="729"/>
        <pc:sldMkLst>
          <pc:docMk/>
          <pc:sldMk cId="964962344" sldId="1112"/>
        </pc:sldMkLst>
      </pc:sldChg>
      <pc:sldChg chg="addSp delSp modSp add mod">
        <pc:chgData name="髙浦祐朗" userId="d6d860fe-bc64-411b-9605-a16d1ba875f6" providerId="ADAL" clId="{33C1071C-25C1-49A5-9CA7-4225F0E293B6}" dt="2025-03-07T04:09:08.203" v="988" actId="14100"/>
        <pc:sldMkLst>
          <pc:docMk/>
          <pc:sldMk cId="258067534" sldId="1113"/>
        </pc:sldMkLst>
      </pc:sldChg>
    </pc:docChg>
  </pc:docChgLst>
  <pc:docChgLst>
    <pc:chgData name="髙浦祐朗" userId="d6d860fe-bc64-411b-9605-a16d1ba875f6" providerId="ADAL" clId="{BE4908E2-4B89-456A-B75E-C5BC144E1DB5}"/>
    <pc:docChg chg="undo custSel modSld">
      <pc:chgData name="髙浦祐朗" userId="d6d860fe-bc64-411b-9605-a16d1ba875f6" providerId="ADAL" clId="{BE4908E2-4B89-456A-B75E-C5BC144E1DB5}" dt="2024-12-02T08:48:51.778" v="23" actId="1076"/>
      <pc:docMkLst>
        <pc:docMk/>
      </pc:docMkLst>
      <pc:sldChg chg="addSp delSp modSp mod">
        <pc:chgData name="髙浦祐朗" userId="d6d860fe-bc64-411b-9605-a16d1ba875f6" providerId="ADAL" clId="{BE4908E2-4B89-456A-B75E-C5BC144E1DB5}" dt="2024-12-02T08:48:51.778" v="23" actId="1076"/>
        <pc:sldMkLst>
          <pc:docMk/>
          <pc:sldMk cId="2336542287" sldId="1107"/>
        </pc:sldMkLst>
      </pc:sldChg>
    </pc:docChg>
  </pc:docChgLst>
  <pc:docChgLst>
    <pc:chgData name="福井将敏" userId="e05632b6-6aeb-41ae-8805-dae2c5f8fa6e" providerId="ADAL" clId="{6F9D9C7E-834F-431E-8AB5-6E85E426F2C8}"/>
    <pc:docChg chg="undo custSel modSld">
      <pc:chgData name="福井将敏" userId="e05632b6-6aeb-41ae-8805-dae2c5f8fa6e" providerId="ADAL" clId="{6F9D9C7E-834F-431E-8AB5-6E85E426F2C8}" dt="2025-03-07T03:06:41.597" v="365" actId="20577"/>
      <pc:docMkLst>
        <pc:docMk/>
      </pc:docMkLst>
      <pc:sldChg chg="delSp modSp mod">
        <pc:chgData name="福井将敏" userId="e05632b6-6aeb-41ae-8805-dae2c5f8fa6e" providerId="ADAL" clId="{6F9D9C7E-834F-431E-8AB5-6E85E426F2C8}" dt="2025-03-07T03:06:41.597" v="365" actId="20577"/>
        <pc:sldMkLst>
          <pc:docMk/>
          <pc:sldMk cId="1343428231" sldId="1095"/>
        </pc:sldMkLst>
        <pc:graphicFrameChg chg="mod modGraphic">
          <ac:chgData name="福井将敏" userId="e05632b6-6aeb-41ae-8805-dae2c5f8fa6e" providerId="ADAL" clId="{6F9D9C7E-834F-431E-8AB5-6E85E426F2C8}" dt="2025-03-07T03:06:41.597" v="365" actId="20577"/>
          <ac:graphicFrameMkLst>
            <pc:docMk/>
            <pc:sldMk cId="1343428231" sldId="1095"/>
            <ac:graphicFrameMk id="5" creationId="{BBA8B256-12B2-6E8C-50F9-31564ECC0266}"/>
          </ac:graphicFrameMkLst>
        </pc:graphicFrameChg>
      </pc:sldChg>
    </pc:docChg>
  </pc:docChgLst>
  <pc:docChgLst>
    <pc:chgData name="川名翔太" userId="902a1c22-1104-4fc2-ba41-1ee47f89ed5e" providerId="ADAL" clId="{F699E002-AA91-47D3-B185-A8A5243FF442}"/>
    <pc:docChg chg="undo custSel addSld delSld modSld">
      <pc:chgData name="川名翔太" userId="902a1c22-1104-4fc2-ba41-1ee47f89ed5e" providerId="ADAL" clId="{F699E002-AA91-47D3-B185-A8A5243FF442}" dt="2025-03-10T03:05:28.709" v="1633" actId="21"/>
      <pc:docMkLst>
        <pc:docMk/>
      </pc:docMkLst>
      <pc:sldChg chg="modSp mod">
        <pc:chgData name="川名翔太" userId="902a1c22-1104-4fc2-ba41-1ee47f89ed5e" providerId="ADAL" clId="{F699E002-AA91-47D3-B185-A8A5243FF442}" dt="2025-03-10T01:51:41.479" v="1164" actId="20577"/>
        <pc:sldMkLst>
          <pc:docMk/>
          <pc:sldMk cId="4015780804" sldId="744"/>
        </pc:sldMkLst>
        <pc:graphicFrameChg chg="mod modGraphic">
          <ac:chgData name="川名翔太" userId="902a1c22-1104-4fc2-ba41-1ee47f89ed5e" providerId="ADAL" clId="{F699E002-AA91-47D3-B185-A8A5243FF442}" dt="2025-03-10T01:51:41.479" v="1164" actId="20577"/>
          <ac:graphicFrameMkLst>
            <pc:docMk/>
            <pc:sldMk cId="4015780804" sldId="744"/>
            <ac:graphicFrameMk id="6" creationId="{00000000-0000-0000-0000-000000000000}"/>
          </ac:graphicFrameMkLst>
        </pc:graphicFrameChg>
      </pc:sldChg>
      <pc:sldChg chg="delSp modSp mod">
        <pc:chgData name="川名翔太" userId="902a1c22-1104-4fc2-ba41-1ee47f89ed5e" providerId="ADAL" clId="{F699E002-AA91-47D3-B185-A8A5243FF442}" dt="2025-03-10T01:55:10.008" v="1325" actId="20577"/>
        <pc:sldMkLst>
          <pc:docMk/>
          <pc:sldMk cId="1379317982" sldId="767"/>
        </pc:sldMkLst>
        <pc:graphicFrameChg chg="mod modGraphic">
          <ac:chgData name="川名翔太" userId="902a1c22-1104-4fc2-ba41-1ee47f89ed5e" providerId="ADAL" clId="{F699E002-AA91-47D3-B185-A8A5243FF442}" dt="2025-03-10T01:55:10.008" v="1325" actId="20577"/>
          <ac:graphicFrameMkLst>
            <pc:docMk/>
            <pc:sldMk cId="1379317982" sldId="767"/>
            <ac:graphicFrameMk id="7" creationId="{00000000-0000-0000-0000-000000000000}"/>
          </ac:graphicFrameMkLst>
        </pc:graphicFrameChg>
      </pc:sldChg>
      <pc:sldChg chg="delSp modSp mod">
        <pc:chgData name="川名翔太" userId="902a1c22-1104-4fc2-ba41-1ee47f89ed5e" providerId="ADAL" clId="{F699E002-AA91-47D3-B185-A8A5243FF442}" dt="2025-03-10T03:02:04.690" v="1405" actId="20577"/>
        <pc:sldMkLst>
          <pc:docMk/>
          <pc:sldMk cId="4276394440" sldId="768"/>
        </pc:sldMkLst>
        <pc:graphicFrameChg chg="mod modGraphic">
          <ac:chgData name="川名翔太" userId="902a1c22-1104-4fc2-ba41-1ee47f89ed5e" providerId="ADAL" clId="{F699E002-AA91-47D3-B185-A8A5243FF442}" dt="2025-03-10T03:02:04.690" v="1405" actId="20577"/>
          <ac:graphicFrameMkLst>
            <pc:docMk/>
            <pc:sldMk cId="4276394440" sldId="768"/>
            <ac:graphicFrameMk id="8" creationId="{00000000-0000-0000-0000-000000000000}"/>
          </ac:graphicFrameMkLst>
        </pc:graphicFrameChg>
      </pc:sldChg>
      <pc:sldChg chg="modSp mod">
        <pc:chgData name="川名翔太" userId="902a1c22-1104-4fc2-ba41-1ee47f89ed5e" providerId="ADAL" clId="{F699E002-AA91-47D3-B185-A8A5243FF442}" dt="2025-03-10T03:01:11.464" v="1401"/>
        <pc:sldMkLst>
          <pc:docMk/>
          <pc:sldMk cId="1343428231" sldId="1095"/>
        </pc:sldMkLst>
        <pc:graphicFrameChg chg="mod modGraphic">
          <ac:chgData name="川名翔太" userId="902a1c22-1104-4fc2-ba41-1ee47f89ed5e" providerId="ADAL" clId="{F699E002-AA91-47D3-B185-A8A5243FF442}" dt="2025-03-10T03:01:11.464" v="1401"/>
          <ac:graphicFrameMkLst>
            <pc:docMk/>
            <pc:sldMk cId="1343428231" sldId="1095"/>
            <ac:graphicFrameMk id="5" creationId="{BBA8B256-12B2-6E8C-50F9-31564ECC0266}"/>
          </ac:graphicFrameMkLst>
        </pc:graphicFrameChg>
      </pc:sldChg>
      <pc:sldChg chg="modSp mod">
        <pc:chgData name="川名翔太" userId="902a1c22-1104-4fc2-ba41-1ee47f89ed5e" providerId="ADAL" clId="{F699E002-AA91-47D3-B185-A8A5243FF442}" dt="2025-03-10T03:03:05.820" v="1503" actId="20577"/>
        <pc:sldMkLst>
          <pc:docMk/>
          <pc:sldMk cId="2513257283" sldId="1096"/>
        </pc:sldMkLst>
        <pc:spChg chg="mod">
          <ac:chgData name="川名翔太" userId="902a1c22-1104-4fc2-ba41-1ee47f89ed5e" providerId="ADAL" clId="{F699E002-AA91-47D3-B185-A8A5243FF442}" dt="2025-03-10T03:03:05.820" v="1503" actId="20577"/>
          <ac:spMkLst>
            <pc:docMk/>
            <pc:sldMk cId="2513257283" sldId="1096"/>
            <ac:spMk id="8" creationId="{6AE8CC45-2A20-B6E7-E20B-802E66F6B3D5}"/>
          </ac:spMkLst>
        </pc:spChg>
      </pc:sldChg>
      <pc:sldChg chg="addSp delSp modSp mod">
        <pc:chgData name="川名翔太" userId="902a1c22-1104-4fc2-ba41-1ee47f89ed5e" providerId="ADAL" clId="{F699E002-AA91-47D3-B185-A8A5243FF442}" dt="2025-03-10T03:05:28.709" v="1633" actId="21"/>
        <pc:sldMkLst>
          <pc:docMk/>
          <pc:sldMk cId="750407830" sldId="1099"/>
        </pc:sldMkLst>
        <pc:spChg chg="mod">
          <ac:chgData name="川名翔太" userId="902a1c22-1104-4fc2-ba41-1ee47f89ed5e" providerId="ADAL" clId="{F699E002-AA91-47D3-B185-A8A5243FF442}" dt="2025-03-10T03:03:26.775" v="1505"/>
          <ac:spMkLst>
            <pc:docMk/>
            <pc:sldMk cId="750407830" sldId="1099"/>
            <ac:spMk id="13" creationId="{A3BD0B5C-633F-3B7C-285B-8E75D39D93E1}"/>
          </ac:spMkLst>
        </pc:spChg>
        <pc:spChg chg="add mod">
          <ac:chgData name="川名翔太" userId="902a1c22-1104-4fc2-ba41-1ee47f89ed5e" providerId="ADAL" clId="{F699E002-AA91-47D3-B185-A8A5243FF442}" dt="2025-03-10T03:04:15.928" v="1572" actId="21"/>
          <ac:spMkLst>
            <pc:docMk/>
            <pc:sldMk cId="750407830" sldId="1099"/>
            <ac:spMk id="20" creationId="{A9CBBE5D-E58A-F03A-653F-AF23B73FFECD}"/>
          </ac:spMkLst>
        </pc:spChg>
      </pc:sldChg>
      <pc:sldChg chg="addSp delSp modSp mod">
        <pc:chgData name="川名翔太" userId="902a1c22-1104-4fc2-ba41-1ee47f89ed5e" providerId="ADAL" clId="{F699E002-AA91-47D3-B185-A8A5243FF442}" dt="2025-03-07T03:16:18.842" v="377" actId="21"/>
        <pc:sldMkLst>
          <pc:docMk/>
          <pc:sldMk cId="1342901965" sldId="1102"/>
        </pc:sldMkLst>
        <pc:spChg chg="mod">
          <ac:chgData name="川名翔太" userId="902a1c22-1104-4fc2-ba41-1ee47f89ed5e" providerId="ADAL" clId="{F699E002-AA91-47D3-B185-A8A5243FF442}" dt="2025-03-07T03:16:00.198" v="370" actId="20577"/>
          <ac:spMkLst>
            <pc:docMk/>
            <pc:sldMk cId="1342901965" sldId="1102"/>
            <ac:spMk id="42" creationId="{C0DF0B83-0B92-5F58-76C3-3F69C4A13F42}"/>
          </ac:spMkLst>
        </pc:spChg>
        <pc:spChg chg="mod">
          <ac:chgData name="川名翔太" userId="902a1c22-1104-4fc2-ba41-1ee47f89ed5e" providerId="ADAL" clId="{F699E002-AA91-47D3-B185-A8A5243FF442}" dt="2025-03-07T03:16:01.088" v="371" actId="20577"/>
          <ac:spMkLst>
            <pc:docMk/>
            <pc:sldMk cId="1342901965" sldId="1102"/>
            <ac:spMk id="47" creationId="{2E8D1934-EA8D-35FD-4885-FB50A09461F7}"/>
          </ac:spMkLst>
        </pc:spChg>
      </pc:sldChg>
      <pc:sldChg chg="add del">
        <pc:chgData name="川名翔太" userId="902a1c22-1104-4fc2-ba41-1ee47f89ed5e" providerId="ADAL" clId="{F699E002-AA91-47D3-B185-A8A5243FF442}" dt="2025-03-10T01:52:56.517" v="1213" actId="47"/>
        <pc:sldMkLst>
          <pc:docMk/>
          <pc:sldMk cId="964962344" sldId="1112"/>
        </pc:sldMkLst>
      </pc:sldChg>
    </pc:docChg>
  </pc:docChgLst>
  <pc:docChgLst>
    <pc:chgData name="髙浦祐朗" userId="d6d860fe-bc64-411b-9605-a16d1ba875f6" providerId="ADAL" clId="{8A64FA36-8AEB-4DFC-AF29-F763FAF503BC}"/>
    <pc:docChg chg="undo custSel addSld delSld modSld">
      <pc:chgData name="髙浦祐朗" userId="d6d860fe-bc64-411b-9605-a16d1ba875f6" providerId="ADAL" clId="{8A64FA36-8AEB-4DFC-AF29-F763FAF503BC}" dt="2025-03-06T15:00:25.727" v="1613" actId="20577"/>
      <pc:docMkLst>
        <pc:docMk/>
      </pc:docMkLst>
      <pc:sldChg chg="addSp delSp modSp mod">
        <pc:chgData name="髙浦祐朗" userId="d6d860fe-bc64-411b-9605-a16d1ba875f6" providerId="ADAL" clId="{8A64FA36-8AEB-4DFC-AF29-F763FAF503BC}" dt="2025-03-06T14:24:33.500" v="603" actId="1036"/>
        <pc:sldMkLst>
          <pc:docMk/>
          <pc:sldMk cId="3652970849" sldId="748"/>
        </pc:sldMkLst>
        <pc:spChg chg="add mod">
          <ac:chgData name="髙浦祐朗" userId="d6d860fe-bc64-411b-9605-a16d1ba875f6" providerId="ADAL" clId="{8A64FA36-8AEB-4DFC-AF29-F763FAF503BC}" dt="2025-03-06T14:14:28.231" v="204" actId="14100"/>
          <ac:spMkLst>
            <pc:docMk/>
            <pc:sldMk cId="3652970849" sldId="748"/>
            <ac:spMk id="58" creationId="{6F6D5229-6EE8-D99C-DD54-30F2C3FCACF4}"/>
          </ac:spMkLst>
        </pc:spChg>
        <pc:spChg chg="add mod">
          <ac:chgData name="髙浦祐朗" userId="d6d860fe-bc64-411b-9605-a16d1ba875f6" providerId="ADAL" clId="{8A64FA36-8AEB-4DFC-AF29-F763FAF503BC}" dt="2025-03-06T14:15:08.261" v="228" actId="207"/>
          <ac:spMkLst>
            <pc:docMk/>
            <pc:sldMk cId="3652970849" sldId="748"/>
            <ac:spMk id="59" creationId="{7404C3C7-8865-3AD4-91F4-DF9D24C7562D}"/>
          </ac:spMkLst>
        </pc:spChg>
        <pc:spChg chg="add mod">
          <ac:chgData name="髙浦祐朗" userId="d6d860fe-bc64-411b-9605-a16d1ba875f6" providerId="ADAL" clId="{8A64FA36-8AEB-4DFC-AF29-F763FAF503BC}" dt="2025-03-06T14:15:32.038" v="257" actId="207"/>
          <ac:spMkLst>
            <pc:docMk/>
            <pc:sldMk cId="3652970849" sldId="748"/>
            <ac:spMk id="60" creationId="{41F878C2-DD66-C55D-85B2-172BF48F5960}"/>
          </ac:spMkLst>
        </pc:spChg>
        <pc:spChg chg="add mod">
          <ac:chgData name="髙浦祐朗" userId="d6d860fe-bc64-411b-9605-a16d1ba875f6" providerId="ADAL" clId="{8A64FA36-8AEB-4DFC-AF29-F763FAF503BC}" dt="2025-03-06T14:15:43.667" v="273" actId="20577"/>
          <ac:spMkLst>
            <pc:docMk/>
            <pc:sldMk cId="3652970849" sldId="748"/>
            <ac:spMk id="61" creationId="{A32AB62B-D87B-1533-0BC3-3F5083CDEA76}"/>
          </ac:spMkLst>
        </pc:spChg>
        <pc:spChg chg="add mod">
          <ac:chgData name="髙浦祐朗" userId="d6d860fe-bc64-411b-9605-a16d1ba875f6" providerId="ADAL" clId="{8A64FA36-8AEB-4DFC-AF29-F763FAF503BC}" dt="2025-03-06T14:16:05.782" v="305" actId="20577"/>
          <ac:spMkLst>
            <pc:docMk/>
            <pc:sldMk cId="3652970849" sldId="748"/>
            <ac:spMk id="62" creationId="{57BB7371-912C-AC58-D4A4-4E4BE9DDA191}"/>
          </ac:spMkLst>
        </pc:spChg>
        <pc:spChg chg="add mod">
          <ac:chgData name="髙浦祐朗" userId="d6d860fe-bc64-411b-9605-a16d1ba875f6" providerId="ADAL" clId="{8A64FA36-8AEB-4DFC-AF29-F763FAF503BC}" dt="2025-03-06T14:16:36.708" v="335" actId="14100"/>
          <ac:spMkLst>
            <pc:docMk/>
            <pc:sldMk cId="3652970849" sldId="748"/>
            <ac:spMk id="63" creationId="{467BCEF4-9094-6DB1-360C-518178194F7A}"/>
          </ac:spMkLst>
        </pc:spChg>
        <pc:spChg chg="add mod">
          <ac:chgData name="髙浦祐朗" userId="d6d860fe-bc64-411b-9605-a16d1ba875f6" providerId="ADAL" clId="{8A64FA36-8AEB-4DFC-AF29-F763FAF503BC}" dt="2025-03-06T14:16:50.040" v="356" actId="20577"/>
          <ac:spMkLst>
            <pc:docMk/>
            <pc:sldMk cId="3652970849" sldId="748"/>
            <ac:spMk id="64" creationId="{F03A97A7-4CE3-787C-91EE-00F74F38F37E}"/>
          </ac:spMkLst>
        </pc:spChg>
        <pc:spChg chg="add mod">
          <ac:chgData name="髙浦祐朗" userId="d6d860fe-bc64-411b-9605-a16d1ba875f6" providerId="ADAL" clId="{8A64FA36-8AEB-4DFC-AF29-F763FAF503BC}" dt="2025-03-06T14:17:05.828" v="373" actId="20577"/>
          <ac:spMkLst>
            <pc:docMk/>
            <pc:sldMk cId="3652970849" sldId="748"/>
            <ac:spMk id="65" creationId="{6261C914-C5D3-F0DE-D269-EE5DC53B7B0C}"/>
          </ac:spMkLst>
        </pc:spChg>
        <pc:spChg chg="add mod">
          <ac:chgData name="髙浦祐朗" userId="d6d860fe-bc64-411b-9605-a16d1ba875f6" providerId="ADAL" clId="{8A64FA36-8AEB-4DFC-AF29-F763FAF503BC}" dt="2025-03-06T14:17:14.421" v="393" actId="20577"/>
          <ac:spMkLst>
            <pc:docMk/>
            <pc:sldMk cId="3652970849" sldId="748"/>
            <ac:spMk id="66" creationId="{4E59933D-D225-529D-C24A-77D8FDA77DF0}"/>
          </ac:spMkLst>
        </pc:spChg>
        <pc:spChg chg="add mod">
          <ac:chgData name="髙浦祐朗" userId="d6d860fe-bc64-411b-9605-a16d1ba875f6" providerId="ADAL" clId="{8A64FA36-8AEB-4DFC-AF29-F763FAF503BC}" dt="2025-03-06T14:24:33.500" v="603" actId="1036"/>
          <ac:spMkLst>
            <pc:docMk/>
            <pc:sldMk cId="3652970849" sldId="748"/>
            <ac:spMk id="67" creationId="{1E29445E-27D2-E8CE-E486-C5ACDDD65B6C}"/>
          </ac:spMkLst>
        </pc:spChg>
        <pc:spChg chg="add mod">
          <ac:chgData name="髙浦祐朗" userId="d6d860fe-bc64-411b-9605-a16d1ba875f6" providerId="ADAL" clId="{8A64FA36-8AEB-4DFC-AF29-F763FAF503BC}" dt="2025-03-06T14:24:33.500" v="603" actId="1036"/>
          <ac:spMkLst>
            <pc:docMk/>
            <pc:sldMk cId="3652970849" sldId="748"/>
            <ac:spMk id="69" creationId="{589E0816-536D-B976-ACC4-E9C9322CF459}"/>
          </ac:spMkLst>
        </pc:spChg>
        <pc:spChg chg="add mod">
          <ac:chgData name="髙浦祐朗" userId="d6d860fe-bc64-411b-9605-a16d1ba875f6" providerId="ADAL" clId="{8A64FA36-8AEB-4DFC-AF29-F763FAF503BC}" dt="2025-03-06T14:24:33.500" v="603" actId="1036"/>
          <ac:spMkLst>
            <pc:docMk/>
            <pc:sldMk cId="3652970849" sldId="748"/>
            <ac:spMk id="70" creationId="{9496C56E-D674-20D1-9089-E0ABC34B7970}"/>
          </ac:spMkLst>
        </pc:spChg>
        <pc:spChg chg="add mod">
          <ac:chgData name="髙浦祐朗" userId="d6d860fe-bc64-411b-9605-a16d1ba875f6" providerId="ADAL" clId="{8A64FA36-8AEB-4DFC-AF29-F763FAF503BC}" dt="2025-03-06T14:24:33.500" v="603" actId="1036"/>
          <ac:spMkLst>
            <pc:docMk/>
            <pc:sldMk cId="3652970849" sldId="748"/>
            <ac:spMk id="72" creationId="{83F741B4-30F1-9DE6-00CF-A16A80CF5844}"/>
          </ac:spMkLst>
        </pc:spChg>
        <pc:spChg chg="add mod">
          <ac:chgData name="髙浦祐朗" userId="d6d860fe-bc64-411b-9605-a16d1ba875f6" providerId="ADAL" clId="{8A64FA36-8AEB-4DFC-AF29-F763FAF503BC}" dt="2025-03-06T14:24:33.500" v="603" actId="1036"/>
          <ac:spMkLst>
            <pc:docMk/>
            <pc:sldMk cId="3652970849" sldId="748"/>
            <ac:spMk id="74" creationId="{56A65DCC-783A-0E6D-A140-9396EE1A08EA}"/>
          </ac:spMkLst>
        </pc:spChg>
        <pc:spChg chg="add mod">
          <ac:chgData name="髙浦祐朗" userId="d6d860fe-bc64-411b-9605-a16d1ba875f6" providerId="ADAL" clId="{8A64FA36-8AEB-4DFC-AF29-F763FAF503BC}" dt="2025-03-06T14:24:33.500" v="603" actId="1036"/>
          <ac:spMkLst>
            <pc:docMk/>
            <pc:sldMk cId="3652970849" sldId="748"/>
            <ac:spMk id="76" creationId="{ABDA4ACC-D3E1-DE9E-5D92-561ECE004A4D}"/>
          </ac:spMkLst>
        </pc:spChg>
        <pc:spChg chg="add mod">
          <ac:chgData name="髙浦祐朗" userId="d6d860fe-bc64-411b-9605-a16d1ba875f6" providerId="ADAL" clId="{8A64FA36-8AEB-4DFC-AF29-F763FAF503BC}" dt="2025-03-06T14:24:33.500" v="603" actId="1036"/>
          <ac:spMkLst>
            <pc:docMk/>
            <pc:sldMk cId="3652970849" sldId="748"/>
            <ac:spMk id="77" creationId="{61E6298F-0A43-4310-3B70-A059ADAFBFBA}"/>
          </ac:spMkLst>
        </pc:spChg>
        <pc:spChg chg="add mod">
          <ac:chgData name="髙浦祐朗" userId="d6d860fe-bc64-411b-9605-a16d1ba875f6" providerId="ADAL" clId="{8A64FA36-8AEB-4DFC-AF29-F763FAF503BC}" dt="2025-03-06T14:24:33.500" v="603" actId="1036"/>
          <ac:spMkLst>
            <pc:docMk/>
            <pc:sldMk cId="3652970849" sldId="748"/>
            <ac:spMk id="91" creationId="{F7C3FA39-E351-B0D3-3E54-50BC73B59756}"/>
          </ac:spMkLst>
        </pc:spChg>
        <pc:grpChg chg="add mod">
          <ac:chgData name="髙浦祐朗" userId="d6d860fe-bc64-411b-9605-a16d1ba875f6" providerId="ADAL" clId="{8A64FA36-8AEB-4DFC-AF29-F763FAF503BC}" dt="2025-03-06T14:10:50.006" v="156" actId="164"/>
          <ac:grpSpMkLst>
            <pc:docMk/>
            <pc:sldMk cId="3652970849" sldId="748"/>
            <ac:grpSpMk id="37" creationId="{C8AE539C-1F31-81E7-5D49-209DBDECD190}"/>
          </ac:grpSpMkLst>
        </pc:grpChg>
        <pc:picChg chg="add mod">
          <ac:chgData name="髙浦祐朗" userId="d6d860fe-bc64-411b-9605-a16d1ba875f6" providerId="ADAL" clId="{8A64FA36-8AEB-4DFC-AF29-F763FAF503BC}" dt="2025-03-06T14:10:27.744" v="153" actId="1038"/>
          <ac:picMkLst>
            <pc:docMk/>
            <pc:sldMk cId="3652970849" sldId="748"/>
            <ac:picMk id="5" creationId="{E9B815CD-7F38-B51B-05AF-666DC7448923}"/>
          </ac:picMkLst>
        </pc:picChg>
        <pc:picChg chg="add mod">
          <ac:chgData name="髙浦祐朗" userId="d6d860fe-bc64-411b-9605-a16d1ba875f6" providerId="ADAL" clId="{8A64FA36-8AEB-4DFC-AF29-F763FAF503BC}" dt="2025-03-06T14:10:27.744" v="153" actId="1038"/>
          <ac:picMkLst>
            <pc:docMk/>
            <pc:sldMk cId="3652970849" sldId="748"/>
            <ac:picMk id="7" creationId="{6FCBC1F1-F6A8-7F77-B7C2-FA64AFFE6D15}"/>
          </ac:picMkLst>
        </pc:picChg>
        <pc:picChg chg="add mod">
          <ac:chgData name="髙浦祐朗" userId="d6d860fe-bc64-411b-9605-a16d1ba875f6" providerId="ADAL" clId="{8A64FA36-8AEB-4DFC-AF29-F763FAF503BC}" dt="2025-03-06T14:10:27.744" v="153" actId="1038"/>
          <ac:picMkLst>
            <pc:docMk/>
            <pc:sldMk cId="3652970849" sldId="748"/>
            <ac:picMk id="9" creationId="{0FC56E20-B1A4-78B0-EB96-4AB034CB2475}"/>
          </ac:picMkLst>
        </pc:picChg>
        <pc:picChg chg="add mod">
          <ac:chgData name="髙浦祐朗" userId="d6d860fe-bc64-411b-9605-a16d1ba875f6" providerId="ADAL" clId="{8A64FA36-8AEB-4DFC-AF29-F763FAF503BC}" dt="2025-03-06T14:10:50.006" v="156" actId="164"/>
          <ac:picMkLst>
            <pc:docMk/>
            <pc:sldMk cId="3652970849" sldId="748"/>
            <ac:picMk id="10" creationId="{04DD0394-5954-73D4-CDFB-0AB850258B65}"/>
          </ac:picMkLst>
        </pc:picChg>
        <pc:picChg chg="add mod ord">
          <ac:chgData name="髙浦祐朗" userId="d6d860fe-bc64-411b-9605-a16d1ba875f6" providerId="ADAL" clId="{8A64FA36-8AEB-4DFC-AF29-F763FAF503BC}" dt="2025-03-06T14:10:03.365" v="124" actId="1076"/>
          <ac:picMkLst>
            <pc:docMk/>
            <pc:sldMk cId="3652970849" sldId="748"/>
            <ac:picMk id="12" creationId="{5EA2F22F-09E2-C402-B509-A6ABC63C7ABA}"/>
          </ac:picMkLst>
        </pc:picChg>
        <pc:picChg chg="add mod">
          <ac:chgData name="髙浦祐朗" userId="d6d860fe-bc64-411b-9605-a16d1ba875f6" providerId="ADAL" clId="{8A64FA36-8AEB-4DFC-AF29-F763FAF503BC}" dt="2025-03-06T14:10:08.330" v="136" actId="1036"/>
          <ac:picMkLst>
            <pc:docMk/>
            <pc:sldMk cId="3652970849" sldId="748"/>
            <ac:picMk id="14" creationId="{0DC17CB9-55AB-2890-3B15-620BEE9CFFC7}"/>
          </ac:picMkLst>
        </pc:picChg>
        <pc:picChg chg="add mod">
          <ac:chgData name="髙浦祐朗" userId="d6d860fe-bc64-411b-9605-a16d1ba875f6" providerId="ADAL" clId="{8A64FA36-8AEB-4DFC-AF29-F763FAF503BC}" dt="2025-03-06T14:22:31.334" v="544" actId="1038"/>
          <ac:picMkLst>
            <pc:docMk/>
            <pc:sldMk cId="3652970849" sldId="748"/>
            <ac:picMk id="15" creationId="{DFF62D11-9FF3-EA05-AAB6-91F5A66EC3E9}"/>
          </ac:picMkLst>
        </pc:picChg>
        <pc:picChg chg="add mod">
          <ac:chgData name="髙浦祐朗" userId="d6d860fe-bc64-411b-9605-a16d1ba875f6" providerId="ADAL" clId="{8A64FA36-8AEB-4DFC-AF29-F763FAF503BC}" dt="2025-03-06T14:24:33.500" v="603" actId="1036"/>
          <ac:picMkLst>
            <pc:docMk/>
            <pc:sldMk cId="3652970849" sldId="748"/>
            <ac:picMk id="16" creationId="{65F233A3-7C0A-FEA5-CA73-F6D305031EEF}"/>
          </ac:picMkLst>
        </pc:picChg>
        <pc:picChg chg="add mod">
          <ac:chgData name="髙浦祐朗" userId="d6d860fe-bc64-411b-9605-a16d1ba875f6" providerId="ADAL" clId="{8A64FA36-8AEB-4DFC-AF29-F763FAF503BC}" dt="2025-03-06T14:22:10.444" v="524" actId="14100"/>
          <ac:picMkLst>
            <pc:docMk/>
            <pc:sldMk cId="3652970849" sldId="748"/>
            <ac:picMk id="20" creationId="{4178DDFE-219F-CC11-167D-DC08C0EA52E1}"/>
          </ac:picMkLst>
        </pc:picChg>
        <pc:picChg chg="add mod">
          <ac:chgData name="髙浦祐朗" userId="d6d860fe-bc64-411b-9605-a16d1ba875f6" providerId="ADAL" clId="{8A64FA36-8AEB-4DFC-AF29-F763FAF503BC}" dt="2025-03-06T14:10:50.006" v="156" actId="164"/>
          <ac:picMkLst>
            <pc:docMk/>
            <pc:sldMk cId="3652970849" sldId="748"/>
            <ac:picMk id="31" creationId="{54CEB349-2D22-27BD-84A9-C5D8ECFE501E}"/>
          </ac:picMkLst>
        </pc:picChg>
        <pc:picChg chg="add mod">
          <ac:chgData name="髙浦祐朗" userId="d6d860fe-bc64-411b-9605-a16d1ba875f6" providerId="ADAL" clId="{8A64FA36-8AEB-4DFC-AF29-F763FAF503BC}" dt="2025-03-06T14:10:22.577" v="138" actId="1076"/>
          <ac:picMkLst>
            <pc:docMk/>
            <pc:sldMk cId="3652970849" sldId="748"/>
            <ac:picMk id="33" creationId="{2D59373C-DAEF-7B6F-01E6-7C012251186A}"/>
          </ac:picMkLst>
        </pc:picChg>
        <pc:picChg chg="add mod">
          <ac:chgData name="髙浦祐朗" userId="d6d860fe-bc64-411b-9605-a16d1ba875f6" providerId="ADAL" clId="{8A64FA36-8AEB-4DFC-AF29-F763FAF503BC}" dt="2025-03-06T14:10:22.577" v="138" actId="1076"/>
          <ac:picMkLst>
            <pc:docMk/>
            <pc:sldMk cId="3652970849" sldId="748"/>
            <ac:picMk id="34" creationId="{DACC3C16-4856-6F92-138C-63DDE207E72D}"/>
          </ac:picMkLst>
        </pc:picChg>
        <pc:picChg chg="mod">
          <ac:chgData name="髙浦祐朗" userId="d6d860fe-bc64-411b-9605-a16d1ba875f6" providerId="ADAL" clId="{8A64FA36-8AEB-4DFC-AF29-F763FAF503BC}" dt="2025-03-06T14:09:55.399" v="123" actId="1076"/>
          <ac:picMkLst>
            <pc:docMk/>
            <pc:sldMk cId="3652970849" sldId="748"/>
            <ac:picMk id="68" creationId="{53C3357B-27A8-E809-B6CC-9F8ECBF52544}"/>
          </ac:picMkLst>
        </pc:picChg>
        <pc:picChg chg="add mod">
          <ac:chgData name="髙浦祐朗" userId="d6d860fe-bc64-411b-9605-a16d1ba875f6" providerId="ADAL" clId="{8A64FA36-8AEB-4DFC-AF29-F763FAF503BC}" dt="2025-03-06T14:20:28.220" v="480" actId="1076"/>
          <ac:picMkLst>
            <pc:docMk/>
            <pc:sldMk cId="3652970849" sldId="748"/>
            <ac:picMk id="71" creationId="{440C4BEE-979A-E965-C3B8-EA8749F112D8}"/>
          </ac:picMkLst>
        </pc:picChg>
        <pc:picChg chg="add mod">
          <ac:chgData name="髙浦祐朗" userId="d6d860fe-bc64-411b-9605-a16d1ba875f6" providerId="ADAL" clId="{8A64FA36-8AEB-4DFC-AF29-F763FAF503BC}" dt="2025-03-06T14:24:33.500" v="603" actId="1036"/>
          <ac:picMkLst>
            <pc:docMk/>
            <pc:sldMk cId="3652970849" sldId="748"/>
            <ac:picMk id="73" creationId="{7F8A1C8E-EA72-7842-3D79-B25A661FFEE0}"/>
          </ac:picMkLst>
        </pc:picChg>
        <pc:picChg chg="mod ord">
          <ac:chgData name="髙浦祐朗" userId="d6d860fe-bc64-411b-9605-a16d1ba875f6" providerId="ADAL" clId="{8A64FA36-8AEB-4DFC-AF29-F763FAF503BC}" dt="2025-03-06T14:10:03.365" v="124" actId="1076"/>
          <ac:picMkLst>
            <pc:docMk/>
            <pc:sldMk cId="3652970849" sldId="748"/>
            <ac:picMk id="75" creationId="{852BD6F7-4827-7457-E199-B7B5201AA592}"/>
          </ac:picMkLst>
        </pc:picChg>
        <pc:picChg chg="mod">
          <ac:chgData name="髙浦祐朗" userId="d6d860fe-bc64-411b-9605-a16d1ba875f6" providerId="ADAL" clId="{8A64FA36-8AEB-4DFC-AF29-F763FAF503BC}" dt="2025-03-06T14:10:08.330" v="136" actId="1036"/>
          <ac:picMkLst>
            <pc:docMk/>
            <pc:sldMk cId="3652970849" sldId="748"/>
            <ac:picMk id="81" creationId="{F9CA2CF4-489F-1DCF-8842-455F8ED53446}"/>
          </ac:picMkLst>
        </pc:picChg>
        <pc:picChg chg="mod">
          <ac:chgData name="髙浦祐朗" userId="d6d860fe-bc64-411b-9605-a16d1ba875f6" providerId="ADAL" clId="{8A64FA36-8AEB-4DFC-AF29-F763FAF503BC}" dt="2025-03-06T14:10:27.744" v="153" actId="1038"/>
          <ac:picMkLst>
            <pc:docMk/>
            <pc:sldMk cId="3652970849" sldId="748"/>
            <ac:picMk id="83" creationId="{2FBD18C7-FDF7-B028-6840-8AE043281F6E}"/>
          </ac:picMkLst>
        </pc:picChg>
        <pc:picChg chg="mod">
          <ac:chgData name="髙浦祐朗" userId="d6d860fe-bc64-411b-9605-a16d1ba875f6" providerId="ADAL" clId="{8A64FA36-8AEB-4DFC-AF29-F763FAF503BC}" dt="2025-03-06T14:14:32.821" v="211" actId="1035"/>
          <ac:picMkLst>
            <pc:docMk/>
            <pc:sldMk cId="3652970849" sldId="748"/>
            <ac:picMk id="1026" creationId="{44E3B8BF-F050-934F-CD14-6AA8E7D49341}"/>
          </ac:picMkLst>
        </pc:picChg>
        <pc:cxnChg chg="add mod">
          <ac:chgData name="髙浦祐朗" userId="d6d860fe-bc64-411b-9605-a16d1ba875f6" providerId="ADAL" clId="{8A64FA36-8AEB-4DFC-AF29-F763FAF503BC}" dt="2025-03-06T14:14:32.821" v="211" actId="1035"/>
          <ac:cxnSpMkLst>
            <pc:docMk/>
            <pc:sldMk cId="3652970849" sldId="748"/>
            <ac:cxnSpMk id="24" creationId="{A2CE7793-A95E-BA76-41F1-4E3016CF2FFA}"/>
          </ac:cxnSpMkLst>
        </pc:cxnChg>
        <pc:cxnChg chg="add mod">
          <ac:chgData name="髙浦祐朗" userId="d6d860fe-bc64-411b-9605-a16d1ba875f6" providerId="ADAL" clId="{8A64FA36-8AEB-4DFC-AF29-F763FAF503BC}" dt="2025-03-06T14:13:37.961" v="197" actId="14100"/>
          <ac:cxnSpMkLst>
            <pc:docMk/>
            <pc:sldMk cId="3652970849" sldId="748"/>
            <ac:cxnSpMk id="35" creationId="{3AEC192B-CE66-2482-EE27-F54BE6E4E900}"/>
          </ac:cxnSpMkLst>
        </pc:cxnChg>
        <pc:cxnChg chg="add mod">
          <ac:chgData name="髙浦祐朗" userId="d6d860fe-bc64-411b-9605-a16d1ba875f6" providerId="ADAL" clId="{8A64FA36-8AEB-4DFC-AF29-F763FAF503BC}" dt="2025-03-06T14:11:40.598" v="167" actId="14100"/>
          <ac:cxnSpMkLst>
            <pc:docMk/>
            <pc:sldMk cId="3652970849" sldId="748"/>
            <ac:cxnSpMk id="41" creationId="{F3651DE8-072B-0E3C-6DAA-B11347CAD3C4}"/>
          </ac:cxnSpMkLst>
        </pc:cxnChg>
        <pc:cxnChg chg="add mod">
          <ac:chgData name="髙浦祐朗" userId="d6d860fe-bc64-411b-9605-a16d1ba875f6" providerId="ADAL" clId="{8A64FA36-8AEB-4DFC-AF29-F763FAF503BC}" dt="2025-03-06T14:12:35.850" v="176" actId="692"/>
          <ac:cxnSpMkLst>
            <pc:docMk/>
            <pc:sldMk cId="3652970849" sldId="748"/>
            <ac:cxnSpMk id="46" creationId="{0935DB8F-5D9E-E16B-A47B-C947B8F62E4B}"/>
          </ac:cxnSpMkLst>
        </pc:cxnChg>
        <pc:cxnChg chg="add mod">
          <ac:chgData name="髙浦祐朗" userId="d6d860fe-bc64-411b-9605-a16d1ba875f6" providerId="ADAL" clId="{8A64FA36-8AEB-4DFC-AF29-F763FAF503BC}" dt="2025-03-06T14:13:00.903" v="190" actId="1038"/>
          <ac:cxnSpMkLst>
            <pc:docMk/>
            <pc:sldMk cId="3652970849" sldId="748"/>
            <ac:cxnSpMk id="51" creationId="{EA96A8A1-624E-E90A-F4A0-D27224C5CB5F}"/>
          </ac:cxnSpMkLst>
        </pc:cxnChg>
        <pc:cxnChg chg="add mod">
          <ac:chgData name="髙浦祐朗" userId="d6d860fe-bc64-411b-9605-a16d1ba875f6" providerId="ADAL" clId="{8A64FA36-8AEB-4DFC-AF29-F763FAF503BC}" dt="2025-03-06T14:13:30.439" v="195" actId="14100"/>
          <ac:cxnSpMkLst>
            <pc:docMk/>
            <pc:sldMk cId="3652970849" sldId="748"/>
            <ac:cxnSpMk id="53" creationId="{2F4090BF-72C4-A596-E556-9311B5A0FB87}"/>
          </ac:cxnSpMkLst>
        </pc:cxnChg>
        <pc:cxnChg chg="add mod">
          <ac:chgData name="髙浦祐朗" userId="d6d860fe-bc64-411b-9605-a16d1ba875f6" providerId="ADAL" clId="{8A64FA36-8AEB-4DFC-AF29-F763FAF503BC}" dt="2025-03-06T14:23:41.203" v="558" actId="692"/>
          <ac:cxnSpMkLst>
            <pc:docMk/>
            <pc:sldMk cId="3652970849" sldId="748"/>
            <ac:cxnSpMk id="78" creationId="{FDD2B0F2-FC83-0E8E-54CC-23DB83E67E53}"/>
          </ac:cxnSpMkLst>
        </pc:cxnChg>
        <pc:cxnChg chg="add mod">
          <ac:chgData name="髙浦祐朗" userId="d6d860fe-bc64-411b-9605-a16d1ba875f6" providerId="ADAL" clId="{8A64FA36-8AEB-4DFC-AF29-F763FAF503BC}" dt="2025-03-06T14:23:50.183" v="560" actId="692"/>
          <ac:cxnSpMkLst>
            <pc:docMk/>
            <pc:sldMk cId="3652970849" sldId="748"/>
            <ac:cxnSpMk id="80" creationId="{124A38B0-F106-E9B5-7261-287344D5C11E}"/>
          </ac:cxnSpMkLst>
        </pc:cxnChg>
      </pc:sldChg>
      <pc:sldChg chg="addSp modSp mod">
        <pc:chgData name="髙浦祐朗" userId="d6d860fe-bc64-411b-9605-a16d1ba875f6" providerId="ADAL" clId="{8A64FA36-8AEB-4DFC-AF29-F763FAF503BC}" dt="2025-03-06T15:00:05.918" v="1603" actId="20577"/>
        <pc:sldMkLst>
          <pc:docMk/>
          <pc:sldMk cId="1379317982" sldId="767"/>
        </pc:sldMkLst>
      </pc:sldChg>
      <pc:sldChg chg="addSp modSp mod">
        <pc:chgData name="髙浦祐朗" userId="d6d860fe-bc64-411b-9605-a16d1ba875f6" providerId="ADAL" clId="{8A64FA36-8AEB-4DFC-AF29-F763FAF503BC}" dt="2025-03-06T15:00:17.071" v="1604"/>
        <pc:sldMkLst>
          <pc:docMk/>
          <pc:sldMk cId="4276394440" sldId="768"/>
        </pc:sldMkLst>
        <pc:graphicFrameChg chg="modGraphic">
          <ac:chgData name="髙浦祐朗" userId="d6d860fe-bc64-411b-9605-a16d1ba875f6" providerId="ADAL" clId="{8A64FA36-8AEB-4DFC-AF29-F763FAF503BC}" dt="2025-03-06T14:36:05.579" v="926" actId="20577"/>
          <ac:graphicFrameMkLst>
            <pc:docMk/>
            <pc:sldMk cId="4276394440" sldId="768"/>
            <ac:graphicFrameMk id="8" creationId="{00000000-0000-0000-0000-000000000000}"/>
          </ac:graphicFrameMkLst>
        </pc:graphicFrameChg>
      </pc:sldChg>
      <pc:sldChg chg="del">
        <pc:chgData name="髙浦祐朗" userId="d6d860fe-bc64-411b-9605-a16d1ba875f6" providerId="ADAL" clId="{8A64FA36-8AEB-4DFC-AF29-F763FAF503BC}" dt="2025-03-06T14:32:57.096" v="832" actId="47"/>
        <pc:sldMkLst>
          <pc:docMk/>
          <pc:sldMk cId="662563982" sldId="1082"/>
        </pc:sldMkLst>
      </pc:sldChg>
      <pc:sldChg chg="del">
        <pc:chgData name="髙浦祐朗" userId="d6d860fe-bc64-411b-9605-a16d1ba875f6" providerId="ADAL" clId="{8A64FA36-8AEB-4DFC-AF29-F763FAF503BC}" dt="2025-03-06T14:37:00.273" v="941" actId="47"/>
        <pc:sldMkLst>
          <pc:docMk/>
          <pc:sldMk cId="3461870007" sldId="1086"/>
        </pc:sldMkLst>
      </pc:sldChg>
      <pc:sldChg chg="addSp delSp modSp mod">
        <pc:chgData name="髙浦祐朗" userId="d6d860fe-bc64-411b-9605-a16d1ba875f6" providerId="ADAL" clId="{8A64FA36-8AEB-4DFC-AF29-F763FAF503BC}" dt="2025-03-06T14:31:38.682" v="800" actId="408"/>
        <pc:sldMkLst>
          <pc:docMk/>
          <pc:sldMk cId="10589603" sldId="1092"/>
        </pc:sldMkLst>
        <pc:spChg chg="mod">
          <ac:chgData name="髙浦祐朗" userId="d6d860fe-bc64-411b-9605-a16d1ba875f6" providerId="ADAL" clId="{8A64FA36-8AEB-4DFC-AF29-F763FAF503BC}" dt="2025-03-06T14:29:55.669" v="769" actId="20577"/>
          <ac:spMkLst>
            <pc:docMk/>
            <pc:sldMk cId="10589603" sldId="1092"/>
            <ac:spMk id="2" creationId="{BA1F62E3-F9BE-E60E-0FA0-51ABC920F7BF}"/>
          </ac:spMkLst>
        </pc:spChg>
        <pc:picChg chg="add mod">
          <ac:chgData name="髙浦祐朗" userId="d6d860fe-bc64-411b-9605-a16d1ba875f6" providerId="ADAL" clId="{8A64FA36-8AEB-4DFC-AF29-F763FAF503BC}" dt="2025-03-06T14:31:38.682" v="800" actId="408"/>
          <ac:picMkLst>
            <pc:docMk/>
            <pc:sldMk cId="10589603" sldId="1092"/>
            <ac:picMk id="5" creationId="{58A4F86A-DC4C-354C-7317-FD85444D9642}"/>
          </ac:picMkLst>
        </pc:picChg>
      </pc:sldChg>
      <pc:sldChg chg="del">
        <pc:chgData name="髙浦祐朗" userId="d6d860fe-bc64-411b-9605-a16d1ba875f6" providerId="ADAL" clId="{8A64FA36-8AEB-4DFC-AF29-F763FAF503BC}" dt="2025-03-06T14:36:59.701" v="940" actId="47"/>
        <pc:sldMkLst>
          <pc:docMk/>
          <pc:sldMk cId="3285993692" sldId="1093"/>
        </pc:sldMkLst>
      </pc:sldChg>
      <pc:sldChg chg="addSp delSp modSp mod">
        <pc:chgData name="髙浦祐朗" userId="d6d860fe-bc64-411b-9605-a16d1ba875f6" providerId="ADAL" clId="{8A64FA36-8AEB-4DFC-AF29-F763FAF503BC}" dt="2025-03-06T15:00:25.727" v="1613" actId="20577"/>
        <pc:sldMkLst>
          <pc:docMk/>
          <pc:sldMk cId="1343428231" sldId="1095"/>
        </pc:sldMkLst>
        <pc:spChg chg="mod">
          <ac:chgData name="髙浦祐朗" userId="d6d860fe-bc64-411b-9605-a16d1ba875f6" providerId="ADAL" clId="{8A64FA36-8AEB-4DFC-AF29-F763FAF503BC}" dt="2025-03-06T14:36:52.336" v="938"/>
          <ac:spMkLst>
            <pc:docMk/>
            <pc:sldMk cId="1343428231" sldId="1095"/>
            <ac:spMk id="2" creationId="{D0C01A3F-B5E3-3E05-7749-FF3B28ECD05F}"/>
          </ac:spMkLst>
        </pc:spChg>
        <pc:graphicFrameChg chg="modGraphic">
          <ac:chgData name="髙浦祐朗" userId="d6d860fe-bc64-411b-9605-a16d1ba875f6" providerId="ADAL" clId="{8A64FA36-8AEB-4DFC-AF29-F763FAF503BC}" dt="2025-03-06T14:49:02.088" v="1428" actId="6549"/>
          <ac:graphicFrameMkLst>
            <pc:docMk/>
            <pc:sldMk cId="1343428231" sldId="1095"/>
            <ac:graphicFrameMk id="5" creationId="{BBA8B256-12B2-6E8C-50F9-31564ECC0266}"/>
          </ac:graphicFrameMkLst>
        </pc:graphicFrameChg>
      </pc:sldChg>
      <pc:sldChg chg="modSp mod">
        <pc:chgData name="髙浦祐朗" userId="d6d860fe-bc64-411b-9605-a16d1ba875f6" providerId="ADAL" clId="{8A64FA36-8AEB-4DFC-AF29-F763FAF503BC}" dt="2025-03-06T14:45:37.270" v="1418" actId="20577"/>
        <pc:sldMkLst>
          <pc:docMk/>
          <pc:sldMk cId="2513257283" sldId="1096"/>
        </pc:sldMkLst>
        <pc:spChg chg="mod">
          <ac:chgData name="髙浦祐朗" userId="d6d860fe-bc64-411b-9605-a16d1ba875f6" providerId="ADAL" clId="{8A64FA36-8AEB-4DFC-AF29-F763FAF503BC}" dt="2025-03-06T14:45:37.270" v="1418" actId="20577"/>
          <ac:spMkLst>
            <pc:docMk/>
            <pc:sldMk cId="2513257283" sldId="1096"/>
            <ac:spMk id="8" creationId="{6AE8CC45-2A20-B6E7-E20B-802E66F6B3D5}"/>
          </ac:spMkLst>
        </pc:spChg>
      </pc:sldChg>
      <pc:sldChg chg="addSp delSp modSp mod">
        <pc:chgData name="髙浦祐朗" userId="d6d860fe-bc64-411b-9605-a16d1ba875f6" providerId="ADAL" clId="{8A64FA36-8AEB-4DFC-AF29-F763FAF503BC}" dt="2025-03-06T14:59:27.572" v="1590" actId="14100"/>
        <pc:sldMkLst>
          <pc:docMk/>
          <pc:sldMk cId="750407830" sldId="1099"/>
        </pc:sldMkLst>
        <pc:spChg chg="add mod">
          <ac:chgData name="髙浦祐朗" userId="d6d860fe-bc64-411b-9605-a16d1ba875f6" providerId="ADAL" clId="{8A64FA36-8AEB-4DFC-AF29-F763FAF503BC}" dt="2025-03-06T14:58:30.823" v="1576" actId="14100"/>
          <ac:spMkLst>
            <pc:docMk/>
            <pc:sldMk cId="750407830" sldId="1099"/>
            <ac:spMk id="39" creationId="{BE794BC6-EB53-3AAA-445E-3DC0858905D6}"/>
          </ac:spMkLst>
        </pc:spChg>
        <pc:spChg chg="add mod">
          <ac:chgData name="髙浦祐朗" userId="d6d860fe-bc64-411b-9605-a16d1ba875f6" providerId="ADAL" clId="{8A64FA36-8AEB-4DFC-AF29-F763FAF503BC}" dt="2025-03-06T14:58:06.083" v="1570" actId="20577"/>
          <ac:spMkLst>
            <pc:docMk/>
            <pc:sldMk cId="750407830" sldId="1099"/>
            <ac:spMk id="40" creationId="{6CD68CD5-0065-0C9A-941A-94E15CBF3546}"/>
          </ac:spMkLst>
        </pc:spChg>
        <pc:spChg chg="add mod">
          <ac:chgData name="髙浦祐朗" userId="d6d860fe-bc64-411b-9605-a16d1ba875f6" providerId="ADAL" clId="{8A64FA36-8AEB-4DFC-AF29-F763FAF503BC}" dt="2025-03-06T14:58:57.742" v="1582" actId="20577"/>
          <ac:spMkLst>
            <pc:docMk/>
            <pc:sldMk cId="750407830" sldId="1099"/>
            <ac:spMk id="49" creationId="{5F6F8CEF-FF21-DCDB-6DCD-C2AA6A8BFCA1}"/>
          </ac:spMkLst>
        </pc:spChg>
        <pc:graphicFrameChg chg="add mod modGraphic">
          <ac:chgData name="髙浦祐朗" userId="d6d860fe-bc64-411b-9605-a16d1ba875f6" providerId="ADAL" clId="{8A64FA36-8AEB-4DFC-AF29-F763FAF503BC}" dt="2025-03-06T14:53:53.947" v="1511" actId="14100"/>
          <ac:graphicFrameMkLst>
            <pc:docMk/>
            <pc:sldMk cId="750407830" sldId="1099"/>
            <ac:graphicFrameMk id="3" creationId="{8B4AECDA-1EA5-F8F5-C52D-6E336CA8261C}"/>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6" creationId="{067F2A02-2C22-B7B2-6A5C-CEE5CF1BA9A4}"/>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7" creationId="{40425F0B-7978-1852-2DF3-F182D07E5483}"/>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8" creationId="{DF899297-39CA-68D9-7882-DDF2777D91A0}"/>
          </ac:graphicFrameMkLst>
        </pc:graphicFrameChg>
        <pc:graphicFrameChg chg="add del mod modGraphic">
          <ac:chgData name="髙浦祐朗" userId="d6d860fe-bc64-411b-9605-a16d1ba875f6" providerId="ADAL" clId="{8A64FA36-8AEB-4DFC-AF29-F763FAF503BC}" dt="2025-03-06T14:59:06.523" v="1583" actId="6549"/>
          <ac:graphicFrameMkLst>
            <pc:docMk/>
            <pc:sldMk cId="750407830" sldId="1099"/>
            <ac:graphicFrameMk id="9" creationId="{64E36980-A300-D1AD-F1B8-CF0CE5068A0E}"/>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10" creationId="{50B30260-01E5-FC2D-DA10-47530DE9CA1B}"/>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11" creationId="{29952574-B67B-359B-557A-64E5EADDFC46}"/>
          </ac:graphicFrameMkLst>
        </pc:graphicFrameChg>
        <pc:graphicFrameChg chg="add mod modGraphic">
          <ac:chgData name="髙浦祐朗" userId="d6d860fe-bc64-411b-9605-a16d1ba875f6" providerId="ADAL" clId="{8A64FA36-8AEB-4DFC-AF29-F763FAF503BC}" dt="2025-03-06T14:59:27.572" v="1590" actId="14100"/>
          <ac:graphicFrameMkLst>
            <pc:docMk/>
            <pc:sldMk cId="750407830" sldId="1099"/>
            <ac:graphicFrameMk id="21" creationId="{F0103D76-E5FB-DA88-49A0-997C19C3E328}"/>
          </ac:graphicFrameMkLst>
        </pc:graphicFrameChg>
        <pc:graphicFrameChg chg="add del mod modGraphic">
          <ac:chgData name="髙浦祐朗" userId="d6d860fe-bc64-411b-9605-a16d1ba875f6" providerId="ADAL" clId="{8A64FA36-8AEB-4DFC-AF29-F763FAF503BC}" dt="2025-03-06T14:57:33.938" v="1564" actId="14100"/>
          <ac:graphicFrameMkLst>
            <pc:docMk/>
            <pc:sldMk cId="750407830" sldId="1099"/>
            <ac:graphicFrameMk id="23" creationId="{63E8C5A8-64FF-C59B-978C-7B579F3B6D37}"/>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42" creationId="{36E68966-5D4C-2A50-9DAB-C9EC84BE5859}"/>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52" creationId="{E0D51858-26E2-A83B-AA49-4F369A7F5E57}"/>
          </ac:graphicFrameMkLst>
        </pc:graphicFrameChg>
        <pc:cxnChg chg="add mod">
          <ac:chgData name="髙浦祐朗" userId="d6d860fe-bc64-411b-9605-a16d1ba875f6" providerId="ADAL" clId="{8A64FA36-8AEB-4DFC-AF29-F763FAF503BC}" dt="2025-03-06T14:58:01.275" v="1567" actId="14100"/>
          <ac:cxnSpMkLst>
            <pc:docMk/>
            <pc:sldMk cId="750407830" sldId="1099"/>
            <ac:cxnSpMk id="44" creationId="{C1618CE8-D021-AFDC-7AB6-68DD2FF38DE2}"/>
          </ac:cxnSpMkLst>
        </pc:cxnChg>
        <pc:cxnChg chg="add mod">
          <ac:chgData name="髙浦祐朗" userId="d6d860fe-bc64-411b-9605-a16d1ba875f6" providerId="ADAL" clId="{8A64FA36-8AEB-4DFC-AF29-F763FAF503BC}" dt="2025-03-06T14:58:21.654" v="1573" actId="14100"/>
          <ac:cxnSpMkLst>
            <pc:docMk/>
            <pc:sldMk cId="750407830" sldId="1099"/>
            <ac:cxnSpMk id="46" creationId="{4944E78B-45D3-D252-A30B-4EE3B9D76DCF}"/>
          </ac:cxnSpMkLst>
        </pc:cxnChg>
        <pc:cxnChg chg="add mod">
          <ac:chgData name="髙浦祐朗" userId="d6d860fe-bc64-411b-9605-a16d1ba875f6" providerId="ADAL" clId="{8A64FA36-8AEB-4DFC-AF29-F763FAF503BC}" dt="2025-03-06T14:58:46.229" v="1579" actId="14100"/>
          <ac:cxnSpMkLst>
            <pc:docMk/>
            <pc:sldMk cId="750407830" sldId="1099"/>
            <ac:cxnSpMk id="50" creationId="{939C843D-2297-233C-4F61-4627CB4DF4BD}"/>
          </ac:cxnSpMkLst>
        </pc:cxnChg>
      </pc:sldChg>
      <pc:sldChg chg="del">
        <pc:chgData name="髙浦祐朗" userId="d6d860fe-bc64-411b-9605-a16d1ba875f6" providerId="ADAL" clId="{8A64FA36-8AEB-4DFC-AF29-F763FAF503BC}" dt="2025-03-06T14:32:58.138" v="833" actId="47"/>
        <pc:sldMkLst>
          <pc:docMk/>
          <pc:sldMk cId="1940227673" sldId="1100"/>
        </pc:sldMkLst>
      </pc:sldChg>
      <pc:sldChg chg="del">
        <pc:chgData name="髙浦祐朗" userId="d6d860fe-bc64-411b-9605-a16d1ba875f6" providerId="ADAL" clId="{8A64FA36-8AEB-4DFC-AF29-F763FAF503BC}" dt="2025-03-06T14:32:55.847" v="831" actId="47"/>
        <pc:sldMkLst>
          <pc:docMk/>
          <pc:sldMk cId="796513768" sldId="1101"/>
        </pc:sldMkLst>
      </pc:sldChg>
      <pc:sldChg chg="addSp delSp modSp mod">
        <pc:chgData name="髙浦祐朗" userId="d6d860fe-bc64-411b-9605-a16d1ba875f6" providerId="ADAL" clId="{8A64FA36-8AEB-4DFC-AF29-F763FAF503BC}" dt="2025-03-06T14:35:34.687" v="925" actId="20577"/>
        <pc:sldMkLst>
          <pc:docMk/>
          <pc:sldMk cId="1342901965" sldId="1102"/>
        </pc:sldMkLst>
        <pc:spChg chg="mod">
          <ac:chgData name="髙浦祐朗" userId="d6d860fe-bc64-411b-9605-a16d1ba875f6" providerId="ADAL" clId="{8A64FA36-8AEB-4DFC-AF29-F763FAF503BC}" dt="2025-03-06T14:35:27.520" v="924" actId="20577"/>
          <ac:spMkLst>
            <pc:docMk/>
            <pc:sldMk cId="1342901965" sldId="1102"/>
            <ac:spMk id="2" creationId="{2CBA065B-2F8B-F0D5-5B04-79E2FD7160BB}"/>
          </ac:spMkLst>
        </pc:spChg>
        <pc:spChg chg="mod">
          <ac:chgData name="髙浦祐朗" userId="d6d860fe-bc64-411b-9605-a16d1ba875f6" providerId="ADAL" clId="{8A64FA36-8AEB-4DFC-AF29-F763FAF503BC}" dt="2025-03-06T14:34:47.226" v="887" actId="1076"/>
          <ac:spMkLst>
            <pc:docMk/>
            <pc:sldMk cId="1342901965" sldId="1102"/>
            <ac:spMk id="38" creationId="{2AD9E013-F686-2FD1-698C-D175FBC3E2BC}"/>
          </ac:spMkLst>
        </pc:spChg>
        <pc:spChg chg="mod">
          <ac:chgData name="髙浦祐朗" userId="d6d860fe-bc64-411b-9605-a16d1ba875f6" providerId="ADAL" clId="{8A64FA36-8AEB-4DFC-AF29-F763FAF503BC}" dt="2025-03-06T14:33:33.662" v="856" actId="20577"/>
          <ac:spMkLst>
            <pc:docMk/>
            <pc:sldMk cId="1342901965" sldId="1102"/>
            <ac:spMk id="42" creationId="{C0DF0B83-0B92-5F58-76C3-3F69C4A13F42}"/>
          </ac:spMkLst>
        </pc:spChg>
        <pc:spChg chg="mod">
          <ac:chgData name="髙浦祐朗" userId="d6d860fe-bc64-411b-9605-a16d1ba875f6" providerId="ADAL" clId="{8A64FA36-8AEB-4DFC-AF29-F763FAF503BC}" dt="2025-03-06T14:33:57.850" v="864" actId="20577"/>
          <ac:spMkLst>
            <pc:docMk/>
            <pc:sldMk cId="1342901965" sldId="1102"/>
            <ac:spMk id="47" creationId="{2E8D1934-EA8D-35FD-4885-FB50A09461F7}"/>
          </ac:spMkLst>
        </pc:spChg>
        <pc:spChg chg="mod">
          <ac:chgData name="髙浦祐朗" userId="d6d860fe-bc64-411b-9605-a16d1ba875f6" providerId="ADAL" clId="{8A64FA36-8AEB-4DFC-AF29-F763FAF503BC}" dt="2025-03-06T14:33:15.173" v="841" actId="20577"/>
          <ac:spMkLst>
            <pc:docMk/>
            <pc:sldMk cId="1342901965" sldId="1102"/>
            <ac:spMk id="64" creationId="{E73CD72B-6DA5-068C-262A-4401C4D9DA54}"/>
          </ac:spMkLst>
        </pc:spChg>
        <pc:spChg chg="mod">
          <ac:chgData name="髙浦祐朗" userId="d6d860fe-bc64-411b-9605-a16d1ba875f6" providerId="ADAL" clId="{8A64FA36-8AEB-4DFC-AF29-F763FAF503BC}" dt="2025-03-06T14:33:20.262" v="849" actId="20577"/>
          <ac:spMkLst>
            <pc:docMk/>
            <pc:sldMk cId="1342901965" sldId="1102"/>
            <ac:spMk id="68" creationId="{2CAD3C1A-C881-4FEF-D40C-BC2757062581}"/>
          </ac:spMkLst>
        </pc:spChg>
        <pc:spChg chg="mod">
          <ac:chgData name="髙浦祐朗" userId="d6d860fe-bc64-411b-9605-a16d1ba875f6" providerId="ADAL" clId="{8A64FA36-8AEB-4DFC-AF29-F763FAF503BC}" dt="2025-03-06T14:35:34.687" v="925" actId="20577"/>
          <ac:spMkLst>
            <pc:docMk/>
            <pc:sldMk cId="1342901965" sldId="1102"/>
            <ac:spMk id="79" creationId="{B4320A7A-4E78-AB2E-0A05-B82174F939B7}"/>
          </ac:spMkLst>
        </pc:spChg>
        <pc:spChg chg="mod">
          <ac:chgData name="髙浦祐朗" userId="d6d860fe-bc64-411b-9605-a16d1ba875f6" providerId="ADAL" clId="{8A64FA36-8AEB-4DFC-AF29-F763FAF503BC}" dt="2025-03-06T14:34:18.251" v="876" actId="20577"/>
          <ac:spMkLst>
            <pc:docMk/>
            <pc:sldMk cId="1342901965" sldId="1102"/>
            <ac:spMk id="87" creationId="{E326D6E4-DC31-1435-808A-3B0131517697}"/>
          </ac:spMkLst>
        </pc:spChg>
        <pc:spChg chg="mod">
          <ac:chgData name="髙浦祐朗" userId="d6d860fe-bc64-411b-9605-a16d1ba875f6" providerId="ADAL" clId="{8A64FA36-8AEB-4DFC-AF29-F763FAF503BC}" dt="2025-03-06T14:34:27.074" v="880" actId="20577"/>
          <ac:spMkLst>
            <pc:docMk/>
            <pc:sldMk cId="1342901965" sldId="1102"/>
            <ac:spMk id="88" creationId="{358B10C0-7217-1F66-B3D7-FBF916B25408}"/>
          </ac:spMkLst>
        </pc:spChg>
        <pc:grpChg chg="mod">
          <ac:chgData name="髙浦祐朗" userId="d6d860fe-bc64-411b-9605-a16d1ba875f6" providerId="ADAL" clId="{8A64FA36-8AEB-4DFC-AF29-F763FAF503BC}" dt="2025-03-06T14:34:38.391" v="884" actId="1076"/>
          <ac:grpSpMkLst>
            <pc:docMk/>
            <pc:sldMk cId="1342901965" sldId="1102"/>
            <ac:grpSpMk id="43" creationId="{FEA875BE-D9E8-79FD-65C7-EFEA23812683}"/>
          </ac:grpSpMkLst>
        </pc:grpChg>
        <pc:grpChg chg="mod">
          <ac:chgData name="髙浦祐朗" userId="d6d860fe-bc64-411b-9605-a16d1ba875f6" providerId="ADAL" clId="{8A64FA36-8AEB-4DFC-AF29-F763FAF503BC}" dt="2025-03-06T14:34:59.783" v="908" actId="554"/>
          <ac:grpSpMkLst>
            <pc:docMk/>
            <pc:sldMk cId="1342901965" sldId="1102"/>
            <ac:grpSpMk id="56" creationId="{73ACBD6B-7455-0EDD-4932-D0A6D9353ACF}"/>
          </ac:grpSpMkLst>
        </pc:grpChg>
        <pc:cxnChg chg="mod">
          <ac:chgData name="髙浦祐朗" userId="d6d860fe-bc64-411b-9605-a16d1ba875f6" providerId="ADAL" clId="{8A64FA36-8AEB-4DFC-AF29-F763FAF503BC}" dt="2025-03-06T14:34:38.391" v="884" actId="1076"/>
          <ac:cxnSpMkLst>
            <pc:docMk/>
            <pc:sldMk cId="1342901965" sldId="1102"/>
            <ac:cxnSpMk id="48" creationId="{B02D2D4D-3924-332F-F7F5-F534F737B379}"/>
          </ac:cxnSpMkLst>
        </pc:cxnChg>
        <pc:cxnChg chg="mod">
          <ac:chgData name="髙浦祐朗" userId="d6d860fe-bc64-411b-9605-a16d1ba875f6" providerId="ADAL" clId="{8A64FA36-8AEB-4DFC-AF29-F763FAF503BC}" dt="2025-03-06T14:34:38.391" v="884" actId="1076"/>
          <ac:cxnSpMkLst>
            <pc:docMk/>
            <pc:sldMk cId="1342901965" sldId="1102"/>
            <ac:cxnSpMk id="59" creationId="{6C5BF4C1-2748-3C2D-D135-958049E0D3B7}"/>
          </ac:cxnSpMkLst>
        </pc:cxnChg>
        <pc:cxnChg chg="mod">
          <ac:chgData name="髙浦祐朗" userId="d6d860fe-bc64-411b-9605-a16d1ba875f6" providerId="ADAL" clId="{8A64FA36-8AEB-4DFC-AF29-F763FAF503BC}" dt="2025-03-06T14:34:59.783" v="908" actId="554"/>
          <ac:cxnSpMkLst>
            <pc:docMk/>
            <pc:sldMk cId="1342901965" sldId="1102"/>
            <ac:cxnSpMk id="72" creationId="{73A7776E-EDE7-9544-B058-8773197D39DB}"/>
          </ac:cxnSpMkLst>
        </pc:cxnChg>
      </pc:sldChg>
      <pc:sldChg chg="del">
        <pc:chgData name="髙浦祐朗" userId="d6d860fe-bc64-411b-9605-a16d1ba875f6" providerId="ADAL" clId="{8A64FA36-8AEB-4DFC-AF29-F763FAF503BC}" dt="2025-03-06T14:33:01.591" v="835" actId="47"/>
        <pc:sldMkLst>
          <pc:docMk/>
          <pc:sldMk cId="196492203" sldId="1103"/>
        </pc:sldMkLst>
      </pc:sldChg>
      <pc:sldChg chg="del">
        <pc:chgData name="髙浦祐朗" userId="d6d860fe-bc64-411b-9605-a16d1ba875f6" providerId="ADAL" clId="{8A64FA36-8AEB-4DFC-AF29-F763FAF503BC}" dt="2025-03-06T14:32:59.760" v="834" actId="47"/>
        <pc:sldMkLst>
          <pc:docMk/>
          <pc:sldMk cId="639158466" sldId="1104"/>
        </pc:sldMkLst>
      </pc:sldChg>
      <pc:sldChg chg="del">
        <pc:chgData name="髙浦祐朗" userId="d6d860fe-bc64-411b-9605-a16d1ba875f6" providerId="ADAL" clId="{8A64FA36-8AEB-4DFC-AF29-F763FAF503BC}" dt="2025-03-06T14:37:01.156" v="942" actId="47"/>
        <pc:sldMkLst>
          <pc:docMk/>
          <pc:sldMk cId="88234639" sldId="1105"/>
        </pc:sldMkLst>
      </pc:sldChg>
      <pc:sldChg chg="del">
        <pc:chgData name="髙浦祐朗" userId="d6d860fe-bc64-411b-9605-a16d1ba875f6" providerId="ADAL" clId="{8A64FA36-8AEB-4DFC-AF29-F763FAF503BC}" dt="2025-03-06T14:36:19.411" v="927" actId="47"/>
        <pc:sldMkLst>
          <pc:docMk/>
          <pc:sldMk cId="352309705" sldId="1106"/>
        </pc:sldMkLst>
      </pc:sldChg>
      <pc:sldChg chg="delSp del mod">
        <pc:chgData name="髙浦祐朗" userId="d6d860fe-bc64-411b-9605-a16d1ba875f6" providerId="ADAL" clId="{8A64FA36-8AEB-4DFC-AF29-F763FAF503BC}" dt="2025-03-06T14:59:49.825" v="1591" actId="47"/>
        <pc:sldMkLst>
          <pc:docMk/>
          <pc:sldMk cId="2336542287" sldId="1107"/>
        </pc:sldMkLst>
      </pc:sldChg>
      <pc:sldChg chg="modSp del mod">
        <pc:chgData name="髙浦祐朗" userId="d6d860fe-bc64-411b-9605-a16d1ba875f6" providerId="ADAL" clId="{8A64FA36-8AEB-4DFC-AF29-F763FAF503BC}" dt="2025-03-06T14:36:55.659" v="939" actId="47"/>
        <pc:sldMkLst>
          <pc:docMk/>
          <pc:sldMk cId="3075783458" sldId="1108"/>
        </pc:sldMkLst>
      </pc:sldChg>
      <pc:sldChg chg="addSp delSp modSp add mod">
        <pc:chgData name="髙浦祐朗" userId="d6d860fe-bc64-411b-9605-a16d1ba875f6" providerId="ADAL" clId="{8A64FA36-8AEB-4DFC-AF29-F763FAF503BC}" dt="2025-03-06T14:31:34.449" v="799" actId="408"/>
        <pc:sldMkLst>
          <pc:docMk/>
          <pc:sldMk cId="401927681" sldId="1109"/>
        </pc:sldMkLst>
        <pc:spChg chg="mod">
          <ac:chgData name="髙浦祐朗" userId="d6d860fe-bc64-411b-9605-a16d1ba875f6" providerId="ADAL" clId="{8A64FA36-8AEB-4DFC-AF29-F763FAF503BC}" dt="2025-03-06T14:29:50.237" v="760" actId="20577"/>
          <ac:spMkLst>
            <pc:docMk/>
            <pc:sldMk cId="401927681" sldId="1109"/>
            <ac:spMk id="2" creationId="{BED97CA0-08B0-B67C-EA9A-302905A408D8}"/>
          </ac:spMkLst>
        </pc:spChg>
        <pc:picChg chg="add mod">
          <ac:chgData name="髙浦祐朗" userId="d6d860fe-bc64-411b-9605-a16d1ba875f6" providerId="ADAL" clId="{8A64FA36-8AEB-4DFC-AF29-F763FAF503BC}" dt="2025-03-06T14:31:34.449" v="799" actId="408"/>
          <ac:picMkLst>
            <pc:docMk/>
            <pc:sldMk cId="401927681" sldId="1109"/>
            <ac:picMk id="8" creationId="{85C2F219-F36D-099D-E720-6E261B664E3D}"/>
          </ac:picMkLst>
        </pc:picChg>
      </pc:sldChg>
      <pc:sldChg chg="addSp delSp modSp add mod">
        <pc:chgData name="髙浦祐朗" userId="d6d860fe-bc64-411b-9605-a16d1ba875f6" providerId="ADAL" clId="{8A64FA36-8AEB-4DFC-AF29-F763FAF503BC}" dt="2025-03-06T14:31:30.510" v="798" actId="408"/>
        <pc:sldMkLst>
          <pc:docMk/>
          <pc:sldMk cId="2752393928" sldId="1110"/>
        </pc:sldMkLst>
        <pc:spChg chg="mod">
          <ac:chgData name="髙浦祐朗" userId="d6d860fe-bc64-411b-9605-a16d1ba875f6" providerId="ADAL" clId="{8A64FA36-8AEB-4DFC-AF29-F763FAF503BC}" dt="2025-03-06T14:31:21.935" v="797" actId="20577"/>
          <ac:spMkLst>
            <pc:docMk/>
            <pc:sldMk cId="2752393928" sldId="1110"/>
            <ac:spMk id="2" creationId="{210058C6-ADFC-80E4-BD06-39D0D1948D04}"/>
          </ac:spMkLst>
        </pc:spChg>
        <pc:picChg chg="add mod">
          <ac:chgData name="髙浦祐朗" userId="d6d860fe-bc64-411b-9605-a16d1ba875f6" providerId="ADAL" clId="{8A64FA36-8AEB-4DFC-AF29-F763FAF503BC}" dt="2025-03-06T14:31:30.510" v="798" actId="408"/>
          <ac:picMkLst>
            <pc:docMk/>
            <pc:sldMk cId="2752393928" sldId="1110"/>
            <ac:picMk id="5" creationId="{F51D87F7-C5AB-106D-6539-A5FD5FA6D3F9}"/>
          </ac:picMkLst>
        </pc:picChg>
      </pc:sldChg>
      <pc:sldChg chg="addSp delSp modSp add mod">
        <pc:chgData name="髙浦祐朗" userId="d6d860fe-bc64-411b-9605-a16d1ba875f6" providerId="ADAL" clId="{8A64FA36-8AEB-4DFC-AF29-F763FAF503BC}" dt="2025-03-06T14:32:50.189" v="830" actId="20577"/>
        <pc:sldMkLst>
          <pc:docMk/>
          <pc:sldMk cId="806121115" sldId="1111"/>
        </pc:sldMkLst>
        <pc:spChg chg="mod">
          <ac:chgData name="髙浦祐朗" userId="d6d860fe-bc64-411b-9605-a16d1ba875f6" providerId="ADAL" clId="{8A64FA36-8AEB-4DFC-AF29-F763FAF503BC}" dt="2025-03-06T14:32:50.189" v="830" actId="20577"/>
          <ac:spMkLst>
            <pc:docMk/>
            <pc:sldMk cId="806121115" sldId="1111"/>
            <ac:spMk id="2" creationId="{12CD1DA9-1A19-2DC6-BA5E-AA665F34B7FF}"/>
          </ac:spMkLst>
        </pc:spChg>
        <pc:picChg chg="add mod">
          <ac:chgData name="髙浦祐朗" userId="d6d860fe-bc64-411b-9605-a16d1ba875f6" providerId="ADAL" clId="{8A64FA36-8AEB-4DFC-AF29-F763FAF503BC}" dt="2025-03-06T14:32:42.246" v="814" actId="408"/>
          <ac:picMkLst>
            <pc:docMk/>
            <pc:sldMk cId="806121115" sldId="1111"/>
            <ac:picMk id="6" creationId="{960C1CD6-1BC2-DB94-B475-533DBD8FB72B}"/>
          </ac:picMkLst>
        </pc:picChg>
      </pc:sldChg>
    </pc:docChg>
  </pc:docChgLst>
  <pc:docChgLst>
    <pc:chgData name="岡部裕輔" userId="d219e652-ccb3-431f-8f9b-9d0e369fb35b" providerId="ADAL" clId="{6ACAA136-7931-436C-9B0D-F7F64026D955}"/>
    <pc:docChg chg="custSel modSld">
      <pc:chgData name="岡部裕輔" userId="d219e652-ccb3-431f-8f9b-9d0e369fb35b" providerId="ADAL" clId="{6ACAA136-7931-436C-9B0D-F7F64026D955}" dt="2024-12-02T08:41:52.301" v="222" actId="20577"/>
      <pc:docMkLst>
        <pc:docMk/>
      </pc:docMkLst>
      <pc:sldChg chg="modSp mod">
        <pc:chgData name="岡部裕輔" userId="d219e652-ccb3-431f-8f9b-9d0e369fb35b" providerId="ADAL" clId="{6ACAA136-7931-436C-9B0D-F7F64026D955}" dt="2024-12-02T08:37:22.423" v="171" actId="20577"/>
        <pc:sldMkLst>
          <pc:docMk/>
          <pc:sldMk cId="3461870007" sldId="1086"/>
        </pc:sldMkLst>
      </pc:sldChg>
      <pc:sldChg chg="modSp mod">
        <pc:chgData name="岡部裕輔" userId="d219e652-ccb3-431f-8f9b-9d0e369fb35b" providerId="ADAL" clId="{6ACAA136-7931-436C-9B0D-F7F64026D955}" dt="2024-12-02T08:37:51.562" v="176" actId="20577"/>
        <pc:sldMkLst>
          <pc:docMk/>
          <pc:sldMk cId="3285993692" sldId="1093"/>
        </pc:sldMkLst>
      </pc:sldChg>
      <pc:sldChg chg="modSp mod">
        <pc:chgData name="岡部裕輔" userId="d219e652-ccb3-431f-8f9b-9d0e369fb35b" providerId="ADAL" clId="{6ACAA136-7931-436C-9B0D-F7F64026D955}" dt="2024-12-02T08:28:23.374" v="73" actId="20577"/>
        <pc:sldMkLst>
          <pc:docMk/>
          <pc:sldMk cId="1343428231" sldId="1095"/>
        </pc:sldMkLst>
      </pc:sldChg>
      <pc:sldChg chg="modSp mod">
        <pc:chgData name="岡部裕輔" userId="d219e652-ccb3-431f-8f9b-9d0e369fb35b" providerId="ADAL" clId="{6ACAA136-7931-436C-9B0D-F7F64026D955}" dt="2024-12-02T08:41:52.301" v="222" actId="20577"/>
        <pc:sldMkLst>
          <pc:docMk/>
          <pc:sldMk cId="88234639" sldId="11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2025/3/12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2025/3/12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86B-E3C8-2CCB-01B3-DDD7A2D558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83648C-BC74-16A8-B528-DC1A55FA4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0FDD05-E7BC-CA6D-B822-0C11999DCF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B3FDCF-D3F8-5835-904B-0224F566FDD1}"/>
              </a:ext>
            </a:extLst>
          </p:cNvPr>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2681433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4186293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jpe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480001" y="3552000"/>
            <a:ext cx="8640000" cy="768000"/>
          </a:xfrm>
        </p:spPr>
        <p:txBody>
          <a:bodyPr/>
          <a:lstStyle/>
          <a:p>
            <a:r>
              <a:rPr kumimoji="1" lang="ja-JP" altLang="en-US"/>
              <a:t>概算御見積書</a:t>
            </a:r>
            <a:r>
              <a:rPr lang="en-US" altLang="ja-JP" sz="2000"/>
              <a:t>(</a:t>
            </a:r>
            <a:r>
              <a:rPr lang="ja-JP" altLang="en-US" sz="2000"/>
              <a:t>第</a:t>
            </a:r>
            <a:r>
              <a:rPr lang="en-US" altLang="ja-JP" sz="2000"/>
              <a:t>1.x</a:t>
            </a:r>
            <a:r>
              <a:rPr lang="ja-JP" altLang="en-US" sz="2000"/>
              <a:t>版</a:t>
            </a:r>
            <a:r>
              <a:rPr lang="en-US" altLang="ja-JP" sz="2000"/>
              <a:t>)</a:t>
            </a:r>
            <a:endParaRPr kumimoji="1" lang="ja-JP" altLang="en-US"/>
          </a:p>
        </p:txBody>
      </p:sp>
      <p:sp>
        <p:nvSpPr>
          <p:cNvPr id="4" name="サブタイトル 3"/>
          <p:cNvSpPr>
            <a:spLocks noGrp="1"/>
          </p:cNvSpPr>
          <p:nvPr>
            <p:ph type="subTitle" idx="1"/>
          </p:nvPr>
        </p:nvSpPr>
        <p:spPr>
          <a:xfrm>
            <a:off x="480001" y="2660492"/>
            <a:ext cx="8736000" cy="768001"/>
          </a:xfrm>
        </p:spPr>
        <p:txBody>
          <a:bodyPr>
            <a:normAutofit/>
          </a:bodyPr>
          <a:lstStyle/>
          <a:p>
            <a:r>
              <a:rPr lang="ja-JP" altLang="en-US" sz="3200"/>
              <a:t>アスファルト受注業務システム構築</a:t>
            </a:r>
            <a:endParaRPr kumimoji="1" lang="ja-JP" altLang="en-US" sz="320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2025/3/14</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本書は、貴社よりご提供をいただきました下記の資料およびメールの内容を基にした概算御見積書となります。</a:t>
            </a:r>
            <a:endParaRPr lang="en-US" altLang="ja-JP"/>
          </a:p>
          <a:p>
            <a:pPr marL="720000" lvl="1" indent="-342900">
              <a:lnSpc>
                <a:spcPct val="100000"/>
              </a:lnSpc>
            </a:pPr>
            <a:r>
              <a:rPr lang="en-US" altLang="ja-JP" sz="1600">
                <a:latin typeface="游ゴシック" panose="020B0400000000000000" pitchFamily="50" charset="-128"/>
                <a:ea typeface="游ゴシック" panose="020B0400000000000000" pitchFamily="50" charset="-128"/>
              </a:rPr>
              <a:t>20250226_</a:t>
            </a:r>
            <a:r>
              <a:rPr lang="ja-JP" altLang="en-US" sz="1600">
                <a:latin typeface="游ゴシック" panose="020B0400000000000000" pitchFamily="50" charset="-128"/>
                <a:ea typeface="游ゴシック" panose="020B0400000000000000" pitchFamily="50" charset="-128"/>
              </a:rPr>
              <a:t>システムエクゼさま提供資料</a:t>
            </a:r>
            <a:r>
              <a:rPr lang="en-US" altLang="ja-JP" sz="1600">
                <a:latin typeface="游ゴシック" panose="020B0400000000000000" pitchFamily="50" charset="-128"/>
                <a:ea typeface="游ゴシック" panose="020B0400000000000000" pitchFamily="50" charset="-128"/>
              </a:rPr>
              <a:t>.xlsx</a:t>
            </a:r>
          </a:p>
          <a:p>
            <a:pPr marL="720000" lvl="1" indent="-342900">
              <a:lnSpc>
                <a:spcPct val="100000"/>
              </a:lnSpc>
            </a:pPr>
            <a:r>
              <a:rPr lang="ja-JP" altLang="en-US" sz="1600">
                <a:latin typeface="+mn-ea"/>
              </a:rPr>
              <a:t>メール</a:t>
            </a:r>
            <a:r>
              <a:rPr lang="en-US" altLang="ja-JP" sz="1600">
                <a:latin typeface="+mn-ea"/>
              </a:rPr>
              <a:t>【</a:t>
            </a:r>
            <a:r>
              <a:rPr lang="ja-JP" altLang="en-US" sz="1600">
                <a:latin typeface="+mn-ea"/>
              </a:rPr>
              <a:t>ご相談</a:t>
            </a:r>
            <a:r>
              <a:rPr lang="en-US" altLang="ja-JP" sz="1600">
                <a:latin typeface="+mn-ea"/>
              </a:rPr>
              <a:t>】</a:t>
            </a:r>
            <a:r>
              <a:rPr lang="ja-JP" altLang="en-US" sz="1600">
                <a:latin typeface="+mn-ea"/>
              </a:rPr>
              <a:t>アスファルト受注業務システムの件（</a:t>
            </a:r>
            <a:r>
              <a:rPr lang="en-US" altLang="ja-JP" sz="1600">
                <a:latin typeface="+mn-ea"/>
              </a:rPr>
              <a:t> 2025/2/26</a:t>
            </a:r>
            <a:r>
              <a:rPr lang="ja-JP" altLang="en-US" sz="1600">
                <a:latin typeface="+mn-ea"/>
              </a:rPr>
              <a:t>　</a:t>
            </a:r>
            <a:r>
              <a:rPr lang="en-US" altLang="ja-JP" sz="1600">
                <a:latin typeface="+mn-ea"/>
              </a:rPr>
              <a:t>16:49</a:t>
            </a:r>
            <a:r>
              <a:rPr lang="ja-JP" altLang="en-US" sz="1600">
                <a:latin typeface="+mn-ea"/>
              </a:rPr>
              <a:t>受領）</a:t>
            </a: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ご提案範囲</a:t>
            </a:r>
          </a:p>
        </p:txBody>
      </p:sp>
    </p:spTree>
    <p:extLst>
      <p:ext uri="{BB962C8B-B14F-4D97-AF65-F5344CB8AC3E}">
        <p14:creationId xmlns:p14="http://schemas.microsoft.com/office/powerpoint/2010/main" val="96032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F87F-80BA-AE10-4718-7003724FB6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087DF2-81E7-8870-9057-13EF80CFADA0}"/>
              </a:ext>
            </a:extLst>
          </p:cNvPr>
          <p:cNvSpPr>
            <a:spLocks noGrp="1"/>
          </p:cNvSpPr>
          <p:nvPr>
            <p:ph type="title"/>
          </p:nvPr>
        </p:nvSpPr>
        <p:spPr/>
        <p:txBody>
          <a:bodyPr/>
          <a:lstStyle/>
          <a:p>
            <a:r>
              <a:rPr lang="ja-JP" altLang="en-US"/>
              <a:t>想定されている業務概要</a:t>
            </a:r>
            <a:endParaRPr kumimoji="1" lang="ja-JP" altLang="en-US"/>
          </a:p>
        </p:txBody>
      </p:sp>
      <p:sp>
        <p:nvSpPr>
          <p:cNvPr id="4" name="フッター プレースホルダー 3">
            <a:extLst>
              <a:ext uri="{FF2B5EF4-FFF2-40B4-BE49-F238E27FC236}">
                <a16:creationId xmlns:a16="http://schemas.microsoft.com/office/drawing/2014/main" id="{AE34F3A4-82EC-9277-48FA-2766951D755D}"/>
              </a:ext>
            </a:extLst>
          </p:cNvPr>
          <p:cNvSpPr>
            <a:spLocks noGrp="1"/>
          </p:cNvSpPr>
          <p:nvPr>
            <p:ph type="ftr" sz="quarter" idx="11"/>
          </p:nvPr>
        </p:nvSpPr>
        <p:spPr/>
        <p:txBody>
          <a:bodyPr/>
          <a:lstStyle/>
          <a:p>
            <a:r>
              <a:rPr lang="en-US"/>
              <a:t>Copyright © SystemEXE,Inc All Rights Reserved.</a:t>
            </a:r>
          </a:p>
        </p:txBody>
      </p:sp>
      <p:sp>
        <p:nvSpPr>
          <p:cNvPr id="5" name="テキスト ボックス 4">
            <a:extLst>
              <a:ext uri="{FF2B5EF4-FFF2-40B4-BE49-F238E27FC236}">
                <a16:creationId xmlns:a16="http://schemas.microsoft.com/office/drawing/2014/main" id="{A374CCBD-F9EC-D28C-677C-B422EF3BE236}"/>
              </a:ext>
            </a:extLst>
          </p:cNvPr>
          <p:cNvSpPr txBox="1"/>
          <p:nvPr/>
        </p:nvSpPr>
        <p:spPr>
          <a:xfrm>
            <a:off x="576000" y="864000"/>
            <a:ext cx="11041200" cy="4770537"/>
          </a:xfrm>
          <a:prstGeom prst="rect">
            <a:avLst/>
          </a:prstGeom>
          <a:noFill/>
        </p:spPr>
        <p:txBody>
          <a:bodyPr wrap="square">
            <a:spAutoFit/>
          </a:bodyPr>
          <a:lstStyle/>
          <a:p>
            <a:r>
              <a:rPr lang="ja-JP" altLang="en-US" sz="1600">
                <a:latin typeface="+mn-ea"/>
              </a:rPr>
              <a:t>＜スケジュール＞</a:t>
            </a:r>
          </a:p>
          <a:p>
            <a:r>
              <a:rPr lang="en-US" altLang="ja-JP" sz="1600">
                <a:latin typeface="+mn-ea"/>
              </a:rPr>
              <a:t>2025</a:t>
            </a:r>
            <a:r>
              <a:rPr lang="ja-JP" altLang="en-US" sz="1600">
                <a:latin typeface="+mn-ea"/>
              </a:rPr>
              <a:t>年度内に開発。出来れば、年度内に稼働したい。</a:t>
            </a:r>
            <a:r>
              <a:rPr lang="en-US" altLang="ja-JP" sz="1600">
                <a:latin typeface="+mn-ea"/>
              </a:rPr>
              <a:t>26</a:t>
            </a:r>
            <a:r>
              <a:rPr lang="ja-JP" altLang="en-US" sz="1600">
                <a:latin typeface="+mn-ea"/>
              </a:rPr>
              <a:t>年</a:t>
            </a:r>
            <a:r>
              <a:rPr lang="en-US" altLang="ja-JP" sz="1600">
                <a:latin typeface="+mn-ea"/>
              </a:rPr>
              <a:t>4</a:t>
            </a:r>
            <a:r>
              <a:rPr lang="ja-JP" altLang="en-US" sz="1600">
                <a:latin typeface="+mn-ea"/>
              </a:rPr>
              <a:t>月稼働は必須。</a:t>
            </a:r>
          </a:p>
          <a:p>
            <a:endParaRPr lang="ja-JP" altLang="en-US" sz="1600">
              <a:latin typeface="+mn-ea"/>
            </a:endParaRPr>
          </a:p>
          <a:p>
            <a:r>
              <a:rPr lang="ja-JP" altLang="en-US" sz="1600">
                <a:latin typeface="+mn-ea"/>
              </a:rPr>
              <a:t>＜業務概要（添付が検討中のシステムの流れです）＞</a:t>
            </a:r>
          </a:p>
          <a:p>
            <a:r>
              <a:rPr lang="ja-JP" altLang="en-US" sz="1600">
                <a:latin typeface="+mn-ea"/>
              </a:rPr>
              <a:t>受注業務の概要</a:t>
            </a:r>
          </a:p>
          <a:p>
            <a:r>
              <a:rPr lang="ja-JP" altLang="en-US" sz="1600">
                <a:latin typeface="+mn-ea"/>
              </a:rPr>
              <a:t>・出光アスファルト事業部の受注先（注文主）は、特約販売店（特販店）</a:t>
            </a:r>
          </a:p>
          <a:p>
            <a:r>
              <a:rPr lang="ja-JP" altLang="en-US" sz="1600">
                <a:latin typeface="+mn-ea"/>
              </a:rPr>
              <a:t>・特販店は、需要家（実際の出荷先）から注文を受け、出光に発注する</a:t>
            </a:r>
          </a:p>
          <a:p>
            <a:r>
              <a:rPr lang="ja-JP" altLang="en-US" sz="1600">
                <a:latin typeface="+mn-ea"/>
              </a:rPr>
              <a:t>・また、特販店は、タンクローリーの手配も行っている</a:t>
            </a:r>
          </a:p>
          <a:p>
            <a:endParaRPr lang="ja-JP" altLang="en-US" sz="1600">
              <a:latin typeface="+mn-ea"/>
            </a:endParaRPr>
          </a:p>
          <a:p>
            <a:r>
              <a:rPr lang="ja-JP" altLang="en-US" sz="1600">
                <a:latin typeface="+mn-ea"/>
              </a:rPr>
              <a:t>上記の関係において、出光工場担当者と特販店で受注を調整・確定するにあたり、需要家への持ち届け要望時間に合わせて、出光工場でのローリー充填時間の調整等が必要。</a:t>
            </a:r>
          </a:p>
          <a:p>
            <a:r>
              <a:rPr lang="ja-JP" altLang="en-US" sz="1600">
                <a:latin typeface="+mn-ea"/>
              </a:rPr>
              <a:t>特販店は、運送会社と配車の調整、出光担当者は、限られた出荷設備や製品在庫、生産計画を鑑みて、出来る限り要望時間での出荷調整を行っている。</a:t>
            </a:r>
          </a:p>
          <a:p>
            <a:r>
              <a:rPr lang="ja-JP" altLang="en-US" sz="1600">
                <a:latin typeface="+mn-ea"/>
              </a:rPr>
              <a:t>出光と特販店の間の出荷調整、特販店と運送会社の間の配車調整等を出来る限り低減（勿論、運用ルールの見直しも並行して行う前提）したい。</a:t>
            </a:r>
          </a:p>
          <a:p>
            <a:endParaRPr lang="ja-JP" altLang="en-US" sz="1600">
              <a:latin typeface="+mn-ea"/>
            </a:endParaRPr>
          </a:p>
          <a:p>
            <a:r>
              <a:rPr lang="ja-JP" altLang="en-US" sz="1600">
                <a:latin typeface="+mn-ea"/>
              </a:rPr>
              <a:t>これ以外に特販店を介在せず、需要家との取引で、配車手配は出光側で行うケースも想定しています。</a:t>
            </a:r>
          </a:p>
          <a:p>
            <a:r>
              <a:rPr lang="ja-JP" altLang="en-US" sz="1600">
                <a:latin typeface="+mn-ea"/>
              </a:rPr>
              <a:t>また、工場側の在庫や生産計画情報の連動や、見える化については、今回はスコープ外としています。</a:t>
            </a:r>
            <a:br>
              <a:rPr lang="en-US" altLang="ja-JP" sz="1600">
                <a:latin typeface="+mn-ea"/>
              </a:rPr>
            </a:br>
            <a:r>
              <a:rPr lang="ja-JP" altLang="en-US" sz="1600">
                <a:latin typeface="+mn-ea"/>
              </a:rPr>
              <a:t>純粋に受注調整、確定までのプロセスを対象と考えています。</a:t>
            </a:r>
          </a:p>
        </p:txBody>
      </p:sp>
      <p:sp>
        <p:nvSpPr>
          <p:cNvPr id="7" name="テキスト ボックス 6">
            <a:extLst>
              <a:ext uri="{FF2B5EF4-FFF2-40B4-BE49-F238E27FC236}">
                <a16:creationId xmlns:a16="http://schemas.microsoft.com/office/drawing/2014/main" id="{0F2626F3-BADC-A7E4-7D76-8E1E48991C2B}"/>
              </a:ext>
            </a:extLst>
          </p:cNvPr>
          <p:cNvSpPr txBox="1"/>
          <p:nvPr/>
        </p:nvSpPr>
        <p:spPr>
          <a:xfrm>
            <a:off x="665648" y="6205710"/>
            <a:ext cx="11382917" cy="276999"/>
          </a:xfrm>
          <a:prstGeom prst="rect">
            <a:avLst/>
          </a:prstGeom>
          <a:noFill/>
        </p:spPr>
        <p:txBody>
          <a:bodyPr wrap="square">
            <a:spAutoFit/>
          </a:bodyPr>
          <a:lstStyle/>
          <a:p>
            <a:pPr algn="r"/>
            <a:r>
              <a:rPr lang="ja-JP" altLang="en-US" sz="1200">
                <a:latin typeface="+mn-ea"/>
              </a:rPr>
              <a:t>メール：</a:t>
            </a:r>
            <a:r>
              <a:rPr lang="en-US" altLang="ja-JP" sz="1200">
                <a:latin typeface="+mn-ea"/>
              </a:rPr>
              <a:t>【</a:t>
            </a:r>
            <a:r>
              <a:rPr lang="ja-JP" altLang="en-US" sz="1200">
                <a:latin typeface="+mn-ea"/>
              </a:rPr>
              <a:t>ご相談</a:t>
            </a:r>
            <a:r>
              <a:rPr lang="en-US" altLang="ja-JP" sz="1200">
                <a:latin typeface="+mn-ea"/>
              </a:rPr>
              <a:t>】</a:t>
            </a:r>
            <a:r>
              <a:rPr lang="ja-JP" altLang="en-US" sz="1200">
                <a:latin typeface="+mn-ea"/>
              </a:rPr>
              <a:t>アスファルト受注業務システムの件より抜粋（</a:t>
            </a:r>
            <a:r>
              <a:rPr lang="en-US" altLang="ja-JP" sz="1200">
                <a:latin typeface="+mn-ea"/>
              </a:rPr>
              <a:t> 2025/2/26</a:t>
            </a:r>
            <a:r>
              <a:rPr lang="ja-JP" altLang="en-US" sz="1200">
                <a:latin typeface="+mn-ea"/>
              </a:rPr>
              <a:t>　</a:t>
            </a:r>
            <a:r>
              <a:rPr lang="en-US" altLang="ja-JP" sz="1200">
                <a:latin typeface="+mn-ea"/>
              </a:rPr>
              <a:t>16:49</a:t>
            </a:r>
            <a:r>
              <a:rPr lang="ja-JP" altLang="en-US" sz="1200">
                <a:latin typeface="+mn-ea"/>
              </a:rPr>
              <a:t>）</a:t>
            </a:r>
          </a:p>
        </p:txBody>
      </p:sp>
    </p:spTree>
    <p:extLst>
      <p:ext uri="{BB962C8B-B14F-4D97-AF65-F5344CB8AC3E}">
        <p14:creationId xmlns:p14="http://schemas.microsoft.com/office/powerpoint/2010/main" val="3454037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図 74" descr="図形, アイコン&#10;&#10;AI によって生成されたコンテンツは間違っている可能性があります。">
            <a:extLst>
              <a:ext uri="{FF2B5EF4-FFF2-40B4-BE49-F238E27FC236}">
                <a16:creationId xmlns:a16="http://schemas.microsoft.com/office/drawing/2014/main" id="{852BD6F7-4827-7457-E199-B7B5201AA592}"/>
              </a:ext>
            </a:extLst>
          </p:cNvPr>
          <p:cNvPicPr>
            <a:picLocks noChangeAspect="1"/>
          </p:cNvPicPr>
          <p:nvPr/>
        </p:nvPicPr>
        <p:blipFill>
          <a:blip r:embed="rId2"/>
          <a:stretch>
            <a:fillRect/>
          </a:stretch>
        </p:blipFill>
        <p:spPr>
          <a:xfrm>
            <a:off x="8312715" y="3309957"/>
            <a:ext cx="720000" cy="720000"/>
          </a:xfrm>
          <a:prstGeom prst="rect">
            <a:avLst/>
          </a:prstGeom>
        </p:spPr>
      </p:pic>
      <p:sp>
        <p:nvSpPr>
          <p:cNvPr id="2" name="タイトル 1"/>
          <p:cNvSpPr>
            <a:spLocks noGrp="1"/>
          </p:cNvSpPr>
          <p:nvPr>
            <p:ph type="title"/>
          </p:nvPr>
        </p:nvSpPr>
        <p:spPr/>
        <p:txBody>
          <a:bodyPr/>
          <a:lstStyle/>
          <a:p>
            <a:r>
              <a:rPr kumimoji="1" lang="ja-JP" altLang="en-US" dirty="0"/>
              <a:t>システムの構築範囲（全体イメージ）</a:t>
            </a:r>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pic>
        <p:nvPicPr>
          <p:cNvPr id="1026" name="Picture 2" descr="SAP (企業) - Wikipedia">
            <a:extLst>
              <a:ext uri="{FF2B5EF4-FFF2-40B4-BE49-F238E27FC236}">
                <a16:creationId xmlns:a16="http://schemas.microsoft.com/office/drawing/2014/main" id="{44E3B8BF-F050-934F-CD14-6AA8E7D49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000" y="906996"/>
            <a:ext cx="1080000" cy="534918"/>
          </a:xfrm>
          <a:prstGeom prst="rect">
            <a:avLst/>
          </a:prstGeom>
          <a:noFill/>
          <a:ln>
            <a:solidFill>
              <a:schemeClr val="tx1">
                <a:lumMod val="75000"/>
                <a:lumOff val="25000"/>
              </a:schemeClr>
            </a:solidFill>
          </a:ln>
          <a:extLst>
            <a:ext uri="{909E8E84-426E-40DD-AFC4-6F175D3DCCD1}">
              <a14:hiddenFill xmlns:a14="http://schemas.microsoft.com/office/drawing/2010/main">
                <a:solidFill>
                  <a:srgbClr val="FFFFFF"/>
                </a:solidFill>
              </a14:hiddenFill>
            </a:ext>
          </a:extLst>
        </p:spPr>
      </p:pic>
      <p:pic>
        <p:nvPicPr>
          <p:cNvPr id="68" name="図 67" descr="アイコン&#10;&#10;AI によって生成されたコンテンツは間違っている可能性があります。">
            <a:extLst>
              <a:ext uri="{FF2B5EF4-FFF2-40B4-BE49-F238E27FC236}">
                <a16:creationId xmlns:a16="http://schemas.microsoft.com/office/drawing/2014/main" id="{53C3357B-27A8-E809-B6CC-9F8ECBF52544}"/>
              </a:ext>
            </a:extLst>
          </p:cNvPr>
          <p:cNvPicPr>
            <a:picLocks noChangeAspect="1"/>
          </p:cNvPicPr>
          <p:nvPr/>
        </p:nvPicPr>
        <p:blipFill>
          <a:blip r:embed="rId4"/>
          <a:stretch>
            <a:fillRect/>
          </a:stretch>
        </p:blipFill>
        <p:spPr>
          <a:xfrm>
            <a:off x="5736000" y="3429000"/>
            <a:ext cx="720000" cy="720000"/>
          </a:xfrm>
          <a:prstGeom prst="rect">
            <a:avLst/>
          </a:prstGeom>
        </p:spPr>
      </p:pic>
      <p:pic>
        <p:nvPicPr>
          <p:cNvPr id="81" name="図 80" descr="アイコン&#10;&#10;AI によって生成されたコンテンツは間違っている可能性があります。">
            <a:extLst>
              <a:ext uri="{FF2B5EF4-FFF2-40B4-BE49-F238E27FC236}">
                <a16:creationId xmlns:a16="http://schemas.microsoft.com/office/drawing/2014/main" id="{F9CA2CF4-489F-1DCF-8842-455F8ED53446}"/>
              </a:ext>
            </a:extLst>
          </p:cNvPr>
          <p:cNvPicPr>
            <a:picLocks noChangeAspect="1"/>
          </p:cNvPicPr>
          <p:nvPr/>
        </p:nvPicPr>
        <p:blipFill>
          <a:blip r:embed="rId5"/>
          <a:stretch>
            <a:fillRect/>
          </a:stretch>
        </p:blipFill>
        <p:spPr>
          <a:xfrm>
            <a:off x="8363599" y="5092050"/>
            <a:ext cx="720000" cy="720000"/>
          </a:xfrm>
          <a:prstGeom prst="rect">
            <a:avLst/>
          </a:prstGeom>
        </p:spPr>
      </p:pic>
      <p:pic>
        <p:nvPicPr>
          <p:cNvPr id="83" name="図 82" descr="ロゴ&#10;&#10;AI によって生成されたコンテンツは間違っている可能性があります。">
            <a:extLst>
              <a:ext uri="{FF2B5EF4-FFF2-40B4-BE49-F238E27FC236}">
                <a16:creationId xmlns:a16="http://schemas.microsoft.com/office/drawing/2014/main" id="{2FBD18C7-FDF7-B028-6840-8AE043281F6E}"/>
              </a:ext>
            </a:extLst>
          </p:cNvPr>
          <p:cNvPicPr>
            <a:picLocks noChangeAspect="1"/>
          </p:cNvPicPr>
          <p:nvPr/>
        </p:nvPicPr>
        <p:blipFill>
          <a:blip r:embed="rId6"/>
          <a:stretch>
            <a:fillRect/>
          </a:stretch>
        </p:blipFill>
        <p:spPr>
          <a:xfrm>
            <a:off x="2326391" y="5100005"/>
            <a:ext cx="720000" cy="720000"/>
          </a:xfrm>
          <a:prstGeom prst="rect">
            <a:avLst/>
          </a:prstGeom>
        </p:spPr>
      </p:pic>
      <p:pic>
        <p:nvPicPr>
          <p:cNvPr id="5" name="図 4" descr="アイコン&#10;&#10;AI によって生成されたコンテンツは間違っている可能性があります。">
            <a:extLst>
              <a:ext uri="{FF2B5EF4-FFF2-40B4-BE49-F238E27FC236}">
                <a16:creationId xmlns:a16="http://schemas.microsoft.com/office/drawing/2014/main" id="{E9B815CD-7F38-B51B-05AF-666DC7448923}"/>
              </a:ext>
            </a:extLst>
          </p:cNvPr>
          <p:cNvPicPr>
            <a:picLocks noChangeAspect="1"/>
          </p:cNvPicPr>
          <p:nvPr/>
        </p:nvPicPr>
        <p:blipFill>
          <a:blip r:embed="rId7"/>
          <a:stretch>
            <a:fillRect/>
          </a:stretch>
        </p:blipFill>
        <p:spPr>
          <a:xfrm>
            <a:off x="3046391" y="1871935"/>
            <a:ext cx="720000" cy="720000"/>
          </a:xfrm>
          <a:prstGeom prst="rect">
            <a:avLst/>
          </a:prstGeom>
        </p:spPr>
      </p:pic>
      <p:pic>
        <p:nvPicPr>
          <p:cNvPr id="7" name="図 6" descr="QR コード が含まれている画像&#10;&#10;AI によって生成されたコンテンツは間違っている可能性があります。">
            <a:extLst>
              <a:ext uri="{FF2B5EF4-FFF2-40B4-BE49-F238E27FC236}">
                <a16:creationId xmlns:a16="http://schemas.microsoft.com/office/drawing/2014/main" id="{6FCBC1F1-F6A8-7F77-B7C2-FA64AFFE6D15}"/>
              </a:ext>
            </a:extLst>
          </p:cNvPr>
          <p:cNvPicPr>
            <a:picLocks noChangeAspect="1"/>
          </p:cNvPicPr>
          <p:nvPr/>
        </p:nvPicPr>
        <p:blipFill>
          <a:blip r:embed="rId8"/>
          <a:stretch>
            <a:fillRect/>
          </a:stretch>
        </p:blipFill>
        <p:spPr>
          <a:xfrm>
            <a:off x="2394984" y="1641575"/>
            <a:ext cx="720000" cy="720000"/>
          </a:xfrm>
          <a:prstGeom prst="rect">
            <a:avLst/>
          </a:prstGeom>
        </p:spPr>
      </p:pic>
      <p:pic>
        <p:nvPicPr>
          <p:cNvPr id="9" name="図 8" descr="アイコン&#10;&#10;AI によって生成されたコンテンツは間違っている可能性があります。">
            <a:extLst>
              <a:ext uri="{FF2B5EF4-FFF2-40B4-BE49-F238E27FC236}">
                <a16:creationId xmlns:a16="http://schemas.microsoft.com/office/drawing/2014/main" id="{0FC56E20-B1A4-78B0-EB96-4AB034CB2475}"/>
              </a:ext>
            </a:extLst>
          </p:cNvPr>
          <p:cNvPicPr>
            <a:picLocks noChangeAspect="1"/>
          </p:cNvPicPr>
          <p:nvPr/>
        </p:nvPicPr>
        <p:blipFill>
          <a:blip r:embed="rId9"/>
          <a:stretch>
            <a:fillRect/>
          </a:stretch>
        </p:blipFill>
        <p:spPr>
          <a:xfrm>
            <a:off x="3046391" y="5227109"/>
            <a:ext cx="720000" cy="720000"/>
          </a:xfrm>
          <a:prstGeom prst="rect">
            <a:avLst/>
          </a:prstGeom>
        </p:spPr>
      </p:pic>
      <p:pic>
        <p:nvPicPr>
          <p:cNvPr id="14" name="図 13" descr="アイコン&#10;&#10;AI によって生成されたコンテンツは間違っている可能性があります。">
            <a:extLst>
              <a:ext uri="{FF2B5EF4-FFF2-40B4-BE49-F238E27FC236}">
                <a16:creationId xmlns:a16="http://schemas.microsoft.com/office/drawing/2014/main" id="{0DC17CB9-55AB-2890-3B15-620BEE9CFFC7}"/>
              </a:ext>
            </a:extLst>
          </p:cNvPr>
          <p:cNvPicPr>
            <a:picLocks noChangeAspect="1"/>
          </p:cNvPicPr>
          <p:nvPr/>
        </p:nvPicPr>
        <p:blipFill>
          <a:blip r:embed="rId10"/>
          <a:stretch>
            <a:fillRect/>
          </a:stretch>
        </p:blipFill>
        <p:spPr>
          <a:xfrm>
            <a:off x="7716000" y="5227109"/>
            <a:ext cx="720000" cy="720000"/>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5EA2F22F-09E2-C402-B509-A6ABC63C7ABA}"/>
              </a:ext>
            </a:extLst>
          </p:cNvPr>
          <p:cNvPicPr>
            <a:picLocks noChangeAspect="1"/>
          </p:cNvPicPr>
          <p:nvPr/>
        </p:nvPicPr>
        <p:blipFill>
          <a:blip r:embed="rId11"/>
          <a:stretch>
            <a:fillRect/>
          </a:stretch>
        </p:blipFill>
        <p:spPr>
          <a:xfrm>
            <a:off x="7648452" y="3543383"/>
            <a:ext cx="720000" cy="720000"/>
          </a:xfrm>
          <a:prstGeom prst="rect">
            <a:avLst/>
          </a:prstGeom>
        </p:spPr>
      </p:pic>
      <p:pic>
        <p:nvPicPr>
          <p:cNvPr id="15" name="図 14" descr="図形, アイコン&#10;&#10;AI によって生成されたコンテンツは間違っている可能性があります。">
            <a:extLst>
              <a:ext uri="{FF2B5EF4-FFF2-40B4-BE49-F238E27FC236}">
                <a16:creationId xmlns:a16="http://schemas.microsoft.com/office/drawing/2014/main" id="{DFF62D11-9FF3-EA05-AAB6-91F5A66EC3E9}"/>
              </a:ext>
            </a:extLst>
          </p:cNvPr>
          <p:cNvPicPr>
            <a:picLocks noChangeAspect="1"/>
          </p:cNvPicPr>
          <p:nvPr/>
        </p:nvPicPr>
        <p:blipFill>
          <a:blip r:embed="rId2"/>
          <a:stretch>
            <a:fillRect/>
          </a:stretch>
        </p:blipFill>
        <p:spPr>
          <a:xfrm>
            <a:off x="10581798" y="1663170"/>
            <a:ext cx="540000" cy="540000"/>
          </a:xfrm>
          <a:prstGeom prst="rect">
            <a:avLst/>
          </a:prstGeom>
        </p:spPr>
      </p:pic>
      <p:pic>
        <p:nvPicPr>
          <p:cNvPr id="16" name="図 15" descr="図形, アイコン&#10;&#10;AI によって生成されたコンテンツは間違っている可能性があります。">
            <a:extLst>
              <a:ext uri="{FF2B5EF4-FFF2-40B4-BE49-F238E27FC236}">
                <a16:creationId xmlns:a16="http://schemas.microsoft.com/office/drawing/2014/main" id="{65F233A3-7C0A-FEA5-CA73-F6D305031EEF}"/>
              </a:ext>
            </a:extLst>
          </p:cNvPr>
          <p:cNvPicPr>
            <a:picLocks noChangeAspect="1"/>
          </p:cNvPicPr>
          <p:nvPr/>
        </p:nvPicPr>
        <p:blipFill>
          <a:blip r:embed="rId2"/>
          <a:stretch>
            <a:fillRect/>
          </a:stretch>
        </p:blipFill>
        <p:spPr>
          <a:xfrm>
            <a:off x="10579993" y="2467599"/>
            <a:ext cx="540000" cy="540000"/>
          </a:xfrm>
          <a:prstGeom prst="rect">
            <a:avLst/>
          </a:prstGeom>
        </p:spPr>
      </p:pic>
      <p:pic>
        <p:nvPicPr>
          <p:cNvPr id="20" name="図 19" descr="アイコン&#10;&#10;AI によって生成されたコンテンツは間違っている可能性があります。">
            <a:extLst>
              <a:ext uri="{FF2B5EF4-FFF2-40B4-BE49-F238E27FC236}">
                <a16:creationId xmlns:a16="http://schemas.microsoft.com/office/drawing/2014/main" id="{4178DDFE-219F-CC11-167D-DC08C0EA52E1}"/>
              </a:ext>
            </a:extLst>
          </p:cNvPr>
          <p:cNvPicPr>
            <a:picLocks noChangeAspect="1"/>
          </p:cNvPicPr>
          <p:nvPr/>
        </p:nvPicPr>
        <p:blipFill>
          <a:blip r:embed="rId12"/>
          <a:stretch>
            <a:fillRect/>
          </a:stretch>
        </p:blipFill>
        <p:spPr>
          <a:xfrm>
            <a:off x="10555769" y="3763599"/>
            <a:ext cx="540000" cy="540000"/>
          </a:xfrm>
          <a:prstGeom prst="rect">
            <a:avLst/>
          </a:prstGeom>
        </p:spPr>
      </p:pic>
      <p:cxnSp>
        <p:nvCxnSpPr>
          <p:cNvPr id="24" name="直線矢印コネクタ 23">
            <a:extLst>
              <a:ext uri="{FF2B5EF4-FFF2-40B4-BE49-F238E27FC236}">
                <a16:creationId xmlns:a16="http://schemas.microsoft.com/office/drawing/2014/main" id="{A2CE7793-A95E-BA76-41F1-4E3016CF2FFA}"/>
              </a:ext>
            </a:extLst>
          </p:cNvPr>
          <p:cNvCxnSpPr>
            <a:cxnSpLocks/>
            <a:stCxn id="68" idx="0"/>
            <a:endCxn id="1026" idx="2"/>
          </p:cNvCxnSpPr>
          <p:nvPr/>
        </p:nvCxnSpPr>
        <p:spPr>
          <a:xfrm flipV="1">
            <a:off x="6096000" y="1441914"/>
            <a:ext cx="0" cy="1987086"/>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C8AE539C-1F31-81E7-5D49-209DBDECD190}"/>
              </a:ext>
            </a:extLst>
          </p:cNvPr>
          <p:cNvGrpSpPr/>
          <p:nvPr/>
        </p:nvGrpSpPr>
        <p:grpSpPr>
          <a:xfrm>
            <a:off x="2394984" y="3371669"/>
            <a:ext cx="1371407" cy="894397"/>
            <a:chOff x="2394984" y="3371669"/>
            <a:chExt cx="1371407" cy="894397"/>
          </a:xfrm>
        </p:grpSpPr>
        <p:pic>
          <p:nvPicPr>
            <p:cNvPr id="10" name="図 9" descr="アイコン&#10;&#10;AI によって生成されたコンテンツは間違っている可能性があります。">
              <a:extLst>
                <a:ext uri="{FF2B5EF4-FFF2-40B4-BE49-F238E27FC236}">
                  <a16:creationId xmlns:a16="http://schemas.microsoft.com/office/drawing/2014/main" id="{04DD0394-5954-73D4-CDFB-0AB850258B65}"/>
                </a:ext>
              </a:extLst>
            </p:cNvPr>
            <p:cNvPicPr>
              <a:picLocks noChangeAspect="1"/>
            </p:cNvPicPr>
            <p:nvPr/>
          </p:nvPicPr>
          <p:blipFill>
            <a:blip r:embed="rId5"/>
            <a:stretch>
              <a:fillRect/>
            </a:stretch>
          </p:blipFill>
          <p:spPr>
            <a:xfrm>
              <a:off x="2394984" y="3371669"/>
              <a:ext cx="720000" cy="720000"/>
            </a:xfrm>
            <a:prstGeom prst="rect">
              <a:avLst/>
            </a:prstGeom>
          </p:spPr>
        </p:pic>
        <p:pic>
          <p:nvPicPr>
            <p:cNvPr id="31" name="図 30" descr="アイコン&#10;&#10;AI によって生成されたコンテンツは間違っている可能性があります。">
              <a:extLst>
                <a:ext uri="{FF2B5EF4-FFF2-40B4-BE49-F238E27FC236}">
                  <a16:creationId xmlns:a16="http://schemas.microsoft.com/office/drawing/2014/main" id="{54CEB349-2D22-27BD-84A9-C5D8ECFE501E}"/>
                </a:ext>
              </a:extLst>
            </p:cNvPr>
            <p:cNvPicPr>
              <a:picLocks noChangeAspect="1"/>
            </p:cNvPicPr>
            <p:nvPr/>
          </p:nvPicPr>
          <p:blipFill>
            <a:blip r:embed="rId13"/>
            <a:stretch>
              <a:fillRect/>
            </a:stretch>
          </p:blipFill>
          <p:spPr>
            <a:xfrm>
              <a:off x="3046391" y="3546066"/>
              <a:ext cx="720000" cy="720000"/>
            </a:xfrm>
            <a:prstGeom prst="rect">
              <a:avLst/>
            </a:prstGeom>
          </p:spPr>
        </p:pic>
      </p:grpSp>
      <p:pic>
        <p:nvPicPr>
          <p:cNvPr id="33" name="図 32" descr="アイコン&#10;&#10;AI によって生成されたコンテンツは間違っている可能性があります。">
            <a:extLst>
              <a:ext uri="{FF2B5EF4-FFF2-40B4-BE49-F238E27FC236}">
                <a16:creationId xmlns:a16="http://schemas.microsoft.com/office/drawing/2014/main" id="{2D59373C-DAEF-7B6F-01E6-7C012251186A}"/>
              </a:ext>
            </a:extLst>
          </p:cNvPr>
          <p:cNvPicPr>
            <a:picLocks noChangeAspect="1"/>
          </p:cNvPicPr>
          <p:nvPr/>
        </p:nvPicPr>
        <p:blipFill>
          <a:blip r:embed="rId7"/>
          <a:stretch>
            <a:fillRect/>
          </a:stretch>
        </p:blipFill>
        <p:spPr>
          <a:xfrm>
            <a:off x="967850" y="3523067"/>
            <a:ext cx="720000" cy="720000"/>
          </a:xfrm>
          <a:prstGeom prst="rect">
            <a:avLst/>
          </a:prstGeom>
        </p:spPr>
      </p:pic>
      <p:pic>
        <p:nvPicPr>
          <p:cNvPr id="34" name="図 33" descr="QR コード が含まれている画像&#10;&#10;AI によって生成されたコンテンツは間違っている可能性があります。">
            <a:extLst>
              <a:ext uri="{FF2B5EF4-FFF2-40B4-BE49-F238E27FC236}">
                <a16:creationId xmlns:a16="http://schemas.microsoft.com/office/drawing/2014/main" id="{DACC3C16-4856-6F92-138C-63DDE207E72D}"/>
              </a:ext>
            </a:extLst>
          </p:cNvPr>
          <p:cNvPicPr>
            <a:picLocks noChangeAspect="1"/>
          </p:cNvPicPr>
          <p:nvPr/>
        </p:nvPicPr>
        <p:blipFill>
          <a:blip r:embed="rId8"/>
          <a:stretch>
            <a:fillRect/>
          </a:stretch>
        </p:blipFill>
        <p:spPr>
          <a:xfrm>
            <a:off x="316443" y="3292707"/>
            <a:ext cx="720000" cy="720000"/>
          </a:xfrm>
          <a:prstGeom prst="rect">
            <a:avLst/>
          </a:prstGeom>
        </p:spPr>
      </p:pic>
      <p:cxnSp>
        <p:nvCxnSpPr>
          <p:cNvPr id="35" name="直線矢印コネクタ 34">
            <a:extLst>
              <a:ext uri="{FF2B5EF4-FFF2-40B4-BE49-F238E27FC236}">
                <a16:creationId xmlns:a16="http://schemas.microsoft.com/office/drawing/2014/main" id="{3AEC192B-CE66-2482-EE27-F54BE6E4E900}"/>
              </a:ext>
            </a:extLst>
          </p:cNvPr>
          <p:cNvCxnSpPr>
            <a:cxnSpLocks/>
            <a:endCxn id="68" idx="1"/>
          </p:cNvCxnSpPr>
          <p:nvPr/>
        </p:nvCxnSpPr>
        <p:spPr>
          <a:xfrm>
            <a:off x="3766391" y="3766130"/>
            <a:ext cx="1969609"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3651DE8-072B-0E3C-6DAA-B11347CAD3C4}"/>
              </a:ext>
            </a:extLst>
          </p:cNvPr>
          <p:cNvCxnSpPr>
            <a:cxnSpLocks/>
            <a:endCxn id="68" idx="3"/>
          </p:cNvCxnSpPr>
          <p:nvPr/>
        </p:nvCxnSpPr>
        <p:spPr>
          <a:xfrm flipH="1">
            <a:off x="6456000" y="3787117"/>
            <a:ext cx="1192452"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0935DB8F-5D9E-E16B-A47B-C947B8F62E4B}"/>
              </a:ext>
            </a:extLst>
          </p:cNvPr>
          <p:cNvCxnSpPr>
            <a:cxnSpLocks/>
            <a:stCxn id="14" idx="1"/>
          </p:cNvCxnSpPr>
          <p:nvPr/>
        </p:nvCxnSpPr>
        <p:spPr>
          <a:xfrm rot="10800000">
            <a:off x="6984190" y="3778663"/>
            <a:ext cx="731811" cy="1808446"/>
          </a:xfrm>
          <a:prstGeom prst="bentConnector2">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EA96A8A1-624E-E90A-F4A0-D27224C5CB5F}"/>
              </a:ext>
            </a:extLst>
          </p:cNvPr>
          <p:cNvCxnSpPr>
            <a:cxnSpLocks/>
          </p:cNvCxnSpPr>
          <p:nvPr/>
        </p:nvCxnSpPr>
        <p:spPr>
          <a:xfrm>
            <a:off x="1634418" y="3766130"/>
            <a:ext cx="785110"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2F4090BF-72C4-A596-E556-9311B5A0FB87}"/>
              </a:ext>
            </a:extLst>
          </p:cNvPr>
          <p:cNvCxnSpPr>
            <a:cxnSpLocks/>
            <a:stCxn id="9" idx="3"/>
            <a:endCxn id="5" idx="3"/>
          </p:cNvCxnSpPr>
          <p:nvPr/>
        </p:nvCxnSpPr>
        <p:spPr>
          <a:xfrm flipV="1">
            <a:off x="3766391" y="2231935"/>
            <a:ext cx="12700" cy="3355174"/>
          </a:xfrm>
          <a:prstGeom prst="bentConnector3">
            <a:avLst>
              <a:gd name="adj1" fmla="val 6066661"/>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127000" y="1566332"/>
            <a:ext cx="9237133" cy="4682067"/>
          </a:xfrm>
          <a:prstGeom prst="roundRect">
            <a:avLst>
              <a:gd name="adj" fmla="val 4342"/>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329609" y="1166040"/>
            <a:ext cx="1413667" cy="347084"/>
          </a:xfrm>
          <a:prstGeom prst="rect">
            <a:avLst/>
          </a:prstGeom>
          <a:noFill/>
        </p:spPr>
        <p:txBody>
          <a:bodyPr wrap="square" lIns="108000" tIns="72000" rIns="108000" bIns="72000" rtlCol="0" anchor="t">
            <a:noAutofit/>
          </a:bodyPr>
          <a:lstStyle/>
          <a:p>
            <a:pPr>
              <a:spcBef>
                <a:spcPts val="600"/>
              </a:spcBef>
            </a:pPr>
            <a:r>
              <a:rPr kumimoji="1" lang="en-US" altLang="ja-JP" sz="1600">
                <a:solidFill>
                  <a:srgbClr val="FF0000"/>
                </a:solidFill>
                <a:latin typeface="游ゴシック"/>
                <a:ea typeface="游ゴシック"/>
              </a:rPr>
              <a:t>2025</a:t>
            </a:r>
            <a:r>
              <a:rPr kumimoji="1" lang="ja-JP" altLang="en-US" sz="1600">
                <a:solidFill>
                  <a:srgbClr val="FF0000"/>
                </a:solidFill>
                <a:latin typeface="游ゴシック"/>
                <a:ea typeface="游ゴシック"/>
              </a:rPr>
              <a:t>年度</a:t>
            </a:r>
            <a:endParaRPr kumimoji="1" lang="en-US" altLang="ja-JP" sz="1600">
              <a:solidFill>
                <a:srgbClr val="FF0000"/>
              </a:solidFill>
              <a:latin typeface="游ゴシック"/>
              <a:ea typeface="游ゴシック"/>
            </a:endParaRPr>
          </a:p>
        </p:txBody>
      </p:sp>
      <p:sp>
        <p:nvSpPr>
          <p:cNvPr id="60" name="テキスト ボックス 59">
            <a:extLst>
              <a:ext uri="{FF2B5EF4-FFF2-40B4-BE49-F238E27FC236}">
                <a16:creationId xmlns:a16="http://schemas.microsoft.com/office/drawing/2014/main" id="{41F878C2-DD66-C55D-85B2-172BF48F5960}"/>
              </a:ext>
            </a:extLst>
          </p:cNvPr>
          <p:cNvSpPr txBox="1"/>
          <p:nvPr/>
        </p:nvSpPr>
        <p:spPr>
          <a:xfrm>
            <a:off x="388433" y="4290444"/>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需要家</a:t>
            </a:r>
            <a:endParaRPr kumimoji="1" lang="en-US" altLang="ja-JP" sz="1600">
              <a:solidFill>
                <a:schemeClr val="tx1">
                  <a:lumMod val="75000"/>
                  <a:lumOff val="25000"/>
                </a:schemeClr>
              </a:solidFill>
              <a:latin typeface="游ゴシック"/>
              <a:ea typeface="游ゴシック"/>
            </a:endParaRPr>
          </a:p>
        </p:txBody>
      </p:sp>
      <p:sp>
        <p:nvSpPr>
          <p:cNvPr id="61" name="テキスト ボックス 60">
            <a:extLst>
              <a:ext uri="{FF2B5EF4-FFF2-40B4-BE49-F238E27FC236}">
                <a16:creationId xmlns:a16="http://schemas.microsoft.com/office/drawing/2014/main" id="{A32AB62B-D87B-1533-0BC3-3F5083CDEA76}"/>
              </a:ext>
            </a:extLst>
          </p:cNvPr>
          <p:cNvSpPr txBox="1"/>
          <p:nvPr/>
        </p:nvSpPr>
        <p:spPr>
          <a:xfrm>
            <a:off x="2318667" y="5890542"/>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運送会社</a:t>
            </a:r>
            <a:endParaRPr kumimoji="1" lang="en-US" altLang="ja-JP" sz="1600">
              <a:solidFill>
                <a:schemeClr val="tx1">
                  <a:lumMod val="75000"/>
                  <a:lumOff val="25000"/>
                </a:schemeClr>
              </a:solidFill>
              <a:latin typeface="游ゴシック"/>
              <a:ea typeface="游ゴシック"/>
            </a:endParaRPr>
          </a:p>
        </p:txBody>
      </p:sp>
      <p:sp>
        <p:nvSpPr>
          <p:cNvPr id="62" name="テキスト ボックス 61">
            <a:extLst>
              <a:ext uri="{FF2B5EF4-FFF2-40B4-BE49-F238E27FC236}">
                <a16:creationId xmlns:a16="http://schemas.microsoft.com/office/drawing/2014/main" id="{57BB7371-912C-AC58-D4A4-4E4BE9DDA191}"/>
              </a:ext>
            </a:extLst>
          </p:cNvPr>
          <p:cNvSpPr txBox="1"/>
          <p:nvPr/>
        </p:nvSpPr>
        <p:spPr>
          <a:xfrm>
            <a:off x="2318666" y="4265317"/>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特販店</a:t>
            </a:r>
            <a:endParaRPr kumimoji="1" lang="en-US" altLang="ja-JP" sz="1600">
              <a:solidFill>
                <a:schemeClr val="tx1">
                  <a:lumMod val="75000"/>
                  <a:lumOff val="25000"/>
                </a:schemeClr>
              </a:solidFill>
              <a:latin typeface="游ゴシック"/>
              <a:ea typeface="游ゴシック"/>
            </a:endParaRPr>
          </a:p>
        </p:txBody>
      </p:sp>
      <p:sp>
        <p:nvSpPr>
          <p:cNvPr id="63" name="テキスト ボックス 62">
            <a:extLst>
              <a:ext uri="{FF2B5EF4-FFF2-40B4-BE49-F238E27FC236}">
                <a16:creationId xmlns:a16="http://schemas.microsoft.com/office/drawing/2014/main" id="{467BCEF4-9094-6DB1-360C-518178194F7A}"/>
              </a:ext>
            </a:extLst>
          </p:cNvPr>
          <p:cNvSpPr txBox="1"/>
          <p:nvPr/>
        </p:nvSpPr>
        <p:spPr>
          <a:xfrm>
            <a:off x="2339556" y="254555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需要家（直売）</a:t>
            </a:r>
            <a:endParaRPr kumimoji="1" lang="en-US" altLang="ja-JP" sz="1600">
              <a:solidFill>
                <a:schemeClr val="tx1">
                  <a:lumMod val="75000"/>
                  <a:lumOff val="25000"/>
                </a:schemeClr>
              </a:solidFill>
              <a:latin typeface="游ゴシック"/>
              <a:ea typeface="游ゴシック"/>
            </a:endParaRPr>
          </a:p>
        </p:txBody>
      </p:sp>
      <p:sp>
        <p:nvSpPr>
          <p:cNvPr id="64" name="テキスト ボックス 63">
            <a:extLst>
              <a:ext uri="{FF2B5EF4-FFF2-40B4-BE49-F238E27FC236}">
                <a16:creationId xmlns:a16="http://schemas.microsoft.com/office/drawing/2014/main" id="{F03A97A7-4CE3-787C-91EE-00F74F38F37E}"/>
              </a:ext>
            </a:extLst>
          </p:cNvPr>
          <p:cNvSpPr txBox="1"/>
          <p:nvPr/>
        </p:nvSpPr>
        <p:spPr>
          <a:xfrm>
            <a:off x="5402299" y="4137790"/>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受注システム</a:t>
            </a:r>
            <a:endParaRPr kumimoji="1" lang="en-US" altLang="ja-JP" sz="1600">
              <a:solidFill>
                <a:schemeClr val="tx1">
                  <a:lumMod val="75000"/>
                  <a:lumOff val="25000"/>
                </a:schemeClr>
              </a:solidFill>
              <a:latin typeface="游ゴシック"/>
              <a:ea typeface="游ゴシック"/>
            </a:endParaRPr>
          </a:p>
        </p:txBody>
      </p:sp>
      <p:sp>
        <p:nvSpPr>
          <p:cNvPr id="65" name="テキスト ボックス 64">
            <a:extLst>
              <a:ext uri="{FF2B5EF4-FFF2-40B4-BE49-F238E27FC236}">
                <a16:creationId xmlns:a16="http://schemas.microsoft.com/office/drawing/2014/main" id="{6261C914-C5D3-F0DE-D269-EE5DC53B7B0C}"/>
              </a:ext>
            </a:extLst>
          </p:cNvPr>
          <p:cNvSpPr txBox="1"/>
          <p:nvPr/>
        </p:nvSpPr>
        <p:spPr>
          <a:xfrm>
            <a:off x="7671184" y="424694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基地（三重）</a:t>
            </a:r>
            <a:endParaRPr kumimoji="1" lang="en-US" altLang="ja-JP" sz="1600">
              <a:solidFill>
                <a:schemeClr val="tx1">
                  <a:lumMod val="75000"/>
                  <a:lumOff val="25000"/>
                </a:schemeClr>
              </a:solidFill>
              <a:latin typeface="游ゴシック"/>
              <a:ea typeface="游ゴシック"/>
            </a:endParaRPr>
          </a:p>
        </p:txBody>
      </p:sp>
      <p:sp>
        <p:nvSpPr>
          <p:cNvPr id="66" name="テキスト ボックス 65">
            <a:extLst>
              <a:ext uri="{FF2B5EF4-FFF2-40B4-BE49-F238E27FC236}">
                <a16:creationId xmlns:a16="http://schemas.microsoft.com/office/drawing/2014/main" id="{4E59933D-D225-529D-C24A-77D8FDA77DF0}"/>
              </a:ext>
            </a:extLst>
          </p:cNvPr>
          <p:cNvSpPr txBox="1"/>
          <p:nvPr/>
        </p:nvSpPr>
        <p:spPr>
          <a:xfrm>
            <a:off x="7680902" y="593047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出光本社</a:t>
            </a:r>
            <a:endParaRPr kumimoji="1" lang="en-US" altLang="ja-JP" sz="1600">
              <a:solidFill>
                <a:schemeClr val="tx1">
                  <a:lumMod val="75000"/>
                  <a:lumOff val="25000"/>
                </a:schemeClr>
              </a:solidFill>
              <a:latin typeface="游ゴシック"/>
              <a:ea typeface="游ゴシック"/>
            </a:endParaRPr>
          </a:p>
        </p:txBody>
      </p:sp>
      <p:sp>
        <p:nvSpPr>
          <p:cNvPr id="67" name="テキスト ボックス 66">
            <a:extLst>
              <a:ext uri="{FF2B5EF4-FFF2-40B4-BE49-F238E27FC236}">
                <a16:creationId xmlns:a16="http://schemas.microsoft.com/office/drawing/2014/main" id="{1E29445E-27D2-E8CE-E486-C5ACDDD65B6C}"/>
              </a:ext>
            </a:extLst>
          </p:cNvPr>
          <p:cNvSpPr txBox="1"/>
          <p:nvPr/>
        </p:nvSpPr>
        <p:spPr>
          <a:xfrm>
            <a:off x="10437436" y="2179427"/>
            <a:ext cx="1430890"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基地（瀝青）</a:t>
            </a:r>
            <a:endParaRPr kumimoji="1" lang="en-US" altLang="ja-JP" sz="1200">
              <a:solidFill>
                <a:schemeClr val="tx1">
                  <a:lumMod val="75000"/>
                  <a:lumOff val="25000"/>
                </a:schemeClr>
              </a:solidFill>
              <a:latin typeface="游ゴシック"/>
              <a:ea typeface="游ゴシック"/>
            </a:endParaRPr>
          </a:p>
        </p:txBody>
      </p:sp>
      <p:sp>
        <p:nvSpPr>
          <p:cNvPr id="69" name="テキスト ボックス 68">
            <a:extLst>
              <a:ext uri="{FF2B5EF4-FFF2-40B4-BE49-F238E27FC236}">
                <a16:creationId xmlns:a16="http://schemas.microsoft.com/office/drawing/2014/main" id="{589E0816-536D-B976-ACC4-E9C9322CF459}"/>
              </a:ext>
            </a:extLst>
          </p:cNvPr>
          <p:cNvSpPr txBox="1"/>
          <p:nvPr/>
        </p:nvSpPr>
        <p:spPr>
          <a:xfrm>
            <a:off x="10427181" y="2999232"/>
            <a:ext cx="1492558"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基地（四日市）</a:t>
            </a:r>
            <a:endParaRPr kumimoji="1" lang="en-US" altLang="ja-JP" sz="1200">
              <a:solidFill>
                <a:schemeClr val="tx1">
                  <a:lumMod val="75000"/>
                  <a:lumOff val="25000"/>
                </a:schemeClr>
              </a:solidFill>
              <a:latin typeface="游ゴシック"/>
              <a:ea typeface="游ゴシック"/>
            </a:endParaRPr>
          </a:p>
        </p:txBody>
      </p:sp>
      <p:sp>
        <p:nvSpPr>
          <p:cNvPr id="70" name="テキスト ボックス 69">
            <a:extLst>
              <a:ext uri="{FF2B5EF4-FFF2-40B4-BE49-F238E27FC236}">
                <a16:creationId xmlns:a16="http://schemas.microsoft.com/office/drawing/2014/main" id="{9496C56E-D674-20D1-9089-E0ABC34B7970}"/>
              </a:ext>
            </a:extLst>
          </p:cNvPr>
          <p:cNvSpPr txBox="1"/>
          <p:nvPr/>
        </p:nvSpPr>
        <p:spPr>
          <a:xfrm>
            <a:off x="10462820" y="4249062"/>
            <a:ext cx="1405505"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基地（横浜）</a:t>
            </a:r>
            <a:endParaRPr kumimoji="1" lang="en-US" altLang="ja-JP" sz="1200">
              <a:solidFill>
                <a:schemeClr val="tx1">
                  <a:lumMod val="75000"/>
                  <a:lumOff val="25000"/>
                </a:schemeClr>
              </a:solidFill>
              <a:latin typeface="游ゴシック"/>
              <a:ea typeface="游ゴシック"/>
            </a:endParaRPr>
          </a:p>
        </p:txBody>
      </p:sp>
      <p:pic>
        <p:nvPicPr>
          <p:cNvPr id="71" name="図 70" descr="アイコン&#10;&#10;AI によって生成されたコンテンツは間違っている可能性があります。">
            <a:extLst>
              <a:ext uri="{FF2B5EF4-FFF2-40B4-BE49-F238E27FC236}">
                <a16:creationId xmlns:a16="http://schemas.microsoft.com/office/drawing/2014/main" id="{440C4BEE-979A-E965-C3B8-EA8749F112D8}"/>
              </a:ext>
            </a:extLst>
          </p:cNvPr>
          <p:cNvPicPr>
            <a:picLocks noChangeAspect="1"/>
          </p:cNvPicPr>
          <p:nvPr/>
        </p:nvPicPr>
        <p:blipFill>
          <a:blip r:embed="rId12"/>
          <a:stretch>
            <a:fillRect/>
          </a:stretch>
        </p:blipFill>
        <p:spPr>
          <a:xfrm>
            <a:off x="10579993" y="4675200"/>
            <a:ext cx="540000" cy="540000"/>
          </a:xfrm>
          <a:prstGeom prst="rect">
            <a:avLst/>
          </a:prstGeom>
        </p:spPr>
      </p:pic>
      <p:sp>
        <p:nvSpPr>
          <p:cNvPr id="72" name="テキスト ボックス 71">
            <a:extLst>
              <a:ext uri="{FF2B5EF4-FFF2-40B4-BE49-F238E27FC236}">
                <a16:creationId xmlns:a16="http://schemas.microsoft.com/office/drawing/2014/main" id="{83F741B4-30F1-9DE6-00CF-A16A80CF5844}"/>
              </a:ext>
            </a:extLst>
          </p:cNvPr>
          <p:cNvSpPr txBox="1"/>
          <p:nvPr/>
        </p:nvSpPr>
        <p:spPr>
          <a:xfrm>
            <a:off x="10487044" y="5160663"/>
            <a:ext cx="1381281"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基地（高松）</a:t>
            </a:r>
            <a:endParaRPr kumimoji="1" lang="en-US" altLang="ja-JP" sz="1200">
              <a:solidFill>
                <a:schemeClr val="tx1">
                  <a:lumMod val="75000"/>
                  <a:lumOff val="25000"/>
                </a:schemeClr>
              </a:solidFill>
              <a:latin typeface="游ゴシック"/>
              <a:ea typeface="游ゴシック"/>
            </a:endParaRPr>
          </a:p>
        </p:txBody>
      </p:sp>
      <p:pic>
        <p:nvPicPr>
          <p:cNvPr id="73" name="図 72" descr="アイコン&#10;&#10;AI によって生成されたコンテンツは間違っている可能性があります。">
            <a:extLst>
              <a:ext uri="{FF2B5EF4-FFF2-40B4-BE49-F238E27FC236}">
                <a16:creationId xmlns:a16="http://schemas.microsoft.com/office/drawing/2014/main" id="{7F8A1C8E-EA72-7842-3D79-B25A661FFEE0}"/>
              </a:ext>
            </a:extLst>
          </p:cNvPr>
          <p:cNvPicPr>
            <a:picLocks noChangeAspect="1"/>
          </p:cNvPicPr>
          <p:nvPr/>
        </p:nvPicPr>
        <p:blipFill>
          <a:blip r:embed="rId12"/>
          <a:stretch>
            <a:fillRect/>
          </a:stretch>
        </p:blipFill>
        <p:spPr>
          <a:xfrm>
            <a:off x="10648718" y="5509717"/>
            <a:ext cx="540000" cy="540000"/>
          </a:xfrm>
          <a:prstGeom prst="rect">
            <a:avLst/>
          </a:prstGeom>
        </p:spPr>
      </p:pic>
      <p:sp>
        <p:nvSpPr>
          <p:cNvPr id="74" name="テキスト ボックス 73">
            <a:extLst>
              <a:ext uri="{FF2B5EF4-FFF2-40B4-BE49-F238E27FC236}">
                <a16:creationId xmlns:a16="http://schemas.microsoft.com/office/drawing/2014/main" id="{56A65DCC-783A-0E6D-A140-9396EE1A08EA}"/>
              </a:ext>
            </a:extLst>
          </p:cNvPr>
          <p:cNvSpPr txBox="1"/>
          <p:nvPr/>
        </p:nvSpPr>
        <p:spPr>
          <a:xfrm>
            <a:off x="10555770" y="5995180"/>
            <a:ext cx="1492558"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基地（中央倉庫）</a:t>
            </a:r>
            <a:endParaRPr kumimoji="1" lang="en-US" altLang="ja-JP" sz="1200">
              <a:solidFill>
                <a:schemeClr val="tx1">
                  <a:lumMod val="75000"/>
                  <a:lumOff val="25000"/>
                </a:schemeClr>
              </a:solidFill>
              <a:latin typeface="游ゴシック"/>
              <a:ea typeface="游ゴシック"/>
            </a:endParaRPr>
          </a:p>
        </p:txBody>
      </p:sp>
      <p:sp>
        <p:nvSpPr>
          <p:cNvPr id="76" name="四角形: 角を丸くする 75">
            <a:extLst>
              <a:ext uri="{FF2B5EF4-FFF2-40B4-BE49-F238E27FC236}">
                <a16:creationId xmlns:a16="http://schemas.microsoft.com/office/drawing/2014/main" id="{ABDA4ACC-D3E1-DE9E-5D92-561ECE004A4D}"/>
              </a:ext>
            </a:extLst>
          </p:cNvPr>
          <p:cNvSpPr/>
          <p:nvPr/>
        </p:nvSpPr>
        <p:spPr>
          <a:xfrm flipH="1">
            <a:off x="10375767" y="1565608"/>
            <a:ext cx="1492558" cy="1851965"/>
          </a:xfrm>
          <a:prstGeom prst="roundRect">
            <a:avLst>
              <a:gd name="adj" fmla="val 4342"/>
            </a:avLst>
          </a:prstGeom>
          <a:noFill/>
          <a:ln w="2857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四角形: 角を丸くする 76">
            <a:extLst>
              <a:ext uri="{FF2B5EF4-FFF2-40B4-BE49-F238E27FC236}">
                <a16:creationId xmlns:a16="http://schemas.microsoft.com/office/drawing/2014/main" id="{61E6298F-0A43-4310-3B70-A059ADAFBFBA}"/>
              </a:ext>
            </a:extLst>
          </p:cNvPr>
          <p:cNvSpPr/>
          <p:nvPr/>
        </p:nvSpPr>
        <p:spPr>
          <a:xfrm flipH="1">
            <a:off x="10375767" y="3736743"/>
            <a:ext cx="1492558" cy="2608198"/>
          </a:xfrm>
          <a:prstGeom prst="roundRect">
            <a:avLst>
              <a:gd name="adj" fmla="val 4342"/>
            </a:avLst>
          </a:prstGeom>
          <a:noFill/>
          <a:ln w="2857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FDD2B0F2-FC83-0E8E-54CC-23DB83E67E53}"/>
              </a:ext>
            </a:extLst>
          </p:cNvPr>
          <p:cNvCxnSpPr>
            <a:cxnSpLocks/>
          </p:cNvCxnSpPr>
          <p:nvPr/>
        </p:nvCxnSpPr>
        <p:spPr>
          <a:xfrm>
            <a:off x="9032715" y="3724126"/>
            <a:ext cx="720000" cy="0"/>
          </a:xfrm>
          <a:prstGeom prst="straightConnector1">
            <a:avLst/>
          </a:prstGeom>
          <a:ln w="28575">
            <a:solidFill>
              <a:schemeClr val="tx1">
                <a:lumMod val="75000"/>
                <a:lumOff val="25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124A38B0-F106-E9B5-7261-287344D5C11E}"/>
              </a:ext>
            </a:extLst>
          </p:cNvPr>
          <p:cNvCxnSpPr>
            <a:cxnSpLocks/>
            <a:stCxn id="77" idx="3"/>
            <a:endCxn id="76" idx="3"/>
          </p:cNvCxnSpPr>
          <p:nvPr/>
        </p:nvCxnSpPr>
        <p:spPr>
          <a:xfrm rot="10800000">
            <a:off x="10375767" y="2491592"/>
            <a:ext cx="12700" cy="2549251"/>
          </a:xfrm>
          <a:prstGeom prst="bentConnector3">
            <a:avLst>
              <a:gd name="adj1" fmla="val 4933331"/>
            </a:avLst>
          </a:prstGeom>
          <a:ln w="285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F7C3FA39-E351-B0D3-3E54-50BC73B59756}"/>
              </a:ext>
            </a:extLst>
          </p:cNvPr>
          <p:cNvSpPr txBox="1"/>
          <p:nvPr/>
        </p:nvSpPr>
        <p:spPr>
          <a:xfrm>
            <a:off x="10118935" y="1253201"/>
            <a:ext cx="1413667" cy="347084"/>
          </a:xfrm>
          <a:prstGeom prst="rect">
            <a:avLst/>
          </a:prstGeom>
          <a:noFill/>
        </p:spPr>
        <p:txBody>
          <a:bodyPr wrap="square" lIns="108000" tIns="72000" rIns="108000" bIns="72000" rtlCol="0" anchor="t">
            <a:noAutofit/>
          </a:bodyPr>
          <a:lstStyle/>
          <a:p>
            <a:pPr>
              <a:spcBef>
                <a:spcPts val="600"/>
              </a:spcBef>
            </a:pPr>
            <a:r>
              <a:rPr kumimoji="1" lang="en-US" altLang="ja-JP" sz="1600">
                <a:solidFill>
                  <a:schemeClr val="tx1">
                    <a:lumMod val="75000"/>
                    <a:lumOff val="25000"/>
                  </a:schemeClr>
                </a:solidFill>
                <a:latin typeface="游ゴシック"/>
                <a:ea typeface="游ゴシック"/>
              </a:rPr>
              <a:t>2026</a:t>
            </a:r>
            <a:r>
              <a:rPr kumimoji="1" lang="ja-JP" altLang="en-US" sz="1600">
                <a:solidFill>
                  <a:schemeClr val="tx1">
                    <a:lumMod val="75000"/>
                    <a:lumOff val="25000"/>
                  </a:schemeClr>
                </a:solidFill>
                <a:latin typeface="游ゴシック"/>
                <a:ea typeface="游ゴシック"/>
              </a:rPr>
              <a:t>年度</a:t>
            </a:r>
            <a:endParaRPr kumimoji="1" lang="en-US" altLang="ja-JP" sz="1600">
              <a:solidFill>
                <a:schemeClr val="tx1">
                  <a:lumMod val="75000"/>
                  <a:lumOff val="25000"/>
                </a:schemeClr>
              </a:solidFill>
              <a:latin typeface="游ゴシック"/>
              <a:ea typeface="游ゴシック"/>
            </a:endParaRPr>
          </a:p>
        </p:txBody>
      </p:sp>
    </p:spTree>
    <p:extLst>
      <p:ext uri="{BB962C8B-B14F-4D97-AF65-F5344CB8AC3E}">
        <p14:creationId xmlns:p14="http://schemas.microsoft.com/office/powerpoint/2010/main" val="365297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CF25-C467-DF8A-6122-46C2D73AED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1F62E3-F9BE-E60E-0FA0-51ABC920F7BF}"/>
              </a:ext>
            </a:extLst>
          </p:cNvPr>
          <p:cNvSpPr>
            <a:spLocks noGrp="1"/>
          </p:cNvSpPr>
          <p:nvPr>
            <p:ph type="title"/>
          </p:nvPr>
        </p:nvSpPr>
        <p:spPr/>
        <p:txBody>
          <a:bodyPr/>
          <a:lstStyle/>
          <a:p>
            <a:r>
              <a:rPr lang="ja-JP" altLang="en-US"/>
              <a:t>想定されている受注業務フロー</a:t>
            </a:r>
            <a:r>
              <a:rPr kumimoji="1" lang="ja-JP" altLang="en-US"/>
              <a:t>（① </a:t>
            </a:r>
            <a:r>
              <a:rPr lang="ja-JP" altLang="en-US">
                <a:latin typeface="+mn-ea"/>
              </a:rPr>
              <a:t>発注</a:t>
            </a:r>
            <a:r>
              <a:rPr kumimoji="1" lang="ja-JP" altLang="en-US"/>
              <a:t>）</a:t>
            </a:r>
          </a:p>
        </p:txBody>
      </p:sp>
      <p:sp>
        <p:nvSpPr>
          <p:cNvPr id="4" name="フッター プレースホルダー 3">
            <a:extLst>
              <a:ext uri="{FF2B5EF4-FFF2-40B4-BE49-F238E27FC236}">
                <a16:creationId xmlns:a16="http://schemas.microsoft.com/office/drawing/2014/main" id="{D7F128D9-B3F0-4216-FA5A-64FA6374FAE9}"/>
              </a:ext>
            </a:extLst>
          </p:cNvPr>
          <p:cNvSpPr>
            <a:spLocks noGrp="1"/>
          </p:cNvSpPr>
          <p:nvPr>
            <p:ph type="ftr" sz="quarter" idx="11"/>
          </p:nvPr>
        </p:nvSpPr>
        <p:spPr/>
        <p:txBody>
          <a:bodyPr/>
          <a:lstStyle/>
          <a:p>
            <a:r>
              <a:rPr lang="en-US"/>
              <a:t>Copyright © SystemEXE,Inc All Rights Reserved.</a:t>
            </a:r>
          </a:p>
        </p:txBody>
      </p:sp>
      <p:pic>
        <p:nvPicPr>
          <p:cNvPr id="5" name="図 4">
            <a:extLst>
              <a:ext uri="{FF2B5EF4-FFF2-40B4-BE49-F238E27FC236}">
                <a16:creationId xmlns:a16="http://schemas.microsoft.com/office/drawing/2014/main" id="{58A4F86A-DC4C-354C-7317-FD85444D9642}"/>
              </a:ext>
            </a:extLst>
          </p:cNvPr>
          <p:cNvPicPr>
            <a:picLocks noChangeAspect="1"/>
          </p:cNvPicPr>
          <p:nvPr/>
        </p:nvPicPr>
        <p:blipFill>
          <a:blip r:embed="rId2"/>
          <a:stretch>
            <a:fillRect/>
          </a:stretch>
        </p:blipFill>
        <p:spPr>
          <a:xfrm>
            <a:off x="516000" y="864000"/>
            <a:ext cx="11160000" cy="5115809"/>
          </a:xfrm>
          <a:prstGeom prst="rect">
            <a:avLst/>
          </a:prstGeom>
        </p:spPr>
      </p:pic>
      <p:sp>
        <p:nvSpPr>
          <p:cNvPr id="3" name="テキスト ボックス 2">
            <a:extLst>
              <a:ext uri="{FF2B5EF4-FFF2-40B4-BE49-F238E27FC236}">
                <a16:creationId xmlns:a16="http://schemas.microsoft.com/office/drawing/2014/main" id="{2B9F6F25-A458-AA05-3A22-F39A0C6B2955}"/>
              </a:ext>
            </a:extLst>
          </p:cNvPr>
          <p:cNvSpPr txBox="1"/>
          <p:nvPr/>
        </p:nvSpPr>
        <p:spPr>
          <a:xfrm>
            <a:off x="665648" y="6223638"/>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1058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E14A-4740-E639-2313-E3A3C5EBB3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D97CA0-08B0-B67C-EA9A-302905A408D8}"/>
              </a:ext>
            </a:extLst>
          </p:cNvPr>
          <p:cNvSpPr>
            <a:spLocks noGrp="1"/>
          </p:cNvSpPr>
          <p:nvPr>
            <p:ph type="title"/>
          </p:nvPr>
        </p:nvSpPr>
        <p:spPr/>
        <p:txBody>
          <a:bodyPr/>
          <a:lstStyle/>
          <a:p>
            <a:r>
              <a:rPr lang="ja-JP" altLang="en-US"/>
              <a:t>想定されている受注業務フロー</a:t>
            </a:r>
            <a:r>
              <a:rPr kumimoji="1" lang="ja-JP" altLang="en-US"/>
              <a:t>（② </a:t>
            </a:r>
            <a:r>
              <a:rPr lang="ja-JP" altLang="en-US">
                <a:latin typeface="+mn-ea"/>
              </a:rPr>
              <a:t>出荷確認</a:t>
            </a:r>
            <a:r>
              <a:rPr kumimoji="1" lang="ja-JP" altLang="en-US"/>
              <a:t>）</a:t>
            </a:r>
          </a:p>
        </p:txBody>
      </p:sp>
      <p:sp>
        <p:nvSpPr>
          <p:cNvPr id="4" name="フッター プレースホルダー 3">
            <a:extLst>
              <a:ext uri="{FF2B5EF4-FFF2-40B4-BE49-F238E27FC236}">
                <a16:creationId xmlns:a16="http://schemas.microsoft.com/office/drawing/2014/main" id="{1B57ACA1-FDF6-C74D-B0AA-C7800DD851D9}"/>
              </a:ext>
            </a:extLst>
          </p:cNvPr>
          <p:cNvSpPr>
            <a:spLocks noGrp="1"/>
          </p:cNvSpPr>
          <p:nvPr>
            <p:ph type="ftr" sz="quarter" idx="11"/>
          </p:nvPr>
        </p:nvSpPr>
        <p:spPr/>
        <p:txBody>
          <a:bodyPr/>
          <a:lstStyle/>
          <a:p>
            <a:r>
              <a:rPr lang="en-US"/>
              <a:t>Copyright © SystemEXE,Inc All Rights Reserved.</a:t>
            </a:r>
          </a:p>
        </p:txBody>
      </p:sp>
      <p:pic>
        <p:nvPicPr>
          <p:cNvPr id="8" name="図 7">
            <a:extLst>
              <a:ext uri="{FF2B5EF4-FFF2-40B4-BE49-F238E27FC236}">
                <a16:creationId xmlns:a16="http://schemas.microsoft.com/office/drawing/2014/main" id="{85C2F219-F36D-099D-E720-6E261B664E3D}"/>
              </a:ext>
            </a:extLst>
          </p:cNvPr>
          <p:cNvPicPr>
            <a:picLocks noChangeAspect="1"/>
          </p:cNvPicPr>
          <p:nvPr/>
        </p:nvPicPr>
        <p:blipFill>
          <a:blip r:embed="rId2"/>
          <a:stretch>
            <a:fillRect/>
          </a:stretch>
        </p:blipFill>
        <p:spPr>
          <a:xfrm>
            <a:off x="516000" y="864000"/>
            <a:ext cx="11160000" cy="5272069"/>
          </a:xfrm>
          <a:prstGeom prst="rect">
            <a:avLst/>
          </a:prstGeom>
        </p:spPr>
      </p:pic>
      <p:sp>
        <p:nvSpPr>
          <p:cNvPr id="3" name="テキスト ボックス 2">
            <a:extLst>
              <a:ext uri="{FF2B5EF4-FFF2-40B4-BE49-F238E27FC236}">
                <a16:creationId xmlns:a16="http://schemas.microsoft.com/office/drawing/2014/main" id="{F13BCC38-6ED9-40AF-C118-75808213662F}"/>
              </a:ext>
            </a:extLst>
          </p:cNvPr>
          <p:cNvSpPr txBox="1"/>
          <p:nvPr/>
        </p:nvSpPr>
        <p:spPr>
          <a:xfrm>
            <a:off x="665648" y="6196744"/>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40192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FB023-52EC-FAE8-E638-EA44D3B112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0058C6-ADFC-80E4-BD06-39D0D1948D04}"/>
              </a:ext>
            </a:extLst>
          </p:cNvPr>
          <p:cNvSpPr>
            <a:spLocks noGrp="1"/>
          </p:cNvSpPr>
          <p:nvPr>
            <p:ph type="title"/>
          </p:nvPr>
        </p:nvSpPr>
        <p:spPr/>
        <p:txBody>
          <a:bodyPr/>
          <a:lstStyle/>
          <a:p>
            <a:r>
              <a:rPr lang="ja-JP" altLang="en-US"/>
              <a:t>想定されている受注業務フロー</a:t>
            </a:r>
            <a:r>
              <a:rPr kumimoji="1" lang="ja-JP" altLang="en-US"/>
              <a:t>（③ </a:t>
            </a:r>
            <a:r>
              <a:rPr lang="ja-JP" altLang="en-US">
                <a:latin typeface="+mn-ea"/>
              </a:rPr>
              <a:t>運送手配</a:t>
            </a:r>
            <a:r>
              <a:rPr kumimoji="1" lang="ja-JP" altLang="en-US"/>
              <a:t>）</a:t>
            </a:r>
          </a:p>
        </p:txBody>
      </p:sp>
      <p:sp>
        <p:nvSpPr>
          <p:cNvPr id="4" name="フッター プレースホルダー 3">
            <a:extLst>
              <a:ext uri="{FF2B5EF4-FFF2-40B4-BE49-F238E27FC236}">
                <a16:creationId xmlns:a16="http://schemas.microsoft.com/office/drawing/2014/main" id="{27D795EA-4C7A-2ED2-D240-0687787D9B7F}"/>
              </a:ext>
            </a:extLst>
          </p:cNvPr>
          <p:cNvSpPr>
            <a:spLocks noGrp="1"/>
          </p:cNvSpPr>
          <p:nvPr>
            <p:ph type="ftr" sz="quarter" idx="11"/>
          </p:nvPr>
        </p:nvSpPr>
        <p:spPr/>
        <p:txBody>
          <a:bodyPr/>
          <a:lstStyle/>
          <a:p>
            <a:r>
              <a:rPr lang="en-US"/>
              <a:t>Copyright © SystemEXE,Inc All Rights Reserved.</a:t>
            </a:r>
          </a:p>
        </p:txBody>
      </p:sp>
      <p:sp>
        <p:nvSpPr>
          <p:cNvPr id="6" name="テキスト ボックス 5">
            <a:extLst>
              <a:ext uri="{FF2B5EF4-FFF2-40B4-BE49-F238E27FC236}">
                <a16:creationId xmlns:a16="http://schemas.microsoft.com/office/drawing/2014/main" id="{30E41706-1471-177A-F5E5-2DFC0BDD35C2}"/>
              </a:ext>
            </a:extLst>
          </p:cNvPr>
          <p:cNvSpPr txBox="1"/>
          <p:nvPr/>
        </p:nvSpPr>
        <p:spPr>
          <a:xfrm>
            <a:off x="665648" y="6205711"/>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pic>
        <p:nvPicPr>
          <p:cNvPr id="5" name="図 4">
            <a:extLst>
              <a:ext uri="{FF2B5EF4-FFF2-40B4-BE49-F238E27FC236}">
                <a16:creationId xmlns:a16="http://schemas.microsoft.com/office/drawing/2014/main" id="{F51D87F7-C5AB-106D-6539-A5FD5FA6D3F9}"/>
              </a:ext>
            </a:extLst>
          </p:cNvPr>
          <p:cNvPicPr>
            <a:picLocks noChangeAspect="1"/>
          </p:cNvPicPr>
          <p:nvPr/>
        </p:nvPicPr>
        <p:blipFill>
          <a:blip r:embed="rId2"/>
          <a:stretch>
            <a:fillRect/>
          </a:stretch>
        </p:blipFill>
        <p:spPr>
          <a:xfrm>
            <a:off x="696000" y="864000"/>
            <a:ext cx="10368000" cy="5410582"/>
          </a:xfrm>
          <a:prstGeom prst="rect">
            <a:avLst/>
          </a:prstGeom>
        </p:spPr>
      </p:pic>
    </p:spTree>
    <p:extLst>
      <p:ext uri="{BB962C8B-B14F-4D97-AF65-F5344CB8AC3E}">
        <p14:creationId xmlns:p14="http://schemas.microsoft.com/office/powerpoint/2010/main" val="2752393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5470A-97CD-56F6-4529-BB60C15333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CD1DA9-1A19-2DC6-BA5E-AA665F34B7FF}"/>
              </a:ext>
            </a:extLst>
          </p:cNvPr>
          <p:cNvSpPr>
            <a:spLocks noGrp="1"/>
          </p:cNvSpPr>
          <p:nvPr>
            <p:ph type="title"/>
          </p:nvPr>
        </p:nvSpPr>
        <p:spPr/>
        <p:txBody>
          <a:bodyPr/>
          <a:lstStyle/>
          <a:p>
            <a:r>
              <a:rPr lang="ja-JP" altLang="en-US"/>
              <a:t>想定されている受注業務フロー</a:t>
            </a:r>
            <a:r>
              <a:rPr kumimoji="1" lang="ja-JP" altLang="en-US"/>
              <a:t>（④ </a:t>
            </a:r>
            <a:r>
              <a:rPr lang="ja-JP" altLang="en-US">
                <a:latin typeface="+mn-ea"/>
              </a:rPr>
              <a:t>最終合意</a:t>
            </a:r>
            <a:r>
              <a:rPr kumimoji="1" lang="ja-JP" altLang="en-US"/>
              <a:t>）</a:t>
            </a:r>
          </a:p>
        </p:txBody>
      </p:sp>
      <p:sp>
        <p:nvSpPr>
          <p:cNvPr id="4" name="フッター プレースホルダー 3">
            <a:extLst>
              <a:ext uri="{FF2B5EF4-FFF2-40B4-BE49-F238E27FC236}">
                <a16:creationId xmlns:a16="http://schemas.microsoft.com/office/drawing/2014/main" id="{420F46BA-1B16-2449-F2FB-4D2E78911035}"/>
              </a:ext>
            </a:extLst>
          </p:cNvPr>
          <p:cNvSpPr>
            <a:spLocks noGrp="1"/>
          </p:cNvSpPr>
          <p:nvPr>
            <p:ph type="ftr" sz="quarter" idx="11"/>
          </p:nvPr>
        </p:nvSpPr>
        <p:spPr/>
        <p:txBody>
          <a:bodyPr/>
          <a:lstStyle/>
          <a:p>
            <a:r>
              <a:rPr lang="en-US"/>
              <a:t>Copyright © SystemEXE,Inc All Rights Reserved.</a:t>
            </a:r>
          </a:p>
        </p:txBody>
      </p:sp>
      <p:pic>
        <p:nvPicPr>
          <p:cNvPr id="6" name="図 5">
            <a:extLst>
              <a:ext uri="{FF2B5EF4-FFF2-40B4-BE49-F238E27FC236}">
                <a16:creationId xmlns:a16="http://schemas.microsoft.com/office/drawing/2014/main" id="{960C1CD6-1BC2-DB94-B475-533DBD8FB72B}"/>
              </a:ext>
            </a:extLst>
          </p:cNvPr>
          <p:cNvPicPr>
            <a:picLocks noChangeAspect="1"/>
          </p:cNvPicPr>
          <p:nvPr/>
        </p:nvPicPr>
        <p:blipFill>
          <a:blip r:embed="rId2"/>
          <a:stretch>
            <a:fillRect/>
          </a:stretch>
        </p:blipFill>
        <p:spPr>
          <a:xfrm>
            <a:off x="516000" y="864000"/>
            <a:ext cx="11160000" cy="4501673"/>
          </a:xfrm>
          <a:prstGeom prst="rect">
            <a:avLst/>
          </a:prstGeom>
        </p:spPr>
      </p:pic>
      <p:sp>
        <p:nvSpPr>
          <p:cNvPr id="3" name="テキスト ボックス 2">
            <a:extLst>
              <a:ext uri="{FF2B5EF4-FFF2-40B4-BE49-F238E27FC236}">
                <a16:creationId xmlns:a16="http://schemas.microsoft.com/office/drawing/2014/main" id="{3D9F03D7-0692-8F6A-7738-2D5AB43D9708}"/>
              </a:ext>
            </a:extLst>
          </p:cNvPr>
          <p:cNvSpPr txBox="1"/>
          <p:nvPr/>
        </p:nvSpPr>
        <p:spPr>
          <a:xfrm>
            <a:off x="665648" y="6205709"/>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806121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F87F-80BA-AE10-4718-7003724FB6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087DF2-81E7-8870-9057-13EF80CFADA0}"/>
              </a:ext>
            </a:extLst>
          </p:cNvPr>
          <p:cNvSpPr>
            <a:spLocks noGrp="1"/>
          </p:cNvSpPr>
          <p:nvPr>
            <p:ph type="title"/>
          </p:nvPr>
        </p:nvSpPr>
        <p:spPr/>
        <p:txBody>
          <a:bodyPr/>
          <a:lstStyle/>
          <a:p>
            <a:r>
              <a:rPr lang="ja-JP" altLang="en-US"/>
              <a:t>想定されている業務概要</a:t>
            </a:r>
            <a:endParaRPr kumimoji="1" lang="ja-JP" altLang="en-US"/>
          </a:p>
        </p:txBody>
      </p:sp>
      <p:sp>
        <p:nvSpPr>
          <p:cNvPr id="4" name="フッター プレースホルダー 3">
            <a:extLst>
              <a:ext uri="{FF2B5EF4-FFF2-40B4-BE49-F238E27FC236}">
                <a16:creationId xmlns:a16="http://schemas.microsoft.com/office/drawing/2014/main" id="{AE34F3A4-82EC-9277-48FA-2766951D755D}"/>
              </a:ext>
            </a:extLst>
          </p:cNvPr>
          <p:cNvSpPr>
            <a:spLocks noGrp="1"/>
          </p:cNvSpPr>
          <p:nvPr>
            <p:ph type="ftr" sz="quarter" idx="11"/>
          </p:nvPr>
        </p:nvSpPr>
        <p:spPr/>
        <p:txBody>
          <a:bodyPr/>
          <a:lstStyle/>
          <a:p>
            <a:r>
              <a:rPr lang="en-US"/>
              <a:t>Copyright © SystemEXE,Inc All Rights Reserved.</a:t>
            </a:r>
          </a:p>
        </p:txBody>
      </p:sp>
      <p:sp>
        <p:nvSpPr>
          <p:cNvPr id="5" name="テキスト ボックス 4">
            <a:extLst>
              <a:ext uri="{FF2B5EF4-FFF2-40B4-BE49-F238E27FC236}">
                <a16:creationId xmlns:a16="http://schemas.microsoft.com/office/drawing/2014/main" id="{A374CCBD-F9EC-D28C-677C-B422EF3BE236}"/>
              </a:ext>
            </a:extLst>
          </p:cNvPr>
          <p:cNvSpPr txBox="1"/>
          <p:nvPr/>
        </p:nvSpPr>
        <p:spPr>
          <a:xfrm>
            <a:off x="576000" y="864000"/>
            <a:ext cx="11041200" cy="4770537"/>
          </a:xfrm>
          <a:prstGeom prst="rect">
            <a:avLst/>
          </a:prstGeom>
          <a:noFill/>
        </p:spPr>
        <p:txBody>
          <a:bodyPr wrap="square">
            <a:spAutoFit/>
          </a:bodyPr>
          <a:lstStyle/>
          <a:p>
            <a:r>
              <a:rPr lang="ja-JP" altLang="en-US" sz="1600">
                <a:latin typeface="+mn-ea"/>
              </a:rPr>
              <a:t>＜スケジュール＞</a:t>
            </a:r>
          </a:p>
          <a:p>
            <a:r>
              <a:rPr lang="en-US" altLang="ja-JP" sz="1600">
                <a:latin typeface="+mn-ea"/>
              </a:rPr>
              <a:t>2025</a:t>
            </a:r>
            <a:r>
              <a:rPr lang="ja-JP" altLang="en-US" sz="1600">
                <a:latin typeface="+mn-ea"/>
              </a:rPr>
              <a:t>年度内に開発。出来れば、年度内に稼働したい。</a:t>
            </a:r>
            <a:r>
              <a:rPr lang="en-US" altLang="ja-JP" sz="1600">
                <a:latin typeface="+mn-ea"/>
              </a:rPr>
              <a:t>26</a:t>
            </a:r>
            <a:r>
              <a:rPr lang="ja-JP" altLang="en-US" sz="1600">
                <a:latin typeface="+mn-ea"/>
              </a:rPr>
              <a:t>年</a:t>
            </a:r>
            <a:r>
              <a:rPr lang="en-US" altLang="ja-JP" sz="1600">
                <a:latin typeface="+mn-ea"/>
              </a:rPr>
              <a:t>4</a:t>
            </a:r>
            <a:r>
              <a:rPr lang="ja-JP" altLang="en-US" sz="1600">
                <a:latin typeface="+mn-ea"/>
              </a:rPr>
              <a:t>月稼働は必須。</a:t>
            </a:r>
          </a:p>
          <a:p>
            <a:endParaRPr lang="ja-JP" altLang="en-US" sz="1600">
              <a:latin typeface="+mn-ea"/>
            </a:endParaRPr>
          </a:p>
          <a:p>
            <a:r>
              <a:rPr lang="ja-JP" altLang="en-US" sz="1600">
                <a:latin typeface="+mn-ea"/>
              </a:rPr>
              <a:t>＜業務概要（添付が検討中のシステムの流れです）＞</a:t>
            </a:r>
          </a:p>
          <a:p>
            <a:r>
              <a:rPr lang="ja-JP" altLang="en-US" sz="1600">
                <a:latin typeface="+mn-ea"/>
              </a:rPr>
              <a:t>受注業務の概要</a:t>
            </a:r>
          </a:p>
          <a:p>
            <a:r>
              <a:rPr lang="ja-JP" altLang="en-US" sz="1600">
                <a:latin typeface="+mn-ea"/>
              </a:rPr>
              <a:t>・出光アスファルト事業部の受注先（注文主）は、特約販売店（特販店）</a:t>
            </a:r>
          </a:p>
          <a:p>
            <a:r>
              <a:rPr lang="ja-JP" altLang="en-US" sz="1600">
                <a:latin typeface="+mn-ea"/>
              </a:rPr>
              <a:t>・特販店は、需要家（実際の出荷先）から注文を受け、出光に発注する</a:t>
            </a:r>
          </a:p>
          <a:p>
            <a:r>
              <a:rPr lang="ja-JP" altLang="en-US" sz="1600">
                <a:latin typeface="+mn-ea"/>
              </a:rPr>
              <a:t>・また、特販店は、タンクローリーの手配も行っている</a:t>
            </a:r>
          </a:p>
          <a:p>
            <a:endParaRPr lang="ja-JP" altLang="en-US" sz="1600">
              <a:latin typeface="+mn-ea"/>
            </a:endParaRPr>
          </a:p>
          <a:p>
            <a:r>
              <a:rPr lang="ja-JP" altLang="en-US" sz="1600">
                <a:latin typeface="+mn-ea"/>
              </a:rPr>
              <a:t>上記の関係において、出光工場担当者と特販店で受注を調整・確定するにあたり、需要家への持ち届け要望時間に合わせて、出光工場でのローリー充填時間の調整等が必要。</a:t>
            </a:r>
          </a:p>
          <a:p>
            <a:r>
              <a:rPr lang="ja-JP" altLang="en-US" sz="1600">
                <a:latin typeface="+mn-ea"/>
              </a:rPr>
              <a:t>特販店は、運送会社と配車の調整、出光担当者は、限られた出荷設備や製品在庫、生産計画を鑑みて、出来る限り要望時間での出荷調整を行っている。</a:t>
            </a:r>
          </a:p>
          <a:p>
            <a:r>
              <a:rPr lang="ja-JP" altLang="en-US" sz="1600">
                <a:latin typeface="+mn-ea"/>
              </a:rPr>
              <a:t>出光と特販店の間の出荷調整、特販店と運送会社の間の配車調整等を出来る限り低減（勿論、運用ルールの見直しも並行して行う前提）したい。</a:t>
            </a:r>
          </a:p>
          <a:p>
            <a:endParaRPr lang="ja-JP" altLang="en-US" sz="1600">
              <a:latin typeface="+mn-ea"/>
            </a:endParaRPr>
          </a:p>
          <a:p>
            <a:r>
              <a:rPr lang="ja-JP" altLang="en-US" sz="1600">
                <a:latin typeface="+mn-ea"/>
              </a:rPr>
              <a:t>これ以外に特販店を介在せず、需要家との取引で、配車手配は出光側で行うケースも想定しています。</a:t>
            </a:r>
          </a:p>
          <a:p>
            <a:r>
              <a:rPr lang="ja-JP" altLang="en-US" sz="1600">
                <a:latin typeface="+mn-ea"/>
              </a:rPr>
              <a:t>また、工場側の在庫や生産計画情報の連動や、見える化については、今回はスコープ外としています。</a:t>
            </a:r>
            <a:br>
              <a:rPr lang="en-US" altLang="ja-JP" sz="1600">
                <a:latin typeface="+mn-ea"/>
              </a:rPr>
            </a:br>
            <a:r>
              <a:rPr lang="ja-JP" altLang="en-US" sz="1600">
                <a:latin typeface="+mn-ea"/>
              </a:rPr>
              <a:t>純粋に受注調整、確定までのプロセスを対象と考えています。</a:t>
            </a:r>
          </a:p>
        </p:txBody>
      </p:sp>
      <p:sp>
        <p:nvSpPr>
          <p:cNvPr id="7" name="テキスト ボックス 6">
            <a:extLst>
              <a:ext uri="{FF2B5EF4-FFF2-40B4-BE49-F238E27FC236}">
                <a16:creationId xmlns:a16="http://schemas.microsoft.com/office/drawing/2014/main" id="{0F2626F3-BADC-A7E4-7D76-8E1E48991C2B}"/>
              </a:ext>
            </a:extLst>
          </p:cNvPr>
          <p:cNvSpPr txBox="1"/>
          <p:nvPr/>
        </p:nvSpPr>
        <p:spPr>
          <a:xfrm>
            <a:off x="665648" y="6205710"/>
            <a:ext cx="11382917" cy="276999"/>
          </a:xfrm>
          <a:prstGeom prst="rect">
            <a:avLst/>
          </a:prstGeom>
          <a:noFill/>
        </p:spPr>
        <p:txBody>
          <a:bodyPr wrap="square">
            <a:spAutoFit/>
          </a:bodyPr>
          <a:lstStyle/>
          <a:p>
            <a:pPr algn="r"/>
            <a:r>
              <a:rPr lang="ja-JP" altLang="en-US" sz="1200">
                <a:latin typeface="+mn-ea"/>
              </a:rPr>
              <a:t>メール：</a:t>
            </a:r>
            <a:r>
              <a:rPr lang="en-US" altLang="ja-JP" sz="1200">
                <a:latin typeface="+mn-ea"/>
              </a:rPr>
              <a:t>【</a:t>
            </a:r>
            <a:r>
              <a:rPr lang="ja-JP" altLang="en-US" sz="1200">
                <a:latin typeface="+mn-ea"/>
              </a:rPr>
              <a:t>ご相談</a:t>
            </a:r>
            <a:r>
              <a:rPr lang="en-US" altLang="ja-JP" sz="1200">
                <a:latin typeface="+mn-ea"/>
              </a:rPr>
              <a:t>】</a:t>
            </a:r>
            <a:r>
              <a:rPr lang="ja-JP" altLang="en-US" sz="1200">
                <a:latin typeface="+mn-ea"/>
              </a:rPr>
              <a:t>アスファルト受注業務システムの件より抜粋（</a:t>
            </a:r>
            <a:r>
              <a:rPr lang="en-US" altLang="ja-JP" sz="1200">
                <a:latin typeface="+mn-ea"/>
              </a:rPr>
              <a:t> 2025/2/26</a:t>
            </a:r>
            <a:r>
              <a:rPr lang="ja-JP" altLang="en-US" sz="1200">
                <a:latin typeface="+mn-ea"/>
              </a:rPr>
              <a:t>　</a:t>
            </a:r>
            <a:r>
              <a:rPr lang="en-US" altLang="ja-JP" sz="1200">
                <a:latin typeface="+mn-ea"/>
              </a:rPr>
              <a:t>16:49</a:t>
            </a:r>
            <a:r>
              <a:rPr lang="ja-JP" altLang="en-US" sz="1200">
                <a:latin typeface="+mn-ea"/>
              </a:rPr>
              <a:t>）</a:t>
            </a:r>
          </a:p>
        </p:txBody>
      </p:sp>
    </p:spTree>
    <p:extLst>
      <p:ext uri="{BB962C8B-B14F-4D97-AF65-F5344CB8AC3E}">
        <p14:creationId xmlns:p14="http://schemas.microsoft.com/office/powerpoint/2010/main" val="258067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一覧①</a:t>
            </a:r>
            <a:endParaRPr kumimoji="1" lang="ja-JP" altLang="en-US" dirty="0"/>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nvGraphicFramePr>
        <p:xfrm>
          <a:off x="575400" y="813840"/>
          <a:ext cx="11160000" cy="560832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2791548711"/>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3">
                  <a:txBody>
                    <a:bodyPr/>
                    <a:lstStyle/>
                    <a:p>
                      <a:pPr algn="l"/>
                      <a:r>
                        <a:rPr kumimoji="1" lang="ja-JP" altLang="en-US" sz="1200">
                          <a:latin typeface="游ゴシック" panose="020B0400000000000000" pitchFamily="50" charset="-128"/>
                          <a:ea typeface="游ゴシック" panose="020B0400000000000000" pitchFamily="50" charset="-128"/>
                        </a:rPr>
                        <a:t>共通</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アーキテクチャ</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システムアーキテクチャを構築</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認証</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機能</a:t>
                      </a:r>
                    </a:p>
                    <a:p>
                      <a:pPr algn="ct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出光共通認証基盤を利用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・出光社員は</a:t>
                      </a:r>
                      <a:r>
                        <a:rPr kumimoji="1" lang="en-US" altLang="ja-JP" sz="1200" b="0" i="0" u="none" strike="noStrike" kern="1200" baseline="0">
                          <a:solidFill>
                            <a:schemeClr val="tx1"/>
                          </a:solidFill>
                          <a:latin typeface="游ゴシック" panose="020B0400000000000000" pitchFamily="50" charset="-128"/>
                          <a:ea typeface="+mn-ea"/>
                          <a:cs typeface="+mn-cs"/>
                        </a:rPr>
                        <a:t>IDM</a:t>
                      </a:r>
                      <a:r>
                        <a:rPr kumimoji="1" lang="ja-JP" altLang="en-US" sz="1200" b="0" i="0" u="none" strike="noStrike" kern="1200" baseline="0">
                          <a:solidFill>
                            <a:schemeClr val="tx1"/>
                          </a:solidFill>
                          <a:latin typeface="游ゴシック" panose="020B0400000000000000" pitchFamily="50" charset="-128"/>
                          <a:ea typeface="+mn-ea"/>
                          <a:cs typeface="+mn-cs"/>
                        </a:rPr>
                        <a:t>にて認証</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・外部ユーザーは別途認証</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権限管理</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出光権限管理</a:t>
                      </a:r>
                      <a:r>
                        <a:rPr kumimoji="1" lang="en-US" altLang="ja-JP" sz="1200" b="0" i="0" u="none" strike="noStrike" kern="1200" baseline="0">
                          <a:solidFill>
                            <a:schemeClr val="tx1"/>
                          </a:solidFill>
                          <a:latin typeface="游ゴシック" panose="020B0400000000000000" pitchFamily="50" charset="-128"/>
                          <a:ea typeface="+mn-ea"/>
                          <a:cs typeface="+mn-cs"/>
                        </a:rPr>
                        <a:t>IDM</a:t>
                      </a:r>
                      <a:r>
                        <a:rPr kumimoji="1" lang="ja-JP" altLang="en-US" sz="1200" b="0" i="0" u="none" strike="noStrike" kern="1200" baseline="0">
                          <a:solidFill>
                            <a:schemeClr val="tx1"/>
                          </a:solidFill>
                          <a:latin typeface="游ゴシック" panose="020B0400000000000000" pitchFamily="50" charset="-128"/>
                          <a:ea typeface="+mn-ea"/>
                          <a:cs typeface="+mn-cs"/>
                        </a:rPr>
                        <a:t>システムを利用</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a:txBody>
                    <a:bodyPr/>
                    <a:lstStyle/>
                    <a:p>
                      <a:pPr algn="l"/>
                      <a:r>
                        <a:rPr kumimoji="1" lang="ja-JP" altLang="en-US" sz="1200">
                          <a:latin typeface="游ゴシック" panose="020B0400000000000000" pitchFamily="50" charset="-128"/>
                          <a:ea typeface="游ゴシック" panose="020B0400000000000000" pitchFamily="50" charset="-128"/>
                        </a:rPr>
                        <a:t>ログイン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ログイン画面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ログイン（出光社員、外部ユーザー）</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152945">
                <a:tc rowSpan="2">
                  <a:txBody>
                    <a:bodyPr/>
                    <a:lstStyle/>
                    <a:p>
                      <a:pPr algn="l"/>
                      <a:r>
                        <a:rPr kumimoji="1" lang="ja-JP" altLang="en-US" sz="1200">
                          <a:latin typeface="游ゴシック" panose="020B0400000000000000" pitchFamily="50" charset="-128"/>
                          <a:ea typeface="+mn-ea"/>
                        </a:rPr>
                        <a:t>発注</a:t>
                      </a:r>
                      <a:endParaRPr kumimoji="1" lang="en-US" altLang="ja-JP" sz="1200">
                        <a:latin typeface="游ゴシック" panose="020B0400000000000000" pitchFamily="50" charset="-128"/>
                        <a:ea typeface="+mn-ea"/>
                      </a:endParaRPr>
                    </a:p>
                    <a:p>
                      <a:pPr algn="l"/>
                      <a:r>
                        <a:rPr kumimoji="1" lang="ja-JP" altLang="en-US" sz="1200">
                          <a:latin typeface="游ゴシック" panose="020B0400000000000000" pitchFamily="50" charset="-128"/>
                          <a:ea typeface="+mn-ea"/>
                        </a:rPr>
                        <a:t>（特販店、需要家）</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注文一覧画面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・注文一覧の表示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・検索（各ステータスを検索可能とする。注文中、注文確定、過去履歴など）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・新規注文ボタン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・複写新規ボタン</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注文画面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・注文情報の表示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・注文情報の入力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・マスタより出荷基地を設定（変更可）</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注文者に紐づく出荷基地がある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・マスタより運送会社を設定（変更可）</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注文者に紐づく運送会社がある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・マスタより積時間を仮決定（変更可）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⇒希望着日時は</a:t>
                      </a:r>
                      <a:r>
                        <a:rPr kumimoji="1" lang="en-US" altLang="ja-JP" sz="1200" b="0" i="0" u="none" strike="noStrike" kern="1200" baseline="0">
                          <a:solidFill>
                            <a:schemeClr val="tx1"/>
                          </a:solidFill>
                          <a:latin typeface="游ゴシック" panose="020B0400000000000000" pitchFamily="50" charset="-128"/>
                          <a:ea typeface="+mn-ea"/>
                          <a:cs typeface="+mn-cs"/>
                        </a:rPr>
                        <a:t>30</a:t>
                      </a:r>
                      <a:r>
                        <a:rPr kumimoji="1" lang="ja-JP" altLang="en-US" sz="1200" b="0" i="0" u="none" strike="noStrike" kern="1200" baseline="0">
                          <a:solidFill>
                            <a:schemeClr val="tx1"/>
                          </a:solidFill>
                          <a:latin typeface="游ゴシック" panose="020B0400000000000000" pitchFamily="50" charset="-128"/>
                          <a:ea typeface="+mn-ea"/>
                          <a:cs typeface="+mn-cs"/>
                        </a:rPr>
                        <a:t>分単位、</a:t>
                      </a:r>
                      <a:r>
                        <a:rPr kumimoji="1" lang="en-US" altLang="ja-JP" sz="1200" b="0" i="0" u="none" strike="noStrike" kern="1200" baseline="0">
                          <a:solidFill>
                            <a:schemeClr val="tx1"/>
                          </a:solidFill>
                          <a:latin typeface="游ゴシック" panose="020B0400000000000000" pitchFamily="50" charset="-128"/>
                          <a:ea typeface="+mn-ea"/>
                          <a:cs typeface="+mn-cs"/>
                        </a:rPr>
                        <a:t>AM/PM/</a:t>
                      </a:r>
                      <a:r>
                        <a:rPr kumimoji="1" lang="ja-JP" altLang="en-US" sz="1200" b="0" i="0" u="none" strike="noStrike" kern="1200" baseline="0">
                          <a:solidFill>
                            <a:schemeClr val="tx1"/>
                          </a:solidFill>
                          <a:latin typeface="游ゴシック" panose="020B0400000000000000" pitchFamily="50" charset="-128"/>
                          <a:ea typeface="+mn-ea"/>
                          <a:cs typeface="+mn-cs"/>
                        </a:rPr>
                        <a:t>終日フリーが選択可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⇒選択可能な希望着日時は基地により異なる（選べないかバリデーションエラーにするかは要検討）。</a:t>
                      </a:r>
                      <a:endParaRPr kumimoji="1" lang="en-US" altLang="ja-JP" sz="1200" b="0" i="0" u="none" strike="noStrike" kern="1200" baseline="0">
                        <a:solidFill>
                          <a:schemeClr val="tx1"/>
                        </a:solidFill>
                        <a:latin typeface="游ゴシック" panose="020B0400000000000000" pitchFamily="50" charset="-128"/>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年末年始などイレギュラー都合を考慮し、受注不可日時も基地ごとに事前設定できるようにしたい。</a:t>
                      </a:r>
                      <a:endParaRPr kumimoji="1" lang="en-US" altLang="ja-JP" sz="1200" b="0" i="0" u="none" strike="noStrike" kern="1200" baseline="0">
                        <a:solidFill>
                          <a:schemeClr val="tx1"/>
                        </a:solidFill>
                        <a:latin typeface="游ゴシック" panose="020B0400000000000000" pitchFamily="50" charset="-128"/>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（希望着日時の混雑状況をわかるようにしなくてよい。）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・必須入力（品目、数量、出荷基地、出荷先、希望着日時、第</a:t>
                      </a:r>
                      <a:r>
                        <a:rPr kumimoji="1" lang="en-US" altLang="ja-JP" sz="1200" b="0" i="0" u="none" strike="noStrike" kern="1200" baseline="0">
                          <a:solidFill>
                            <a:schemeClr val="tx1"/>
                          </a:solidFill>
                          <a:latin typeface="游ゴシック" panose="020B0400000000000000" pitchFamily="50" charset="-128"/>
                          <a:ea typeface="+mn-ea"/>
                          <a:cs typeface="+mn-cs"/>
                        </a:rPr>
                        <a:t>1</a:t>
                      </a:r>
                      <a:r>
                        <a:rPr kumimoji="1" lang="ja-JP" altLang="en-US" sz="1200" b="0" i="0" u="none" strike="noStrike" kern="1200" baseline="0">
                          <a:solidFill>
                            <a:schemeClr val="tx1"/>
                          </a:solidFill>
                          <a:latin typeface="游ゴシック" panose="020B0400000000000000" pitchFamily="50" charset="-128"/>
                          <a:ea typeface="+mn-ea"/>
                          <a:cs typeface="+mn-cs"/>
                        </a:rPr>
                        <a:t>運送会社、第</a:t>
                      </a:r>
                      <a:r>
                        <a:rPr kumimoji="1" lang="en-US" altLang="ja-JP" sz="1200" b="0" i="0" u="none" strike="noStrike" kern="1200" baseline="0">
                          <a:solidFill>
                            <a:schemeClr val="tx1"/>
                          </a:solidFill>
                          <a:latin typeface="游ゴシック" panose="020B0400000000000000" pitchFamily="50" charset="-128"/>
                          <a:ea typeface="+mn-ea"/>
                          <a:cs typeface="+mn-cs"/>
                        </a:rPr>
                        <a:t>2</a:t>
                      </a:r>
                      <a:r>
                        <a:rPr kumimoji="1" lang="ja-JP" altLang="en-US" sz="1200" b="0" i="0" u="none" strike="noStrike" kern="1200" baseline="0">
                          <a:solidFill>
                            <a:schemeClr val="tx1"/>
                          </a:solidFill>
                          <a:latin typeface="游ゴシック" panose="020B0400000000000000" pitchFamily="50" charset="-128"/>
                          <a:ea typeface="+mn-ea"/>
                          <a:cs typeface="+mn-cs"/>
                        </a:rPr>
                        <a:t>運送会社）</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品目ごとに数量単位が異なる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・一時保存</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・注文登録</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Tree>
    <p:extLst>
      <p:ext uri="{BB962C8B-B14F-4D97-AF65-F5344CB8AC3E}">
        <p14:creationId xmlns:p14="http://schemas.microsoft.com/office/powerpoint/2010/main" val="163835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一覧②</a:t>
            </a:r>
            <a:endParaRPr kumimoji="1" lang="ja-JP" altLang="en-US" dirty="0"/>
          </a:p>
        </p:txBody>
      </p:sp>
      <p:sp>
        <p:nvSpPr>
          <p:cNvPr id="3" name="フッター プレースホルダー 2">
            <a:extLst>
              <a:ext uri="{FF2B5EF4-FFF2-40B4-BE49-F238E27FC236}">
                <a16:creationId xmlns:a16="http://schemas.microsoft.com/office/drawing/2014/main" id="{5329906E-F9AB-2AE6-C16E-9C4E3BF4E4BC}"/>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DA73F207-25CE-5C63-AF14-FCD298F7DD44}"/>
              </a:ext>
            </a:extLst>
          </p:cNvPr>
          <p:cNvGraphicFramePr>
            <a:graphicFrameLocks noGrp="1"/>
          </p:cNvGraphicFramePr>
          <p:nvPr/>
        </p:nvGraphicFramePr>
        <p:xfrm>
          <a:off x="575400" y="813840"/>
          <a:ext cx="11160000" cy="432816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1363100917"/>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3">
                  <a:txBody>
                    <a:bodyPr/>
                    <a:lstStyle/>
                    <a:p>
                      <a:pPr algn="l"/>
                      <a:r>
                        <a:rPr kumimoji="1" lang="ja-JP" altLang="en-US" sz="1200">
                          <a:latin typeface="游ゴシック" panose="020B0400000000000000" pitchFamily="50" charset="-128"/>
                          <a:ea typeface="游ゴシック" panose="020B0400000000000000" pitchFamily="50" charset="-128"/>
                        </a:rPr>
                        <a:t>出荷確認</a:t>
                      </a:r>
                      <a:endParaRPr kumimoji="1" lang="en-US" altLang="ja-JP" sz="1200">
                        <a:latin typeface="游ゴシック" panose="020B0400000000000000" pitchFamily="50" charset="-128"/>
                        <a:ea typeface="游ゴシック" panose="020B0400000000000000" pitchFamily="50" charset="-128"/>
                      </a:endParaRPr>
                    </a:p>
                    <a:p>
                      <a:pPr algn="l"/>
                      <a:r>
                        <a:rPr kumimoji="1" lang="ja-JP" altLang="en-US" sz="1200">
                          <a:latin typeface="游ゴシック" panose="020B0400000000000000" pitchFamily="50" charset="-128"/>
                          <a:ea typeface="游ゴシック" panose="020B0400000000000000" pitchFamily="50" charset="-128"/>
                        </a:rPr>
                        <a:t>（基地）</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注文一覧画面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発注時と同様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注文画面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発注時と同様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出荷画面</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・出荷情報（積時間、出荷可否）の入力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在庫・生産計画は別システムにて確認するため、スコープ外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・出荷可否登録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a:t>
                      </a:r>
                      <a:r>
                        <a:rPr kumimoji="1" lang="en-US" altLang="ja-JP" sz="1200" b="0" i="0" u="none" strike="noStrike" kern="1200" baseline="0">
                          <a:solidFill>
                            <a:schemeClr val="tx1"/>
                          </a:solidFill>
                          <a:latin typeface="游ゴシック" panose="020B0400000000000000" pitchFamily="50" charset="-128"/>
                          <a:ea typeface="+mn-ea"/>
                          <a:cs typeface="+mn-cs"/>
                        </a:rPr>
                        <a:t>NG</a:t>
                      </a:r>
                      <a:r>
                        <a:rPr kumimoji="1" lang="ja-JP" altLang="en-US" sz="1200" b="0" i="0" u="none" strike="noStrike" kern="1200" baseline="0">
                          <a:solidFill>
                            <a:schemeClr val="tx1"/>
                          </a:solidFill>
                          <a:latin typeface="游ゴシック" panose="020B0400000000000000" pitchFamily="50" charset="-128"/>
                          <a:ea typeface="+mn-ea"/>
                          <a:cs typeface="+mn-cs"/>
                        </a:rPr>
                        <a:t>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rowSpan="4">
                  <a:txBody>
                    <a:bodyPr/>
                    <a:lstStyle/>
                    <a:p>
                      <a:pPr algn="l"/>
                      <a:r>
                        <a:rPr kumimoji="1" lang="ja-JP" altLang="en-US" sz="1200">
                          <a:latin typeface="游ゴシック" panose="020B0400000000000000" pitchFamily="50" charset="-128"/>
                          <a:ea typeface="+mn-ea"/>
                        </a:rPr>
                        <a:t>運送手配</a:t>
                      </a:r>
                      <a:endParaRPr kumimoji="1" lang="en-US" altLang="ja-JP" sz="1200">
                        <a:latin typeface="游ゴシック" panose="020B0400000000000000" pitchFamily="50" charset="-128"/>
                        <a:ea typeface="+mn-ea"/>
                      </a:endParaRPr>
                    </a:p>
                    <a:p>
                      <a:pPr algn="l"/>
                      <a:r>
                        <a:rPr kumimoji="1" lang="ja-JP" altLang="en-US" sz="1200">
                          <a:latin typeface="游ゴシック" panose="020B0400000000000000" pitchFamily="50" charset="-128"/>
                          <a:ea typeface="+mn-ea"/>
                        </a:rPr>
                        <a:t>（運送会社）</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注文一覧画面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注文画面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29702642"/>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出荷画面</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87150422"/>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車両手配画面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・車両手配情報（車番、運送可否）の入力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・運送会社変更</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・運送可否登録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a:t>
                      </a:r>
                      <a:r>
                        <a:rPr kumimoji="1" lang="en-US" altLang="ja-JP" sz="1200" b="0" i="0" u="none" strike="noStrike" kern="1200" baseline="0">
                          <a:solidFill>
                            <a:schemeClr val="tx1"/>
                          </a:solidFill>
                          <a:latin typeface="游ゴシック" panose="020B0400000000000000" pitchFamily="50" charset="-128"/>
                          <a:ea typeface="+mn-ea"/>
                          <a:cs typeface="+mn-cs"/>
                        </a:rPr>
                        <a:t>NG</a:t>
                      </a:r>
                      <a:r>
                        <a:rPr kumimoji="1" lang="ja-JP" altLang="en-US" sz="1200" b="0" i="0" u="none" strike="noStrike" kern="1200" baseline="0">
                          <a:solidFill>
                            <a:schemeClr val="tx1"/>
                          </a:solidFill>
                          <a:latin typeface="游ゴシック" panose="020B0400000000000000" pitchFamily="50" charset="-128"/>
                          <a:ea typeface="+mn-ea"/>
                          <a:cs typeface="+mn-cs"/>
                        </a:rPr>
                        <a:t>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r h="152945">
                <a:tc>
                  <a:txBody>
                    <a:bodyPr/>
                    <a:lstStyle/>
                    <a:p>
                      <a:pPr algn="l"/>
                      <a:r>
                        <a:rPr kumimoji="1" lang="ja-JP" altLang="en-US" sz="1200">
                          <a:latin typeface="游ゴシック" panose="020B0400000000000000" pitchFamily="50" charset="-128"/>
                          <a:ea typeface="游ゴシック" panose="020B0400000000000000" pitchFamily="50" charset="-128"/>
                        </a:rPr>
                        <a:t>最終合意</a:t>
                      </a:r>
                      <a:endParaRPr kumimoji="1" lang="en-US" altLang="ja-JP" sz="1200">
                        <a:latin typeface="游ゴシック" panose="020B0400000000000000" pitchFamily="50" charset="-128"/>
                        <a:ea typeface="游ゴシック" panose="020B0400000000000000" pitchFamily="50" charset="-128"/>
                      </a:endParaRPr>
                    </a:p>
                    <a:p>
                      <a:pPr algn="l"/>
                      <a:r>
                        <a:rPr kumimoji="1" lang="ja-JP" altLang="en-US" sz="1200">
                          <a:latin typeface="游ゴシック" panose="020B0400000000000000" pitchFamily="50" charset="-128"/>
                          <a:ea typeface="游ゴシック" panose="020B0400000000000000" pitchFamily="50" charset="-128"/>
                        </a:rPr>
                        <a:t>（特販店、需要家）</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最終合意</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・バリデーション（期限など）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・最終合意処理を行う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・受注確定メール送付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0307263"/>
                  </a:ext>
                </a:extLst>
              </a:tr>
            </a:tbl>
          </a:graphicData>
        </a:graphic>
      </p:graphicFrame>
    </p:spTree>
    <p:extLst>
      <p:ext uri="{BB962C8B-B14F-4D97-AF65-F5344CB8AC3E}">
        <p14:creationId xmlns:p14="http://schemas.microsoft.com/office/powerpoint/2010/main" val="2503941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D5ED-82F5-A074-DC1D-16C2016DA0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872AE4-2D9D-8C6D-6F46-4929A0D8A392}"/>
              </a:ext>
            </a:extLst>
          </p:cNvPr>
          <p:cNvSpPr>
            <a:spLocks noGrp="1"/>
          </p:cNvSpPr>
          <p:nvPr>
            <p:ph type="title"/>
          </p:nvPr>
        </p:nvSpPr>
        <p:spPr/>
        <p:txBody>
          <a:bodyPr/>
          <a:lstStyle/>
          <a:p>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一覧③</a:t>
            </a:r>
            <a:endParaRPr kumimoji="1" lang="ja-JP" altLang="en-US" dirty="0"/>
          </a:p>
        </p:txBody>
      </p:sp>
      <p:sp>
        <p:nvSpPr>
          <p:cNvPr id="3" name="フッター プレースホルダー 2">
            <a:extLst>
              <a:ext uri="{FF2B5EF4-FFF2-40B4-BE49-F238E27FC236}">
                <a16:creationId xmlns:a16="http://schemas.microsoft.com/office/drawing/2014/main" id="{29248727-A276-E2B2-45B4-DFD851618157}"/>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253DDDF4-6788-041F-1E1D-A0D8472C65B2}"/>
              </a:ext>
            </a:extLst>
          </p:cNvPr>
          <p:cNvGraphicFramePr>
            <a:graphicFrameLocks noGrp="1"/>
          </p:cNvGraphicFramePr>
          <p:nvPr>
            <p:extLst>
              <p:ext uri="{D42A27DB-BD31-4B8C-83A1-F6EECF244321}">
                <p14:modId xmlns:p14="http://schemas.microsoft.com/office/powerpoint/2010/main" val="4125638555"/>
              </p:ext>
            </p:extLst>
          </p:nvPr>
        </p:nvGraphicFramePr>
        <p:xfrm>
          <a:off x="575400" y="813840"/>
          <a:ext cx="11160000" cy="533400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2846625851"/>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5">
                  <a:txBody>
                    <a:bodyPr/>
                    <a:lstStyle/>
                    <a:p>
                      <a:pPr algn="l"/>
                      <a:r>
                        <a:rPr kumimoji="1" lang="ja-JP" altLang="en-US" sz="1200">
                          <a:latin typeface="游ゴシック" panose="020B0400000000000000" pitchFamily="50" charset="-128"/>
                          <a:ea typeface="游ゴシック" panose="020B0400000000000000" pitchFamily="50" charset="-128"/>
                        </a:rPr>
                        <a:t>マスタ</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品目</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品目、単位、作成時間</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出荷基地</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出荷基地</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運送会社</a:t>
                      </a:r>
                      <a:endParaRPr kumimoji="1" lang="en-US" altLang="ja-JP" sz="1200">
                        <a:latin typeface="游ゴシック" panose="020B0400000000000000" pitchFamily="50" charset="-128"/>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 </a:t>
                      </a:r>
                      <a:r>
                        <a:rPr kumimoji="1" lang="en-US" altLang="ja-JP" sz="1200" b="0" i="0" u="none" strike="noStrike" kern="1200" baseline="0">
                          <a:solidFill>
                            <a:schemeClr val="tx1"/>
                          </a:solidFill>
                          <a:latin typeface="游ゴシック" panose="020B0400000000000000" pitchFamily="50" charset="-128"/>
                          <a:ea typeface="+mn-ea"/>
                          <a:cs typeface="+mn-cs"/>
                        </a:rPr>
                        <a:t>or </a:t>
                      </a:r>
                      <a:r>
                        <a:rPr kumimoji="1" lang="ja-JP" altLang="en-US" sz="1200" b="0" i="0" u="none" strike="noStrike" kern="1200" baseline="0">
                          <a:solidFill>
                            <a:schemeClr val="tx1"/>
                          </a:solidFill>
                          <a:latin typeface="游ゴシック" panose="020B0400000000000000" pitchFamily="50" charset="-128"/>
                          <a:ea typeface="+mn-ea"/>
                          <a:cs typeface="+mn-cs"/>
                        </a:rPr>
                        <a:t>出荷先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運送会社</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735918"/>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游ゴシック" panose="020B0400000000000000" pitchFamily="50" charset="-128"/>
                        </a:rPr>
                        <a:t>出荷先</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18188733"/>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ユーザー</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rowSpan="2">
                  <a:txBody>
                    <a:bodyPr/>
                    <a:lstStyle/>
                    <a:p>
                      <a:pPr algn="l"/>
                      <a:r>
                        <a:rPr kumimoji="1" lang="ja-JP" altLang="en-US" sz="1200">
                          <a:latin typeface="游ゴシック" panose="020B0400000000000000" pitchFamily="50" charset="-128"/>
                          <a:ea typeface="+mn-ea"/>
                        </a:rPr>
                        <a:t>その他</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脆弱性診断</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・脆弱性診断を実施した結果の対応 </a:t>
                      </a:r>
                      <a:r>
                        <a:rPr kumimoji="1" lang="en-US" altLang="ja-JP" sz="12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a:t>
                      </a:r>
                      <a:r>
                        <a:rPr kumimoji="1" lang="ja-JP" altLang="en-US" sz="12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脆弱性診断の費用は見積対象外</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画面デザイン</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游ゴシック" panose="020B0400000000000000" pitchFamily="50" charset="-128"/>
                          <a:ea typeface="+mn-ea"/>
                          <a:cs typeface="+mn-cs"/>
                        </a:rPr>
                        <a:t>出荷画面の「積時間を調整する</a:t>
                      </a:r>
                      <a:r>
                        <a:rPr kumimoji="1" lang="en-US" altLang="ja-JP" sz="1200" b="0" i="0" u="none" strike="noStrike" kern="1200" baseline="0" dirty="0">
                          <a:solidFill>
                            <a:schemeClr val="tx1"/>
                          </a:solidFill>
                          <a:latin typeface="游ゴシック" panose="020B0400000000000000" pitchFamily="50" charset="-128"/>
                          <a:ea typeface="+mn-ea"/>
                          <a:cs typeface="+mn-cs"/>
                        </a:rPr>
                        <a:t>UI</a:t>
                      </a:r>
                      <a:r>
                        <a:rPr kumimoji="1" lang="ja-JP" altLang="en-US" sz="1200" b="0" i="0" u="none" strike="noStrike" kern="1200" baseline="0" dirty="0">
                          <a:solidFill>
                            <a:schemeClr val="tx1"/>
                          </a:solidFill>
                          <a:latin typeface="游ゴシック" panose="020B0400000000000000" pitchFamily="50" charset="-128"/>
                          <a:ea typeface="+mn-ea"/>
                          <a:cs typeface="+mn-cs"/>
                        </a:rPr>
                        <a:t>」について</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游ゴシック" panose="020B0400000000000000" pitchFamily="50" charset="-128"/>
                          <a:ea typeface="+mn-ea"/>
                          <a:cs typeface="+mn-cs"/>
                        </a:rPr>
                        <a:t>・ドラッグアンドドロップなど直感的な操作とする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游ゴシック" panose="020B0400000000000000" pitchFamily="50" charset="-128"/>
                          <a:ea typeface="+mn-ea"/>
                          <a:cs typeface="+mn-cs"/>
                        </a:rPr>
                        <a:t>・一括編集可能とする</a:t>
                      </a:r>
                      <a:endParaRPr kumimoji="1" lang="ja-JP" altLang="en-US" sz="1200" b="0" i="0" u="none" strike="noStrike" kern="1200" baseline="0" dirty="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29702642"/>
                  </a:ext>
                </a:extLst>
              </a:tr>
            </a:tbl>
          </a:graphicData>
        </a:graphic>
      </p:graphicFrame>
    </p:spTree>
    <p:extLst>
      <p:ext uri="{BB962C8B-B14F-4D97-AF65-F5344CB8AC3E}">
        <p14:creationId xmlns:p14="http://schemas.microsoft.com/office/powerpoint/2010/main" val="321514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C5A88FAA-7661-50CF-3757-E45BC3FB2265}"/>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C3FCE4D4-3068-1647-A24A-534DA93588C4}"/>
              </a:ext>
            </a:extLst>
          </p:cNvPr>
          <p:cNvSpPr>
            <a:spLocks noGrp="1"/>
          </p:cNvSpPr>
          <p:nvPr>
            <p:ph type="title"/>
          </p:nvPr>
        </p:nvSpPr>
        <p:spPr/>
        <p:txBody>
          <a:bodyPr/>
          <a:lstStyle/>
          <a:p>
            <a:r>
              <a:rPr kumimoji="1" lang="ja-JP" altLang="en-US"/>
              <a:t>プロジェクト体制・スケジュール等</a:t>
            </a:r>
          </a:p>
        </p:txBody>
      </p:sp>
    </p:spTree>
    <p:extLst>
      <p:ext uri="{BB962C8B-B14F-4D97-AF65-F5344CB8AC3E}">
        <p14:creationId xmlns:p14="http://schemas.microsoft.com/office/powerpoint/2010/main" val="2953241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kumimoji="1" lang="ja-JP" altLang="en-US"/>
              <a:t>体制（</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SystemEXE,Inc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9" y="1297411"/>
            <a:ext cx="3600000"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6000" y="937411"/>
            <a:ext cx="3600000"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游ゴシック" panose="020B0400000000000000" pitchFamily="50" charset="-128"/>
                <a:ea typeface="游ゴシック" panose="020B0400000000000000" pitchFamily="50" charset="-128"/>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67" idx="0"/>
            <a:endCxn id="64" idx="2"/>
          </p:cNvCxnSpPr>
          <p:nvPr/>
        </p:nvCxnSpPr>
        <p:spPr>
          <a:xfrm flipV="1">
            <a:off x="2376000" y="2233411"/>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4419603" y="1297410"/>
            <a:ext cx="7200000"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4419603" y="937411"/>
            <a:ext cx="7200000"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游ゴシック" panose="020B0400000000000000" pitchFamily="50" charset="-128"/>
                <a:ea typeface="游ゴシック" panose="020B0400000000000000" pitchFamily="50" charset="-128"/>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6217200" y="1513411"/>
            <a:ext cx="2592000" cy="72000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プロジェクト責任者</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川名 翔太</a:t>
              </a:r>
              <a:endParaRPr kumimoji="1" lang="ja-JP" altLang="en-US" sz="1400" b="0" i="0" u="none" strike="noStrike" kern="0" cap="none" spc="0" normalizeH="0" baseline="0" noProof="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6217200" y="3017008"/>
            <a:ext cx="2592000" cy="72000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プロジェクトマネージャー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游ゴシック"/>
                  <a:ea typeface="游ゴシック"/>
                </a:rPr>
                <a:t>髙木 義尚</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stCxn id="42" idx="2"/>
            <a:endCxn id="44" idx="0"/>
          </p:cNvCxnSpPr>
          <p:nvPr/>
        </p:nvCxnSpPr>
        <p:spPr>
          <a:xfrm flipH="1">
            <a:off x="7513198" y="2233411"/>
            <a:ext cx="4"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321221" y="2534797"/>
            <a:ext cx="2160000" cy="72000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営業</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游ゴシック" panose="020B0400000000000000" pitchFamily="50" charset="-128"/>
                  <a:ea typeface="游ゴシック" panose="020B0400000000000000" pitchFamily="50" charset="-128"/>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endCxn id="47" idx="2"/>
          </p:cNvCxnSpPr>
          <p:nvPr/>
        </p:nvCxnSpPr>
        <p:spPr>
          <a:xfrm flipH="1" flipV="1">
            <a:off x="7513202" y="3737008"/>
            <a:ext cx="10356" cy="153010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1224000" y="1513411"/>
            <a:ext cx="2304000" cy="720000"/>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游ゴシック" panose="020B0400000000000000" pitchFamily="50" charset="-128"/>
                  <a:ea typeface="游ゴシック" panose="020B0400000000000000" pitchFamily="50" charset="-128"/>
                </a:rPr>
                <a:t>肥後 浩一様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grpSp>
        <p:nvGrpSpPr>
          <p:cNvPr id="65" name="グループ化 64">
            <a:extLst>
              <a:ext uri="{FF2B5EF4-FFF2-40B4-BE49-F238E27FC236}">
                <a16:creationId xmlns:a16="http://schemas.microsoft.com/office/drawing/2014/main" id="{862F4B9C-F012-733C-97E7-BC4BD6155E59}"/>
              </a:ext>
            </a:extLst>
          </p:cNvPr>
          <p:cNvGrpSpPr/>
          <p:nvPr/>
        </p:nvGrpSpPr>
        <p:grpSpPr>
          <a:xfrm>
            <a:off x="1224000" y="3017008"/>
            <a:ext cx="2304000" cy="720000"/>
            <a:chOff x="719999" y="2952000"/>
            <a:chExt cx="2304000" cy="720000"/>
          </a:xfrm>
        </p:grpSpPr>
        <p:sp>
          <p:nvSpPr>
            <p:cNvPr id="67" name="正方形/長方形 66">
              <a:extLst>
                <a:ext uri="{FF2B5EF4-FFF2-40B4-BE49-F238E27FC236}">
                  <a16:creationId xmlns:a16="http://schemas.microsoft.com/office/drawing/2014/main" id="{0A951824-8CC8-3E3C-1303-25EAC7814C5E}"/>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rPr>
                <a:t>プロジェクトリーダー</a:t>
              </a:r>
            </a:p>
          </p:txBody>
        </p:sp>
        <p:sp>
          <p:nvSpPr>
            <p:cNvPr id="68" name="正方形/長方形 67">
              <a:extLst>
                <a:ext uri="{FF2B5EF4-FFF2-40B4-BE49-F238E27FC236}">
                  <a16:creationId xmlns:a16="http://schemas.microsoft.com/office/drawing/2014/main" id="{2CAD3C1A-C881-4FEF-D40C-BC2757062581}"/>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鳴海 健司様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grpSp>
        <p:nvGrpSpPr>
          <p:cNvPr id="69" name="グループ化 68">
            <a:extLst>
              <a:ext uri="{FF2B5EF4-FFF2-40B4-BE49-F238E27FC236}">
                <a16:creationId xmlns:a16="http://schemas.microsoft.com/office/drawing/2014/main" id="{303A46D3-CF1F-B6F7-728F-CAC71250A9BE}"/>
              </a:ext>
            </a:extLst>
          </p:cNvPr>
          <p:cNvGrpSpPr/>
          <p:nvPr/>
        </p:nvGrpSpPr>
        <p:grpSpPr>
          <a:xfrm>
            <a:off x="1224000" y="4520605"/>
            <a:ext cx="2304000" cy="1080000"/>
            <a:chOff x="1223999" y="4104000"/>
            <a:chExt cx="1800000" cy="1080000"/>
          </a:xfrm>
        </p:grpSpPr>
        <p:sp>
          <p:nvSpPr>
            <p:cNvPr id="70" name="正方形/長方形 69">
              <a:extLst>
                <a:ext uri="{FF2B5EF4-FFF2-40B4-BE49-F238E27FC236}">
                  <a16:creationId xmlns:a16="http://schemas.microsoft.com/office/drawing/2014/main" id="{DE9E8279-0EDD-11DD-E771-403093B7B151}"/>
                </a:ext>
              </a:extLst>
            </p:cNvPr>
            <p:cNvSpPr/>
            <p:nvPr/>
          </p:nvSpPr>
          <p:spPr>
            <a:xfrm>
              <a:off x="1223999" y="4104000"/>
              <a:ext cx="1800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メンバー</a:t>
              </a:r>
            </a:p>
          </p:txBody>
        </p:sp>
        <p:sp>
          <p:nvSpPr>
            <p:cNvPr id="71" name="正方形/長方形 70">
              <a:extLst>
                <a:ext uri="{FF2B5EF4-FFF2-40B4-BE49-F238E27FC236}">
                  <a16:creationId xmlns:a16="http://schemas.microsoft.com/office/drawing/2014/main" id="{862FACA1-2256-DEFF-65ED-36F50C0008C3}"/>
                </a:ext>
              </a:extLst>
            </p:cNvPr>
            <p:cNvSpPr/>
            <p:nvPr/>
          </p:nvSpPr>
          <p:spPr>
            <a:xfrm>
              <a:off x="1223999" y="4464000"/>
              <a:ext cx="1800000"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游ゴシック" panose="020B0400000000000000" pitchFamily="50" charset="-128"/>
                  <a:ea typeface="游ゴシック" panose="020B0400000000000000" pitchFamily="50" charset="-128"/>
                </a:rPr>
                <a:t>ご担当者様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7" idx="1"/>
          </p:cNvCxnSpPr>
          <p:nvPr/>
        </p:nvCxnSpPr>
        <p:spPr>
          <a:xfrm flipV="1">
            <a:off x="7513198" y="2714797"/>
            <a:ext cx="180802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321221" y="1513411"/>
            <a:ext cx="2160000" cy="72000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游ゴシック" panose="020B0400000000000000" pitchFamily="50" charset="-128"/>
                  <a:ea typeface="游ゴシック" panose="020B0400000000000000" pitchFamily="50" charset="-128"/>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en-US" altLang="ja-JP" sz="1400">
                  <a:solidFill>
                    <a:schemeClr val="tx1"/>
                  </a:solidFill>
                  <a:latin typeface="+mn-ea"/>
                </a:rPr>
                <a:t>PJ</a:t>
              </a:r>
              <a:r>
                <a:rPr lang="ja-JP" altLang="en-US" sz="1400">
                  <a:solidFill>
                    <a:schemeClr val="tx1"/>
                  </a:solidFill>
                  <a:latin typeface="+mn-ea"/>
                </a:rPr>
                <a:t>品質保証委員会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6221210" y="4520605"/>
            <a:ext cx="2592000" cy="1080000"/>
            <a:chOff x="6221210" y="4414073"/>
            <a:chExt cx="2592000" cy="1080000"/>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3"/>
              <a:ext cx="2591996"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lang="ja-JP" altLang="en-US" sz="1400">
                  <a:solidFill>
                    <a:schemeClr val="tx1"/>
                  </a:solidFill>
                  <a:latin typeface="游ゴシック" panose="020B0400000000000000" pitchFamily="50" charset="-128"/>
                  <a:ea typeface="游ゴシック" panose="020B0400000000000000" pitchFamily="50" charset="-128"/>
                </a:rPr>
                <a:t>メンバー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21214" y="4774073"/>
              <a:ext cx="2591996"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游ゴシック" panose="020B0400000000000000" pitchFamily="50" charset="-128"/>
                  <a:ea typeface="游ゴシック" panose="020B0400000000000000" pitchFamily="50" charset="-128"/>
                </a:rPr>
                <a:t>TBD</a:t>
              </a:r>
            </a:p>
          </p:txBody>
        </p:sp>
      </p:grpSp>
      <p:cxnSp>
        <p:nvCxnSpPr>
          <p:cNvPr id="18" name="直線コネクタ 17">
            <a:extLst>
              <a:ext uri="{FF2B5EF4-FFF2-40B4-BE49-F238E27FC236}">
                <a16:creationId xmlns:a16="http://schemas.microsoft.com/office/drawing/2014/main" id="{96BA573D-6F8E-3CDB-2C00-3C2E1C718B23}"/>
              </a:ext>
            </a:extLst>
          </p:cNvPr>
          <p:cNvCxnSpPr>
            <a:cxnSpLocks/>
            <a:stCxn id="70" idx="0"/>
            <a:endCxn id="68" idx="2"/>
          </p:cNvCxnSpPr>
          <p:nvPr/>
        </p:nvCxnSpPr>
        <p:spPr>
          <a:xfrm flipV="1">
            <a:off x="2376000" y="3737008"/>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901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723-A3DC-6BF6-24EF-3143051676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F66C9D-7B8E-C70A-059A-B71FB9ADB8CD}"/>
              </a:ext>
            </a:extLst>
          </p:cNvPr>
          <p:cNvSpPr>
            <a:spLocks noGrp="1"/>
          </p:cNvSpPr>
          <p:nvPr>
            <p:ph type="title"/>
          </p:nvPr>
        </p:nvSpPr>
        <p:spPr/>
        <p:txBody>
          <a:bodyPr/>
          <a:lstStyle/>
          <a:p>
            <a:r>
              <a:rPr kumimoji="1" lang="ja-JP" altLang="en-US" dirty="0"/>
              <a:t>スケジュール</a:t>
            </a:r>
            <a:r>
              <a:rPr lang="ja-JP" altLang="en-US" dirty="0"/>
              <a:t>案</a:t>
            </a:r>
            <a:endParaRPr kumimoji="1" lang="ja-JP" altLang="en-US" dirty="0"/>
          </a:p>
        </p:txBody>
      </p:sp>
      <p:sp>
        <p:nvSpPr>
          <p:cNvPr id="4" name="フッター プレースホルダー 3">
            <a:extLst>
              <a:ext uri="{FF2B5EF4-FFF2-40B4-BE49-F238E27FC236}">
                <a16:creationId xmlns:a16="http://schemas.microsoft.com/office/drawing/2014/main" id="{7F6BDC12-2474-59B4-4156-B40F831BC4C0}"/>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64E36980-A300-D1AD-F1B8-CF0CE5068A0E}"/>
              </a:ext>
            </a:extLst>
          </p:cNvPr>
          <p:cNvGraphicFramePr>
            <a:graphicFrameLocks noGrp="1"/>
          </p:cNvGraphicFramePr>
          <p:nvPr>
            <p:extLst>
              <p:ext uri="{D42A27DB-BD31-4B8C-83A1-F6EECF244321}">
                <p14:modId xmlns:p14="http://schemas.microsoft.com/office/powerpoint/2010/main" val="1268700393"/>
              </p:ext>
            </p:extLst>
          </p:nvPr>
        </p:nvGraphicFramePr>
        <p:xfrm>
          <a:off x="576000" y="1394113"/>
          <a:ext cx="11028010" cy="4365097"/>
        </p:xfrm>
        <a:graphic>
          <a:graphicData uri="http://schemas.openxmlformats.org/drawingml/2006/table">
            <a:tbl>
              <a:tblPr firstRow="1" bandRow="1">
                <a:tableStyleId>{2D5ABB26-0587-4C30-8999-92F81FD0307C}</a:tableStyleId>
              </a:tblPr>
              <a:tblGrid>
                <a:gridCol w="829262">
                  <a:extLst>
                    <a:ext uri="{9D8B030D-6E8A-4147-A177-3AD203B41FA5}">
                      <a16:colId xmlns:a16="http://schemas.microsoft.com/office/drawing/2014/main" val="390000680"/>
                    </a:ext>
                  </a:extLst>
                </a:gridCol>
                <a:gridCol w="364241">
                  <a:extLst>
                    <a:ext uri="{9D8B030D-6E8A-4147-A177-3AD203B41FA5}">
                      <a16:colId xmlns:a16="http://schemas.microsoft.com/office/drawing/2014/main" val="2810377369"/>
                    </a:ext>
                  </a:extLst>
                </a:gridCol>
                <a:gridCol w="364241">
                  <a:extLst>
                    <a:ext uri="{9D8B030D-6E8A-4147-A177-3AD203B41FA5}">
                      <a16:colId xmlns:a16="http://schemas.microsoft.com/office/drawing/2014/main" val="1394774728"/>
                    </a:ext>
                  </a:extLst>
                </a:gridCol>
                <a:gridCol w="364241">
                  <a:extLst>
                    <a:ext uri="{9D8B030D-6E8A-4147-A177-3AD203B41FA5}">
                      <a16:colId xmlns:a16="http://schemas.microsoft.com/office/drawing/2014/main" val="534760887"/>
                    </a:ext>
                  </a:extLst>
                </a:gridCol>
                <a:gridCol w="364241">
                  <a:extLst>
                    <a:ext uri="{9D8B030D-6E8A-4147-A177-3AD203B41FA5}">
                      <a16:colId xmlns:a16="http://schemas.microsoft.com/office/drawing/2014/main" val="491088751"/>
                    </a:ext>
                  </a:extLst>
                </a:gridCol>
                <a:gridCol w="364241">
                  <a:extLst>
                    <a:ext uri="{9D8B030D-6E8A-4147-A177-3AD203B41FA5}">
                      <a16:colId xmlns:a16="http://schemas.microsoft.com/office/drawing/2014/main" val="814744698"/>
                    </a:ext>
                  </a:extLst>
                </a:gridCol>
                <a:gridCol w="364241">
                  <a:extLst>
                    <a:ext uri="{9D8B030D-6E8A-4147-A177-3AD203B41FA5}">
                      <a16:colId xmlns:a16="http://schemas.microsoft.com/office/drawing/2014/main" val="611941371"/>
                    </a:ext>
                  </a:extLst>
                </a:gridCol>
                <a:gridCol w="364241">
                  <a:extLst>
                    <a:ext uri="{9D8B030D-6E8A-4147-A177-3AD203B41FA5}">
                      <a16:colId xmlns:a16="http://schemas.microsoft.com/office/drawing/2014/main" val="1302714029"/>
                    </a:ext>
                  </a:extLst>
                </a:gridCol>
                <a:gridCol w="364241">
                  <a:extLst>
                    <a:ext uri="{9D8B030D-6E8A-4147-A177-3AD203B41FA5}">
                      <a16:colId xmlns:a16="http://schemas.microsoft.com/office/drawing/2014/main" val="4050933131"/>
                    </a:ext>
                  </a:extLst>
                </a:gridCol>
                <a:gridCol w="364241">
                  <a:extLst>
                    <a:ext uri="{9D8B030D-6E8A-4147-A177-3AD203B41FA5}">
                      <a16:colId xmlns:a16="http://schemas.microsoft.com/office/drawing/2014/main" val="4066967415"/>
                    </a:ext>
                  </a:extLst>
                </a:gridCol>
                <a:gridCol w="364241">
                  <a:extLst>
                    <a:ext uri="{9D8B030D-6E8A-4147-A177-3AD203B41FA5}">
                      <a16:colId xmlns:a16="http://schemas.microsoft.com/office/drawing/2014/main" val="2818331606"/>
                    </a:ext>
                  </a:extLst>
                </a:gridCol>
                <a:gridCol w="364241">
                  <a:extLst>
                    <a:ext uri="{9D8B030D-6E8A-4147-A177-3AD203B41FA5}">
                      <a16:colId xmlns:a16="http://schemas.microsoft.com/office/drawing/2014/main" val="4146179240"/>
                    </a:ext>
                  </a:extLst>
                </a:gridCol>
                <a:gridCol w="364241">
                  <a:extLst>
                    <a:ext uri="{9D8B030D-6E8A-4147-A177-3AD203B41FA5}">
                      <a16:colId xmlns:a16="http://schemas.microsoft.com/office/drawing/2014/main" val="728973432"/>
                    </a:ext>
                  </a:extLst>
                </a:gridCol>
                <a:gridCol w="364241">
                  <a:extLst>
                    <a:ext uri="{9D8B030D-6E8A-4147-A177-3AD203B41FA5}">
                      <a16:colId xmlns:a16="http://schemas.microsoft.com/office/drawing/2014/main" val="3881238287"/>
                    </a:ext>
                  </a:extLst>
                </a:gridCol>
                <a:gridCol w="364241">
                  <a:extLst>
                    <a:ext uri="{9D8B030D-6E8A-4147-A177-3AD203B41FA5}">
                      <a16:colId xmlns:a16="http://schemas.microsoft.com/office/drawing/2014/main" val="277738048"/>
                    </a:ext>
                  </a:extLst>
                </a:gridCol>
                <a:gridCol w="364241">
                  <a:extLst>
                    <a:ext uri="{9D8B030D-6E8A-4147-A177-3AD203B41FA5}">
                      <a16:colId xmlns:a16="http://schemas.microsoft.com/office/drawing/2014/main" val="2245800188"/>
                    </a:ext>
                  </a:extLst>
                </a:gridCol>
                <a:gridCol w="364241">
                  <a:extLst>
                    <a:ext uri="{9D8B030D-6E8A-4147-A177-3AD203B41FA5}">
                      <a16:colId xmlns:a16="http://schemas.microsoft.com/office/drawing/2014/main" val="3364924607"/>
                    </a:ext>
                  </a:extLst>
                </a:gridCol>
                <a:gridCol w="364241">
                  <a:extLst>
                    <a:ext uri="{9D8B030D-6E8A-4147-A177-3AD203B41FA5}">
                      <a16:colId xmlns:a16="http://schemas.microsoft.com/office/drawing/2014/main" val="1162656261"/>
                    </a:ext>
                  </a:extLst>
                </a:gridCol>
                <a:gridCol w="364241">
                  <a:extLst>
                    <a:ext uri="{9D8B030D-6E8A-4147-A177-3AD203B41FA5}">
                      <a16:colId xmlns:a16="http://schemas.microsoft.com/office/drawing/2014/main" val="4018854686"/>
                    </a:ext>
                  </a:extLst>
                </a:gridCol>
                <a:gridCol w="364241">
                  <a:extLst>
                    <a:ext uri="{9D8B030D-6E8A-4147-A177-3AD203B41FA5}">
                      <a16:colId xmlns:a16="http://schemas.microsoft.com/office/drawing/2014/main" val="884114068"/>
                    </a:ext>
                  </a:extLst>
                </a:gridCol>
                <a:gridCol w="364241">
                  <a:extLst>
                    <a:ext uri="{9D8B030D-6E8A-4147-A177-3AD203B41FA5}">
                      <a16:colId xmlns:a16="http://schemas.microsoft.com/office/drawing/2014/main" val="3069356078"/>
                    </a:ext>
                  </a:extLst>
                </a:gridCol>
                <a:gridCol w="364241">
                  <a:extLst>
                    <a:ext uri="{9D8B030D-6E8A-4147-A177-3AD203B41FA5}">
                      <a16:colId xmlns:a16="http://schemas.microsoft.com/office/drawing/2014/main" val="4199843941"/>
                    </a:ext>
                  </a:extLst>
                </a:gridCol>
                <a:gridCol w="364241">
                  <a:extLst>
                    <a:ext uri="{9D8B030D-6E8A-4147-A177-3AD203B41FA5}">
                      <a16:colId xmlns:a16="http://schemas.microsoft.com/office/drawing/2014/main" val="743787249"/>
                    </a:ext>
                  </a:extLst>
                </a:gridCol>
                <a:gridCol w="364241">
                  <a:extLst>
                    <a:ext uri="{9D8B030D-6E8A-4147-A177-3AD203B41FA5}">
                      <a16:colId xmlns:a16="http://schemas.microsoft.com/office/drawing/2014/main" val="922199780"/>
                    </a:ext>
                  </a:extLst>
                </a:gridCol>
                <a:gridCol w="364241">
                  <a:extLst>
                    <a:ext uri="{9D8B030D-6E8A-4147-A177-3AD203B41FA5}">
                      <a16:colId xmlns:a16="http://schemas.microsoft.com/office/drawing/2014/main" val="383659013"/>
                    </a:ext>
                  </a:extLst>
                </a:gridCol>
                <a:gridCol w="364241">
                  <a:extLst>
                    <a:ext uri="{9D8B030D-6E8A-4147-A177-3AD203B41FA5}">
                      <a16:colId xmlns:a16="http://schemas.microsoft.com/office/drawing/2014/main" val="2904193488"/>
                    </a:ext>
                  </a:extLst>
                </a:gridCol>
                <a:gridCol w="364241">
                  <a:extLst>
                    <a:ext uri="{9D8B030D-6E8A-4147-A177-3AD203B41FA5}">
                      <a16:colId xmlns:a16="http://schemas.microsoft.com/office/drawing/2014/main" val="2901724710"/>
                    </a:ext>
                  </a:extLst>
                </a:gridCol>
                <a:gridCol w="364241">
                  <a:extLst>
                    <a:ext uri="{9D8B030D-6E8A-4147-A177-3AD203B41FA5}">
                      <a16:colId xmlns:a16="http://schemas.microsoft.com/office/drawing/2014/main" val="971198124"/>
                    </a:ext>
                  </a:extLst>
                </a:gridCol>
                <a:gridCol w="364241">
                  <a:extLst>
                    <a:ext uri="{9D8B030D-6E8A-4147-A177-3AD203B41FA5}">
                      <a16:colId xmlns:a16="http://schemas.microsoft.com/office/drawing/2014/main" val="1093279010"/>
                    </a:ext>
                  </a:extLst>
                </a:gridCol>
              </a:tblGrid>
              <a:tr h="426826">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8">
                  <a:txBody>
                    <a:bodyPr/>
                    <a:lstStyle/>
                    <a:p>
                      <a:pPr algn="ctr"/>
                      <a:r>
                        <a:rPr lang="en-US" altLang="ja-JP" sz="1600" b="1">
                          <a:solidFill>
                            <a:schemeClr val="bg1"/>
                          </a:solidFill>
                          <a:latin typeface="+mn-ea"/>
                          <a:ea typeface="+mn-ea"/>
                        </a:rPr>
                        <a:t>2025 - 2026</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32993">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9</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10</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12</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3</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4</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746367">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65747">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890877">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aphicFrame>
        <p:nvGraphicFramePr>
          <p:cNvPr id="10" name="表 9">
            <a:extLst>
              <a:ext uri="{FF2B5EF4-FFF2-40B4-BE49-F238E27FC236}">
                <a16:creationId xmlns:a16="http://schemas.microsoft.com/office/drawing/2014/main" id="{50B30260-01E5-FC2D-DA10-47530DE9CA1B}"/>
              </a:ext>
            </a:extLst>
          </p:cNvPr>
          <p:cNvGraphicFramePr>
            <a:graphicFrameLocks noGrp="1"/>
          </p:cNvGraphicFramePr>
          <p:nvPr>
            <p:extLst>
              <p:ext uri="{D42A27DB-BD31-4B8C-83A1-F6EECF244321}">
                <p14:modId xmlns:p14="http://schemas.microsoft.com/office/powerpoint/2010/main" val="153956142"/>
              </p:ext>
            </p:extLst>
          </p:nvPr>
        </p:nvGraphicFramePr>
        <p:xfrm>
          <a:off x="2133600" y="3494333"/>
          <a:ext cx="2196000" cy="648000"/>
        </p:xfrm>
        <a:graphic>
          <a:graphicData uri="http://schemas.openxmlformats.org/drawingml/2006/table">
            <a:tbl>
              <a:tblPr firstRow="1" bandRow="1">
                <a:tableStyleId>{2D5ABB26-0587-4C30-8999-92F81FD0307C}</a:tableStyleId>
              </a:tblPr>
              <a:tblGrid>
                <a:gridCol w="2196000">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pSp>
        <p:nvGrpSpPr>
          <p:cNvPr id="15" name="グループ化 14">
            <a:extLst>
              <a:ext uri="{FF2B5EF4-FFF2-40B4-BE49-F238E27FC236}">
                <a16:creationId xmlns:a16="http://schemas.microsoft.com/office/drawing/2014/main" id="{5DC777E2-F40B-0283-B3C8-FAF7F8F84C5A}"/>
              </a:ext>
            </a:extLst>
          </p:cNvPr>
          <p:cNvGrpSpPr/>
          <p:nvPr/>
        </p:nvGrpSpPr>
        <p:grpSpPr>
          <a:xfrm>
            <a:off x="7394257" y="919988"/>
            <a:ext cx="4221743" cy="372517"/>
            <a:chOff x="2744754" y="513955"/>
            <a:chExt cx="8514710" cy="360050"/>
          </a:xfrm>
        </p:grpSpPr>
        <p:sp>
          <p:nvSpPr>
            <p:cNvPr id="16" name="正方形/長方形 15">
              <a:extLst>
                <a:ext uri="{FF2B5EF4-FFF2-40B4-BE49-F238E27FC236}">
                  <a16:creationId xmlns:a16="http://schemas.microsoft.com/office/drawing/2014/main" id="{FF44804B-3C73-071E-290E-03F0ADCAED7C}"/>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4AD75070-A563-93A7-F7D3-50DB22C8EB01}"/>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5370F356-2476-315D-FCAC-A6A9F7B3398A}"/>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FDF9951-C6C9-5C65-00A9-50EDC87918F7}"/>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23" name="表 22">
            <a:extLst>
              <a:ext uri="{FF2B5EF4-FFF2-40B4-BE49-F238E27FC236}">
                <a16:creationId xmlns:a16="http://schemas.microsoft.com/office/drawing/2014/main" id="{63E8C5A8-64FF-C59B-978C-7B579F3B6D37}"/>
              </a:ext>
            </a:extLst>
          </p:cNvPr>
          <p:cNvGraphicFramePr>
            <a:graphicFrameLocks noGrp="1"/>
          </p:cNvGraphicFramePr>
          <p:nvPr>
            <p:extLst>
              <p:ext uri="{D42A27DB-BD31-4B8C-83A1-F6EECF244321}">
                <p14:modId xmlns:p14="http://schemas.microsoft.com/office/powerpoint/2010/main" val="2155088892"/>
              </p:ext>
            </p:extLst>
          </p:nvPr>
        </p:nvGraphicFramePr>
        <p:xfrm>
          <a:off x="4324014" y="4973777"/>
          <a:ext cx="729550" cy="648000"/>
        </p:xfrm>
        <a:graphic>
          <a:graphicData uri="http://schemas.openxmlformats.org/drawingml/2006/table">
            <a:tbl>
              <a:tblPr firstRow="1" bandRow="1">
                <a:tableStyleId>{2D5ABB26-0587-4C30-8999-92F81FD0307C}</a:tableStyleId>
              </a:tblPr>
              <a:tblGrid>
                <a:gridCol w="729550">
                  <a:extLst>
                    <a:ext uri="{9D8B030D-6E8A-4147-A177-3AD203B41FA5}">
                      <a16:colId xmlns:a16="http://schemas.microsoft.com/office/drawing/2014/main" val="3246718086"/>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開発環境構築</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6" name="表 5">
            <a:extLst>
              <a:ext uri="{FF2B5EF4-FFF2-40B4-BE49-F238E27FC236}">
                <a16:creationId xmlns:a16="http://schemas.microsoft.com/office/drawing/2014/main" id="{067F2A02-2C22-B7B2-6A5C-CEE5CF1BA9A4}"/>
              </a:ext>
            </a:extLst>
          </p:cNvPr>
          <p:cNvGraphicFramePr>
            <a:graphicFrameLocks noGrp="1"/>
          </p:cNvGraphicFramePr>
          <p:nvPr>
            <p:extLst>
              <p:ext uri="{D42A27DB-BD31-4B8C-83A1-F6EECF244321}">
                <p14:modId xmlns:p14="http://schemas.microsoft.com/office/powerpoint/2010/main" val="408393662"/>
              </p:ext>
            </p:extLst>
          </p:nvPr>
        </p:nvGraphicFramePr>
        <p:xfrm>
          <a:off x="4315516" y="3494333"/>
          <a:ext cx="738048" cy="648000"/>
        </p:xfrm>
        <a:graphic>
          <a:graphicData uri="http://schemas.openxmlformats.org/drawingml/2006/table">
            <a:tbl>
              <a:tblPr firstRow="1" bandRow="1">
                <a:tableStyleId>{2D5ABB26-0587-4C30-8999-92F81FD0307C}</a:tableStyleId>
              </a:tblPr>
              <a:tblGrid>
                <a:gridCol w="738048">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F899297-39CA-68D9-7882-DDF2777D91A0}"/>
              </a:ext>
            </a:extLst>
          </p:cNvPr>
          <p:cNvGraphicFramePr>
            <a:graphicFrameLocks noGrp="1"/>
          </p:cNvGraphicFramePr>
          <p:nvPr>
            <p:extLst>
              <p:ext uri="{D42A27DB-BD31-4B8C-83A1-F6EECF244321}">
                <p14:modId xmlns:p14="http://schemas.microsoft.com/office/powerpoint/2010/main" val="4134778693"/>
              </p:ext>
            </p:extLst>
          </p:nvPr>
        </p:nvGraphicFramePr>
        <p:xfrm>
          <a:off x="7240845" y="3494333"/>
          <a:ext cx="713469" cy="646559"/>
        </p:xfrm>
        <a:graphic>
          <a:graphicData uri="http://schemas.openxmlformats.org/drawingml/2006/table">
            <a:tbl>
              <a:tblPr firstRow="1" bandRow="1">
                <a:tableStyleId>{2D5ABB26-0587-4C30-8999-92F81FD0307C}</a:tableStyleId>
              </a:tblPr>
              <a:tblGrid>
                <a:gridCol w="713469">
                  <a:extLst>
                    <a:ext uri="{9D8B030D-6E8A-4147-A177-3AD203B41FA5}">
                      <a16:colId xmlns:a16="http://schemas.microsoft.com/office/drawing/2014/main" val="1708186329"/>
                    </a:ext>
                  </a:extLst>
                </a:gridCol>
              </a:tblGrid>
              <a:tr h="646559">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29952574-B67B-359B-557A-64E5EADDFC46}"/>
              </a:ext>
            </a:extLst>
          </p:cNvPr>
          <p:cNvGraphicFramePr>
            <a:graphicFrameLocks noGrp="1"/>
          </p:cNvGraphicFramePr>
          <p:nvPr>
            <p:extLst>
              <p:ext uri="{D42A27DB-BD31-4B8C-83A1-F6EECF244321}">
                <p14:modId xmlns:p14="http://schemas.microsoft.com/office/powerpoint/2010/main" val="1759785283"/>
              </p:ext>
            </p:extLst>
          </p:nvPr>
        </p:nvGraphicFramePr>
        <p:xfrm>
          <a:off x="7950674" y="3494333"/>
          <a:ext cx="731157" cy="646559"/>
        </p:xfrm>
        <a:graphic>
          <a:graphicData uri="http://schemas.openxmlformats.org/drawingml/2006/table">
            <a:tbl>
              <a:tblPr firstRow="1" bandRow="1">
                <a:tableStyleId>{2D5ABB26-0587-4C30-8999-92F81FD0307C}</a:tableStyleId>
              </a:tblPr>
              <a:tblGrid>
                <a:gridCol w="731157">
                  <a:extLst>
                    <a:ext uri="{9D8B030D-6E8A-4147-A177-3AD203B41FA5}">
                      <a16:colId xmlns:a16="http://schemas.microsoft.com/office/drawing/2014/main" val="2823374101"/>
                    </a:ext>
                  </a:extLst>
                </a:gridCol>
              </a:tblGrid>
              <a:tr h="646559">
                <a:tc>
                  <a:txBody>
                    <a:bodyPr/>
                    <a:lstStyle/>
                    <a:p>
                      <a:pPr algn="ctr"/>
                      <a:r>
                        <a:rPr kumimoji="1" lang="ja-JP" altLang="en-US" sz="1100" b="0">
                          <a:solidFill>
                            <a:schemeClr val="tx1"/>
                          </a:solidFill>
                          <a:latin typeface="+mn-ea"/>
                          <a:ea typeface="+mn-ea"/>
                        </a:rPr>
                        <a:t>システムテスト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36E68966-5D4C-2A50-9DAB-C9EC84BE5859}"/>
              </a:ext>
            </a:extLst>
          </p:cNvPr>
          <p:cNvGraphicFramePr>
            <a:graphicFrameLocks noGrp="1"/>
          </p:cNvGraphicFramePr>
          <p:nvPr>
            <p:extLst>
              <p:ext uri="{D42A27DB-BD31-4B8C-83A1-F6EECF244321}">
                <p14:modId xmlns:p14="http://schemas.microsoft.com/office/powerpoint/2010/main" val="1832442238"/>
              </p:ext>
            </p:extLst>
          </p:nvPr>
        </p:nvGraphicFramePr>
        <p:xfrm>
          <a:off x="5045066" y="3494333"/>
          <a:ext cx="738000" cy="648000"/>
        </p:xfrm>
        <a:graphic>
          <a:graphicData uri="http://schemas.openxmlformats.org/drawingml/2006/table">
            <a:tbl>
              <a:tblPr firstRow="1" bandRow="1">
                <a:tableStyleId>{2D5ABB26-0587-4C30-8999-92F81FD0307C}</a:tableStyleId>
              </a:tblPr>
              <a:tblGrid>
                <a:gridCol w="738000">
                  <a:extLst>
                    <a:ext uri="{9D8B030D-6E8A-4147-A177-3AD203B41FA5}">
                      <a16:colId xmlns:a16="http://schemas.microsoft.com/office/drawing/2014/main" val="1708186329"/>
                    </a:ext>
                  </a:extLst>
                </a:gridCol>
              </a:tblGrid>
              <a:tr h="648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40425F0B-7978-1852-2DF3-F182D07E5483}"/>
              </a:ext>
            </a:extLst>
          </p:cNvPr>
          <p:cNvGraphicFramePr>
            <a:graphicFrameLocks noGrp="1"/>
          </p:cNvGraphicFramePr>
          <p:nvPr>
            <p:extLst>
              <p:ext uri="{D42A27DB-BD31-4B8C-83A1-F6EECF244321}">
                <p14:modId xmlns:p14="http://schemas.microsoft.com/office/powerpoint/2010/main" val="2106711785"/>
              </p:ext>
            </p:extLst>
          </p:nvPr>
        </p:nvGraphicFramePr>
        <p:xfrm>
          <a:off x="5779982" y="3494333"/>
          <a:ext cx="1458866" cy="648423"/>
        </p:xfrm>
        <a:graphic>
          <a:graphicData uri="http://schemas.openxmlformats.org/drawingml/2006/table">
            <a:tbl>
              <a:tblPr firstRow="1" bandRow="1">
                <a:tableStyleId>{2D5ABB26-0587-4C30-8999-92F81FD0307C}</a:tableStyleId>
              </a:tblPr>
              <a:tblGrid>
                <a:gridCol w="1458866">
                  <a:extLst>
                    <a:ext uri="{9D8B030D-6E8A-4147-A177-3AD203B41FA5}">
                      <a16:colId xmlns:a16="http://schemas.microsoft.com/office/drawing/2014/main" val="1708186329"/>
                    </a:ext>
                  </a:extLst>
                </a:gridCol>
              </a:tblGrid>
              <a:tr h="648423">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E0D51858-26E2-A83B-AA49-4F369A7F5E57}"/>
              </a:ext>
            </a:extLst>
          </p:cNvPr>
          <p:cNvGraphicFramePr>
            <a:graphicFrameLocks noGrp="1"/>
          </p:cNvGraphicFramePr>
          <p:nvPr>
            <p:extLst>
              <p:ext uri="{D42A27DB-BD31-4B8C-83A1-F6EECF244321}">
                <p14:modId xmlns:p14="http://schemas.microsoft.com/office/powerpoint/2010/main" val="2750537766"/>
              </p:ext>
            </p:extLst>
          </p:nvPr>
        </p:nvGraphicFramePr>
        <p:xfrm>
          <a:off x="8680265" y="3494333"/>
          <a:ext cx="751520" cy="648000"/>
        </p:xfrm>
        <a:graphic>
          <a:graphicData uri="http://schemas.openxmlformats.org/drawingml/2006/table">
            <a:tbl>
              <a:tblPr firstRow="1" bandRow="1">
                <a:tableStyleId>{2D5ABB26-0587-4C30-8999-92F81FD0307C}</a:tableStyleId>
              </a:tblPr>
              <a:tblGrid>
                <a:gridCol w="751520">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ユーザ</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3" name="表 2">
            <a:extLst>
              <a:ext uri="{FF2B5EF4-FFF2-40B4-BE49-F238E27FC236}">
                <a16:creationId xmlns:a16="http://schemas.microsoft.com/office/drawing/2014/main" id="{8B4AECDA-1EA5-F8F5-C52D-6E336CA8261C}"/>
              </a:ext>
            </a:extLst>
          </p:cNvPr>
          <p:cNvGraphicFramePr>
            <a:graphicFrameLocks noGrp="1"/>
          </p:cNvGraphicFramePr>
          <p:nvPr>
            <p:extLst>
              <p:ext uri="{D42A27DB-BD31-4B8C-83A1-F6EECF244321}">
                <p14:modId xmlns:p14="http://schemas.microsoft.com/office/powerpoint/2010/main" val="924562345"/>
              </p:ext>
            </p:extLst>
          </p:nvPr>
        </p:nvGraphicFramePr>
        <p:xfrm>
          <a:off x="3580275" y="4180987"/>
          <a:ext cx="1464466" cy="648000"/>
        </p:xfrm>
        <a:graphic>
          <a:graphicData uri="http://schemas.openxmlformats.org/drawingml/2006/table">
            <a:tbl>
              <a:tblPr firstRow="1" bandRow="1">
                <a:tableStyleId>{2D5ABB26-0587-4C30-8999-92F81FD0307C}</a:tableStyleId>
              </a:tblPr>
              <a:tblGrid>
                <a:gridCol w="1464466">
                  <a:extLst>
                    <a:ext uri="{9D8B030D-6E8A-4147-A177-3AD203B41FA5}">
                      <a16:colId xmlns:a16="http://schemas.microsoft.com/office/drawing/2014/main" val="2823374101"/>
                    </a:ext>
                  </a:extLst>
                </a:gridCol>
              </a:tblGrid>
              <a:tr h="648000">
                <a:tc>
                  <a:txBody>
                    <a:bodyPr/>
                    <a:lstStyle/>
                    <a:p>
                      <a:pPr algn="ctr"/>
                      <a:r>
                        <a:rPr kumimoji="1" lang="en-US" altLang="ja-JP" sz="1100" b="0" dirty="0">
                          <a:solidFill>
                            <a:schemeClr val="tx1"/>
                          </a:solidFill>
                          <a:latin typeface="+mn-ea"/>
                          <a:ea typeface="+mn-ea"/>
                        </a:rPr>
                        <a:t>UI</a:t>
                      </a:r>
                      <a:r>
                        <a:rPr kumimoji="1" lang="ja-JP" altLang="en-US" sz="1100" b="0" dirty="0">
                          <a:solidFill>
                            <a:schemeClr val="tx1"/>
                          </a:solidFill>
                          <a:latin typeface="+mn-ea"/>
                          <a:ea typeface="+mn-ea"/>
                        </a:rPr>
                        <a:t>検討</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F0103D76-E5FB-DA88-49A0-997C19C3E328}"/>
              </a:ext>
            </a:extLst>
          </p:cNvPr>
          <p:cNvGraphicFramePr>
            <a:graphicFrameLocks noGrp="1"/>
          </p:cNvGraphicFramePr>
          <p:nvPr>
            <p:extLst>
              <p:ext uri="{D42A27DB-BD31-4B8C-83A1-F6EECF244321}">
                <p14:modId xmlns:p14="http://schemas.microsoft.com/office/powerpoint/2010/main" val="1459696940"/>
              </p:ext>
            </p:extLst>
          </p:nvPr>
        </p:nvGraphicFramePr>
        <p:xfrm>
          <a:off x="9422820" y="3494333"/>
          <a:ext cx="738048" cy="648000"/>
        </p:xfrm>
        <a:graphic>
          <a:graphicData uri="http://schemas.openxmlformats.org/drawingml/2006/table">
            <a:tbl>
              <a:tblPr firstRow="1" bandRow="1">
                <a:tableStyleId>{2D5ABB26-0587-4C30-8999-92F81FD0307C}</a:tableStyleId>
              </a:tblPr>
              <a:tblGrid>
                <a:gridCol w="738048">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BE794BC6-EB53-3AAA-445E-3DC0858905D6}"/>
              </a:ext>
            </a:extLst>
          </p:cNvPr>
          <p:cNvSpPr txBox="1"/>
          <p:nvPr/>
        </p:nvSpPr>
        <p:spPr>
          <a:xfrm>
            <a:off x="2133600" y="2491631"/>
            <a:ext cx="2893350"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CD68CD5-0065-0C9A-941A-94E15CBF3546}"/>
              </a:ext>
            </a:extLst>
          </p:cNvPr>
          <p:cNvSpPr txBox="1"/>
          <p:nvPr/>
        </p:nvSpPr>
        <p:spPr>
          <a:xfrm>
            <a:off x="5053563" y="2495263"/>
            <a:ext cx="2900750"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C1618CE8-D021-AFDC-7AB6-68DD2FF38DE2}"/>
              </a:ext>
            </a:extLst>
          </p:cNvPr>
          <p:cNvCxnSpPr>
            <a:cxnSpLocks/>
          </p:cNvCxnSpPr>
          <p:nvPr/>
        </p:nvCxnSpPr>
        <p:spPr>
          <a:xfrm>
            <a:off x="2180804" y="2830582"/>
            <a:ext cx="286426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4944E78B-45D3-D252-A30B-4EE3B9D76DCF}"/>
              </a:ext>
            </a:extLst>
          </p:cNvPr>
          <p:cNvCxnSpPr>
            <a:cxnSpLocks/>
          </p:cNvCxnSpPr>
          <p:nvPr/>
        </p:nvCxnSpPr>
        <p:spPr>
          <a:xfrm>
            <a:off x="5053564" y="2830582"/>
            <a:ext cx="290075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5F6F8CEF-FF21-DCDB-6DCD-C2AA6A8BFCA1}"/>
              </a:ext>
            </a:extLst>
          </p:cNvPr>
          <p:cNvSpPr txBox="1"/>
          <p:nvPr/>
        </p:nvSpPr>
        <p:spPr>
          <a:xfrm>
            <a:off x="7980926" y="2489767"/>
            <a:ext cx="2166802"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939C843D-2297-233C-4F61-4627CB4DF4BD}"/>
              </a:ext>
            </a:extLst>
          </p:cNvPr>
          <p:cNvCxnSpPr>
            <a:cxnSpLocks/>
          </p:cNvCxnSpPr>
          <p:nvPr/>
        </p:nvCxnSpPr>
        <p:spPr>
          <a:xfrm>
            <a:off x="7954314" y="2828718"/>
            <a:ext cx="2215519" cy="1864"/>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 name="矢印: 五方向 4">
            <a:extLst>
              <a:ext uri="{FF2B5EF4-FFF2-40B4-BE49-F238E27FC236}">
                <a16:creationId xmlns:a16="http://schemas.microsoft.com/office/drawing/2014/main" id="{3AFCE336-4F24-3E84-91D4-78A9C5405E9E}"/>
              </a:ext>
            </a:extLst>
          </p:cNvPr>
          <p:cNvSpPr/>
          <p:nvPr/>
        </p:nvSpPr>
        <p:spPr>
          <a:xfrm>
            <a:off x="2126200" y="2930029"/>
            <a:ext cx="2927363"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要件定義・基本設計</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フェーズ</a:t>
            </a:r>
          </a:p>
        </p:txBody>
      </p:sp>
      <p:sp>
        <p:nvSpPr>
          <p:cNvPr id="12" name="矢印: 五方向 11">
            <a:extLst>
              <a:ext uri="{FF2B5EF4-FFF2-40B4-BE49-F238E27FC236}">
                <a16:creationId xmlns:a16="http://schemas.microsoft.com/office/drawing/2014/main" id="{58E53524-3E18-214F-E3F8-D81A26FFF872}"/>
              </a:ext>
            </a:extLst>
          </p:cNvPr>
          <p:cNvSpPr/>
          <p:nvPr/>
        </p:nvSpPr>
        <p:spPr>
          <a:xfrm>
            <a:off x="5053563" y="2910506"/>
            <a:ext cx="2927363"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A3BD0B5C-633F-3B7C-285B-8E75D39D93E1}"/>
              </a:ext>
            </a:extLst>
          </p:cNvPr>
          <p:cNvSpPr/>
          <p:nvPr/>
        </p:nvSpPr>
        <p:spPr>
          <a:xfrm>
            <a:off x="7968103" y="2901964"/>
            <a:ext cx="217962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導入フェーズ</a:t>
            </a:r>
          </a:p>
        </p:txBody>
      </p:sp>
      <p:sp>
        <p:nvSpPr>
          <p:cNvPr id="14" name="テキスト ボックス 13">
            <a:extLst>
              <a:ext uri="{FF2B5EF4-FFF2-40B4-BE49-F238E27FC236}">
                <a16:creationId xmlns:a16="http://schemas.microsoft.com/office/drawing/2014/main" id="{FFBC16D5-1859-0B08-0A01-44D1D42C74D5}"/>
              </a:ext>
            </a:extLst>
          </p:cNvPr>
          <p:cNvSpPr txBox="1"/>
          <p:nvPr/>
        </p:nvSpPr>
        <p:spPr>
          <a:xfrm>
            <a:off x="9494046" y="2193078"/>
            <a:ext cx="2045861" cy="288147"/>
          </a:xfrm>
          <a:prstGeom prst="rect">
            <a:avLst/>
          </a:prstGeom>
          <a:noFill/>
          <a:ln>
            <a:noFill/>
          </a:ln>
        </p:spPr>
        <p:txBody>
          <a:bodyPr wrap="square" lIns="54000" tIns="36000" rIns="54000" bIns="36000" rtlCol="0" anchor="ctr">
            <a:spAutoFit/>
          </a:bodyPr>
          <a:lstStyle/>
          <a:p>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3</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月～本稼働</a:t>
            </a:r>
          </a:p>
        </p:txBody>
      </p:sp>
      <p:sp>
        <p:nvSpPr>
          <p:cNvPr id="20" name="矢印: 五方向 19">
            <a:extLst>
              <a:ext uri="{FF2B5EF4-FFF2-40B4-BE49-F238E27FC236}">
                <a16:creationId xmlns:a16="http://schemas.microsoft.com/office/drawing/2014/main" id="{A9CBBE5D-E58A-F03A-653F-AF23B73FFECD}"/>
              </a:ext>
            </a:extLst>
          </p:cNvPr>
          <p:cNvSpPr/>
          <p:nvPr/>
        </p:nvSpPr>
        <p:spPr>
          <a:xfrm>
            <a:off x="10146115" y="2901964"/>
            <a:ext cx="1469886"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運用・保守</a:t>
            </a:r>
          </a:p>
        </p:txBody>
      </p:sp>
    </p:spTree>
    <p:extLst>
      <p:ext uri="{BB962C8B-B14F-4D97-AF65-F5344CB8AC3E}">
        <p14:creationId xmlns:p14="http://schemas.microsoft.com/office/powerpoint/2010/main" val="750407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p:cNvSpPr>
            <a:spLocks noGrp="1"/>
          </p:cNvSpPr>
          <p:nvPr>
            <p:ph type="title"/>
          </p:nvPr>
        </p:nvSpPr>
        <p:spPr/>
        <p:txBody>
          <a:bodyPr/>
          <a:lstStyle/>
          <a:p>
            <a:r>
              <a:rPr kumimoji="1" lang="ja-JP" altLang="en-US"/>
              <a:t>会議体</a:t>
            </a:r>
          </a:p>
        </p:txBody>
      </p:sp>
      <p:sp>
        <p:nvSpPr>
          <p:cNvPr id="4" name="フッター プレースホルダー 3"/>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4063922992"/>
              </p:ext>
            </p:extLst>
          </p:nvPr>
        </p:nvGraphicFramePr>
        <p:xfrm>
          <a:off x="575999" y="1943999"/>
          <a:ext cx="11041199" cy="3911854"/>
        </p:xfrm>
        <a:graphic>
          <a:graphicData uri="http://schemas.openxmlformats.org/drawingml/2006/table">
            <a:tbl>
              <a:tblPr firstRow="1" bandRow="1">
                <a:tableStyleId>{3B4B98B0-60AC-42C2-AFA5-B58CD77FA1E5}</a:tableStyleId>
              </a:tblPr>
              <a:tblGrid>
                <a:gridCol w="1877952">
                  <a:extLst>
                    <a:ext uri="{9D8B030D-6E8A-4147-A177-3AD203B41FA5}">
                      <a16:colId xmlns:a16="http://schemas.microsoft.com/office/drawing/2014/main" val="20000"/>
                    </a:ext>
                  </a:extLst>
                </a:gridCol>
                <a:gridCol w="1576873">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821093">
                  <a:extLst>
                    <a:ext uri="{9D8B030D-6E8A-4147-A177-3AD203B41FA5}">
                      <a16:colId xmlns:a16="http://schemas.microsoft.com/office/drawing/2014/main" val="1186915876"/>
                    </a:ext>
                  </a:extLst>
                </a:gridCol>
                <a:gridCol w="5682929">
                  <a:extLst>
                    <a:ext uri="{9D8B030D-6E8A-4147-A177-3AD203B41FA5}">
                      <a16:colId xmlns:a16="http://schemas.microsoft.com/office/drawing/2014/main" val="20001"/>
                    </a:ext>
                  </a:extLst>
                </a:gridCol>
              </a:tblGrid>
              <a:tr h="418539">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対面</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698663">
                <a:tc>
                  <a:txBody>
                    <a:bodyPr/>
                    <a:lstStyle/>
                    <a:p>
                      <a:r>
                        <a:rPr kumimoji="1" lang="ja-JP" altLang="en-US" sz="1600" dirty="0">
                          <a:latin typeface="游ゴシック" panose="020B0400000000000000" pitchFamily="50" charset="-128"/>
                          <a:ea typeface="游ゴシック" panose="020B0400000000000000" pitchFamily="50" charset="-128"/>
                        </a:rPr>
                        <a:t>進捗会議</a:t>
                      </a:r>
                      <a:endParaRPr kumimoji="1" lang="ja-JP" altLang="en-US" sz="1600" b="0" dirty="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698663">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698663">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dirty="0">
                          <a:latin typeface="游ゴシック"/>
                          <a:ea typeface="游ゴシック"/>
                        </a:rPr>
                        <a:t>不足事項の整理および確認</a:t>
                      </a:r>
                    </a:p>
                    <a:p>
                      <a:pPr lvl="0" algn="l">
                        <a:buNone/>
                      </a:pPr>
                      <a:r>
                        <a:rPr lang="ja-JP" altLang="en-US" sz="1600" dirty="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Tree>
    <p:extLst>
      <p:ext uri="{BB962C8B-B14F-4D97-AF65-F5344CB8AC3E}">
        <p14:creationId xmlns:p14="http://schemas.microsoft.com/office/powerpoint/2010/main" val="4015780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工程と作業概要</a:t>
            </a:r>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7" name="コンテンツ プレースホルダー 6"/>
          <p:cNvGraphicFramePr>
            <a:graphicFrameLocks/>
          </p:cNvGraphicFramePr>
          <p:nvPr>
            <p:extLst>
              <p:ext uri="{D42A27DB-BD31-4B8C-83A1-F6EECF244321}">
                <p14:modId xmlns:p14="http://schemas.microsoft.com/office/powerpoint/2010/main" val="3626939146"/>
              </p:ext>
            </p:extLst>
          </p:nvPr>
        </p:nvGraphicFramePr>
        <p:xfrm>
          <a:off x="576000" y="864000"/>
          <a:ext cx="11041200" cy="5547360"/>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20000"/>
                    </a:ext>
                  </a:extLst>
                </a:gridCol>
                <a:gridCol w="8685361">
                  <a:extLst>
                    <a:ext uri="{9D8B030D-6E8A-4147-A177-3AD203B41FA5}">
                      <a16:colId xmlns:a16="http://schemas.microsoft.com/office/drawing/2014/main" val="20001"/>
                    </a:ext>
                  </a:extLst>
                </a:gridCol>
              </a:tblGrid>
              <a:tr h="313031">
                <a:tc>
                  <a:txBody>
                    <a:bodyPr/>
                    <a:lstStyle/>
                    <a:p>
                      <a:r>
                        <a:rPr kumimoji="1" lang="ja-JP" altLang="en-US" sz="1600"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9120">
                <a:tc>
                  <a:txBody>
                    <a:bodyPr/>
                    <a:lstStyle/>
                    <a:p>
                      <a:r>
                        <a:rPr kumimoji="1" lang="ja-JP" altLang="en-US" sz="1600" dirty="0">
                          <a:latin typeface="+mn-ea"/>
                          <a:ea typeface="+mn-ea"/>
                        </a:rPr>
                        <a:t>要件定義</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利害関係者とのヒアリング、要件の</a:t>
                      </a:r>
                      <a:r>
                        <a:rPr lang="ja-JP" altLang="en-US" sz="1600" dirty="0">
                          <a:latin typeface="+mn-ea"/>
                          <a:ea typeface="+mn-ea"/>
                        </a:rPr>
                        <a:t>再</a:t>
                      </a:r>
                      <a:r>
                        <a:rPr kumimoji="1" lang="ja-JP" altLang="en-US" sz="1600" dirty="0">
                          <a:latin typeface="+mn-ea"/>
                          <a:ea typeface="+mn-ea"/>
                        </a:rPr>
                        <a:t>確認、</a:t>
                      </a:r>
                      <a:r>
                        <a:rPr lang="ja-JP" altLang="en-US" sz="1600" dirty="0">
                          <a:latin typeface="+mn-ea"/>
                          <a:ea typeface="+mn-ea"/>
                        </a:rPr>
                        <a:t>未確定部分の</a:t>
                      </a:r>
                      <a:r>
                        <a:rPr kumimoji="1" lang="ja-JP" altLang="en-US" sz="1600" dirty="0">
                          <a:latin typeface="+mn-ea"/>
                          <a:ea typeface="+mn-ea"/>
                        </a:rPr>
                        <a:t>検討・決定を行います。</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要件定義書、業務フローの作成</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91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要件定義書の内容で基本設計書を作成します。</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9120">
                <a:tc>
                  <a:txBody>
                    <a:bodyPr/>
                    <a:lstStyle/>
                    <a:p>
                      <a:r>
                        <a:rPr kumimoji="1" lang="en-US" altLang="ja-JP" sz="1600" b="0" dirty="0">
                          <a:latin typeface="+mn-ea"/>
                          <a:ea typeface="+mn-ea"/>
                        </a:rPr>
                        <a:t>UI</a:t>
                      </a:r>
                      <a:r>
                        <a:rPr kumimoji="1" lang="ja-JP" altLang="en-US" sz="1600" b="0" dirty="0">
                          <a:latin typeface="+mn-ea"/>
                          <a:ea typeface="+mn-ea"/>
                        </a:rPr>
                        <a:t>検討</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外部ユーザーも利用するシステムのため、</a:t>
                      </a:r>
                      <a:r>
                        <a:rPr kumimoji="1" lang="en-US" altLang="ja-JP" sz="1600" dirty="0">
                          <a:latin typeface="+mn-ea"/>
                          <a:ea typeface="+mn-ea"/>
                        </a:rPr>
                        <a:t>UI</a:t>
                      </a:r>
                      <a:r>
                        <a:rPr kumimoji="1" lang="ja-JP" altLang="en-US" sz="1600" dirty="0">
                          <a:latin typeface="+mn-ea"/>
                          <a:ea typeface="+mn-ea"/>
                        </a:rPr>
                        <a:t>検討を早い段階で実施し、モックを作成しデザインなどの認識合わせを実施します。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70959875"/>
                  </a:ext>
                </a:extLst>
              </a:tr>
              <a:tr h="5791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機能単位</a:t>
                      </a:r>
                      <a:r>
                        <a:rPr kumimoji="1" lang="en-US" altLang="ja-JP" sz="1600" dirty="0">
                          <a:latin typeface="+mn-ea"/>
                          <a:ea typeface="+mn-ea"/>
                        </a:rPr>
                        <a:t>(API)</a:t>
                      </a:r>
                      <a:r>
                        <a:rPr kumimoji="1" lang="ja-JP" altLang="en-US" sz="1600" dirty="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5791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latinLnBrk="1"/>
                      <a:r>
                        <a:rPr kumimoji="1" lang="ja-JP" altLang="en-US" sz="1600" dirty="0">
                          <a:latin typeface="+mn-ea"/>
                          <a:ea typeface="+mn-ea"/>
                        </a:rPr>
                        <a:t>プログラミングを実施します。また、実装したプログラムが設計通りかを検証します。</a:t>
                      </a:r>
                      <a:endParaRPr lang="en-US" altLang="ja-JP" sz="1600" dirty="0">
                        <a:latin typeface="+mn-ea"/>
                        <a:ea typeface="+mn-ea"/>
                      </a:endParaRPr>
                    </a:p>
                    <a:p>
                      <a:pPr lvl="0" algn="l">
                        <a:buNone/>
                      </a:pPr>
                      <a:r>
                        <a:rPr lang="ja-JP" altLang="en-US" sz="1600" dirty="0">
                          <a:latin typeface="+mn-ea"/>
                          <a:ea typeface="+mn-ea"/>
                        </a:rPr>
                        <a:t>※</a:t>
                      </a:r>
                      <a:r>
                        <a:rPr kumimoji="1" lang="ja-JP" altLang="en-US" sz="1600" dirty="0">
                          <a:latin typeface="+mn-ea"/>
                          <a:ea typeface="+mn-ea"/>
                        </a:rPr>
                        <a:t>プログラム設計としてのドキュメント作成は実施しません。</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91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弊社内の環境にて、結合テストを実施し、品質を検証します。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91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5791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39893235"/>
                  </a:ext>
                </a:extLst>
              </a:tr>
              <a:tr h="579120">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27847548"/>
                  </a:ext>
                </a:extLst>
              </a:tr>
            </a:tbl>
          </a:graphicData>
        </a:graphic>
      </p:graphicFrame>
    </p:spTree>
    <p:extLst>
      <p:ext uri="{BB962C8B-B14F-4D97-AF65-F5344CB8AC3E}">
        <p14:creationId xmlns:p14="http://schemas.microsoft.com/office/powerpoint/2010/main" val="137931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納品物</a:t>
            </a:r>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p:cNvGraphicFramePr>
            <a:graphicFrameLocks/>
          </p:cNvGraphicFramePr>
          <p:nvPr>
            <p:extLst>
              <p:ext uri="{D42A27DB-BD31-4B8C-83A1-F6EECF244321}">
                <p14:modId xmlns:p14="http://schemas.microsoft.com/office/powerpoint/2010/main" val="441631397"/>
              </p:ext>
            </p:extLst>
          </p:nvPr>
        </p:nvGraphicFramePr>
        <p:xfrm>
          <a:off x="576000" y="864000"/>
          <a:ext cx="11041200" cy="5465460"/>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20000"/>
                    </a:ext>
                  </a:extLst>
                </a:gridCol>
                <a:gridCol w="8685361">
                  <a:extLst>
                    <a:ext uri="{9D8B030D-6E8A-4147-A177-3AD203B41FA5}">
                      <a16:colId xmlns:a16="http://schemas.microsoft.com/office/drawing/2014/main" val="20001"/>
                    </a:ext>
                  </a:extLst>
                </a:gridCol>
              </a:tblGrid>
              <a:tr h="265439">
                <a:tc>
                  <a:txBody>
                    <a:bodyPr/>
                    <a:lstStyle/>
                    <a:p>
                      <a:r>
                        <a:rPr kumimoji="1" lang="ja-JP" altLang="en-US" sz="1600" b="1"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002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600" b="0" i="0" u="none" strike="noStrike" baseline="0" noProof="0">
                          <a:solidFill>
                            <a:srgbClr val="000000"/>
                          </a:solidFill>
                          <a:latin typeface="游ゴシック" panose="020B0400000000000000" pitchFamily="50" charset="-128"/>
                          <a:ea typeface="游ゴシック" panose="020B0400000000000000" pitchFamily="50" charset="-128"/>
                        </a:rPr>
                        <a:t>要件定義書</a:t>
                      </a:r>
                      <a:r>
                        <a:rPr lang="en-US" altLang="zh-TW" sz="1600" b="0" i="0" u="none" strike="noStrike" baseline="0" noProof="0">
                          <a:solidFill>
                            <a:srgbClr val="000000"/>
                          </a:solidFill>
                          <a:latin typeface="游ゴシック" panose="020B0400000000000000" pitchFamily="50" charset="-128"/>
                          <a:ea typeface="游ゴシック" panose="020B0400000000000000" pitchFamily="50" charset="-128"/>
                        </a:rPr>
                        <a:t>(</a:t>
                      </a:r>
                      <a:r>
                        <a:rPr lang="ja-JP" altLang="en-US" sz="1600" b="0" i="0" u="none" strike="noStrike" baseline="0" noProof="0">
                          <a:solidFill>
                            <a:srgbClr val="000000"/>
                          </a:solidFill>
                          <a:latin typeface="游ゴシック" panose="020B0400000000000000" pitchFamily="50" charset="-128"/>
                          <a:ea typeface="游ゴシック" panose="020B0400000000000000" pitchFamily="50" charset="-128"/>
                        </a:rPr>
                        <a:t>機能要件、非機能要件</a:t>
                      </a:r>
                      <a:r>
                        <a:rPr lang="en-US" altLang="zh-TW" sz="1600" b="0" i="0" u="none" strike="noStrike" baseline="0" noProof="0">
                          <a:solidFill>
                            <a:srgbClr val="000000"/>
                          </a:solidFill>
                          <a:latin typeface="游ゴシック" panose="020B0400000000000000" pitchFamily="50" charset="-128"/>
                          <a:ea typeface="游ゴシック" panose="020B0400000000000000"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游ゴシック" panose="020B0400000000000000" pitchFamily="50" charset="-128"/>
                          <a:ea typeface="游ゴシック" panose="020B0400000000000000" pitchFamily="50" charset="-128"/>
                        </a:rPr>
                        <a:t>業務フロー</a:t>
                      </a:r>
                      <a:endParaRPr kumimoji="1" lang="en-US" altLang="ja-JP" sz="1600" b="0">
                        <a:latin typeface="游ゴシック" panose="020B0400000000000000" pitchFamily="50" charset="-128"/>
                        <a:ea typeface="游ゴシック" panose="020B0400000000000000" pitchFamily="50" charset="-128"/>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0020">
                <a:tc>
                  <a:txBody>
                    <a:bodyPr/>
                    <a:lstStyle/>
                    <a:p>
                      <a:r>
                        <a:rPr kumimoji="1" lang="ja-JP" altLang="en-US" sz="1600" dirty="0">
                          <a:latin typeface="+mn-ea"/>
                          <a:ea typeface="+mn-ea"/>
                        </a:rPr>
                        <a:t>基本設計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画面一覧、帳票一覧、バッチ・</a:t>
                      </a:r>
                      <a:r>
                        <a:rPr kumimoji="1" lang="ja-JP" altLang="en-US" sz="1600" dirty="0">
                          <a:latin typeface="+mn-ea"/>
                          <a:ea typeface="+mn-ea"/>
                        </a:rPr>
                        <a:t>ジョブネット</a:t>
                      </a:r>
                      <a:r>
                        <a:rPr kumimoji="1" lang="ja-JP" altLang="en-US" sz="1600" b="0" dirty="0">
                          <a:latin typeface="+mn-ea"/>
                          <a:ea typeface="+mn-ea"/>
                        </a:rPr>
                        <a:t>一覧、メール一覧、テーブル定義書／</a:t>
                      </a:r>
                      <a:r>
                        <a:rPr kumimoji="1" lang="en-US" altLang="ja-JP" sz="1600" b="0" dirty="0">
                          <a:latin typeface="+mn-ea"/>
                          <a:ea typeface="+mn-ea"/>
                        </a:rPr>
                        <a:t>ER</a:t>
                      </a:r>
                      <a:r>
                        <a:rPr kumimoji="1" lang="ja-JP" altLang="en-US" sz="1600" b="0" dirty="0">
                          <a:latin typeface="+mn-ea"/>
                          <a:ea typeface="+mn-ea"/>
                        </a:rPr>
                        <a:t>図、</a:t>
                      </a:r>
                      <a:endParaRPr kumimoji="1" lang="en-US" altLang="ja-JP" sz="1600" b="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画面項目定義書、帳票項目定義書、</a:t>
                      </a:r>
                      <a:r>
                        <a:rPr lang="ja-JP" altLang="en-US" sz="1600" b="0" dirty="0">
                          <a:latin typeface="+mn-ea"/>
                          <a:ea typeface="+mn-ea"/>
                        </a:rPr>
                        <a:t>テスト計画書</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0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mn-ea"/>
                          <a:ea typeface="+mn-ea"/>
                        </a:rPr>
                        <a:t>UI</a:t>
                      </a:r>
                      <a:r>
                        <a:rPr kumimoji="1" lang="ja-JP" altLang="en-US" sz="1600" b="0" dirty="0">
                          <a:latin typeface="+mn-ea"/>
                          <a:ea typeface="+mn-ea"/>
                        </a:rPr>
                        <a:t>検討</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モック資源</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6243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dirty="0">
                          <a:latin typeface="+mn-ea"/>
                          <a:ea typeface="+mn-ea"/>
                        </a:rPr>
                        <a:t>API</a:t>
                      </a:r>
                      <a:r>
                        <a:rPr kumimoji="1" lang="ja-JP" altLang="en-US" sz="1600" b="0" i="0" u="none" strike="noStrike" kern="1200" baseline="0" dirty="0">
                          <a:solidFill>
                            <a:schemeClr val="tx1"/>
                          </a:solidFill>
                          <a:latin typeface="游ゴシック" panose="020B0400000000000000" pitchFamily="50" charset="-128"/>
                          <a:ea typeface="+mn-ea"/>
                          <a:cs typeface="+mn-cs"/>
                        </a:rPr>
                        <a:t>詳細設計書、バッチ詳細設計書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dirty="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0020">
                <a:tc>
                  <a:txBody>
                    <a:bodyPr/>
                    <a:lstStyle/>
                    <a:p>
                      <a:r>
                        <a:rPr kumimoji="1" lang="ja-JP" altLang="en-US" sz="1600" dirty="0">
                          <a:latin typeface="+mn-ea"/>
                          <a:ea typeface="+mn-ea"/>
                        </a:rPr>
                        <a:t>結合テスト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結合テスト仕様書兼成績書</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0020">
                <a:tc>
                  <a:txBody>
                    <a:bodyPr/>
                    <a:lstStyle/>
                    <a:p>
                      <a:r>
                        <a:rPr kumimoji="1" lang="ja-JP" altLang="en-US" sz="1600" dirty="0">
                          <a:latin typeface="+mn-ea"/>
                          <a:ea typeface="+mn-ea"/>
                        </a:rPr>
                        <a:t>システムテスト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システムテスト仕様書兼成績書、ユーザー操作マニュアル</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570020">
                <a:tc>
                  <a:txBody>
                    <a:bodyPr/>
                    <a:lstStyle/>
                    <a:p>
                      <a:r>
                        <a:rPr kumimoji="1" lang="ja-JP" altLang="en-US" sz="1600" b="0" dirty="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9576139"/>
                  </a:ext>
                </a:extLst>
              </a:tr>
              <a:tr h="570020">
                <a:tc>
                  <a:txBody>
                    <a:bodyPr/>
                    <a:lstStyle/>
                    <a:p>
                      <a:r>
                        <a:rPr kumimoji="1" lang="ja-JP" altLang="en-US" sz="1600" b="0" dirty="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初期流動問合せ管理表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44441579"/>
                  </a:ext>
                </a:extLst>
              </a:tr>
            </a:tbl>
          </a:graphicData>
        </a:graphic>
      </p:graphicFrame>
    </p:spTree>
    <p:extLst>
      <p:ext uri="{BB962C8B-B14F-4D97-AF65-F5344CB8AC3E}">
        <p14:creationId xmlns:p14="http://schemas.microsoft.com/office/powerpoint/2010/main" val="4276394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C8ACF0C-22CE-4D5B-7ECD-E9629BB45267}"/>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012E36EB-6D78-2064-6B81-5C8939A326B8}"/>
              </a:ext>
            </a:extLst>
          </p:cNvPr>
          <p:cNvSpPr>
            <a:spLocks noGrp="1"/>
          </p:cNvSpPr>
          <p:nvPr>
            <p:ph type="title"/>
          </p:nvPr>
        </p:nvSpPr>
        <p:spPr/>
        <p:txBody>
          <a:bodyPr/>
          <a:lstStyle/>
          <a:p>
            <a:r>
              <a:rPr kumimoji="1" lang="ja-JP" altLang="en-US"/>
              <a:t>お見積もり</a:t>
            </a:r>
          </a:p>
        </p:txBody>
      </p:sp>
    </p:spTree>
    <p:extLst>
      <p:ext uri="{BB962C8B-B14F-4D97-AF65-F5344CB8AC3E}">
        <p14:creationId xmlns:p14="http://schemas.microsoft.com/office/powerpoint/2010/main" val="2852448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ECE4-7308-5CFA-7244-F0FEBE612F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C01A3F-B5E3-3E05-7749-FF3B28ECD05F}"/>
              </a:ext>
            </a:extLst>
          </p:cNvPr>
          <p:cNvSpPr>
            <a:spLocks noGrp="1"/>
          </p:cNvSpPr>
          <p:nvPr>
            <p:ph type="title"/>
          </p:nvPr>
        </p:nvSpPr>
        <p:spPr/>
        <p:txBody>
          <a:bodyPr/>
          <a:lstStyle/>
          <a:p>
            <a:r>
              <a:rPr lang="ja-JP" altLang="en-US"/>
              <a:t>概算お見積もり</a:t>
            </a:r>
            <a:endParaRPr kumimoji="1" lang="ja-JP" altLang="en-US"/>
          </a:p>
        </p:txBody>
      </p:sp>
      <p:sp>
        <p:nvSpPr>
          <p:cNvPr id="4" name="フッター プレースホルダー 3">
            <a:extLst>
              <a:ext uri="{FF2B5EF4-FFF2-40B4-BE49-F238E27FC236}">
                <a16:creationId xmlns:a16="http://schemas.microsoft.com/office/drawing/2014/main" id="{4032BFAE-C72C-383F-7A66-261BD0FD26B2}"/>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318179629"/>
              </p:ext>
            </p:extLst>
          </p:nvPr>
        </p:nvGraphicFramePr>
        <p:xfrm>
          <a:off x="516000" y="787560"/>
          <a:ext cx="11160000" cy="5660880"/>
        </p:xfrm>
        <a:graphic>
          <a:graphicData uri="http://schemas.openxmlformats.org/drawingml/2006/table">
            <a:tbl>
              <a:tblPr firstRow="1" bandRow="1">
                <a:tableStyleId>{2D5ABB26-0587-4C30-8999-92F81FD0307C}</a:tableStyleId>
              </a:tblPr>
              <a:tblGrid>
                <a:gridCol w="540000">
                  <a:extLst>
                    <a:ext uri="{9D8B030D-6E8A-4147-A177-3AD203B41FA5}">
                      <a16:colId xmlns:a16="http://schemas.microsoft.com/office/drawing/2014/main" val="233225342"/>
                    </a:ext>
                  </a:extLst>
                </a:gridCol>
                <a:gridCol w="1440000">
                  <a:extLst>
                    <a:ext uri="{9D8B030D-6E8A-4147-A177-3AD203B41FA5}">
                      <a16:colId xmlns:a16="http://schemas.microsoft.com/office/drawing/2014/main" val="568014644"/>
                    </a:ext>
                  </a:extLst>
                </a:gridCol>
                <a:gridCol w="1260000">
                  <a:extLst>
                    <a:ext uri="{9D8B030D-6E8A-4147-A177-3AD203B41FA5}">
                      <a16:colId xmlns:a16="http://schemas.microsoft.com/office/drawing/2014/main" val="711513500"/>
                    </a:ext>
                  </a:extLst>
                </a:gridCol>
                <a:gridCol w="1800000">
                  <a:extLst>
                    <a:ext uri="{9D8B030D-6E8A-4147-A177-3AD203B41FA5}">
                      <a16:colId xmlns:a16="http://schemas.microsoft.com/office/drawing/2014/main" val="3608806225"/>
                    </a:ext>
                  </a:extLst>
                </a:gridCol>
                <a:gridCol w="3600000">
                  <a:extLst>
                    <a:ext uri="{9D8B030D-6E8A-4147-A177-3AD203B41FA5}">
                      <a16:colId xmlns:a16="http://schemas.microsoft.com/office/drawing/2014/main" val="4260495519"/>
                    </a:ext>
                  </a:extLst>
                </a:gridCol>
                <a:gridCol w="2520000">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73532">
                <a:tc rowSpan="3">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4,000,000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5,000,000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73532">
                <a:tc rowSpan="3">
                  <a:txBody>
                    <a:bodyPr/>
                    <a:lstStyle/>
                    <a:p>
                      <a:pPr algn="ctr"/>
                      <a:r>
                        <a:rPr kumimoji="1" lang="en-US" altLang="ja-JP" sz="1600" dirty="0">
                          <a:latin typeface="+mn-ea"/>
                          <a:ea typeface="+mn-ea"/>
                        </a:rPr>
                        <a:t>2</a:t>
                      </a:r>
                      <a:endParaRPr kumimoji="1" lang="ja-JP" altLang="en-US" sz="1600" dirty="0">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600">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a:r>
                        <a:rPr lang="ja-JP" altLang="en-US" sz="1600" b="0" i="0" u="none" strike="noStrike" dirty="0">
                          <a:solidFill>
                            <a:srgbClr val="000000"/>
                          </a:solidFill>
                          <a:effectLst/>
                          <a:latin typeface="+mn-ea"/>
                          <a:ea typeface="+mn-ea"/>
                        </a:rPr>
                        <a:t>基本設計</a:t>
                      </a:r>
                      <a:endParaRPr lang="en-US" altLang="ja-JP" sz="1600" b="0" i="0" u="none" strike="noStrike" dirty="0">
                        <a:solidFill>
                          <a:srgbClr val="000000"/>
                        </a:solidFill>
                        <a:effectLst/>
                        <a:latin typeface="+mn-ea"/>
                        <a:ea typeface="+mn-ea"/>
                      </a:endParaRPr>
                    </a:p>
                    <a:p>
                      <a:pPr algn="ctr"/>
                      <a:r>
                        <a:rPr kumimoji="1" lang="en-US" altLang="ja-JP" sz="1600" b="0" i="0" u="none" strike="noStrike" dirty="0">
                          <a:solidFill>
                            <a:srgbClr val="000000"/>
                          </a:solidFill>
                          <a:effectLst/>
                          <a:latin typeface="+mn-ea"/>
                          <a:ea typeface="+mn-ea"/>
                        </a:rPr>
                        <a:t>UI</a:t>
                      </a:r>
                      <a:r>
                        <a:rPr kumimoji="1" lang="ja-JP" altLang="en-US" sz="1600" b="0" i="0" u="none" strike="noStrike" dirty="0">
                          <a:solidFill>
                            <a:srgbClr val="000000"/>
                          </a:solidFill>
                          <a:effectLst/>
                          <a:latin typeface="+mn-ea"/>
                          <a:ea typeface="+mn-ea"/>
                        </a:rPr>
                        <a:t>検討</a:t>
                      </a:r>
                      <a:endParaRPr kumimoji="1" lang="ja-JP" altLang="en-US" sz="1600" dirty="0">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6240243"/>
                  </a:ext>
                </a:extLst>
              </a:tr>
              <a:tr h="217776">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9362617"/>
                  </a:ext>
                </a:extLst>
              </a:tr>
              <a:tr h="217776">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6,100,000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952203023"/>
                  </a:ext>
                </a:extLst>
              </a:tr>
              <a:tr h="217776">
                <a:tc rowSpan="5">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開発</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詳細設計</a:t>
                      </a:r>
                      <a:endParaRPr lang="en-US" altLang="ja-JP" sz="1600" b="0" i="0" u="none" strike="noStrike" dirty="0">
                        <a:solidFill>
                          <a:srgbClr val="000000"/>
                        </a:solidFill>
                        <a:effectLst/>
                        <a:latin typeface="+mn-ea"/>
                        <a:ea typeface="+mn-ea"/>
                      </a:endParaRPr>
                    </a:p>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dirty="0">
                          <a:solidFill>
                            <a:srgbClr val="000000"/>
                          </a:solidFill>
                          <a:effectLst/>
                          <a:latin typeface="+mn-ea"/>
                          <a:ea typeface="+mn-ea"/>
                        </a:rPr>
                        <a:t>UI</a:t>
                      </a:r>
                      <a:r>
                        <a:rPr kumimoji="1" lang="ja-JP" altLang="en-US" sz="1600" b="0" i="0" u="none" strike="noStrike" dirty="0">
                          <a:solidFill>
                            <a:srgbClr val="000000"/>
                          </a:solidFill>
                          <a:effectLst/>
                          <a:latin typeface="+mn-ea"/>
                          <a:ea typeface="+mn-ea"/>
                        </a:rPr>
                        <a:t>検討</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製造</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単体テスト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17776">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17776">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17776">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11,700,000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17776">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システムテスト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2,000,000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17776">
                <a:tc rowSpan="3">
                  <a:txBody>
                    <a:bodyPr/>
                    <a:lstStyle/>
                    <a:p>
                      <a:pPr algn="ctr" rtl="0" fontAlgn="ctr"/>
                      <a:r>
                        <a:rPr lang="en-US" altLang="ja-JP" sz="1600" b="0" i="0" u="none" strike="noStrike">
                          <a:solidFill>
                            <a:srgbClr val="000000"/>
                          </a:solidFill>
                          <a:effectLst/>
                          <a:latin typeface="+mn-ea"/>
                          <a:ea typeface="+mn-ea"/>
                        </a:rPr>
                        <a:t>5</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受入テスト支援</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17776">
                <a:tc rowSpan="3">
                  <a:txBody>
                    <a:bodyPr/>
                    <a:lstStyle/>
                    <a:p>
                      <a:pPr algn="ctr" rtl="0" fontAlgn="ctr"/>
                      <a:r>
                        <a:rPr lang="en-US" altLang="ja-JP" sz="1600" b="0" i="0" u="none" strike="noStrike">
                          <a:solidFill>
                            <a:srgbClr val="000000"/>
                          </a:solidFill>
                          <a:effectLst/>
                          <a:latin typeface="+mn-ea"/>
                          <a:ea typeface="+mn-ea"/>
                        </a:rPr>
                        <a:t>6</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初期流動</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4034841"/>
                  </a:ext>
                </a:extLst>
              </a:tr>
              <a:tr h="21777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2556576"/>
                  </a:ext>
                </a:extLst>
              </a:tr>
              <a:tr h="21777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37077344"/>
                  </a:ext>
                </a:extLst>
              </a:tr>
              <a:tr h="217776">
                <a:tc gridSpan="5">
                  <a:txBody>
                    <a:bodyPr/>
                    <a:lstStyle/>
                    <a:p>
                      <a:pPr algn="r" rtl="0" fontAlgn="ctr"/>
                      <a:r>
                        <a:rPr lang="ja-JP" altLang="en-US" sz="1600" b="1" i="0" u="none" strike="noStrike" dirty="0">
                          <a:solidFill>
                            <a:srgbClr val="000000"/>
                          </a:solidFill>
                          <a:effectLst/>
                          <a:latin typeface="+mn-ea"/>
                          <a:ea typeface="+mn-ea"/>
                        </a:rPr>
                        <a:t>合計</a:t>
                      </a:r>
                      <a:endParaRPr lang="en-US" altLang="ja-JP" sz="1600" b="1" i="0" u="none" strike="noStrike" dirty="0">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28,800,000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343428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kumimoji="1" lang="ja-JP" altLang="en-US"/>
              <a:t>お見積もり前提条件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16000" y="728028"/>
            <a:ext cx="11554080" cy="591302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お見積もり金額はすべて税抜きでの記載となります。</a:t>
            </a:r>
            <a:endParaRPr lang="en-US" altLang="ja-JP" dirty="0"/>
          </a:p>
          <a:p>
            <a:r>
              <a:rPr lang="ja-JP" altLang="en-US" b="1" dirty="0">
                <a:solidFill>
                  <a:srgbClr val="FF0000"/>
                </a:solidFill>
              </a:rPr>
              <a:t>受領資料から弊社で作成した「</a:t>
            </a:r>
            <a:r>
              <a:rPr lang="ja-JP" altLang="en-US" b="1" dirty="0">
                <a:solidFill>
                  <a:srgbClr val="FF0000"/>
                </a:solidFill>
                <a:latin typeface="游明朝"/>
                <a:ea typeface="游明朝"/>
              </a:rPr>
              <a:t>想定</a:t>
            </a:r>
            <a:r>
              <a:rPr kumimoji="1" lang="ja-JP" altLang="en-US" b="1" dirty="0">
                <a:solidFill>
                  <a:srgbClr val="FF0000"/>
                </a:solidFill>
                <a:latin typeface="游明朝"/>
                <a:ea typeface="游明朝"/>
              </a:rPr>
              <a:t>機能・</a:t>
            </a:r>
            <a:r>
              <a:rPr lang="ja-JP" altLang="en-US" b="1" dirty="0">
                <a:solidFill>
                  <a:srgbClr val="FF0000"/>
                </a:solidFill>
                <a:latin typeface="游明朝"/>
                <a:ea typeface="游明朝"/>
              </a:rPr>
              <a:t>画面</a:t>
            </a:r>
            <a:r>
              <a:rPr kumimoji="1" lang="ja-JP" altLang="en-US" b="1" dirty="0">
                <a:solidFill>
                  <a:srgbClr val="FF0000"/>
                </a:solidFill>
                <a:latin typeface="游明朝"/>
                <a:ea typeface="游明朝"/>
              </a:rPr>
              <a:t>一覧①～</a:t>
            </a:r>
            <a:r>
              <a:rPr lang="ja-JP" altLang="en-US" b="1" dirty="0">
                <a:solidFill>
                  <a:srgbClr val="FF0000"/>
                </a:solidFill>
                <a:latin typeface="游明朝"/>
                <a:ea typeface="游明朝"/>
              </a:rPr>
              <a:t>③</a:t>
            </a:r>
            <a:r>
              <a:rPr lang="ja-JP" altLang="en-US" b="1" dirty="0">
                <a:solidFill>
                  <a:srgbClr val="FF0000"/>
                </a:solidFill>
              </a:rPr>
              <a:t>」を前提とした概算見積となります。</a:t>
            </a:r>
            <a:br>
              <a:rPr lang="en-US" altLang="ja-JP" b="1" dirty="0">
                <a:solidFill>
                  <a:srgbClr val="FF0000"/>
                </a:solidFill>
              </a:rPr>
            </a:br>
            <a:r>
              <a:rPr lang="ja-JP" altLang="en-US" b="1">
                <a:solidFill>
                  <a:srgbClr val="FF0000"/>
                </a:solidFill>
              </a:rPr>
              <a:t>想定して</a:t>
            </a:r>
            <a:r>
              <a:rPr lang="ja-JP" altLang="en-US" b="1" dirty="0">
                <a:solidFill>
                  <a:srgbClr val="FF0000"/>
                </a:solidFill>
              </a:rPr>
              <a:t>いる機能から機能数や規模が変更になった場合は変更となります</a:t>
            </a:r>
            <a:r>
              <a:rPr lang="ja-JP" altLang="en-US" dirty="0"/>
              <a:t>。</a:t>
            </a:r>
            <a:endParaRPr lang="en-US" altLang="ja-JP" dirty="0"/>
          </a:p>
          <a:p>
            <a:r>
              <a:rPr lang="ja-JP" altLang="en-US" dirty="0"/>
              <a:t>下記については本お見積もりには含まれておりません。</a:t>
            </a:r>
            <a:endParaRPr lang="en-US" altLang="ja-JP" dirty="0"/>
          </a:p>
          <a:p>
            <a:pPr lvl="1">
              <a:buFont typeface="Wingdings" panose="05000000000000000000" pitchFamily="2" charset="2"/>
              <a:buChar char="ü"/>
            </a:pPr>
            <a:r>
              <a:rPr lang="ja-JP" altLang="en-US" sz="1400" dirty="0"/>
              <a:t>データ移行</a:t>
            </a:r>
            <a:endParaRPr lang="en-US" altLang="ja-JP" sz="1400" dirty="0"/>
          </a:p>
          <a:p>
            <a:pPr lvl="1">
              <a:buFont typeface="Wingdings" panose="05000000000000000000" pitchFamily="2" charset="2"/>
              <a:buChar char="ü"/>
            </a:pPr>
            <a:r>
              <a:rPr lang="ja-JP" altLang="en-US" sz="1400" dirty="0"/>
              <a:t>外部</a:t>
            </a:r>
            <a:r>
              <a:rPr lang="en-US" altLang="ja-JP" sz="1400" dirty="0"/>
              <a:t>IF</a:t>
            </a:r>
            <a:r>
              <a:rPr lang="ja-JP" altLang="en-US" sz="1400" dirty="0"/>
              <a:t>連携</a:t>
            </a:r>
            <a:endParaRPr lang="en-US" altLang="ja-JP" sz="1400" dirty="0"/>
          </a:p>
          <a:p>
            <a:pPr lvl="1">
              <a:buFont typeface="Wingdings" panose="05000000000000000000" pitchFamily="2" charset="2"/>
              <a:buChar char="ü"/>
            </a:pPr>
            <a:r>
              <a:rPr lang="ja-JP" altLang="en-US" sz="1400" dirty="0"/>
              <a:t>脆弱性診断の実施費用</a:t>
            </a:r>
            <a:endParaRPr lang="en-US" altLang="ja-JP" sz="1400" dirty="0"/>
          </a:p>
          <a:p>
            <a:pPr lvl="1">
              <a:buFont typeface="Wingdings" panose="05000000000000000000" pitchFamily="2" charset="2"/>
              <a:buChar char="ü"/>
            </a:pPr>
            <a:r>
              <a:rPr lang="ja-JP" altLang="en-US" sz="1400" dirty="0"/>
              <a:t>システムご利用ユーザーへの教育費用</a:t>
            </a:r>
            <a:endParaRPr lang="en-US" altLang="ja-JP" sz="1400" dirty="0"/>
          </a:p>
          <a:p>
            <a:pPr lvl="1">
              <a:buFont typeface="Wingdings" panose="05000000000000000000" pitchFamily="2" charset="2"/>
              <a:buChar char="ü"/>
            </a:pPr>
            <a:r>
              <a:rPr lang="ja-JP" altLang="en-US" sz="1400" dirty="0"/>
              <a:t>ハードウェア、ネットワーク、ミドルウェア、クラウド環境の調達費用および利用料、設定作業等</a:t>
            </a:r>
            <a:endParaRPr lang="en-US" altLang="ja-JP" sz="1400" dirty="0"/>
          </a:p>
          <a:p>
            <a:pPr lvl="1">
              <a:buFont typeface="Wingdings" panose="05000000000000000000" pitchFamily="2" charset="2"/>
              <a:buChar char="ü"/>
            </a:pPr>
            <a:r>
              <a:rPr lang="ja-JP" altLang="en-US" sz="1400" dirty="0"/>
              <a:t>運用・保守費用</a:t>
            </a:r>
            <a:endParaRPr lang="en-US" altLang="ja-JP" sz="1400" dirty="0"/>
          </a:p>
          <a:p>
            <a:r>
              <a:rPr lang="ja-JP" altLang="en-US" dirty="0"/>
              <a:t>ドキュメントは弊社フォーマットでの作成を前提とし、別フォーマットで作成する場合は別途協議といたします。</a:t>
            </a:r>
          </a:p>
          <a:p>
            <a:r>
              <a:rPr lang="ja-JP" altLang="en-US" dirty="0"/>
              <a:t>作業場所は、打合せを除き、原則弊社オフィス内（在宅勤務含む）といたします。</a:t>
            </a:r>
            <a:endParaRPr lang="en-US" altLang="ja-JP" dirty="0"/>
          </a:p>
          <a:p>
            <a:r>
              <a:rPr lang="ja-JP" altLang="en-US" dirty="0"/>
              <a:t>東京２３区以外でのオフィスや事業所等での作業につきましては、交通費・宿泊費を別途ご請求といたします。</a:t>
            </a:r>
            <a:endParaRPr lang="en-US" altLang="ja-JP" dirty="0"/>
          </a:p>
          <a:p>
            <a:r>
              <a:rPr lang="ja-JP" altLang="en-US" dirty="0"/>
              <a:t>瑕疵担保責任期間は検収日より１年間とします。（検収日より</a:t>
            </a:r>
            <a:r>
              <a:rPr lang="en-US" altLang="ja-JP" dirty="0"/>
              <a:t>1</a:t>
            </a:r>
            <a:r>
              <a:rPr lang="ja-JP" altLang="en-US" dirty="0"/>
              <a:t>年間に限り契約不適合責任を追及できることとします。）</a:t>
            </a:r>
            <a:endParaRPr lang="en-US" altLang="ja-JP" dirty="0"/>
          </a:p>
          <a:p>
            <a:r>
              <a:rPr lang="ja-JP" altLang="en-US" dirty="0"/>
              <a:t>作業の一部を弊社パートナー会社へ再委託させていただく場合がございます。再委託先は、弊社グループ会社であるシステムエグゼベトナムを含みます。</a:t>
            </a:r>
            <a:endParaRPr lang="en-US" altLang="ja-JP" dirty="0"/>
          </a:p>
          <a:p>
            <a:r>
              <a:rPr lang="ja-JP" altLang="en-US" dirty="0"/>
              <a:t>上記諸条件および本提案書に記載のない諸条件</a:t>
            </a:r>
            <a:r>
              <a:rPr lang="en-US" altLang="ja-JP" dirty="0"/>
              <a:t>/</a:t>
            </a:r>
            <a:r>
              <a:rPr lang="ja-JP" altLang="en-US" dirty="0"/>
              <a:t>作業内容につきましては、別途ご相談の上、決定させていただきます。</a:t>
            </a:r>
            <a:endParaRPr lang="en-US" altLang="ja-JP" dirty="0"/>
          </a:p>
        </p:txBody>
      </p:sp>
    </p:spTree>
    <p:extLst>
      <p:ext uri="{BB962C8B-B14F-4D97-AF65-F5344CB8AC3E}">
        <p14:creationId xmlns:p14="http://schemas.microsoft.com/office/powerpoint/2010/main" val="2513257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2EB6AC-545D-42A6-BD49-26EFD3E9E14C}">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6D4756C-7B3C-4F66-935C-AB37B76449CD}">
  <ds:schemaRefs>
    <ds:schemaRef ds:uri="http://purl.org/dc/dcmitype/"/>
    <ds:schemaRef ds:uri="http://schemas.microsoft.com/office/2006/documentManagement/types"/>
    <ds:schemaRef ds:uri="2fd442da-66a9-4fa6-ba31-eb0d54ad1381"/>
    <ds:schemaRef ds:uri="http://schemas.openxmlformats.org/package/2006/metadata/core-properties"/>
    <ds:schemaRef ds:uri="http://purl.org/dc/elements/1.1/"/>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26B460F5-A58E-476A-A48E-BDB354E063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457</TotalTime>
  <Words>2707</Words>
  <Application>Microsoft Office PowerPoint</Application>
  <PresentationFormat>ワイド画面</PresentationFormat>
  <Paragraphs>474</Paragraphs>
  <Slides>23</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23</vt:i4>
      </vt:variant>
    </vt:vector>
  </HeadingPairs>
  <TitlesOfParts>
    <vt:vector size="31" baseType="lpstr">
      <vt:lpstr>Yu Gothic</vt:lpstr>
      <vt:lpstr>Yu Gothic</vt:lpstr>
      <vt:lpstr>Yu Gothic Medium</vt:lpstr>
      <vt:lpstr>游明朝</vt:lpstr>
      <vt:lpstr>Arial</vt:lpstr>
      <vt:lpstr>Calibri</vt:lpstr>
      <vt:lpstr>Wingdings</vt:lpstr>
      <vt:lpstr>Office テーマ</vt:lpstr>
      <vt:lpstr>概算御見積書(第1.x版)</vt:lpstr>
      <vt:lpstr>PowerPoint プレゼンテーション</vt:lpstr>
      <vt:lpstr>ご提案範囲</vt:lpstr>
      <vt:lpstr>想定されている業務概要</vt:lpstr>
      <vt:lpstr>システムの構築範囲（全体イメージ）</vt:lpstr>
      <vt:lpstr>想定されている受注業務フロー（① 発注）</vt:lpstr>
      <vt:lpstr>想定されている受注業務フロー（② 出荷確認）</vt:lpstr>
      <vt:lpstr>想定されている受注業務フロー（③ 運送手配）</vt:lpstr>
      <vt:lpstr>想定されている受注業務フロー（④ 最終合意）</vt:lpstr>
      <vt:lpstr>想定されている業務概要</vt:lpstr>
      <vt:lpstr>想定機能・画面一覧①</vt:lpstr>
      <vt:lpstr>想定機能・画面一覧②</vt:lpstr>
      <vt:lpstr>想定機能・画面一覧③</vt:lpstr>
      <vt:lpstr>プロジェクト体制・スケジュール等</vt:lpstr>
      <vt:lpstr>体制（案）</vt:lpstr>
      <vt:lpstr>スケジュール案</vt:lpstr>
      <vt:lpstr>会議体</vt:lpstr>
      <vt:lpstr>工程と作業概要</vt:lpstr>
      <vt:lpstr>納品物</vt:lpstr>
      <vt:lpstr>お見積もり</vt:lpstr>
      <vt:lpstr>概算お見積もり</vt:lpstr>
      <vt:lpstr>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川名翔太</cp:lastModifiedBy>
  <cp:revision>1</cp:revision>
  <dcterms:created xsi:type="dcterms:W3CDTF">2021-02-05T06:36:21Z</dcterms:created>
  <dcterms:modified xsi:type="dcterms:W3CDTF">2025-03-12T12:33:31Z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ies>
</file>