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6"/>
  </p:notesMasterIdLst>
  <p:handoutMasterIdLst>
    <p:handoutMasterId r:id="rId17"/>
  </p:handoutMasterIdLst>
  <p:sldIdLst>
    <p:sldId id="714" r:id="rId5"/>
    <p:sldId id="756" r:id="rId6"/>
    <p:sldId id="757" r:id="rId7"/>
    <p:sldId id="765" r:id="rId8"/>
    <p:sldId id="766" r:id="rId9"/>
    <p:sldId id="932" r:id="rId10"/>
    <p:sldId id="930" r:id="rId11"/>
    <p:sldId id="923" r:id="rId12"/>
    <p:sldId id="929" r:id="rId13"/>
    <p:sldId id="767" r:id="rId14"/>
    <p:sldId id="74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82B3B-5AA6-4CC7-910E-0C588C12C1AF}" v="51" dt="2024-12-04T08:05:51.705"/>
    <p1510:client id="{E92C48FE-29A8-43CB-9D9B-97890D95264B}" v="109" dt="2024-12-05T05:33:05.06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pChg chg="mod">
          <ac:chgData name="吉田諒" userId="S::ryou.yoshida@system-exe.jp::48113613-5467-405d-9628-39cdc2d8c52c" providerId="AD" clId="Web-{F86F8821-50EF-48AC-B316-4E4303A74403}" dt="2024-01-29T11:24:46.573" v="261" actId="20577"/>
          <ac:spMkLst>
            <pc:docMk/>
            <pc:sldMk cId="5311539" sldId="752"/>
            <ac:spMk id="2" creationId="{B5CF4E27-01D0-4155-A943-281726BD16F0}"/>
          </ac:spMkLst>
        </pc:spChg>
      </pc:sldChg>
      <pc:sldChg chg="modSp">
        <pc:chgData name="吉田諒" userId="S::ryou.yoshida@system-exe.jp::48113613-5467-405d-9628-39cdc2d8c52c" providerId="AD" clId="Web-{F86F8821-50EF-48AC-B316-4E4303A74403}" dt="2024-01-29T12:24:30.104" v="1033"/>
        <pc:sldMkLst>
          <pc:docMk/>
          <pc:sldMk cId="1072167564" sldId="754"/>
        </pc:sldMkLst>
        <pc:spChg chg="mod">
          <ac:chgData name="吉田諒" userId="S::ryou.yoshida@system-exe.jp::48113613-5467-405d-9628-39cdc2d8c52c" providerId="AD" clId="Web-{F86F8821-50EF-48AC-B316-4E4303A74403}" dt="2024-01-29T12:02:50.081" v="375" actId="20577"/>
          <ac:spMkLst>
            <pc:docMk/>
            <pc:sldMk cId="1072167564" sldId="754"/>
            <ac:spMk id="2" creationId="{5C72AB75-BA7B-416C-A2A9-79336E6D0000}"/>
          </ac:spMkLst>
        </pc:spChg>
        <pc:graphicFrameChg chg="mod modGraphic">
          <ac:chgData name="吉田諒" userId="S::ryou.yoshida@system-exe.jp::48113613-5467-405d-9628-39cdc2d8c52c" providerId="AD" clId="Web-{F86F8821-50EF-48AC-B316-4E4303A74403}" dt="2024-01-29T12:24:30.104" v="1033"/>
          <ac:graphicFrameMkLst>
            <pc:docMk/>
            <pc:sldMk cId="1072167564" sldId="754"/>
            <ac:graphicFrameMk id="8" creationId="{E96A0963-9D9C-4DE2-8A40-25DD6B7F5580}"/>
          </ac:graphicFrameMkLst>
        </pc:graphicFrameChg>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pChg chg="mod">
          <ac:chgData name="吉田諒" userId="S::ryou.yoshida@system-exe.jp::48113613-5467-405d-9628-39cdc2d8c52c" providerId="AD" clId="Web-{F86F8821-50EF-48AC-B316-4E4303A74403}" dt="2024-01-29T11:21:12.225" v="147" actId="20577"/>
          <ac:spMkLst>
            <pc:docMk/>
            <pc:sldMk cId="3660799615" sldId="757"/>
            <ac:spMk id="2" creationId="{57D6A186-9556-4341-96B1-91CEC5E6864B}"/>
          </ac:spMkLst>
        </pc:spChg>
        <pc:spChg chg="add mod">
          <ac:chgData name="吉田諒" userId="S::ryou.yoshida@system-exe.jp::48113613-5467-405d-9628-39cdc2d8c52c" providerId="AD" clId="Web-{F86F8821-50EF-48AC-B316-4E4303A74403}" dt="2024-01-29T11:19:42.052" v="136" actId="20577"/>
          <ac:spMkLst>
            <pc:docMk/>
            <pc:sldMk cId="3660799615" sldId="757"/>
            <ac:spMk id="5" creationId="{DDA0903F-BB0E-DF11-6A92-90C8A835A221}"/>
          </ac:spMkLst>
        </pc:spChg>
        <pc:spChg chg="del">
          <ac:chgData name="吉田諒" userId="S::ryou.yoshida@system-exe.jp::48113613-5467-405d-9628-39cdc2d8c52c" providerId="AD" clId="Web-{F86F8821-50EF-48AC-B316-4E4303A74403}" dt="2024-01-29T11:11:49.325" v="18"/>
          <ac:spMkLst>
            <pc:docMk/>
            <pc:sldMk cId="3660799615" sldId="757"/>
            <ac:spMk id="31" creationId="{1BAFDCEF-F6D8-4E9E-A711-68126194AB2E}"/>
          </ac:spMkLst>
        </pc:spChg>
        <pc:spChg chg="del">
          <ac:chgData name="吉田諒" userId="S::ryou.yoshida@system-exe.jp::48113613-5467-405d-9628-39cdc2d8c52c" providerId="AD" clId="Web-{F86F8821-50EF-48AC-B316-4E4303A74403}" dt="2024-01-29T11:11:49.325" v="16"/>
          <ac:spMkLst>
            <pc:docMk/>
            <pc:sldMk cId="3660799615" sldId="757"/>
            <ac:spMk id="33" creationId="{63C183C0-ECC6-4D4A-85CC-CB991E044043}"/>
          </ac:spMkLst>
        </pc:spChg>
        <pc:spChg chg="del">
          <ac:chgData name="吉田諒" userId="S::ryou.yoshida@system-exe.jp::48113613-5467-405d-9628-39cdc2d8c52c" providerId="AD" clId="Web-{F86F8821-50EF-48AC-B316-4E4303A74403}" dt="2024-01-29T11:11:49.325" v="14"/>
          <ac:spMkLst>
            <pc:docMk/>
            <pc:sldMk cId="3660799615" sldId="757"/>
            <ac:spMk id="38" creationId="{BF811B9C-027C-4609-BE2C-69BEC1883768}"/>
          </ac:spMkLst>
        </pc:spChg>
        <pc:spChg chg="del">
          <ac:chgData name="吉田諒" userId="S::ryou.yoshida@system-exe.jp::48113613-5467-405d-9628-39cdc2d8c52c" providerId="AD" clId="Web-{F86F8821-50EF-48AC-B316-4E4303A74403}" dt="2024-01-29T11:11:49.325" v="12"/>
          <ac:spMkLst>
            <pc:docMk/>
            <pc:sldMk cId="3660799615" sldId="757"/>
            <ac:spMk id="45" creationId="{7DF5CF1B-C2C6-46A3-B53F-9C7E106C46CA}"/>
          </ac:spMkLst>
        </pc:spChg>
        <pc:spChg chg="del">
          <ac:chgData name="吉田諒" userId="S::ryou.yoshida@system-exe.jp::48113613-5467-405d-9628-39cdc2d8c52c" providerId="AD" clId="Web-{F86F8821-50EF-48AC-B316-4E4303A74403}" dt="2024-01-29T11:11:49.325" v="11"/>
          <ac:spMkLst>
            <pc:docMk/>
            <pc:sldMk cId="3660799615" sldId="757"/>
            <ac:spMk id="46" creationId="{36F3B46E-1B21-47BC-8558-162E667F4B12}"/>
          </ac:spMkLst>
        </pc:spChg>
        <pc:spChg chg="del">
          <ac:chgData name="吉田諒" userId="S::ryou.yoshida@system-exe.jp::48113613-5467-405d-9628-39cdc2d8c52c" providerId="AD" clId="Web-{F86F8821-50EF-48AC-B316-4E4303A74403}" dt="2024-01-29T11:11:49.309" v="10"/>
          <ac:spMkLst>
            <pc:docMk/>
            <pc:sldMk cId="3660799615" sldId="757"/>
            <ac:spMk id="52" creationId="{5DB15EB3-D6AA-4665-AA8A-167B7B766BA7}"/>
          </ac:spMkLst>
        </pc:spChg>
        <pc:grpChg chg="del">
          <ac:chgData name="吉田諒" userId="S::ryou.yoshida@system-exe.jp::48113613-5467-405d-9628-39cdc2d8c52c" providerId="AD" clId="Web-{F86F8821-50EF-48AC-B316-4E4303A74403}" dt="2024-01-29T11:11:49.325" v="13"/>
          <ac:grpSpMkLst>
            <pc:docMk/>
            <pc:sldMk cId="3660799615" sldId="757"/>
            <ac:grpSpMk id="27" creationId="{C5AE6DEC-E255-450A-93FE-6813E37A7B04}"/>
          </ac:grpSpMkLst>
        </pc:grpChg>
        <pc:picChg chg="del">
          <ac:chgData name="吉田諒" userId="S::ryou.yoshida@system-exe.jp::48113613-5467-405d-9628-39cdc2d8c52c" providerId="AD" clId="Web-{F86F8821-50EF-48AC-B316-4E4303A74403}" dt="2024-01-29T11:11:46.825" v="9"/>
          <ac:picMkLst>
            <pc:docMk/>
            <pc:sldMk cId="3660799615" sldId="757"/>
            <ac:picMk id="51" creationId="{45E1FC88-9D3E-4A09-876A-A6039616890F}"/>
          </ac:picMkLst>
        </pc:picChg>
        <pc:picChg chg="del">
          <ac:chgData name="吉田諒" userId="S::ryou.yoshida@system-exe.jp::48113613-5467-405d-9628-39cdc2d8c52c" providerId="AD" clId="Web-{F86F8821-50EF-48AC-B316-4E4303A74403}" dt="2024-01-29T11:11:49.325" v="22"/>
          <ac:picMkLst>
            <pc:docMk/>
            <pc:sldMk cId="3660799615" sldId="757"/>
            <ac:picMk id="1032" creationId="{3FE1E491-BACF-4A32-AF81-87D0E4C1F5A2}"/>
          </ac:picMkLst>
        </pc:picChg>
        <pc:picChg chg="del">
          <ac:chgData name="吉田諒" userId="S::ryou.yoshida@system-exe.jp::48113613-5467-405d-9628-39cdc2d8c52c" providerId="AD" clId="Web-{F86F8821-50EF-48AC-B316-4E4303A74403}" dt="2024-01-29T11:11:49.325" v="21"/>
          <ac:picMkLst>
            <pc:docMk/>
            <pc:sldMk cId="3660799615" sldId="757"/>
            <ac:picMk id="1034" creationId="{7C6C9CDF-51E3-4AEF-A0A7-922DB75EBD23}"/>
          </ac:picMkLst>
        </pc:picChg>
        <pc:picChg chg="del">
          <ac:chgData name="吉田諒" userId="S::ryou.yoshida@system-exe.jp::48113613-5467-405d-9628-39cdc2d8c52c" providerId="AD" clId="Web-{F86F8821-50EF-48AC-B316-4E4303A74403}" dt="2024-01-29T11:11:49.325" v="20"/>
          <ac:picMkLst>
            <pc:docMk/>
            <pc:sldMk cId="3660799615" sldId="757"/>
            <ac:picMk id="1036" creationId="{1E3C64AF-7601-4BAB-BDA1-97436A7A7A92}"/>
          </ac:picMkLst>
        </pc:picChg>
        <pc:cxnChg chg="del">
          <ac:chgData name="吉田諒" userId="S::ryou.yoshida@system-exe.jp::48113613-5467-405d-9628-39cdc2d8c52c" providerId="AD" clId="Web-{F86F8821-50EF-48AC-B316-4E4303A74403}" dt="2024-01-29T11:11:49.325" v="19"/>
          <ac:cxnSpMkLst>
            <pc:docMk/>
            <pc:sldMk cId="3660799615" sldId="757"/>
            <ac:cxnSpMk id="26" creationId="{FCAC2EE7-7B9F-436D-90B9-03BF2E02A41F}"/>
          </ac:cxnSpMkLst>
        </pc:cxnChg>
        <pc:cxnChg chg="del">
          <ac:chgData name="吉田諒" userId="S::ryou.yoshida@system-exe.jp::48113613-5467-405d-9628-39cdc2d8c52c" providerId="AD" clId="Web-{F86F8821-50EF-48AC-B316-4E4303A74403}" dt="2024-01-29T11:11:49.325" v="17"/>
          <ac:cxnSpMkLst>
            <pc:docMk/>
            <pc:sldMk cId="3660799615" sldId="757"/>
            <ac:cxnSpMk id="32" creationId="{1DA60D5D-8E0C-4293-B0E6-734C789FDF4F}"/>
          </ac:cxnSpMkLst>
        </pc:cxnChg>
        <pc:cxnChg chg="del">
          <ac:chgData name="吉田諒" userId="S::ryou.yoshida@system-exe.jp::48113613-5467-405d-9628-39cdc2d8c52c" providerId="AD" clId="Web-{F86F8821-50EF-48AC-B316-4E4303A74403}" dt="2024-01-29T11:11:49.325" v="15"/>
          <ac:cxnSpMkLst>
            <pc:docMk/>
            <pc:sldMk cId="3660799615" sldId="757"/>
            <ac:cxnSpMk id="34" creationId="{D3D7009D-A03E-4BC1-AA84-49F5BAB80D9B}"/>
          </ac:cxnSpMkLst>
        </pc:cxnChg>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pChg chg="mod">
          <ac:chgData name="吉田諒" userId="S::ryou.yoshida@system-exe.jp::48113613-5467-405d-9628-39cdc2d8c52c" providerId="AD" clId="Web-{F86F8821-50EF-48AC-B316-4E4303A74403}" dt="2024-01-29T11:22:09.804" v="167" actId="20577"/>
          <ac:spMkLst>
            <pc:docMk/>
            <pc:sldMk cId="1395438993" sldId="765"/>
            <ac:spMk id="2" creationId="{9361CC14-4C9C-442D-9221-913B3ACF3460}"/>
          </ac:spMkLst>
        </pc:spChg>
        <pc:graphicFrameChg chg="mod modGraphic">
          <ac:chgData name="吉田諒" userId="S::ryou.yoshida@system-exe.jp::48113613-5467-405d-9628-39cdc2d8c52c" providerId="AD" clId="Web-{F86F8821-50EF-48AC-B316-4E4303A74403}" dt="2024-01-29T11:24:34.775" v="259"/>
          <ac:graphicFrameMkLst>
            <pc:docMk/>
            <pc:sldMk cId="1395438993" sldId="765"/>
            <ac:graphicFrameMk id="7" creationId="{2864E947-18B0-4839-AED3-D416F628DDF0}"/>
          </ac:graphicFrameMkLst>
        </pc:graphicFrameChg>
      </pc:sldChg>
      <pc:sldChg chg="delSp modSp">
        <pc:chgData name="吉田諒" userId="S::ryou.yoshida@system-exe.jp::48113613-5467-405d-9628-39cdc2d8c52c" providerId="AD" clId="Web-{F86F8821-50EF-48AC-B316-4E4303A74403}" dt="2024-01-29T11:27:47.716" v="321"/>
        <pc:sldMkLst>
          <pc:docMk/>
          <pc:sldMk cId="3560606343" sldId="766"/>
        </pc:sldMkLst>
        <pc:spChg chg="mod">
          <ac:chgData name="吉田諒" userId="S::ryou.yoshida@system-exe.jp::48113613-5467-405d-9628-39cdc2d8c52c" providerId="AD" clId="Web-{F86F8821-50EF-48AC-B316-4E4303A74403}" dt="2024-01-29T11:24:55.182" v="263" actId="20577"/>
          <ac:spMkLst>
            <pc:docMk/>
            <pc:sldMk cId="3560606343" sldId="766"/>
            <ac:spMk id="2" creationId="{E83321EC-2147-45BB-B770-D5BC2C3DDA15}"/>
          </ac:spMkLst>
        </pc:spChg>
        <pc:spChg chg="mod">
          <ac:chgData name="吉田諒" userId="S::ryou.yoshida@system-exe.jp::48113613-5467-405d-9628-39cdc2d8c52c" providerId="AD" clId="Web-{F86F8821-50EF-48AC-B316-4E4303A74403}" dt="2024-01-29T11:25:29.651" v="286" actId="1076"/>
          <ac:spMkLst>
            <pc:docMk/>
            <pc:sldMk cId="3560606343" sldId="766"/>
            <ac:spMk id="37" creationId="{9C526A88-681C-4A44-BFD9-AF76E9622DCF}"/>
          </ac:spMkLst>
        </pc:spChg>
        <pc:spChg chg="mod">
          <ac:chgData name="吉田諒" userId="S::ryou.yoshida@system-exe.jp::48113613-5467-405d-9628-39cdc2d8c52c" providerId="AD" clId="Web-{F86F8821-50EF-48AC-B316-4E4303A74403}" dt="2024-01-29T11:26:06.980" v="295" actId="1076"/>
          <ac:spMkLst>
            <pc:docMk/>
            <pc:sldMk cId="3560606343" sldId="766"/>
            <ac:spMk id="38" creationId="{52966910-B070-4DEE-BF16-CF9CFAD5A257}"/>
          </ac:spMkLst>
        </pc:spChg>
        <pc:spChg chg="mod">
          <ac:chgData name="吉田諒" userId="S::ryou.yoshida@system-exe.jp::48113613-5467-405d-9628-39cdc2d8c52c" providerId="AD" clId="Web-{F86F8821-50EF-48AC-B316-4E4303A74403}" dt="2024-01-29T11:26:11.011" v="296" actId="1076"/>
          <ac:spMkLst>
            <pc:docMk/>
            <pc:sldMk cId="3560606343" sldId="766"/>
            <ac:spMk id="39" creationId="{A1709EDB-463A-4C0C-970E-60C5F422FCA2}"/>
          </ac:spMkLst>
        </pc:spChg>
        <pc:spChg chg="mod">
          <ac:chgData name="吉田諒" userId="S::ryou.yoshida@system-exe.jp::48113613-5467-405d-9628-39cdc2d8c52c" providerId="AD" clId="Web-{F86F8821-50EF-48AC-B316-4E4303A74403}" dt="2024-01-29T11:26:56.809" v="310" actId="14100"/>
          <ac:spMkLst>
            <pc:docMk/>
            <pc:sldMk cId="3560606343" sldId="766"/>
            <ac:spMk id="44" creationId="{F552483D-B47E-4672-AAB8-B1378D36B674}"/>
          </ac:spMkLst>
        </pc:spChg>
        <pc:spChg chg="mod">
          <ac:chgData name="吉田諒" userId="S::ryou.yoshida@system-exe.jp::48113613-5467-405d-9628-39cdc2d8c52c" providerId="AD" clId="Web-{F86F8821-50EF-48AC-B316-4E4303A74403}" dt="2024-01-29T11:26:51.887" v="309" actId="14100"/>
          <ac:spMkLst>
            <pc:docMk/>
            <pc:sldMk cId="3560606343" sldId="766"/>
            <ac:spMk id="45" creationId="{D288673B-1B1E-4C6E-BA69-E5F1FEDB27ED}"/>
          </ac:spMkLst>
        </pc:spChg>
        <pc:spChg chg="mod">
          <ac:chgData name="吉田諒" userId="S::ryou.yoshida@system-exe.jp::48113613-5467-405d-9628-39cdc2d8c52c" providerId="AD" clId="Web-{F86F8821-50EF-48AC-B316-4E4303A74403}" dt="2024-01-29T11:27:30.653" v="319" actId="14100"/>
          <ac:spMkLst>
            <pc:docMk/>
            <pc:sldMk cId="3560606343" sldId="766"/>
            <ac:spMk id="46" creationId="{6A2A85F1-E879-4E95-8579-1D9736F23A12}"/>
          </ac:spMkLst>
        </pc:spChg>
        <pc:spChg chg="mod">
          <ac:chgData name="吉田諒" userId="S::ryou.yoshida@system-exe.jp::48113613-5467-405d-9628-39cdc2d8c52c" providerId="AD" clId="Web-{F86F8821-50EF-48AC-B316-4E4303A74403}" dt="2024-01-29T11:27:20.950" v="317" actId="20577"/>
          <ac:spMkLst>
            <pc:docMk/>
            <pc:sldMk cId="3560606343" sldId="766"/>
            <ac:spMk id="47" creationId="{D2FFFA7C-8485-4FB5-B3FC-30EC4188DB9D}"/>
          </ac:spMkLst>
        </pc:spChg>
        <pc:spChg chg="mod">
          <ac:chgData name="吉田諒" userId="S::ryou.yoshida@system-exe.jp::48113613-5467-405d-9628-39cdc2d8c52c" providerId="AD" clId="Web-{F86F8821-50EF-48AC-B316-4E4303A74403}" dt="2024-01-29T11:25:47.745" v="289" actId="1076"/>
          <ac:spMkLst>
            <pc:docMk/>
            <pc:sldMk cId="3560606343" sldId="766"/>
            <ac:spMk id="50" creationId="{BF31360D-FAB3-4C87-B7AB-B502DDFDA9EC}"/>
          </ac:spMkLst>
        </pc:spChg>
        <pc:spChg chg="del mod">
          <ac:chgData name="吉田諒" userId="S::ryou.yoshida@system-exe.jp::48113613-5467-405d-9628-39cdc2d8c52c" providerId="AD" clId="Web-{F86F8821-50EF-48AC-B316-4E4303A74403}" dt="2024-01-29T11:25:57.433" v="293"/>
          <ac:spMkLst>
            <pc:docMk/>
            <pc:sldMk cId="3560606343" sldId="766"/>
            <ac:spMk id="52" creationId="{9CCA3362-09DA-4E1E-9F00-73643AA8BC5E}"/>
          </ac:spMkLst>
        </pc:spChg>
        <pc:spChg chg="mod">
          <ac:chgData name="吉田諒" userId="S::ryou.yoshida@system-exe.jp::48113613-5467-405d-9628-39cdc2d8c52c" providerId="AD" clId="Web-{F86F8821-50EF-48AC-B316-4E4303A74403}" dt="2024-01-29T11:25:53.714" v="291" actId="1076"/>
          <ac:spMkLst>
            <pc:docMk/>
            <pc:sldMk cId="3560606343" sldId="766"/>
            <ac:spMk id="53" creationId="{60BE86B4-B849-422B-8758-4720CC34871C}"/>
          </ac:spMkLst>
        </pc:spChg>
        <pc:spChg chg="del">
          <ac:chgData name="吉田諒" userId="S::ryou.yoshida@system-exe.jp::48113613-5467-405d-9628-39cdc2d8c52c" providerId="AD" clId="Web-{F86F8821-50EF-48AC-B316-4E4303A74403}" dt="2024-01-29T11:27:39.107" v="320"/>
          <ac:spMkLst>
            <pc:docMk/>
            <pc:sldMk cId="3560606343" sldId="766"/>
            <ac:spMk id="56" creationId="{80A4DC57-9E91-4EB4-9B5B-3373EE76CDC6}"/>
          </ac:spMkLst>
        </pc:spChg>
        <pc:spChg chg="del">
          <ac:chgData name="吉田諒" userId="S::ryou.yoshida@system-exe.jp::48113613-5467-405d-9628-39cdc2d8c52c" providerId="AD" clId="Web-{F86F8821-50EF-48AC-B316-4E4303A74403}" dt="2024-01-29T11:27:00.294" v="311"/>
          <ac:spMkLst>
            <pc:docMk/>
            <pc:sldMk cId="3560606343" sldId="766"/>
            <ac:spMk id="57" creationId="{605F2149-83FD-445B-A95B-5691FE704CDB}"/>
          </ac:spMkLst>
        </pc:spChg>
        <pc:spChg chg="del">
          <ac:chgData name="吉田諒" userId="S::ryou.yoshida@system-exe.jp::48113613-5467-405d-9628-39cdc2d8c52c" providerId="AD" clId="Web-{F86F8821-50EF-48AC-B316-4E4303A74403}" dt="2024-01-29T11:27:47.716" v="321"/>
          <ac:spMkLst>
            <pc:docMk/>
            <pc:sldMk cId="3560606343" sldId="766"/>
            <ac:spMk id="58" creationId="{9544A931-1CC8-480D-9286-86B1845D5EA4}"/>
          </ac:spMkLst>
        </pc:spChg>
        <pc:spChg chg="del">
          <ac:chgData name="吉田諒" userId="S::ryou.yoshida@system-exe.jp::48113613-5467-405d-9628-39cdc2d8c52c" providerId="AD" clId="Web-{F86F8821-50EF-48AC-B316-4E4303A74403}" dt="2024-01-29T11:25:23.386" v="285"/>
          <ac:spMkLst>
            <pc:docMk/>
            <pc:sldMk cId="3560606343" sldId="766"/>
            <ac:spMk id="59" creationId="{8935833F-54FB-4CE3-8F79-521599D49C24}"/>
          </ac:spMkLst>
        </pc:spChg>
        <pc:spChg chg="mod">
          <ac:chgData name="吉田諒" userId="S::ryou.yoshida@system-exe.jp::48113613-5467-405d-9628-39cdc2d8c52c" providerId="AD" clId="Web-{F86F8821-50EF-48AC-B316-4E4303A74403}" dt="2024-01-29T11:26:15.105" v="297" actId="1076"/>
          <ac:spMkLst>
            <pc:docMk/>
            <pc:sldMk cId="3560606343" sldId="766"/>
            <ac:spMk id="60" creationId="{4563F6BB-2DB1-453E-BBED-638042B26188}"/>
          </ac:spMkLst>
        </pc:spChg>
        <pc:graphicFrameChg chg="mod modGraphic">
          <ac:chgData name="吉田諒" userId="S::ryou.yoshida@system-exe.jp::48113613-5467-405d-9628-39cdc2d8c52c" providerId="AD" clId="Web-{F86F8821-50EF-48AC-B316-4E4303A74403}" dt="2024-01-29T11:25:15.182" v="283"/>
          <ac:graphicFrameMkLst>
            <pc:docMk/>
            <pc:sldMk cId="3560606343" sldId="766"/>
            <ac:graphicFrameMk id="6" creationId="{1B9651D0-1C8B-452E-8B2F-91E497A82D84}"/>
          </ac:graphicFrameMkLst>
        </pc:graphicFrameChg>
      </pc:sldChg>
      <pc:sldChg chg="modSp">
        <pc:chgData name="吉田諒" userId="S::ryou.yoshida@system-exe.jp::48113613-5467-405d-9628-39cdc2d8c52c" providerId="AD" clId="Web-{F86F8821-50EF-48AC-B316-4E4303A74403}" dt="2024-01-29T12:27:50.702" v="1079" actId="20577"/>
        <pc:sldMkLst>
          <pc:docMk/>
          <pc:sldMk cId="2410374903" sldId="767"/>
        </pc:sldMkLst>
        <pc:spChg chg="mod">
          <ac:chgData name="吉田諒" userId="S::ryou.yoshida@system-exe.jp::48113613-5467-405d-9628-39cdc2d8c52c" providerId="AD" clId="Web-{F86F8821-50EF-48AC-B316-4E4303A74403}" dt="2024-01-29T12:27:50.702" v="1079" actId="20577"/>
          <ac:spMkLst>
            <pc:docMk/>
            <pc:sldMk cId="2410374903" sldId="767"/>
            <ac:spMk id="5" creationId="{97E6FBE8-190C-40F0-AA01-14695A77D734}"/>
          </ac:spMkLst>
        </pc:spChg>
      </pc:sldChg>
      <pc:sldChg chg="modSp add replId">
        <pc:chgData name="吉田諒" userId="S::ryou.yoshida@system-exe.jp::48113613-5467-405d-9628-39cdc2d8c52c" providerId="AD" clId="Web-{F86F8821-50EF-48AC-B316-4E4303A74403}" dt="2024-01-29T11:21:15.741" v="149" actId="20577"/>
        <pc:sldMkLst>
          <pc:docMk/>
          <pc:sldMk cId="729124589" sldId="768"/>
        </pc:sldMkLst>
        <pc:spChg chg="mod">
          <ac:chgData name="吉田諒" userId="S::ryou.yoshida@system-exe.jp::48113613-5467-405d-9628-39cdc2d8c52c" providerId="AD" clId="Web-{F86F8821-50EF-48AC-B316-4E4303A74403}" dt="2024-01-29T11:21:15.741" v="149" actId="20577"/>
          <ac:spMkLst>
            <pc:docMk/>
            <pc:sldMk cId="729124589" sldId="768"/>
            <ac:spMk id="2" creationId="{0FE0F6F3-0F10-2568-5D32-565AFD5CFB4E}"/>
          </ac:spMkLst>
        </pc:spChg>
        <pc:spChg chg="mod">
          <ac:chgData name="吉田諒" userId="S::ryou.yoshida@system-exe.jp::48113613-5467-405d-9628-39cdc2d8c52c" providerId="AD" clId="Web-{F86F8821-50EF-48AC-B316-4E4303A74403}" dt="2024-01-29T11:20:29.349" v="142" actId="20577"/>
          <ac:spMkLst>
            <pc:docMk/>
            <pc:sldMk cId="729124589" sldId="768"/>
            <ac:spMk id="5" creationId="{75D94D8C-59D4-540B-6AEE-871AEC854D26}"/>
          </ac:spMkLst>
        </pc:spChg>
      </pc:sldChg>
      <pc:sldChg chg="modSp add replId">
        <pc:chgData name="吉田諒" userId="S::ryou.yoshida@system-exe.jp::48113613-5467-405d-9628-39cdc2d8c52c" providerId="AD" clId="Web-{F86F8821-50EF-48AC-B316-4E4303A74403}" dt="2024-01-29T12:22:05.132" v="1007"/>
        <pc:sldMkLst>
          <pc:docMk/>
          <pc:sldMk cId="3692000709" sldId="769"/>
        </pc:sldMkLst>
        <pc:spChg chg="mod">
          <ac:chgData name="吉田諒" userId="S::ryou.yoshida@system-exe.jp::48113613-5467-405d-9628-39cdc2d8c52c" providerId="AD" clId="Web-{F86F8821-50EF-48AC-B316-4E4303A74403}" dt="2024-01-29T11:57:19.435" v="372" actId="20577"/>
          <ac:spMkLst>
            <pc:docMk/>
            <pc:sldMk cId="3692000709" sldId="769"/>
            <ac:spMk id="2" creationId="{98394D66-9AD0-7702-AB8D-256ADCBDDEDF}"/>
          </ac:spMkLst>
        </pc:spChg>
        <pc:graphicFrameChg chg="mod modGraphic">
          <ac:chgData name="吉田諒" userId="S::ryou.yoshida@system-exe.jp::48113613-5467-405d-9628-39cdc2d8c52c" providerId="AD" clId="Web-{F86F8821-50EF-48AC-B316-4E4303A74403}" dt="2024-01-29T12:22:05.132" v="1007"/>
          <ac:graphicFrameMkLst>
            <pc:docMk/>
            <pc:sldMk cId="3692000709" sldId="769"/>
            <ac:graphicFrameMk id="8" creationId="{9B2FF217-E41E-39BD-30DB-9E3D1AF84AD5}"/>
          </ac:graphicFrameMkLst>
        </pc:graphicFrameChg>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pChg chg="mod">
          <ac:chgData name="髙浦祐朗" userId="d6d860fe-bc64-411b-9605-a16d1ba875f6" providerId="ADAL" clId="{7CAA7045-2BC6-4F13-8909-735798C0D3C7}" dt="2024-01-29T10:50:04.719" v="90"/>
          <ac:spMkLst>
            <pc:docMk/>
            <pc:sldMk cId="3325638293" sldId="749"/>
            <ac:spMk id="5" creationId="{7F991670-34BF-469F-8779-F7AF8FF3751B}"/>
          </ac:spMkLst>
        </pc:spChg>
        <pc:spChg chg="mod">
          <ac:chgData name="髙浦祐朗" userId="d6d860fe-bc64-411b-9605-a16d1ba875f6" providerId="ADAL" clId="{7CAA7045-2BC6-4F13-8909-735798C0D3C7}" dt="2024-01-29T10:50:46.948" v="142"/>
          <ac:spMkLst>
            <pc:docMk/>
            <pc:sldMk cId="3325638293" sldId="749"/>
            <ac:spMk id="6" creationId="{FE4390D4-3234-4341-AB1E-4ED43D45D25C}"/>
          </ac:spMkLst>
        </pc:spChg>
        <pc:spChg chg="mod">
          <ac:chgData name="髙浦祐朗" userId="d6d860fe-bc64-411b-9605-a16d1ba875f6" providerId="ADAL" clId="{7CAA7045-2BC6-4F13-8909-735798C0D3C7}" dt="2024-01-29T10:51:00.638" v="148"/>
          <ac:spMkLst>
            <pc:docMk/>
            <pc:sldMk cId="3325638293" sldId="749"/>
            <ac:spMk id="7" creationId="{13DC9859-5929-4710-A8F2-FBBA9210DDDD}"/>
          </ac:spMkLst>
        </pc:spChg>
        <pc:spChg chg="mod">
          <ac:chgData name="髙浦祐朗" userId="d6d860fe-bc64-411b-9605-a16d1ba875f6" providerId="ADAL" clId="{7CAA7045-2BC6-4F13-8909-735798C0D3C7}" dt="2024-01-29T10:49:38.247" v="61" actId="20577"/>
          <ac:spMkLst>
            <pc:docMk/>
            <pc:sldMk cId="3325638293" sldId="749"/>
            <ac:spMk id="8" creationId="{00A413B6-8F7C-48BB-9D71-4076EBB30EB9}"/>
          </ac:spMkLst>
        </pc:spChg>
      </pc:sldChg>
      <pc:sldChg chg="modSp mod">
        <pc:chgData name="髙浦祐朗" userId="d6d860fe-bc64-411b-9605-a16d1ba875f6" providerId="ADAL" clId="{7CAA7045-2BC6-4F13-8909-735798C0D3C7}" dt="2024-01-29T11:36:03.475" v="226"/>
        <pc:sldMkLst>
          <pc:docMk/>
          <pc:sldMk cId="5311539" sldId="752"/>
        </pc:sldMkLst>
        <pc:graphicFrameChg chg="mod modGraphic">
          <ac:chgData name="髙浦祐朗" userId="d6d860fe-bc64-411b-9605-a16d1ba875f6" providerId="ADAL" clId="{7CAA7045-2BC6-4F13-8909-735798C0D3C7}" dt="2024-01-29T11:36:03.475" v="226"/>
          <ac:graphicFrameMkLst>
            <pc:docMk/>
            <pc:sldMk cId="5311539" sldId="752"/>
            <ac:graphicFrameMk id="7" creationId="{FC32E459-CF7C-43EB-8132-E73BEF002064}"/>
          </ac:graphicFrameMkLst>
        </pc:graphicFrameChg>
      </pc:sldChg>
      <pc:sldChg chg="modSp mod">
        <pc:chgData name="髙浦祐朗" userId="d6d860fe-bc64-411b-9605-a16d1ba875f6" providerId="ADAL" clId="{7CAA7045-2BC6-4F13-8909-735798C0D3C7}" dt="2024-01-29T11:53:49.834" v="548"/>
        <pc:sldMkLst>
          <pc:docMk/>
          <pc:sldMk cId="1072167564" sldId="754"/>
        </pc:sldMkLst>
        <pc:spChg chg="mod">
          <ac:chgData name="髙浦祐朗" userId="d6d860fe-bc64-411b-9605-a16d1ba875f6" providerId="ADAL" clId="{7CAA7045-2BC6-4F13-8909-735798C0D3C7}" dt="2024-01-29T11:53:49.834" v="548"/>
          <ac:spMkLst>
            <pc:docMk/>
            <pc:sldMk cId="1072167564" sldId="754"/>
            <ac:spMk id="2" creationId="{5C72AB75-BA7B-416C-A2A9-79336E6D0000}"/>
          </ac:spMkLst>
        </pc:spChg>
        <pc:graphicFrameChg chg="mod modGraphic">
          <ac:chgData name="髙浦祐朗" userId="d6d860fe-bc64-411b-9605-a16d1ba875f6" providerId="ADAL" clId="{7CAA7045-2BC6-4F13-8909-735798C0D3C7}" dt="2024-01-29T11:52:50.548" v="544" actId="20577"/>
          <ac:graphicFrameMkLst>
            <pc:docMk/>
            <pc:sldMk cId="1072167564" sldId="754"/>
            <ac:graphicFrameMk id="8" creationId="{E96A0963-9D9C-4DE2-8A40-25DD6B7F5580}"/>
          </ac:graphicFrameMkLst>
        </pc:graphicFrameChg>
      </pc:sldChg>
      <pc:sldChg chg="modSp mod">
        <pc:chgData name="髙浦祐朗" userId="d6d860fe-bc64-411b-9605-a16d1ba875f6" providerId="ADAL" clId="{7CAA7045-2BC6-4F13-8909-735798C0D3C7}" dt="2024-01-29T11:54:07.527" v="550" actId="113"/>
        <pc:sldMkLst>
          <pc:docMk/>
          <pc:sldMk cId="3773316736" sldId="756"/>
        </pc:sldMkLst>
        <pc:spChg chg="mod">
          <ac:chgData name="髙浦祐朗" userId="d6d860fe-bc64-411b-9605-a16d1ba875f6" providerId="ADAL" clId="{7CAA7045-2BC6-4F13-8909-735798C0D3C7}" dt="2024-01-29T11:54:07.527" v="550" actId="113"/>
          <ac:spMkLst>
            <pc:docMk/>
            <pc:sldMk cId="3773316736" sldId="756"/>
            <ac:spMk id="2" creationId="{477D6AE7-A869-482E-A062-B5C3EDBB82F2}"/>
          </ac:spMkLst>
        </pc:spChg>
        <pc:spChg chg="mod">
          <ac:chgData name="髙浦祐朗" userId="d6d860fe-bc64-411b-9605-a16d1ba875f6" providerId="ADAL" clId="{7CAA7045-2BC6-4F13-8909-735798C0D3C7}" dt="2024-01-29T11:41:21.549" v="418"/>
          <ac:spMkLst>
            <pc:docMk/>
            <pc:sldMk cId="3773316736" sldId="756"/>
            <ac:spMk id="6" creationId="{43841434-D3B2-4159-A815-B18F225CD6CC}"/>
          </ac:spMkLst>
        </pc:spChg>
        <pc:spChg chg="mod">
          <ac:chgData name="髙浦祐朗" userId="d6d860fe-bc64-411b-9605-a16d1ba875f6" providerId="ADAL" clId="{7CAA7045-2BC6-4F13-8909-735798C0D3C7}" dt="2024-01-29T11:34:16.419" v="188" actId="20577"/>
          <ac:spMkLst>
            <pc:docMk/>
            <pc:sldMk cId="3773316736" sldId="756"/>
            <ac:spMk id="7" creationId="{2AE32BD5-56D6-4413-93DD-7616102C277D}"/>
          </ac:spMkLst>
        </pc:spChg>
        <pc:picChg chg="mod">
          <ac:chgData name="髙浦祐朗" userId="d6d860fe-bc64-411b-9605-a16d1ba875f6" providerId="ADAL" clId="{7CAA7045-2BC6-4F13-8909-735798C0D3C7}" dt="2024-01-29T11:41:04.409" v="410" actId="1076"/>
          <ac:picMkLst>
            <pc:docMk/>
            <pc:sldMk cId="3773316736" sldId="756"/>
            <ac:picMk id="10" creationId="{AD6FE3BD-5082-4235-A42A-D9211BB891E6}"/>
          </ac:picMkLst>
        </pc:picChg>
        <pc:picChg chg="mod">
          <ac:chgData name="髙浦祐朗" userId="d6d860fe-bc64-411b-9605-a16d1ba875f6" providerId="ADAL" clId="{7CAA7045-2BC6-4F13-8909-735798C0D3C7}" dt="2024-01-29T11:41:00.890" v="409" actId="1076"/>
          <ac:picMkLst>
            <pc:docMk/>
            <pc:sldMk cId="3773316736" sldId="756"/>
            <ac:picMk id="11" creationId="{841A1701-280B-4F11-84CE-525D5AE2D25A}"/>
          </ac:picMkLst>
        </pc:picChg>
      </pc:sldChg>
      <pc:sldChg chg="modSp mod">
        <pc:chgData name="髙浦祐朗" userId="d6d860fe-bc64-411b-9605-a16d1ba875f6" providerId="ADAL" clId="{7CAA7045-2BC6-4F13-8909-735798C0D3C7}" dt="2024-01-29T11:42:51.068" v="427" actId="20577"/>
        <pc:sldMkLst>
          <pc:docMk/>
          <pc:sldMk cId="3660799615" sldId="757"/>
        </pc:sldMkLst>
        <pc:spChg chg="mod">
          <ac:chgData name="髙浦祐朗" userId="d6d860fe-bc64-411b-9605-a16d1ba875f6" providerId="ADAL" clId="{7CAA7045-2BC6-4F13-8909-735798C0D3C7}" dt="2024-01-29T11:42:51.068" v="427" actId="20577"/>
          <ac:spMkLst>
            <pc:docMk/>
            <pc:sldMk cId="3660799615" sldId="757"/>
            <ac:spMk id="5" creationId="{DDA0903F-BB0E-DF11-6A92-90C8A835A221}"/>
          </ac:spMkLst>
        </pc:spChg>
      </pc:sldChg>
      <pc:sldChg chg="modSp mod">
        <pc:chgData name="髙浦祐朗" userId="d6d860fe-bc64-411b-9605-a16d1ba875f6" providerId="ADAL" clId="{7CAA7045-2BC6-4F13-8909-735798C0D3C7}" dt="2024-01-29T11:35:20.220" v="215" actId="14734"/>
        <pc:sldMkLst>
          <pc:docMk/>
          <pc:sldMk cId="1395438993" sldId="765"/>
        </pc:sldMkLst>
        <pc:graphicFrameChg chg="modGraphic">
          <ac:chgData name="髙浦祐朗" userId="d6d860fe-bc64-411b-9605-a16d1ba875f6" providerId="ADAL" clId="{7CAA7045-2BC6-4F13-8909-735798C0D3C7}" dt="2024-01-29T11:35:20.220" v="215" actId="14734"/>
          <ac:graphicFrameMkLst>
            <pc:docMk/>
            <pc:sldMk cId="1395438993" sldId="765"/>
            <ac:graphicFrameMk id="7" creationId="{2864E947-18B0-4839-AED3-D416F628DDF0}"/>
          </ac:graphicFrameMkLst>
        </pc:graphicFrameChg>
      </pc:sldChg>
      <pc:sldChg chg="modSp mod">
        <pc:chgData name="髙浦祐朗" userId="d6d860fe-bc64-411b-9605-a16d1ba875f6" providerId="ADAL" clId="{7CAA7045-2BC6-4F13-8909-735798C0D3C7}" dt="2024-01-29T11:50:18.117" v="455" actId="20577"/>
        <pc:sldMkLst>
          <pc:docMk/>
          <pc:sldMk cId="3560606343" sldId="766"/>
        </pc:sldMkLst>
        <pc:spChg chg="mod">
          <ac:chgData name="髙浦祐朗" userId="d6d860fe-bc64-411b-9605-a16d1ba875f6" providerId="ADAL" clId="{7CAA7045-2BC6-4F13-8909-735798C0D3C7}" dt="2024-01-29T11:31:28.654" v="154"/>
          <ac:spMkLst>
            <pc:docMk/>
            <pc:sldMk cId="3560606343" sldId="766"/>
            <ac:spMk id="33" creationId="{3B57EEC6-A848-4914-BC9B-95C84C7B6637}"/>
          </ac:spMkLst>
        </pc:spChg>
        <pc:spChg chg="mod">
          <ac:chgData name="髙浦祐朗" userId="d6d860fe-bc64-411b-9605-a16d1ba875f6" providerId="ADAL" clId="{7CAA7045-2BC6-4F13-8909-735798C0D3C7}" dt="2024-01-29T11:31:32.266" v="160"/>
          <ac:spMkLst>
            <pc:docMk/>
            <pc:sldMk cId="3560606343" sldId="766"/>
            <ac:spMk id="35" creationId="{C37584D3-7DC1-4AF5-821B-4EB0B466578A}"/>
          </ac:spMkLst>
        </pc:spChg>
        <pc:spChg chg="mod">
          <ac:chgData name="髙浦祐朗" userId="d6d860fe-bc64-411b-9605-a16d1ba875f6" providerId="ADAL" clId="{7CAA7045-2BC6-4F13-8909-735798C0D3C7}" dt="2024-01-29T11:50:11.428" v="454" actId="403"/>
          <ac:spMkLst>
            <pc:docMk/>
            <pc:sldMk cId="3560606343" sldId="766"/>
            <ac:spMk id="37" creationId="{9C526A88-681C-4A44-BFD9-AF76E9622DCF}"/>
          </ac:spMkLst>
        </pc:spChg>
        <pc:spChg chg="mod">
          <ac:chgData name="髙浦祐朗" userId="d6d860fe-bc64-411b-9605-a16d1ba875f6" providerId="ADAL" clId="{7CAA7045-2BC6-4F13-8909-735798C0D3C7}" dt="2024-01-29T11:50:18.117" v="455" actId="20577"/>
          <ac:spMkLst>
            <pc:docMk/>
            <pc:sldMk cId="3560606343" sldId="766"/>
            <ac:spMk id="44" creationId="{F552483D-B47E-4672-AAB8-B1378D36B674}"/>
          </ac:spMkLst>
        </pc:spChg>
        <pc:spChg chg="mod">
          <ac:chgData name="髙浦祐朗" userId="d6d860fe-bc64-411b-9605-a16d1ba875f6" providerId="ADAL" clId="{7CAA7045-2BC6-4F13-8909-735798C0D3C7}" dt="2024-01-29T11:50:11.428" v="454" actId="403"/>
          <ac:spMkLst>
            <pc:docMk/>
            <pc:sldMk cId="3560606343" sldId="766"/>
            <ac:spMk id="45" creationId="{D288673B-1B1E-4C6E-BA69-E5F1FEDB27ED}"/>
          </ac:spMkLst>
        </pc:spChg>
        <pc:spChg chg="mod">
          <ac:chgData name="髙浦祐朗" userId="d6d860fe-bc64-411b-9605-a16d1ba875f6" providerId="ADAL" clId="{7CAA7045-2BC6-4F13-8909-735798C0D3C7}" dt="2024-01-29T11:50:11.428" v="454" actId="403"/>
          <ac:spMkLst>
            <pc:docMk/>
            <pc:sldMk cId="3560606343" sldId="766"/>
            <ac:spMk id="46" creationId="{6A2A85F1-E879-4E95-8579-1D9736F23A12}"/>
          </ac:spMkLst>
        </pc:spChg>
        <pc:spChg chg="mod">
          <ac:chgData name="髙浦祐朗" userId="d6d860fe-bc64-411b-9605-a16d1ba875f6" providerId="ADAL" clId="{7CAA7045-2BC6-4F13-8909-735798C0D3C7}" dt="2024-01-29T11:50:11.428" v="454" actId="403"/>
          <ac:spMkLst>
            <pc:docMk/>
            <pc:sldMk cId="3560606343" sldId="766"/>
            <ac:spMk id="47" creationId="{D2FFFA7C-8485-4FB5-B3FC-30EC4188DB9D}"/>
          </ac:spMkLst>
        </pc:spChg>
        <pc:spChg chg="mod">
          <ac:chgData name="髙浦祐朗" userId="d6d860fe-bc64-411b-9605-a16d1ba875f6" providerId="ADAL" clId="{7CAA7045-2BC6-4F13-8909-735798C0D3C7}" dt="2024-01-29T11:50:11.428" v="454" actId="403"/>
          <ac:spMkLst>
            <pc:docMk/>
            <pc:sldMk cId="3560606343" sldId="766"/>
            <ac:spMk id="50" creationId="{BF31360D-FAB3-4C87-B7AB-B502DDFDA9EC}"/>
          </ac:spMkLst>
        </pc:spChg>
        <pc:spChg chg="mod">
          <ac:chgData name="髙浦祐朗" userId="d6d860fe-bc64-411b-9605-a16d1ba875f6" providerId="ADAL" clId="{7CAA7045-2BC6-4F13-8909-735798C0D3C7}" dt="2024-01-29T11:50:11.428" v="454" actId="403"/>
          <ac:spMkLst>
            <pc:docMk/>
            <pc:sldMk cId="3560606343" sldId="766"/>
            <ac:spMk id="53" creationId="{60BE86B4-B849-422B-8758-4720CC34871C}"/>
          </ac:spMkLst>
        </pc:spChg>
        <pc:graphicFrameChg chg="modGraphic">
          <ac:chgData name="髙浦祐朗" userId="d6d860fe-bc64-411b-9605-a16d1ba875f6" providerId="ADAL" clId="{7CAA7045-2BC6-4F13-8909-735798C0D3C7}" dt="2024-01-29T11:49:49.589" v="452"/>
          <ac:graphicFrameMkLst>
            <pc:docMk/>
            <pc:sldMk cId="3560606343" sldId="766"/>
            <ac:graphicFrameMk id="6" creationId="{1B9651D0-1C8B-452E-8B2F-91E497A82D84}"/>
          </ac:graphicFrameMkLst>
        </pc:graphicFrameChg>
      </pc:sldChg>
      <pc:sldChg chg="modSp mod">
        <pc:chgData name="髙浦祐朗" userId="d6d860fe-bc64-411b-9605-a16d1ba875f6" providerId="ADAL" clId="{7CAA7045-2BC6-4F13-8909-735798C0D3C7}" dt="2024-01-29T11:51:09.599" v="456" actId="20577"/>
        <pc:sldMkLst>
          <pc:docMk/>
          <pc:sldMk cId="2410374903" sldId="767"/>
        </pc:sldMkLst>
        <pc:spChg chg="mod">
          <ac:chgData name="髙浦祐朗" userId="d6d860fe-bc64-411b-9605-a16d1ba875f6" providerId="ADAL" clId="{7CAA7045-2BC6-4F13-8909-735798C0D3C7}" dt="2024-01-29T11:51:09.599" v="456" actId="20577"/>
          <ac:spMkLst>
            <pc:docMk/>
            <pc:sldMk cId="2410374903" sldId="767"/>
            <ac:spMk id="5" creationId="{97E6FBE8-190C-40F0-AA01-14695A77D734}"/>
          </ac:spMkLst>
        </pc:spChg>
      </pc:sldChg>
      <pc:sldChg chg="modSp mod">
        <pc:chgData name="髙浦祐朗" userId="d6d860fe-bc64-411b-9605-a16d1ba875f6" providerId="ADAL" clId="{7CAA7045-2BC6-4F13-8909-735798C0D3C7}" dt="2024-01-29T11:43:08.505" v="431"/>
        <pc:sldMkLst>
          <pc:docMk/>
          <pc:sldMk cId="729124589" sldId="768"/>
        </pc:sldMkLst>
        <pc:spChg chg="mod">
          <ac:chgData name="髙浦祐朗" userId="d6d860fe-bc64-411b-9605-a16d1ba875f6" providerId="ADAL" clId="{7CAA7045-2BC6-4F13-8909-735798C0D3C7}" dt="2024-01-29T11:43:08.505" v="431"/>
          <ac:spMkLst>
            <pc:docMk/>
            <pc:sldMk cId="729124589" sldId="768"/>
            <ac:spMk id="5" creationId="{75D94D8C-59D4-540B-6AEE-871AEC854D26}"/>
          </ac:spMkLst>
        </pc:spChg>
      </pc:sldChg>
    </pc:docChg>
  </pc:docChgLst>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pChg chg="mod">
          <ac:chgData name="髙浦祐朗" userId="d6d860fe-bc64-411b-9605-a16d1ba875f6" providerId="ADAL" clId="{29F6109C-37E8-45B4-A7F0-ED8F64050743}" dt="2024-11-22T07:50:10.434" v="114" actId="1076"/>
          <ac:spMkLst>
            <pc:docMk/>
            <pc:sldMk cId="3201888243" sldId="714"/>
            <ac:spMk id="3" creationId="{00000000-0000-0000-0000-000000000000}"/>
          </ac:spMkLst>
        </pc:spChg>
        <pc:spChg chg="mod">
          <ac:chgData name="髙浦祐朗" userId="d6d860fe-bc64-411b-9605-a16d1ba875f6" providerId="ADAL" clId="{29F6109C-37E8-45B4-A7F0-ED8F64050743}" dt="2024-11-22T07:53:46.100" v="135" actId="1076"/>
          <ac:spMkLst>
            <pc:docMk/>
            <pc:sldMk cId="3201888243" sldId="714"/>
            <ac:spMk id="4" creationId="{00000000-0000-0000-0000-000000000000}"/>
          </ac:spMkLst>
        </pc:spChg>
      </pc:sldChg>
      <pc:sldChg chg="modSp mod">
        <pc:chgData name="髙浦祐朗" userId="d6d860fe-bc64-411b-9605-a16d1ba875f6" providerId="ADAL" clId="{29F6109C-37E8-45B4-A7F0-ED8F64050743}" dt="2024-11-22T07:50:43.995" v="116"/>
        <pc:sldMkLst>
          <pc:docMk/>
          <pc:sldMk cId="3660799615" sldId="757"/>
        </pc:sldMkLst>
        <pc:spChg chg="mod">
          <ac:chgData name="髙浦祐朗" userId="d6d860fe-bc64-411b-9605-a16d1ba875f6" providerId="ADAL" clId="{29F6109C-37E8-45B4-A7F0-ED8F64050743}" dt="2024-11-22T07:50:43.995" v="116"/>
          <ac:spMkLst>
            <pc:docMk/>
            <pc:sldMk cId="3660799615" sldId="757"/>
            <ac:spMk id="5" creationId="{DDA0903F-BB0E-DF11-6A92-90C8A835A221}"/>
          </ac:spMkLst>
        </pc:spChg>
      </pc:sldChg>
      <pc:sldChg chg="modSp mod">
        <pc:chgData name="髙浦祐朗" userId="d6d860fe-bc64-411b-9605-a16d1ba875f6" providerId="ADAL" clId="{29F6109C-37E8-45B4-A7F0-ED8F64050743}" dt="2024-11-22T07:50:50.205" v="118"/>
        <pc:sldMkLst>
          <pc:docMk/>
          <pc:sldMk cId="2453405637" sldId="923"/>
        </pc:sldMkLst>
        <pc:spChg chg="mod">
          <ac:chgData name="髙浦祐朗" userId="d6d860fe-bc64-411b-9605-a16d1ba875f6" providerId="ADAL" clId="{29F6109C-37E8-45B4-A7F0-ED8F64050743}" dt="2024-11-22T07:50:50.205" v="118"/>
          <ac:spMkLst>
            <pc:docMk/>
            <pc:sldMk cId="2453405637" sldId="923"/>
            <ac:spMk id="2" creationId="{DF1B3D1D-7E85-617E-AC69-3C98014F1C6D}"/>
          </ac:spMkLst>
        </pc:spChg>
      </pc:sldChg>
      <pc:sldChg chg="modSp mod">
        <pc:chgData name="髙浦祐朗" userId="d6d860fe-bc64-411b-9605-a16d1ba875f6" providerId="ADAL" clId="{29F6109C-37E8-45B4-A7F0-ED8F64050743}" dt="2024-11-22T07:50:51.754" v="120"/>
        <pc:sldMkLst>
          <pc:docMk/>
          <pc:sldMk cId="1471803207" sldId="929"/>
        </pc:sldMkLst>
        <pc:spChg chg="mod">
          <ac:chgData name="髙浦祐朗" userId="d6d860fe-bc64-411b-9605-a16d1ba875f6" providerId="ADAL" clId="{29F6109C-37E8-45B4-A7F0-ED8F64050743}" dt="2024-11-22T07:50:51.754" v="120"/>
          <ac:spMkLst>
            <pc:docMk/>
            <pc:sldMk cId="1471803207" sldId="929"/>
            <ac:spMk id="2" creationId="{DF1B3D1D-7E85-617E-AC69-3C98014F1C6D}"/>
          </ac:spMkLst>
        </pc:spChg>
      </pc:sldChg>
      <pc:sldChg chg="modSp mod">
        <pc:chgData name="髙浦祐朗" userId="d6d860fe-bc64-411b-9605-a16d1ba875f6" providerId="ADAL" clId="{29F6109C-37E8-45B4-A7F0-ED8F64050743}" dt="2024-11-22T07:51:33.168" v="122" actId="1076"/>
        <pc:sldMkLst>
          <pc:docMk/>
          <pc:sldMk cId="1851614100" sldId="930"/>
        </pc:sldMkLst>
        <pc:spChg chg="mod">
          <ac:chgData name="髙浦祐朗" userId="d6d860fe-bc64-411b-9605-a16d1ba875f6" providerId="ADAL" clId="{29F6109C-37E8-45B4-A7F0-ED8F64050743}" dt="2024-11-22T07:43:46.264" v="2"/>
          <ac:spMkLst>
            <pc:docMk/>
            <pc:sldMk cId="1851614100" sldId="930"/>
            <ac:spMk id="19" creationId="{BC9B272A-446A-3576-A0E6-D8B79CB959CA}"/>
          </ac:spMkLst>
        </pc:spChg>
        <pc:spChg chg="mod">
          <ac:chgData name="髙浦祐朗" userId="d6d860fe-bc64-411b-9605-a16d1ba875f6" providerId="ADAL" clId="{29F6109C-37E8-45B4-A7F0-ED8F64050743}" dt="2024-11-22T07:44:27.865" v="14" actId="1076"/>
          <ac:spMkLst>
            <pc:docMk/>
            <pc:sldMk cId="1851614100" sldId="930"/>
            <ac:spMk id="22" creationId="{3F738138-83BD-2487-7AF9-D1C1133A3FF9}"/>
          </ac:spMkLst>
        </pc:spChg>
        <pc:spChg chg="mod">
          <ac:chgData name="髙浦祐朗" userId="d6d860fe-bc64-411b-9605-a16d1ba875f6" providerId="ADAL" clId="{29F6109C-37E8-45B4-A7F0-ED8F64050743}" dt="2024-11-22T07:44:18.473" v="11" actId="1076"/>
          <ac:spMkLst>
            <pc:docMk/>
            <pc:sldMk cId="1851614100" sldId="930"/>
            <ac:spMk id="23" creationId="{C4C74907-76BB-E547-7A42-36F13F58EC35}"/>
          </ac:spMkLst>
        </pc:spChg>
        <pc:spChg chg="mod">
          <ac:chgData name="髙浦祐朗" userId="d6d860fe-bc64-411b-9605-a16d1ba875f6" providerId="ADAL" clId="{29F6109C-37E8-45B4-A7F0-ED8F64050743}" dt="2024-11-22T07:44:18.473" v="11" actId="1076"/>
          <ac:spMkLst>
            <pc:docMk/>
            <pc:sldMk cId="1851614100" sldId="930"/>
            <ac:spMk id="24" creationId="{DC1E26E9-FFEC-98F2-12D5-BC286628CEA0}"/>
          </ac:spMkLst>
        </pc:spChg>
        <pc:spChg chg="mod">
          <ac:chgData name="髙浦祐朗" userId="d6d860fe-bc64-411b-9605-a16d1ba875f6" providerId="ADAL" clId="{29F6109C-37E8-45B4-A7F0-ED8F64050743}" dt="2024-11-22T07:44:27.865" v="14" actId="1076"/>
          <ac:spMkLst>
            <pc:docMk/>
            <pc:sldMk cId="1851614100" sldId="930"/>
            <ac:spMk id="26" creationId="{2739018C-A453-9633-6AC1-CD6144A1460D}"/>
          </ac:spMkLst>
        </pc:spChg>
        <pc:spChg chg="mod">
          <ac:chgData name="髙浦祐朗" userId="d6d860fe-bc64-411b-9605-a16d1ba875f6" providerId="ADAL" clId="{29F6109C-37E8-45B4-A7F0-ED8F64050743}" dt="2024-11-22T07:44:48.318" v="18" actId="1076"/>
          <ac:spMkLst>
            <pc:docMk/>
            <pc:sldMk cId="1851614100" sldId="930"/>
            <ac:spMk id="35" creationId="{C8FE3297-20F9-5980-9C9E-46C123BEB609}"/>
          </ac:spMkLst>
        </pc:spChg>
        <pc:spChg chg="mod">
          <ac:chgData name="髙浦祐朗" userId="d6d860fe-bc64-411b-9605-a16d1ba875f6" providerId="ADAL" clId="{29F6109C-37E8-45B4-A7F0-ED8F64050743}" dt="2024-11-22T07:43:56.721" v="5"/>
          <ac:spMkLst>
            <pc:docMk/>
            <pc:sldMk cId="1851614100" sldId="930"/>
            <ac:spMk id="55" creationId="{D0A35059-8416-A539-CCAD-988529B59C1A}"/>
          </ac:spMkLst>
        </pc:spChg>
        <pc:grpChg chg="mod">
          <ac:chgData name="髙浦祐朗" userId="d6d860fe-bc64-411b-9605-a16d1ba875f6" providerId="ADAL" clId="{29F6109C-37E8-45B4-A7F0-ED8F64050743}" dt="2024-11-22T07:51:33.168" v="122" actId="1076"/>
          <ac:grpSpMkLst>
            <pc:docMk/>
            <pc:sldMk cId="1851614100" sldId="930"/>
            <ac:grpSpMk id="34" creationId="{44BCAC98-61A1-442A-2978-FB1E7AF56816}"/>
          </ac:grpSpMkLst>
        </pc:grpChg>
        <pc:grpChg chg="mod">
          <ac:chgData name="髙浦祐朗" userId="d6d860fe-bc64-411b-9605-a16d1ba875f6" providerId="ADAL" clId="{29F6109C-37E8-45B4-A7F0-ED8F64050743}" dt="2024-11-22T07:45:12.661" v="21" actId="465"/>
          <ac:grpSpMkLst>
            <pc:docMk/>
            <pc:sldMk cId="1851614100" sldId="930"/>
            <ac:grpSpMk id="44" creationId="{A44B6757-E569-194B-6AFF-0F61EF39B78C}"/>
          </ac:grpSpMkLst>
        </pc:grpChg>
        <pc:grpChg chg="mod">
          <ac:chgData name="髙浦祐朗" userId="d6d860fe-bc64-411b-9605-a16d1ba875f6" providerId="ADAL" clId="{29F6109C-37E8-45B4-A7F0-ED8F64050743}" dt="2024-11-22T07:45:12.661" v="21" actId="465"/>
          <ac:grpSpMkLst>
            <pc:docMk/>
            <pc:sldMk cId="1851614100" sldId="930"/>
            <ac:grpSpMk id="50" creationId="{D7AA0D1B-AFDF-1367-DA18-9EE6FFBC3596}"/>
          </ac:grpSpMkLst>
        </pc:grpChg>
        <pc:grpChg chg="mod">
          <ac:chgData name="髙浦祐朗" userId="d6d860fe-bc64-411b-9605-a16d1ba875f6" providerId="ADAL" clId="{29F6109C-37E8-45B4-A7F0-ED8F64050743}" dt="2024-11-22T07:44:34.438" v="15" actId="465"/>
          <ac:grpSpMkLst>
            <pc:docMk/>
            <pc:sldMk cId="1851614100" sldId="930"/>
            <ac:grpSpMk id="53" creationId="{A0CC927F-9C1B-D647-66D3-8BB8B2462AB3}"/>
          </ac:grpSpMkLst>
        </pc:grpChg>
        <pc:cxnChg chg="mod">
          <ac:chgData name="髙浦祐朗" userId="d6d860fe-bc64-411b-9605-a16d1ba875f6" providerId="ADAL" clId="{29F6109C-37E8-45B4-A7F0-ED8F64050743}" dt="2024-11-22T07:44:27.865" v="14" actId="1076"/>
          <ac:cxnSpMkLst>
            <pc:docMk/>
            <pc:sldMk cId="1851614100" sldId="930"/>
            <ac:cxnSpMk id="16" creationId="{A189C288-EA60-B222-B80F-882125DAEF80}"/>
          </ac:cxnSpMkLst>
        </pc:cxnChg>
        <pc:cxnChg chg="mod">
          <ac:chgData name="髙浦祐朗" userId="d6d860fe-bc64-411b-9605-a16d1ba875f6" providerId="ADAL" clId="{29F6109C-37E8-45B4-A7F0-ED8F64050743}" dt="2024-11-22T07:45:18.750" v="22" actId="1076"/>
          <ac:cxnSpMkLst>
            <pc:docMk/>
            <pc:sldMk cId="1851614100" sldId="930"/>
            <ac:cxnSpMk id="37" creationId="{1D74C627-C1B1-F67F-A7BE-2CFA25DCE2DB}"/>
          </ac:cxnSpMkLst>
        </pc:cxnChg>
        <pc:cxnChg chg="mod">
          <ac:chgData name="髙浦祐朗" userId="d6d860fe-bc64-411b-9605-a16d1ba875f6" providerId="ADAL" clId="{29F6109C-37E8-45B4-A7F0-ED8F64050743}" dt="2024-11-22T07:44:38.504" v="16" actId="14100"/>
          <ac:cxnSpMkLst>
            <pc:docMk/>
            <pc:sldMk cId="1851614100" sldId="930"/>
            <ac:cxnSpMk id="42" creationId="{F1A966ED-94A3-BF90-314B-96016280AE02}"/>
          </ac:cxnSpMkLst>
        </pc:cxnChg>
      </pc:sldChg>
    </pc:docChg>
  </pc:docChgLst>
  <pc:docChgLst>
    <pc:chgData name="福田一希" userId="S::kazuki.fukuda@system-exe.jp::fdfbe5ba-eec8-4756-aa2a-cf5b9de944cd" providerId="AD" clId="Web-{E92C48FE-29A8-43CB-9D9B-97890D95264B}"/>
    <pc:docChg chg="modSld">
      <pc:chgData name="福田一希" userId="S::kazuki.fukuda@system-exe.jp::fdfbe5ba-eec8-4756-aa2a-cf5b9de944cd" providerId="AD" clId="Web-{E92C48FE-29A8-43CB-9D9B-97890D95264B}" dt="2024-12-05T05:33:02.484" v="87" actId="20577"/>
      <pc:docMkLst>
        <pc:docMk/>
      </pc:docMkLst>
      <pc:sldChg chg="addSp modSp">
        <pc:chgData name="福田一希" userId="S::kazuki.fukuda@system-exe.jp::fdfbe5ba-eec8-4756-aa2a-cf5b9de944cd" providerId="AD" clId="Web-{E92C48FE-29A8-43CB-9D9B-97890D95264B}" dt="2024-12-05T05:33:02.484" v="87" actId="20577"/>
        <pc:sldMkLst>
          <pc:docMk/>
          <pc:sldMk cId="3560606343" sldId="766"/>
        </pc:sldMkLst>
        <pc:spChg chg="add mod">
          <ac:chgData name="福田一希" userId="S::kazuki.fukuda@system-exe.jp::fdfbe5ba-eec8-4756-aa2a-cf5b9de944cd" providerId="AD" clId="Web-{E92C48FE-29A8-43CB-9D9B-97890D95264B}" dt="2024-12-05T05:33:02.484" v="87" actId="20577"/>
          <ac:spMkLst>
            <pc:docMk/>
            <pc:sldMk cId="3560606343" sldId="766"/>
            <ac:spMk id="4" creationId="{EF73B220-1CB0-C926-5CFC-9906B6CBF0EF}"/>
          </ac:spMkLst>
        </pc:spChg>
        <pc:graphicFrameChg chg="mod modGraphic">
          <ac:chgData name="福田一希" userId="S::kazuki.fukuda@system-exe.jp::fdfbe5ba-eec8-4756-aa2a-cf5b9de944cd" providerId="AD" clId="Web-{E92C48FE-29A8-43CB-9D9B-97890D95264B}" dt="2024-12-05T05:30:40.762" v="43"/>
          <ac:graphicFrameMkLst>
            <pc:docMk/>
            <pc:sldMk cId="3560606343" sldId="766"/>
            <ac:graphicFrameMk id="9" creationId="{2864E947-18B0-4839-AED3-D416F628DDF0}"/>
          </ac:graphicFrameMkLst>
        </pc:graphicFrame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pChg chg="del">
          <ac:chgData name="吉田諒" userId="S::ryou.yoshida@system-exe.jp::48113613-5467-405d-9628-39cdc2d8c52c" providerId="AD" clId="Web-{6F78E665-246F-42CA-866C-0099ABCE2C58}" dt="2024-01-29T11:06:49.620" v="3"/>
          <ac:spMkLst>
            <pc:docMk/>
            <pc:sldMk cId="3660799615" sldId="757"/>
            <ac:spMk id="30" creationId="{030E2380-7FED-49EC-9A15-52469734A34E}"/>
          </ac:spMkLst>
        </pc:spChg>
        <pc:grpChg chg="del">
          <ac:chgData name="吉田諒" userId="S::ryou.yoshida@system-exe.jp::48113613-5467-405d-9628-39cdc2d8c52c" providerId="AD" clId="Web-{6F78E665-246F-42CA-866C-0099ABCE2C58}" dt="2024-01-29T11:06:43.636" v="0"/>
          <ac:grpSpMkLst>
            <pc:docMk/>
            <pc:sldMk cId="3660799615" sldId="757"/>
            <ac:grpSpMk id="5" creationId="{7CF68077-6A7C-4367-9903-7434F26D765B}"/>
          </ac:grpSpMkLst>
        </pc:grpChg>
        <pc:grpChg chg="del">
          <ac:chgData name="吉田諒" userId="S::ryou.yoshida@system-exe.jp::48113613-5467-405d-9628-39cdc2d8c52c" providerId="AD" clId="Web-{6F78E665-246F-42CA-866C-0099ABCE2C58}" dt="2024-01-29T11:06:45.683" v="1"/>
          <ac:grpSpMkLst>
            <pc:docMk/>
            <pc:sldMk cId="3660799615" sldId="757"/>
            <ac:grpSpMk id="6" creationId="{1C6DDC46-C556-451F-B6A7-08CA11FC3F85}"/>
          </ac:grpSpMkLst>
        </pc:grpChg>
        <pc:grpChg chg="del">
          <ac:chgData name="吉田諒" userId="S::ryou.yoshida@system-exe.jp::48113613-5467-405d-9628-39cdc2d8c52c" providerId="AD" clId="Web-{6F78E665-246F-42CA-866C-0099ABCE2C58}" dt="2024-01-29T11:06:47.448" v="2"/>
          <ac:grpSpMkLst>
            <pc:docMk/>
            <pc:sldMk cId="3660799615" sldId="757"/>
            <ac:grpSpMk id="7" creationId="{0600D1F5-0E13-4A29-BCA1-83BA3DFE3672}"/>
          </ac:grpSpMkLst>
        </pc:grpChg>
        <pc:picChg chg="del">
          <ac:chgData name="吉田諒" userId="S::ryou.yoshida@system-exe.jp::48113613-5467-405d-9628-39cdc2d8c52c" providerId="AD" clId="Web-{6F78E665-246F-42CA-866C-0099ABCE2C58}" dt="2024-01-29T11:07:03.230" v="5"/>
          <ac:picMkLst>
            <pc:docMk/>
            <pc:sldMk cId="3660799615" sldId="757"/>
            <ac:picMk id="1028" creationId="{2539AAA5-E3AC-4A9D-8837-409FD205E3FD}"/>
          </ac:picMkLst>
        </pc:picChg>
        <pc:cxnChg chg="del">
          <ac:chgData name="吉田諒" userId="S::ryou.yoshida@system-exe.jp::48113613-5467-405d-9628-39cdc2d8c52c" providerId="AD" clId="Web-{6F78E665-246F-42CA-866C-0099ABCE2C58}" dt="2024-01-29T11:06:52.073" v="4"/>
          <ac:cxnSpMkLst>
            <pc:docMk/>
            <pc:sldMk cId="3660799615" sldId="757"/>
            <ac:cxnSpMk id="9" creationId="{51586849-7CE0-4971-B754-CC0D496E415D}"/>
          </ac:cxnSpMkLst>
        </pc:cxnChg>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pChg chg="mod">
          <ac:chgData name="吉田諒" userId="S::ryou.yoshida@system-exe.jp::48113613-5467-405d-9628-39cdc2d8c52c" providerId="AD" clId="Web-{6F78E665-246F-42CA-866C-0099ABCE2C58}" dt="2024-01-29T11:07:36.996" v="10" actId="20577"/>
          <ac:spMkLst>
            <pc:docMk/>
            <pc:sldMk cId="160659096" sldId="761"/>
            <ac:spMk id="2" creationId="{07C310CC-6E22-4FC1-8613-FDC327F099A9}"/>
          </ac:spMkLst>
        </pc:spChg>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graphicFrameChg chg="mod modGraphic">
          <ac:chgData name="福田一希" userId="S::kazuki.fukuda@system-exe.jp::fdfbe5ba-eec8-4756-aa2a-cf5b9de944cd" providerId="AD" clId="Web-{43DF3BA7-9069-4E1D-A758-FE50466EEF75}" dt="2024-11-21T09:33:27.578" v="7"/>
          <ac:graphicFrameMkLst>
            <pc:docMk/>
            <pc:sldMk cId="3560606343" sldId="766"/>
            <ac:graphicFrameMk id="9" creationId="{2864E947-18B0-4839-AED3-D416F628DDF0}"/>
          </ac:graphicFrameMkLst>
        </pc:graphicFrameChg>
      </pc:sldChg>
    </pc:docChg>
  </pc:docChgLst>
  <pc:docChgLst>
    <pc:chgData name="髙浦祐朗" userId="d6d860fe-bc64-411b-9605-a16d1ba875f6" providerId="ADAL" clId="{EB8F0264-DC20-4CD3-A570-DAE556C87B98}"/>
    <pc:docChg chg="modSld">
      <pc:chgData name="髙浦祐朗" userId="d6d860fe-bc64-411b-9605-a16d1ba875f6" providerId="ADAL" clId="{EB8F0264-DC20-4CD3-A570-DAE556C87B98}" dt="2024-12-04T08:21:32.245" v="1" actId="20577"/>
      <pc:docMkLst>
        <pc:docMk/>
      </pc:docMkLst>
      <pc:sldChg chg="modSp mod">
        <pc:chgData name="髙浦祐朗" userId="d6d860fe-bc64-411b-9605-a16d1ba875f6" providerId="ADAL" clId="{EB8F0264-DC20-4CD3-A570-DAE556C87B98}" dt="2024-12-04T08:21:32.245" v="1" actId="20577"/>
        <pc:sldMkLst>
          <pc:docMk/>
          <pc:sldMk cId="2410374903" sldId="767"/>
        </pc:sldMkLst>
        <pc:spChg chg="mod">
          <ac:chgData name="髙浦祐朗" userId="d6d860fe-bc64-411b-9605-a16d1ba875f6" providerId="ADAL" clId="{EB8F0264-DC20-4CD3-A570-DAE556C87B98}" dt="2024-12-04T08:21:32.245" v="1" actId="20577"/>
          <ac:spMkLst>
            <pc:docMk/>
            <pc:sldMk cId="2410374903" sldId="767"/>
            <ac:spMk id="5" creationId="{97E6FBE8-190C-40F0-AA01-14695A77D734}"/>
          </ac:spMkLst>
        </pc:spChg>
      </pc:sldChg>
    </pc:docChg>
  </pc:docChgLst>
  <pc:docChgLst>
    <pc:chgData name="福田一希" userId="S::kazuki.fukuda@system-exe.jp::fdfbe5ba-eec8-4756-aa2a-cf5b9de944cd" providerId="AD" clId="Web-{D3782B3B-5AA6-4CC7-910E-0C588C12C1AF}"/>
    <pc:docChg chg="modSld">
      <pc:chgData name="福田一希" userId="S::kazuki.fukuda@system-exe.jp::fdfbe5ba-eec8-4756-aa2a-cf5b9de944cd" providerId="AD" clId="Web-{D3782B3B-5AA6-4CC7-910E-0C588C12C1AF}" dt="2024-12-04T08:05:51.705" v="50" actId="20577"/>
      <pc:docMkLst>
        <pc:docMk/>
      </pc:docMkLst>
      <pc:sldChg chg="modSp">
        <pc:chgData name="福田一希" userId="S::kazuki.fukuda@system-exe.jp::fdfbe5ba-eec8-4756-aa2a-cf5b9de944cd" providerId="AD" clId="Web-{D3782B3B-5AA6-4CC7-910E-0C588C12C1AF}" dt="2024-12-04T08:05:51.705" v="50" actId="20577"/>
        <pc:sldMkLst>
          <pc:docMk/>
          <pc:sldMk cId="2410374903" sldId="767"/>
        </pc:sldMkLst>
        <pc:spChg chg="mod">
          <ac:chgData name="福田一希" userId="S::kazuki.fukuda@system-exe.jp::fdfbe5ba-eec8-4756-aa2a-cf5b9de944cd" providerId="AD" clId="Web-{D3782B3B-5AA6-4CC7-910E-0C588C12C1AF}" dt="2024-12-04T08:05:51.705" v="50" actId="20577"/>
          <ac:spMkLst>
            <pc:docMk/>
            <pc:sldMk cId="2410374903" sldId="767"/>
            <ac:spMk id="5" creationId="{97E6FBE8-190C-40F0-AA01-14695A77D734}"/>
          </ac:spMkLst>
        </pc:spChg>
      </pc:sldChg>
      <pc:sldChg chg="modSp">
        <pc:chgData name="福田一希" userId="S::kazuki.fukuda@system-exe.jp::fdfbe5ba-eec8-4756-aa2a-cf5b9de944cd" providerId="AD" clId="Web-{D3782B3B-5AA6-4CC7-910E-0C588C12C1AF}" dt="2024-12-04T08:01:52.776" v="1" actId="14100"/>
        <pc:sldMkLst>
          <pc:docMk/>
          <pc:sldMk cId="2453405637" sldId="923"/>
        </pc:sldMkLst>
        <pc:spChg chg="mod">
          <ac:chgData name="福田一希" userId="S::kazuki.fukuda@system-exe.jp::fdfbe5ba-eec8-4756-aa2a-cf5b9de944cd" providerId="AD" clId="Web-{D3782B3B-5AA6-4CC7-910E-0C588C12C1AF}" dt="2024-12-04T08:01:52.776" v="1" actId="14100"/>
          <ac:spMkLst>
            <pc:docMk/>
            <pc:sldMk cId="2453405637" sldId="923"/>
            <ac:spMk id="10" creationId="{AA608998-7E3E-1298-045C-A506F642ABA9}"/>
          </ac:spMkLst>
        </pc:spChg>
      </pc:sldChg>
      <pc:sldChg chg="modSp">
        <pc:chgData name="福田一希" userId="S::kazuki.fukuda@system-exe.jp::fdfbe5ba-eec8-4756-aa2a-cf5b9de944cd" providerId="AD" clId="Web-{D3782B3B-5AA6-4CC7-910E-0C588C12C1AF}" dt="2024-12-04T08:02:00.776" v="2" actId="20577"/>
        <pc:sldMkLst>
          <pc:docMk/>
          <pc:sldMk cId="1471803207" sldId="929"/>
        </pc:sldMkLst>
        <pc:spChg chg="mod">
          <ac:chgData name="福田一希" userId="S::kazuki.fukuda@system-exe.jp::fdfbe5ba-eec8-4756-aa2a-cf5b9de944cd" providerId="AD" clId="Web-{D3782B3B-5AA6-4CC7-910E-0C588C12C1AF}" dt="2024-12-04T08:02:00.776" v="2" actId="20577"/>
          <ac:spMkLst>
            <pc:docMk/>
            <pc:sldMk cId="1471803207" sldId="929"/>
            <ac:spMk id="10" creationId="{AA608998-7E3E-1298-045C-A506F642ABA9}"/>
          </ac:spMkLst>
        </pc:sp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pChg chg="mod">
          <ac:chgData name="桐山 隆" userId="da3612ff-52da-4b11-b7b0-175c66f446ec" providerId="ADAL" clId="{D2FA51C0-F1C3-462E-8962-EE1A728CD707}" dt="2022-03-25T01:27:44.381" v="10"/>
          <ac:spMkLst>
            <pc:docMk/>
            <pc:sldMk cId="2251576925" sldId="748"/>
            <ac:spMk id="5" creationId="{9EB09CFF-E857-45EF-93FD-689F85E55368}"/>
          </ac:spMkLst>
        </pc:spChg>
      </pc:sldChg>
      <pc:sldChg chg="modSp mod">
        <pc:chgData name="桐山 隆" userId="da3612ff-52da-4b11-b7b0-175c66f446ec" providerId="ADAL" clId="{D2FA51C0-F1C3-462E-8962-EE1A728CD707}" dt="2022-03-25T01:29:56.797" v="55"/>
        <pc:sldMkLst>
          <pc:docMk/>
          <pc:sldMk cId="160659096" sldId="761"/>
        </pc:sldMkLst>
        <pc:spChg chg="mod">
          <ac:chgData name="桐山 隆" userId="da3612ff-52da-4b11-b7b0-175c66f446ec" providerId="ADAL" clId="{D2FA51C0-F1C3-462E-8962-EE1A728CD707}" dt="2022-03-25T01:29:56.797" v="55"/>
          <ac:spMkLst>
            <pc:docMk/>
            <pc:sldMk cId="160659096" sldId="761"/>
            <ac:spMk id="5" creationId="{3A8A4192-22B3-49BE-9539-A236EDC7797E}"/>
          </ac:spMkLst>
        </pc:spChg>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graphicFrameChg chg="mod modGraphic">
          <ac:chgData name="福田一希" userId="S::kazuki.fukuda@system-exe.jp::fdfbe5ba-eec8-4756-aa2a-cf5b9de944cd" providerId="AD" clId="Web-{29A1F692-9BF9-46EC-BE2F-379679354E24}" dt="2024-11-22T06:11:18.319" v="269"/>
          <ac:graphicFrameMkLst>
            <pc:docMk/>
            <pc:sldMk cId="1471803207" sldId="929"/>
            <ac:graphicFrameMk id="9" creationId="{BBA8B256-12B2-6E8C-50F9-31564ECC0266}"/>
          </ac:graphicFrameMkLst>
        </pc:graphicFrame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pChg chg="add mod">
          <ac:chgData name="野村康二" userId="S::kouji.nomura@system-exe.jp::acaa808a-f809-4ef9-8028-a2ce14b82415" providerId="AD" clId="Web-{A1FA4B7A-7D7D-21B1-DE34-5D7562EFA945}" dt="2024-02-08T04:49:05.615" v="10" actId="1076"/>
          <ac:spMkLst>
            <pc:docMk/>
            <pc:sldMk cId="3560606343" sldId="766"/>
            <ac:spMk id="5" creationId="{EDD85BF2-0E62-324F-DE1D-1DE92FE0C446}"/>
          </ac:spMkLst>
        </pc:spChg>
        <pc:spChg chg="mod">
          <ac:chgData name="野村康二" userId="S::kouji.nomura@system-exe.jp::acaa808a-f809-4ef9-8028-a2ce14b82415" providerId="AD" clId="Web-{A1FA4B7A-7D7D-21B1-DE34-5D7562EFA945}" dt="2024-02-08T04:48:50.740" v="8" actId="1076"/>
          <ac:spMkLst>
            <pc:docMk/>
            <pc:sldMk cId="3560606343" sldId="766"/>
            <ac:spMk id="10" creationId="{00000000-0000-0000-0000-000000000000}"/>
          </ac:spMkLst>
        </pc:spChg>
        <pc:spChg chg="mod">
          <ac:chgData name="野村康二" userId="S::kouji.nomura@system-exe.jp::acaa808a-f809-4ef9-8028-a2ce14b82415" providerId="AD" clId="Web-{A1FA4B7A-7D7D-21B1-DE34-5D7562EFA945}" dt="2024-02-08T04:47:53.254" v="1" actId="1076"/>
          <ac:spMkLst>
            <pc:docMk/>
            <pc:sldMk cId="3560606343" sldId="766"/>
            <ac:spMk id="31" creationId="{00000000-0000-0000-0000-000000000000}"/>
          </ac:spMkLst>
        </pc:spChg>
        <pc:spChg chg="del mod">
          <ac:chgData name="野村康二" userId="S::kouji.nomura@system-exe.jp::acaa808a-f809-4ef9-8028-a2ce14b82415" providerId="AD" clId="Web-{A1FA4B7A-7D7D-21B1-DE34-5D7562EFA945}" dt="2024-02-08T04:48:42.614" v="6"/>
          <ac:spMkLst>
            <pc:docMk/>
            <pc:sldMk cId="3560606343" sldId="766"/>
            <ac:spMk id="48" creationId="{00000000-0000-0000-0000-000000000000}"/>
          </ac:spMkLst>
        </pc:spChg>
        <pc:spChg chg="mod">
          <ac:chgData name="野村康二" userId="S::kouji.nomura@system-exe.jp::acaa808a-f809-4ef9-8028-a2ce14b82415" providerId="AD" clId="Web-{A1FA4B7A-7D7D-21B1-DE34-5D7562EFA945}" dt="2024-02-08T04:47:19.097" v="0"/>
          <ac:spMkLst>
            <pc:docMk/>
            <pc:sldMk cId="3560606343" sldId="766"/>
            <ac:spMk id="50" creationId="{BF31360D-FAB3-4C87-B7AB-B502DDFDA9EC}"/>
          </ac:spMkLst>
        </pc:spChg>
        <pc:cxnChg chg="mod">
          <ac:chgData name="野村康二" userId="S::kouji.nomura@system-exe.jp::acaa808a-f809-4ef9-8028-a2ce14b82415" providerId="AD" clId="Web-{A1FA4B7A-7D7D-21B1-DE34-5D7562EFA945}" dt="2024-02-08T04:48:05.051" v="2" actId="14100"/>
          <ac:cxnSpMkLst>
            <pc:docMk/>
            <pc:sldMk cId="3560606343" sldId="766"/>
            <ac:cxnSpMk id="28" creationId="{00000000-0000-0000-0000-000000000000}"/>
          </ac:cxnSpMkLst>
        </pc:cxnChg>
        <pc:cxnChg chg="mod">
          <ac:chgData name="野村康二" userId="S::kouji.nomura@system-exe.jp::acaa808a-f809-4ef9-8028-a2ce14b82415" providerId="AD" clId="Web-{A1FA4B7A-7D7D-21B1-DE34-5D7562EFA945}" dt="2024-02-08T04:48:31.567" v="4" actId="14100"/>
          <ac:cxnSpMkLst>
            <pc:docMk/>
            <pc:sldMk cId="3560606343" sldId="766"/>
            <ac:cxnSpMk id="43" creationId="{00000000-0000-0000-0000-000000000000}"/>
          </ac:cxnSpMkLst>
        </pc:cxn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pChg chg="mod">
          <ac:chgData name="吉田諒" userId="S::ryou.yoshida@system-exe.jp::48113613-5467-405d-9628-39cdc2d8c52c" providerId="AD" clId="Web-{DEF8B04F-EFBD-444C-BCBE-97932935A60D}" dt="2024-01-29T10:59:18.826" v="36" actId="20577"/>
          <ac:spMkLst>
            <pc:docMk/>
            <pc:sldMk cId="3773316736" sldId="756"/>
            <ac:spMk id="5" creationId="{89FDA2E0-4F9B-4F81-A5EF-A9BF68BEF13F}"/>
          </ac:spMkLst>
        </pc:spChg>
        <pc:spChg chg="mod">
          <ac:chgData name="吉田諒" userId="S::ryou.yoshida@system-exe.jp::48113613-5467-405d-9628-39cdc2d8c52c" providerId="AD" clId="Web-{DEF8B04F-EFBD-444C-BCBE-97932935A60D}" dt="2024-01-29T11:03:44.098" v="37" actId="20577"/>
          <ac:spMkLst>
            <pc:docMk/>
            <pc:sldMk cId="3773316736" sldId="756"/>
            <ac:spMk id="6" creationId="{43841434-D3B2-4159-A815-B18F225CD6CC}"/>
          </ac:spMkLst>
        </pc:spChg>
        <pc:spChg chg="mod">
          <ac:chgData name="吉田諒" userId="S::ryou.yoshida@system-exe.jp::48113613-5467-405d-9628-39cdc2d8c52c" providerId="AD" clId="Web-{DEF8B04F-EFBD-444C-BCBE-97932935A60D}" dt="2024-01-29T10:58:40.950" v="17" actId="20577"/>
          <ac:spMkLst>
            <pc:docMk/>
            <pc:sldMk cId="3773316736" sldId="756"/>
            <ac:spMk id="7" creationId="{2AE32BD5-56D6-4413-93DD-7616102C277D}"/>
          </ac:spMkLst>
        </pc:sp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pChg chg="mod">
          <ac:chgData name="髙浦祐朗" userId="d6d860fe-bc64-411b-9605-a16d1ba875f6" providerId="ADAL" clId="{DB867282-9B14-4BC1-835F-34C67E84B083}" dt="2024-01-29T12:32:33.315" v="134" actId="20577"/>
          <ac:spMkLst>
            <pc:docMk/>
            <pc:sldMk cId="3201888243" sldId="714"/>
            <ac:spMk id="9" creationId="{D3736C96-F517-0B5D-F1CE-268A17109BAA}"/>
          </ac:spMkLst>
        </pc:spChg>
      </pc:sldChg>
      <pc:sldChg chg="modSp mod">
        <pc:chgData name="髙浦祐朗" userId="d6d860fe-bc64-411b-9605-a16d1ba875f6" providerId="ADAL" clId="{DB867282-9B14-4BC1-835F-34C67E84B083}" dt="2024-01-29T12:31:32.651" v="86"/>
        <pc:sldMkLst>
          <pc:docMk/>
          <pc:sldMk cId="1072167564" sldId="754"/>
        </pc:sldMkLst>
        <pc:graphicFrameChg chg="mod modGraphic">
          <ac:chgData name="髙浦祐朗" userId="d6d860fe-bc64-411b-9605-a16d1ba875f6" providerId="ADAL" clId="{DB867282-9B14-4BC1-835F-34C67E84B083}" dt="2024-01-29T12:31:32.651" v="86"/>
          <ac:graphicFrameMkLst>
            <pc:docMk/>
            <pc:sldMk cId="1072167564" sldId="754"/>
            <ac:graphicFrameMk id="8" creationId="{E96A0963-9D9C-4DE2-8A40-25DD6B7F5580}"/>
          </ac:graphicFrameMkLst>
        </pc:graphicFrameChg>
      </pc:sldChg>
      <pc:sldChg chg="modSp mod">
        <pc:chgData name="髙浦祐朗" userId="d6d860fe-bc64-411b-9605-a16d1ba875f6" providerId="ADAL" clId="{DB867282-9B14-4BC1-835F-34C67E84B083}" dt="2024-01-29T12:28:00.980" v="0" actId="20577"/>
        <pc:sldMkLst>
          <pc:docMk/>
          <pc:sldMk cId="3773316736" sldId="756"/>
        </pc:sldMkLst>
        <pc:spChg chg="mod">
          <ac:chgData name="髙浦祐朗" userId="d6d860fe-bc64-411b-9605-a16d1ba875f6" providerId="ADAL" clId="{DB867282-9B14-4BC1-835F-34C67E84B083}" dt="2024-01-29T12:28:00.980" v="0" actId="20577"/>
          <ac:spMkLst>
            <pc:docMk/>
            <pc:sldMk cId="3773316736" sldId="756"/>
            <ac:spMk id="6" creationId="{43841434-D3B2-4159-A815-B18F225CD6CC}"/>
          </ac:spMkLst>
        </pc:spChg>
      </pc:sldChg>
      <pc:sldChg chg="modSp mod">
        <pc:chgData name="髙浦祐朗" userId="d6d860fe-bc64-411b-9605-a16d1ba875f6" providerId="ADAL" clId="{DB867282-9B14-4BC1-835F-34C67E84B083}" dt="2024-01-29T12:31:39.615" v="90"/>
        <pc:sldMkLst>
          <pc:docMk/>
          <pc:sldMk cId="3692000709" sldId="769"/>
        </pc:sldMkLst>
        <pc:graphicFrameChg chg="mod modGraphic">
          <ac:chgData name="髙浦祐朗" userId="d6d860fe-bc64-411b-9605-a16d1ba875f6" providerId="ADAL" clId="{DB867282-9B14-4BC1-835F-34C67E84B083}" dt="2024-01-29T12:31:39.615" v="90"/>
          <ac:graphicFrameMkLst>
            <pc:docMk/>
            <pc:sldMk cId="3692000709" sldId="769"/>
            <ac:graphicFrameMk id="8" creationId="{9B2FF217-E41E-39BD-30DB-9E3D1AF84AD5}"/>
          </ac:graphicFrameMkLst>
        </pc:graphicFrame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pChg chg="mod">
          <ac:chgData name="本吉史明" userId="0172166b-71c8-4fba-9a75-a345433b7af6" providerId="ADAL" clId="{CCC4954D-894C-42DD-8E58-25EE4D4C96D4}" dt="2022-03-24T10:44:02.101" v="2457" actId="20577"/>
          <ac:spMkLst>
            <pc:docMk/>
            <pc:sldMk cId="2886688645" sldId="739"/>
            <ac:spMk id="5" creationId="{B3A9F616-8566-4DC9-8BE3-80C6A5CD27DA}"/>
          </ac:spMkLst>
        </pc:spChg>
      </pc:sldChg>
      <pc:sldChg chg="modSp mod">
        <pc:chgData name="本吉史明" userId="0172166b-71c8-4fba-9a75-a345433b7af6" providerId="ADAL" clId="{CCC4954D-894C-42DD-8E58-25EE4D4C96D4}" dt="2022-03-25T09:31:30.194" v="3006"/>
        <pc:sldMkLst>
          <pc:docMk/>
          <pc:sldMk cId="2251576925" sldId="748"/>
        </pc:sldMkLst>
        <pc:spChg chg="mod">
          <ac:chgData name="本吉史明" userId="0172166b-71c8-4fba-9a75-a345433b7af6" providerId="ADAL" clId="{CCC4954D-894C-42DD-8E58-25EE4D4C96D4}" dt="2022-03-25T09:31:30.194" v="3006"/>
          <ac:spMkLst>
            <pc:docMk/>
            <pc:sldMk cId="2251576925" sldId="748"/>
            <ac:spMk id="5" creationId="{9EB09CFF-E857-45EF-93FD-689F85E55368}"/>
          </ac:spMkLst>
        </pc:spChg>
      </pc:sldChg>
      <pc:sldChg chg="modSp mod">
        <pc:chgData name="本吉史明" userId="0172166b-71c8-4fba-9a75-a345433b7af6" providerId="ADAL" clId="{CCC4954D-894C-42DD-8E58-25EE4D4C96D4}" dt="2022-03-24T07:16:05.489" v="1716" actId="20577"/>
        <pc:sldMkLst>
          <pc:docMk/>
          <pc:sldMk cId="3325638293" sldId="749"/>
        </pc:sldMkLst>
        <pc:spChg chg="mod">
          <ac:chgData name="本吉史明" userId="0172166b-71c8-4fba-9a75-a345433b7af6" providerId="ADAL" clId="{CCC4954D-894C-42DD-8E58-25EE4D4C96D4}" dt="2022-03-24T07:16:05.489" v="1716" actId="20577"/>
          <ac:spMkLst>
            <pc:docMk/>
            <pc:sldMk cId="3325638293" sldId="749"/>
            <ac:spMk id="9" creationId="{1A1339C8-3BE8-4E1B-83AE-6CA3E2BCCEB3}"/>
          </ac:spMkLst>
        </pc:spChg>
      </pc:sldChg>
      <pc:sldChg chg="modSp mod">
        <pc:chgData name="本吉史明" userId="0172166b-71c8-4fba-9a75-a345433b7af6" providerId="ADAL" clId="{CCC4954D-894C-42DD-8E58-25EE4D4C96D4}" dt="2022-03-24T10:43:42.269" v="2430" actId="20577"/>
        <pc:sldMkLst>
          <pc:docMk/>
          <pc:sldMk cId="5311539" sldId="752"/>
        </pc:sldMkLst>
        <pc:spChg chg="mod">
          <ac:chgData name="本吉史明" userId="0172166b-71c8-4fba-9a75-a345433b7af6" providerId="ADAL" clId="{CCC4954D-894C-42DD-8E58-25EE4D4C96D4}" dt="2022-03-24T10:43:42.269" v="2430" actId="20577"/>
          <ac:spMkLst>
            <pc:docMk/>
            <pc:sldMk cId="5311539" sldId="752"/>
            <ac:spMk id="2" creationId="{B5CF4E27-01D0-4155-A943-281726BD16F0}"/>
          </ac:spMkLst>
        </pc:spChg>
        <pc:graphicFrameChg chg="mod modGraphic">
          <ac:chgData name="本吉史明" userId="0172166b-71c8-4fba-9a75-a345433b7af6" providerId="ADAL" clId="{CCC4954D-894C-42DD-8E58-25EE4D4C96D4}" dt="2022-03-24T07:28:32.066" v="2021"/>
          <ac:graphicFrameMkLst>
            <pc:docMk/>
            <pc:sldMk cId="5311539" sldId="752"/>
            <ac:graphicFrameMk id="7" creationId="{FC32E459-CF7C-43EB-8132-E73BEF002064}"/>
          </ac:graphicFrameMkLst>
        </pc:graphicFrameChg>
      </pc:sldChg>
      <pc:sldChg chg="modSp mod">
        <pc:chgData name="本吉史明" userId="0172166b-71c8-4fba-9a75-a345433b7af6" providerId="ADAL" clId="{CCC4954D-894C-42DD-8E58-25EE4D4C96D4}" dt="2022-03-24T10:47:05.012" v="2634" actId="14734"/>
        <pc:sldMkLst>
          <pc:docMk/>
          <pc:sldMk cId="1072167564" sldId="754"/>
        </pc:sldMkLst>
        <pc:spChg chg="mod">
          <ac:chgData name="本吉史明" userId="0172166b-71c8-4fba-9a75-a345433b7af6" providerId="ADAL" clId="{CCC4954D-894C-42DD-8E58-25EE4D4C96D4}" dt="2022-03-24T10:45:04.319" v="2549" actId="20577"/>
          <ac:spMkLst>
            <pc:docMk/>
            <pc:sldMk cId="1072167564" sldId="754"/>
            <ac:spMk id="2" creationId="{5C72AB75-BA7B-416C-A2A9-79336E6D0000}"/>
          </ac:spMkLst>
        </pc:spChg>
        <pc:graphicFrameChg chg="mod modGraphic">
          <ac:chgData name="本吉史明" userId="0172166b-71c8-4fba-9a75-a345433b7af6" providerId="ADAL" clId="{CCC4954D-894C-42DD-8E58-25EE4D4C96D4}" dt="2022-03-24T10:47:05.012" v="2634" actId="14734"/>
          <ac:graphicFrameMkLst>
            <pc:docMk/>
            <pc:sldMk cId="1072167564" sldId="754"/>
            <ac:graphicFrameMk id="8" creationId="{E96A0963-9D9C-4DE2-8A40-25DD6B7F5580}"/>
          </ac:graphicFrameMkLst>
        </pc:graphicFrameChg>
      </pc:sldChg>
      <pc:sldChg chg="addSp modSp mod">
        <pc:chgData name="本吉史明" userId="0172166b-71c8-4fba-9a75-a345433b7af6" providerId="ADAL" clId="{CCC4954D-894C-42DD-8E58-25EE4D4C96D4}" dt="2022-03-24T10:38:05.116" v="2389" actId="14100"/>
        <pc:sldMkLst>
          <pc:docMk/>
          <pc:sldMk cId="3830098465" sldId="758"/>
        </pc:sldMkLst>
        <pc:spChg chg="mod">
          <ac:chgData name="本吉史明" userId="0172166b-71c8-4fba-9a75-a345433b7af6" providerId="ADAL" clId="{CCC4954D-894C-42DD-8E58-25EE4D4C96D4}" dt="2022-03-24T10:31:19.599" v="2062"/>
          <ac:spMkLst>
            <pc:docMk/>
            <pc:sldMk cId="3830098465" sldId="758"/>
            <ac:spMk id="30" creationId="{030E2380-7FED-49EC-9A15-52469734A34E}"/>
          </ac:spMkLst>
        </pc:spChg>
        <pc:spChg chg="add mod">
          <ac:chgData name="本吉史明" userId="0172166b-71c8-4fba-9a75-a345433b7af6" providerId="ADAL" clId="{CCC4954D-894C-42DD-8E58-25EE4D4C96D4}" dt="2022-03-24T10:38:05.116" v="2389" actId="14100"/>
          <ac:spMkLst>
            <pc:docMk/>
            <pc:sldMk cId="3830098465" sldId="758"/>
            <ac:spMk id="33" creationId="{85D078EE-CEA9-4D8B-8FC7-CC0E838F09CF}"/>
          </ac:spMkLst>
        </pc:spChg>
      </pc:sldChg>
      <pc:sldChg chg="modSp mod">
        <pc:chgData name="本吉史明" userId="0172166b-71c8-4fba-9a75-a345433b7af6" providerId="ADAL" clId="{CCC4954D-894C-42DD-8E58-25EE4D4C96D4}" dt="2022-03-24T10:44:09.846" v="2458" actId="6549"/>
        <pc:sldMkLst>
          <pc:docMk/>
          <pc:sldMk cId="4225344044" sldId="762"/>
        </pc:sldMkLst>
        <pc:spChg chg="mod">
          <ac:chgData name="本吉史明" userId="0172166b-71c8-4fba-9a75-a345433b7af6" providerId="ADAL" clId="{CCC4954D-894C-42DD-8E58-25EE4D4C96D4}" dt="2022-03-24T10:44:09.846" v="2458" actId="6549"/>
          <ac:spMkLst>
            <pc:docMk/>
            <pc:sldMk cId="4225344044" sldId="762"/>
            <ac:spMk id="2" creationId="{9361CC14-4C9C-442D-9221-913B3ACF3460}"/>
          </ac:spMkLst>
        </pc:spChg>
        <pc:graphicFrameChg chg="modGraphic">
          <ac:chgData name="本吉史明" userId="0172166b-71c8-4fba-9a75-a345433b7af6" providerId="ADAL" clId="{CCC4954D-894C-42DD-8E58-25EE4D4C96D4}" dt="2022-03-24T07:19:54.255" v="1729" actId="2711"/>
          <ac:graphicFrameMkLst>
            <pc:docMk/>
            <pc:sldMk cId="4225344044" sldId="762"/>
            <ac:graphicFrameMk id="7" creationId="{2864E947-18B0-4839-AED3-D416F628DDF0}"/>
          </ac:graphicFrameMkLst>
        </pc:graphicFrameChg>
      </pc:sldChg>
      <pc:sldChg chg="modSp mod">
        <pc:chgData name="本吉史明" userId="0172166b-71c8-4fba-9a75-a345433b7af6" providerId="ADAL" clId="{CCC4954D-894C-42DD-8E58-25EE4D4C96D4}" dt="2022-03-24T10:44:12.117" v="2459" actId="6549"/>
        <pc:sldMkLst>
          <pc:docMk/>
          <pc:sldMk cId="3581102778" sldId="763"/>
        </pc:sldMkLst>
        <pc:spChg chg="mod">
          <ac:chgData name="本吉史明" userId="0172166b-71c8-4fba-9a75-a345433b7af6" providerId="ADAL" clId="{CCC4954D-894C-42DD-8E58-25EE4D4C96D4}" dt="2022-03-24T10:44:12.117" v="2459" actId="6549"/>
          <ac:spMkLst>
            <pc:docMk/>
            <pc:sldMk cId="3581102778" sldId="763"/>
            <ac:spMk id="2" creationId="{9361CC14-4C9C-442D-9221-913B3ACF3460}"/>
          </ac:spMkLst>
        </pc:spChg>
        <pc:graphicFrameChg chg="modGraphic">
          <ac:chgData name="本吉史明" userId="0172166b-71c8-4fba-9a75-a345433b7af6" providerId="ADAL" clId="{CCC4954D-894C-42DD-8E58-25EE4D4C96D4}" dt="2022-03-24T07:19:48.178" v="1728" actId="2711"/>
          <ac:graphicFrameMkLst>
            <pc:docMk/>
            <pc:sldMk cId="3581102778" sldId="763"/>
            <ac:graphicFrameMk id="7" creationId="{2864E947-18B0-4839-AED3-D416F628DDF0}"/>
          </ac:graphicFrameMkLst>
        </pc:graphicFrameChg>
      </pc:sldChg>
      <pc:sldChg chg="modSp mod">
        <pc:chgData name="本吉史明" userId="0172166b-71c8-4fba-9a75-a345433b7af6" providerId="ADAL" clId="{CCC4954D-894C-42DD-8E58-25EE4D4C96D4}" dt="2022-03-24T10:44:15.210" v="2460" actId="6549"/>
        <pc:sldMkLst>
          <pc:docMk/>
          <pc:sldMk cId="23999133" sldId="764"/>
        </pc:sldMkLst>
        <pc:spChg chg="mod">
          <ac:chgData name="本吉史明" userId="0172166b-71c8-4fba-9a75-a345433b7af6" providerId="ADAL" clId="{CCC4954D-894C-42DD-8E58-25EE4D4C96D4}" dt="2022-03-24T10:44:15.210" v="2460" actId="6549"/>
          <ac:spMkLst>
            <pc:docMk/>
            <pc:sldMk cId="23999133" sldId="764"/>
            <ac:spMk id="2" creationId="{9361CC14-4C9C-442D-9221-913B3ACF3460}"/>
          </ac:spMkLst>
        </pc:spChg>
        <pc:graphicFrameChg chg="mod modGraphic">
          <ac:chgData name="本吉史明" userId="0172166b-71c8-4fba-9a75-a345433b7af6" providerId="ADAL" clId="{CCC4954D-894C-42DD-8E58-25EE4D4C96D4}" dt="2022-03-24T07:28:37.041" v="2023"/>
          <ac:graphicFrameMkLst>
            <pc:docMk/>
            <pc:sldMk cId="23999133" sldId="764"/>
            <ac:graphicFrameMk id="7" creationId="{2864E947-18B0-4839-AED3-D416F628DDF0}"/>
          </ac:graphicFrameMkLst>
        </pc:graphicFrameChg>
      </pc:sldChg>
      <pc:sldChg chg="modSp mod">
        <pc:chgData name="本吉史明" userId="0172166b-71c8-4fba-9a75-a345433b7af6" providerId="ADAL" clId="{CCC4954D-894C-42DD-8E58-25EE4D4C96D4}" dt="2022-03-24T10:44:17.568" v="2461" actId="6549"/>
        <pc:sldMkLst>
          <pc:docMk/>
          <pc:sldMk cId="1395438993" sldId="765"/>
        </pc:sldMkLst>
        <pc:spChg chg="mod">
          <ac:chgData name="本吉史明" userId="0172166b-71c8-4fba-9a75-a345433b7af6" providerId="ADAL" clId="{CCC4954D-894C-42DD-8E58-25EE4D4C96D4}" dt="2022-03-24T10:44:17.568" v="2461" actId="6549"/>
          <ac:spMkLst>
            <pc:docMk/>
            <pc:sldMk cId="1395438993" sldId="765"/>
            <ac:spMk id="2" creationId="{9361CC14-4C9C-442D-9221-913B3ACF3460}"/>
          </ac:spMkLst>
        </pc:spChg>
        <pc:graphicFrameChg chg="mod modGraphic">
          <ac:chgData name="本吉史明" userId="0172166b-71c8-4fba-9a75-a345433b7af6" providerId="ADAL" clId="{CCC4954D-894C-42DD-8E58-25EE4D4C96D4}" dt="2022-03-24T07:28:34.719" v="2022"/>
          <ac:graphicFrameMkLst>
            <pc:docMk/>
            <pc:sldMk cId="1395438993" sldId="765"/>
            <ac:graphicFrameMk id="7" creationId="{2864E947-18B0-4839-AED3-D416F628DDF0}"/>
          </ac:graphicFrameMkLst>
        </pc:graphicFrameChg>
      </pc:sldChg>
      <pc:sldChg chg="modSp mod">
        <pc:chgData name="本吉史明" userId="0172166b-71c8-4fba-9a75-a345433b7af6" providerId="ADAL" clId="{CCC4954D-894C-42DD-8E58-25EE4D4C96D4}" dt="2022-03-25T07:00:17.285" v="2955" actId="14100"/>
        <pc:sldMkLst>
          <pc:docMk/>
          <pc:sldMk cId="3560606343" sldId="766"/>
        </pc:sldMkLst>
        <pc:spChg chg="mod">
          <ac:chgData name="本吉史明" userId="0172166b-71c8-4fba-9a75-a345433b7af6" providerId="ADAL" clId="{CCC4954D-894C-42DD-8E58-25EE4D4C96D4}" dt="2022-03-24T10:43:48.240" v="2449"/>
          <ac:spMkLst>
            <pc:docMk/>
            <pc:sldMk cId="3560606343" sldId="766"/>
            <ac:spMk id="2" creationId="{E83321EC-2147-45BB-B770-D5BC2C3DDA15}"/>
          </ac:spMkLst>
        </pc:spChg>
        <pc:spChg chg="mod">
          <ac:chgData name="本吉史明" userId="0172166b-71c8-4fba-9a75-a345433b7af6" providerId="ADAL" clId="{CCC4954D-894C-42DD-8E58-25EE4D4C96D4}" dt="2022-03-24T10:47:41.328" v="2659" actId="1035"/>
          <ac:spMkLst>
            <pc:docMk/>
            <pc:sldMk cId="3560606343" sldId="766"/>
            <ac:spMk id="33" creationId="{3B57EEC6-A848-4914-BC9B-95C84C7B6637}"/>
          </ac:spMkLst>
        </pc:spChg>
        <pc:spChg chg="mod">
          <ac:chgData name="本吉史明" userId="0172166b-71c8-4fba-9a75-a345433b7af6" providerId="ADAL" clId="{CCC4954D-894C-42DD-8E58-25EE4D4C96D4}" dt="2022-03-24T10:47:41.328" v="2659" actId="1035"/>
          <ac:spMkLst>
            <pc:docMk/>
            <pc:sldMk cId="3560606343" sldId="766"/>
            <ac:spMk id="34" creationId="{2BED1E46-0D50-4D21-A77D-92FC258B00B7}"/>
          </ac:spMkLst>
        </pc:spChg>
        <pc:spChg chg="mod">
          <ac:chgData name="本吉史明" userId="0172166b-71c8-4fba-9a75-a345433b7af6" providerId="ADAL" clId="{CCC4954D-894C-42DD-8E58-25EE4D4C96D4}" dt="2022-03-24T10:47:41.328" v="2659" actId="1035"/>
          <ac:spMkLst>
            <pc:docMk/>
            <pc:sldMk cId="3560606343" sldId="766"/>
            <ac:spMk id="35" creationId="{C37584D3-7DC1-4AF5-821B-4EB0B466578A}"/>
          </ac:spMkLst>
        </pc:spChg>
        <pc:spChg chg="mod">
          <ac:chgData name="本吉史明" userId="0172166b-71c8-4fba-9a75-a345433b7af6" providerId="ADAL" clId="{CCC4954D-894C-42DD-8E58-25EE4D4C96D4}" dt="2022-03-24T10:47:41.328" v="2659" actId="1035"/>
          <ac:spMkLst>
            <pc:docMk/>
            <pc:sldMk cId="3560606343" sldId="766"/>
            <ac:spMk id="36" creationId="{5E7C7353-36D9-4E13-AE62-C6438FB175BA}"/>
          </ac:spMkLst>
        </pc:spChg>
        <pc:spChg chg="mod">
          <ac:chgData name="本吉史明" userId="0172166b-71c8-4fba-9a75-a345433b7af6" providerId="ADAL" clId="{CCC4954D-894C-42DD-8E58-25EE4D4C96D4}" dt="2022-03-25T06:58:31.651" v="2926" actId="1037"/>
          <ac:spMkLst>
            <pc:docMk/>
            <pc:sldMk cId="3560606343" sldId="766"/>
            <ac:spMk id="37" creationId="{9C526A88-681C-4A44-BFD9-AF76E9622DCF}"/>
          </ac:spMkLst>
        </pc:spChg>
        <pc:spChg chg="mod">
          <ac:chgData name="本吉史明" userId="0172166b-71c8-4fba-9a75-a345433b7af6" providerId="ADAL" clId="{CCC4954D-894C-42DD-8E58-25EE4D4C96D4}" dt="2022-03-25T06:59:52.800" v="2948" actId="14100"/>
          <ac:spMkLst>
            <pc:docMk/>
            <pc:sldMk cId="3560606343" sldId="766"/>
            <ac:spMk id="38" creationId="{52966910-B070-4DEE-BF16-CF9CFAD5A257}"/>
          </ac:spMkLst>
        </pc:spChg>
        <pc:spChg chg="mod">
          <ac:chgData name="本吉史明" userId="0172166b-71c8-4fba-9a75-a345433b7af6" providerId="ADAL" clId="{CCC4954D-894C-42DD-8E58-25EE4D4C96D4}" dt="2022-03-25T06:59:56.913" v="2949" actId="14100"/>
          <ac:spMkLst>
            <pc:docMk/>
            <pc:sldMk cId="3560606343" sldId="766"/>
            <ac:spMk id="39" creationId="{A1709EDB-463A-4C0C-970E-60C5F422FCA2}"/>
          </ac:spMkLst>
        </pc:spChg>
        <pc:spChg chg="mod">
          <ac:chgData name="本吉史明" userId="0172166b-71c8-4fba-9a75-a345433b7af6" providerId="ADAL" clId="{CCC4954D-894C-42DD-8E58-25EE4D4C96D4}" dt="2022-03-25T07:00:04.696" v="2951" actId="14100"/>
          <ac:spMkLst>
            <pc:docMk/>
            <pc:sldMk cId="3560606343" sldId="766"/>
            <ac:spMk id="41" creationId="{3DB6E5B5-DB44-426C-BD5D-3AFB7EE80EA5}"/>
          </ac:spMkLst>
        </pc:spChg>
        <pc:spChg chg="mod">
          <ac:chgData name="本吉史明" userId="0172166b-71c8-4fba-9a75-a345433b7af6" providerId="ADAL" clId="{CCC4954D-894C-42DD-8E58-25EE4D4C96D4}" dt="2022-03-25T07:00:17.285" v="2955" actId="14100"/>
          <ac:spMkLst>
            <pc:docMk/>
            <pc:sldMk cId="3560606343" sldId="766"/>
            <ac:spMk id="42" creationId="{45E8F807-1FBA-4D84-999D-F77A78B7AC5A}"/>
          </ac:spMkLst>
        </pc:spChg>
        <pc:spChg chg="mod">
          <ac:chgData name="本吉史明" userId="0172166b-71c8-4fba-9a75-a345433b7af6" providerId="ADAL" clId="{CCC4954D-894C-42DD-8E58-25EE4D4C96D4}" dt="2022-03-25T06:58:51.892" v="2930" actId="14100"/>
          <ac:spMkLst>
            <pc:docMk/>
            <pc:sldMk cId="3560606343" sldId="766"/>
            <ac:spMk id="44" creationId="{F552483D-B47E-4672-AAB8-B1378D36B674}"/>
          </ac:spMkLst>
        </pc:spChg>
        <pc:spChg chg="mod">
          <ac:chgData name="本吉史明" userId="0172166b-71c8-4fba-9a75-a345433b7af6" providerId="ADAL" clId="{CCC4954D-894C-42DD-8E58-25EE4D4C96D4}" dt="2022-03-25T06:59:14.328" v="2943" actId="14100"/>
          <ac:spMkLst>
            <pc:docMk/>
            <pc:sldMk cId="3560606343" sldId="766"/>
            <ac:spMk id="45" creationId="{D288673B-1B1E-4C6E-BA69-E5F1FEDB27ED}"/>
          </ac:spMkLst>
        </pc:spChg>
        <pc:spChg chg="mod">
          <ac:chgData name="本吉史明" userId="0172166b-71c8-4fba-9a75-a345433b7af6" providerId="ADAL" clId="{CCC4954D-894C-42DD-8E58-25EE4D4C96D4}" dt="2022-03-25T06:59:11.764" v="2942" actId="1038"/>
          <ac:spMkLst>
            <pc:docMk/>
            <pc:sldMk cId="3560606343" sldId="766"/>
            <ac:spMk id="46" creationId="{6A2A85F1-E879-4E95-8579-1D9736F23A12}"/>
          </ac:spMkLst>
        </pc:spChg>
        <pc:spChg chg="mod">
          <ac:chgData name="本吉史明" userId="0172166b-71c8-4fba-9a75-a345433b7af6" providerId="ADAL" clId="{CCC4954D-894C-42DD-8E58-25EE4D4C96D4}" dt="2022-03-25T06:59:21.168" v="2944" actId="1076"/>
          <ac:spMkLst>
            <pc:docMk/>
            <pc:sldMk cId="3560606343" sldId="766"/>
            <ac:spMk id="47" creationId="{D2FFFA7C-8485-4FB5-B3FC-30EC4188DB9D}"/>
          </ac:spMkLst>
        </pc:spChg>
        <pc:spChg chg="mod">
          <ac:chgData name="本吉史明" userId="0172166b-71c8-4fba-9a75-a345433b7af6" providerId="ADAL" clId="{CCC4954D-894C-42DD-8E58-25EE4D4C96D4}" dt="2022-03-25T06:58:45.827" v="2928" actId="14100"/>
          <ac:spMkLst>
            <pc:docMk/>
            <pc:sldMk cId="3560606343" sldId="766"/>
            <ac:spMk id="50" creationId="{BF31360D-FAB3-4C87-B7AB-B502DDFDA9EC}"/>
          </ac:spMkLst>
        </pc:spChg>
        <pc:spChg chg="mod">
          <ac:chgData name="本吉史明" userId="0172166b-71c8-4fba-9a75-a345433b7af6" providerId="ADAL" clId="{CCC4954D-894C-42DD-8E58-25EE4D4C96D4}" dt="2022-03-25T06:59:47.754" v="2947" actId="207"/>
          <ac:spMkLst>
            <pc:docMk/>
            <pc:sldMk cId="3560606343" sldId="766"/>
            <ac:spMk id="52" creationId="{9CCA3362-09DA-4E1E-9F00-73643AA8BC5E}"/>
          </ac:spMkLst>
        </pc:spChg>
        <pc:spChg chg="mod">
          <ac:chgData name="本吉史明" userId="0172166b-71c8-4fba-9a75-a345433b7af6" providerId="ADAL" clId="{CCC4954D-894C-42DD-8E58-25EE4D4C96D4}" dt="2022-03-25T06:59:03.236" v="2935" actId="14100"/>
          <ac:spMkLst>
            <pc:docMk/>
            <pc:sldMk cId="3560606343" sldId="766"/>
            <ac:spMk id="53" creationId="{60BE86B4-B849-422B-8758-4720CC34871C}"/>
          </ac:spMkLst>
        </pc:spChg>
        <pc:spChg chg="mod">
          <ac:chgData name="本吉史明" userId="0172166b-71c8-4fba-9a75-a345433b7af6" providerId="ADAL" clId="{CCC4954D-894C-42DD-8E58-25EE4D4C96D4}" dt="2022-03-25T06:59:28.700" v="2946" actId="14100"/>
          <ac:spMkLst>
            <pc:docMk/>
            <pc:sldMk cId="3560606343" sldId="766"/>
            <ac:spMk id="56" creationId="{80A4DC57-9E91-4EB4-9B5B-3373EE76CDC6}"/>
          </ac:spMkLst>
        </pc:spChg>
        <pc:spChg chg="mod">
          <ac:chgData name="本吉史明" userId="0172166b-71c8-4fba-9a75-a345433b7af6" providerId="ADAL" clId="{CCC4954D-894C-42DD-8E58-25EE4D4C96D4}" dt="2022-03-25T06:58:31.651" v="2926" actId="1037"/>
          <ac:spMkLst>
            <pc:docMk/>
            <pc:sldMk cId="3560606343" sldId="766"/>
            <ac:spMk id="57" creationId="{605F2149-83FD-445B-A95B-5691FE704CDB}"/>
          </ac:spMkLst>
        </pc:spChg>
        <pc:spChg chg="mod">
          <ac:chgData name="本吉史明" userId="0172166b-71c8-4fba-9a75-a345433b7af6" providerId="ADAL" clId="{CCC4954D-894C-42DD-8E58-25EE4D4C96D4}" dt="2022-03-25T06:59:25.468" v="2945" actId="14100"/>
          <ac:spMkLst>
            <pc:docMk/>
            <pc:sldMk cId="3560606343" sldId="766"/>
            <ac:spMk id="58" creationId="{9544A931-1CC8-480D-9286-86B1845D5EA4}"/>
          </ac:spMkLst>
        </pc:spChg>
        <pc:spChg chg="mod">
          <ac:chgData name="本吉史明" userId="0172166b-71c8-4fba-9a75-a345433b7af6" providerId="ADAL" clId="{CCC4954D-894C-42DD-8E58-25EE4D4C96D4}" dt="2022-03-25T06:59:47.754" v="2947" actId="207"/>
          <ac:spMkLst>
            <pc:docMk/>
            <pc:sldMk cId="3560606343" sldId="766"/>
            <ac:spMk id="59" creationId="{8935833F-54FB-4CE3-8F79-521599D49C24}"/>
          </ac:spMkLst>
        </pc:spChg>
        <pc:spChg chg="mod">
          <ac:chgData name="本吉史明" userId="0172166b-71c8-4fba-9a75-a345433b7af6" providerId="ADAL" clId="{CCC4954D-894C-42DD-8E58-25EE4D4C96D4}" dt="2022-03-25T07:00:01.220" v="2950" actId="14100"/>
          <ac:spMkLst>
            <pc:docMk/>
            <pc:sldMk cId="3560606343" sldId="766"/>
            <ac:spMk id="60" creationId="{4563F6BB-2DB1-453E-BBED-638042B26188}"/>
          </ac:spMkLst>
        </pc:spChg>
        <pc:graphicFrameChg chg="mod modGraphic">
          <ac:chgData name="本吉史明" userId="0172166b-71c8-4fba-9a75-a345433b7af6" providerId="ADAL" clId="{CCC4954D-894C-42DD-8E58-25EE4D4C96D4}" dt="2022-03-24T10:47:42.644" v="2660" actId="14734"/>
          <ac:graphicFrameMkLst>
            <pc:docMk/>
            <pc:sldMk cId="3560606343" sldId="766"/>
            <ac:graphicFrameMk id="6" creationId="{1B9651D0-1C8B-452E-8B2F-91E497A82D84}"/>
          </ac:graphicFrameMkLst>
        </pc:graphicFrameChg>
      </pc:sldChg>
      <pc:sldChg chg="modSp new mod">
        <pc:chgData name="本吉史明" userId="0172166b-71c8-4fba-9a75-a345433b7af6" providerId="ADAL" clId="{CCC4954D-894C-42DD-8E58-25EE4D4C96D4}" dt="2022-03-25T07:01:34.210" v="2974" actId="14100"/>
        <pc:sldMkLst>
          <pc:docMk/>
          <pc:sldMk cId="2410374903" sldId="767"/>
        </pc:sldMkLst>
        <pc:spChg chg="mod">
          <ac:chgData name="本吉史明" userId="0172166b-71c8-4fba-9a75-a345433b7af6" providerId="ADAL" clId="{CCC4954D-894C-42DD-8E58-25EE4D4C96D4}" dt="2022-03-24T05:28:28.833" v="21"/>
          <ac:spMkLst>
            <pc:docMk/>
            <pc:sldMk cId="2410374903" sldId="767"/>
            <ac:spMk id="2" creationId="{BA7EAB47-04C7-45A7-AD57-B693B92CF23D}"/>
          </ac:spMkLst>
        </pc:spChg>
        <pc:spChg chg="mod">
          <ac:chgData name="本吉史明" userId="0172166b-71c8-4fba-9a75-a345433b7af6" providerId="ADAL" clId="{CCC4954D-894C-42DD-8E58-25EE4D4C96D4}" dt="2022-03-25T07:01:34.210" v="2974" actId="14100"/>
          <ac:spMkLst>
            <pc:docMk/>
            <pc:sldMk cId="2410374903" sldId="767"/>
            <ac:spMk id="5" creationId="{97E6FBE8-190C-40F0-AA01-14695A77D7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2024/12/4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2024/12/4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5</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2024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2024/12/04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4" name="Footer Placeholder 3"/>
          <p:cNvSpPr>
            <a:spLocks noGrp="1"/>
          </p:cNvSpPr>
          <p:nvPr>
            <p:ph type="ftr" sz="quarter" idx="11"/>
          </p:nvPr>
        </p:nvSpPr>
        <p:spPr/>
        <p:txBody>
          <a:bodyPr/>
          <a:lstStyle/>
          <a:p>
            <a:r>
              <a:rPr lang="en-US"/>
              <a:t>Copyright © 2024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2024/12/04</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2024/12/04</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2024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2024/12/04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2024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t>概算お見積もり</a:t>
            </a:r>
            <a:r>
              <a:rPr kumimoji="1" lang="en-US" altLang="ja-JP" sz="2800"/>
              <a:t>(</a:t>
            </a:r>
            <a:r>
              <a:rPr kumimoji="1" lang="ja-JP" altLang="en-US" sz="2800"/>
              <a:t>第</a:t>
            </a:r>
            <a:r>
              <a:rPr lang="en-US" altLang="ja-JP" sz="2800"/>
              <a:t>1</a:t>
            </a:r>
            <a:r>
              <a:rPr kumimoji="1" lang="en-US" altLang="ja-JP" sz="2800"/>
              <a:t>.0</a:t>
            </a:r>
            <a:r>
              <a:rPr kumimoji="1" lang="ja-JP" altLang="en-US" sz="2800"/>
              <a:t>版）</a:t>
            </a:r>
            <a:endParaRPr kumimoji="1" lang="ja-JP" altLang="en-US" sz="440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600" dirty="0"/>
              <a:t>次世代研</a:t>
            </a:r>
            <a:r>
              <a:rPr lang="en-US" altLang="ja-JP" sz="3600" dirty="0"/>
              <a:t>SWAN</a:t>
            </a:r>
            <a:r>
              <a:rPr lang="ja-JP" altLang="en-US" sz="3600" dirty="0"/>
              <a:t>システム</a:t>
            </a:r>
            <a:br>
              <a:rPr lang="en-US" altLang="ja-JP" sz="3600" dirty="0"/>
            </a:br>
            <a:r>
              <a:rPr kumimoji="1" lang="ja-JP" altLang="en-US" sz="3600" dirty="0"/>
              <a:t>縮小版共通基盤移行</a:t>
            </a:r>
            <a:endParaRPr kumimoji="1" lang="en-US" altLang="ja-JP" sz="3600" dirty="0"/>
          </a:p>
          <a:p>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2024/12/04</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2024/12/04</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en-US" altLang="ja-JP"/>
              <a:t>【23-25</a:t>
            </a:r>
            <a:r>
              <a:rPr lang="ja-JP" altLang="en-US"/>
              <a:t>共通基盤更新</a:t>
            </a:r>
            <a:r>
              <a:rPr lang="en-US" altLang="ja-JP"/>
              <a:t>】</a:t>
            </a:r>
            <a:r>
              <a:rPr lang="ja-JP" altLang="en-US"/>
              <a:t>共通基盤更新プロジェクト アプリ移行に向けた見積もりのご依頼</a:t>
            </a:r>
            <a:r>
              <a:rPr lang="en-US" altLang="ja-JP"/>
              <a:t>.</a:t>
            </a:r>
            <a:r>
              <a:rPr lang="en-US" altLang="ja-JP" err="1"/>
              <a:t>pptx</a:t>
            </a:r>
            <a:r>
              <a:rPr kumimoji="1" lang="ja-JP" altLang="en-US"/>
              <a:t>」の</a:t>
            </a:r>
            <a:r>
              <a:rPr lang="en-US" altLang="ja-JP">
                <a:solidFill>
                  <a:srgbClr val="000000"/>
                </a:solidFill>
              </a:rPr>
              <a:t>Azure</a:t>
            </a:r>
            <a:r>
              <a:rPr lang="ja-JP" altLang="en-US">
                <a:solidFill>
                  <a:srgbClr val="000000"/>
                </a:solidFill>
              </a:rPr>
              <a:t>移行の進め方（全体方針）に基づき、事務管理システムの移行に関し、参考のため概算お見積もりを行った資料です。</a:t>
            </a:r>
            <a:endParaRPr lang="ja-JP" altLang="en-US" sz="20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2024/12/04</a:t>
            </a:r>
            <a:endParaRPr lang="en-US"/>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① 縮小版共通基盤へのシステム資産移行</a:t>
            </a:r>
            <a:br>
              <a:rPr lang="en-US" altLang="ja-JP" dirty="0">
                <a:solidFill>
                  <a:srgbClr val="000000"/>
                </a:solidFill>
                <a:latin typeface="游ゴシック" panose="020B0400000000000000" pitchFamily="50" charset="-128"/>
                <a:ea typeface="游ゴシック" panose="020B0400000000000000" pitchFamily="50" charset="-128"/>
              </a:rPr>
            </a:br>
            <a:r>
              <a:rPr lang="en-US" altLang="ja-JP" dirty="0">
                <a:solidFill>
                  <a:srgbClr val="000000"/>
                </a:solidFill>
                <a:latin typeface="游ゴシック" panose="020B0400000000000000" pitchFamily="50" charset="-128"/>
                <a:ea typeface="游ゴシック" panose="020B0400000000000000" pitchFamily="50" charset="-128"/>
              </a:rPr>
              <a:t>     </a:t>
            </a:r>
            <a:r>
              <a:rPr lang="ja-JP" altLang="en-US" b="1" dirty="0">
                <a:solidFill>
                  <a:srgbClr val="000000"/>
                </a:solidFill>
              </a:rPr>
              <a:t>・縮小版共通基盤への次世代研</a:t>
            </a:r>
            <a:r>
              <a:rPr lang="en-US" altLang="ja-JP" b="1" dirty="0">
                <a:solidFill>
                  <a:srgbClr val="000000"/>
                </a:solidFill>
              </a:rPr>
              <a:t>SWAN</a:t>
            </a:r>
            <a:r>
              <a:rPr lang="ja-JP" altLang="en-US" b="1" dirty="0">
                <a:solidFill>
                  <a:srgbClr val="000000"/>
                </a:solidFill>
              </a:rPr>
              <a:t>システム資産移行及びアプリケーション構築、動作検証の実施</a:t>
            </a:r>
            <a:endParaRPr lang="en-US" altLang="ja-JP" b="1" dirty="0">
              <a:solidFill>
                <a:srgbClr val="000000"/>
              </a:solidFill>
              <a:latin typeface="游ゴシック" panose="020B0400000000000000" pitchFamily="50" charset="-128"/>
              <a:ea typeface="游ゴシック" panose="020B0400000000000000" pitchFamily="50" charset="-128"/>
            </a:endParaRPr>
          </a:p>
          <a:p>
            <a:endParaRPr lang="en-US" altLang="ja-JP"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rPr>
              <a:t>② その他共通基盤の環境移行に際するご協力のお願い</a:t>
            </a:r>
            <a:br>
              <a:rPr lang="en-US" altLang="ja-JP" dirty="0">
                <a:solidFill>
                  <a:srgbClr val="000000"/>
                </a:solidFill>
              </a:rPr>
            </a:br>
            <a:r>
              <a:rPr lang="en-US" altLang="ja-JP" dirty="0">
                <a:solidFill>
                  <a:srgbClr val="000000"/>
                </a:solidFill>
              </a:rPr>
              <a:t>      </a:t>
            </a:r>
            <a:r>
              <a:rPr lang="ja-JP" altLang="en-US" b="1" dirty="0">
                <a:solidFill>
                  <a:srgbClr val="000000"/>
                </a:solidFill>
              </a:rPr>
              <a:t>・環境移行する基盤（</a:t>
            </a:r>
            <a:r>
              <a:rPr lang="en-US" altLang="ja-JP" b="1" dirty="0">
                <a:solidFill>
                  <a:srgbClr val="000000"/>
                </a:solidFill>
              </a:rPr>
              <a:t>EDI</a:t>
            </a:r>
            <a:r>
              <a:rPr lang="ja-JP" altLang="en-US" b="1" dirty="0">
                <a:solidFill>
                  <a:srgbClr val="000000"/>
                </a:solidFill>
              </a:rPr>
              <a:t>基盤、連携基盤</a:t>
            </a:r>
            <a:r>
              <a:rPr lang="en-US" altLang="ja-JP" b="1" dirty="0">
                <a:solidFill>
                  <a:srgbClr val="000000"/>
                </a:solidFill>
              </a:rPr>
              <a:t>S/L</a:t>
            </a:r>
            <a:r>
              <a:rPr lang="ja-JP" altLang="en-US" b="1" dirty="0" err="1">
                <a:solidFill>
                  <a:srgbClr val="000000"/>
                </a:solidFill>
              </a:rPr>
              <a:t>、</a:t>
            </a:r>
            <a:r>
              <a:rPr lang="ja-JP" altLang="en-US" b="1" dirty="0">
                <a:solidFill>
                  <a:srgbClr val="000000"/>
                </a:solidFill>
              </a:rPr>
              <a:t>帳票基盤、認証基盤）において、</a:t>
            </a:r>
            <a:br>
              <a:rPr lang="en-US" altLang="ja-JP" b="1" dirty="0">
                <a:solidFill>
                  <a:srgbClr val="000000"/>
                </a:solidFill>
              </a:rPr>
            </a:br>
            <a:r>
              <a:rPr lang="en-US" altLang="ja-JP" b="1" dirty="0">
                <a:solidFill>
                  <a:srgbClr val="000000"/>
                </a:solidFill>
              </a:rPr>
              <a:t>         </a:t>
            </a:r>
            <a:r>
              <a:rPr lang="ja-JP" altLang="en-US" b="1" dirty="0">
                <a:solidFill>
                  <a:srgbClr val="000000"/>
                </a:solidFill>
              </a:rPr>
              <a:t>次世代研</a:t>
            </a:r>
            <a:r>
              <a:rPr lang="en-US" altLang="ja-JP" b="1" dirty="0">
                <a:solidFill>
                  <a:srgbClr val="000000"/>
                </a:solidFill>
              </a:rPr>
              <a:t>SWAN</a:t>
            </a:r>
            <a:r>
              <a:rPr lang="ja-JP" altLang="en-US" b="1" dirty="0">
                <a:solidFill>
                  <a:srgbClr val="000000"/>
                </a:solidFill>
              </a:rPr>
              <a:t>システムで接続先変更や動作確認等の実施</a:t>
            </a:r>
            <a:endParaRPr lang="en-US" altLang="ja-JP" b="1" dirty="0">
              <a:solidFill>
                <a:srgbClr val="000000"/>
              </a:solidFill>
            </a:endParaRPr>
          </a:p>
          <a:p>
            <a:endParaRPr lang="en-US" altLang="ja-JP" b="1" dirty="0">
              <a:solidFill>
                <a:srgbClr val="000000"/>
              </a:solidFill>
              <a:latin typeface="游ゴシック" panose="020B0400000000000000" pitchFamily="50" charset="-128"/>
              <a:ea typeface="游ゴシック" panose="020B0400000000000000" pitchFamily="50" charset="-128"/>
            </a:endParaRPr>
          </a:p>
          <a:p>
            <a:endParaRPr lang="en-US" altLang="ja-JP" b="1" dirty="0">
              <a:solidFill>
                <a:srgbClr val="000000"/>
              </a:solidFill>
              <a:latin typeface="游ゴシック" panose="020B0400000000000000" pitchFamily="50" charset="-128"/>
              <a:ea typeface="游ゴシック" panose="020B0400000000000000" pitchFamily="50" charset="-128"/>
            </a:endParaRPr>
          </a:p>
          <a:p>
            <a:endParaRPr lang="en-US" altLang="ja-JP" b="1" dirty="0">
              <a:solidFill>
                <a:srgbClr val="000000"/>
              </a:solidFill>
              <a:latin typeface="游ゴシック" panose="020B0400000000000000" pitchFamily="50" charset="-128"/>
              <a:ea typeface="游ゴシック" panose="020B0400000000000000" pitchFamily="50" charset="-128"/>
            </a:endParaRPr>
          </a:p>
          <a:p>
            <a:r>
              <a:rPr lang="en-US" altLang="ja-JP" b="1" dirty="0">
                <a:solidFill>
                  <a:srgbClr val="FF0000"/>
                </a:solidFill>
                <a:latin typeface="游ゴシック" panose="020B0400000000000000" pitchFamily="50" charset="-128"/>
                <a:ea typeface="游ゴシック" panose="020B0400000000000000" pitchFamily="50" charset="-128"/>
              </a:rPr>
              <a:t>※</a:t>
            </a:r>
            <a:r>
              <a:rPr lang="ja-JP" altLang="en-US" b="1" dirty="0">
                <a:solidFill>
                  <a:srgbClr val="FF0000"/>
                </a:solidFill>
                <a:latin typeface="游ゴシック" panose="020B0400000000000000" pitchFamily="50" charset="-128"/>
                <a:ea typeface="游ゴシック" panose="020B0400000000000000" pitchFamily="50" charset="-128"/>
              </a:rPr>
              <a:t>お見積り範囲外</a:t>
            </a:r>
            <a:endParaRPr lang="en-US" altLang="ja-JP" b="1" dirty="0">
              <a:solidFill>
                <a:srgbClr val="FF0000"/>
              </a:solidFill>
              <a:latin typeface="游ゴシック" panose="020B0400000000000000" pitchFamily="50" charset="-128"/>
              <a:ea typeface="游ゴシック" panose="020B0400000000000000" pitchFamily="50" charset="-128"/>
            </a:endParaRPr>
          </a:p>
          <a:p>
            <a:r>
              <a:rPr lang="ja-JP" altLang="en-US" b="1" dirty="0">
                <a:solidFill>
                  <a:srgbClr val="FF0000"/>
                </a:solidFill>
                <a:latin typeface="游ゴシック" panose="020B0400000000000000" pitchFamily="50" charset="-128"/>
                <a:ea typeface="游ゴシック" panose="020B0400000000000000" pitchFamily="50" charset="-128"/>
              </a:rPr>
              <a:t>　次世代研</a:t>
            </a:r>
            <a:r>
              <a:rPr lang="en-US" altLang="ja-JP" b="1" dirty="0">
                <a:solidFill>
                  <a:srgbClr val="FF0000"/>
                </a:solidFill>
                <a:latin typeface="游ゴシック" panose="020B0400000000000000" pitchFamily="50" charset="-128"/>
                <a:ea typeface="游ゴシック" panose="020B0400000000000000" pitchFamily="50" charset="-128"/>
              </a:rPr>
              <a:t>SWAN</a:t>
            </a:r>
            <a:r>
              <a:rPr lang="ja-JP" altLang="en-US" b="1" dirty="0">
                <a:solidFill>
                  <a:srgbClr val="FF0000"/>
                </a:solidFill>
                <a:latin typeface="游ゴシック" panose="020B0400000000000000" pitchFamily="50" charset="-128"/>
                <a:ea typeface="游ゴシック" panose="020B0400000000000000" pitchFamily="50" charset="-128"/>
              </a:rPr>
              <a:t>システム内の</a:t>
            </a:r>
            <a:r>
              <a:rPr lang="en-US" altLang="ja-JP" b="1" dirty="0">
                <a:solidFill>
                  <a:srgbClr val="FF0000"/>
                </a:solidFill>
                <a:latin typeface="游ゴシック" panose="020B0400000000000000" pitchFamily="50" charset="-128"/>
                <a:ea typeface="游ゴシック" panose="020B0400000000000000" pitchFamily="50" charset="-128"/>
              </a:rPr>
              <a:t>LIMS</a:t>
            </a:r>
            <a:r>
              <a:rPr lang="ja-JP" altLang="en-US" b="1" dirty="0">
                <a:solidFill>
                  <a:srgbClr val="FF0000"/>
                </a:solidFill>
                <a:latin typeface="游ゴシック" panose="020B0400000000000000" pitchFamily="50" charset="-128"/>
                <a:ea typeface="游ゴシック" panose="020B0400000000000000" pitchFamily="50" charset="-128"/>
              </a:rPr>
              <a:t>システム及び薬品管理システムは移行対象としますが、</a:t>
            </a:r>
            <a:br>
              <a:rPr lang="en-US" altLang="ja-JP" b="1" dirty="0">
                <a:solidFill>
                  <a:srgbClr val="FF0000"/>
                </a:solidFill>
                <a:latin typeface="游ゴシック" panose="020B0400000000000000" pitchFamily="50" charset="-128"/>
                <a:ea typeface="游ゴシック" panose="020B0400000000000000" pitchFamily="50" charset="-128"/>
              </a:rPr>
            </a:br>
            <a:r>
              <a:rPr lang="ja-JP" altLang="en-US" b="1" dirty="0">
                <a:solidFill>
                  <a:srgbClr val="FF0000"/>
                </a:solidFill>
                <a:latin typeface="游ゴシック" panose="020B0400000000000000" pitchFamily="50" charset="-128"/>
                <a:ea typeface="游ゴシック" panose="020B0400000000000000" pitchFamily="50" charset="-128"/>
              </a:rPr>
              <a:t>　運用廃止のため、改修・動作検証等の作業はいたしません。</a:t>
            </a:r>
            <a:endParaRPr lang="en-US" altLang="ja-JP" b="1" dirty="0">
              <a:solidFill>
                <a:srgbClr val="FF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899267511"/>
              </p:ext>
            </p:extLst>
          </p:nvPr>
        </p:nvGraphicFramePr>
        <p:xfrm>
          <a:off x="606000" y="936000"/>
          <a:ext cx="11158390" cy="466579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既存設計書の修正をします。</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基本設計書</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接続先の変更及び環境構築を実施します。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検証環境も含みます。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dirty="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dirty="0">
                          <a:ln>
                            <a:noFill/>
                          </a:ln>
                          <a:solidFill>
                            <a:schemeClr val="tx1"/>
                          </a:solidFill>
                          <a:effectLst/>
                          <a:latin typeface="游ゴシック"/>
                          <a:ea typeface="游ゴシック"/>
                        </a:rPr>
                        <a:t>※</a:t>
                      </a:r>
                      <a:r>
                        <a:rPr lang="ja-JP" altLang="en-US" sz="1400" u="none" strike="noStrike" kern="1200" cap="none" normalizeH="0" baseline="0" dirty="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2024/12/04</a:t>
            </a:r>
            <a:endParaRPr lang="en-US"/>
          </a:p>
        </p:txBody>
      </p:sp>
    </p:spTree>
    <p:extLst>
      <p:ext uri="{BB962C8B-B14F-4D97-AF65-F5344CB8AC3E}">
        <p14:creationId xmlns:p14="http://schemas.microsoft.com/office/powerpoint/2010/main" val="1395438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2024/12/04</a:t>
            </a:r>
            <a:endParaRPr lang="en-US"/>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266526553"/>
              </p:ext>
            </p:extLst>
          </p:nvPr>
        </p:nvGraphicFramePr>
        <p:xfrm>
          <a:off x="606000" y="936000"/>
          <a:ext cx="11158389" cy="4316775"/>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616529">
                  <a:extLst>
                    <a:ext uri="{9D8B030D-6E8A-4147-A177-3AD203B41FA5}">
                      <a16:colId xmlns:a16="http://schemas.microsoft.com/office/drawing/2014/main" val="944581160"/>
                    </a:ext>
                  </a:extLst>
                </a:gridCol>
                <a:gridCol w="5265964">
                  <a:extLst>
                    <a:ext uri="{9D8B030D-6E8A-4147-A177-3AD203B41FA5}">
                      <a16:colId xmlns:a16="http://schemas.microsoft.com/office/drawing/2014/main" val="2117318705"/>
                    </a:ext>
                  </a:extLst>
                </a:gridCol>
                <a:gridCol w="2963289">
                  <a:extLst>
                    <a:ext uri="{9D8B030D-6E8A-4147-A177-3AD203B41FA5}">
                      <a16:colId xmlns:a16="http://schemas.microsoft.com/office/drawing/2014/main" val="852570537"/>
                    </a:ext>
                  </a:extLst>
                </a:gridCol>
              </a:tblGrid>
              <a:tr h="343415">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067124">
                <a:tc>
                  <a:txBody>
                    <a:bodyPr/>
                    <a:lstStyle/>
                    <a:p>
                      <a:pPr algn="ctr"/>
                      <a:r>
                        <a:rPr kumimoji="1" lang="en-US" altLang="ja-JP" sz="1400" kern="1200" dirty="0">
                          <a:solidFill>
                            <a:schemeClr val="dk1"/>
                          </a:solidFill>
                          <a:latin typeface="游ゴシック"/>
                          <a:ea typeface="游ゴシック"/>
                        </a:rPr>
                        <a:t>1</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rgbClr val="FF0000"/>
                          </a:solidFill>
                          <a:latin typeface="游ゴシック"/>
                          <a:ea typeface="游ゴシック"/>
                        </a:rPr>
                        <a:t>28</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rgbClr val="FF0000"/>
                          </a:solidFill>
                          <a:latin typeface="游ゴシック"/>
                          <a:ea typeface="游ゴシック"/>
                        </a:rPr>
                        <a:t>(</a:t>
                      </a:r>
                      <a:r>
                        <a:rPr kumimoji="1" lang="ja-JP" altLang="en-US" sz="1400" dirty="0">
                          <a:solidFill>
                            <a:srgbClr val="FF0000"/>
                          </a:solidFill>
                          <a:latin typeface="游ゴシック"/>
                          <a:ea typeface="游ゴシック"/>
                        </a:rPr>
                        <a:t>対象外：</a:t>
                      </a:r>
                      <a:r>
                        <a:rPr kumimoji="1" lang="en-US" altLang="ja-JP" sz="1400" dirty="0">
                          <a:solidFill>
                            <a:srgbClr val="FF0000"/>
                          </a:solidFill>
                          <a:latin typeface="游ゴシック"/>
                          <a:ea typeface="游ゴシック"/>
                        </a:rPr>
                        <a:t>35)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事務管理システム内の全画面を確認し、初期画面の描画や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756880">
                <a:tc>
                  <a:txBody>
                    <a:bodyPr/>
                    <a:lstStyle/>
                    <a:p>
                      <a:pPr algn="ctr"/>
                      <a:r>
                        <a:rPr kumimoji="1" lang="en-US" altLang="ja-JP" sz="1400" kern="1200" dirty="0">
                          <a:solidFill>
                            <a:schemeClr val="dk1"/>
                          </a:solidFill>
                          <a:latin typeface="游ゴシック"/>
                          <a:ea typeface="游ゴシック"/>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en-US" altLang="ja-JP" sz="1400" dirty="0">
                          <a:solidFill>
                            <a:srgbClr val="FF0000"/>
                          </a:solidFill>
                          <a:latin typeface="游ゴシック"/>
                          <a:ea typeface="游ゴシック"/>
                        </a:rPr>
                        <a:t>16</a:t>
                      </a:r>
                      <a:endParaRPr kumimoji="1" lang="en-US" altLang="ja-JP" sz="1400" dirty="0">
                        <a:solidFill>
                          <a:srgbClr val="FF0000"/>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rgbClr val="FF0000"/>
                          </a:solidFill>
                          <a:latin typeface="游ゴシック"/>
                          <a:ea typeface="游ゴシック"/>
                        </a:rPr>
                        <a:t>(</a:t>
                      </a:r>
                      <a:r>
                        <a:rPr kumimoji="1" lang="ja-JP" altLang="en-US" sz="1400">
                          <a:solidFill>
                            <a:srgbClr val="FF0000"/>
                          </a:solidFill>
                          <a:latin typeface="游ゴシック"/>
                          <a:ea typeface="游ゴシック"/>
                        </a:rPr>
                        <a:t>対象外：</a:t>
                      </a:r>
                      <a:r>
                        <a:rPr lang="ja-JP" altLang="en-US" sz="1400">
                          <a:solidFill>
                            <a:srgbClr val="FF0000"/>
                          </a:solidFill>
                          <a:latin typeface="游ゴシック"/>
                          <a:ea typeface="游ゴシック"/>
                        </a:rPr>
                        <a:t>-</a:t>
                      </a:r>
                      <a:r>
                        <a:rPr kumimoji="1" lang="en-US" altLang="ja-JP" sz="1400" dirty="0">
                          <a:solidFill>
                            <a:srgbClr val="FF0000"/>
                          </a:solidFill>
                          <a:latin typeface="游ゴシック"/>
                          <a:ea typeface="游ゴシック"/>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全帳票を印刷し、帳票機能に問題ないことを確認します。</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067124">
                <a:tc>
                  <a:txBody>
                    <a:bodyPr/>
                    <a:lstStyle/>
                    <a:p>
                      <a:pPr algn="ctr"/>
                      <a:r>
                        <a:rPr kumimoji="1" lang="en-US" altLang="ja-JP" sz="1400" kern="1200" dirty="0">
                          <a:solidFill>
                            <a:schemeClr val="dk1"/>
                          </a:solidFill>
                          <a:latin typeface="游ゴシック"/>
                          <a:ea typeface="游ゴシック"/>
                        </a:rPr>
                        <a:t>3</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dirty="0">
                          <a:solidFill>
                            <a:schemeClr val="tx1"/>
                          </a:solidFill>
                          <a:latin typeface="游ゴシック"/>
                          <a:ea typeface="游ゴシック"/>
                        </a:rPr>
                        <a:t>I/F</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rgbClr val="FF0000"/>
                          </a:solidFill>
                          <a:latin typeface="游ゴシック"/>
                          <a:ea typeface="游ゴシック"/>
                        </a:rPr>
                        <a:t>10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rgbClr val="FF0000"/>
                          </a:solidFill>
                          <a:latin typeface="游ゴシック"/>
                          <a:ea typeface="游ゴシック"/>
                        </a:rPr>
                        <a:t>(</a:t>
                      </a:r>
                      <a:r>
                        <a:rPr kumimoji="1" lang="ja-JP" altLang="en-US" sz="1400">
                          <a:solidFill>
                            <a:srgbClr val="FF0000"/>
                          </a:solidFill>
                          <a:latin typeface="游ゴシック"/>
                          <a:ea typeface="游ゴシック"/>
                        </a:rPr>
                        <a:t>対象外：</a:t>
                      </a:r>
                      <a:r>
                        <a:rPr lang="ja-JP" altLang="en-US" sz="1400">
                          <a:solidFill>
                            <a:srgbClr val="FF0000"/>
                          </a:solidFill>
                          <a:latin typeface="游ゴシック"/>
                          <a:ea typeface="游ゴシック"/>
                        </a:rPr>
                        <a:t>-</a:t>
                      </a:r>
                      <a:r>
                        <a:rPr kumimoji="1" lang="en-US" altLang="ja-JP" sz="1400" dirty="0">
                          <a:solidFill>
                            <a:srgbClr val="FF0000"/>
                          </a:solidFill>
                          <a:latin typeface="游ゴシック"/>
                          <a:ea typeface="游ゴシック"/>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各周辺システムとのデータ連携を検証環境にて実施します。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各連携が正常に動作することを確認します。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本番環境については、疎通テストとし、各システムごとに</a:t>
                      </a:r>
                      <a:br>
                        <a:rPr lang="en-US" altLang="ja-JP" sz="1400" dirty="0">
                          <a:solidFill>
                            <a:schemeClr val="tx1"/>
                          </a:solidFill>
                          <a:latin typeface="游ゴシック"/>
                          <a:ea typeface="游ゴシック"/>
                        </a:rPr>
                      </a:br>
                      <a:r>
                        <a:rPr lang="ja-JP" altLang="en-US" sz="1400" dirty="0">
                          <a:solidFill>
                            <a:schemeClr val="tx1"/>
                          </a:solidFill>
                          <a:latin typeface="游ゴシック"/>
                          <a:ea typeface="游ゴシック"/>
                        </a:rPr>
                        <a:t>　</a:t>
                      </a:r>
                      <a:r>
                        <a:rPr lang="en-US" altLang="ja-JP" sz="1400" dirty="0">
                          <a:solidFill>
                            <a:schemeClr val="tx1"/>
                          </a:solidFill>
                          <a:latin typeface="游ゴシック"/>
                          <a:ea typeface="游ゴシック"/>
                        </a:rPr>
                        <a:t>1</a:t>
                      </a:r>
                      <a:r>
                        <a:rPr lang="ja-JP" altLang="en-US" sz="1400" dirty="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dirty="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dirty="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00000">
                <a:tc>
                  <a:txBody>
                    <a:bodyPr/>
                    <a:lstStyle/>
                    <a:p>
                      <a:pPr algn="ctr"/>
                      <a:r>
                        <a:rPr kumimoji="1" lang="en-US" altLang="ja-JP" sz="1400" kern="1200" dirty="0">
                          <a:solidFill>
                            <a:schemeClr val="dk1"/>
                          </a:solidFill>
                          <a:latin typeface="游ゴシック"/>
                          <a:ea typeface="游ゴシック"/>
                          <a:cs typeface="+mn-cs"/>
                        </a:rPr>
                        <a:t>4</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dirty="0">
                          <a:solidFill>
                            <a:srgbClr val="323232"/>
                          </a:solidFill>
                          <a:latin typeface="游ゴシック"/>
                          <a:ea typeface="游ゴシック"/>
                        </a:rPr>
                        <a:t>JOB</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rgbClr val="FF0000"/>
                          </a:solidFill>
                          <a:latin typeface="游ゴシック"/>
                          <a:ea typeface="游ゴシック"/>
                        </a:rPr>
                        <a:t>6</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rgbClr val="FF0000"/>
                          </a:solidFill>
                          <a:latin typeface="游ゴシック"/>
                          <a:ea typeface="游ゴシック"/>
                        </a:rPr>
                        <a:t>(</a:t>
                      </a:r>
                      <a:r>
                        <a:rPr kumimoji="1" lang="ja-JP" altLang="en-US" sz="1400">
                          <a:solidFill>
                            <a:srgbClr val="FF0000"/>
                          </a:solidFill>
                          <a:latin typeface="游ゴシック"/>
                          <a:ea typeface="游ゴシック"/>
                        </a:rPr>
                        <a:t>対象外：</a:t>
                      </a:r>
                      <a:r>
                        <a:rPr lang="ja-JP" altLang="en-US" sz="1400">
                          <a:solidFill>
                            <a:srgbClr val="FF0000"/>
                          </a:solidFill>
                          <a:latin typeface="游ゴシック"/>
                          <a:ea typeface="游ゴシック"/>
                        </a:rPr>
                        <a:t>-</a:t>
                      </a:r>
                      <a:r>
                        <a:rPr kumimoji="1" lang="en-US" altLang="ja-JP" sz="1400" dirty="0">
                          <a:solidFill>
                            <a:srgbClr val="FF0000"/>
                          </a:solidFill>
                          <a:latin typeface="游ゴシック"/>
                          <a:ea typeface="游ゴシック"/>
                        </a:rPr>
                        <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・繰り返しのテスト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4" name="テキスト ボックス 3">
            <a:extLst>
              <a:ext uri="{FF2B5EF4-FFF2-40B4-BE49-F238E27FC236}">
                <a16:creationId xmlns:a16="http://schemas.microsoft.com/office/drawing/2014/main" id="{EF73B220-1CB0-C926-5CFC-9906B6CBF0EF}"/>
              </a:ext>
            </a:extLst>
          </p:cNvPr>
          <p:cNvSpPr txBox="1"/>
          <p:nvPr/>
        </p:nvSpPr>
        <p:spPr>
          <a:xfrm>
            <a:off x="603856" y="5466044"/>
            <a:ext cx="9239993" cy="971306"/>
          </a:xfrm>
          <a:prstGeom prst="rect">
            <a:avLst/>
          </a:prstGeom>
          <a:noFill/>
        </p:spPr>
        <p:txBody>
          <a:bodyPr wrap="square" lIns="91440" tIns="45720" rIns="91440" bIns="45720" rtlCol="0" anchor="t">
            <a:noAutofit/>
          </a:bodyPr>
          <a:lstStyle/>
          <a:p>
            <a:r>
              <a:rPr lang="en-US" altLang="ja-JP" sz="1400" dirty="0">
                <a:latin typeface="游ゴシック"/>
                <a:ea typeface="游ゴシック"/>
                <a:cs typeface="メイリオ" pitchFamily="50" charset="-128"/>
              </a:rPr>
              <a:t>※ </a:t>
            </a:r>
            <a:r>
              <a:rPr lang="en-US" altLang="ja-JP" sz="1400" dirty="0" err="1">
                <a:latin typeface="游ゴシック"/>
                <a:ea typeface="游ゴシック"/>
                <a:cs typeface="メイリオ" pitchFamily="50" charset="-128"/>
              </a:rPr>
              <a:t>上記の「帳票</a:t>
            </a:r>
            <a:r>
              <a:rPr lang="en-US" altLang="ja-JP" sz="1400" dirty="0">
                <a:latin typeface="游ゴシック"/>
                <a:ea typeface="游ゴシック"/>
                <a:cs typeface="メイリオ" pitchFamily="50" charset="-128"/>
              </a:rPr>
              <a:t>」、「I/F」、「</a:t>
            </a:r>
            <a:r>
              <a:rPr lang="en-US" altLang="ja-JP" sz="1400" dirty="0" err="1">
                <a:latin typeface="游ゴシック"/>
                <a:ea typeface="游ゴシック"/>
                <a:cs typeface="メイリオ" pitchFamily="50" charset="-128"/>
              </a:rPr>
              <a:t>JOB」については、正式見積もりの際に改めて対象外機能数を提示いたします</a:t>
            </a:r>
            <a:r>
              <a:rPr lang="en-US" altLang="ja-JP" sz="1400" dirty="0">
                <a:latin typeface="游ゴシック"/>
                <a:ea typeface="游ゴシック"/>
                <a:cs typeface="メイリオ" pitchFamily="50" charset="-128"/>
              </a:rPr>
              <a:t>。</a:t>
            </a:r>
            <a:br>
              <a:rPr lang="en-US" altLang="ja-JP" sz="1400" dirty="0">
                <a:latin typeface="游ゴシック"/>
                <a:ea typeface="游ゴシック"/>
                <a:cs typeface="メイリオ" pitchFamily="50" charset="-128"/>
              </a:rPr>
            </a:br>
            <a:r>
              <a:rPr lang="en-US" altLang="ja-JP" sz="1400" dirty="0">
                <a:latin typeface="游ゴシック"/>
                <a:ea typeface="游ゴシック"/>
              </a:rPr>
              <a:t>　 </a:t>
            </a:r>
            <a:r>
              <a:rPr lang="en-US" altLang="ja-JP" sz="1400" dirty="0" err="1">
                <a:latin typeface="游ゴシック"/>
                <a:ea typeface="游ゴシック"/>
              </a:rPr>
              <a:t>記載している件数は、LIMSシステムと薬品管理システムを含んだ数となります</a:t>
            </a:r>
            <a:r>
              <a:rPr lang="en-US" altLang="ja-JP" sz="1400" dirty="0">
                <a:latin typeface="游ゴシック"/>
                <a:ea typeface="游ゴシック"/>
              </a:rPr>
              <a:t>。</a:t>
            </a:r>
          </a:p>
        </p:txBody>
      </p:sp>
    </p:spTree>
    <p:extLst>
      <p:ext uri="{BB962C8B-B14F-4D97-AF65-F5344CB8AC3E}">
        <p14:creationId xmlns:p14="http://schemas.microsoft.com/office/powerpoint/2010/main" val="3560606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スケジュール（想定）</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2024/12/04</a:t>
            </a:r>
            <a:endParaRPr lang="en-US"/>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463217680"/>
              </p:ext>
            </p:extLst>
          </p:nvPr>
        </p:nvGraphicFramePr>
        <p:xfrm>
          <a:off x="576004" y="936002"/>
          <a:ext cx="11041195" cy="3447854"/>
        </p:xfrm>
        <a:graphic>
          <a:graphicData uri="http://schemas.openxmlformats.org/drawingml/2006/table">
            <a:tbl>
              <a:tblPr firstRow="1">
                <a:tableStyleId>{69012ECD-51FC-41F1-AA8D-1B2483CD663E}</a:tableStyleId>
              </a:tblPr>
              <a:tblGrid>
                <a:gridCol w="1743115">
                  <a:extLst>
                    <a:ext uri="{9D8B030D-6E8A-4147-A177-3AD203B41FA5}">
                      <a16:colId xmlns:a16="http://schemas.microsoft.com/office/drawing/2014/main" val="20001"/>
                    </a:ext>
                  </a:extLst>
                </a:gridCol>
                <a:gridCol w="774840">
                  <a:extLst>
                    <a:ext uri="{9D8B030D-6E8A-4147-A177-3AD203B41FA5}">
                      <a16:colId xmlns:a16="http://schemas.microsoft.com/office/drawing/2014/main" val="3410075611"/>
                    </a:ext>
                  </a:extLst>
                </a:gridCol>
                <a:gridCol w="774840">
                  <a:extLst>
                    <a:ext uri="{9D8B030D-6E8A-4147-A177-3AD203B41FA5}">
                      <a16:colId xmlns:a16="http://schemas.microsoft.com/office/drawing/2014/main" val="581140380"/>
                    </a:ext>
                  </a:extLst>
                </a:gridCol>
                <a:gridCol w="774840">
                  <a:extLst>
                    <a:ext uri="{9D8B030D-6E8A-4147-A177-3AD203B41FA5}">
                      <a16:colId xmlns:a16="http://schemas.microsoft.com/office/drawing/2014/main" val="2281884067"/>
                    </a:ext>
                  </a:extLst>
                </a:gridCol>
                <a:gridCol w="774840">
                  <a:extLst>
                    <a:ext uri="{9D8B030D-6E8A-4147-A177-3AD203B41FA5}">
                      <a16:colId xmlns:a16="http://schemas.microsoft.com/office/drawing/2014/main" val="3798517737"/>
                    </a:ext>
                  </a:extLst>
                </a:gridCol>
                <a:gridCol w="774840">
                  <a:extLst>
                    <a:ext uri="{9D8B030D-6E8A-4147-A177-3AD203B41FA5}">
                      <a16:colId xmlns:a16="http://schemas.microsoft.com/office/drawing/2014/main" val="3330914773"/>
                    </a:ext>
                  </a:extLst>
                </a:gridCol>
                <a:gridCol w="774840">
                  <a:extLst>
                    <a:ext uri="{9D8B030D-6E8A-4147-A177-3AD203B41FA5}">
                      <a16:colId xmlns:a16="http://schemas.microsoft.com/office/drawing/2014/main" val="20014"/>
                    </a:ext>
                  </a:extLst>
                </a:gridCol>
                <a:gridCol w="774840">
                  <a:extLst>
                    <a:ext uri="{9D8B030D-6E8A-4147-A177-3AD203B41FA5}">
                      <a16:colId xmlns:a16="http://schemas.microsoft.com/office/drawing/2014/main" val="332361526"/>
                    </a:ext>
                  </a:extLst>
                </a:gridCol>
                <a:gridCol w="774840">
                  <a:extLst>
                    <a:ext uri="{9D8B030D-6E8A-4147-A177-3AD203B41FA5}">
                      <a16:colId xmlns:a16="http://schemas.microsoft.com/office/drawing/2014/main" val="1301509302"/>
                    </a:ext>
                  </a:extLst>
                </a:gridCol>
                <a:gridCol w="774840">
                  <a:extLst>
                    <a:ext uri="{9D8B030D-6E8A-4147-A177-3AD203B41FA5}">
                      <a16:colId xmlns:a16="http://schemas.microsoft.com/office/drawing/2014/main" val="2064698816"/>
                    </a:ext>
                  </a:extLst>
                </a:gridCol>
                <a:gridCol w="774840">
                  <a:extLst>
                    <a:ext uri="{9D8B030D-6E8A-4147-A177-3AD203B41FA5}">
                      <a16:colId xmlns:a16="http://schemas.microsoft.com/office/drawing/2014/main" val="1049139473"/>
                    </a:ext>
                  </a:extLst>
                </a:gridCol>
                <a:gridCol w="774840">
                  <a:extLst>
                    <a:ext uri="{9D8B030D-6E8A-4147-A177-3AD203B41FA5}">
                      <a16:colId xmlns:a16="http://schemas.microsoft.com/office/drawing/2014/main" val="581626291"/>
                    </a:ext>
                  </a:extLst>
                </a:gridCol>
                <a:gridCol w="774840">
                  <a:extLst>
                    <a:ext uri="{9D8B030D-6E8A-4147-A177-3AD203B41FA5}">
                      <a16:colId xmlns:a16="http://schemas.microsoft.com/office/drawing/2014/main" val="1794734865"/>
                    </a:ext>
                  </a:extLst>
                </a:gridCol>
              </a:tblGrid>
              <a:tr h="316238">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lang="en-US" altLang="ja-JP" sz="1400" b="0" dirty="0">
                          <a:solidFill>
                            <a:srgbClr val="FFFFFF"/>
                          </a:solidFill>
                          <a:latin typeface="游ゴシック"/>
                          <a:ea typeface="游ゴシック"/>
                        </a:rPr>
                        <a:t>2025</a:t>
                      </a:r>
                      <a:r>
                        <a:rPr kumimoji="1" lang="ja-JP" altLang="en-US" sz="1400" b="0" dirty="0">
                          <a:solidFill>
                            <a:srgbClr val="FFFFFF"/>
                          </a:solidFill>
                          <a:latin typeface="游ゴシック"/>
                          <a:ea typeface="游ゴシック"/>
                        </a:rPr>
                        <a:t>年</a:t>
                      </a: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extLst>
                  <a:ext uri="{0D108BD9-81ED-4DB2-BD59-A6C34878D82A}">
                    <a16:rowId xmlns:a16="http://schemas.microsoft.com/office/drawing/2014/main" val="10000"/>
                  </a:ext>
                </a:extLst>
              </a:tr>
              <a:tr h="48557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dirty="0">
                          <a:solidFill>
                            <a:srgbClr val="FFFFFF"/>
                          </a:solidFill>
                          <a:latin typeface="游ゴシック"/>
                          <a:ea typeface="游ゴシック"/>
                          <a:cs typeface="Meiryo UI" pitchFamily="50" charset="-128"/>
                        </a:rPr>
                        <a:t>1</a:t>
                      </a:r>
                    </a:p>
                    <a:p>
                      <a:pPr algn="ct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a:t>
                      </a:r>
                    </a:p>
                    <a:p>
                      <a:pPr algn="ct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3</a:t>
                      </a:r>
                    </a:p>
                    <a:p>
                      <a:pPr algn="ct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4</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7763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共通基盤</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77632">
                <a:tc>
                  <a:txBody>
                    <a:bodyPr/>
                    <a:lstStyle/>
                    <a:p>
                      <a:pPr algn="l"/>
                      <a:r>
                        <a:rPr kumimoji="1" lang="ja-JP" altLang="en-US" sz="1200" b="0" dirty="0">
                          <a:latin typeface="游ゴシック" panose="020B0400000000000000" pitchFamily="50" charset="-128"/>
                          <a:ea typeface="+mn-ea"/>
                          <a:cs typeface="Meiryo UI" pitchFamily="50" charset="-128"/>
                        </a:rPr>
                        <a:t>① 縮小版共通基盤へのシステム資産移行</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877632">
                <a:tc>
                  <a:txBody>
                    <a:bodyPr/>
                    <a:lstStyle/>
                    <a:p>
                      <a:pPr algn="l"/>
                      <a:r>
                        <a:rPr kumimoji="1" lang="ja-JP" altLang="en-US" sz="1200" b="0" dirty="0">
                          <a:latin typeface="游ゴシック" panose="020B0400000000000000" pitchFamily="50" charset="-128"/>
                          <a:ea typeface="+mn-ea"/>
                          <a:cs typeface="Meiryo UI" pitchFamily="50" charset="-128"/>
                        </a:rPr>
                        <a:t>② その他共通基盤の環境移行に際するご協力のお願い</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5428217" y="2877018"/>
            <a:ext cx="382328" cy="336193"/>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6197368" y="2877018"/>
            <a:ext cx="513672" cy="336193"/>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946553" y="2877018"/>
            <a:ext cx="449036" cy="336193"/>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ｼｽﾃﾑ</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ﾃｽﾄ</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5812896" y="2877018"/>
            <a:ext cx="382328" cy="336193"/>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711039" y="2877018"/>
            <a:ext cx="1235513" cy="336193"/>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395589" y="2877018"/>
            <a:ext cx="597203" cy="336193"/>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本番移行</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453337" y="4666414"/>
            <a:ext cx="9239993" cy="971306"/>
          </a:xfrm>
          <a:prstGeom prst="rect">
            <a:avLst/>
          </a:prstGeom>
          <a:noFill/>
        </p:spPr>
        <p:txBody>
          <a:bodyPr wrap="square" rtlCol="0">
            <a:noAutofit/>
          </a:bodyPr>
          <a:lstStyle/>
          <a:p>
            <a:r>
              <a:rPr lang="en-US" altLang="ja-JP" sz="1400" dirty="0">
                <a:latin typeface="+mn-ea"/>
                <a:cs typeface="メイリオ" pitchFamily="50" charset="-128"/>
              </a:rPr>
              <a:t>※1 </a:t>
            </a:r>
            <a:r>
              <a:rPr lang="ja-JP" altLang="en-US" sz="1400" dirty="0">
                <a:latin typeface="+mn-ea"/>
                <a:cs typeface="メイリオ" pitchFamily="50" charset="-128"/>
              </a:rPr>
              <a:t>スケジュールは想定となりますので、正式見積もり時に改めて提示いたします。</a:t>
            </a:r>
            <a:endParaRPr lang="en-US" altLang="ja-JP" sz="1400" dirty="0">
              <a:latin typeface="+mn-ea"/>
              <a:cs typeface="メイリオ" pitchFamily="50" charset="-128"/>
            </a:endParaRPr>
          </a:p>
          <a:p>
            <a:r>
              <a:rPr lang="en-US" altLang="ja-JP" sz="1400" dirty="0">
                <a:latin typeface="+mn-ea"/>
                <a:cs typeface="メイリオ" pitchFamily="50" charset="-128"/>
              </a:rPr>
              <a:t>※2 </a:t>
            </a:r>
            <a:r>
              <a:rPr lang="ja-JP" altLang="en-US" sz="1400" dirty="0">
                <a:latin typeface="+mn-ea"/>
                <a:cs typeface="メイリオ" pitchFamily="50" charset="-128"/>
              </a:rPr>
              <a:t>縮小共通基盤は、①対応の開発</a:t>
            </a:r>
            <a:r>
              <a:rPr lang="en-US" altLang="ja-JP" sz="1400" dirty="0">
                <a:latin typeface="+mn-ea"/>
                <a:cs typeface="メイリオ" pitchFamily="50" charset="-128"/>
              </a:rPr>
              <a:t>(</a:t>
            </a:r>
            <a:r>
              <a:rPr lang="ja-JP" altLang="en-US" sz="1400" dirty="0">
                <a:latin typeface="+mn-ea"/>
                <a:cs typeface="メイリオ" pitchFamily="50" charset="-128"/>
              </a:rPr>
              <a:t>環境構築時</a:t>
            </a:r>
            <a:r>
              <a:rPr lang="en-US" altLang="ja-JP" sz="1400" dirty="0">
                <a:latin typeface="+mn-ea"/>
                <a:cs typeface="メイリオ" pitchFamily="50" charset="-128"/>
              </a:rPr>
              <a:t>)</a:t>
            </a:r>
            <a:r>
              <a:rPr lang="ja-JP" altLang="en-US" sz="1400" dirty="0" err="1">
                <a:latin typeface="+mn-ea"/>
                <a:cs typeface="メイリオ" pitchFamily="50" charset="-128"/>
              </a:rPr>
              <a:t>までに完</a:t>
            </a:r>
            <a:r>
              <a:rPr lang="ja-JP" altLang="en-US" sz="1400" dirty="0">
                <a:latin typeface="+mn-ea"/>
                <a:cs typeface="メイリオ" pitchFamily="50" charset="-128"/>
              </a:rPr>
              <a:t>了していることを前提としています。</a:t>
            </a:r>
            <a:endParaRPr lang="en-US" altLang="ja-JP" sz="1400" dirty="0">
              <a:latin typeface="+mn-ea"/>
              <a:cs typeface="メイリオ" pitchFamily="50" charset="-128"/>
            </a:endParaRPr>
          </a:p>
          <a:p>
            <a:r>
              <a:rPr lang="en-US" altLang="ja-JP" sz="1400" dirty="0">
                <a:latin typeface="+mn-ea"/>
                <a:cs typeface="メイリオ" pitchFamily="50" charset="-128"/>
              </a:rPr>
              <a:t>※3 </a:t>
            </a:r>
            <a:r>
              <a:rPr lang="ja-JP" altLang="en-US" sz="1400" dirty="0">
                <a:latin typeface="+mn-ea"/>
                <a:cs typeface="メイリオ" pitchFamily="50" charset="-128"/>
              </a:rPr>
              <a:t>その他共通基盤は、②対応の結合テストまでに完了していることを前提としています。</a:t>
            </a:r>
            <a:endParaRPr lang="en-US" altLang="ja-JP" sz="1400" dirty="0">
              <a:latin typeface="+mn-ea"/>
              <a:cs typeface="メイリオ" pitchFamily="50" charset="-128"/>
            </a:endParaRPr>
          </a:p>
          <a:p>
            <a:endParaRPr lang="en-US" altLang="ja-JP" sz="1400" dirty="0">
              <a:latin typeface="+mn-ea"/>
              <a:cs typeface="メイリオ" pitchFamily="50" charset="-128"/>
            </a:endParaRPr>
          </a:p>
        </p:txBody>
      </p:sp>
      <p:sp>
        <p:nvSpPr>
          <p:cNvPr id="41" name="ホームベース 30">
            <a:extLst>
              <a:ext uri="{FF2B5EF4-FFF2-40B4-BE49-F238E27FC236}">
                <a16:creationId xmlns:a16="http://schemas.microsoft.com/office/drawing/2014/main" id="{3B57EEC6-A848-4914-BC9B-95C84C7B6637}"/>
              </a:ext>
            </a:extLst>
          </p:cNvPr>
          <p:cNvSpPr/>
          <p:nvPr/>
        </p:nvSpPr>
        <p:spPr>
          <a:xfrm>
            <a:off x="2310493" y="2303921"/>
            <a:ext cx="1567543" cy="194349"/>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その他共通基盤構築</a:t>
            </a:r>
          </a:p>
        </p:txBody>
      </p:sp>
      <p:sp>
        <p:nvSpPr>
          <p:cNvPr id="42" name="ホームベース 30">
            <a:extLst>
              <a:ext uri="{FF2B5EF4-FFF2-40B4-BE49-F238E27FC236}">
                <a16:creationId xmlns:a16="http://schemas.microsoft.com/office/drawing/2014/main" id="{3B57EEC6-A848-4914-BC9B-95C84C7B6637}"/>
              </a:ext>
            </a:extLst>
          </p:cNvPr>
          <p:cNvSpPr/>
          <p:nvPr/>
        </p:nvSpPr>
        <p:spPr>
          <a:xfrm>
            <a:off x="2310492" y="1891055"/>
            <a:ext cx="2318657" cy="192433"/>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縮小共通基盤構築</a:t>
            </a:r>
          </a:p>
        </p:txBody>
      </p:sp>
      <p:sp>
        <p:nvSpPr>
          <p:cNvPr id="43" name="正方形/長方形 42">
            <a:extLst>
              <a:ext uri="{FF2B5EF4-FFF2-40B4-BE49-F238E27FC236}">
                <a16:creationId xmlns:a16="http://schemas.microsoft.com/office/drawing/2014/main" id="{9C526A88-681C-4A44-BFD9-AF76E9622DCF}"/>
              </a:ext>
            </a:extLst>
          </p:cNvPr>
          <p:cNvSpPr/>
          <p:nvPr/>
        </p:nvSpPr>
        <p:spPr>
          <a:xfrm>
            <a:off x="3101017" y="3804667"/>
            <a:ext cx="198070" cy="336193"/>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定義</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3541944" y="3804667"/>
            <a:ext cx="274716" cy="336193"/>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4221185" y="3804667"/>
            <a:ext cx="132012" cy="336193"/>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ｼｽﾃﾑﾃｽﾄ</a:t>
            </a:r>
          </a:p>
        </p:txBody>
      </p:sp>
      <p:sp>
        <p:nvSpPr>
          <p:cNvPr id="46" name="正方形/長方形 45">
            <a:extLst>
              <a:ext uri="{FF2B5EF4-FFF2-40B4-BE49-F238E27FC236}">
                <a16:creationId xmlns:a16="http://schemas.microsoft.com/office/drawing/2014/main" id="{BF31360D-FAB3-4C87-B7AB-B502DDFDA9EC}"/>
              </a:ext>
            </a:extLst>
          </p:cNvPr>
          <p:cNvSpPr/>
          <p:nvPr/>
        </p:nvSpPr>
        <p:spPr>
          <a:xfrm>
            <a:off x="3304463" y="3804667"/>
            <a:ext cx="233126" cy="336193"/>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基本</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47" name="正方形/長方形 46">
            <a:extLst>
              <a:ext uri="{FF2B5EF4-FFF2-40B4-BE49-F238E27FC236}">
                <a16:creationId xmlns:a16="http://schemas.microsoft.com/office/drawing/2014/main" id="{60BE86B4-B849-422B-8758-4720CC34871C}"/>
              </a:ext>
            </a:extLst>
          </p:cNvPr>
          <p:cNvSpPr/>
          <p:nvPr/>
        </p:nvSpPr>
        <p:spPr>
          <a:xfrm>
            <a:off x="3816660" y="3804667"/>
            <a:ext cx="395575" cy="336193"/>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結合ﾃｽﾄ</a:t>
            </a:r>
          </a:p>
        </p:txBody>
      </p:sp>
      <p:sp>
        <p:nvSpPr>
          <p:cNvPr id="50" name="正方形/長方形 49">
            <a:extLst>
              <a:ext uri="{FF2B5EF4-FFF2-40B4-BE49-F238E27FC236}">
                <a16:creationId xmlns:a16="http://schemas.microsoft.com/office/drawing/2014/main" id="{D2FFFA7C-8485-4FB5-B3FC-30EC4188DB9D}"/>
              </a:ext>
            </a:extLst>
          </p:cNvPr>
          <p:cNvSpPr/>
          <p:nvPr/>
        </p:nvSpPr>
        <p:spPr>
          <a:xfrm>
            <a:off x="4357278" y="3804667"/>
            <a:ext cx="141243" cy="336193"/>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本番移行</a:t>
            </a:r>
            <a:endParaRPr lang="en-US" altLang="ja-JP" sz="1100" dirty="0">
              <a:solidFill>
                <a:schemeClr val="tx1"/>
              </a:solidFill>
              <a:latin typeface="游ゴシック"/>
              <a:ea typeface="游ゴシック"/>
            </a:endParaRPr>
          </a:p>
        </p:txBody>
      </p:sp>
      <p:cxnSp>
        <p:nvCxnSpPr>
          <p:cNvPr id="6" name="カギ線コネクタ 5"/>
          <p:cNvCxnSpPr>
            <a:stCxn id="42" idx="3"/>
            <a:endCxn id="20" idx="0"/>
          </p:cNvCxnSpPr>
          <p:nvPr/>
        </p:nvCxnSpPr>
        <p:spPr>
          <a:xfrm>
            <a:off x="4629149" y="1987272"/>
            <a:ext cx="1825055" cy="889746"/>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カギ線コネクタ 51"/>
          <p:cNvCxnSpPr>
            <a:stCxn id="41" idx="3"/>
            <a:endCxn id="47" idx="0"/>
          </p:cNvCxnSpPr>
          <p:nvPr/>
        </p:nvCxnSpPr>
        <p:spPr>
          <a:xfrm>
            <a:off x="3878036" y="2401096"/>
            <a:ext cx="136412" cy="1403571"/>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D2FFFA7C-8485-4FB5-B3FC-30EC4188DB9D}"/>
              </a:ext>
            </a:extLst>
          </p:cNvPr>
          <p:cNvSpPr/>
          <p:nvPr/>
        </p:nvSpPr>
        <p:spPr>
          <a:xfrm>
            <a:off x="4498521" y="3804667"/>
            <a:ext cx="141243" cy="336193"/>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初期流動</a:t>
            </a:r>
          </a:p>
        </p:txBody>
      </p:sp>
    </p:spTree>
    <p:extLst>
      <p:ext uri="{BB962C8B-B14F-4D97-AF65-F5344CB8AC3E}">
        <p14:creationId xmlns:p14="http://schemas.microsoft.com/office/powerpoint/2010/main" val="326126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６</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a:t>2024/12/04</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吉田 朋久様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馬場</a:t>
              </a:r>
              <a:r>
                <a:rPr kumimoji="1" lang="ja-JP" altLang="en-US" sz="1600" b="0" i="0" u="none" strike="noStrike" kern="0" cap="none" spc="0" normalizeH="0" noProof="0" dirty="0">
                  <a:ln>
                    <a:noFill/>
                  </a:ln>
                  <a:solidFill>
                    <a:prstClr val="black"/>
                  </a:solidFill>
                  <a:effectLst/>
                  <a:uLnTx/>
                  <a:uFillTx/>
                  <a:latin typeface="+mn-ea"/>
                </a:rPr>
                <a:t> </a:t>
              </a:r>
              <a:r>
                <a:rPr kumimoji="1" lang="ja-JP" altLang="en-US" sz="1600" b="0" i="0" u="none" strike="noStrike" kern="0" cap="none" spc="0" normalizeH="0" baseline="0" noProof="0" dirty="0">
                  <a:ln>
                    <a:noFill/>
                  </a:ln>
                  <a:solidFill>
                    <a:prstClr val="black"/>
                  </a:solidFill>
                  <a:effectLst/>
                  <a:uLnTx/>
                  <a:uFillTx/>
                  <a:latin typeface="+mn-ea"/>
                </a:rPr>
                <a:t>様</a:t>
              </a:r>
              <a:endParaRPr kumimoji="1"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kern="0" dirty="0">
                  <a:solidFill>
                    <a:prstClr val="black"/>
                  </a:solidFill>
                  <a:latin typeface="+mn-ea"/>
                </a:rPr>
                <a:t>東 様</a:t>
              </a:r>
              <a:endParaRPr kumimoji="1" lang="en-US" altLang="ja-JP" sz="1600" b="0" i="0" u="none" strike="noStrike" kern="0" cap="none" spc="0" normalizeH="0" baseline="0" noProof="0" dirty="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遠矢 成洋</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570483" y="4684387"/>
            <a:ext cx="2736000" cy="1118343"/>
            <a:chOff x="6852000" y="5532583"/>
            <a:chExt cx="2736000" cy="55589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篠塚 正裕</a:t>
              </a:r>
              <a:endParaRPr lang="en-US" altLang="ja-JP" sz="1600" dirty="0">
                <a:solidFill>
                  <a:srgbClr val="333333"/>
                </a:solidFill>
                <a:latin typeface="游ゴシック"/>
                <a:ea typeface="游ゴシック"/>
              </a:endParaRPr>
            </a:p>
            <a:p>
              <a:pPr lvl="0" algn="ctr" defTabSz="914400">
                <a:defRPr/>
              </a:pPr>
              <a:r>
                <a:rPr lang="ja-JP" altLang="en-US" sz="1600" b="0" i="0" dirty="0">
                  <a:solidFill>
                    <a:srgbClr val="333333"/>
                  </a:solidFill>
                  <a:effectLst/>
                  <a:latin typeface="游ゴシック"/>
                  <a:ea typeface="游ゴシック"/>
                </a:rPr>
                <a:t>東条 美佳＋</a:t>
              </a:r>
              <a:r>
                <a:rPr lang="en-US" altLang="ja-JP" sz="1600" b="0" i="0" dirty="0">
                  <a:solidFill>
                    <a:srgbClr val="333333"/>
                  </a:solidFill>
                  <a:effectLst/>
                  <a:latin typeface="游ゴシック"/>
                  <a:ea typeface="游ゴシック"/>
                </a:rPr>
                <a:t>2</a:t>
              </a:r>
              <a:r>
                <a:rPr lang="ja-JP" altLang="en-US" sz="1600" b="0" i="0" dirty="0">
                  <a:solidFill>
                    <a:srgbClr val="333333"/>
                  </a:solidFill>
                  <a:effectLst/>
                  <a:latin typeface="游ゴシック"/>
                  <a:ea typeface="游ゴシック"/>
                </a:rPr>
                <a:t>人 </a:t>
              </a: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938483" y="2941398"/>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582001" y="3599550"/>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吉田 諒</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497316"/>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星野 </a:t>
              </a:r>
              <a:r>
                <a:rPr kumimoji="0" lang="ja-JP" altLang="en-US" sz="1600" b="0" i="0" u="none" strike="noStrike" kern="0" cap="none" spc="0" normalizeH="0" baseline="0" noProof="0" dirty="0">
                  <a:ln>
                    <a:noFill/>
                  </a:ln>
                  <a:solidFill>
                    <a:prstClr val="black"/>
                  </a:solidFill>
                  <a:effectLst/>
                  <a:uLnTx/>
                  <a:uFillTx/>
                  <a:latin typeface="+mn-ea"/>
                </a:rPr>
                <a:t>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1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① 縮小版共通基盤へのシステム資産移行</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2024/12/04</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617198398"/>
              </p:ext>
            </p:extLst>
          </p:nvPr>
        </p:nvGraphicFramePr>
        <p:xfrm>
          <a:off x="606000" y="865868"/>
          <a:ext cx="10979999" cy="518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FF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3,710,000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1,410,000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6,060,000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dirty="0">
                <a:latin typeface="游ゴシック"/>
                <a:ea typeface="游ゴシック"/>
                <a:cs typeface="メイリオ" pitchFamily="50" charset="-128"/>
              </a:rPr>
              <a:t>※</a:t>
            </a:r>
            <a:r>
              <a:rPr lang="ja-JP" altLang="en-US" sz="1400" dirty="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dirty="0">
              <a:latin typeface="游ゴシック"/>
              <a:ea typeface="游ゴシック"/>
              <a:cs typeface="メイリオ" pitchFamily="50" charset="-128"/>
            </a:endParaRPr>
          </a:p>
        </p:txBody>
      </p:sp>
    </p:spTree>
    <p:extLst>
      <p:ext uri="{BB962C8B-B14F-4D97-AF65-F5344CB8AC3E}">
        <p14:creationId xmlns:p14="http://schemas.microsoft.com/office/powerpoint/2010/main" val="245340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② その他共通基盤の環境移行に際するご協力のお願い</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2024/12/04</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01640853"/>
              </p:ext>
            </p:extLst>
          </p:nvPr>
        </p:nvGraphicFramePr>
        <p:xfrm>
          <a:off x="606000" y="865862"/>
          <a:ext cx="10979999" cy="5161034"/>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7029">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2267">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0.1</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2267">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0.3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270,000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2267">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2267">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2267">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1.0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2267">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4587139"/>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2267">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2267">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a:ea typeface="游ゴシック"/>
                        </a:rPr>
                        <a:t>0.2</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2267">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1.0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2267">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2.3</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AA608998-7E3E-1298-045C-A506F642ABA9}"/>
              </a:ext>
            </a:extLst>
          </p:cNvPr>
          <p:cNvSpPr txBox="1"/>
          <p:nvPr/>
        </p:nvSpPr>
        <p:spPr>
          <a:xfrm>
            <a:off x="576000" y="6084045"/>
            <a:ext cx="9828257" cy="303070"/>
          </a:xfrm>
          <a:prstGeom prst="rect">
            <a:avLst/>
          </a:prstGeom>
          <a:noFill/>
        </p:spPr>
        <p:txBody>
          <a:bodyPr wrap="square" lIns="91440" tIns="45720" rIns="91440" bIns="45720" rtlCol="0" anchor="t">
            <a:noAutofit/>
          </a:bodyPr>
          <a:lstStyle/>
          <a:p>
            <a:r>
              <a:rPr lang="en-US" altLang="ja-JP" sz="1400" dirty="0">
                <a:latin typeface="游ゴシック"/>
                <a:ea typeface="游ゴシック"/>
                <a:cs typeface="メイリオ" pitchFamily="50" charset="-128"/>
              </a:rPr>
              <a:t>※</a:t>
            </a:r>
            <a:r>
              <a:rPr lang="ja-JP" altLang="en-US" sz="1400" dirty="0">
                <a:latin typeface="游ゴシック"/>
                <a:ea typeface="游ゴシック"/>
                <a:cs typeface="メイリオ" pitchFamily="50" charset="-128"/>
              </a:rPr>
              <a:t>本番移行は</a:t>
            </a:r>
            <a:r>
              <a:rPr lang="en-US" altLang="ja-JP" sz="1400" dirty="0">
                <a:latin typeface="游ゴシック"/>
                <a:ea typeface="游ゴシック"/>
                <a:cs typeface="メイリオ" pitchFamily="50" charset="-128"/>
              </a:rPr>
              <a:t>1</a:t>
            </a:r>
            <a:r>
              <a:rPr lang="ja-JP" altLang="en-US" sz="1400" dirty="0">
                <a:latin typeface="游ゴシック"/>
                <a:ea typeface="游ゴシック"/>
                <a:cs typeface="メイリオ" pitchFamily="50" charset="-128"/>
              </a:rPr>
              <a:t>回を想定しております。切替回数が増えた場合、金額が異なります。</a:t>
            </a:r>
            <a:endParaRPr lang="en-US" altLang="ja-JP" sz="1400" dirty="0">
              <a:latin typeface="游ゴシック"/>
              <a:ea typeface="游ゴシック"/>
              <a:cs typeface="メイリオ" pitchFamily="50" charset="-128"/>
            </a:endParaRPr>
          </a:p>
        </p:txBody>
      </p:sp>
    </p:spTree>
    <p:extLst>
      <p:ext uri="{BB962C8B-B14F-4D97-AF65-F5344CB8AC3E}">
        <p14:creationId xmlns:p14="http://schemas.microsoft.com/office/powerpoint/2010/main" val="1471803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８</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お見積もり前提条件</a:t>
            </a:r>
            <a:endParaRPr kumimoji="1" lang="ja-JP" altLang="en-US" dirty="0">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dirty="0"/>
              <a:t>本資料記載の金額は全て税抜となります。</a:t>
            </a:r>
            <a:endParaRPr kumimoji="1" lang="en-US" altLang="ja-JP" b="0" u="none" dirty="0"/>
          </a:p>
          <a:p>
            <a:r>
              <a:rPr lang="ja-JP" altLang="en-US" b="0" u="none" dirty="0">
                <a:latin typeface="游ゴシック"/>
                <a:ea typeface="游ゴシック"/>
              </a:rPr>
              <a:t>概算お見積もりのため、改めて正式にお見積もりさせていただきます。</a:t>
            </a:r>
            <a:endParaRPr lang="en-US" altLang="ja-JP" b="0" u="none" dirty="0">
              <a:latin typeface="游ゴシック"/>
              <a:ea typeface="游ゴシック"/>
            </a:endParaRPr>
          </a:p>
          <a:p>
            <a:r>
              <a:rPr kumimoji="1" lang="ja-JP" altLang="en-US" b="0" u="none" dirty="0">
                <a:latin typeface="游ゴシック"/>
                <a:ea typeface="游ゴシック"/>
              </a:rPr>
              <a:t>本お見積りは単純移行を想定しており</a:t>
            </a:r>
            <a:r>
              <a:rPr lang="ja-JP" altLang="en-US" b="0" u="none" dirty="0">
                <a:latin typeface="游ゴシック"/>
                <a:ea typeface="游ゴシック"/>
              </a:rPr>
              <a:t>、</a:t>
            </a:r>
            <a:r>
              <a:rPr lang="ja-JP" altLang="en-US" b="0" dirty="0">
                <a:latin typeface="游ゴシック"/>
                <a:ea typeface="游ゴシック"/>
              </a:rPr>
              <a:t>24年12月3日時点のDP課様からの情報を元に算出しており</a:t>
            </a:r>
            <a:r>
              <a:rPr kumimoji="1" lang="ja-JP" altLang="en-US" b="0" dirty="0">
                <a:latin typeface="游ゴシック"/>
                <a:ea typeface="游ゴシック"/>
              </a:rPr>
              <a:t>ます</a:t>
            </a:r>
            <a:r>
              <a:rPr kumimoji="1" lang="ja-JP" altLang="en-US" b="0" u="none" dirty="0">
                <a:latin typeface="游ゴシック"/>
                <a:ea typeface="游ゴシック"/>
              </a:rPr>
              <a:t>。</a:t>
            </a:r>
            <a:endParaRPr kumimoji="1" lang="en-US" altLang="ja-JP" b="0" u="none" dirty="0">
              <a:latin typeface="游ゴシック"/>
              <a:ea typeface="游ゴシック"/>
            </a:endParaRPr>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kumimoji="1" lang="en-US" altLang="ja-JP" b="0" u="none" dirty="0">
                <a:latin typeface="游ゴシック"/>
                <a:ea typeface="游ゴシック"/>
              </a:rPr>
              <a:t>DB</a:t>
            </a:r>
            <a:r>
              <a:rPr kumimoji="1" lang="ja-JP" altLang="en-US" b="0" u="none" dirty="0">
                <a:latin typeface="游ゴシック"/>
                <a:ea typeface="游ゴシック"/>
              </a:rPr>
              <a:t>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en-US" altLang="ja-JP" b="0" u="none" dirty="0">
              <a:latin typeface="游ゴシック"/>
              <a:ea typeface="游ゴシック"/>
              <a:cs typeface="+mn-ea"/>
            </a:endParaRPr>
          </a:p>
          <a:p>
            <a:r>
              <a:rPr lang="en-US" altLang="ja-JP" b="0" u="none" dirty="0">
                <a:latin typeface="游ゴシック"/>
                <a:ea typeface="游ゴシック"/>
                <a:cs typeface="+mn-ea"/>
              </a:rPr>
              <a:t>LIMS</a:t>
            </a:r>
            <a:r>
              <a:rPr lang="ja-JP" altLang="en-US" b="0" u="none" dirty="0">
                <a:latin typeface="游ゴシック"/>
                <a:ea typeface="游ゴシック"/>
                <a:cs typeface="+mn-ea"/>
              </a:rPr>
              <a:t>システム、薬品管理システムに関する作業は対象外となります。</a:t>
            </a:r>
            <a:endParaRPr lang="ja-JP" altLang="en-US" b="0" u="none" dirty="0">
              <a:latin typeface="游ゴシック"/>
              <a:ea typeface="游ゴシック"/>
            </a:endParaRPr>
          </a:p>
          <a:p>
            <a:r>
              <a:rPr kumimoji="1" lang="ja-JP" altLang="en-US" b="0" u="none" dirty="0"/>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2024/12/04</a:t>
            </a:r>
            <a:endParaRPr lang="en-US"/>
          </a:p>
        </p:txBody>
      </p:sp>
    </p:spTree>
    <p:extLst>
      <p:ext uri="{BB962C8B-B14F-4D97-AF65-F5344CB8AC3E}">
        <p14:creationId xmlns:p14="http://schemas.microsoft.com/office/powerpoint/2010/main" val="241037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担当：吉田諒、髙浦祐朗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lang="en-US" altLang="ja-JP"/>
              <a:t>ryo.yoshida@system-exe.jp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2024/12/04</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04C728C5-B22A-42B4-8163-E4A5D49941FF}">
  <ds:schemaRefs>
    <ds:schemaRef ds:uri="http://schemas.microsoft.com/office/infopath/2007/PartnerControls"/>
    <ds:schemaRef ds:uri="http://purl.org/dc/elements/1.1/"/>
    <ds:schemaRef ds:uri="http://www.w3.org/XML/1998/namespace"/>
    <ds:schemaRef ds:uri="http://schemas.openxmlformats.org/package/2006/metadata/core-properties"/>
    <ds:schemaRef ds:uri="c3646003-1fe8-4c7b-b8fa-d7ba2835bde6"/>
    <ds:schemaRef ds:uri="187f30ad-8167-4588-9c3a-cb4f36143cdf"/>
    <ds:schemaRef ds:uri="http://schemas.microsoft.com/office/2006/documentManagement/types"/>
    <ds:schemaRef ds:uri="http://purl.org/dc/dcmitype/"/>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8B256114-9692-4AFD-A1B5-9478CC2F3CA7}"/>
</file>

<file path=docProps/app.xml><?xml version="1.0" encoding="utf-8"?>
<Properties xmlns="http://schemas.openxmlformats.org/officeDocument/2006/extended-properties" xmlns:vt="http://schemas.openxmlformats.org/officeDocument/2006/docPropsVTypes">
  <Template>Office Theme</Template>
  <TotalTime>227</TotalTime>
  <Words>1396</Words>
  <Application>Microsoft Office PowerPoint</Application>
  <PresentationFormat>ワイド画面</PresentationFormat>
  <Paragraphs>347</Paragraphs>
  <Slides>11</Slides>
  <Notes>3</Notes>
  <HiddenSlides>0</HiddenSlides>
  <MMClips>0</MMClips>
  <ScaleCrop>false</ScaleCrop>
  <HeadingPairs>
    <vt:vector size="4" baseType="variant">
      <vt:variant>
        <vt:lpstr>テーマ</vt:lpstr>
      </vt:variant>
      <vt:variant>
        <vt:i4>1</vt:i4>
      </vt:variant>
      <vt:variant>
        <vt:lpstr>スライド タイトル</vt:lpstr>
      </vt:variant>
      <vt:variant>
        <vt:i4>11</vt:i4>
      </vt:variant>
    </vt:vector>
  </HeadingPairs>
  <TitlesOfParts>
    <vt:vector size="12" baseType="lpstr">
      <vt:lpstr>Office テーマ</vt:lpstr>
      <vt:lpstr>概算お見積もり(第1.0版）</vt:lpstr>
      <vt:lpstr>１. はじめに</vt:lpstr>
      <vt:lpstr>２. お見積り範囲</vt:lpstr>
      <vt:lpstr>３. 想定している作業内容と成果物</vt:lpstr>
      <vt:lpstr>４. 機能数と作業範囲</vt:lpstr>
      <vt:lpstr>５. スケジュール（想定）</vt:lpstr>
      <vt:lpstr>６. 体制（想定）</vt:lpstr>
      <vt:lpstr>７. お見積もり(① 縮小版共通基盤へのシステム資産移行) </vt:lpstr>
      <vt:lpstr>７. お見積もり(② その他共通基盤の環境移行に際するご協力のお願い) </vt:lpstr>
      <vt:lpstr>８.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76</cp:revision>
  <dcterms:created xsi:type="dcterms:W3CDTF">2021-02-05T06:36:21Z</dcterms:created>
  <dcterms:modified xsi:type="dcterms:W3CDTF">2024-12-05T05:33:09Z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