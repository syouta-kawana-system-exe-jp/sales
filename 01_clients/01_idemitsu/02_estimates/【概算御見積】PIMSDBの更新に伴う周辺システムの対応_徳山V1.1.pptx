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7"/>
  </p:notesMasterIdLst>
  <p:handoutMasterIdLst>
    <p:handoutMasterId r:id="rId18"/>
  </p:handoutMasterIdLst>
  <p:sldIdLst>
    <p:sldId id="714" r:id="rId5"/>
    <p:sldId id="934" r:id="rId6"/>
    <p:sldId id="941" r:id="rId7"/>
    <p:sldId id="927" r:id="rId8"/>
    <p:sldId id="766" r:id="rId9"/>
    <p:sldId id="929" r:id="rId10"/>
    <p:sldId id="940" r:id="rId11"/>
    <p:sldId id="765" r:id="rId12"/>
    <p:sldId id="942" r:id="rId13"/>
    <p:sldId id="923" r:id="rId14"/>
    <p:sldId id="943" r:id="rId15"/>
    <p:sldId id="7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D5EDEE"/>
    <a:srgbClr val="FFFFFF"/>
    <a:srgbClr val="FFFFCC"/>
    <a:srgbClr val="FAF2D4"/>
    <a:srgbClr val="9A3B5D"/>
    <a:srgbClr val="FDEDDA"/>
    <a:srgbClr val="F2F2F2"/>
    <a:srgbClr val="EDEDED"/>
    <a:srgbClr val="4B4B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200216-6113-4214-BA44-4571265B77B3}" v="1" dt="2025-07-11T05:02:04.683"/>
    <p1510:client id="{8F7A586B-DD48-4C1B-950D-5E209B7EA32F}" v="18" dt="2025-07-10T08:58:42.535"/>
    <p1510:client id="{E752681A-10E9-49BC-B85F-9D411E2D0DCF}" v="5" dt="2025-07-11T06:55:56.95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82" autoAdjust="0"/>
    <p:restoredTop sz="94660"/>
  </p:normalViewPr>
  <p:slideViewPr>
    <p:cSldViewPr snapToGrid="0">
      <p:cViewPr varScale="1">
        <p:scale>
          <a:sx n="107" d="100"/>
          <a:sy n="107" d="100"/>
        </p:scale>
        <p:origin x="954"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石井徹" userId="bd567184-c19d-4717-9194-a1e548d2dddf" providerId="ADAL" clId="{D7D537D0-A513-445F-B982-7BADD7299E9B}"/>
    <pc:docChg chg="undo custSel modSld">
      <pc:chgData name="石井徹" userId="bd567184-c19d-4717-9194-a1e548d2dddf" providerId="ADAL" clId="{D7D537D0-A513-445F-B982-7BADD7299E9B}" dt="2025-04-11T07:02:59.690" v="133" actId="12789"/>
      <pc:docMkLst>
        <pc:docMk/>
      </pc:docMkLst>
      <pc:sldChg chg="modSp mod">
        <pc:chgData name="石井徹" userId="bd567184-c19d-4717-9194-a1e548d2dddf" providerId="ADAL" clId="{D7D537D0-A513-445F-B982-7BADD7299E9B}" dt="2025-04-11T06:58:03.596" v="106" actId="20577"/>
        <pc:sldMkLst>
          <pc:docMk/>
          <pc:sldMk cId="3201888243" sldId="714"/>
        </pc:sldMkLst>
      </pc:sldChg>
      <pc:sldChg chg="addSp delSp modSp mod">
        <pc:chgData name="石井徹" userId="bd567184-c19d-4717-9194-a1e548d2dddf" providerId="ADAL" clId="{D7D537D0-A513-445F-B982-7BADD7299E9B}" dt="2025-04-11T07:02:59.690" v="133" actId="12789"/>
        <pc:sldMkLst>
          <pc:docMk/>
          <pc:sldMk cId="3560606343" sldId="766"/>
        </pc:sldMkLst>
      </pc:sldChg>
      <pc:sldChg chg="modSp mod">
        <pc:chgData name="石井徹" userId="bd567184-c19d-4717-9194-a1e548d2dddf" providerId="ADAL" clId="{D7D537D0-A513-445F-B982-7BADD7299E9B}" dt="2025-04-11T06:58:42.473" v="118" actId="20577"/>
        <pc:sldMkLst>
          <pc:docMk/>
          <pc:sldMk cId="2410374903" sldId="767"/>
        </pc:sldMkLst>
      </pc:sldChg>
      <pc:sldChg chg="modSp mod">
        <pc:chgData name="石井徹" userId="bd567184-c19d-4717-9194-a1e548d2dddf" providerId="ADAL" clId="{D7D537D0-A513-445F-B982-7BADD7299E9B}" dt="2025-04-11T06:58:32.019" v="115" actId="20577"/>
        <pc:sldMkLst>
          <pc:docMk/>
          <pc:sldMk cId="2453405637" sldId="923"/>
        </pc:sldMkLst>
      </pc:sldChg>
      <pc:sldChg chg="modSp mod">
        <pc:chgData name="石井徹" userId="bd567184-c19d-4717-9194-a1e548d2dddf" providerId="ADAL" clId="{D7D537D0-A513-445F-B982-7BADD7299E9B}" dt="2025-04-11T06:58:18.210" v="110" actId="20577"/>
        <pc:sldMkLst>
          <pc:docMk/>
          <pc:sldMk cId="286748565" sldId="927"/>
        </pc:sldMkLst>
      </pc:sldChg>
      <pc:sldChg chg="modSp mod">
        <pc:chgData name="石井徹" userId="bd567184-c19d-4717-9194-a1e548d2dddf" providerId="ADAL" clId="{D7D537D0-A513-445F-B982-7BADD7299E9B}" dt="2025-04-11T06:58:24.008" v="112" actId="20577"/>
        <pc:sldMkLst>
          <pc:docMk/>
          <pc:sldMk cId="2399073518" sldId="929"/>
        </pc:sldMkLst>
      </pc:sldChg>
      <pc:sldChg chg="modSp mod">
        <pc:chgData name="石井徹" userId="bd567184-c19d-4717-9194-a1e548d2dddf" providerId="ADAL" clId="{D7D537D0-A513-445F-B982-7BADD7299E9B}" dt="2025-04-11T06:58:12.709" v="108" actId="20577"/>
        <pc:sldMkLst>
          <pc:docMk/>
          <pc:sldMk cId="804980288" sldId="932"/>
        </pc:sldMkLst>
      </pc:sldChg>
      <pc:sldChg chg="modSp mod">
        <pc:chgData name="石井徹" userId="bd567184-c19d-4717-9194-a1e548d2dddf" providerId="ADAL" clId="{D7D537D0-A513-445F-B982-7BADD7299E9B}" dt="2025-04-11T06:58:08.903" v="107" actId="20577"/>
        <pc:sldMkLst>
          <pc:docMk/>
          <pc:sldMk cId="792472682" sldId="934"/>
        </pc:sldMkLst>
      </pc:sldChg>
      <pc:sldChg chg="modSp mod">
        <pc:chgData name="石井徹" userId="bd567184-c19d-4717-9194-a1e548d2dddf" providerId="ADAL" clId="{D7D537D0-A513-445F-B982-7BADD7299E9B}" dt="2025-04-11T06:58:40.104" v="117" actId="20577"/>
        <pc:sldMkLst>
          <pc:docMk/>
          <pc:sldMk cId="1534908909" sldId="938"/>
        </pc:sldMkLst>
      </pc:sldChg>
      <pc:sldChg chg="modSp mod">
        <pc:chgData name="石井徹" userId="bd567184-c19d-4717-9194-a1e548d2dddf" providerId="ADAL" clId="{D7D537D0-A513-445F-B982-7BADD7299E9B}" dt="2025-04-11T06:58:36.411" v="116" actId="20577"/>
        <pc:sldMkLst>
          <pc:docMk/>
          <pc:sldMk cId="1416581463" sldId="939"/>
        </pc:sldMkLst>
      </pc:sldChg>
      <pc:sldChg chg="modSp mod">
        <pc:chgData name="石井徹" userId="bd567184-c19d-4717-9194-a1e548d2dddf" providerId="ADAL" clId="{D7D537D0-A513-445F-B982-7BADD7299E9B}" dt="2025-04-11T06:58:25.964" v="113" actId="20577"/>
        <pc:sldMkLst>
          <pc:docMk/>
          <pc:sldMk cId="3230787738" sldId="940"/>
        </pc:sldMkLst>
      </pc:sldChg>
      <pc:sldChg chg="modSp mod">
        <pc:chgData name="石井徹" userId="bd567184-c19d-4717-9194-a1e548d2dddf" providerId="ADAL" clId="{D7D537D0-A513-445F-B982-7BADD7299E9B}" dt="2025-04-11T06:58:15.447" v="109" actId="20577"/>
        <pc:sldMkLst>
          <pc:docMk/>
          <pc:sldMk cId="224871382" sldId="941"/>
        </pc:sldMkLst>
      </pc:sldChg>
      <pc:sldChg chg="modSp mod">
        <pc:chgData name="石井徹" userId="bd567184-c19d-4717-9194-a1e548d2dddf" providerId="ADAL" clId="{D7D537D0-A513-445F-B982-7BADD7299E9B}" dt="2025-04-11T06:58:28.019" v="114" actId="20577"/>
        <pc:sldMkLst>
          <pc:docMk/>
          <pc:sldMk cId="1134005045" sldId="942"/>
        </pc:sldMkLst>
      </pc:sldChg>
    </pc:docChg>
  </pc:docChgLst>
  <pc:docChgLst>
    <pc:chgData name="髙浦祐朗" userId="d6d860fe-bc64-411b-9605-a16d1ba875f6" providerId="ADAL" clId="{E752681A-10E9-49BC-B85F-9D411E2D0DCF}"/>
    <pc:docChg chg="undo custSel modSld">
      <pc:chgData name="髙浦祐朗" userId="d6d860fe-bc64-411b-9605-a16d1ba875f6" providerId="ADAL" clId="{E752681A-10E9-49BC-B85F-9D411E2D0DCF}" dt="2025-07-11T07:48:05.941" v="38" actId="1076"/>
      <pc:docMkLst>
        <pc:docMk/>
      </pc:docMkLst>
      <pc:sldChg chg="modSp mod">
        <pc:chgData name="髙浦祐朗" userId="d6d860fe-bc64-411b-9605-a16d1ba875f6" providerId="ADAL" clId="{E752681A-10E9-49BC-B85F-9D411E2D0DCF}" dt="2025-07-11T06:55:56.955" v="32"/>
        <pc:sldMkLst>
          <pc:docMk/>
          <pc:sldMk cId="1395438993" sldId="765"/>
        </pc:sldMkLst>
        <pc:graphicFrameChg chg="mod modGraphic">
          <ac:chgData name="髙浦祐朗" userId="d6d860fe-bc64-411b-9605-a16d1ba875f6" providerId="ADAL" clId="{E752681A-10E9-49BC-B85F-9D411E2D0DCF}" dt="2025-07-11T06:55:56.955" v="32"/>
          <ac:graphicFrameMkLst>
            <pc:docMk/>
            <pc:sldMk cId="1395438993" sldId="765"/>
            <ac:graphicFrameMk id="7" creationId="{2864E947-18B0-4839-AED3-D416F628DDF0}"/>
          </ac:graphicFrameMkLst>
        </pc:graphicFrameChg>
      </pc:sldChg>
      <pc:sldChg chg="modSp mod">
        <pc:chgData name="髙浦祐朗" userId="d6d860fe-bc64-411b-9605-a16d1ba875f6" providerId="ADAL" clId="{E752681A-10E9-49BC-B85F-9D411E2D0DCF}" dt="2025-07-11T07:48:05.941" v="38" actId="1076"/>
        <pc:sldMkLst>
          <pc:docMk/>
          <pc:sldMk cId="3230787738" sldId="940"/>
        </pc:sldMkLst>
        <pc:graphicFrameChg chg="mod">
          <ac:chgData name="髙浦祐朗" userId="d6d860fe-bc64-411b-9605-a16d1ba875f6" providerId="ADAL" clId="{E752681A-10E9-49BC-B85F-9D411E2D0DCF}" dt="2025-07-11T07:48:05.941" v="38" actId="1076"/>
          <ac:graphicFrameMkLst>
            <pc:docMk/>
            <pc:sldMk cId="3230787738" sldId="940"/>
            <ac:graphicFrameMk id="7" creationId="{2864E947-18B0-4839-AED3-D416F628DDF0}"/>
          </ac:graphicFrameMkLst>
        </pc:graphicFrameChg>
      </pc:sldChg>
    </pc:docChg>
  </pc:docChgLst>
  <pc:docChgLst>
    <pc:chgData name="石井徹" userId="bd567184-c19d-4717-9194-a1e548d2dddf" providerId="ADAL" clId="{7D200216-6113-4214-BA44-4571265B77B3}"/>
    <pc:docChg chg="modSld">
      <pc:chgData name="石井徹" userId="bd567184-c19d-4717-9194-a1e548d2dddf" providerId="ADAL" clId="{7D200216-6113-4214-BA44-4571265B77B3}" dt="2025-07-11T05:02:04.683" v="2"/>
      <pc:docMkLst>
        <pc:docMk/>
      </pc:docMkLst>
      <pc:sldChg chg="modSp mod">
        <pc:chgData name="石井徹" userId="bd567184-c19d-4717-9194-a1e548d2dddf" providerId="ADAL" clId="{7D200216-6113-4214-BA44-4571265B77B3}" dt="2025-07-11T05:02:04.683" v="2"/>
        <pc:sldMkLst>
          <pc:docMk/>
          <pc:sldMk cId="2410374903" sldId="767"/>
        </pc:sldMkLst>
        <pc:spChg chg="mod">
          <ac:chgData name="石井徹" userId="bd567184-c19d-4717-9194-a1e548d2dddf" providerId="ADAL" clId="{7D200216-6113-4214-BA44-4571265B77B3}" dt="2025-07-11T05:02:04.683" v="2"/>
          <ac:spMkLst>
            <pc:docMk/>
            <pc:sldMk cId="2410374903" sldId="767"/>
            <ac:spMk id="5" creationId="{97E6FBE8-190C-40F0-AA01-14695A77D734}"/>
          </ac:spMkLst>
        </pc:spChg>
      </pc:sldChg>
    </pc:docChg>
  </pc:docChgLst>
  <pc:docChgLst>
    <pc:chgData name="石井徹" userId="bd567184-c19d-4717-9194-a1e548d2dddf" providerId="ADAL" clId="{998AE232-D7E2-432E-A7A0-FB8C342F3A59}"/>
    <pc:docChg chg="custSel modSld">
      <pc:chgData name="石井徹" userId="bd567184-c19d-4717-9194-a1e548d2dddf" providerId="ADAL" clId="{998AE232-D7E2-432E-A7A0-FB8C342F3A59}" dt="2025-07-11T04:21:30.575" v="586" actId="20577"/>
      <pc:docMkLst>
        <pc:docMk/>
      </pc:docMkLst>
      <pc:sldChg chg="modSp mod">
        <pc:chgData name="石井徹" userId="bd567184-c19d-4717-9194-a1e548d2dddf" providerId="ADAL" clId="{998AE232-D7E2-432E-A7A0-FB8C342F3A59}" dt="2025-07-11T04:20:21" v="479" actId="20577"/>
        <pc:sldMkLst>
          <pc:docMk/>
          <pc:sldMk cId="3201888243" sldId="714"/>
        </pc:sldMkLst>
        <pc:spChg chg="mod">
          <ac:chgData name="石井徹" userId="bd567184-c19d-4717-9194-a1e548d2dddf" providerId="ADAL" clId="{998AE232-D7E2-432E-A7A0-FB8C342F3A59}" dt="2025-07-10T06:09:04.424" v="403" actId="20577"/>
          <ac:spMkLst>
            <pc:docMk/>
            <pc:sldMk cId="3201888243" sldId="714"/>
            <ac:spMk id="2" creationId="{B808C4E1-CAC4-709D-39C2-7E63198F1A78}"/>
          </ac:spMkLst>
        </pc:spChg>
        <pc:spChg chg="mod">
          <ac:chgData name="石井徹" userId="bd567184-c19d-4717-9194-a1e548d2dddf" providerId="ADAL" clId="{998AE232-D7E2-432E-A7A0-FB8C342F3A59}" dt="2025-07-11T04:20:21" v="479" actId="20577"/>
          <ac:spMkLst>
            <pc:docMk/>
            <pc:sldMk cId="3201888243" sldId="714"/>
            <ac:spMk id="3" creationId="{00000000-0000-0000-0000-000000000000}"/>
          </ac:spMkLst>
        </pc:spChg>
      </pc:sldChg>
      <pc:sldChg chg="modSp mod">
        <pc:chgData name="石井徹" userId="bd567184-c19d-4717-9194-a1e548d2dddf" providerId="ADAL" clId="{998AE232-D7E2-432E-A7A0-FB8C342F3A59}" dt="2025-07-10T06:10:19.262" v="465" actId="20577"/>
        <pc:sldMkLst>
          <pc:docMk/>
          <pc:sldMk cId="1395438993" sldId="765"/>
        </pc:sldMkLst>
        <pc:spChg chg="mod">
          <ac:chgData name="石井徹" userId="bd567184-c19d-4717-9194-a1e548d2dddf" providerId="ADAL" clId="{998AE232-D7E2-432E-A7A0-FB8C342F3A59}" dt="2025-07-10T06:10:19.262" v="465" actId="20577"/>
          <ac:spMkLst>
            <pc:docMk/>
            <pc:sldMk cId="1395438993" sldId="765"/>
            <ac:spMk id="5" creationId="{D2781ADA-8500-0BAE-2B15-37819E39CA51}"/>
          </ac:spMkLst>
        </pc:spChg>
      </pc:sldChg>
      <pc:sldChg chg="modSp mod">
        <pc:chgData name="石井徹" userId="bd567184-c19d-4717-9194-a1e548d2dddf" providerId="ADAL" clId="{998AE232-D7E2-432E-A7A0-FB8C342F3A59}" dt="2025-07-10T06:09:58.074" v="453" actId="20577"/>
        <pc:sldMkLst>
          <pc:docMk/>
          <pc:sldMk cId="3560606343" sldId="766"/>
        </pc:sldMkLst>
        <pc:spChg chg="mod">
          <ac:chgData name="石井徹" userId="bd567184-c19d-4717-9194-a1e548d2dddf" providerId="ADAL" clId="{998AE232-D7E2-432E-A7A0-FB8C342F3A59}" dt="2025-07-10T06:09:58.074" v="453" actId="20577"/>
          <ac:spMkLst>
            <pc:docMk/>
            <pc:sldMk cId="3560606343" sldId="766"/>
            <ac:spMk id="7" creationId="{07A92D67-4F0A-B547-09D2-5372BD30739C}"/>
          </ac:spMkLst>
        </pc:spChg>
        <pc:spChg chg="mod">
          <ac:chgData name="石井徹" userId="bd567184-c19d-4717-9194-a1e548d2dddf" providerId="ADAL" clId="{998AE232-D7E2-432E-A7A0-FB8C342F3A59}" dt="2025-07-10T02:27:57.602" v="1" actId="14100"/>
          <ac:spMkLst>
            <pc:docMk/>
            <pc:sldMk cId="3560606343" sldId="766"/>
            <ac:spMk id="12" creationId="{89D44248-7E62-420A-ABC1-1DB250A810A3}"/>
          </ac:spMkLst>
        </pc:spChg>
        <pc:spChg chg="mod">
          <ac:chgData name="石井徹" userId="bd567184-c19d-4717-9194-a1e548d2dddf" providerId="ADAL" clId="{998AE232-D7E2-432E-A7A0-FB8C342F3A59}" dt="2025-07-10T06:03:53.114" v="22" actId="14100"/>
          <ac:spMkLst>
            <pc:docMk/>
            <pc:sldMk cId="3560606343" sldId="766"/>
            <ac:spMk id="16" creationId="{0AE0F650-E89D-DA10-9A58-146F06A42108}"/>
          </ac:spMkLst>
        </pc:spChg>
        <pc:spChg chg="mod">
          <ac:chgData name="石井徹" userId="bd567184-c19d-4717-9194-a1e548d2dddf" providerId="ADAL" clId="{998AE232-D7E2-432E-A7A0-FB8C342F3A59}" dt="2025-07-10T02:28:55.099" v="7" actId="14100"/>
          <ac:spMkLst>
            <pc:docMk/>
            <pc:sldMk cId="3560606343" sldId="766"/>
            <ac:spMk id="68" creationId="{2CE90EF2-5134-4007-AE59-A4B3F0074D91}"/>
          </ac:spMkLst>
        </pc:spChg>
        <pc:spChg chg="mod">
          <ac:chgData name="石井徹" userId="bd567184-c19d-4717-9194-a1e548d2dddf" providerId="ADAL" clId="{998AE232-D7E2-432E-A7A0-FB8C342F3A59}" dt="2025-07-10T06:03:48.139" v="21" actId="14100"/>
          <ac:spMkLst>
            <pc:docMk/>
            <pc:sldMk cId="3560606343" sldId="766"/>
            <ac:spMk id="69" creationId="{C0C98577-4626-460F-9C28-155F32522D99}"/>
          </ac:spMkLst>
        </pc:spChg>
        <pc:spChg chg="mod">
          <ac:chgData name="石井徹" userId="bd567184-c19d-4717-9194-a1e548d2dddf" providerId="ADAL" clId="{998AE232-D7E2-432E-A7A0-FB8C342F3A59}" dt="2025-07-10T06:03:44.546" v="20" actId="1076"/>
          <ac:spMkLst>
            <pc:docMk/>
            <pc:sldMk cId="3560606343" sldId="766"/>
            <ac:spMk id="70" creationId="{52116367-2110-4948-AAA1-62909B092BBB}"/>
          </ac:spMkLst>
        </pc:spChg>
        <pc:spChg chg="mod">
          <ac:chgData name="石井徹" userId="bd567184-c19d-4717-9194-a1e548d2dddf" providerId="ADAL" clId="{998AE232-D7E2-432E-A7A0-FB8C342F3A59}" dt="2025-07-10T02:27:54.291" v="0" actId="14100"/>
          <ac:spMkLst>
            <pc:docMk/>
            <pc:sldMk cId="3560606343" sldId="766"/>
            <ac:spMk id="73" creationId="{0283739E-7F46-424B-AB9F-F899FA91C9B6}"/>
          </ac:spMkLst>
        </pc:spChg>
      </pc:sldChg>
      <pc:sldChg chg="modSp mod">
        <pc:chgData name="石井徹" userId="bd567184-c19d-4717-9194-a1e548d2dddf" providerId="ADAL" clId="{998AE232-D7E2-432E-A7A0-FB8C342F3A59}" dt="2025-07-11T04:21:30.575" v="586" actId="20577"/>
        <pc:sldMkLst>
          <pc:docMk/>
          <pc:sldMk cId="2410374903" sldId="767"/>
        </pc:sldMkLst>
        <pc:spChg chg="mod">
          <ac:chgData name="石井徹" userId="bd567184-c19d-4717-9194-a1e548d2dddf" providerId="ADAL" clId="{998AE232-D7E2-432E-A7A0-FB8C342F3A59}" dt="2025-07-11T04:21:30.575" v="586" actId="20577"/>
          <ac:spMkLst>
            <pc:docMk/>
            <pc:sldMk cId="2410374903" sldId="767"/>
            <ac:spMk id="5" creationId="{97E6FBE8-190C-40F0-AA01-14695A77D734}"/>
          </ac:spMkLst>
        </pc:spChg>
        <pc:spChg chg="mod">
          <ac:chgData name="石井徹" userId="bd567184-c19d-4717-9194-a1e548d2dddf" providerId="ADAL" clId="{998AE232-D7E2-432E-A7A0-FB8C342F3A59}" dt="2025-07-10T06:11:04.923" v="477" actId="20577"/>
          <ac:spMkLst>
            <pc:docMk/>
            <pc:sldMk cId="2410374903" sldId="767"/>
            <ac:spMk id="6" creationId="{8640E069-3293-AEF9-7E9C-B6104BAA7676}"/>
          </ac:spMkLst>
        </pc:spChg>
      </pc:sldChg>
      <pc:sldChg chg="modSp mod">
        <pc:chgData name="石井徹" userId="bd567184-c19d-4717-9194-a1e548d2dddf" providerId="ADAL" clId="{998AE232-D7E2-432E-A7A0-FB8C342F3A59}" dt="2025-07-10T06:10:32.286" v="473" actId="20577"/>
        <pc:sldMkLst>
          <pc:docMk/>
          <pc:sldMk cId="2453405637" sldId="923"/>
        </pc:sldMkLst>
        <pc:spChg chg="mod">
          <ac:chgData name="石井徹" userId="bd567184-c19d-4717-9194-a1e548d2dddf" providerId="ADAL" clId="{998AE232-D7E2-432E-A7A0-FB8C342F3A59}" dt="2025-07-10T06:10:32.286" v="473" actId="20577"/>
          <ac:spMkLst>
            <pc:docMk/>
            <pc:sldMk cId="2453405637" sldId="923"/>
            <ac:spMk id="5" creationId="{4603A548-F2AF-2C98-E435-7AC80BA0AC52}"/>
          </ac:spMkLst>
        </pc:spChg>
        <pc:graphicFrameChg chg="modGraphic">
          <ac:chgData name="石井徹" userId="bd567184-c19d-4717-9194-a1e548d2dddf" providerId="ADAL" clId="{998AE232-D7E2-432E-A7A0-FB8C342F3A59}" dt="2025-07-10T06:04:25.333" v="23" actId="2711"/>
          <ac:graphicFrameMkLst>
            <pc:docMk/>
            <pc:sldMk cId="2453405637" sldId="923"/>
            <ac:graphicFrameMk id="9" creationId="{BBA8B256-12B2-6E8C-50F9-31564ECC0266}"/>
          </ac:graphicFrameMkLst>
        </pc:graphicFrameChg>
      </pc:sldChg>
      <pc:sldChg chg="modSp mod">
        <pc:chgData name="石井徹" userId="bd567184-c19d-4717-9194-a1e548d2dddf" providerId="ADAL" clId="{998AE232-D7E2-432E-A7A0-FB8C342F3A59}" dt="2025-07-10T06:09:41.774" v="449" actId="20577"/>
        <pc:sldMkLst>
          <pc:docMk/>
          <pc:sldMk cId="286748565" sldId="927"/>
        </pc:sldMkLst>
        <pc:spChg chg="mod">
          <ac:chgData name="石井徹" userId="bd567184-c19d-4717-9194-a1e548d2dddf" providerId="ADAL" clId="{998AE232-D7E2-432E-A7A0-FB8C342F3A59}" dt="2025-07-10T06:09:27.995" v="417" actId="20577"/>
          <ac:spMkLst>
            <pc:docMk/>
            <pc:sldMk cId="286748565" sldId="927"/>
            <ac:spMk id="3" creationId="{00000000-0000-0000-0000-000000000000}"/>
          </ac:spMkLst>
        </pc:spChg>
        <pc:graphicFrameChg chg="modGraphic">
          <ac:chgData name="石井徹" userId="bd567184-c19d-4717-9194-a1e548d2dddf" providerId="ADAL" clId="{998AE232-D7E2-432E-A7A0-FB8C342F3A59}" dt="2025-07-10T06:09:41.774" v="449" actId="20577"/>
          <ac:graphicFrameMkLst>
            <pc:docMk/>
            <pc:sldMk cId="286748565" sldId="927"/>
            <ac:graphicFrameMk id="7" creationId="{2864E947-18B0-4839-AED3-D416F628DDF0}"/>
          </ac:graphicFrameMkLst>
        </pc:graphicFrameChg>
      </pc:sldChg>
      <pc:sldChg chg="modSp mod">
        <pc:chgData name="石井徹" userId="bd567184-c19d-4717-9194-a1e548d2dddf" providerId="ADAL" clId="{998AE232-D7E2-432E-A7A0-FB8C342F3A59}" dt="2025-07-10T06:10:05.134" v="457" actId="20577"/>
        <pc:sldMkLst>
          <pc:docMk/>
          <pc:sldMk cId="2399073518" sldId="929"/>
        </pc:sldMkLst>
        <pc:spChg chg="mod">
          <ac:chgData name="石井徹" userId="bd567184-c19d-4717-9194-a1e548d2dddf" providerId="ADAL" clId="{998AE232-D7E2-432E-A7A0-FB8C342F3A59}" dt="2025-07-10T06:10:05.134" v="457" actId="20577"/>
          <ac:spMkLst>
            <pc:docMk/>
            <pc:sldMk cId="2399073518" sldId="929"/>
            <ac:spMk id="3" creationId="{00000000-0000-0000-0000-000000000000}"/>
          </ac:spMkLst>
        </pc:spChg>
      </pc:sldChg>
      <pc:sldChg chg="modSp mod">
        <pc:chgData name="石井徹" userId="bd567184-c19d-4717-9194-a1e548d2dddf" providerId="ADAL" clId="{998AE232-D7E2-432E-A7A0-FB8C342F3A59}" dt="2025-07-10T06:09:11.726" v="407" actId="20577"/>
        <pc:sldMkLst>
          <pc:docMk/>
          <pc:sldMk cId="792472682" sldId="934"/>
        </pc:sldMkLst>
        <pc:spChg chg="mod">
          <ac:chgData name="石井徹" userId="bd567184-c19d-4717-9194-a1e548d2dddf" providerId="ADAL" clId="{998AE232-D7E2-432E-A7A0-FB8C342F3A59}" dt="2025-07-10T06:09:11.726" v="407" actId="20577"/>
          <ac:spMkLst>
            <pc:docMk/>
            <pc:sldMk cId="792472682" sldId="934"/>
            <ac:spMk id="12" creationId="{FB9395C0-3B33-2DF1-D93D-2AF5019AB575}"/>
          </ac:spMkLst>
        </pc:spChg>
      </pc:sldChg>
      <pc:sldChg chg="modSp mod">
        <pc:chgData name="石井徹" userId="bd567184-c19d-4717-9194-a1e548d2dddf" providerId="ADAL" clId="{998AE232-D7E2-432E-A7A0-FB8C342F3A59}" dt="2025-07-10T06:10:13.698" v="461" actId="20577"/>
        <pc:sldMkLst>
          <pc:docMk/>
          <pc:sldMk cId="3230787738" sldId="940"/>
        </pc:sldMkLst>
        <pc:spChg chg="mod">
          <ac:chgData name="石井徹" userId="bd567184-c19d-4717-9194-a1e548d2dddf" providerId="ADAL" clId="{998AE232-D7E2-432E-A7A0-FB8C342F3A59}" dt="2025-07-10T06:10:13.698" v="461" actId="20577"/>
          <ac:spMkLst>
            <pc:docMk/>
            <pc:sldMk cId="3230787738" sldId="940"/>
            <ac:spMk id="5" creationId="{D2781ADA-8500-0BAE-2B15-37819E39CA51}"/>
          </ac:spMkLst>
        </pc:spChg>
      </pc:sldChg>
      <pc:sldChg chg="modSp mod">
        <pc:chgData name="石井徹" userId="bd567184-c19d-4717-9194-a1e548d2dddf" providerId="ADAL" clId="{998AE232-D7E2-432E-A7A0-FB8C342F3A59}" dt="2025-07-10T06:09:21.693" v="413" actId="20577"/>
        <pc:sldMkLst>
          <pc:docMk/>
          <pc:sldMk cId="224871382" sldId="941"/>
        </pc:sldMkLst>
        <pc:spChg chg="mod">
          <ac:chgData name="石井徹" userId="bd567184-c19d-4717-9194-a1e548d2dddf" providerId="ADAL" clId="{998AE232-D7E2-432E-A7A0-FB8C342F3A59}" dt="2025-07-10T06:09:21.693" v="413" actId="20577"/>
          <ac:spMkLst>
            <pc:docMk/>
            <pc:sldMk cId="224871382" sldId="941"/>
            <ac:spMk id="30" creationId="{67BF35A6-89A9-CCA6-81CA-071B8A3D2D35}"/>
          </ac:spMkLst>
        </pc:spChg>
      </pc:sldChg>
      <pc:sldChg chg="modSp mod">
        <pc:chgData name="石井徹" userId="bd567184-c19d-4717-9194-a1e548d2dddf" providerId="ADAL" clId="{998AE232-D7E2-432E-A7A0-FB8C342F3A59}" dt="2025-07-10T06:10:27.149" v="471" actId="20577"/>
        <pc:sldMkLst>
          <pc:docMk/>
          <pc:sldMk cId="1134005045" sldId="942"/>
        </pc:sldMkLst>
        <pc:spChg chg="mod">
          <ac:chgData name="石井徹" userId="bd567184-c19d-4717-9194-a1e548d2dddf" providerId="ADAL" clId="{998AE232-D7E2-432E-A7A0-FB8C342F3A59}" dt="2025-07-10T06:10:27.149" v="471" actId="20577"/>
          <ac:spMkLst>
            <pc:docMk/>
            <pc:sldMk cId="1134005045" sldId="942"/>
            <ac:spMk id="5" creationId="{C6E4EA66-FF2A-1845-AD4F-F560C4359FDE}"/>
          </ac:spMkLst>
        </pc:spChg>
      </pc:sldChg>
      <pc:sldChg chg="modSp mod">
        <pc:chgData name="石井徹" userId="bd567184-c19d-4717-9194-a1e548d2dddf" providerId="ADAL" clId="{998AE232-D7E2-432E-A7A0-FB8C342F3A59}" dt="2025-07-10T06:10:44.593" v="475" actId="20577"/>
        <pc:sldMkLst>
          <pc:docMk/>
          <pc:sldMk cId="1436132814" sldId="943"/>
        </pc:sldMkLst>
        <pc:spChg chg="mod">
          <ac:chgData name="石井徹" userId="bd567184-c19d-4717-9194-a1e548d2dddf" providerId="ADAL" clId="{998AE232-D7E2-432E-A7A0-FB8C342F3A59}" dt="2025-07-10T06:10:44.593" v="475" actId="20577"/>
          <ac:spMkLst>
            <pc:docMk/>
            <pc:sldMk cId="1436132814" sldId="943"/>
            <ac:spMk id="5" creationId="{34653DF5-E3AA-EC82-C0D8-82695EEE651D}"/>
          </ac:spMkLst>
        </pc:spChg>
        <pc:graphicFrameChg chg="modGraphic">
          <ac:chgData name="石井徹" userId="bd567184-c19d-4717-9194-a1e548d2dddf" providerId="ADAL" clId="{998AE232-D7E2-432E-A7A0-FB8C342F3A59}" dt="2025-07-10T06:04:36.697" v="24" actId="2711"/>
          <ac:graphicFrameMkLst>
            <pc:docMk/>
            <pc:sldMk cId="1436132814" sldId="943"/>
            <ac:graphicFrameMk id="9" creationId="{06260147-ACF4-24E6-2311-33100F38EF78}"/>
          </ac:graphicFrameMkLst>
        </pc:graphicFrameChg>
      </pc:sldChg>
    </pc:docChg>
  </pc:docChgLst>
  <pc:docChgLst>
    <pc:chgData name="福田一希" userId="S::kazuki.fukuda@system-exe.jp::fdfbe5ba-eec8-4756-aa2a-cf5b9de944cd" providerId="AD" clId="Web-{40F0A14A-1B3A-4DD8-A80B-19859D4D7F2B}"/>
    <pc:docChg chg="modSld">
      <pc:chgData name="福田一希" userId="S::kazuki.fukuda@system-exe.jp::fdfbe5ba-eec8-4756-aa2a-cf5b9de944cd" providerId="AD" clId="Web-{40F0A14A-1B3A-4DD8-A80B-19859D4D7F2B}" dt="2025-03-27T09:52:42.889" v="83"/>
      <pc:docMkLst>
        <pc:docMk/>
      </pc:docMkLst>
      <pc:sldChg chg="modSp">
        <pc:chgData name="福田一希" userId="S::kazuki.fukuda@system-exe.jp::fdfbe5ba-eec8-4756-aa2a-cf5b9de944cd" providerId="AD" clId="Web-{40F0A14A-1B3A-4DD8-A80B-19859D4D7F2B}" dt="2025-03-27T09:52:42.889" v="83"/>
        <pc:sldMkLst>
          <pc:docMk/>
          <pc:sldMk cId="1395438993" sldId="765"/>
        </pc:sldMkLst>
      </pc:sldChg>
      <pc:sldChg chg="modSp">
        <pc:chgData name="福田一希" userId="S::kazuki.fukuda@system-exe.jp::fdfbe5ba-eec8-4756-aa2a-cf5b9de944cd" providerId="AD" clId="Web-{40F0A14A-1B3A-4DD8-A80B-19859D4D7F2B}" dt="2025-03-27T09:49:47.213" v="30" actId="1076"/>
        <pc:sldMkLst>
          <pc:docMk/>
          <pc:sldMk cId="3560606343" sldId="766"/>
        </pc:sldMkLst>
      </pc:sldChg>
    </pc:docChg>
  </pc:docChgLst>
  <pc:docChgLst>
    <pc:chgData name="伊達翔互" userId="S::syougo.date@system-exe.jp::482fa4e7-09c4-45af-9097-0faa2ac4cef8" providerId="AD" clId="Web-{A3E97641-0F0E-44CB-B8DA-82D1212A055C}"/>
    <pc:docChg chg="modSld">
      <pc:chgData name="伊達翔互" userId="S::syougo.date@system-exe.jp::482fa4e7-09c4-45af-9097-0faa2ac4cef8" providerId="AD" clId="Web-{A3E97641-0F0E-44CB-B8DA-82D1212A055C}" dt="2025-04-09T07:44:01.688" v="49"/>
      <pc:docMkLst>
        <pc:docMk/>
      </pc:docMkLst>
      <pc:sldChg chg="modSp">
        <pc:chgData name="伊達翔互" userId="S::syougo.date@system-exe.jp::482fa4e7-09c4-45af-9097-0faa2ac4cef8" providerId="AD" clId="Web-{A3E97641-0F0E-44CB-B8DA-82D1212A055C}" dt="2025-04-09T07:44:01.688" v="49"/>
        <pc:sldMkLst>
          <pc:docMk/>
          <pc:sldMk cId="1395438993" sldId="765"/>
        </pc:sldMkLst>
      </pc:sldChg>
      <pc:sldChg chg="modSp">
        <pc:chgData name="伊達翔互" userId="S::syougo.date@system-exe.jp::482fa4e7-09c4-45af-9097-0faa2ac4cef8" providerId="AD" clId="Web-{A3E97641-0F0E-44CB-B8DA-82D1212A055C}" dt="2025-04-09T07:43:26.187" v="45" actId="1076"/>
        <pc:sldMkLst>
          <pc:docMk/>
          <pc:sldMk cId="3230787738" sldId="940"/>
        </pc:sldMkLst>
      </pc:sldChg>
    </pc:docChg>
  </pc:docChgLst>
  <pc:docChgLst>
    <pc:chgData name="野村康二" userId="S::kouji.nomura@system-exe.jp::acaa808a-f809-4ef9-8028-a2ce14b82415" providerId="AD" clId="Web-{8545228B-490A-E311-D8A0-009DA13C96EB}"/>
    <pc:docChg chg="modSld">
      <pc:chgData name="野村康二" userId="S::kouji.nomura@system-exe.jp::acaa808a-f809-4ef9-8028-a2ce14b82415" providerId="AD" clId="Web-{8545228B-490A-E311-D8A0-009DA13C96EB}" dt="2025-04-11T05:46:33.231" v="52" actId="20577"/>
      <pc:docMkLst>
        <pc:docMk/>
      </pc:docMkLst>
      <pc:sldChg chg="modSp">
        <pc:chgData name="野村康二" userId="S::kouji.nomura@system-exe.jp::acaa808a-f809-4ef9-8028-a2ce14b82415" providerId="AD" clId="Web-{8545228B-490A-E311-D8A0-009DA13C96EB}" dt="2025-04-11T05:46:33.231" v="52" actId="20577"/>
        <pc:sldMkLst>
          <pc:docMk/>
          <pc:sldMk cId="2410374903" sldId="767"/>
        </pc:sldMkLst>
      </pc:sldChg>
      <pc:sldChg chg="modSp">
        <pc:chgData name="野村康二" userId="S::kouji.nomura@system-exe.jp::acaa808a-f809-4ef9-8028-a2ce14b82415" providerId="AD" clId="Web-{8545228B-490A-E311-D8A0-009DA13C96EB}" dt="2025-04-11T05:31:57.505" v="8"/>
        <pc:sldMkLst>
          <pc:docMk/>
          <pc:sldMk cId="286748565" sldId="927"/>
        </pc:sldMkLst>
      </pc:sldChg>
    </pc:docChg>
  </pc:docChgLst>
  <pc:docChgLst>
    <pc:chgData name="髙浦祐朗" userId="S::masaaki.takaura@system-exe.jp::d6d860fe-bc64-411b-9605-a16d1ba875f6" providerId="AD" clId="Web-{8F7A586B-DD48-4C1B-950D-5E209B7EA32F}"/>
    <pc:docChg chg="modSld">
      <pc:chgData name="髙浦祐朗" userId="S::masaaki.takaura@system-exe.jp::d6d860fe-bc64-411b-9605-a16d1ba875f6" providerId="AD" clId="Web-{8F7A586B-DD48-4C1B-950D-5E209B7EA32F}" dt="2025-07-10T08:58:41.894" v="5"/>
      <pc:docMkLst>
        <pc:docMk/>
      </pc:docMkLst>
      <pc:sldChg chg="modSp">
        <pc:chgData name="髙浦祐朗" userId="S::masaaki.takaura@system-exe.jp::d6d860fe-bc64-411b-9605-a16d1ba875f6" providerId="AD" clId="Web-{8F7A586B-DD48-4C1B-950D-5E209B7EA32F}" dt="2025-07-10T08:58:41.894" v="5"/>
        <pc:sldMkLst>
          <pc:docMk/>
          <pc:sldMk cId="2453405637" sldId="923"/>
        </pc:sldMkLst>
        <pc:graphicFrameChg chg="mod modGraphic">
          <ac:chgData name="髙浦祐朗" userId="S::masaaki.takaura@system-exe.jp::d6d860fe-bc64-411b-9605-a16d1ba875f6" providerId="AD" clId="Web-{8F7A586B-DD48-4C1B-950D-5E209B7EA32F}" dt="2025-07-10T08:58:41.894" v="5"/>
          <ac:graphicFrameMkLst>
            <pc:docMk/>
            <pc:sldMk cId="2453405637" sldId="923"/>
            <ac:graphicFrameMk id="9" creationId="{BBA8B256-12B2-6E8C-50F9-31564ECC0266}"/>
          </ac:graphicFrameMkLst>
        </pc:graphicFrameChg>
      </pc:sldChg>
    </pc:docChg>
  </pc:docChgLst>
  <pc:docChgLst>
    <pc:chgData name="石井徹" userId="bd567184-c19d-4717-9194-a1e548d2dddf" providerId="ADAL" clId="{A6E109B0-45E6-40CB-804F-26263FA2468D}"/>
    <pc:docChg chg="undo custSel modSld">
      <pc:chgData name="石井徹" userId="bd567184-c19d-4717-9194-a1e548d2dddf" providerId="ADAL" clId="{A6E109B0-45E6-40CB-804F-26263FA2468D}" dt="2025-06-11T04:44:13.616" v="848" actId="20577"/>
      <pc:docMkLst>
        <pc:docMk/>
      </pc:docMkLst>
      <pc:sldChg chg="modSp mod">
        <pc:chgData name="石井徹" userId="bd567184-c19d-4717-9194-a1e548d2dddf" providerId="ADAL" clId="{A6E109B0-45E6-40CB-804F-26263FA2468D}" dt="2025-06-11T04:30:20.005" v="392" actId="20577"/>
        <pc:sldMkLst>
          <pc:docMk/>
          <pc:sldMk cId="1395438993" sldId="765"/>
        </pc:sldMkLst>
        <pc:spChg chg="mod">
          <ac:chgData name="石井徹" userId="bd567184-c19d-4717-9194-a1e548d2dddf" providerId="ADAL" clId="{A6E109B0-45E6-40CB-804F-26263FA2468D}" dt="2025-06-11T04:29:43.997" v="372" actId="20577"/>
          <ac:spMkLst>
            <pc:docMk/>
            <pc:sldMk cId="1395438993" sldId="765"/>
            <ac:spMk id="5" creationId="{D2781ADA-8500-0BAE-2B15-37819E39CA51}"/>
          </ac:spMkLst>
        </pc:spChg>
        <pc:graphicFrameChg chg="mod modGraphic">
          <ac:chgData name="石井徹" userId="bd567184-c19d-4717-9194-a1e548d2dddf" providerId="ADAL" clId="{A6E109B0-45E6-40CB-804F-26263FA2468D}" dt="2025-06-11T04:30:20.005" v="392" actId="20577"/>
          <ac:graphicFrameMkLst>
            <pc:docMk/>
            <pc:sldMk cId="1395438993" sldId="765"/>
            <ac:graphicFrameMk id="7" creationId="{2864E947-18B0-4839-AED3-D416F628DDF0}"/>
          </ac:graphicFrameMkLst>
        </pc:graphicFrameChg>
      </pc:sldChg>
      <pc:sldChg chg="addSp delSp modSp mod">
        <pc:chgData name="石井徹" userId="bd567184-c19d-4717-9194-a1e548d2dddf" providerId="ADAL" clId="{A6E109B0-45E6-40CB-804F-26263FA2468D}" dt="2025-06-11T04:41:34.061" v="760" actId="14100"/>
        <pc:sldMkLst>
          <pc:docMk/>
          <pc:sldMk cId="3560606343" sldId="766"/>
        </pc:sldMkLst>
        <pc:spChg chg="mod">
          <ac:chgData name="石井徹" userId="bd567184-c19d-4717-9194-a1e548d2dddf" providerId="ADAL" clId="{A6E109B0-45E6-40CB-804F-26263FA2468D}" dt="2025-06-11T03:58:10.547" v="111" actId="14100"/>
          <ac:spMkLst>
            <pc:docMk/>
            <pc:sldMk cId="3560606343" sldId="766"/>
            <ac:spMk id="3" creationId="{AF8A347B-628C-F969-7577-C80ACEACF986}"/>
          </ac:spMkLst>
        </pc:spChg>
        <pc:spChg chg="mod">
          <ac:chgData name="石井徹" userId="bd567184-c19d-4717-9194-a1e548d2dddf" providerId="ADAL" clId="{A6E109B0-45E6-40CB-804F-26263FA2468D}" dt="2025-06-11T03:57:13.516" v="67" actId="1036"/>
          <ac:spMkLst>
            <pc:docMk/>
            <pc:sldMk cId="3560606343" sldId="766"/>
            <ac:spMk id="4" creationId="{BBB2E929-38FA-CD74-16BC-7AB53931C78A}"/>
          </ac:spMkLst>
        </pc:spChg>
        <pc:spChg chg="mod">
          <ac:chgData name="石井徹" userId="bd567184-c19d-4717-9194-a1e548d2dddf" providerId="ADAL" clId="{A6E109B0-45E6-40CB-804F-26263FA2468D}" dt="2025-06-11T03:57:13.516" v="67" actId="1036"/>
          <ac:spMkLst>
            <pc:docMk/>
            <pc:sldMk cId="3560606343" sldId="766"/>
            <ac:spMk id="5" creationId="{A46D36D2-65E5-D5A3-2501-9B26B55D7DFA}"/>
          </ac:spMkLst>
        </pc:spChg>
        <pc:spChg chg="mod">
          <ac:chgData name="石井徹" userId="bd567184-c19d-4717-9194-a1e548d2dddf" providerId="ADAL" clId="{A6E109B0-45E6-40CB-804F-26263FA2468D}" dt="2025-06-11T04:29:23.091" v="359" actId="20577"/>
          <ac:spMkLst>
            <pc:docMk/>
            <pc:sldMk cId="3560606343" sldId="766"/>
            <ac:spMk id="7" creationId="{07A92D67-4F0A-B547-09D2-5372BD30739C}"/>
          </ac:spMkLst>
        </pc:spChg>
        <pc:spChg chg="mod">
          <ac:chgData name="石井徹" userId="bd567184-c19d-4717-9194-a1e548d2dddf" providerId="ADAL" clId="{A6E109B0-45E6-40CB-804F-26263FA2468D}" dt="2025-06-11T03:57:13.516" v="67" actId="1036"/>
          <ac:spMkLst>
            <pc:docMk/>
            <pc:sldMk cId="3560606343" sldId="766"/>
            <ac:spMk id="9" creationId="{6D94B978-DE8C-05CC-5B98-C943643A0BFF}"/>
          </ac:spMkLst>
        </pc:spChg>
        <pc:spChg chg="mod">
          <ac:chgData name="石井徹" userId="bd567184-c19d-4717-9194-a1e548d2dddf" providerId="ADAL" clId="{A6E109B0-45E6-40CB-804F-26263FA2468D}" dt="2025-06-11T04:25:05.198" v="205" actId="1076"/>
          <ac:spMkLst>
            <pc:docMk/>
            <pc:sldMk cId="3560606343" sldId="766"/>
            <ac:spMk id="10" creationId="{916452E6-D222-3049-1E3B-3D45A9B14CAC}"/>
          </ac:spMkLst>
        </pc:spChg>
        <pc:spChg chg="mod">
          <ac:chgData name="石井徹" userId="bd567184-c19d-4717-9194-a1e548d2dddf" providerId="ADAL" clId="{A6E109B0-45E6-40CB-804F-26263FA2468D}" dt="2025-06-11T04:41:30.305" v="759" actId="14100"/>
          <ac:spMkLst>
            <pc:docMk/>
            <pc:sldMk cId="3560606343" sldId="766"/>
            <ac:spMk id="12" creationId="{89D44248-7E62-420A-ABC1-1DB250A810A3}"/>
          </ac:spMkLst>
        </pc:spChg>
        <pc:spChg chg="add mod">
          <ac:chgData name="石井徹" userId="bd567184-c19d-4717-9194-a1e548d2dddf" providerId="ADAL" clId="{A6E109B0-45E6-40CB-804F-26263FA2468D}" dt="2025-06-11T03:59:20.526" v="143" actId="14100"/>
          <ac:spMkLst>
            <pc:docMk/>
            <pc:sldMk cId="3560606343" sldId="766"/>
            <ac:spMk id="17" creationId="{8470FB5A-A365-9392-0DA9-C8155DB8CE04}"/>
          </ac:spMkLst>
        </pc:spChg>
        <pc:spChg chg="add mod">
          <ac:chgData name="石井徹" userId="bd567184-c19d-4717-9194-a1e548d2dddf" providerId="ADAL" clId="{A6E109B0-45E6-40CB-804F-26263FA2468D}" dt="2025-06-11T04:41:27.260" v="758" actId="1076"/>
          <ac:spMkLst>
            <pc:docMk/>
            <pc:sldMk cId="3560606343" sldId="766"/>
            <ac:spMk id="18" creationId="{7D8758E2-AF41-662C-8D51-9724F1F91AC4}"/>
          </ac:spMkLst>
        </pc:spChg>
        <pc:spChg chg="add mod">
          <ac:chgData name="石井徹" userId="bd567184-c19d-4717-9194-a1e548d2dddf" providerId="ADAL" clId="{A6E109B0-45E6-40CB-804F-26263FA2468D}" dt="2025-06-11T04:41:22.905" v="757" actId="1076"/>
          <ac:spMkLst>
            <pc:docMk/>
            <pc:sldMk cId="3560606343" sldId="766"/>
            <ac:spMk id="19" creationId="{3E0D334D-4031-2B86-0587-43C9B6874D61}"/>
          </ac:spMkLst>
        </pc:spChg>
        <pc:spChg chg="add mod">
          <ac:chgData name="石井徹" userId="bd567184-c19d-4717-9194-a1e548d2dddf" providerId="ADAL" clId="{A6E109B0-45E6-40CB-804F-26263FA2468D}" dt="2025-06-11T04:26:02.409" v="212" actId="1037"/>
          <ac:spMkLst>
            <pc:docMk/>
            <pc:sldMk cId="3560606343" sldId="766"/>
            <ac:spMk id="20" creationId="{3D77E4B4-4D4E-36F7-3776-E8AC78B93A11}"/>
          </ac:spMkLst>
        </pc:spChg>
        <pc:spChg chg="mod">
          <ac:chgData name="石井徹" userId="bd567184-c19d-4717-9194-a1e548d2dddf" providerId="ADAL" clId="{A6E109B0-45E6-40CB-804F-26263FA2468D}" dt="2025-06-11T03:58:56.027" v="137" actId="14100"/>
          <ac:spMkLst>
            <pc:docMk/>
            <pc:sldMk cId="3560606343" sldId="766"/>
            <ac:spMk id="21" creationId="{59038B22-3B66-CD3E-AF5C-C94C0B8AF7C4}"/>
          </ac:spMkLst>
        </pc:spChg>
        <pc:spChg chg="mod">
          <ac:chgData name="石井徹" userId="bd567184-c19d-4717-9194-a1e548d2dddf" providerId="ADAL" clId="{A6E109B0-45E6-40CB-804F-26263FA2468D}" dt="2025-06-11T04:25:54.863" v="209" actId="1076"/>
          <ac:spMkLst>
            <pc:docMk/>
            <pc:sldMk cId="3560606343" sldId="766"/>
            <ac:spMk id="24" creationId="{F046CBB6-6C0F-984C-F968-061C8A1398A1}"/>
          </ac:spMkLst>
        </pc:spChg>
        <pc:spChg chg="add mod">
          <ac:chgData name="石井徹" userId="bd567184-c19d-4717-9194-a1e548d2dddf" providerId="ADAL" clId="{A6E109B0-45E6-40CB-804F-26263FA2468D}" dt="2025-06-11T04:37:13.195" v="743" actId="20577"/>
          <ac:spMkLst>
            <pc:docMk/>
            <pc:sldMk cId="3560606343" sldId="766"/>
            <ac:spMk id="25" creationId="{771FA389-D1D0-24BB-9310-CB88A7CD4BCA}"/>
          </ac:spMkLst>
        </pc:spChg>
        <pc:spChg chg="mod">
          <ac:chgData name="石井徹" userId="bd567184-c19d-4717-9194-a1e548d2dddf" providerId="ADAL" clId="{A6E109B0-45E6-40CB-804F-26263FA2468D}" dt="2025-06-11T03:58:56.027" v="137" actId="14100"/>
          <ac:spMkLst>
            <pc:docMk/>
            <pc:sldMk cId="3560606343" sldId="766"/>
            <ac:spMk id="44" creationId="{F552483D-B47E-4672-AAB8-B1378D36B674}"/>
          </ac:spMkLst>
        </pc:spChg>
        <pc:spChg chg="mod">
          <ac:chgData name="石井徹" userId="bd567184-c19d-4717-9194-a1e548d2dddf" providerId="ADAL" clId="{A6E109B0-45E6-40CB-804F-26263FA2468D}" dt="2025-06-11T03:58:56.027" v="137" actId="14100"/>
          <ac:spMkLst>
            <pc:docMk/>
            <pc:sldMk cId="3560606343" sldId="766"/>
            <ac:spMk id="57" creationId="{20A49EAF-2CE6-4079-B03C-1C577E857A47}"/>
          </ac:spMkLst>
        </pc:spChg>
        <pc:spChg chg="mod">
          <ac:chgData name="石井徹" userId="bd567184-c19d-4717-9194-a1e548d2dddf" providerId="ADAL" clId="{A6E109B0-45E6-40CB-804F-26263FA2468D}" dt="2025-06-11T04:41:34.061" v="760" actId="14100"/>
          <ac:spMkLst>
            <pc:docMk/>
            <pc:sldMk cId="3560606343" sldId="766"/>
            <ac:spMk id="58" creationId="{53C1D3EB-1F37-4250-9882-86110A337799}"/>
          </ac:spMkLst>
        </pc:spChg>
        <pc:spChg chg="mod">
          <ac:chgData name="石井徹" userId="bd567184-c19d-4717-9194-a1e548d2dddf" providerId="ADAL" clId="{A6E109B0-45E6-40CB-804F-26263FA2468D}" dt="2025-06-11T04:25:05.198" v="205" actId="1076"/>
          <ac:spMkLst>
            <pc:docMk/>
            <pc:sldMk cId="3560606343" sldId="766"/>
            <ac:spMk id="59" creationId="{FCD1745A-C278-46D2-B2DC-36F7293FBDF5}"/>
          </ac:spMkLst>
        </pc:spChg>
        <pc:spChg chg="mod">
          <ac:chgData name="石井徹" userId="bd567184-c19d-4717-9194-a1e548d2dddf" providerId="ADAL" clId="{A6E109B0-45E6-40CB-804F-26263FA2468D}" dt="2025-06-11T03:58:01.747" v="109" actId="1036"/>
          <ac:spMkLst>
            <pc:docMk/>
            <pc:sldMk cId="3560606343" sldId="766"/>
            <ac:spMk id="65" creationId="{BD30EF20-DD76-491C-9C1C-049E43A5F98D}"/>
          </ac:spMkLst>
        </pc:spChg>
        <pc:spChg chg="mod">
          <ac:chgData name="石井徹" userId="bd567184-c19d-4717-9194-a1e548d2dddf" providerId="ADAL" clId="{A6E109B0-45E6-40CB-804F-26263FA2468D}" dt="2025-06-11T03:58:01.747" v="109" actId="1036"/>
          <ac:spMkLst>
            <pc:docMk/>
            <pc:sldMk cId="3560606343" sldId="766"/>
            <ac:spMk id="66" creationId="{74C58259-AF97-4FA9-B5B0-BC8DF789B1A6}"/>
          </ac:spMkLst>
        </pc:spChg>
        <pc:spChg chg="mod">
          <ac:chgData name="石井徹" userId="bd567184-c19d-4717-9194-a1e548d2dddf" providerId="ADAL" clId="{A6E109B0-45E6-40CB-804F-26263FA2468D}" dt="2025-06-11T03:58:06.675" v="110" actId="14100"/>
          <ac:spMkLst>
            <pc:docMk/>
            <pc:sldMk cId="3560606343" sldId="766"/>
            <ac:spMk id="67" creationId="{FB4B8F02-AA39-4C5D-8827-E7D0659C0BA0}"/>
          </ac:spMkLst>
        </pc:spChg>
        <pc:spChg chg="mod">
          <ac:chgData name="石井徹" userId="bd567184-c19d-4717-9194-a1e548d2dddf" providerId="ADAL" clId="{A6E109B0-45E6-40CB-804F-26263FA2468D}" dt="2025-06-11T03:58:01.747" v="109" actId="1036"/>
          <ac:spMkLst>
            <pc:docMk/>
            <pc:sldMk cId="3560606343" sldId="766"/>
            <ac:spMk id="68" creationId="{2CE90EF2-5134-4007-AE59-A4B3F0074D91}"/>
          </ac:spMkLst>
        </pc:spChg>
        <pc:spChg chg="mod">
          <ac:chgData name="石井徹" userId="bd567184-c19d-4717-9194-a1e548d2dddf" providerId="ADAL" clId="{A6E109B0-45E6-40CB-804F-26263FA2468D}" dt="2025-06-11T04:26:29.300" v="235" actId="20577"/>
          <ac:spMkLst>
            <pc:docMk/>
            <pc:sldMk cId="3560606343" sldId="766"/>
            <ac:spMk id="69" creationId="{C0C98577-4626-460F-9C28-155F32522D99}"/>
          </ac:spMkLst>
        </pc:spChg>
        <pc:spChg chg="mod">
          <ac:chgData name="石井徹" userId="bd567184-c19d-4717-9194-a1e548d2dddf" providerId="ADAL" clId="{A6E109B0-45E6-40CB-804F-26263FA2468D}" dt="2025-06-11T04:25:05.198" v="205" actId="1076"/>
          <ac:spMkLst>
            <pc:docMk/>
            <pc:sldMk cId="3560606343" sldId="766"/>
            <ac:spMk id="70" creationId="{52116367-2110-4948-AAA1-62909B092BBB}"/>
          </ac:spMkLst>
        </pc:spChg>
        <pc:spChg chg="mod">
          <ac:chgData name="石井徹" userId="bd567184-c19d-4717-9194-a1e548d2dddf" providerId="ADAL" clId="{A6E109B0-45E6-40CB-804F-26263FA2468D}" dt="2025-06-11T03:57:54.219" v="95" actId="1036"/>
          <ac:spMkLst>
            <pc:docMk/>
            <pc:sldMk cId="3560606343" sldId="766"/>
            <ac:spMk id="72" creationId="{09357D66-5058-4207-AEC0-24B9E75E37E2}"/>
          </ac:spMkLst>
        </pc:spChg>
        <pc:spChg chg="mod">
          <ac:chgData name="石井徹" userId="bd567184-c19d-4717-9194-a1e548d2dddf" providerId="ADAL" clId="{A6E109B0-45E6-40CB-804F-26263FA2468D}" dt="2025-06-11T04:26:33.166" v="236"/>
          <ac:spMkLst>
            <pc:docMk/>
            <pc:sldMk cId="3560606343" sldId="766"/>
            <ac:spMk id="73" creationId="{0283739E-7F46-424B-AB9F-F899FA91C9B6}"/>
          </ac:spMkLst>
        </pc:spChg>
        <pc:spChg chg="mod">
          <ac:chgData name="石井徹" userId="bd567184-c19d-4717-9194-a1e548d2dddf" providerId="ADAL" clId="{A6E109B0-45E6-40CB-804F-26263FA2468D}" dt="2025-06-11T04:25:05.198" v="205" actId="1076"/>
          <ac:spMkLst>
            <pc:docMk/>
            <pc:sldMk cId="3560606343" sldId="766"/>
            <ac:spMk id="74" creationId="{DEBFAD92-E2F7-40B7-B71B-42C1A806A3F6}"/>
          </ac:spMkLst>
        </pc:spChg>
        <pc:spChg chg="mod">
          <ac:chgData name="石井徹" userId="bd567184-c19d-4717-9194-a1e548d2dddf" providerId="ADAL" clId="{A6E109B0-45E6-40CB-804F-26263FA2468D}" dt="2025-06-11T03:57:43.334" v="87" actId="1036"/>
          <ac:spMkLst>
            <pc:docMk/>
            <pc:sldMk cId="3560606343" sldId="766"/>
            <ac:spMk id="75" creationId="{66FD0A79-9EFA-4C20-ABE4-47DC4CFF7BBF}"/>
          </ac:spMkLst>
        </pc:spChg>
        <pc:spChg chg="mod">
          <ac:chgData name="石井徹" userId="bd567184-c19d-4717-9194-a1e548d2dddf" providerId="ADAL" clId="{A6E109B0-45E6-40CB-804F-26263FA2468D}" dt="2025-06-11T03:57:43.334" v="87" actId="1036"/>
          <ac:spMkLst>
            <pc:docMk/>
            <pc:sldMk cId="3560606343" sldId="766"/>
            <ac:spMk id="76" creationId="{04F4E6CD-7E9D-4D41-9D27-AE1F41C5CE8E}"/>
          </ac:spMkLst>
        </pc:spChg>
        <pc:spChg chg="mod">
          <ac:chgData name="石井徹" userId="bd567184-c19d-4717-9194-a1e548d2dddf" providerId="ADAL" clId="{A6E109B0-45E6-40CB-804F-26263FA2468D}" dt="2025-06-11T04:26:37.514" v="238"/>
          <ac:spMkLst>
            <pc:docMk/>
            <pc:sldMk cId="3560606343" sldId="766"/>
            <ac:spMk id="81" creationId="{B9D6D4CA-DEE1-480C-A4C9-2D1E3963CDD9}"/>
          </ac:spMkLst>
        </pc:spChg>
        <pc:spChg chg="mod">
          <ac:chgData name="石井徹" userId="bd567184-c19d-4717-9194-a1e548d2dddf" providerId="ADAL" clId="{A6E109B0-45E6-40CB-804F-26263FA2468D}" dt="2025-06-11T03:57:13.516" v="67" actId="1036"/>
          <ac:spMkLst>
            <pc:docMk/>
            <pc:sldMk cId="3560606343" sldId="766"/>
            <ac:spMk id="82" creationId="{EBE9E32B-F777-404A-9C9F-836B66600CE7}"/>
          </ac:spMkLst>
        </pc:spChg>
        <pc:graphicFrameChg chg="mod modGraphic">
          <ac:chgData name="石井徹" userId="bd567184-c19d-4717-9194-a1e548d2dddf" providerId="ADAL" clId="{A6E109B0-45E6-40CB-804F-26263FA2468D}" dt="2025-06-11T04:01:30.036" v="176" actId="14100"/>
          <ac:graphicFrameMkLst>
            <pc:docMk/>
            <pc:sldMk cId="3560606343" sldId="766"/>
            <ac:graphicFrameMk id="6" creationId="{1B9651D0-1C8B-452E-8B2F-91E497A82D84}"/>
          </ac:graphicFrameMkLst>
        </pc:graphicFrameChg>
      </pc:sldChg>
      <pc:sldChg chg="modSp mod">
        <pc:chgData name="石井徹" userId="bd567184-c19d-4717-9194-a1e548d2dddf" providerId="ADAL" clId="{A6E109B0-45E6-40CB-804F-26263FA2468D}" dt="2025-06-11T04:29:17.526" v="355" actId="20577"/>
        <pc:sldMkLst>
          <pc:docMk/>
          <pc:sldMk cId="286748565" sldId="927"/>
        </pc:sldMkLst>
        <pc:spChg chg="mod">
          <ac:chgData name="石井徹" userId="bd567184-c19d-4717-9194-a1e548d2dddf" providerId="ADAL" clId="{A6E109B0-45E6-40CB-804F-26263FA2468D}" dt="2025-06-11T04:29:17.526" v="355" actId="20577"/>
          <ac:spMkLst>
            <pc:docMk/>
            <pc:sldMk cId="286748565" sldId="927"/>
            <ac:spMk id="3" creationId="{00000000-0000-0000-0000-000000000000}"/>
          </ac:spMkLst>
        </pc:spChg>
        <pc:graphicFrameChg chg="modGraphic">
          <ac:chgData name="石井徹" userId="bd567184-c19d-4717-9194-a1e548d2dddf" providerId="ADAL" clId="{A6E109B0-45E6-40CB-804F-26263FA2468D}" dt="2025-06-11T04:23:59.872" v="204" actId="14734"/>
          <ac:graphicFrameMkLst>
            <pc:docMk/>
            <pc:sldMk cId="286748565" sldId="927"/>
            <ac:graphicFrameMk id="7" creationId="{2864E947-18B0-4839-AED3-D416F628DDF0}"/>
          </ac:graphicFrameMkLst>
        </pc:graphicFrameChg>
      </pc:sldChg>
      <pc:sldChg chg="modSp mod">
        <pc:chgData name="石井徹" userId="bd567184-c19d-4717-9194-a1e548d2dddf" providerId="ADAL" clId="{A6E109B0-45E6-40CB-804F-26263FA2468D}" dt="2025-06-11T04:29:28.801" v="363" actId="20577"/>
        <pc:sldMkLst>
          <pc:docMk/>
          <pc:sldMk cId="2399073518" sldId="929"/>
        </pc:sldMkLst>
        <pc:spChg chg="mod">
          <ac:chgData name="石井徹" userId="bd567184-c19d-4717-9194-a1e548d2dddf" providerId="ADAL" clId="{A6E109B0-45E6-40CB-804F-26263FA2468D}" dt="2025-06-11T04:29:28.801" v="363" actId="20577"/>
          <ac:spMkLst>
            <pc:docMk/>
            <pc:sldMk cId="2399073518" sldId="929"/>
            <ac:spMk id="3" creationId="{00000000-0000-0000-0000-000000000000}"/>
          </ac:spMkLst>
        </pc:spChg>
      </pc:sldChg>
      <pc:sldChg chg="addSp modSp mod">
        <pc:chgData name="石井徹" userId="bd567184-c19d-4717-9194-a1e548d2dddf" providerId="ADAL" clId="{A6E109B0-45E6-40CB-804F-26263FA2468D}" dt="2025-06-11T04:38:03.531" v="755" actId="1076"/>
        <pc:sldMkLst>
          <pc:docMk/>
          <pc:sldMk cId="792472682" sldId="934"/>
        </pc:sldMkLst>
        <pc:spChg chg="mod">
          <ac:chgData name="石井徹" userId="bd567184-c19d-4717-9194-a1e548d2dddf" providerId="ADAL" clId="{A6E109B0-45E6-40CB-804F-26263FA2468D}" dt="2025-06-11T04:29:03.466" v="347" actId="20577"/>
          <ac:spMkLst>
            <pc:docMk/>
            <pc:sldMk cId="792472682" sldId="934"/>
            <ac:spMk id="12" creationId="{FB9395C0-3B33-2DF1-D93D-2AF5019AB575}"/>
          </ac:spMkLst>
        </pc:spChg>
        <pc:spChg chg="mod">
          <ac:chgData name="石井徹" userId="bd567184-c19d-4717-9194-a1e548d2dddf" providerId="ADAL" clId="{A6E109B0-45E6-40CB-804F-26263FA2468D}" dt="2025-06-11T04:38:03.531" v="755" actId="1076"/>
          <ac:spMkLst>
            <pc:docMk/>
            <pc:sldMk cId="792472682" sldId="934"/>
            <ac:spMk id="13" creationId="{B8B3A81D-32E4-C28F-0D4C-EB7D2165E764}"/>
          </ac:spMkLst>
        </pc:spChg>
      </pc:sldChg>
      <pc:sldChg chg="modSp mod">
        <pc:chgData name="石井徹" userId="bd567184-c19d-4717-9194-a1e548d2dddf" providerId="ADAL" clId="{A6E109B0-45E6-40CB-804F-26263FA2468D}" dt="2025-06-11T04:29:34.212" v="367" actId="20577"/>
        <pc:sldMkLst>
          <pc:docMk/>
          <pc:sldMk cId="3230787738" sldId="940"/>
        </pc:sldMkLst>
        <pc:spChg chg="mod">
          <ac:chgData name="石井徹" userId="bd567184-c19d-4717-9194-a1e548d2dddf" providerId="ADAL" clId="{A6E109B0-45E6-40CB-804F-26263FA2468D}" dt="2025-06-11T04:29:34.212" v="367" actId="20577"/>
          <ac:spMkLst>
            <pc:docMk/>
            <pc:sldMk cId="3230787738" sldId="940"/>
            <ac:spMk id="5" creationId="{D2781ADA-8500-0BAE-2B15-37819E39CA51}"/>
          </ac:spMkLst>
        </pc:spChg>
      </pc:sldChg>
      <pc:sldChg chg="modSp mod">
        <pc:chgData name="石井徹" userId="bd567184-c19d-4717-9194-a1e548d2dddf" providerId="ADAL" clId="{A6E109B0-45E6-40CB-804F-26263FA2468D}" dt="2025-06-11T04:37:28.262" v="752"/>
        <pc:sldMkLst>
          <pc:docMk/>
          <pc:sldMk cId="224871382" sldId="941"/>
        </pc:sldMkLst>
        <pc:spChg chg="mod">
          <ac:chgData name="石井徹" userId="bd567184-c19d-4717-9194-a1e548d2dddf" providerId="ADAL" clId="{A6E109B0-45E6-40CB-804F-26263FA2468D}" dt="2025-06-11T04:37:20.805" v="750" actId="20577"/>
          <ac:spMkLst>
            <pc:docMk/>
            <pc:sldMk cId="224871382" sldId="941"/>
            <ac:spMk id="8" creationId="{162DDAB1-30FB-5862-5085-9D9053E925EE}"/>
          </ac:spMkLst>
        </pc:spChg>
        <pc:spChg chg="mod">
          <ac:chgData name="石井徹" userId="bd567184-c19d-4717-9194-a1e548d2dddf" providerId="ADAL" clId="{A6E109B0-45E6-40CB-804F-26263FA2468D}" dt="2025-06-11T04:37:28.262" v="752"/>
          <ac:spMkLst>
            <pc:docMk/>
            <pc:sldMk cId="224871382" sldId="941"/>
            <ac:spMk id="10" creationId="{DCAC9ACA-5423-B0AC-DE23-A6460180AF1D}"/>
          </ac:spMkLst>
        </pc:spChg>
        <pc:spChg chg="mod">
          <ac:chgData name="石井徹" userId="bd567184-c19d-4717-9194-a1e548d2dddf" providerId="ADAL" clId="{A6E109B0-45E6-40CB-804F-26263FA2468D}" dt="2025-06-11T04:29:11.250" v="351" actId="20577"/>
          <ac:spMkLst>
            <pc:docMk/>
            <pc:sldMk cId="224871382" sldId="941"/>
            <ac:spMk id="30" creationId="{67BF35A6-89A9-CCA6-81CA-071B8A3D2D35}"/>
          </ac:spMkLst>
        </pc:spChg>
        <pc:spChg chg="mod">
          <ac:chgData name="石井徹" userId="bd567184-c19d-4717-9194-a1e548d2dddf" providerId="ADAL" clId="{A6E109B0-45E6-40CB-804F-26263FA2468D}" dt="2025-06-11T03:52:12.017" v="5" actId="1076"/>
          <ac:spMkLst>
            <pc:docMk/>
            <pc:sldMk cId="224871382" sldId="941"/>
            <ac:spMk id="33" creationId="{00000000-0000-0000-0000-000000000000}"/>
          </ac:spMkLst>
        </pc:spChg>
      </pc:sldChg>
      <pc:sldChg chg="modSp mod">
        <pc:chgData name="石井徹" userId="bd567184-c19d-4717-9194-a1e548d2dddf" providerId="ADAL" clId="{A6E109B0-45E6-40CB-804F-26263FA2468D}" dt="2025-06-11T04:44:13.616" v="848" actId="20577"/>
        <pc:sldMkLst>
          <pc:docMk/>
          <pc:sldMk cId="1134005045" sldId="942"/>
        </pc:sldMkLst>
        <pc:spChg chg="mod">
          <ac:chgData name="石井徹" userId="bd567184-c19d-4717-9194-a1e548d2dddf" providerId="ADAL" clId="{A6E109B0-45E6-40CB-804F-26263FA2468D}" dt="2025-06-11T04:33:03.844" v="398" actId="20577"/>
          <ac:spMkLst>
            <pc:docMk/>
            <pc:sldMk cId="1134005045" sldId="942"/>
            <ac:spMk id="5" creationId="{C6E4EA66-FF2A-1845-AD4F-F560C4359FDE}"/>
          </ac:spMkLst>
        </pc:spChg>
        <pc:graphicFrameChg chg="mod modGraphic">
          <ac:chgData name="石井徹" userId="bd567184-c19d-4717-9194-a1e548d2dddf" providerId="ADAL" clId="{A6E109B0-45E6-40CB-804F-26263FA2468D}" dt="2025-06-11T04:44:13.616" v="848" actId="20577"/>
          <ac:graphicFrameMkLst>
            <pc:docMk/>
            <pc:sldMk cId="1134005045" sldId="942"/>
            <ac:graphicFrameMk id="7" creationId="{C2D8386A-4FC1-438A-A2A3-47070AF36BB7}"/>
          </ac:graphicFrameMkLst>
        </pc:graphicFrameChg>
      </pc:sldChg>
    </pc:docChg>
  </pc:docChgLst>
  <pc:docChgLst>
    <pc:chgData name="野村康二" userId="S::kouji.nomura@system-exe.jp::acaa808a-f809-4ef9-8028-a2ce14b82415" providerId="AD" clId="Web-{94BEFC35-8C34-5465-03D6-7AA3E29B0A95}"/>
    <pc:docChg chg="modSld">
      <pc:chgData name="野村康二" userId="S::kouji.nomura@system-exe.jp::acaa808a-f809-4ef9-8028-a2ce14b82415" providerId="AD" clId="Web-{94BEFC35-8C34-5465-03D6-7AA3E29B0A95}" dt="2025-04-09T03:05:40.839" v="137" actId="20577"/>
      <pc:docMkLst>
        <pc:docMk/>
      </pc:docMkLst>
      <pc:sldChg chg="modSp">
        <pc:chgData name="野村康二" userId="S::kouji.nomura@system-exe.jp::acaa808a-f809-4ef9-8028-a2ce14b82415" providerId="AD" clId="Web-{94BEFC35-8C34-5465-03D6-7AA3E29B0A95}" dt="2025-04-09T02:42:25.776" v="84"/>
        <pc:sldMkLst>
          <pc:docMk/>
          <pc:sldMk cId="1395438993" sldId="765"/>
        </pc:sldMkLst>
      </pc:sldChg>
      <pc:sldChg chg="modSp">
        <pc:chgData name="野村康二" userId="S::kouji.nomura@system-exe.jp::acaa808a-f809-4ef9-8028-a2ce14b82415" providerId="AD" clId="Web-{94BEFC35-8C34-5465-03D6-7AA3E29B0A95}" dt="2025-04-09T02:59:13.248" v="109" actId="20577"/>
        <pc:sldMkLst>
          <pc:docMk/>
          <pc:sldMk cId="2410374903" sldId="767"/>
        </pc:sldMkLst>
      </pc:sldChg>
      <pc:sldChg chg="addSp delSp modSp">
        <pc:chgData name="野村康二" userId="S::kouji.nomura@system-exe.jp::acaa808a-f809-4ef9-8028-a2ce14b82415" providerId="AD" clId="Web-{94BEFC35-8C34-5465-03D6-7AA3E29B0A95}" dt="2025-04-09T03:04:36.790" v="126" actId="20577"/>
        <pc:sldMkLst>
          <pc:docMk/>
          <pc:sldMk cId="804980288" sldId="932"/>
        </pc:sldMkLst>
      </pc:sldChg>
      <pc:sldChg chg="modSp">
        <pc:chgData name="野村康二" userId="S::kouji.nomura@system-exe.jp::acaa808a-f809-4ef9-8028-a2ce14b82415" providerId="AD" clId="Web-{94BEFC35-8C34-5465-03D6-7AA3E29B0A95}" dt="2025-04-09T03:04:29.977" v="125" actId="20577"/>
        <pc:sldMkLst>
          <pc:docMk/>
          <pc:sldMk cId="792472682" sldId="934"/>
        </pc:sldMkLst>
      </pc:sldChg>
      <pc:sldChg chg="addSp delSp modSp">
        <pc:chgData name="野村康二" userId="S::kouji.nomura@system-exe.jp::acaa808a-f809-4ef9-8028-a2ce14b82415" providerId="AD" clId="Web-{94BEFC35-8C34-5465-03D6-7AA3E29B0A95}" dt="2025-04-09T03:05:40.839" v="137" actId="20577"/>
        <pc:sldMkLst>
          <pc:docMk/>
          <pc:sldMk cId="523850203" sldId="937"/>
        </pc:sldMkLst>
      </pc:sldChg>
    </pc:docChg>
  </pc:docChgLst>
  <pc:docChgLst>
    <pc:chgData name="髙浦祐朗" userId="d6d860fe-bc64-411b-9605-a16d1ba875f6" providerId="ADAL" clId="{5409C2BA-C2FD-4738-BE61-A0F02FB7E697}"/>
    <pc:docChg chg="custSel modSld">
      <pc:chgData name="髙浦祐朗" userId="d6d860fe-bc64-411b-9605-a16d1ba875f6" providerId="ADAL" clId="{5409C2BA-C2FD-4738-BE61-A0F02FB7E697}" dt="2025-03-27T07:12:53.067" v="2" actId="207"/>
      <pc:docMkLst>
        <pc:docMk/>
      </pc:docMkLst>
      <pc:sldChg chg="modSp mod">
        <pc:chgData name="髙浦祐朗" userId="d6d860fe-bc64-411b-9605-a16d1ba875f6" providerId="ADAL" clId="{5409C2BA-C2FD-4738-BE61-A0F02FB7E697}" dt="2025-03-27T07:12:53.067" v="2" actId="207"/>
        <pc:sldMkLst>
          <pc:docMk/>
          <pc:sldMk cId="286748565" sldId="927"/>
        </pc:sldMkLst>
      </pc:sldChg>
      <pc:sldChg chg="modSp mod">
        <pc:chgData name="髙浦祐朗" userId="d6d860fe-bc64-411b-9605-a16d1ba875f6" providerId="ADAL" clId="{5409C2BA-C2FD-4738-BE61-A0F02FB7E697}" dt="2025-03-27T07:11:40.640" v="0" actId="404"/>
        <pc:sldMkLst>
          <pc:docMk/>
          <pc:sldMk cId="2399073518" sldId="929"/>
        </pc:sldMkLst>
      </pc:sldChg>
    </pc:docChg>
  </pc:docChgLst>
  <pc:docChgLst>
    <pc:chgData name="野村康二" userId="S::kouji.nomura@system-exe.jp::acaa808a-f809-4ef9-8028-a2ce14b82415" providerId="AD" clId="Web-{4FB89DA9-CB0A-9099-5332-82652819B394}"/>
    <pc:docChg chg="addSld modSld">
      <pc:chgData name="野村康二" userId="S::kouji.nomura@system-exe.jp::acaa808a-f809-4ef9-8028-a2ce14b82415" providerId="AD" clId="Web-{4FB89DA9-CB0A-9099-5332-82652819B394}" dt="2025-04-09T07:34:14.663" v="306"/>
      <pc:docMkLst>
        <pc:docMk/>
      </pc:docMkLst>
      <pc:sldChg chg="addSp delSp modSp add replId">
        <pc:chgData name="野村康二" userId="S::kouji.nomura@system-exe.jp::acaa808a-f809-4ef9-8028-a2ce14b82415" providerId="AD" clId="Web-{4FB89DA9-CB0A-9099-5332-82652819B394}" dt="2025-04-09T07:34:14.663" v="306"/>
        <pc:sldMkLst>
          <pc:docMk/>
          <pc:sldMk cId="1134005045" sldId="942"/>
        </pc:sldMkLst>
      </pc:sldChg>
    </pc:docChg>
  </pc:docChgLst>
  <pc:docChgLst>
    <pc:chgData name="野村康二" userId="S::kouji.nomura@system-exe.jp::acaa808a-f809-4ef9-8028-a2ce14b82415" providerId="AD" clId="Web-{82483AF7-0EE6-A63D-7784-04ACD301D2C7}"/>
    <pc:docChg chg="modSld">
      <pc:chgData name="野村康二" userId="S::kouji.nomura@system-exe.jp::acaa808a-f809-4ef9-8028-a2ce14b82415" providerId="AD" clId="Web-{82483AF7-0EE6-A63D-7784-04ACD301D2C7}" dt="2025-04-11T08:25:25.516" v="40" actId="20577"/>
      <pc:docMkLst>
        <pc:docMk/>
      </pc:docMkLst>
      <pc:sldChg chg="modSp">
        <pc:chgData name="野村康二" userId="S::kouji.nomura@system-exe.jp::acaa808a-f809-4ef9-8028-a2ce14b82415" providerId="AD" clId="Web-{82483AF7-0EE6-A63D-7784-04ACD301D2C7}" dt="2025-04-11T08:25:25.516" v="40" actId="20577"/>
        <pc:sldMkLst>
          <pc:docMk/>
          <pc:sldMk cId="2410374903" sldId="767"/>
        </pc:sldMkLst>
      </pc:sldChg>
      <pc:sldChg chg="modSp">
        <pc:chgData name="野村康二" userId="S::kouji.nomura@system-exe.jp::acaa808a-f809-4ef9-8028-a2ce14b82415" providerId="AD" clId="Web-{82483AF7-0EE6-A63D-7784-04ACD301D2C7}" dt="2025-04-11T08:24:01.045" v="15"/>
        <pc:sldMkLst>
          <pc:docMk/>
          <pc:sldMk cId="3230787738" sldId="940"/>
        </pc:sldMkLst>
      </pc:sldChg>
    </pc:docChg>
  </pc:docChgLst>
  <pc:docChgLst>
    <pc:chgData name="康二 野村" userId="acaa808a-f809-4ef9-8028-a2ce14b82415" providerId="ADAL" clId="{D5ACC3A6-126D-408E-890A-175055D8E9AA}"/>
    <pc:docChg chg="undo custSel addSld delSld modSld">
      <pc:chgData name="康二 野村" userId="acaa808a-f809-4ef9-8028-a2ce14b82415" providerId="ADAL" clId="{D5ACC3A6-126D-408E-890A-175055D8E9AA}" dt="2025-04-09T07:40:33.878" v="507" actId="20577"/>
      <pc:docMkLst>
        <pc:docMk/>
      </pc:docMkLst>
      <pc:sldChg chg="modSp">
        <pc:chgData name="康二 野村" userId="acaa808a-f809-4ef9-8028-a2ce14b82415" providerId="ADAL" clId="{D5ACC3A6-126D-408E-890A-175055D8E9AA}" dt="2025-04-09T07:40:18.923" v="497" actId="20577"/>
        <pc:sldMkLst>
          <pc:docMk/>
          <pc:sldMk cId="1395438993" sldId="765"/>
        </pc:sldMkLst>
      </pc:sldChg>
      <pc:sldChg chg="modSp">
        <pc:chgData name="康二 野村" userId="acaa808a-f809-4ef9-8028-a2ce14b82415" providerId="ADAL" clId="{D5ACC3A6-126D-408E-890A-175055D8E9AA}" dt="2025-04-09T07:40:28.709" v="504" actId="20577"/>
        <pc:sldMkLst>
          <pc:docMk/>
          <pc:sldMk cId="2453405637" sldId="923"/>
        </pc:sldMkLst>
      </pc:sldChg>
      <pc:sldChg chg="addSp delSp modSp">
        <pc:chgData name="康二 野村" userId="acaa808a-f809-4ef9-8028-a2ce14b82415" providerId="ADAL" clId="{D5ACC3A6-126D-408E-890A-175055D8E9AA}" dt="2025-04-09T04:58:37.576" v="53" actId="166"/>
        <pc:sldMkLst>
          <pc:docMk/>
          <pc:sldMk cId="804980288" sldId="932"/>
        </pc:sldMkLst>
      </pc:sldChg>
      <pc:sldChg chg="delSp modSp del">
        <pc:chgData name="康二 野村" userId="acaa808a-f809-4ef9-8028-a2ce14b82415" providerId="ADAL" clId="{D5ACC3A6-126D-408E-890A-175055D8E9AA}" dt="2025-04-09T05:00:31.828" v="68" actId="2696"/>
        <pc:sldMkLst>
          <pc:docMk/>
          <pc:sldMk cId="523850203" sldId="937"/>
        </pc:sldMkLst>
      </pc:sldChg>
      <pc:sldChg chg="modSp">
        <pc:chgData name="康二 野村" userId="acaa808a-f809-4ef9-8028-a2ce14b82415" providerId="ADAL" clId="{D5ACC3A6-126D-408E-890A-175055D8E9AA}" dt="2025-04-09T07:40:33.878" v="507" actId="20577"/>
        <pc:sldMkLst>
          <pc:docMk/>
          <pc:sldMk cId="1416581463" sldId="939"/>
        </pc:sldMkLst>
      </pc:sldChg>
      <pc:sldChg chg="addSp delSp modSp add">
        <pc:chgData name="康二 野村" userId="acaa808a-f809-4ef9-8028-a2ce14b82415" providerId="ADAL" clId="{D5ACC3A6-126D-408E-890A-175055D8E9AA}" dt="2025-04-09T05:00:36.707" v="69" actId="20577"/>
        <pc:sldMkLst>
          <pc:docMk/>
          <pc:sldMk cId="224871382" sldId="941"/>
        </pc:sldMkLst>
      </pc:sldChg>
      <pc:sldChg chg="addSp modSp">
        <pc:chgData name="康二 野村" userId="acaa808a-f809-4ef9-8028-a2ce14b82415" providerId="ADAL" clId="{D5ACC3A6-126D-408E-890A-175055D8E9AA}" dt="2025-04-09T07:40:08.276" v="490" actId="20577"/>
        <pc:sldMkLst>
          <pc:docMk/>
          <pc:sldMk cId="1134005045" sldId="94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2025/7/11</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2025/7/11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2025/4/1</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2025/4/1</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2025/4/1</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p:txBody>
          <a:bodyPr>
            <a:noAutofit/>
          </a:bodyPr>
          <a:lstStyle/>
          <a:p>
            <a:r>
              <a:rPr lang="ja-JP" altLang="en-US" dirty="0"/>
              <a:t>概算御見積</a:t>
            </a:r>
            <a:r>
              <a:rPr kumimoji="1" lang="en-US" altLang="ja-JP" sz="2800" dirty="0"/>
              <a:t>(</a:t>
            </a:r>
            <a:r>
              <a:rPr kumimoji="1" lang="ja-JP" altLang="en-US" sz="2800" dirty="0"/>
              <a:t>第</a:t>
            </a:r>
            <a:r>
              <a:rPr kumimoji="1" lang="en-US" altLang="ja-JP" sz="2800" dirty="0"/>
              <a:t>1.1</a:t>
            </a:r>
            <a:r>
              <a:rPr kumimoji="1" lang="ja-JP" altLang="en-US" sz="2800" dirty="0"/>
              <a:t>版）</a:t>
            </a:r>
            <a:endParaRPr kumimoji="1" lang="ja-JP" altLang="en-US" sz="4400" dirty="0"/>
          </a:p>
        </p:txBody>
      </p:sp>
      <p:sp>
        <p:nvSpPr>
          <p:cNvPr id="4" name="サブタイトル 3"/>
          <p:cNvSpPr>
            <a:spLocks noGrp="1"/>
          </p:cNvSpPr>
          <p:nvPr>
            <p:ph type="subTitle" idx="1"/>
          </p:nvPr>
        </p:nvSpPr>
        <p:spPr>
          <a:xfrm>
            <a:off x="576000" y="2562045"/>
            <a:ext cx="8640000" cy="701955"/>
          </a:xfrm>
        </p:spPr>
        <p:txBody>
          <a:bodyPr>
            <a:normAutofit fontScale="92500"/>
          </a:bodyPr>
          <a:lstStyle/>
          <a:p>
            <a:r>
              <a:rPr lang="en-US" altLang="ja-JP" sz="3200" dirty="0"/>
              <a:t>PIMSDB</a:t>
            </a:r>
            <a:r>
              <a:rPr lang="ja-JP" altLang="en-US" sz="3200" dirty="0"/>
              <a:t>更新に伴う周辺システムの対応（徳山）</a:t>
            </a:r>
            <a:endParaRPr kumimoji="1" lang="ja-JP" altLang="en-US" sz="3200" dirty="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2025/7/11</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プロジェクトの背景と目的</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dirty="0"/>
              <a:t>2025/7/11</a:t>
            </a:r>
            <a:endParaRPr lang="en-US" dirty="0"/>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37200" y="935143"/>
            <a:ext cx="10980000" cy="5376321"/>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dirty="0"/>
              <a:t>■プロジェクトの背景</a:t>
            </a:r>
            <a:endParaRPr lang="en-US" altLang="ja-JP" b="1" dirty="0"/>
          </a:p>
          <a:p>
            <a:r>
              <a:rPr lang="ja-JP" altLang="en-US" dirty="0">
                <a:latin typeface="游ゴシック"/>
                <a:ea typeface="游ゴシック"/>
              </a:rPr>
              <a:t>　「情報系</a:t>
            </a:r>
            <a:r>
              <a:rPr lang="en-US" altLang="ja-JP" dirty="0">
                <a:latin typeface="游ゴシック"/>
                <a:ea typeface="游ゴシック"/>
              </a:rPr>
              <a:t>PIMS</a:t>
            </a:r>
            <a:r>
              <a:rPr lang="ja-JP" altLang="en-US" dirty="0">
                <a:latin typeface="游ゴシック"/>
                <a:ea typeface="游ゴシック"/>
              </a:rPr>
              <a:t>サーバ」は、館林データセンター内に構築されており</a:t>
            </a:r>
            <a:r>
              <a:rPr lang="en-US" altLang="ja-JP" dirty="0">
                <a:latin typeface="游ゴシック"/>
                <a:ea typeface="游ゴシック"/>
              </a:rPr>
              <a:t>2026年1</a:t>
            </a:r>
            <a:r>
              <a:rPr lang="ja-JP" altLang="en-US" dirty="0">
                <a:latin typeface="游ゴシック"/>
                <a:ea typeface="游ゴシック"/>
              </a:rPr>
              <a:t>月までに</a:t>
            </a:r>
            <a:endParaRPr lang="en-US" altLang="ja-JP" dirty="0">
              <a:latin typeface="游ゴシック"/>
              <a:ea typeface="游ゴシック"/>
            </a:endParaRPr>
          </a:p>
          <a:p>
            <a:r>
              <a:rPr lang="ja-JP" altLang="en-US" dirty="0">
                <a:latin typeface="游ゴシック"/>
                <a:ea typeface="游ゴシック"/>
              </a:rPr>
              <a:t>　</a:t>
            </a:r>
            <a:r>
              <a:rPr lang="en-US" altLang="ja-JP" dirty="0">
                <a:latin typeface="游ゴシック"/>
                <a:ea typeface="游ゴシック"/>
              </a:rPr>
              <a:t>Azure</a:t>
            </a:r>
            <a:r>
              <a:rPr lang="ja-JP" altLang="en-US" dirty="0">
                <a:latin typeface="游ゴシック"/>
                <a:ea typeface="游ゴシック"/>
              </a:rPr>
              <a:t>環境へサーバ移設予定となっている。</a:t>
            </a:r>
            <a:br>
              <a:rPr lang="en-US" altLang="ja-JP" dirty="0"/>
            </a:br>
            <a:r>
              <a:rPr lang="ja-JP" altLang="en-US" dirty="0">
                <a:latin typeface="游ゴシック"/>
                <a:ea typeface="游ゴシック"/>
              </a:rPr>
              <a:t>　それに伴い、以下の</a:t>
            </a:r>
            <a:r>
              <a:rPr lang="en-US" altLang="ja-JP" dirty="0">
                <a:latin typeface="游ゴシック"/>
                <a:ea typeface="游ゴシック"/>
              </a:rPr>
              <a:t>PIMS</a:t>
            </a:r>
            <a:r>
              <a:rPr lang="ja-JP" altLang="en-US" dirty="0">
                <a:latin typeface="游ゴシック"/>
                <a:ea typeface="游ゴシック"/>
              </a:rPr>
              <a:t>へデータアクセスしているシステムの接続先変更が必要となる。</a:t>
            </a:r>
            <a:br>
              <a:rPr lang="en-US" altLang="ja-JP" dirty="0"/>
            </a:br>
            <a:r>
              <a:rPr lang="ja-JP" altLang="en-US" dirty="0">
                <a:latin typeface="游ゴシック"/>
                <a:ea typeface="游ゴシック"/>
              </a:rPr>
              <a:t>　・</a:t>
            </a:r>
            <a:r>
              <a:rPr lang="en-US" altLang="ja-JP" dirty="0" err="1">
                <a:latin typeface="游ゴシック"/>
                <a:ea typeface="游ゴシック"/>
              </a:rPr>
              <a:t>XenAPP</a:t>
            </a:r>
            <a:r>
              <a:rPr lang="ja-JP" altLang="en-US" dirty="0">
                <a:latin typeface="游ゴシック"/>
                <a:ea typeface="游ゴシック"/>
              </a:rPr>
              <a:t>（</a:t>
            </a:r>
            <a:r>
              <a:rPr lang="en-US" altLang="ja-JP" dirty="0">
                <a:latin typeface="游ゴシック"/>
                <a:ea typeface="游ゴシック"/>
              </a:rPr>
              <a:t>XenApp</a:t>
            </a:r>
            <a:r>
              <a:rPr lang="ja-JP" altLang="en-US" dirty="0">
                <a:latin typeface="游ゴシック"/>
                <a:ea typeface="游ゴシック"/>
              </a:rPr>
              <a:t>内で使用している徳山</a:t>
            </a:r>
            <a:r>
              <a:rPr lang="en-US" altLang="ja-JP" dirty="0">
                <a:latin typeface="游ゴシック"/>
                <a:ea typeface="游ゴシック"/>
              </a:rPr>
              <a:t>Excel</a:t>
            </a:r>
            <a:r>
              <a:rPr lang="ja-JP" altLang="en-US" dirty="0">
                <a:latin typeface="游ゴシック"/>
                <a:ea typeface="游ゴシック"/>
              </a:rPr>
              <a:t>マクロ）</a:t>
            </a:r>
            <a:endParaRPr lang="en-US" altLang="ja-JP" dirty="0"/>
          </a:p>
          <a:p>
            <a:r>
              <a:rPr lang="ja-JP" altLang="en-US" b="1" dirty="0"/>
              <a:t>■プロジェクトの目的、作業内容</a:t>
            </a:r>
            <a:endParaRPr lang="en-US" altLang="ja-JP" b="1" dirty="0"/>
          </a:p>
          <a:p>
            <a:r>
              <a:rPr lang="ja-JP" altLang="en-US" dirty="0">
                <a:latin typeface="游ゴシック"/>
                <a:ea typeface="游ゴシック"/>
              </a:rPr>
              <a:t>　</a:t>
            </a:r>
            <a:r>
              <a:rPr lang="en-US" altLang="ja-JP" dirty="0">
                <a:latin typeface="游ゴシック"/>
                <a:ea typeface="游ゴシック"/>
              </a:rPr>
              <a:t>Azure</a:t>
            </a:r>
            <a:r>
              <a:rPr lang="ja-JP" altLang="en-US" dirty="0">
                <a:latin typeface="游ゴシック"/>
                <a:ea typeface="游ゴシック"/>
              </a:rPr>
              <a:t>環境に移設された新情報系</a:t>
            </a:r>
            <a:r>
              <a:rPr lang="en-US" altLang="ja-JP" dirty="0">
                <a:latin typeface="游ゴシック"/>
                <a:ea typeface="游ゴシック"/>
              </a:rPr>
              <a:t>PIMS</a:t>
            </a:r>
            <a:r>
              <a:rPr lang="ja-JP" altLang="en-US" dirty="0">
                <a:latin typeface="游ゴシック"/>
                <a:ea typeface="游ゴシック"/>
              </a:rPr>
              <a:t>サーバに接続先変更を行い、対象システムが今まで通りヒストリデータ取得可能な状態とする。また追加依頼について調査を実施する。</a:t>
            </a:r>
            <a:endParaRPr lang="en-US" altLang="ja-JP" dirty="0">
              <a:latin typeface="游ゴシック"/>
              <a:ea typeface="游ゴシック"/>
            </a:endParaRPr>
          </a:p>
          <a:p>
            <a:r>
              <a:rPr lang="ja-JP" altLang="en-US" dirty="0"/>
              <a:t>　・各サーバにインストールされているヒストリデータクライアントのバージョンアップ</a:t>
            </a:r>
            <a:endParaRPr lang="en-US" altLang="ja-JP" dirty="0"/>
          </a:p>
          <a:p>
            <a:r>
              <a:rPr lang="ja-JP" altLang="en-US" dirty="0">
                <a:latin typeface="游ゴシック"/>
                <a:ea typeface="游ゴシック"/>
              </a:rPr>
              <a:t>　　現：</a:t>
            </a:r>
            <a:r>
              <a:rPr lang="en-US" altLang="ja-JP" dirty="0">
                <a:latin typeface="游ゴシック"/>
                <a:ea typeface="游ゴシック"/>
              </a:rPr>
              <a:t>300.0.0 or 300.0.7</a:t>
            </a:r>
            <a:r>
              <a:rPr lang="ja-JP" altLang="en-US" dirty="0">
                <a:latin typeface="游ゴシック"/>
                <a:ea typeface="游ゴシック"/>
              </a:rPr>
              <a:t>　⇒　新：</a:t>
            </a:r>
            <a:r>
              <a:rPr lang="en-US" altLang="ja-JP" dirty="0">
                <a:latin typeface="游ゴシック"/>
                <a:ea typeface="游ゴシック"/>
              </a:rPr>
              <a:t>330.0.0</a:t>
            </a:r>
          </a:p>
          <a:p>
            <a:r>
              <a:rPr lang="ja-JP" altLang="en-US" dirty="0"/>
              <a:t>　・</a:t>
            </a:r>
            <a:r>
              <a:rPr lang="en-US" altLang="ja-JP" dirty="0">
                <a:latin typeface="游ゴシック"/>
                <a:ea typeface="游ゴシック"/>
              </a:rPr>
              <a:t> Excel</a:t>
            </a:r>
            <a:r>
              <a:rPr lang="ja-JP" altLang="en-US" dirty="0"/>
              <a:t>マクロ</a:t>
            </a:r>
            <a:r>
              <a:rPr lang="en-US" altLang="ja-JP" dirty="0"/>
              <a:t>(</a:t>
            </a:r>
            <a:r>
              <a:rPr lang="ja-JP" altLang="en-US" dirty="0"/>
              <a:t>徳山</a:t>
            </a:r>
            <a:r>
              <a:rPr lang="en-US" altLang="ja-JP" dirty="0"/>
              <a:t>)</a:t>
            </a:r>
            <a:r>
              <a:rPr lang="ja-JP" altLang="en-US" dirty="0"/>
              <a:t>の</a:t>
            </a:r>
            <a:r>
              <a:rPr lang="en-US" altLang="ja-JP" dirty="0"/>
              <a:t>PIMS</a:t>
            </a:r>
            <a:r>
              <a:rPr lang="ja-JP" altLang="en-US" dirty="0"/>
              <a:t>接続設定を変更（要件定義調査結果より）</a:t>
            </a:r>
            <a:endParaRPr lang="en-US" altLang="ja-JP" dirty="0"/>
          </a:p>
          <a:p>
            <a:r>
              <a:rPr lang="ja-JP" altLang="en-US" dirty="0"/>
              <a:t>　・要件定義以降に新規作成・更新がされたファイルに対して修正が必要か調査</a:t>
            </a:r>
            <a:br>
              <a:rPr lang="en-US" altLang="ja-JP" dirty="0"/>
            </a:br>
            <a:r>
              <a:rPr lang="ja-JP" altLang="en-US" dirty="0"/>
              <a:t>　　修正が必要な場合は</a:t>
            </a:r>
            <a:r>
              <a:rPr lang="en-US" altLang="ja-JP" dirty="0"/>
              <a:t>PIMS</a:t>
            </a:r>
            <a:r>
              <a:rPr lang="ja-JP" altLang="en-US" dirty="0"/>
              <a:t>接続設定変更</a:t>
            </a:r>
            <a:endParaRPr lang="en-US" altLang="ja-JP" dirty="0"/>
          </a:p>
          <a:p>
            <a:r>
              <a:rPr lang="ja-JP" altLang="en-US" dirty="0">
                <a:latin typeface="游ゴシック"/>
                <a:ea typeface="游ゴシック"/>
              </a:rPr>
              <a:t>　・徳山（日報・月報）で使われているタグを調査（対象ファイルは愛知と同程度</a:t>
            </a:r>
            <a:r>
              <a:rPr lang="en-US" altLang="ja-JP" dirty="0">
                <a:latin typeface="游ゴシック"/>
                <a:ea typeface="游ゴシック"/>
              </a:rPr>
              <a:t>(60</a:t>
            </a:r>
            <a:r>
              <a:rPr lang="ja-JP" altLang="en-US" dirty="0">
                <a:latin typeface="游ゴシック"/>
                <a:ea typeface="游ゴシック"/>
              </a:rPr>
              <a:t>本</a:t>
            </a:r>
            <a:r>
              <a:rPr lang="en-US" altLang="ja-JP" dirty="0">
                <a:latin typeface="游ゴシック"/>
                <a:ea typeface="游ゴシック"/>
              </a:rPr>
              <a:t>)</a:t>
            </a:r>
            <a:r>
              <a:rPr lang="ja-JP" altLang="en-US" dirty="0">
                <a:latin typeface="游ゴシック"/>
                <a:ea typeface="游ゴシック"/>
              </a:rPr>
              <a:t>程を想定）</a:t>
            </a:r>
            <a:endParaRPr lang="en-US" altLang="ja-JP" dirty="0">
              <a:latin typeface="游ゴシック"/>
              <a:ea typeface="游ゴシック"/>
            </a:endParaRPr>
          </a:p>
          <a:p>
            <a:r>
              <a:rPr lang="ja-JP" altLang="en-US" dirty="0">
                <a:latin typeface="游ゴシック"/>
                <a:ea typeface="游ゴシック"/>
              </a:rPr>
              <a:t>　・徳山（日報・月報）に対してテストを実施（対象ファイルは愛知と同程度</a:t>
            </a:r>
            <a:r>
              <a:rPr lang="en-US" altLang="ja-JP" dirty="0">
                <a:latin typeface="游ゴシック"/>
                <a:ea typeface="游ゴシック"/>
              </a:rPr>
              <a:t>(60</a:t>
            </a:r>
            <a:r>
              <a:rPr lang="ja-JP" altLang="en-US" dirty="0">
                <a:latin typeface="游ゴシック"/>
                <a:ea typeface="游ゴシック"/>
              </a:rPr>
              <a:t>本</a:t>
            </a:r>
            <a:r>
              <a:rPr lang="en-US" altLang="ja-JP" dirty="0">
                <a:latin typeface="游ゴシック"/>
                <a:ea typeface="游ゴシック"/>
              </a:rPr>
              <a:t>)</a:t>
            </a:r>
            <a:r>
              <a:rPr lang="ja-JP" altLang="en-US" dirty="0">
                <a:latin typeface="游ゴシック"/>
                <a:ea typeface="游ゴシック"/>
              </a:rPr>
              <a:t>程を想定）</a:t>
            </a:r>
            <a:endParaRPr lang="en-US" altLang="ja-JP" dirty="0">
              <a:latin typeface="游ゴシック"/>
              <a:ea typeface="游ゴシック"/>
            </a:endParaRPr>
          </a:p>
          <a:p>
            <a:r>
              <a:rPr lang="ja-JP" altLang="en-US" dirty="0">
                <a:latin typeface="游ゴシック"/>
                <a:ea typeface="游ゴシック"/>
              </a:rPr>
              <a:t>　・移行ツールの作成、動作検証</a:t>
            </a:r>
            <a:endParaRPr lang="en-US" altLang="ja-JP" dirty="0">
              <a:latin typeface="游ゴシック"/>
              <a:ea typeface="游ゴシック"/>
            </a:endParaRPr>
          </a:p>
          <a:p>
            <a:endParaRPr lang="ja-JP" altLang="en-US" dirty="0"/>
          </a:p>
          <a:p>
            <a:r>
              <a:rPr lang="ja-JP" altLang="en-US" dirty="0">
                <a:latin typeface="游ゴシック"/>
                <a:ea typeface="游ゴシック"/>
              </a:rPr>
              <a:t>　</a:t>
            </a:r>
            <a:endParaRPr lang="en-US" altLang="ja-JP" dirty="0">
              <a:latin typeface="游ゴシック"/>
              <a:ea typeface="游ゴシック"/>
            </a:endParaRP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792472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F9F5A-C327-E9C3-7626-5F0B1E1EBF00}"/>
            </a:ext>
          </a:extLst>
        </p:cNvPr>
        <p:cNvGrpSpPr/>
        <p:nvPr/>
      </p:nvGrpSpPr>
      <p:grpSpPr>
        <a:xfrm>
          <a:off x="0" y="0"/>
          <a:ext cx="0" cy="0"/>
          <a:chOff x="0" y="0"/>
          <a:chExt cx="0" cy="0"/>
        </a:xfrm>
      </p:grpSpPr>
      <p:sp>
        <p:nvSpPr>
          <p:cNvPr id="4" name="角丸四角形 32">
            <a:extLst>
              <a:ext uri="{FF2B5EF4-FFF2-40B4-BE49-F238E27FC236}">
                <a16:creationId xmlns:a16="http://schemas.microsoft.com/office/drawing/2014/main" id="{77C3460A-9E4B-0DB8-F184-4331AD716EAE}"/>
              </a:ext>
            </a:extLst>
          </p:cNvPr>
          <p:cNvSpPr/>
          <p:nvPr/>
        </p:nvSpPr>
        <p:spPr>
          <a:xfrm>
            <a:off x="320511" y="5364453"/>
            <a:ext cx="2828683" cy="106138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ヤード操業サーバ（徳山）</a:t>
            </a:r>
          </a:p>
        </p:txBody>
      </p:sp>
      <p:sp>
        <p:nvSpPr>
          <p:cNvPr id="2" name="タイトル 1">
            <a:extLst>
              <a:ext uri="{FF2B5EF4-FFF2-40B4-BE49-F238E27FC236}">
                <a16:creationId xmlns:a16="http://schemas.microsoft.com/office/drawing/2014/main" id="{88EC537F-F016-D93C-B0C9-938C9F245C8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システム構成</a:t>
            </a:r>
            <a:endParaRPr kumimoji="1" lang="ja-JP" altLang="en-US"/>
          </a:p>
        </p:txBody>
      </p:sp>
      <p:sp>
        <p:nvSpPr>
          <p:cNvPr id="30" name="日付プレースホルダー 29">
            <a:extLst>
              <a:ext uri="{FF2B5EF4-FFF2-40B4-BE49-F238E27FC236}">
                <a16:creationId xmlns:a16="http://schemas.microsoft.com/office/drawing/2014/main" id="{67BF35A6-89A9-CCA6-81CA-071B8A3D2D35}"/>
              </a:ext>
            </a:extLst>
          </p:cNvPr>
          <p:cNvSpPr>
            <a:spLocks noGrp="1"/>
          </p:cNvSpPr>
          <p:nvPr>
            <p:ph type="dt" sz="half" idx="10"/>
          </p:nvPr>
        </p:nvSpPr>
        <p:spPr/>
        <p:txBody>
          <a:bodyPr/>
          <a:lstStyle/>
          <a:p>
            <a:r>
              <a:rPr lang="en-US" altLang="ja-JP" dirty="0"/>
              <a:t>2025/7/11</a:t>
            </a:r>
            <a:endParaRPr lang="en-US" dirty="0"/>
          </a:p>
        </p:txBody>
      </p:sp>
      <p:sp>
        <p:nvSpPr>
          <p:cNvPr id="95" name="角丸四角形 94"/>
          <p:cNvSpPr/>
          <p:nvPr/>
        </p:nvSpPr>
        <p:spPr>
          <a:xfrm>
            <a:off x="8557207" y="1102923"/>
            <a:ext cx="3634793" cy="5317332"/>
          </a:xfrm>
          <a:prstGeom prst="roundRect">
            <a:avLst>
              <a:gd name="adj" fmla="val 4488"/>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r>
              <a:rPr kumimoji="1" lang="ja-JP" altLang="en-US" sz="1600" b="1">
                <a:solidFill>
                  <a:schemeClr val="tx1"/>
                </a:solidFill>
                <a:latin typeface="游ゴシック" panose="020B0400000000000000" pitchFamily="50" charset="-128"/>
                <a:ea typeface="游ゴシック" panose="020B0400000000000000" pitchFamily="50" charset="-128"/>
              </a:rPr>
              <a:t>各所</a:t>
            </a:r>
          </a:p>
        </p:txBody>
      </p:sp>
      <p:sp>
        <p:nvSpPr>
          <p:cNvPr id="96" name="角丸四角形 95"/>
          <p:cNvSpPr/>
          <p:nvPr/>
        </p:nvSpPr>
        <p:spPr>
          <a:xfrm>
            <a:off x="5200650" y="1102923"/>
            <a:ext cx="3143249" cy="5317332"/>
          </a:xfrm>
          <a:prstGeom prst="roundRect">
            <a:avLst>
              <a:gd name="adj" fmla="val 1800"/>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b="1">
                <a:solidFill>
                  <a:srgbClr val="FF0000"/>
                </a:solidFill>
                <a:latin typeface="游ゴシック" panose="020B0400000000000000" pitchFamily="50" charset="-128"/>
              </a:rPr>
              <a:t>Azure</a:t>
            </a:r>
            <a:endParaRPr kumimoji="1" lang="ja-JP" altLang="en-US" sz="1600" b="1">
              <a:solidFill>
                <a:schemeClr val="tx1"/>
              </a:solidFill>
              <a:latin typeface="游ゴシック" panose="020B0400000000000000" pitchFamily="50" charset="-128"/>
              <a:ea typeface="游ゴシック" panose="020B0400000000000000" pitchFamily="50" charset="-128"/>
            </a:endParaRPr>
          </a:p>
        </p:txBody>
      </p:sp>
      <p:sp>
        <p:nvSpPr>
          <p:cNvPr id="32" name="角丸四角形 31"/>
          <p:cNvSpPr/>
          <p:nvPr/>
        </p:nvSpPr>
        <p:spPr>
          <a:xfrm>
            <a:off x="320512" y="1194921"/>
            <a:ext cx="2828682" cy="150172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err="1">
                <a:solidFill>
                  <a:schemeClr val="tx1"/>
                </a:solidFill>
                <a:latin typeface="游ゴシック" panose="020B0400000000000000" pitchFamily="50" charset="-128"/>
                <a:ea typeface="游ゴシック" panose="020B0400000000000000" pitchFamily="50" charset="-128"/>
              </a:rPr>
              <a:t>XenAPP</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endParaRPr kumimoji="1" lang="en-US" altLang="ja-JP" sz="1600" b="1">
              <a:solidFill>
                <a:schemeClr val="tx1"/>
              </a:solidFill>
              <a:latin typeface="游ゴシック" panose="020B0400000000000000" pitchFamily="50" charset="-128"/>
              <a:ea typeface="游ゴシック" panose="020B0400000000000000" pitchFamily="50" charset="-128"/>
            </a:endParaRP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a:t>
            </a:r>
            <a:r>
              <a:rPr kumimoji="1" lang="en-US" altLang="ja-JP" sz="1600" b="1">
                <a:solidFill>
                  <a:schemeClr val="tx1"/>
                </a:solidFill>
                <a:latin typeface="游ゴシック" panose="020B0400000000000000" pitchFamily="50" charset="-128"/>
                <a:ea typeface="游ゴシック" panose="020B0400000000000000" pitchFamily="50" charset="-128"/>
              </a:rPr>
              <a:t>Excel</a:t>
            </a:r>
            <a:r>
              <a:rPr kumimoji="1" lang="ja-JP" altLang="en-US" sz="1600" b="1">
                <a:solidFill>
                  <a:schemeClr val="tx1"/>
                </a:solidFill>
                <a:latin typeface="游ゴシック" panose="020B0400000000000000" pitchFamily="50" charset="-128"/>
                <a:ea typeface="游ゴシック" panose="020B0400000000000000" pitchFamily="50" charset="-128"/>
              </a:rPr>
              <a:t>マクロ 愛知）</a:t>
            </a:r>
          </a:p>
        </p:txBody>
      </p:sp>
      <p:sp>
        <p:nvSpPr>
          <p:cNvPr id="33" name="角丸四角形 32"/>
          <p:cNvSpPr/>
          <p:nvPr/>
        </p:nvSpPr>
        <p:spPr>
          <a:xfrm>
            <a:off x="320511" y="2822808"/>
            <a:ext cx="2828683" cy="1210543"/>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ヤード操業サーバ（千葉）</a:t>
            </a:r>
          </a:p>
        </p:txBody>
      </p:sp>
      <p:cxnSp>
        <p:nvCxnSpPr>
          <p:cNvPr id="36" name="直線矢印コネクタ 160"/>
          <p:cNvCxnSpPr>
            <a:cxnSpLocks/>
            <a:stCxn id="47" idx="1"/>
          </p:cNvCxnSpPr>
          <p:nvPr/>
        </p:nvCxnSpPr>
        <p:spPr>
          <a:xfrm rot="10800000" flipV="1">
            <a:off x="3014991" y="1764314"/>
            <a:ext cx="3097444" cy="468224"/>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46" name="角丸四角形 45"/>
          <p:cNvSpPr/>
          <p:nvPr/>
        </p:nvSpPr>
        <p:spPr>
          <a:xfrm>
            <a:off x="329295" y="4142680"/>
            <a:ext cx="2828684" cy="106138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PRM</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pic>
        <p:nvPicPr>
          <p:cNvPr id="6" name="図 5">
            <a:extLst>
              <a:ext uri="{FF2B5EF4-FFF2-40B4-BE49-F238E27FC236}">
                <a16:creationId xmlns:a16="http://schemas.microsoft.com/office/drawing/2014/main" id="{A895CE66-913A-449D-BCBC-86D44E8A1EFF}"/>
              </a:ext>
            </a:extLst>
          </p:cNvPr>
          <p:cNvPicPr>
            <a:picLocks noChangeAspect="1"/>
          </p:cNvPicPr>
          <p:nvPr/>
        </p:nvPicPr>
        <p:blipFill>
          <a:blip r:embed="rId2"/>
          <a:stretch>
            <a:fillRect/>
          </a:stretch>
        </p:blipFill>
        <p:spPr>
          <a:xfrm>
            <a:off x="840459" y="1682414"/>
            <a:ext cx="783492" cy="783492"/>
          </a:xfrm>
          <a:prstGeom prst="rect">
            <a:avLst/>
          </a:prstGeom>
        </p:spPr>
      </p:pic>
      <p:pic>
        <p:nvPicPr>
          <p:cNvPr id="54" name="図 53">
            <a:extLst>
              <a:ext uri="{FF2B5EF4-FFF2-40B4-BE49-F238E27FC236}">
                <a16:creationId xmlns:a16="http://schemas.microsoft.com/office/drawing/2014/main" id="{7833F90C-0FD2-446F-803E-109EDEFA3944}"/>
              </a:ext>
            </a:extLst>
          </p:cNvPr>
          <p:cNvPicPr>
            <a:picLocks noChangeAspect="1"/>
          </p:cNvPicPr>
          <p:nvPr/>
        </p:nvPicPr>
        <p:blipFill>
          <a:blip r:embed="rId2"/>
          <a:stretch>
            <a:fillRect/>
          </a:stretch>
        </p:blipFill>
        <p:spPr>
          <a:xfrm>
            <a:off x="992859" y="1834814"/>
            <a:ext cx="783492" cy="783492"/>
          </a:xfrm>
          <a:prstGeom prst="rect">
            <a:avLst/>
          </a:prstGeom>
        </p:spPr>
      </p:pic>
      <p:pic>
        <p:nvPicPr>
          <p:cNvPr id="55" name="図 54">
            <a:extLst>
              <a:ext uri="{FF2B5EF4-FFF2-40B4-BE49-F238E27FC236}">
                <a16:creationId xmlns:a16="http://schemas.microsoft.com/office/drawing/2014/main" id="{BAC559C4-335B-4F00-8BD2-BA3CEDB0845E}"/>
              </a:ext>
            </a:extLst>
          </p:cNvPr>
          <p:cNvPicPr>
            <a:picLocks noChangeAspect="1"/>
          </p:cNvPicPr>
          <p:nvPr/>
        </p:nvPicPr>
        <p:blipFill>
          <a:blip r:embed="rId2"/>
          <a:stretch>
            <a:fillRect/>
          </a:stretch>
        </p:blipFill>
        <p:spPr>
          <a:xfrm>
            <a:off x="1145259" y="1987214"/>
            <a:ext cx="783492" cy="783492"/>
          </a:xfrm>
          <a:prstGeom prst="rect">
            <a:avLst/>
          </a:prstGeom>
        </p:spPr>
      </p:pic>
      <p:sp>
        <p:nvSpPr>
          <p:cNvPr id="56" name="角丸四角形 40">
            <a:extLst>
              <a:ext uri="{FF2B5EF4-FFF2-40B4-BE49-F238E27FC236}">
                <a16:creationId xmlns:a16="http://schemas.microsoft.com/office/drawing/2014/main" id="{562D5694-4A6D-45A8-8671-782C691B50D0}"/>
              </a:ext>
            </a:extLst>
          </p:cNvPr>
          <p:cNvSpPr/>
          <p:nvPr/>
        </p:nvSpPr>
        <p:spPr>
          <a:xfrm>
            <a:off x="410180" y="3231880"/>
            <a:ext cx="1763664"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数量確定用</a:t>
            </a:r>
            <a:endParaRPr kumimoji="1" lang="en-US" altLang="ja-JP" sz="12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b="1">
                <a:solidFill>
                  <a:schemeClr val="tx1"/>
                </a:solidFill>
                <a:latin typeface="游ゴシック" panose="020B0400000000000000" pitchFamily="50" charset="-128"/>
                <a:ea typeface="游ゴシック" panose="020B0400000000000000" pitchFamily="50" charset="-128"/>
              </a:rPr>
              <a:t>PIMS</a:t>
            </a:r>
            <a:r>
              <a:rPr kumimoji="1" lang="ja-JP" altLang="en-US" sz="1200" b="1">
                <a:solidFill>
                  <a:schemeClr val="tx1"/>
                </a:solidFill>
                <a:latin typeface="游ゴシック" panose="020B0400000000000000" pitchFamily="50" charset="-128"/>
                <a:ea typeface="游ゴシック" panose="020B0400000000000000" pitchFamily="50" charset="-128"/>
              </a:rPr>
              <a:t>取込モジュール</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sp>
        <p:nvSpPr>
          <p:cNvPr id="57" name="角丸四角形 40">
            <a:extLst>
              <a:ext uri="{FF2B5EF4-FFF2-40B4-BE49-F238E27FC236}">
                <a16:creationId xmlns:a16="http://schemas.microsoft.com/office/drawing/2014/main" id="{952A9A4D-6DEF-4C06-ACAC-C8206B17235E}"/>
              </a:ext>
            </a:extLst>
          </p:cNvPr>
          <p:cNvSpPr/>
          <p:nvPr/>
        </p:nvSpPr>
        <p:spPr>
          <a:xfrm>
            <a:off x="399448" y="4502553"/>
            <a:ext cx="1774396"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数量確定ポリマー</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sp>
        <p:nvSpPr>
          <p:cNvPr id="69" name="角丸四角形 46">
            <a:extLst>
              <a:ext uri="{FF2B5EF4-FFF2-40B4-BE49-F238E27FC236}">
                <a16:creationId xmlns:a16="http://schemas.microsoft.com/office/drawing/2014/main" id="{CEBD7B7B-A372-4A21-B90D-BD3E1709AFAE}"/>
              </a:ext>
            </a:extLst>
          </p:cNvPr>
          <p:cNvSpPr/>
          <p:nvPr/>
        </p:nvSpPr>
        <p:spPr>
          <a:xfrm>
            <a:off x="6101140" y="2196937"/>
            <a:ext cx="1508624"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1" name="角丸四角形 46">
            <a:extLst>
              <a:ext uri="{FF2B5EF4-FFF2-40B4-BE49-F238E27FC236}">
                <a16:creationId xmlns:a16="http://schemas.microsoft.com/office/drawing/2014/main" id="{43DCF1E5-0EAD-479C-B96F-BC9767304AA7}"/>
              </a:ext>
            </a:extLst>
          </p:cNvPr>
          <p:cNvSpPr/>
          <p:nvPr/>
        </p:nvSpPr>
        <p:spPr>
          <a:xfrm>
            <a:off x="6121522" y="3647682"/>
            <a:ext cx="1454189"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2" name="角丸四角形 46">
            <a:extLst>
              <a:ext uri="{FF2B5EF4-FFF2-40B4-BE49-F238E27FC236}">
                <a16:creationId xmlns:a16="http://schemas.microsoft.com/office/drawing/2014/main" id="{4EB23024-299F-42F8-ADDF-011FB300D650}"/>
              </a:ext>
            </a:extLst>
          </p:cNvPr>
          <p:cNvSpPr/>
          <p:nvPr/>
        </p:nvSpPr>
        <p:spPr>
          <a:xfrm>
            <a:off x="6121522" y="4393176"/>
            <a:ext cx="1457610"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sp>
        <p:nvSpPr>
          <p:cNvPr id="73" name="角丸四角形 46">
            <a:extLst>
              <a:ext uri="{FF2B5EF4-FFF2-40B4-BE49-F238E27FC236}">
                <a16:creationId xmlns:a16="http://schemas.microsoft.com/office/drawing/2014/main" id="{007706AA-09D5-4B1C-A632-1E08EF3748C2}"/>
              </a:ext>
            </a:extLst>
          </p:cNvPr>
          <p:cNvSpPr/>
          <p:nvPr/>
        </p:nvSpPr>
        <p:spPr>
          <a:xfrm>
            <a:off x="10543315" y="1440393"/>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5" name="角丸四角形 46">
            <a:extLst>
              <a:ext uri="{FF2B5EF4-FFF2-40B4-BE49-F238E27FC236}">
                <a16:creationId xmlns:a16="http://schemas.microsoft.com/office/drawing/2014/main" id="{8334C7BA-6DC4-4225-BFEC-F0B45FA0DD65}"/>
              </a:ext>
            </a:extLst>
          </p:cNvPr>
          <p:cNvSpPr/>
          <p:nvPr/>
        </p:nvSpPr>
        <p:spPr>
          <a:xfrm>
            <a:off x="10532020" y="2196937"/>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6" name="角丸四角形 46">
            <a:extLst>
              <a:ext uri="{FF2B5EF4-FFF2-40B4-BE49-F238E27FC236}">
                <a16:creationId xmlns:a16="http://schemas.microsoft.com/office/drawing/2014/main" id="{4F9DA929-0686-4582-B862-07F9D620F55F}"/>
              </a:ext>
            </a:extLst>
          </p:cNvPr>
          <p:cNvSpPr/>
          <p:nvPr/>
        </p:nvSpPr>
        <p:spPr>
          <a:xfrm>
            <a:off x="10511127" y="2932200"/>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7" name="角丸四角形 46">
            <a:extLst>
              <a:ext uri="{FF2B5EF4-FFF2-40B4-BE49-F238E27FC236}">
                <a16:creationId xmlns:a16="http://schemas.microsoft.com/office/drawing/2014/main" id="{A2A063D9-0540-469E-9C8D-9A5911B57913}"/>
              </a:ext>
            </a:extLst>
          </p:cNvPr>
          <p:cNvSpPr/>
          <p:nvPr/>
        </p:nvSpPr>
        <p:spPr>
          <a:xfrm>
            <a:off x="10497968" y="3647682"/>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8" name="角丸四角形 46">
            <a:extLst>
              <a:ext uri="{FF2B5EF4-FFF2-40B4-BE49-F238E27FC236}">
                <a16:creationId xmlns:a16="http://schemas.microsoft.com/office/drawing/2014/main" id="{1C68C8E9-9B4E-41F1-8E19-3D02385921C9}"/>
              </a:ext>
            </a:extLst>
          </p:cNvPr>
          <p:cNvSpPr/>
          <p:nvPr/>
        </p:nvSpPr>
        <p:spPr>
          <a:xfrm>
            <a:off x="10501388" y="4393176"/>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sp>
        <p:nvSpPr>
          <p:cNvPr id="90" name="角丸四角形 46">
            <a:extLst>
              <a:ext uri="{FF2B5EF4-FFF2-40B4-BE49-F238E27FC236}">
                <a16:creationId xmlns:a16="http://schemas.microsoft.com/office/drawing/2014/main" id="{A4264073-60BD-40F2-A2F6-6C751B38ECF6}"/>
              </a:ext>
            </a:extLst>
          </p:cNvPr>
          <p:cNvSpPr/>
          <p:nvPr/>
        </p:nvSpPr>
        <p:spPr>
          <a:xfrm>
            <a:off x="8778740" y="1434104"/>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1" name="角丸四角形 46">
            <a:extLst>
              <a:ext uri="{FF2B5EF4-FFF2-40B4-BE49-F238E27FC236}">
                <a16:creationId xmlns:a16="http://schemas.microsoft.com/office/drawing/2014/main" id="{69DB1AA4-9BC9-40AC-BF92-EC6A2C93A1DF}"/>
              </a:ext>
            </a:extLst>
          </p:cNvPr>
          <p:cNvSpPr/>
          <p:nvPr/>
        </p:nvSpPr>
        <p:spPr>
          <a:xfrm>
            <a:off x="8767445" y="2190648"/>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2" name="角丸四角形 46">
            <a:extLst>
              <a:ext uri="{FF2B5EF4-FFF2-40B4-BE49-F238E27FC236}">
                <a16:creationId xmlns:a16="http://schemas.microsoft.com/office/drawing/2014/main" id="{2A5D78C9-6CC9-4A9B-92EF-1F2527DAD377}"/>
              </a:ext>
            </a:extLst>
          </p:cNvPr>
          <p:cNvSpPr/>
          <p:nvPr/>
        </p:nvSpPr>
        <p:spPr>
          <a:xfrm>
            <a:off x="8746552" y="2925911"/>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3" name="角丸四角形 46">
            <a:extLst>
              <a:ext uri="{FF2B5EF4-FFF2-40B4-BE49-F238E27FC236}">
                <a16:creationId xmlns:a16="http://schemas.microsoft.com/office/drawing/2014/main" id="{DC23AFC3-418A-446C-972F-259AE71B1D27}"/>
              </a:ext>
            </a:extLst>
          </p:cNvPr>
          <p:cNvSpPr/>
          <p:nvPr/>
        </p:nvSpPr>
        <p:spPr>
          <a:xfrm>
            <a:off x="8733393" y="3641393"/>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4" name="角丸四角形 46">
            <a:extLst>
              <a:ext uri="{FF2B5EF4-FFF2-40B4-BE49-F238E27FC236}">
                <a16:creationId xmlns:a16="http://schemas.microsoft.com/office/drawing/2014/main" id="{036F814B-AB10-43A5-9EAB-8EB68C690F19}"/>
              </a:ext>
            </a:extLst>
          </p:cNvPr>
          <p:cNvSpPr/>
          <p:nvPr/>
        </p:nvSpPr>
        <p:spPr>
          <a:xfrm>
            <a:off x="8736813" y="4386887"/>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cxnSp>
        <p:nvCxnSpPr>
          <p:cNvPr id="98" name="直線矢印コネクタ 160">
            <a:extLst>
              <a:ext uri="{FF2B5EF4-FFF2-40B4-BE49-F238E27FC236}">
                <a16:creationId xmlns:a16="http://schemas.microsoft.com/office/drawing/2014/main" id="{A436BAA2-2FAA-45BB-94DB-EE8245C72C00}"/>
              </a:ext>
            </a:extLst>
          </p:cNvPr>
          <p:cNvCxnSpPr>
            <a:cxnSpLocks/>
            <a:stCxn id="73" idx="1"/>
            <a:endCxn id="90" idx="3"/>
          </p:cNvCxnSpPr>
          <p:nvPr/>
        </p:nvCxnSpPr>
        <p:spPr>
          <a:xfrm rot="10800000">
            <a:off x="10287365" y="1758026"/>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99" name="直線矢印コネクタ 160">
            <a:extLst>
              <a:ext uri="{FF2B5EF4-FFF2-40B4-BE49-F238E27FC236}">
                <a16:creationId xmlns:a16="http://schemas.microsoft.com/office/drawing/2014/main" id="{C64878AA-CAED-49F2-B11E-F8D306A39E1F}"/>
              </a:ext>
            </a:extLst>
          </p:cNvPr>
          <p:cNvCxnSpPr>
            <a:cxnSpLocks/>
            <a:stCxn id="90" idx="1"/>
            <a:endCxn id="47" idx="3"/>
          </p:cNvCxnSpPr>
          <p:nvPr/>
        </p:nvCxnSpPr>
        <p:spPr>
          <a:xfrm rot="10800000" flipV="1">
            <a:off x="7621060" y="1758024"/>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0" name="直線矢印コネクタ 160">
            <a:extLst>
              <a:ext uri="{FF2B5EF4-FFF2-40B4-BE49-F238E27FC236}">
                <a16:creationId xmlns:a16="http://schemas.microsoft.com/office/drawing/2014/main" id="{C69FF600-93B5-4A42-B69C-76021B3501B7}"/>
              </a:ext>
            </a:extLst>
          </p:cNvPr>
          <p:cNvCxnSpPr>
            <a:cxnSpLocks/>
            <a:stCxn id="75" idx="1"/>
            <a:endCxn id="91" idx="3"/>
          </p:cNvCxnSpPr>
          <p:nvPr/>
        </p:nvCxnSpPr>
        <p:spPr>
          <a:xfrm rot="10800000">
            <a:off x="10276070" y="2514570"/>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1" name="直線矢印コネクタ 160">
            <a:extLst>
              <a:ext uri="{FF2B5EF4-FFF2-40B4-BE49-F238E27FC236}">
                <a16:creationId xmlns:a16="http://schemas.microsoft.com/office/drawing/2014/main" id="{3ACC45DF-78B0-4800-A6F7-299D7A2777EC}"/>
              </a:ext>
            </a:extLst>
          </p:cNvPr>
          <p:cNvCxnSpPr>
            <a:cxnSpLocks/>
            <a:stCxn id="91" idx="1"/>
            <a:endCxn id="69" idx="3"/>
          </p:cNvCxnSpPr>
          <p:nvPr/>
        </p:nvCxnSpPr>
        <p:spPr>
          <a:xfrm rot="10800000" flipV="1">
            <a:off x="7609765" y="2514568"/>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2" name="直線矢印コネクタ 160">
            <a:extLst>
              <a:ext uri="{FF2B5EF4-FFF2-40B4-BE49-F238E27FC236}">
                <a16:creationId xmlns:a16="http://schemas.microsoft.com/office/drawing/2014/main" id="{4C384EC2-1A22-46F3-8569-AE709FEF8FC3}"/>
              </a:ext>
            </a:extLst>
          </p:cNvPr>
          <p:cNvCxnSpPr>
            <a:cxnSpLocks/>
            <a:stCxn id="92" idx="1"/>
            <a:endCxn id="70" idx="3"/>
          </p:cNvCxnSpPr>
          <p:nvPr/>
        </p:nvCxnSpPr>
        <p:spPr>
          <a:xfrm rot="10800000" flipV="1">
            <a:off x="7588870" y="3249831"/>
            <a:ext cx="1157682"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3" name="直線矢印コネクタ 160">
            <a:extLst>
              <a:ext uri="{FF2B5EF4-FFF2-40B4-BE49-F238E27FC236}">
                <a16:creationId xmlns:a16="http://schemas.microsoft.com/office/drawing/2014/main" id="{BAEC69B5-DF88-4392-9497-CBDE2BC70A10}"/>
              </a:ext>
            </a:extLst>
          </p:cNvPr>
          <p:cNvCxnSpPr>
            <a:cxnSpLocks/>
            <a:stCxn id="93" idx="1"/>
            <a:endCxn id="71" idx="3"/>
          </p:cNvCxnSpPr>
          <p:nvPr/>
        </p:nvCxnSpPr>
        <p:spPr>
          <a:xfrm rot="10800000" flipV="1">
            <a:off x="7575711" y="3965313"/>
            <a:ext cx="1157682"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4" name="直線矢印コネクタ 160">
            <a:extLst>
              <a:ext uri="{FF2B5EF4-FFF2-40B4-BE49-F238E27FC236}">
                <a16:creationId xmlns:a16="http://schemas.microsoft.com/office/drawing/2014/main" id="{7AD78A2E-743D-466A-96CA-C24D17232076}"/>
              </a:ext>
            </a:extLst>
          </p:cNvPr>
          <p:cNvCxnSpPr>
            <a:cxnSpLocks/>
            <a:stCxn id="94" idx="1"/>
            <a:endCxn id="72" idx="3"/>
          </p:cNvCxnSpPr>
          <p:nvPr/>
        </p:nvCxnSpPr>
        <p:spPr>
          <a:xfrm rot="10800000" flipV="1">
            <a:off x="7579133" y="4710807"/>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8" name="直線矢印コネクタ 160">
            <a:extLst>
              <a:ext uri="{FF2B5EF4-FFF2-40B4-BE49-F238E27FC236}">
                <a16:creationId xmlns:a16="http://schemas.microsoft.com/office/drawing/2014/main" id="{7474FCF4-B25E-4DB6-851F-8D12868B862D}"/>
              </a:ext>
            </a:extLst>
          </p:cNvPr>
          <p:cNvCxnSpPr>
            <a:cxnSpLocks/>
            <a:stCxn id="76" idx="1"/>
            <a:endCxn id="92" idx="3"/>
          </p:cNvCxnSpPr>
          <p:nvPr/>
        </p:nvCxnSpPr>
        <p:spPr>
          <a:xfrm rot="10800000">
            <a:off x="10255177" y="3249833"/>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9" name="直線矢印コネクタ 160">
            <a:extLst>
              <a:ext uri="{FF2B5EF4-FFF2-40B4-BE49-F238E27FC236}">
                <a16:creationId xmlns:a16="http://schemas.microsoft.com/office/drawing/2014/main" id="{180E94F8-6EE4-4DAA-9E40-047ADF5F2500}"/>
              </a:ext>
            </a:extLst>
          </p:cNvPr>
          <p:cNvCxnSpPr>
            <a:cxnSpLocks/>
            <a:stCxn id="77" idx="1"/>
            <a:endCxn id="93" idx="3"/>
          </p:cNvCxnSpPr>
          <p:nvPr/>
        </p:nvCxnSpPr>
        <p:spPr>
          <a:xfrm rot="10800000">
            <a:off x="10242018" y="3965315"/>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10" name="直線矢印コネクタ 160">
            <a:extLst>
              <a:ext uri="{FF2B5EF4-FFF2-40B4-BE49-F238E27FC236}">
                <a16:creationId xmlns:a16="http://schemas.microsoft.com/office/drawing/2014/main" id="{5714E3B9-8D34-43E9-B7DA-90C799A99A20}"/>
              </a:ext>
            </a:extLst>
          </p:cNvPr>
          <p:cNvCxnSpPr>
            <a:cxnSpLocks/>
            <a:stCxn id="78" idx="1"/>
            <a:endCxn id="94" idx="3"/>
          </p:cNvCxnSpPr>
          <p:nvPr/>
        </p:nvCxnSpPr>
        <p:spPr>
          <a:xfrm rot="10800000">
            <a:off x="10245438" y="4710809"/>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28" name="直線矢印コネクタ 160">
            <a:extLst>
              <a:ext uri="{FF2B5EF4-FFF2-40B4-BE49-F238E27FC236}">
                <a16:creationId xmlns:a16="http://schemas.microsoft.com/office/drawing/2014/main" id="{01A96D62-ACB1-47D7-8EEA-B1B745035040}"/>
              </a:ext>
            </a:extLst>
          </p:cNvPr>
          <p:cNvCxnSpPr>
            <a:cxnSpLocks/>
            <a:stCxn id="69" idx="1"/>
          </p:cNvCxnSpPr>
          <p:nvPr/>
        </p:nvCxnSpPr>
        <p:spPr>
          <a:xfrm rot="10800000">
            <a:off x="3014992" y="2232538"/>
            <a:ext cx="3086149" cy="288320"/>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30" name="直線矢印コネクタ 160">
            <a:extLst>
              <a:ext uri="{FF2B5EF4-FFF2-40B4-BE49-F238E27FC236}">
                <a16:creationId xmlns:a16="http://schemas.microsoft.com/office/drawing/2014/main" id="{A0D5141F-42DF-497E-A437-8EC7DBA383E3}"/>
              </a:ext>
            </a:extLst>
          </p:cNvPr>
          <p:cNvCxnSpPr>
            <a:cxnSpLocks/>
            <a:stCxn id="70" idx="1"/>
          </p:cNvCxnSpPr>
          <p:nvPr/>
        </p:nvCxnSpPr>
        <p:spPr>
          <a:xfrm rot="10800000">
            <a:off x="3024079" y="2232539"/>
            <a:ext cx="3097444" cy="1023583"/>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139" name="角丸四角形 40">
            <a:extLst>
              <a:ext uri="{FF2B5EF4-FFF2-40B4-BE49-F238E27FC236}">
                <a16:creationId xmlns:a16="http://schemas.microsoft.com/office/drawing/2014/main" id="{C4C1BFEA-A75C-4F33-B85C-95CD7F3D5A24}"/>
              </a:ext>
            </a:extLst>
          </p:cNvPr>
          <p:cNvSpPr/>
          <p:nvPr/>
        </p:nvSpPr>
        <p:spPr>
          <a:xfrm>
            <a:off x="401090" y="5681800"/>
            <a:ext cx="1763664"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数量確定用</a:t>
            </a:r>
            <a:endParaRPr kumimoji="1" lang="en-US" altLang="ja-JP" sz="12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b="1">
                <a:solidFill>
                  <a:schemeClr val="tx1"/>
                </a:solidFill>
                <a:latin typeface="游ゴシック" panose="020B0400000000000000" pitchFamily="50" charset="-128"/>
                <a:ea typeface="游ゴシック" panose="020B0400000000000000" pitchFamily="50" charset="-128"/>
              </a:rPr>
              <a:t>PIMS</a:t>
            </a:r>
            <a:r>
              <a:rPr kumimoji="1" lang="ja-JP" altLang="en-US" sz="1200" b="1">
                <a:solidFill>
                  <a:schemeClr val="tx1"/>
                </a:solidFill>
                <a:latin typeface="游ゴシック" panose="020B0400000000000000" pitchFamily="50" charset="-128"/>
                <a:ea typeface="游ゴシック" panose="020B0400000000000000" pitchFamily="50" charset="-128"/>
              </a:rPr>
              <a:t>取込モジュール</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cxnSp>
        <p:nvCxnSpPr>
          <p:cNvPr id="141" name="直線矢印コネクタ 160">
            <a:extLst>
              <a:ext uri="{FF2B5EF4-FFF2-40B4-BE49-F238E27FC236}">
                <a16:creationId xmlns:a16="http://schemas.microsoft.com/office/drawing/2014/main" id="{F9E06343-6328-4638-9D7A-ADA7989994D4}"/>
              </a:ext>
            </a:extLst>
          </p:cNvPr>
          <p:cNvCxnSpPr>
            <a:cxnSpLocks/>
            <a:stCxn id="71" idx="1"/>
          </p:cNvCxnSpPr>
          <p:nvPr/>
        </p:nvCxnSpPr>
        <p:spPr>
          <a:xfrm rot="10800000">
            <a:off x="3014992" y="2232539"/>
            <a:ext cx="3106531" cy="1739065"/>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47" name="直線矢印コネクタ 160">
            <a:extLst>
              <a:ext uri="{FF2B5EF4-FFF2-40B4-BE49-F238E27FC236}">
                <a16:creationId xmlns:a16="http://schemas.microsoft.com/office/drawing/2014/main" id="{1D05E325-DC07-4D4A-90A2-EC969D1C9FA3}"/>
              </a:ext>
            </a:extLst>
          </p:cNvPr>
          <p:cNvCxnSpPr>
            <a:cxnSpLocks/>
            <a:stCxn id="72" idx="1"/>
          </p:cNvCxnSpPr>
          <p:nvPr/>
        </p:nvCxnSpPr>
        <p:spPr>
          <a:xfrm rot="10800000">
            <a:off x="3014992" y="2232539"/>
            <a:ext cx="3106531" cy="2484559"/>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50" name="直線矢印コネクタ 160">
            <a:extLst>
              <a:ext uri="{FF2B5EF4-FFF2-40B4-BE49-F238E27FC236}">
                <a16:creationId xmlns:a16="http://schemas.microsoft.com/office/drawing/2014/main" id="{049D88BD-70C3-4C14-B9DD-0D0263B68E6C}"/>
              </a:ext>
            </a:extLst>
          </p:cNvPr>
          <p:cNvCxnSpPr>
            <a:cxnSpLocks/>
            <a:stCxn id="5" idx="1"/>
          </p:cNvCxnSpPr>
          <p:nvPr/>
        </p:nvCxnSpPr>
        <p:spPr>
          <a:xfrm rot="10800000" flipV="1">
            <a:off x="3024082" y="1592272"/>
            <a:ext cx="3097441" cy="1952509"/>
          </a:xfrm>
          <a:prstGeom prst="bentConnector3">
            <a:avLst>
              <a:gd name="adj1" fmla="val 84441"/>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54" name="直線矢印コネクタ 160">
            <a:extLst>
              <a:ext uri="{FF2B5EF4-FFF2-40B4-BE49-F238E27FC236}">
                <a16:creationId xmlns:a16="http://schemas.microsoft.com/office/drawing/2014/main" id="{F02B60E6-5B8A-446B-9805-FE9DBF5DCE28}"/>
              </a:ext>
            </a:extLst>
          </p:cNvPr>
          <p:cNvCxnSpPr>
            <a:cxnSpLocks/>
            <a:stCxn id="5" idx="1"/>
          </p:cNvCxnSpPr>
          <p:nvPr/>
        </p:nvCxnSpPr>
        <p:spPr>
          <a:xfrm rot="10800000" flipV="1">
            <a:off x="3024082" y="1592272"/>
            <a:ext cx="3097441" cy="3226043"/>
          </a:xfrm>
          <a:prstGeom prst="bentConnector3">
            <a:avLst>
              <a:gd name="adj1" fmla="val 84441"/>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86" name="直線矢印コネクタ 160">
            <a:extLst>
              <a:ext uri="{FF2B5EF4-FFF2-40B4-BE49-F238E27FC236}">
                <a16:creationId xmlns:a16="http://schemas.microsoft.com/office/drawing/2014/main" id="{BEF3BBE4-DD8D-4B48-B219-7A8DED811766}"/>
              </a:ext>
            </a:extLst>
          </p:cNvPr>
          <p:cNvCxnSpPr>
            <a:cxnSpLocks/>
            <a:stCxn id="63" idx="1"/>
          </p:cNvCxnSpPr>
          <p:nvPr/>
        </p:nvCxnSpPr>
        <p:spPr>
          <a:xfrm rot="10800000" flipV="1">
            <a:off x="3014992" y="3408546"/>
            <a:ext cx="3106531" cy="2586155"/>
          </a:xfrm>
          <a:prstGeom prst="bentConnector3">
            <a:avLst>
              <a:gd name="adj1" fmla="val 66737"/>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5" name="正方形/長方形 4">
            <a:extLst>
              <a:ext uri="{FF2B5EF4-FFF2-40B4-BE49-F238E27FC236}">
                <a16:creationId xmlns:a16="http://schemas.microsoft.com/office/drawing/2014/main" id="{7C5F2DCA-1F0F-42E5-8D4A-97FBC3AAA14E}"/>
              </a:ext>
            </a:extLst>
          </p:cNvPr>
          <p:cNvSpPr/>
          <p:nvPr/>
        </p:nvSpPr>
        <p:spPr>
          <a:xfrm>
            <a:off x="6121522" y="1434104"/>
            <a:ext cx="251011" cy="316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89DEBC2E-8452-4AA0-92FA-2E36809BBC90}"/>
              </a:ext>
            </a:extLst>
          </p:cNvPr>
          <p:cNvSpPr/>
          <p:nvPr/>
        </p:nvSpPr>
        <p:spPr>
          <a:xfrm>
            <a:off x="6121522" y="3250378"/>
            <a:ext cx="251011" cy="316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角丸四角形 46"/>
          <p:cNvSpPr/>
          <p:nvPr/>
        </p:nvSpPr>
        <p:spPr>
          <a:xfrm>
            <a:off x="6112435" y="1440393"/>
            <a:ext cx="1508624"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0" name="角丸四角形 46">
            <a:extLst>
              <a:ext uri="{FF2B5EF4-FFF2-40B4-BE49-F238E27FC236}">
                <a16:creationId xmlns:a16="http://schemas.microsoft.com/office/drawing/2014/main" id="{A3110C0A-7093-4E60-AE69-1F90329864A9}"/>
              </a:ext>
            </a:extLst>
          </p:cNvPr>
          <p:cNvSpPr/>
          <p:nvPr/>
        </p:nvSpPr>
        <p:spPr>
          <a:xfrm>
            <a:off x="6121523" y="2932200"/>
            <a:ext cx="1467347"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9" name="吹き出し: 線 (枠付き、強調線付き) 78">
            <a:extLst>
              <a:ext uri="{FF2B5EF4-FFF2-40B4-BE49-F238E27FC236}">
                <a16:creationId xmlns:a16="http://schemas.microsoft.com/office/drawing/2014/main" id="{5BA756D4-5E04-4D3E-8DA2-10F30FB6CF9C}"/>
              </a:ext>
            </a:extLst>
          </p:cNvPr>
          <p:cNvSpPr/>
          <p:nvPr/>
        </p:nvSpPr>
        <p:spPr>
          <a:xfrm>
            <a:off x="3229583" y="875489"/>
            <a:ext cx="1527243" cy="713036"/>
          </a:xfrm>
          <a:prstGeom prst="accentBorderCallout1">
            <a:avLst>
              <a:gd name="adj1" fmla="val 18750"/>
              <a:gd name="adj2" fmla="val -8333"/>
              <a:gd name="adj3" fmla="val 48380"/>
              <a:gd name="adj4" fmla="val -7336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a:solidFill>
                  <a:srgbClr val="FF0000"/>
                </a:solidFill>
              </a:rPr>
              <a:t>Azure</a:t>
            </a:r>
            <a:r>
              <a:rPr kumimoji="1" lang="ja-JP" altLang="en-US" sz="1200">
                <a:solidFill>
                  <a:srgbClr val="FF0000"/>
                </a:solidFill>
              </a:rPr>
              <a:t>環境</a:t>
            </a:r>
            <a:r>
              <a:rPr kumimoji="1" lang="en-US" altLang="ja-JP" sz="1200">
                <a:solidFill>
                  <a:srgbClr val="FF0000"/>
                </a:solidFill>
              </a:rPr>
              <a:t>PIMS</a:t>
            </a:r>
            <a:r>
              <a:rPr kumimoji="1" lang="ja-JP" altLang="en-US" sz="1200">
                <a:solidFill>
                  <a:srgbClr val="FF0000"/>
                </a:solidFill>
              </a:rPr>
              <a:t>へ接続先変更</a:t>
            </a:r>
          </a:p>
        </p:txBody>
      </p:sp>
      <p:sp>
        <p:nvSpPr>
          <p:cNvPr id="80" name="四角形: 角を丸くする 79">
            <a:extLst>
              <a:ext uri="{FF2B5EF4-FFF2-40B4-BE49-F238E27FC236}">
                <a16:creationId xmlns:a16="http://schemas.microsoft.com/office/drawing/2014/main" id="{59CF7C4D-7BF9-4288-BCAB-177323820648}"/>
              </a:ext>
            </a:extLst>
          </p:cNvPr>
          <p:cNvSpPr/>
          <p:nvPr/>
        </p:nvSpPr>
        <p:spPr>
          <a:xfrm>
            <a:off x="311421" y="1102923"/>
            <a:ext cx="1862423" cy="1644174"/>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四角形: 角を丸くする 80">
            <a:extLst>
              <a:ext uri="{FF2B5EF4-FFF2-40B4-BE49-F238E27FC236}">
                <a16:creationId xmlns:a16="http://schemas.microsoft.com/office/drawing/2014/main" id="{1809CE8B-46B0-4C06-A6C8-12C0AC845AA3}"/>
              </a:ext>
            </a:extLst>
          </p:cNvPr>
          <p:cNvSpPr/>
          <p:nvPr/>
        </p:nvSpPr>
        <p:spPr>
          <a:xfrm>
            <a:off x="2191718" y="1834813"/>
            <a:ext cx="893911" cy="935893"/>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吹き出し: 線 (枠付き、強調線付き) 81">
            <a:extLst>
              <a:ext uri="{FF2B5EF4-FFF2-40B4-BE49-F238E27FC236}">
                <a16:creationId xmlns:a16="http://schemas.microsoft.com/office/drawing/2014/main" id="{AFA5DF05-280C-4B85-8D79-868B06A776C5}"/>
              </a:ext>
            </a:extLst>
          </p:cNvPr>
          <p:cNvSpPr/>
          <p:nvPr/>
        </p:nvSpPr>
        <p:spPr>
          <a:xfrm>
            <a:off x="3653025" y="2492858"/>
            <a:ext cx="1527243" cy="713036"/>
          </a:xfrm>
          <a:prstGeom prst="accentBorderCallout1">
            <a:avLst>
              <a:gd name="adj1" fmla="val 18750"/>
              <a:gd name="adj2" fmla="val -8333"/>
              <a:gd name="adj3" fmla="val -6501"/>
              <a:gd name="adj4" fmla="val -45383"/>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a:solidFill>
                  <a:srgbClr val="FF0000"/>
                </a:solidFill>
              </a:rPr>
              <a:t>クライアントバージョンアップ</a:t>
            </a:r>
          </a:p>
        </p:txBody>
      </p:sp>
      <p:sp>
        <p:nvSpPr>
          <p:cNvPr id="83" name="角丸四角形 40">
            <a:extLst>
              <a:ext uri="{FF2B5EF4-FFF2-40B4-BE49-F238E27FC236}">
                <a16:creationId xmlns:a16="http://schemas.microsoft.com/office/drawing/2014/main" id="{82B7E9AA-1A4F-4048-88AF-9E7054D9DB48}"/>
              </a:ext>
            </a:extLst>
          </p:cNvPr>
          <p:cNvSpPr/>
          <p:nvPr/>
        </p:nvSpPr>
        <p:spPr>
          <a:xfrm>
            <a:off x="2224604" y="1919636"/>
            <a:ext cx="790387"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800" b="1">
                <a:solidFill>
                  <a:srgbClr val="FF0000"/>
                </a:solidFill>
                <a:latin typeface="游ゴシック"/>
                <a:ea typeface="游ゴシック"/>
              </a:rPr>
              <a:t>330.0.0</a:t>
            </a:r>
            <a:endParaRPr lang="en-US" altLang="ja-JP" sz="800" b="1">
              <a:solidFill>
                <a:srgbClr val="FF0000"/>
              </a:solidFill>
              <a:latin typeface="游ゴシック" panose="020B0400000000000000" pitchFamily="50" charset="-128"/>
              <a:ea typeface="游ゴシック" panose="020B0400000000000000" pitchFamily="50" charset="-128"/>
            </a:endParaRPr>
          </a:p>
        </p:txBody>
      </p:sp>
      <p:sp>
        <p:nvSpPr>
          <p:cNvPr id="84" name="角丸四角形 40">
            <a:extLst>
              <a:ext uri="{FF2B5EF4-FFF2-40B4-BE49-F238E27FC236}">
                <a16:creationId xmlns:a16="http://schemas.microsoft.com/office/drawing/2014/main" id="{478E4341-3E82-4561-A485-CB47B89DAB20}"/>
              </a:ext>
            </a:extLst>
          </p:cNvPr>
          <p:cNvSpPr/>
          <p:nvPr/>
        </p:nvSpPr>
        <p:spPr>
          <a:xfrm>
            <a:off x="2239186" y="3231880"/>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kumimoji="1" lang="en-US" sz="800" b="1">
                <a:solidFill>
                  <a:srgbClr val="FF0000"/>
                </a:solidFill>
                <a:latin typeface="游ゴシック"/>
                <a:ea typeface="游ゴシック"/>
              </a:rPr>
              <a:t>330.0.0</a:t>
            </a:r>
            <a:endParaRPr lang="en-US"/>
          </a:p>
        </p:txBody>
      </p:sp>
      <p:sp>
        <p:nvSpPr>
          <p:cNvPr id="85" name="角丸四角形 40">
            <a:extLst>
              <a:ext uri="{FF2B5EF4-FFF2-40B4-BE49-F238E27FC236}">
                <a16:creationId xmlns:a16="http://schemas.microsoft.com/office/drawing/2014/main" id="{B253D000-EE1B-4923-9494-EB0401AAFD2F}"/>
              </a:ext>
            </a:extLst>
          </p:cNvPr>
          <p:cNvSpPr/>
          <p:nvPr/>
        </p:nvSpPr>
        <p:spPr>
          <a:xfrm>
            <a:off x="2239186" y="4505414"/>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lang="en-US" sz="800" b="1">
                <a:solidFill>
                  <a:srgbClr val="FF0000"/>
                </a:solidFill>
                <a:latin typeface="游ゴシック" panose="020B0400000000000000" pitchFamily="50" charset="-128"/>
                <a:ea typeface="游ゴシック" panose="020B0400000000000000" pitchFamily="50" charset="-128"/>
              </a:rPr>
              <a:t>330.0.0</a:t>
            </a:r>
            <a:endParaRPr lang="en-US"/>
          </a:p>
        </p:txBody>
      </p:sp>
      <p:sp>
        <p:nvSpPr>
          <p:cNvPr id="86" name="角丸四角形 40">
            <a:extLst>
              <a:ext uri="{FF2B5EF4-FFF2-40B4-BE49-F238E27FC236}">
                <a16:creationId xmlns:a16="http://schemas.microsoft.com/office/drawing/2014/main" id="{A9650D9B-E994-4CF5-9466-258677DC8D6F}"/>
              </a:ext>
            </a:extLst>
          </p:cNvPr>
          <p:cNvSpPr/>
          <p:nvPr/>
        </p:nvSpPr>
        <p:spPr>
          <a:xfrm>
            <a:off x="2230096" y="5681800"/>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lang="en-US" sz="800" b="1">
                <a:solidFill>
                  <a:srgbClr val="FF0000"/>
                </a:solidFill>
                <a:latin typeface="游ゴシック"/>
                <a:ea typeface="游ゴシック"/>
              </a:rPr>
              <a:t>330.0.0</a:t>
            </a:r>
            <a:endParaRPr lang="en-US">
              <a:latin typeface="游ゴシック"/>
              <a:ea typeface="游ゴシック"/>
            </a:endParaRPr>
          </a:p>
        </p:txBody>
      </p:sp>
      <p:sp>
        <p:nvSpPr>
          <p:cNvPr id="8" name="四角形: 角を丸くする 7">
            <a:extLst>
              <a:ext uri="{FF2B5EF4-FFF2-40B4-BE49-F238E27FC236}">
                <a16:creationId xmlns:a16="http://schemas.microsoft.com/office/drawing/2014/main" id="{162DDAB1-30FB-5862-5085-9D9053E925EE}"/>
              </a:ext>
            </a:extLst>
          </p:cNvPr>
          <p:cNvSpPr/>
          <p:nvPr/>
        </p:nvSpPr>
        <p:spPr>
          <a:xfrm>
            <a:off x="151356" y="2796217"/>
            <a:ext cx="3329421" cy="3563524"/>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今回のお見積もり</a:t>
            </a:r>
            <a:endParaRPr kumimoji="1" lang="en-US" altLang="ja-JP" sz="2800" b="1"/>
          </a:p>
          <a:p>
            <a:pPr algn="ctr"/>
            <a:r>
              <a:rPr kumimoji="1" lang="ja-JP" altLang="en-US" sz="2800" b="1"/>
              <a:t>範囲外</a:t>
            </a:r>
          </a:p>
        </p:txBody>
      </p:sp>
      <p:sp>
        <p:nvSpPr>
          <p:cNvPr id="10" name="四角形: 角を丸くする 9">
            <a:extLst>
              <a:ext uri="{FF2B5EF4-FFF2-40B4-BE49-F238E27FC236}">
                <a16:creationId xmlns:a16="http://schemas.microsoft.com/office/drawing/2014/main" id="{DCAC9ACA-5423-B0AC-DE23-A6460180AF1D}"/>
              </a:ext>
            </a:extLst>
          </p:cNvPr>
          <p:cNvSpPr/>
          <p:nvPr/>
        </p:nvSpPr>
        <p:spPr>
          <a:xfrm>
            <a:off x="5700687" y="3599217"/>
            <a:ext cx="6525671" cy="1604850"/>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dirty="0"/>
              <a:t>今回のお見積もり</a:t>
            </a:r>
            <a:endParaRPr kumimoji="1" lang="en-US" altLang="ja-JP" sz="2800" b="1" dirty="0"/>
          </a:p>
          <a:p>
            <a:pPr algn="ctr"/>
            <a:r>
              <a:rPr kumimoji="1" lang="ja-JP" altLang="en-US" sz="2800" b="1" dirty="0"/>
              <a:t>範囲外</a:t>
            </a:r>
          </a:p>
        </p:txBody>
      </p:sp>
      <p:sp>
        <p:nvSpPr>
          <p:cNvPr id="7" name="四角形: 角を丸くする 6">
            <a:extLst>
              <a:ext uri="{FF2B5EF4-FFF2-40B4-BE49-F238E27FC236}">
                <a16:creationId xmlns:a16="http://schemas.microsoft.com/office/drawing/2014/main" id="{35F62087-C378-4DBD-3693-4D5EE3BFCF5E}"/>
              </a:ext>
            </a:extLst>
          </p:cNvPr>
          <p:cNvSpPr/>
          <p:nvPr/>
        </p:nvSpPr>
        <p:spPr>
          <a:xfrm>
            <a:off x="5700687" y="1412972"/>
            <a:ext cx="6525671" cy="1456147"/>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dirty="0"/>
              <a:t>今回のお見積もり</a:t>
            </a:r>
            <a:endParaRPr kumimoji="1" lang="en-US" altLang="ja-JP" sz="2800" b="1" dirty="0"/>
          </a:p>
          <a:p>
            <a:pPr algn="ctr"/>
            <a:r>
              <a:rPr kumimoji="1" lang="ja-JP" altLang="en-US" sz="2800" b="1" dirty="0"/>
              <a:t>範囲外</a:t>
            </a:r>
          </a:p>
        </p:txBody>
      </p:sp>
    </p:spTree>
    <p:extLst>
      <p:ext uri="{BB962C8B-B14F-4D97-AF65-F5344CB8AC3E}">
        <p14:creationId xmlns:p14="http://schemas.microsoft.com/office/powerpoint/2010/main" val="224871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対象機能数</a:t>
            </a:r>
            <a:endParaRPr kumimoji="1" lang="ja-JP" altLang="en-US"/>
          </a:p>
        </p:txBody>
      </p:sp>
      <p:sp>
        <p:nvSpPr>
          <p:cNvPr id="3" name="日付プレースホルダー 2"/>
          <p:cNvSpPr>
            <a:spLocks noGrp="1"/>
          </p:cNvSpPr>
          <p:nvPr>
            <p:ph type="dt" sz="half" idx="10"/>
          </p:nvPr>
        </p:nvSpPr>
        <p:spPr/>
        <p:txBody>
          <a:bodyPr/>
          <a:lstStyle/>
          <a:p>
            <a:r>
              <a:rPr lang="en-US" altLang="ja-JP" dirty="0"/>
              <a:t>2025/7/11</a:t>
            </a:r>
            <a:endParaRPr lang="en-US" dirty="0"/>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654962529"/>
              </p:ext>
            </p:extLst>
          </p:nvPr>
        </p:nvGraphicFramePr>
        <p:xfrm>
          <a:off x="606000" y="936000"/>
          <a:ext cx="10843049" cy="1626480"/>
        </p:xfrm>
        <a:graphic>
          <a:graphicData uri="http://schemas.openxmlformats.org/drawingml/2006/table">
            <a:tbl>
              <a:tblPr firstRow="1" bandRow="1">
                <a:tableStyleId>{69012ECD-51FC-41F1-AA8D-1B2483CD663E}</a:tableStyleId>
              </a:tblPr>
              <a:tblGrid>
                <a:gridCol w="251238">
                  <a:extLst>
                    <a:ext uri="{9D8B030D-6E8A-4147-A177-3AD203B41FA5}">
                      <a16:colId xmlns:a16="http://schemas.microsoft.com/office/drawing/2014/main" val="820809534"/>
                    </a:ext>
                  </a:extLst>
                </a:gridCol>
                <a:gridCol w="1714512">
                  <a:extLst>
                    <a:ext uri="{9D8B030D-6E8A-4147-A177-3AD203B41FA5}">
                      <a16:colId xmlns:a16="http://schemas.microsoft.com/office/drawing/2014/main" val="2667349602"/>
                    </a:ext>
                  </a:extLst>
                </a:gridCol>
                <a:gridCol w="2238375">
                  <a:extLst>
                    <a:ext uri="{9D8B030D-6E8A-4147-A177-3AD203B41FA5}">
                      <a16:colId xmlns:a16="http://schemas.microsoft.com/office/drawing/2014/main" val="852570537"/>
                    </a:ext>
                  </a:extLst>
                </a:gridCol>
                <a:gridCol w="1619250">
                  <a:extLst>
                    <a:ext uri="{9D8B030D-6E8A-4147-A177-3AD203B41FA5}">
                      <a16:colId xmlns:a16="http://schemas.microsoft.com/office/drawing/2014/main" val="27644720"/>
                    </a:ext>
                  </a:extLst>
                </a:gridCol>
                <a:gridCol w="1438275">
                  <a:extLst>
                    <a:ext uri="{9D8B030D-6E8A-4147-A177-3AD203B41FA5}">
                      <a16:colId xmlns:a16="http://schemas.microsoft.com/office/drawing/2014/main" val="3430063420"/>
                    </a:ext>
                  </a:extLst>
                </a:gridCol>
                <a:gridCol w="3581399">
                  <a:extLst>
                    <a:ext uri="{9D8B030D-6E8A-4147-A177-3AD203B41FA5}">
                      <a16:colId xmlns:a16="http://schemas.microsoft.com/office/drawing/2014/main" val="922789385"/>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要件定義調査結果</a:t>
                      </a:r>
                      <a:endParaRPr kumimoji="1" lang="en-US" altLang="ja-JP"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日報・月報</a:t>
                      </a:r>
                      <a:endParaRPr kumimoji="1" lang="en-US" altLang="ja-JP"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合計</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備考</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エクセルマクロ</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p>
                      <a:pPr marL="0" lvl="0" indent="0">
                        <a:buFont typeface="Arial" pitchFamily="34" charset="0"/>
                        <a:buNone/>
                      </a:pPr>
                      <a:r>
                        <a:rPr kumimoji="1" lang="en-US" altLang="ja-JP" sz="1600" dirty="0">
                          <a:solidFill>
                            <a:schemeClr val="tx1"/>
                          </a:solidFill>
                          <a:latin typeface="游ゴシック" panose="020B0400000000000000" pitchFamily="50" charset="-128"/>
                          <a:ea typeface="游ゴシック" panose="020B0400000000000000" pitchFamily="50" charset="-128"/>
                        </a:rPr>
                        <a:t>(</a:t>
                      </a:r>
                      <a:r>
                        <a:rPr kumimoji="1" lang="ja-JP" altLang="en-US" sz="1600" dirty="0">
                          <a:solidFill>
                            <a:schemeClr val="tx1"/>
                          </a:solidFill>
                          <a:latin typeface="游ゴシック" panose="020B0400000000000000" pitchFamily="50" charset="-128"/>
                          <a:ea typeface="游ゴシック" panose="020B0400000000000000" pitchFamily="50" charset="-128"/>
                        </a:rPr>
                        <a:t>徳山</a:t>
                      </a:r>
                      <a:r>
                        <a:rPr kumimoji="1" lang="en-US" altLang="ja-JP" sz="1600" dirty="0">
                          <a:solidFill>
                            <a:schemeClr val="tx1"/>
                          </a:solidFill>
                          <a:latin typeface="游ゴシック" panose="020B0400000000000000" pitchFamily="50" charset="-128"/>
                          <a:ea typeface="游ゴシック" panose="020B0400000000000000" pitchFamily="50" charset="-128"/>
                        </a:rPr>
                        <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dirty="0">
                          <a:solidFill>
                            <a:schemeClr val="tx1"/>
                          </a:solidFill>
                          <a:latin typeface="游ゴシック"/>
                          <a:ea typeface="游ゴシック"/>
                        </a:rPr>
                        <a:t>614</a:t>
                      </a:r>
                      <a:endParaRPr kumimoji="1" lang="ja-JP" altLang="en-US" sz="1600" b="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dirty="0">
                          <a:solidFill>
                            <a:schemeClr val="tx1"/>
                          </a:solidFill>
                          <a:latin typeface="游ゴシック"/>
                          <a:ea typeface="游ゴシック"/>
                        </a:rPr>
                        <a:t>60</a:t>
                      </a:r>
                      <a:endParaRPr kumimoji="1" lang="ja-JP" altLang="en-US" sz="1600" b="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r">
                        <a:buFont typeface="Arial" pitchFamily="34" charset="0"/>
                        <a:buNone/>
                      </a:pPr>
                      <a:r>
                        <a:rPr kumimoji="1" lang="en-US" altLang="ja-JP" sz="1600" b="0" dirty="0">
                          <a:solidFill>
                            <a:schemeClr val="tx1"/>
                          </a:solidFill>
                          <a:latin typeface="游ゴシック"/>
                          <a:ea typeface="游ゴシック"/>
                        </a:rPr>
                        <a:t>674(</a:t>
                      </a:r>
                      <a:r>
                        <a:rPr kumimoji="1" lang="ja-JP" altLang="en-US" sz="1600" b="0" dirty="0">
                          <a:solidFill>
                            <a:schemeClr val="tx1"/>
                          </a:solidFill>
                          <a:latin typeface="游ゴシック"/>
                          <a:ea typeface="游ゴシック"/>
                        </a:rPr>
                        <a:t>本</a:t>
                      </a:r>
                      <a:r>
                        <a:rPr kumimoji="1" lang="en-US" altLang="ja-JP" sz="1600" b="0" dirty="0">
                          <a:solidFill>
                            <a:schemeClr val="tx1"/>
                          </a:solidFill>
                          <a:latin typeface="游ゴシック"/>
                          <a:ea typeface="游ゴシック"/>
                        </a:rPr>
                        <a:t>)</a:t>
                      </a:r>
                      <a:endParaRPr kumimoji="1" lang="ja-JP" altLang="en-US" sz="1600" dirty="0">
                        <a:solidFill>
                          <a:schemeClr val="tx1"/>
                        </a:solidFill>
                        <a:latin typeface="游ゴシック"/>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游ゴシック"/>
                          <a:ea typeface="+mn-ea"/>
                        </a:rPr>
                        <a:t>本番リリースまでにファイル更新される</a:t>
                      </a:r>
                      <a:r>
                        <a:rPr kumimoji="1" lang="ja-JP" altLang="en-US" sz="1600" dirty="0">
                          <a:solidFill>
                            <a:schemeClr val="tx1"/>
                          </a:solidFill>
                          <a:latin typeface="游ゴシック"/>
                          <a:ea typeface="游ゴシック" panose="020B0400000000000000" pitchFamily="50" charset="-128"/>
                        </a:rPr>
                        <a:t>想定本数は「</a:t>
                      </a:r>
                      <a:r>
                        <a:rPr kumimoji="1" lang="zh-TW" altLang="en-US" sz="1600" dirty="0">
                          <a:solidFill>
                            <a:schemeClr val="tx1"/>
                          </a:solidFill>
                          <a:latin typeface="游ゴシック"/>
                          <a:ea typeface="游ゴシック" panose="020B0400000000000000" pitchFamily="50" charset="-128"/>
                        </a:rPr>
                        <a:t>要件定義</a:t>
                      </a:r>
                    </a:p>
                    <a:p>
                      <a:pPr marL="0" indent="0">
                        <a:buFont typeface="Arial" pitchFamily="34" charset="0"/>
                        <a:buNone/>
                      </a:pPr>
                      <a:r>
                        <a:rPr kumimoji="1" lang="zh-TW" altLang="en-US" sz="1600" dirty="0">
                          <a:solidFill>
                            <a:schemeClr val="tx1"/>
                          </a:solidFill>
                          <a:latin typeface="游ゴシック"/>
                          <a:ea typeface="游ゴシック" panose="020B0400000000000000" pitchFamily="50" charset="-128"/>
                        </a:rPr>
                        <a:t>調査結果</a:t>
                      </a:r>
                      <a:r>
                        <a:rPr kumimoji="1" lang="ja-JP" altLang="en-US" sz="1600" dirty="0">
                          <a:solidFill>
                            <a:schemeClr val="tx1"/>
                          </a:solidFill>
                          <a:latin typeface="游ゴシック"/>
                          <a:ea typeface="游ゴシック" panose="020B0400000000000000" pitchFamily="50" charset="-128"/>
                        </a:rPr>
                        <a:t>＋日報・月報合計」の</a:t>
                      </a:r>
                      <a:r>
                        <a:rPr kumimoji="1" lang="en-US" altLang="ja-JP" sz="1600" dirty="0">
                          <a:solidFill>
                            <a:schemeClr val="tx1"/>
                          </a:solidFill>
                          <a:latin typeface="游ゴシック"/>
                          <a:ea typeface="游ゴシック" panose="020B0400000000000000" pitchFamily="50" charset="-128"/>
                        </a:rPr>
                        <a:t>20%</a:t>
                      </a:r>
                      <a:r>
                        <a:rPr kumimoji="1" lang="ja-JP" altLang="en-US" sz="1600" dirty="0">
                          <a:solidFill>
                            <a:schemeClr val="tx1"/>
                          </a:solidFill>
                          <a:latin typeface="游ゴシック"/>
                          <a:ea typeface="游ゴシック" panose="020B0400000000000000" pitchFamily="50" charset="-128"/>
                        </a:rPr>
                        <a:t>を想定</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bl>
          </a:graphicData>
        </a:graphic>
      </p:graphicFrame>
      <p:sp>
        <p:nvSpPr>
          <p:cNvPr id="4" name="フッター プレースホルダー 3"/>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86748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４</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スケジュール（想定）</a:t>
            </a:r>
          </a:p>
        </p:txBody>
      </p:sp>
      <p:graphicFrame>
        <p:nvGraphicFramePr>
          <p:cNvPr id="6" name="表 5">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764962206"/>
              </p:ext>
            </p:extLst>
          </p:nvPr>
        </p:nvGraphicFramePr>
        <p:xfrm>
          <a:off x="888448" y="755856"/>
          <a:ext cx="9746084" cy="4762144"/>
        </p:xfrm>
        <a:graphic>
          <a:graphicData uri="http://schemas.openxmlformats.org/drawingml/2006/table">
            <a:tbl>
              <a:tblPr firstRow="1">
                <a:tableStyleId>{69012ECD-51FC-41F1-AA8D-1B2483CD663E}</a:tableStyleId>
              </a:tblPr>
              <a:tblGrid>
                <a:gridCol w="974485">
                  <a:extLst>
                    <a:ext uri="{9D8B030D-6E8A-4147-A177-3AD203B41FA5}">
                      <a16:colId xmlns:a16="http://schemas.microsoft.com/office/drawing/2014/main" val="20001"/>
                    </a:ext>
                  </a:extLst>
                </a:gridCol>
                <a:gridCol w="974485">
                  <a:extLst>
                    <a:ext uri="{9D8B030D-6E8A-4147-A177-3AD203B41FA5}">
                      <a16:colId xmlns:a16="http://schemas.microsoft.com/office/drawing/2014/main" val="2565116541"/>
                    </a:ext>
                  </a:extLst>
                </a:gridCol>
                <a:gridCol w="866346">
                  <a:extLst>
                    <a:ext uri="{9D8B030D-6E8A-4147-A177-3AD203B41FA5}">
                      <a16:colId xmlns:a16="http://schemas.microsoft.com/office/drawing/2014/main" val="20014"/>
                    </a:ext>
                  </a:extLst>
                </a:gridCol>
                <a:gridCol w="866346">
                  <a:extLst>
                    <a:ext uri="{9D8B030D-6E8A-4147-A177-3AD203B41FA5}">
                      <a16:colId xmlns:a16="http://schemas.microsoft.com/office/drawing/2014/main" val="332361526"/>
                    </a:ext>
                  </a:extLst>
                </a:gridCol>
                <a:gridCol w="866346">
                  <a:extLst>
                    <a:ext uri="{9D8B030D-6E8A-4147-A177-3AD203B41FA5}">
                      <a16:colId xmlns:a16="http://schemas.microsoft.com/office/drawing/2014/main" val="1301509302"/>
                    </a:ext>
                  </a:extLst>
                </a:gridCol>
                <a:gridCol w="866346">
                  <a:extLst>
                    <a:ext uri="{9D8B030D-6E8A-4147-A177-3AD203B41FA5}">
                      <a16:colId xmlns:a16="http://schemas.microsoft.com/office/drawing/2014/main" val="2064698816"/>
                    </a:ext>
                  </a:extLst>
                </a:gridCol>
                <a:gridCol w="866346">
                  <a:extLst>
                    <a:ext uri="{9D8B030D-6E8A-4147-A177-3AD203B41FA5}">
                      <a16:colId xmlns:a16="http://schemas.microsoft.com/office/drawing/2014/main" val="1049139473"/>
                    </a:ext>
                  </a:extLst>
                </a:gridCol>
                <a:gridCol w="866346">
                  <a:extLst>
                    <a:ext uri="{9D8B030D-6E8A-4147-A177-3AD203B41FA5}">
                      <a16:colId xmlns:a16="http://schemas.microsoft.com/office/drawing/2014/main" val="581626291"/>
                    </a:ext>
                  </a:extLst>
                </a:gridCol>
                <a:gridCol w="866346">
                  <a:extLst>
                    <a:ext uri="{9D8B030D-6E8A-4147-A177-3AD203B41FA5}">
                      <a16:colId xmlns:a16="http://schemas.microsoft.com/office/drawing/2014/main" val="1794734865"/>
                    </a:ext>
                  </a:extLst>
                </a:gridCol>
                <a:gridCol w="866346">
                  <a:extLst>
                    <a:ext uri="{9D8B030D-6E8A-4147-A177-3AD203B41FA5}">
                      <a16:colId xmlns:a16="http://schemas.microsoft.com/office/drawing/2014/main" val="749056113"/>
                    </a:ext>
                  </a:extLst>
                </a:gridCol>
                <a:gridCol w="866346">
                  <a:extLst>
                    <a:ext uri="{9D8B030D-6E8A-4147-A177-3AD203B41FA5}">
                      <a16:colId xmlns:a16="http://schemas.microsoft.com/office/drawing/2014/main" val="2894799342"/>
                    </a:ext>
                  </a:extLst>
                </a:gridCol>
              </a:tblGrid>
              <a:tr h="340535">
                <a:tc rowSpan="2" grid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kumimoji="1" lang="ja-JP" altLang="en-US"/>
                    </a:p>
                  </a:txBody>
                  <a:tcPr/>
                </a:tc>
                <a:tc gridSpan="7">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gridSpan="2">
                  <a:txBody>
                    <a:bodyPr/>
                    <a:lstStyle/>
                    <a:p>
                      <a:pPr algn="ctr"/>
                      <a:r>
                        <a:rPr lang="en-US" altLang="ja-JP" sz="1400" b="0">
                          <a:solidFill>
                            <a:srgbClr val="FFFFFF"/>
                          </a:solidFill>
                          <a:latin typeface="游ゴシック"/>
                          <a:ea typeface="游ゴシック"/>
                        </a:rPr>
                        <a:t>2026</a:t>
                      </a:r>
                      <a:r>
                        <a:rPr kumimoji="1" lang="ja-JP" altLang="en-US" sz="1400" b="0">
                          <a:solidFill>
                            <a:srgbClr val="FFFFFF"/>
                          </a:solidFill>
                          <a:latin typeface="游ゴシック"/>
                          <a:ea typeface="游ゴシック"/>
                        </a:rPr>
                        <a:t>年</a:t>
                      </a:r>
                      <a:endParaRPr kumimoji="1" lang="ja-JP" altLang="en-US" sz="2000" b="0">
                        <a:solidFill>
                          <a:srgbClr val="FFFFFF"/>
                        </a:solidFill>
                        <a:latin typeface="游ゴシック"/>
                        <a:ea typeface="游ゴシック"/>
                      </a:endParaRPr>
                    </a:p>
                  </a:txBody>
                  <a:tcPr marL="0" marR="0" marT="36000" marB="36000" anchor="ctr">
                    <a:lnL w="635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solidFill>
                      <a:schemeClr val="accent1"/>
                    </a:solidFill>
                  </a:tcPr>
                </a:tc>
                <a:extLst>
                  <a:ext uri="{0D108BD9-81ED-4DB2-BD59-A6C34878D82A}">
                    <a16:rowId xmlns:a16="http://schemas.microsoft.com/office/drawing/2014/main" val="10000"/>
                  </a:ext>
                </a:extLst>
              </a:tr>
              <a:tr h="505469">
                <a:tc gridSpan="2"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hMerge="1" vMerge="1">
                  <a:txBody>
                    <a:bodyPr/>
                    <a:lstStyle/>
                    <a:p>
                      <a:endParaRPr kumimoji="1" lang="ja-JP" altLang="en-US"/>
                    </a:p>
                  </a:txBody>
                  <a:tcPr/>
                </a:tc>
                <a:tc>
                  <a:txBody>
                    <a:bodyPr/>
                    <a:lstStyle/>
                    <a:p>
                      <a:pPr algn="ctr"/>
                      <a:r>
                        <a:rPr kumimoji="1" lang="en-US" altLang="ja-JP" sz="1400" b="0">
                          <a:solidFill>
                            <a:srgbClr val="FFFFFF"/>
                          </a:solidFill>
                          <a:latin typeface="游ゴシック"/>
                          <a:ea typeface="游ゴシック"/>
                        </a:rPr>
                        <a:t>6</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1188380">
                <a:tc gridSpan="2">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ストーン</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kumimoji="1" lang="ja-JP" altLang="en-US"/>
                    </a:p>
                  </a:txBody>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545552">
                <a:tc rowSpan="4">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愛知</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44696145"/>
                  </a:ext>
                </a:extLst>
              </a:tr>
              <a:tr h="545552">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北海道</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39346561"/>
                  </a:ext>
                </a:extLst>
              </a:tr>
              <a:tr h="545552">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千葉</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65740787"/>
                  </a:ext>
                </a:extLst>
              </a:tr>
              <a:tr h="545552">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徳山</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259914422"/>
                  </a:ext>
                </a:extLst>
              </a:tr>
              <a:tr h="545552">
                <a:tc gridSpan="2">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工場システム</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a:p>
                  </a:txBody>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737231"/>
                  </a:ext>
                </a:extLst>
              </a:tr>
            </a:tbl>
          </a:graphicData>
        </a:graphic>
      </p:graphicFrame>
      <p:sp>
        <p:nvSpPr>
          <p:cNvPr id="33" name="ホームベース 30">
            <a:extLst>
              <a:ext uri="{FF2B5EF4-FFF2-40B4-BE49-F238E27FC236}">
                <a16:creationId xmlns:a16="http://schemas.microsoft.com/office/drawing/2014/main" id="{3B57EEC6-A848-4914-BC9B-95C84C7B6637}"/>
              </a:ext>
            </a:extLst>
          </p:cNvPr>
          <p:cNvSpPr/>
          <p:nvPr/>
        </p:nvSpPr>
        <p:spPr>
          <a:xfrm>
            <a:off x="7783921" y="609735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34" name="ホームベース 31">
            <a:extLst>
              <a:ext uri="{FF2B5EF4-FFF2-40B4-BE49-F238E27FC236}">
                <a16:creationId xmlns:a16="http://schemas.microsoft.com/office/drawing/2014/main" id="{2BED1E46-0D50-4D21-A77D-92FC258B00B7}"/>
              </a:ext>
            </a:extLst>
          </p:cNvPr>
          <p:cNvSpPr/>
          <p:nvPr/>
        </p:nvSpPr>
        <p:spPr>
          <a:xfrm>
            <a:off x="9075821" y="609735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35" name="ホームベース 32">
            <a:extLst>
              <a:ext uri="{FF2B5EF4-FFF2-40B4-BE49-F238E27FC236}">
                <a16:creationId xmlns:a16="http://schemas.microsoft.com/office/drawing/2014/main" id="{C37584D3-7DC1-4AF5-821B-4EB0B466578A}"/>
              </a:ext>
            </a:extLst>
          </p:cNvPr>
          <p:cNvSpPr/>
          <p:nvPr/>
        </p:nvSpPr>
        <p:spPr>
          <a:xfrm>
            <a:off x="10367720" y="609735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6" name="角丸四角形 33">
            <a:extLst>
              <a:ext uri="{FF2B5EF4-FFF2-40B4-BE49-F238E27FC236}">
                <a16:creationId xmlns:a16="http://schemas.microsoft.com/office/drawing/2014/main" id="{5E7C7353-36D9-4E13-AE62-C6438FB175BA}"/>
              </a:ext>
            </a:extLst>
          </p:cNvPr>
          <p:cNvSpPr/>
          <p:nvPr/>
        </p:nvSpPr>
        <p:spPr>
          <a:xfrm>
            <a:off x="7708884" y="6053419"/>
            <a:ext cx="4014837" cy="478637"/>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38" name="テキスト ボックス 37">
            <a:extLst>
              <a:ext uri="{FF2B5EF4-FFF2-40B4-BE49-F238E27FC236}">
                <a16:creationId xmlns:a16="http://schemas.microsoft.com/office/drawing/2014/main" id="{52966910-B070-4DEE-BF16-CF9CFAD5A257}"/>
              </a:ext>
            </a:extLst>
          </p:cNvPr>
          <p:cNvSpPr txBox="1"/>
          <p:nvPr/>
        </p:nvSpPr>
        <p:spPr>
          <a:xfrm>
            <a:off x="5775912" y="1642842"/>
            <a:ext cx="1548798" cy="405683"/>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▼開発フェーズ開始</a:t>
            </a:r>
            <a:r>
              <a:rPr lang="en-US" altLang="ja-JP" sz="1200" dirty="0">
                <a:latin typeface="游ゴシック" panose="020B0400000000000000" pitchFamily="50" charset="-128"/>
                <a:ea typeface="游ゴシック" panose="020B0400000000000000" pitchFamily="50" charset="-128"/>
                <a:cs typeface="Meiryo UI" panose="020B0604030504040204" pitchFamily="50" charset="-128"/>
              </a:rPr>
              <a:t>(9/15)</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4" name="正方形/長方形 43">
            <a:extLst>
              <a:ext uri="{FF2B5EF4-FFF2-40B4-BE49-F238E27FC236}">
                <a16:creationId xmlns:a16="http://schemas.microsoft.com/office/drawing/2014/main" id="{F552483D-B47E-4672-AAB8-B1378D36B674}"/>
              </a:ext>
            </a:extLst>
          </p:cNvPr>
          <p:cNvSpPr/>
          <p:nvPr/>
        </p:nvSpPr>
        <p:spPr>
          <a:xfrm>
            <a:off x="3368880" y="2788444"/>
            <a:ext cx="437945" cy="54707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dirty="0"/>
              <a:t>2025/7/11</a:t>
            </a:r>
            <a:endParaRPr lang="en-US" dirty="0"/>
          </a:p>
        </p:txBody>
      </p:sp>
      <p:sp>
        <p:nvSpPr>
          <p:cNvPr id="8" name="テキスト ボックス 7">
            <a:extLst>
              <a:ext uri="{FF2B5EF4-FFF2-40B4-BE49-F238E27FC236}">
                <a16:creationId xmlns:a16="http://schemas.microsoft.com/office/drawing/2014/main" id="{AA608998-7E3E-1298-045C-A506F642ABA9}"/>
              </a:ext>
            </a:extLst>
          </p:cNvPr>
          <p:cNvSpPr txBox="1"/>
          <p:nvPr/>
        </p:nvSpPr>
        <p:spPr>
          <a:xfrm>
            <a:off x="335999" y="6125276"/>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a:latin typeface="+mn-ea"/>
                <a:cs typeface="メイリオ" pitchFamily="50" charset="-128"/>
              </a:rPr>
              <a:t>スケジュールについては、ご契約のタイミング状況により変更となる場合がございます</a:t>
            </a:r>
            <a:endParaRPr lang="en-US" altLang="ja-JP" sz="1400">
              <a:latin typeface="+mn-ea"/>
              <a:cs typeface="メイリオ" pitchFamily="50" charset="-128"/>
            </a:endParaRPr>
          </a:p>
        </p:txBody>
      </p:sp>
      <p:sp>
        <p:nvSpPr>
          <p:cNvPr id="11" name="フッター プレースホルダー 10"/>
          <p:cNvSpPr>
            <a:spLocks noGrp="1"/>
          </p:cNvSpPr>
          <p:nvPr>
            <p:ph type="ftr" sz="quarter" idx="11"/>
          </p:nvPr>
        </p:nvSpPr>
        <p:spPr/>
        <p:txBody>
          <a:bodyPr/>
          <a:lstStyle/>
          <a:p>
            <a:r>
              <a:rPr lang="en-US"/>
              <a:t>Copyright © 2025 SystemEXE,Inc All Rights Reserved.</a:t>
            </a:r>
          </a:p>
        </p:txBody>
      </p:sp>
      <p:sp>
        <p:nvSpPr>
          <p:cNvPr id="52" name="テキスト ボックス 51">
            <a:extLst>
              <a:ext uri="{FF2B5EF4-FFF2-40B4-BE49-F238E27FC236}">
                <a16:creationId xmlns:a16="http://schemas.microsoft.com/office/drawing/2014/main" id="{273F1D17-10FA-4924-B884-6E253B662FBC}"/>
              </a:ext>
            </a:extLst>
          </p:cNvPr>
          <p:cNvSpPr txBox="1"/>
          <p:nvPr/>
        </p:nvSpPr>
        <p:spPr>
          <a:xfrm>
            <a:off x="8084856" y="1660596"/>
            <a:ext cx="1036654"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▼徳山切替</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4" name="テキスト ボックス 53">
            <a:extLst>
              <a:ext uri="{FF2B5EF4-FFF2-40B4-BE49-F238E27FC236}">
                <a16:creationId xmlns:a16="http://schemas.microsoft.com/office/drawing/2014/main" id="{D5587137-054A-4734-9EC3-857E2D7952EC}"/>
              </a:ext>
            </a:extLst>
          </p:cNvPr>
          <p:cNvSpPr txBox="1"/>
          <p:nvPr/>
        </p:nvSpPr>
        <p:spPr>
          <a:xfrm>
            <a:off x="8966371" y="1660596"/>
            <a:ext cx="1036654"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▼四日市切替</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7" name="正方形/長方形 56">
            <a:extLst>
              <a:ext uri="{FF2B5EF4-FFF2-40B4-BE49-F238E27FC236}">
                <a16:creationId xmlns:a16="http://schemas.microsoft.com/office/drawing/2014/main" id="{20A49EAF-2CE6-4079-B03C-1C577E857A47}"/>
              </a:ext>
            </a:extLst>
          </p:cNvPr>
          <p:cNvSpPr/>
          <p:nvPr/>
        </p:nvSpPr>
        <p:spPr>
          <a:xfrm>
            <a:off x="4142945" y="2785607"/>
            <a:ext cx="183787" cy="549905"/>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58" name="正方形/長方形 57">
            <a:extLst>
              <a:ext uri="{FF2B5EF4-FFF2-40B4-BE49-F238E27FC236}">
                <a16:creationId xmlns:a16="http://schemas.microsoft.com/office/drawing/2014/main" id="{53C1D3EB-1F37-4250-9882-86110A337799}"/>
              </a:ext>
            </a:extLst>
          </p:cNvPr>
          <p:cNvSpPr/>
          <p:nvPr/>
        </p:nvSpPr>
        <p:spPr>
          <a:xfrm>
            <a:off x="4316631" y="2783336"/>
            <a:ext cx="907678" cy="549905"/>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59" name="正方形/長方形 58">
            <a:extLst>
              <a:ext uri="{FF2B5EF4-FFF2-40B4-BE49-F238E27FC236}">
                <a16:creationId xmlns:a16="http://schemas.microsoft.com/office/drawing/2014/main" id="{FCD1745A-C278-46D2-B2DC-36F7293FBDF5}"/>
              </a:ext>
            </a:extLst>
          </p:cNvPr>
          <p:cNvSpPr/>
          <p:nvPr/>
        </p:nvSpPr>
        <p:spPr>
          <a:xfrm>
            <a:off x="5195888" y="2783336"/>
            <a:ext cx="438150" cy="565865"/>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65" name="正方形/長方形 64">
            <a:extLst>
              <a:ext uri="{FF2B5EF4-FFF2-40B4-BE49-F238E27FC236}">
                <a16:creationId xmlns:a16="http://schemas.microsoft.com/office/drawing/2014/main" id="{BD30EF20-DD76-491C-9C1C-049E43A5F98D}"/>
              </a:ext>
            </a:extLst>
          </p:cNvPr>
          <p:cNvSpPr/>
          <p:nvPr/>
        </p:nvSpPr>
        <p:spPr>
          <a:xfrm>
            <a:off x="4346931" y="3314766"/>
            <a:ext cx="771518" cy="547071"/>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開発・</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ea typeface="游ゴシック" panose="020B0400000000000000" pitchFamily="50" charset="-128"/>
              </a:rPr>
              <a:t>結合テスト</a:t>
            </a:r>
          </a:p>
        </p:txBody>
      </p:sp>
      <p:sp>
        <p:nvSpPr>
          <p:cNvPr id="66" name="正方形/長方形 65">
            <a:extLst>
              <a:ext uri="{FF2B5EF4-FFF2-40B4-BE49-F238E27FC236}">
                <a16:creationId xmlns:a16="http://schemas.microsoft.com/office/drawing/2014/main" id="{74C58259-AF97-4FA9-B5B0-BC8DF789B1A6}"/>
              </a:ext>
            </a:extLst>
          </p:cNvPr>
          <p:cNvSpPr/>
          <p:nvPr/>
        </p:nvSpPr>
        <p:spPr>
          <a:xfrm>
            <a:off x="5125114" y="3288408"/>
            <a:ext cx="289139" cy="600061"/>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受入</a:t>
            </a:r>
          </a:p>
        </p:txBody>
      </p:sp>
      <p:sp>
        <p:nvSpPr>
          <p:cNvPr id="67" name="正方形/長方形 66">
            <a:extLst>
              <a:ext uri="{FF2B5EF4-FFF2-40B4-BE49-F238E27FC236}">
                <a16:creationId xmlns:a16="http://schemas.microsoft.com/office/drawing/2014/main" id="{FB4B8F02-AA39-4C5D-8827-E7D0659C0BA0}"/>
              </a:ext>
            </a:extLst>
          </p:cNvPr>
          <p:cNvSpPr/>
          <p:nvPr/>
        </p:nvSpPr>
        <p:spPr>
          <a:xfrm>
            <a:off x="5427123" y="3322025"/>
            <a:ext cx="479628"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本番移行</a:t>
            </a:r>
          </a:p>
        </p:txBody>
      </p:sp>
      <p:sp>
        <p:nvSpPr>
          <p:cNvPr id="68" name="正方形/長方形 67">
            <a:extLst>
              <a:ext uri="{FF2B5EF4-FFF2-40B4-BE49-F238E27FC236}">
                <a16:creationId xmlns:a16="http://schemas.microsoft.com/office/drawing/2014/main" id="{2CE90EF2-5134-4007-AE59-A4B3F0074D91}"/>
              </a:ext>
            </a:extLst>
          </p:cNvPr>
          <p:cNvSpPr/>
          <p:nvPr/>
        </p:nvSpPr>
        <p:spPr>
          <a:xfrm>
            <a:off x="5906751" y="3317802"/>
            <a:ext cx="657879" cy="516694"/>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初期</a:t>
            </a:r>
            <a:endParaRPr lang="ja-JP" sz="900" dirty="0">
              <a:solidFill>
                <a:schemeClr val="tx1"/>
              </a:solidFill>
            </a:endParaRPr>
          </a:p>
          <a:p>
            <a:pPr algn="ctr"/>
            <a:r>
              <a:rPr lang="ja-JP" altLang="en-US" sz="900" dirty="0">
                <a:solidFill>
                  <a:schemeClr val="tx1"/>
                </a:solidFill>
                <a:latin typeface="游ゴシック"/>
                <a:ea typeface="游ゴシック"/>
              </a:rPr>
              <a:t>流動</a:t>
            </a:r>
            <a:endParaRPr lang="ja-JP" sz="900" dirty="0">
              <a:solidFill>
                <a:schemeClr val="tx1"/>
              </a:solidFill>
            </a:endParaRPr>
          </a:p>
        </p:txBody>
      </p:sp>
      <p:sp>
        <p:nvSpPr>
          <p:cNvPr id="69" name="正方形/長方形 68">
            <a:extLst>
              <a:ext uri="{FF2B5EF4-FFF2-40B4-BE49-F238E27FC236}">
                <a16:creationId xmlns:a16="http://schemas.microsoft.com/office/drawing/2014/main" id="{C0C98577-4626-460F-9C28-155F32522D99}"/>
              </a:ext>
            </a:extLst>
          </p:cNvPr>
          <p:cNvSpPr/>
          <p:nvPr/>
        </p:nvSpPr>
        <p:spPr>
          <a:xfrm>
            <a:off x="4334802" y="3834791"/>
            <a:ext cx="1947806" cy="569589"/>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開発・</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ea typeface="游ゴシック" panose="020B0400000000000000" pitchFamily="50" charset="-128"/>
              </a:rPr>
              <a:t>結合テスト</a:t>
            </a:r>
          </a:p>
        </p:txBody>
      </p:sp>
      <p:sp>
        <p:nvSpPr>
          <p:cNvPr id="70" name="正方形/長方形 69">
            <a:extLst>
              <a:ext uri="{FF2B5EF4-FFF2-40B4-BE49-F238E27FC236}">
                <a16:creationId xmlns:a16="http://schemas.microsoft.com/office/drawing/2014/main" id="{52116367-2110-4948-AAA1-62909B092BBB}"/>
              </a:ext>
            </a:extLst>
          </p:cNvPr>
          <p:cNvSpPr/>
          <p:nvPr/>
        </p:nvSpPr>
        <p:spPr>
          <a:xfrm>
            <a:off x="6290282" y="3834790"/>
            <a:ext cx="373841" cy="569589"/>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受入</a:t>
            </a:r>
          </a:p>
        </p:txBody>
      </p:sp>
      <p:sp>
        <p:nvSpPr>
          <p:cNvPr id="72" name="正方形/長方形 71">
            <a:extLst>
              <a:ext uri="{FF2B5EF4-FFF2-40B4-BE49-F238E27FC236}">
                <a16:creationId xmlns:a16="http://schemas.microsoft.com/office/drawing/2014/main" id="{09357D66-5058-4207-AEC0-24B9E75E37E2}"/>
              </a:ext>
            </a:extLst>
          </p:cNvPr>
          <p:cNvSpPr/>
          <p:nvPr/>
        </p:nvSpPr>
        <p:spPr>
          <a:xfrm>
            <a:off x="7846517" y="3830637"/>
            <a:ext cx="464082" cy="564364"/>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73" name="正方形/長方形 72">
            <a:extLst>
              <a:ext uri="{FF2B5EF4-FFF2-40B4-BE49-F238E27FC236}">
                <a16:creationId xmlns:a16="http://schemas.microsoft.com/office/drawing/2014/main" id="{0283739E-7F46-424B-AB9F-F899FA91C9B6}"/>
              </a:ext>
            </a:extLst>
          </p:cNvPr>
          <p:cNvSpPr/>
          <p:nvPr/>
        </p:nvSpPr>
        <p:spPr>
          <a:xfrm>
            <a:off x="6210709" y="4380946"/>
            <a:ext cx="953366" cy="578471"/>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開発・</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rPr>
              <a:t>結合</a:t>
            </a:r>
            <a:r>
              <a:rPr lang="ja-JP" altLang="en-US" sz="1200" dirty="0">
                <a:solidFill>
                  <a:schemeClr val="tx1"/>
                </a:solidFill>
                <a:latin typeface="游ゴシック" panose="020B0400000000000000" pitchFamily="50" charset="-128"/>
                <a:ea typeface="游ゴシック" panose="020B0400000000000000" pitchFamily="50" charset="-128"/>
              </a:rPr>
              <a:t>テスト</a:t>
            </a:r>
          </a:p>
        </p:txBody>
      </p:sp>
      <p:sp>
        <p:nvSpPr>
          <p:cNvPr id="74" name="正方形/長方形 73">
            <a:extLst>
              <a:ext uri="{FF2B5EF4-FFF2-40B4-BE49-F238E27FC236}">
                <a16:creationId xmlns:a16="http://schemas.microsoft.com/office/drawing/2014/main" id="{DEBFAD92-E2F7-40B7-B71B-42C1A806A3F6}"/>
              </a:ext>
            </a:extLst>
          </p:cNvPr>
          <p:cNvSpPr/>
          <p:nvPr/>
        </p:nvSpPr>
        <p:spPr>
          <a:xfrm>
            <a:off x="7164075" y="4379747"/>
            <a:ext cx="435081" cy="561129"/>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受入</a:t>
            </a:r>
          </a:p>
        </p:txBody>
      </p:sp>
      <p:sp>
        <p:nvSpPr>
          <p:cNvPr id="75" name="正方形/長方形 74">
            <a:extLst>
              <a:ext uri="{FF2B5EF4-FFF2-40B4-BE49-F238E27FC236}">
                <a16:creationId xmlns:a16="http://schemas.microsoft.com/office/drawing/2014/main" id="{66FD0A79-9EFA-4C20-ABE4-47DC4CFF7BBF}"/>
              </a:ext>
            </a:extLst>
          </p:cNvPr>
          <p:cNvSpPr/>
          <p:nvPr/>
        </p:nvSpPr>
        <p:spPr>
          <a:xfrm>
            <a:off x="7599156" y="4379747"/>
            <a:ext cx="851284" cy="57123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本番移行</a:t>
            </a:r>
          </a:p>
        </p:txBody>
      </p:sp>
      <p:sp>
        <p:nvSpPr>
          <p:cNvPr id="76" name="正方形/長方形 75">
            <a:extLst>
              <a:ext uri="{FF2B5EF4-FFF2-40B4-BE49-F238E27FC236}">
                <a16:creationId xmlns:a16="http://schemas.microsoft.com/office/drawing/2014/main" id="{04F4E6CD-7E9D-4D41-9D27-AE1F41C5CE8E}"/>
              </a:ext>
            </a:extLst>
          </p:cNvPr>
          <p:cNvSpPr/>
          <p:nvPr/>
        </p:nvSpPr>
        <p:spPr>
          <a:xfrm>
            <a:off x="8449008" y="4380938"/>
            <a:ext cx="624578" cy="570039"/>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81" name="正方形/長方形 80">
            <a:extLst>
              <a:ext uri="{FF2B5EF4-FFF2-40B4-BE49-F238E27FC236}">
                <a16:creationId xmlns:a16="http://schemas.microsoft.com/office/drawing/2014/main" id="{B9D6D4CA-DEE1-480C-A4C9-2D1E3963CDD9}"/>
              </a:ext>
            </a:extLst>
          </p:cNvPr>
          <p:cNvSpPr/>
          <p:nvPr/>
        </p:nvSpPr>
        <p:spPr>
          <a:xfrm>
            <a:off x="4568637" y="4952633"/>
            <a:ext cx="847429" cy="577158"/>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開発・</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rPr>
              <a:t>結合</a:t>
            </a:r>
            <a:r>
              <a:rPr lang="ja-JP" altLang="en-US" sz="1200" dirty="0">
                <a:solidFill>
                  <a:schemeClr val="tx1"/>
                </a:solidFill>
                <a:latin typeface="游ゴシック" panose="020B0400000000000000" pitchFamily="50" charset="-128"/>
                <a:ea typeface="游ゴシック" panose="020B0400000000000000" pitchFamily="50" charset="-128"/>
              </a:rPr>
              <a:t>テスト</a:t>
            </a:r>
          </a:p>
        </p:txBody>
      </p:sp>
      <p:sp>
        <p:nvSpPr>
          <p:cNvPr id="82" name="正方形/長方形 81">
            <a:extLst>
              <a:ext uri="{FF2B5EF4-FFF2-40B4-BE49-F238E27FC236}">
                <a16:creationId xmlns:a16="http://schemas.microsoft.com/office/drawing/2014/main" id="{EBE9E32B-F777-404A-9C9F-836B66600CE7}"/>
              </a:ext>
            </a:extLst>
          </p:cNvPr>
          <p:cNvSpPr/>
          <p:nvPr/>
        </p:nvSpPr>
        <p:spPr>
          <a:xfrm>
            <a:off x="5427123" y="4952633"/>
            <a:ext cx="878427" cy="565811"/>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受入</a:t>
            </a:r>
          </a:p>
        </p:txBody>
      </p:sp>
      <p:sp>
        <p:nvSpPr>
          <p:cNvPr id="3" name="正方形/長方形 2">
            <a:extLst>
              <a:ext uri="{FF2B5EF4-FFF2-40B4-BE49-F238E27FC236}">
                <a16:creationId xmlns:a16="http://schemas.microsoft.com/office/drawing/2014/main" id="{AF8A347B-628C-F969-7577-C80ACEACF986}"/>
              </a:ext>
            </a:extLst>
          </p:cNvPr>
          <p:cNvSpPr/>
          <p:nvPr/>
        </p:nvSpPr>
        <p:spPr>
          <a:xfrm>
            <a:off x="7164075" y="3828040"/>
            <a:ext cx="682442" cy="569588"/>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4" name="正方形/長方形 3">
            <a:extLst>
              <a:ext uri="{FF2B5EF4-FFF2-40B4-BE49-F238E27FC236}">
                <a16:creationId xmlns:a16="http://schemas.microsoft.com/office/drawing/2014/main" id="{BBB2E929-38FA-CD74-16BC-7AB53931C78A}"/>
              </a:ext>
            </a:extLst>
          </p:cNvPr>
          <p:cNvSpPr/>
          <p:nvPr/>
        </p:nvSpPr>
        <p:spPr>
          <a:xfrm>
            <a:off x="7633493" y="4953889"/>
            <a:ext cx="228138" cy="568334"/>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5" name="正方形/長方形 4">
            <a:extLst>
              <a:ext uri="{FF2B5EF4-FFF2-40B4-BE49-F238E27FC236}">
                <a16:creationId xmlns:a16="http://schemas.microsoft.com/office/drawing/2014/main" id="{A46D36D2-65E5-D5A3-2501-9B26B55D7DFA}"/>
              </a:ext>
            </a:extLst>
          </p:cNvPr>
          <p:cNvSpPr/>
          <p:nvPr/>
        </p:nvSpPr>
        <p:spPr>
          <a:xfrm>
            <a:off x="7860199" y="4954029"/>
            <a:ext cx="163901" cy="565811"/>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9" name="正方形/長方形 8">
            <a:extLst>
              <a:ext uri="{FF2B5EF4-FFF2-40B4-BE49-F238E27FC236}">
                <a16:creationId xmlns:a16="http://schemas.microsoft.com/office/drawing/2014/main" id="{6D94B978-DE8C-05CC-5B98-C943643A0BFF}"/>
              </a:ext>
            </a:extLst>
          </p:cNvPr>
          <p:cNvSpPr/>
          <p:nvPr/>
        </p:nvSpPr>
        <p:spPr>
          <a:xfrm>
            <a:off x="8257788" y="4943968"/>
            <a:ext cx="228138" cy="588882"/>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10" name="正方形/長方形 9">
            <a:extLst>
              <a:ext uri="{FF2B5EF4-FFF2-40B4-BE49-F238E27FC236}">
                <a16:creationId xmlns:a16="http://schemas.microsoft.com/office/drawing/2014/main" id="{916452E6-D222-3049-1E3B-3D45A9B14CAC}"/>
              </a:ext>
            </a:extLst>
          </p:cNvPr>
          <p:cNvSpPr/>
          <p:nvPr/>
        </p:nvSpPr>
        <p:spPr>
          <a:xfrm>
            <a:off x="8484494" y="4944108"/>
            <a:ext cx="195865" cy="586268"/>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13" name="四角形: 角を丸くする 12">
            <a:extLst>
              <a:ext uri="{FF2B5EF4-FFF2-40B4-BE49-F238E27FC236}">
                <a16:creationId xmlns:a16="http://schemas.microsoft.com/office/drawing/2014/main" id="{5FABEA16-D846-A978-F087-9365224B6606}"/>
              </a:ext>
            </a:extLst>
          </p:cNvPr>
          <p:cNvSpPr/>
          <p:nvPr/>
        </p:nvSpPr>
        <p:spPr>
          <a:xfrm>
            <a:off x="8707605" y="312242"/>
            <a:ext cx="1008697" cy="333296"/>
          </a:xfrm>
          <a:prstGeom prst="round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9C0DDC09-052E-E693-0F02-04D9A061F42A}"/>
              </a:ext>
            </a:extLst>
          </p:cNvPr>
          <p:cNvSpPr txBox="1"/>
          <p:nvPr/>
        </p:nvSpPr>
        <p:spPr>
          <a:xfrm>
            <a:off x="9619632" y="351228"/>
            <a:ext cx="2443059" cy="338554"/>
          </a:xfrm>
          <a:prstGeom prst="rect">
            <a:avLst/>
          </a:prstGeom>
          <a:noFill/>
        </p:spPr>
        <p:txBody>
          <a:bodyPr wrap="square" rtlCol="0">
            <a:spAutoFit/>
          </a:bodyPr>
          <a:lstStyle/>
          <a:p>
            <a:r>
              <a:rPr kumimoji="1" lang="ja-JP" altLang="en-US" sz="1600">
                <a:latin typeface="游ゴシック" panose="020B0400000000000000" pitchFamily="50" charset="-128"/>
                <a:ea typeface="游ゴシック" panose="020B0400000000000000" pitchFamily="50" charset="-128"/>
              </a:rPr>
              <a:t>・・・今回の御見積範囲</a:t>
            </a:r>
            <a:endParaRPr kumimoji="1" lang="en-US" altLang="ja-JP" sz="1600">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59038B22-3B66-CD3E-AF5C-C94C0B8AF7C4}"/>
              </a:ext>
            </a:extLst>
          </p:cNvPr>
          <p:cNvSpPr/>
          <p:nvPr/>
        </p:nvSpPr>
        <p:spPr>
          <a:xfrm>
            <a:off x="3806825" y="2788445"/>
            <a:ext cx="336120" cy="547068"/>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結合</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ea typeface="游ゴシック" panose="020B0400000000000000" pitchFamily="50" charset="-128"/>
              </a:rPr>
              <a:t>テスト</a:t>
            </a:r>
          </a:p>
        </p:txBody>
      </p:sp>
      <p:sp>
        <p:nvSpPr>
          <p:cNvPr id="22" name="テキスト ボックス 21">
            <a:extLst>
              <a:ext uri="{FF2B5EF4-FFF2-40B4-BE49-F238E27FC236}">
                <a16:creationId xmlns:a16="http://schemas.microsoft.com/office/drawing/2014/main" id="{DC66EEAC-DFDA-3B1F-80F2-809DB926D8D4}"/>
              </a:ext>
            </a:extLst>
          </p:cNvPr>
          <p:cNvSpPr txBox="1"/>
          <p:nvPr/>
        </p:nvSpPr>
        <p:spPr>
          <a:xfrm>
            <a:off x="7500054" y="2083912"/>
            <a:ext cx="2415005"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▼連携テスト（～</a:t>
            </a:r>
            <a:r>
              <a:rPr lang="en-US" altLang="ja-JP" sz="1200" dirty="0">
                <a:latin typeface="游ゴシック" panose="020B0400000000000000" pitchFamily="50" charset="-128"/>
                <a:ea typeface="游ゴシック" panose="020B0400000000000000" pitchFamily="50" charset="-128"/>
                <a:cs typeface="Meiryo UI" panose="020B0604030504040204" pitchFamily="50" charset="-128"/>
              </a:rPr>
              <a:t>11/14</a:t>
            </a:r>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23" name="テキスト ボックス 22">
            <a:extLst>
              <a:ext uri="{FF2B5EF4-FFF2-40B4-BE49-F238E27FC236}">
                <a16:creationId xmlns:a16="http://schemas.microsoft.com/office/drawing/2014/main" id="{8E6A0D92-5A95-DC4A-48BF-CFB999EFA42C}"/>
              </a:ext>
            </a:extLst>
          </p:cNvPr>
          <p:cNvSpPr txBox="1"/>
          <p:nvPr/>
        </p:nvSpPr>
        <p:spPr>
          <a:xfrm>
            <a:off x="7597108" y="2262396"/>
            <a:ext cx="2415005"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▼切替前判定（</a:t>
            </a:r>
            <a:r>
              <a:rPr lang="en-US" altLang="ja-JP" sz="1200" dirty="0">
                <a:latin typeface="游ゴシック" panose="020B0400000000000000" pitchFamily="50" charset="-128"/>
                <a:ea typeface="游ゴシック" panose="020B0400000000000000" pitchFamily="50" charset="-128"/>
                <a:cs typeface="Meiryo UI" panose="020B0604030504040204" pitchFamily="50" charset="-128"/>
              </a:rPr>
              <a:t>11/21</a:t>
            </a:r>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12" name="四角形: 角を丸くする 11">
            <a:extLst>
              <a:ext uri="{FF2B5EF4-FFF2-40B4-BE49-F238E27FC236}">
                <a16:creationId xmlns:a16="http://schemas.microsoft.com/office/drawing/2014/main" id="{89D44248-7E62-420A-ABC1-1DB250A810A3}"/>
              </a:ext>
            </a:extLst>
          </p:cNvPr>
          <p:cNvSpPr/>
          <p:nvPr/>
        </p:nvSpPr>
        <p:spPr>
          <a:xfrm>
            <a:off x="6210709" y="4411133"/>
            <a:ext cx="1396121" cy="559015"/>
          </a:xfrm>
          <a:prstGeom prst="round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F046CBB6-6C0F-984C-F968-061C8A1398A1}"/>
              </a:ext>
            </a:extLst>
          </p:cNvPr>
          <p:cNvSpPr txBox="1"/>
          <p:nvPr/>
        </p:nvSpPr>
        <p:spPr>
          <a:xfrm>
            <a:off x="9329123" y="2591951"/>
            <a:ext cx="1668597"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▼納品・検収（</a:t>
            </a:r>
            <a:r>
              <a:rPr lang="en-US" altLang="ja-JP" sz="1200" dirty="0">
                <a:latin typeface="游ゴシック" panose="020B0400000000000000" pitchFamily="50" charset="-128"/>
                <a:ea typeface="游ゴシック" panose="020B0400000000000000" pitchFamily="50" charset="-128"/>
                <a:cs typeface="Meiryo UI" panose="020B0604030504040204" pitchFamily="50" charset="-128"/>
              </a:rPr>
              <a:t>1/9</a:t>
            </a:r>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17" name="四角形: 角を丸くする 16">
            <a:extLst>
              <a:ext uri="{FF2B5EF4-FFF2-40B4-BE49-F238E27FC236}">
                <a16:creationId xmlns:a16="http://schemas.microsoft.com/office/drawing/2014/main" id="{8470FB5A-A365-9392-0DA9-C8155DB8CE04}"/>
              </a:ext>
            </a:extLst>
          </p:cNvPr>
          <p:cNvSpPr/>
          <p:nvPr/>
        </p:nvSpPr>
        <p:spPr>
          <a:xfrm>
            <a:off x="7625819" y="4415055"/>
            <a:ext cx="1470436" cy="564363"/>
          </a:xfrm>
          <a:prstGeom prst="round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3D77E4B4-4D4E-36F7-3776-E8AC78B93A11}"/>
              </a:ext>
            </a:extLst>
          </p:cNvPr>
          <p:cNvSpPr txBox="1"/>
          <p:nvPr/>
        </p:nvSpPr>
        <p:spPr>
          <a:xfrm>
            <a:off x="7846517" y="2464588"/>
            <a:ext cx="1668597"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▼納品・検収（</a:t>
            </a:r>
            <a:r>
              <a:rPr lang="en-US" altLang="ja-JP" sz="1200" dirty="0">
                <a:latin typeface="游ゴシック" panose="020B0400000000000000" pitchFamily="50" charset="-128"/>
                <a:ea typeface="游ゴシック" panose="020B0400000000000000" pitchFamily="50" charset="-128"/>
                <a:cs typeface="Meiryo UI" panose="020B0604030504040204" pitchFamily="50" charset="-128"/>
              </a:rPr>
              <a:t>11/28</a:t>
            </a:r>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25" name="四角形: 角を丸くする 24">
            <a:extLst>
              <a:ext uri="{FF2B5EF4-FFF2-40B4-BE49-F238E27FC236}">
                <a16:creationId xmlns:a16="http://schemas.microsoft.com/office/drawing/2014/main" id="{771FA389-D1D0-24BB-9310-CB88A7CD4BCA}"/>
              </a:ext>
            </a:extLst>
          </p:cNvPr>
          <p:cNvSpPr/>
          <p:nvPr/>
        </p:nvSpPr>
        <p:spPr>
          <a:xfrm>
            <a:off x="814812" y="4972004"/>
            <a:ext cx="9819720" cy="559439"/>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dirty="0"/>
              <a:t>今回のお見積もり範囲外</a:t>
            </a:r>
          </a:p>
        </p:txBody>
      </p:sp>
      <p:sp>
        <p:nvSpPr>
          <p:cNvPr id="16" name="四角形: 角を丸くする 15">
            <a:extLst>
              <a:ext uri="{FF2B5EF4-FFF2-40B4-BE49-F238E27FC236}">
                <a16:creationId xmlns:a16="http://schemas.microsoft.com/office/drawing/2014/main" id="{0AE0F650-E89D-DA10-9A58-146F06A42108}"/>
              </a:ext>
            </a:extLst>
          </p:cNvPr>
          <p:cNvSpPr/>
          <p:nvPr/>
        </p:nvSpPr>
        <p:spPr>
          <a:xfrm>
            <a:off x="814812" y="2802910"/>
            <a:ext cx="9819720" cy="1606816"/>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dirty="0"/>
              <a:t>今回のお見積もり範囲外</a:t>
            </a:r>
          </a:p>
        </p:txBody>
      </p:sp>
      <p:sp>
        <p:nvSpPr>
          <p:cNvPr id="18" name="正方形/長方形 17">
            <a:extLst>
              <a:ext uri="{FF2B5EF4-FFF2-40B4-BE49-F238E27FC236}">
                <a16:creationId xmlns:a16="http://schemas.microsoft.com/office/drawing/2014/main" id="{7D8758E2-AF41-662C-8D51-9724F1F91AC4}"/>
              </a:ext>
            </a:extLst>
          </p:cNvPr>
          <p:cNvSpPr/>
          <p:nvPr/>
        </p:nvSpPr>
        <p:spPr>
          <a:xfrm>
            <a:off x="6210709" y="4186467"/>
            <a:ext cx="736557" cy="240503"/>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t>請負</a:t>
            </a:r>
          </a:p>
        </p:txBody>
      </p:sp>
      <p:sp>
        <p:nvSpPr>
          <p:cNvPr id="19" name="正方形/長方形 18">
            <a:extLst>
              <a:ext uri="{FF2B5EF4-FFF2-40B4-BE49-F238E27FC236}">
                <a16:creationId xmlns:a16="http://schemas.microsoft.com/office/drawing/2014/main" id="{3E0D334D-4031-2B86-0587-43C9B6874D61}"/>
              </a:ext>
            </a:extLst>
          </p:cNvPr>
          <p:cNvSpPr/>
          <p:nvPr/>
        </p:nvSpPr>
        <p:spPr>
          <a:xfrm>
            <a:off x="7995228" y="4217740"/>
            <a:ext cx="855629" cy="242347"/>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t>準委任</a:t>
            </a:r>
          </a:p>
        </p:txBody>
      </p:sp>
    </p:spTree>
    <p:extLst>
      <p:ext uri="{BB962C8B-B14F-4D97-AF65-F5344CB8AC3E}">
        <p14:creationId xmlns:p14="http://schemas.microsoft.com/office/powerpoint/2010/main" val="3560606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584856"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体制（想定）</a:t>
            </a:r>
            <a:endParaRPr kumimoji="1" lang="ja-JP" altLang="en-US"/>
          </a:p>
        </p:txBody>
      </p:sp>
      <p:sp>
        <p:nvSpPr>
          <p:cNvPr id="3" name="日付プレースホルダー 2"/>
          <p:cNvSpPr>
            <a:spLocks noGrp="1"/>
          </p:cNvSpPr>
          <p:nvPr>
            <p:ph type="dt" sz="half" idx="10"/>
          </p:nvPr>
        </p:nvSpPr>
        <p:spPr/>
        <p:txBody>
          <a:bodyPr/>
          <a:lstStyle/>
          <a:p>
            <a:r>
              <a:rPr lang="en-US" altLang="ja-JP" dirty="0"/>
              <a:t>2025/7/11</a:t>
            </a:r>
            <a:endParaRPr lang="en-US" dirty="0"/>
          </a:p>
        </p:txBody>
      </p:sp>
      <p:sp>
        <p:nvSpPr>
          <p:cNvPr id="11" name="正方形/長方形 10">
            <a:extLst>
              <a:ext uri="{FF2B5EF4-FFF2-40B4-BE49-F238E27FC236}">
                <a16:creationId xmlns:a16="http://schemas.microsoft.com/office/drawing/2014/main" id="{C13C1A20-C252-799B-F8A0-29E661C219E7}"/>
              </a:ext>
            </a:extLst>
          </p:cNvPr>
          <p:cNvSpPr/>
          <p:nvPr/>
        </p:nvSpPr>
        <p:spPr>
          <a:xfrm>
            <a:off x="4643719" y="1167611"/>
            <a:ext cx="7228802"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643719" y="819413"/>
            <a:ext cx="7228802"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87387" y="2259479"/>
            <a:ext cx="0" cy="1996655"/>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119387"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119387" y="4256134"/>
            <a:ext cx="2736000" cy="944516"/>
            <a:chOff x="1218001" y="3396608"/>
            <a:chExt cx="2736000" cy="94451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5651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ja-JP" sz="1600"/>
                <a:t>浅井 啓一郎様</a:t>
              </a:r>
              <a:endParaRPr kumimoji="1" lang="en-US" altLang="ja-JP" sz="1600" b="0" i="0" u="none" strike="noStrike" kern="0" cap="none" spc="0" normalizeH="0" baseline="0" noProof="0">
                <a:ln>
                  <a:noFill/>
                </a:ln>
                <a:solidFill>
                  <a:srgbClr val="FF0000"/>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584856"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7228902" y="1567297"/>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t>野村 康二 </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8596902" y="2287297"/>
            <a:ext cx="0" cy="102923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7229891" y="4391732"/>
            <a:ext cx="2735999" cy="1296455"/>
            <a:chOff x="6852000" y="5532586"/>
            <a:chExt cx="2736000" cy="644425"/>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600" b="1" i="0" u="none" strike="noStrike" kern="0" cap="none" spc="0" normalizeH="0" baseline="0" noProof="0" err="1">
                  <a:ln>
                    <a:noFill/>
                  </a:ln>
                  <a:solidFill>
                    <a:prstClr val="white"/>
                  </a:solidFill>
                  <a:effectLst/>
                  <a:uLnTx/>
                  <a:uFillTx/>
                  <a:latin typeface="+mn-ea"/>
                </a:rPr>
                <a:t>XenAPP</a:t>
              </a:r>
              <a:r>
                <a:rPr kumimoji="1" lang="ja-JP" altLang="en-US" sz="1600" b="1" i="0" u="none" strike="noStrike" kern="0" cap="none" spc="0" normalizeH="0" baseline="0" noProof="0">
                  <a:ln>
                    <a:noFill/>
                  </a:ln>
                  <a:solidFill>
                    <a:prstClr val="white"/>
                  </a:solidFill>
                  <a:effectLst/>
                  <a:uLnTx/>
                  <a:uFillTx/>
                  <a:latin typeface="+mn-ea"/>
                </a:rPr>
                <a:t>担当</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dirty="0">
                  <a:solidFill>
                    <a:srgbClr val="333333"/>
                  </a:solidFill>
                  <a:latin typeface="游ゴシック"/>
                  <a:ea typeface="游ゴシック"/>
                </a:rPr>
                <a:t>矢野 幸代</a:t>
              </a:r>
              <a:endParaRPr lang="en-US" altLang="ja-JP" sz="1600" dirty="0">
                <a:solidFill>
                  <a:srgbClr val="333333"/>
                </a:solidFill>
                <a:latin typeface="游ゴシック"/>
                <a:ea typeface="游ゴシック"/>
              </a:endParaRPr>
            </a:p>
            <a:p>
              <a:pPr lvl="0" algn="ctr" defTabSz="914400">
                <a:defRPr/>
              </a:pPr>
              <a:r>
                <a:rPr lang="ja-JP" altLang="en-US" sz="1600" dirty="0">
                  <a:solidFill>
                    <a:srgbClr val="333333"/>
                  </a:solidFill>
                  <a:latin typeface="游ゴシック"/>
                  <a:ea typeface="游ゴシック"/>
                </a:rPr>
                <a:t>秋本 夕季菜</a:t>
              </a:r>
              <a:endParaRPr lang="en-US" altLang="ja-JP" sz="1600" dirty="0">
                <a:solidFill>
                  <a:srgbClr val="333333"/>
                </a:solidFill>
                <a:latin typeface="游ゴシック"/>
                <a:ea typeface="游ゴシック"/>
              </a:endParaRPr>
            </a:p>
            <a:p>
              <a:pPr lvl="0" algn="ctr" defTabSz="914400">
                <a:defRPr/>
              </a:pPr>
              <a:r>
                <a:rPr lang="ja-JP" altLang="en-US" sz="1600" dirty="0">
                  <a:solidFill>
                    <a:srgbClr val="333333"/>
                  </a:solidFill>
                  <a:latin typeface="游ゴシック"/>
                  <a:ea typeface="游ゴシック"/>
                </a:rPr>
                <a:t>木村 俊介</a:t>
              </a:r>
              <a:r>
                <a:rPr lang="ja-JP" altLang="en-US" sz="1600" b="0" i="0" dirty="0">
                  <a:solidFill>
                    <a:srgbClr val="333333"/>
                  </a:solidFill>
                  <a:effectLst/>
                  <a:latin typeface="游ゴシック"/>
                  <a:ea typeface="游ゴシック"/>
                </a:rPr>
                <a:t> </a:t>
              </a: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8591143" y="2791297"/>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7228902" y="3316529"/>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石井 徹</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8966233" y="2437448"/>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119387" y="2776855"/>
            <a:ext cx="2736000" cy="961904"/>
            <a:chOff x="8524839" y="4231002"/>
            <a:chExt cx="2736000" cy="961904"/>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664974"/>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defTabSz="914400">
                <a:defRPr/>
              </a:pPr>
              <a:r>
                <a:rPr kumimoji="1" lang="ja-JP" altLang="en-US" sz="1600" kern="0">
                  <a:solidFill>
                    <a:prstClr val="black"/>
                  </a:solidFill>
                  <a:latin typeface="+mn-ea"/>
                </a:rPr>
                <a:t>重村 和也様</a:t>
              </a:r>
              <a:endParaRPr kumimoji="1" lang="en-US" altLang="ja-JP" sz="1600" kern="0">
                <a:solidFill>
                  <a:prstClr val="black"/>
                </a:solidFill>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cxnSp>
        <p:nvCxnSpPr>
          <p:cNvPr id="59" name="直線コネクタ 58">
            <a:extLst>
              <a:ext uri="{FF2B5EF4-FFF2-40B4-BE49-F238E27FC236}">
                <a16:creationId xmlns:a16="http://schemas.microsoft.com/office/drawing/2014/main" id="{3E36A9D1-620F-F185-F028-0AFC6E5D9989}"/>
              </a:ext>
            </a:extLst>
          </p:cNvPr>
          <p:cNvCxnSpPr>
            <a:cxnSpLocks/>
            <a:stCxn id="46" idx="2"/>
            <a:endCxn id="35" idx="3"/>
          </p:cNvCxnSpPr>
          <p:nvPr/>
        </p:nvCxnSpPr>
        <p:spPr>
          <a:xfrm rot="16200000" flipH="1">
            <a:off x="8415561" y="4209402"/>
            <a:ext cx="363670" cy="989"/>
          </a:xfrm>
          <a:prstGeom prst="bentConnector3">
            <a:avLst>
              <a:gd name="adj1" fmla="val 50000"/>
            </a:avLst>
          </a:prstGeom>
          <a:noFill/>
          <a:ln w="28575" cap="flat" cmpd="sng" algn="ctr">
            <a:solidFill>
              <a:sysClr val="window" lastClr="FFFFFF">
                <a:lumMod val="75000"/>
              </a:sysClr>
            </a:solidFill>
            <a:prstDash val="solid"/>
            <a:miter lim="800000"/>
          </a:ln>
          <a:effectLst/>
        </p:spPr>
      </p:cxnSp>
      <p:sp>
        <p:nvSpPr>
          <p:cNvPr id="4" name="フッター プレースホルダー 3"/>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399073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６</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各工程での想定</a:t>
            </a:r>
            <a:r>
              <a:rPr lang="ja-JP" altLang="en-US">
                <a:latin typeface="游明朝" panose="02020400000000000000" pitchFamily="18" charset="-128"/>
                <a:ea typeface="游明朝" panose="02020400000000000000" pitchFamily="18" charset="-128"/>
              </a:rPr>
              <a:t>作業内容</a:t>
            </a:r>
            <a:endParaRPr kumimoji="1" lang="ja-JP" altLang="en-US">
              <a:latin typeface="游明朝" panose="02020400000000000000" pitchFamily="18" charset="-128"/>
              <a:ea typeface="游明朝" panose="02020400000000000000" pitchFamily="18" charset="-128"/>
            </a:endParaRP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785429"/>
              </p:ext>
            </p:extLst>
          </p:nvPr>
        </p:nvGraphicFramePr>
        <p:xfrm>
          <a:off x="577425" y="936000"/>
          <a:ext cx="11158389" cy="4382353"/>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endParaRPr lang="ja-JP" sz="16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各</a:t>
                      </a:r>
                      <a:r>
                        <a:rPr lang="en-US" altLang="ja-JP" sz="1600" dirty="0">
                          <a:solidFill>
                            <a:schemeClr val="tx1"/>
                          </a:solidFill>
                          <a:latin typeface="游ゴシック"/>
                          <a:ea typeface="游ゴシック"/>
                        </a:rPr>
                        <a:t>Excel</a:t>
                      </a:r>
                      <a:r>
                        <a:rPr lang="ja-JP" altLang="en-US" sz="1600" dirty="0">
                          <a:solidFill>
                            <a:schemeClr val="tx1"/>
                          </a:solidFill>
                          <a:latin typeface="游ゴシック"/>
                          <a:ea typeface="游ゴシック"/>
                        </a:rPr>
                        <a:t>、</a:t>
                      </a:r>
                      <a:r>
                        <a:rPr lang="en-US" altLang="ja-JP" sz="1600" dirty="0">
                          <a:solidFill>
                            <a:schemeClr val="tx1"/>
                          </a:solidFill>
                          <a:latin typeface="游ゴシック"/>
                          <a:ea typeface="游ゴシック"/>
                        </a:rPr>
                        <a:t>PG</a:t>
                      </a:r>
                      <a:r>
                        <a:rPr lang="ja-JP" altLang="en-US" sz="1600" dirty="0">
                          <a:solidFill>
                            <a:schemeClr val="tx1"/>
                          </a:solidFill>
                          <a:latin typeface="游ゴシック"/>
                          <a:ea typeface="游ゴシック"/>
                        </a:rPr>
                        <a:t>に対し修正を行います。</a:t>
                      </a:r>
                      <a:endParaRPr lang="en-US" altLang="ja-JP" sz="16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移行用ツールの作成を行います。</a:t>
                      </a:r>
                    </a:p>
                    <a:p>
                      <a:pPr marL="0" marR="0" lvl="0" indent="0" algn="l">
                        <a:lnSpc>
                          <a:spcPct val="100000"/>
                        </a:lnSpc>
                        <a:spcBef>
                          <a:spcPts val="0"/>
                        </a:spcBef>
                        <a:spcAft>
                          <a:spcPts val="0"/>
                        </a:spcAft>
                        <a:buNone/>
                      </a:pPr>
                      <a:r>
                        <a:rPr lang="ja-JP" sz="1600" b="0" i="0" u="none" strike="noStrike" noProof="0" dirty="0">
                          <a:solidFill>
                            <a:schemeClr val="tx1"/>
                          </a:solidFill>
                        </a:rPr>
                        <a:t>ヒストリデータクライアントのバージョンアップを行います</a:t>
                      </a:r>
                      <a:r>
                        <a:rPr lang="ja-JP" altLang="en-US" sz="1600" b="0" i="0" u="none" strike="noStrike" noProof="0" dirty="0">
                          <a:solidFill>
                            <a:schemeClr val="tx1"/>
                          </a:solidFill>
                        </a:rPr>
                        <a:t>。</a:t>
                      </a:r>
                      <a:endParaRPr lang="en-US" altLang="ja-JP" sz="1600" b="0" i="0" u="none" strike="noStrike" noProof="0" dirty="0">
                        <a:solidFill>
                          <a:schemeClr val="tx1"/>
                        </a:solidFill>
                      </a:endParaRPr>
                    </a:p>
                    <a:p>
                      <a:pPr marL="0" marR="0" lvl="0" indent="0" algn="l">
                        <a:lnSpc>
                          <a:spcPct val="100000"/>
                        </a:lnSpc>
                        <a:spcBef>
                          <a:spcPts val="0"/>
                        </a:spcBef>
                        <a:spcAft>
                          <a:spcPts val="0"/>
                        </a:spcAft>
                        <a:buNone/>
                      </a:pPr>
                      <a:r>
                        <a:rPr lang="ja-JP" altLang="en-US" sz="1600" b="0" i="0" u="none" strike="noStrike" noProof="0" dirty="0">
                          <a:solidFill>
                            <a:schemeClr val="tx1"/>
                          </a:solidFill>
                        </a:rPr>
                        <a:t>日報・月報（想定：</a:t>
                      </a:r>
                      <a:r>
                        <a:rPr lang="en-US" altLang="ja-JP" sz="1600" b="0" i="0" u="none" strike="noStrike" noProof="0" dirty="0">
                          <a:solidFill>
                            <a:schemeClr val="tx1"/>
                          </a:solidFill>
                        </a:rPr>
                        <a:t>60</a:t>
                      </a:r>
                      <a:r>
                        <a:rPr lang="ja-JP" altLang="en-US" sz="1600" b="0" i="0" u="none" strike="noStrike" noProof="0" dirty="0">
                          <a:solidFill>
                            <a:schemeClr val="tx1"/>
                          </a:solidFill>
                        </a:rPr>
                        <a:t>本）で使用しているタグを調査して一覧の作成を行います。</a:t>
                      </a:r>
                      <a:endParaRPr lang="en-US" altLang="ja-JP" sz="1600" b="0" i="0" u="none" strike="noStrike" noProof="0" dirty="0">
                        <a:solidFill>
                          <a:schemeClr val="tx1"/>
                        </a:solidFill>
                      </a:endParaRPr>
                    </a:p>
                    <a:p>
                      <a:pPr marL="0" marR="0" lvl="0" indent="0" algn="l">
                        <a:lnSpc>
                          <a:spcPct val="100000"/>
                        </a:lnSpc>
                        <a:spcBef>
                          <a:spcPts val="0"/>
                        </a:spcBef>
                        <a:spcAft>
                          <a:spcPts val="0"/>
                        </a:spcAft>
                        <a:buNone/>
                      </a:pPr>
                      <a:r>
                        <a:rPr lang="ja-JP" altLang="en-US" sz="1600" dirty="0"/>
                        <a:t>要件定義以降に新規作成・更新がされたファイルに対して修正が必要か調査、修正を行います。</a:t>
                      </a:r>
                      <a:endParaRPr lang="ja-JP" altLang="en-US" sz="1600" b="0" i="0" u="none" strike="noStrike" noProof="0" dirty="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結合テスト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游ゴシック"/>
                          <a:ea typeface="游ゴシック"/>
                        </a:rPr>
                        <a:t>Excel</a:t>
                      </a:r>
                      <a:r>
                        <a:rPr lang="ja-JP" altLang="en-US" sz="1600" dirty="0">
                          <a:solidFill>
                            <a:schemeClr val="tx1"/>
                          </a:solidFill>
                          <a:latin typeface="游ゴシック"/>
                          <a:ea typeface="游ゴシック"/>
                        </a:rPr>
                        <a:t>、</a:t>
                      </a:r>
                      <a:r>
                        <a:rPr lang="en-US" altLang="ja-JP" sz="1600" dirty="0">
                          <a:solidFill>
                            <a:schemeClr val="tx1"/>
                          </a:solidFill>
                          <a:latin typeface="游ゴシック"/>
                          <a:ea typeface="游ゴシック"/>
                        </a:rPr>
                        <a:t>PG</a:t>
                      </a:r>
                      <a:r>
                        <a:rPr lang="ja-JP" altLang="en-US" sz="1600" dirty="0">
                          <a:solidFill>
                            <a:schemeClr val="tx1"/>
                          </a:solidFill>
                          <a:latin typeface="游ゴシック"/>
                          <a:ea typeface="游ゴシック"/>
                        </a:rPr>
                        <a:t>の接続確認テストを実施します。</a:t>
                      </a:r>
                      <a:br>
                        <a:rPr lang="en-US" altLang="ja-JP" sz="1600" dirty="0">
                          <a:solidFill>
                            <a:srgbClr val="323232"/>
                          </a:solidFill>
                          <a:latin typeface="游ゴシック"/>
                          <a:ea typeface="游ゴシック"/>
                        </a:rPr>
                      </a:br>
                      <a:r>
                        <a:rPr lang="en-US" altLang="ja-JP" sz="1600" dirty="0">
                          <a:solidFill>
                            <a:schemeClr val="tx1"/>
                          </a:solidFill>
                          <a:latin typeface="游ゴシック"/>
                          <a:ea typeface="游ゴシック"/>
                        </a:rPr>
                        <a:t>※</a:t>
                      </a:r>
                      <a:r>
                        <a:rPr lang="ja-JP" altLang="en-US" sz="1600" b="0" i="0" u="none" strike="noStrike" noProof="0" dirty="0">
                          <a:solidFill>
                            <a:schemeClr val="tx1"/>
                          </a:solidFill>
                        </a:rPr>
                        <a:t>日報・月報（想定：</a:t>
                      </a:r>
                      <a:r>
                        <a:rPr lang="en-US" altLang="ja-JP" sz="1600" b="0" i="0" u="none" strike="noStrike" noProof="0" dirty="0">
                          <a:solidFill>
                            <a:schemeClr val="tx1"/>
                          </a:solidFill>
                        </a:rPr>
                        <a:t>60</a:t>
                      </a:r>
                      <a:r>
                        <a:rPr lang="ja-JP" altLang="en-US" sz="1600" b="0" i="0" u="none" strike="noStrike" noProof="0" dirty="0">
                          <a:solidFill>
                            <a:schemeClr val="tx1"/>
                          </a:solidFill>
                        </a:rPr>
                        <a:t>本）が対象</a:t>
                      </a:r>
                      <a:endParaRPr lang="en-US" altLang="ja-JP" sz="1600" dirty="0">
                        <a:solidFill>
                          <a:schemeClr val="tx1"/>
                        </a:solidFill>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游ゴシック"/>
                          <a:ea typeface="游ゴシック"/>
                        </a:rPr>
                        <a:t>移行ツールのテストを行います。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altLang="en-US" sz="1600">
                          <a:solidFill>
                            <a:schemeClr val="tx1"/>
                          </a:solidFill>
                          <a:latin typeface="游ゴシック"/>
                          <a:ea typeface="游ゴシック"/>
                        </a:rPr>
                        <a:t>受入テスト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kumimoji="0" lang="ja-JP" altLang="en-US" sz="1600"/>
                        <a:t>受入テストを実施するための環境整備、及びテスト期間中の問合せ対応を行います。</a:t>
                      </a:r>
                      <a:endParaRPr kumimoji="0" lang="en-US" altLang="ja-JP" sz="16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cs typeface="+mn-cs"/>
                        </a:rPr>
                        <a:t>4</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a:solidFill>
                            <a:schemeClr val="tx1"/>
                          </a:solidFill>
                          <a:latin typeface="游ゴシック"/>
                          <a:ea typeface="游ゴシック"/>
                        </a:rPr>
                        <a:t>移行手順書の作成、及び本番移行を行います。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385762">
                <a:tc>
                  <a:txBody>
                    <a:bodyPr/>
                    <a:lstStyle/>
                    <a:p>
                      <a:pPr marL="0" lvl="0" algn="ctr" defTabSz="914400">
                        <a:buNone/>
                      </a:pPr>
                      <a:r>
                        <a:rPr kumimoji="1" lang="en-US" altLang="ja-JP" sz="1600" kern="1200">
                          <a:solidFill>
                            <a:schemeClr val="dk1"/>
                          </a:solidFill>
                          <a:latin typeface="游ゴシック"/>
                          <a:ea typeface="游ゴシック"/>
                        </a:rPr>
                        <a:t>5</a:t>
                      </a:r>
                    </a:p>
                  </a:txBody>
                  <a:tcPr marL="36000" marR="36000" marT="36000" marB="36000" anchor="ctr">
                    <a:lnL w="12700">
                      <a:solidFill>
                        <a:schemeClr val="bg1">
                          <a:lumMod val="65000"/>
                        </a:schemeClr>
                      </a:solid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dirty="0">
                          <a:solidFill>
                            <a:schemeClr val="tx1"/>
                          </a:solidFill>
                          <a:latin typeface="游ゴシック"/>
                          <a:ea typeface="游ゴシック"/>
                        </a:rPr>
                        <a:t>期間中の問合せ対応を行います。</a:t>
                      </a:r>
                      <a:endParaRPr kumimoji="0" lang="en-US" altLang="ja-JP" sz="1600" dirty="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dirty="0">
                          <a:solidFill>
                            <a:schemeClr val="tx1"/>
                          </a:solidFill>
                          <a:latin typeface="游ゴシック"/>
                          <a:ea typeface="游ゴシック"/>
                        </a:rPr>
                        <a:t>期間は各所で切替後</a:t>
                      </a:r>
                      <a:r>
                        <a:rPr kumimoji="0" lang="en-US" altLang="ja-JP" sz="1600" dirty="0">
                          <a:solidFill>
                            <a:schemeClr val="tx1"/>
                          </a:solidFill>
                          <a:latin typeface="游ゴシック"/>
                          <a:ea typeface="游ゴシック"/>
                        </a:rPr>
                        <a:t>3</a:t>
                      </a:r>
                      <a:r>
                        <a:rPr kumimoji="0" lang="ja-JP" altLang="en-US" sz="1600" dirty="0">
                          <a:solidFill>
                            <a:schemeClr val="tx1"/>
                          </a:solidFill>
                          <a:latin typeface="游ゴシック"/>
                          <a:ea typeface="游ゴシック"/>
                        </a:rPr>
                        <a:t>週間を想定しています。</a:t>
                      </a:r>
                      <a:endParaRPr kumimoji="0" lang="en-US" altLang="ja-JP" sz="16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a:solidFill>
                        <a:schemeClr val="bg1">
                          <a:lumMod val="65000"/>
                        </a:schemeClr>
                      </a:solidFill>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extLst>
                  <a:ext uri="{0D108BD9-81ED-4DB2-BD59-A6C34878D82A}">
                    <a16:rowId xmlns:a16="http://schemas.microsoft.com/office/drawing/2014/main" val="3246691259"/>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dirty="0"/>
              <a:t>2025/7/11</a:t>
            </a:r>
            <a:endParaRPr lang="en-US" dirty="0"/>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230787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７</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想定している成果物</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533703739"/>
              </p:ext>
            </p:extLst>
          </p:nvPr>
        </p:nvGraphicFramePr>
        <p:xfrm>
          <a:off x="606000" y="936000"/>
          <a:ext cx="11158389" cy="3045793"/>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endParaRPr lang="ja-JP" sz="16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プログラム一式、徳山（日報・月報）タグ一覧</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テスト仕様書兼兼結果報告書（チェックリスト）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altLang="en-US" sz="1600">
                          <a:solidFill>
                            <a:schemeClr val="tx1"/>
                          </a:solidFill>
                          <a:latin typeface="游ゴシック"/>
                          <a:ea typeface="游ゴシック"/>
                        </a:rPr>
                        <a:t>受入テスト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sz="1600" b="0" i="0" u="none" strike="noStrike" kern="1200" cap="none" normalizeH="0" baseline="0" noProof="0">
                          <a:ln>
                            <a:noFill/>
                          </a:ln>
                          <a:solidFill>
                            <a:schemeClr val="tx1"/>
                          </a:solidFill>
                          <a:effectLst/>
                          <a:latin typeface="游ゴシック"/>
                          <a:ea typeface="游ゴシック"/>
                        </a:rPr>
                        <a:t>問題管理表</a:t>
                      </a:r>
                      <a:endParaRPr kumimoji="0" lang="ja-JP"/>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cs typeface="+mn-cs"/>
                        </a:rPr>
                        <a:t>4</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移行手順書</a:t>
                      </a:r>
                      <a:endParaRPr kumimoji="0"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cs typeface="+mn-cs"/>
                        </a:rPr>
                        <a:t>5</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ja-JP" sz="1600" b="0" i="0" u="none" strike="noStrike" kern="1200" cap="none" normalizeH="0" baseline="0" noProof="0" dirty="0">
                          <a:ln>
                            <a:noFill/>
                          </a:ln>
                          <a:solidFill>
                            <a:schemeClr val="tx1"/>
                          </a:solidFill>
                          <a:effectLst/>
                          <a:latin typeface="游ゴシック"/>
                          <a:ea typeface="游ゴシック"/>
                        </a:rPr>
                        <a:t>問題管理表</a:t>
                      </a:r>
                      <a:endParaRPr kumimoji="0" lang="ja-JP" altLang="ja-JP" sz="1600"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27784490"/>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dirty="0"/>
              <a:t>2025/7/11</a:t>
            </a:r>
            <a:endParaRPr lang="en-US" dirty="0"/>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395438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AD70B-D659-E9CE-017E-978A87F93E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16FBC1-F9BE-D9FF-19FD-9325017E9964}"/>
              </a:ext>
            </a:extLst>
          </p:cNvPr>
          <p:cNvSpPr>
            <a:spLocks noGrp="1"/>
          </p:cNvSpPr>
          <p:nvPr>
            <p:ph type="title"/>
          </p:nvPr>
        </p:nvSpPr>
        <p:spPr/>
        <p:txBody>
          <a:bodyPr/>
          <a:lstStyle/>
          <a:p>
            <a:r>
              <a:rPr lang="ja-JP" altLang="en-US">
                <a:latin typeface="游明朝"/>
                <a:ea typeface="游明朝"/>
              </a:rPr>
              <a:t>８</a:t>
            </a:r>
            <a:r>
              <a:rPr kumimoji="1" lang="en-US" altLang="ja-JP">
                <a:latin typeface="游明朝"/>
                <a:ea typeface="游明朝"/>
              </a:rPr>
              <a:t>. </a:t>
            </a:r>
            <a:r>
              <a:rPr kumimoji="1" lang="ja-JP" altLang="en-US">
                <a:latin typeface="游明朝"/>
                <a:ea typeface="游明朝"/>
              </a:rPr>
              <a:t>想定している</a:t>
            </a:r>
            <a:r>
              <a:rPr lang="ja-JP" altLang="en-US">
                <a:latin typeface="游明朝"/>
                <a:ea typeface="游明朝"/>
              </a:rPr>
              <a:t>会議体</a:t>
            </a:r>
            <a:endParaRPr kumimoji="1" lang="ja-JP" altLang="en-US">
              <a:latin typeface="游明朝"/>
              <a:ea typeface="游明朝"/>
            </a:endParaRPr>
          </a:p>
        </p:txBody>
      </p:sp>
      <p:graphicFrame>
        <p:nvGraphicFramePr>
          <p:cNvPr id="7" name="表 6">
            <a:extLst>
              <a:ext uri="{FF2B5EF4-FFF2-40B4-BE49-F238E27FC236}">
                <a16:creationId xmlns:a16="http://schemas.microsoft.com/office/drawing/2014/main" id="{C2D8386A-4FC1-438A-A2A3-47070AF36BB7}"/>
              </a:ext>
            </a:extLst>
          </p:cNvPr>
          <p:cNvGraphicFramePr>
            <a:graphicFrameLocks noGrp="1"/>
          </p:cNvGraphicFramePr>
          <p:nvPr>
            <p:extLst>
              <p:ext uri="{D42A27DB-BD31-4B8C-83A1-F6EECF244321}">
                <p14:modId xmlns:p14="http://schemas.microsoft.com/office/powerpoint/2010/main" val="736769788"/>
              </p:ext>
            </p:extLst>
          </p:nvPr>
        </p:nvGraphicFramePr>
        <p:xfrm>
          <a:off x="606000" y="2077404"/>
          <a:ext cx="11158372" cy="3477120"/>
        </p:xfrm>
        <a:graphic>
          <a:graphicData uri="http://schemas.openxmlformats.org/drawingml/2006/table">
            <a:tbl>
              <a:tblPr firstRow="1" bandRow="1">
                <a:tableStyleId>{69012ECD-51FC-41F1-AA8D-1B2483CD663E}</a:tableStyleId>
              </a:tblPr>
              <a:tblGrid>
                <a:gridCol w="350026">
                  <a:extLst>
                    <a:ext uri="{9D8B030D-6E8A-4147-A177-3AD203B41FA5}">
                      <a16:colId xmlns:a16="http://schemas.microsoft.com/office/drawing/2014/main" val="820809534"/>
                    </a:ext>
                  </a:extLst>
                </a:gridCol>
                <a:gridCol w="1842939">
                  <a:extLst>
                    <a:ext uri="{9D8B030D-6E8A-4147-A177-3AD203B41FA5}">
                      <a16:colId xmlns:a16="http://schemas.microsoft.com/office/drawing/2014/main" val="2667349602"/>
                    </a:ext>
                  </a:extLst>
                </a:gridCol>
                <a:gridCol w="1573426">
                  <a:extLst>
                    <a:ext uri="{9D8B030D-6E8A-4147-A177-3AD203B41FA5}">
                      <a16:colId xmlns:a16="http://schemas.microsoft.com/office/drawing/2014/main" val="610294435"/>
                    </a:ext>
                  </a:extLst>
                </a:gridCol>
                <a:gridCol w="2034745">
                  <a:extLst>
                    <a:ext uri="{9D8B030D-6E8A-4147-A177-3AD203B41FA5}">
                      <a16:colId xmlns:a16="http://schemas.microsoft.com/office/drawing/2014/main" val="3248297098"/>
                    </a:ext>
                  </a:extLst>
                </a:gridCol>
                <a:gridCol w="5357236">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会議名</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lvl="0" algn="ctr">
                        <a:buNone/>
                      </a:pPr>
                      <a:r>
                        <a:rPr lang="ja-JP" altLang="en-US" sz="1600">
                          <a:solidFill>
                            <a:srgbClr val="FFFFFF"/>
                          </a:solidFill>
                          <a:latin typeface="游ゴシック"/>
                          <a:ea typeface="游ゴシック"/>
                        </a:rPr>
                        <a:t>時期</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cap="flat" cmpd="sng" algn="ctr">
                      <a:solidFill>
                        <a:schemeClr val="bg1">
                          <a:lumMod val="65000"/>
                        </a:schemeClr>
                      </a:solidFill>
                      <a:prstDash val="solid"/>
                      <a:round/>
                      <a:headEnd type="none" w="med" len="med"/>
                      <a:tailEnd type="none" w="med" len="med"/>
                    </a:lnB>
                    <a:lnTlToBr w="0">
                      <a:noFill/>
                    </a:lnTlToBr>
                    <a:lnBlToTr w="0">
                      <a:noFill/>
                    </a:lnBlToTr>
                    <a:solidFill>
                      <a:schemeClr val="accent1"/>
                    </a:solidFill>
                  </a:tcPr>
                </a:tc>
                <a:tc>
                  <a:txBody>
                    <a:bodyPr/>
                    <a:lstStyle/>
                    <a:p>
                      <a:pPr lvl="0" algn="ctr">
                        <a:buNone/>
                      </a:pPr>
                      <a:r>
                        <a:rPr lang="ja-JP" altLang="en-US" sz="1600">
                          <a:solidFill>
                            <a:srgbClr val="FFFFFF"/>
                          </a:solidFill>
                          <a:latin typeface="游ゴシック"/>
                          <a:ea typeface="游ゴシック"/>
                        </a:rPr>
                        <a:t>参加者</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cap="flat" cmpd="sng" algn="ctr">
                      <a:solidFill>
                        <a:schemeClr val="bg1">
                          <a:lumMod val="65000"/>
                        </a:schemeClr>
                      </a:solidFill>
                      <a:prstDash val="solid"/>
                      <a:round/>
                      <a:headEnd type="none" w="med" len="med"/>
                      <a:tailEnd type="none" w="med" len="med"/>
                    </a:lnB>
                    <a:lnTlToBr w="0">
                      <a:noFill/>
                    </a:lnTlToBr>
                    <a:lnBlToTr w="0">
                      <a:noFill/>
                    </a:lnBlToTr>
                    <a:solidFill>
                      <a:schemeClr val="accent1"/>
                    </a:solidFill>
                  </a:tcPr>
                </a:tc>
                <a:tc>
                  <a:txBody>
                    <a:bodyPr/>
                    <a:lstStyle/>
                    <a:p>
                      <a:pPr algn="ctr"/>
                      <a:r>
                        <a:rPr lang="ja-JP" altLang="en-US" sz="1600">
                          <a:solidFill>
                            <a:srgbClr val="FFFFFF"/>
                          </a:solidFill>
                          <a:latin typeface="游ゴシック"/>
                          <a:ea typeface="游ゴシック"/>
                        </a:rPr>
                        <a:t>議題</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600">
                          <a:solidFill>
                            <a:schemeClr val="tx1"/>
                          </a:solidFill>
                          <a:latin typeface="游ゴシック"/>
                          <a:ea typeface="游ゴシック"/>
                        </a:rPr>
                        <a:t>週次報告</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None/>
                      </a:pPr>
                      <a:r>
                        <a:rPr lang="ja-JP" altLang="en-US" sz="1600">
                          <a:solidFill>
                            <a:schemeClr val="tx1"/>
                          </a:solidFill>
                          <a:latin typeface="游ゴシック"/>
                          <a:ea typeface="游ゴシック"/>
                        </a:rPr>
                        <a:t>毎週</a:t>
                      </a:r>
                      <a:endParaRPr kumimoji="1" lang="ja-JP" altLang="en-US" sz="1600">
                        <a:solidFill>
                          <a:schemeClr val="tx1"/>
                        </a:solidFill>
                        <a:latin typeface="游ゴシック"/>
                        <a:ea typeface="游ゴシック"/>
                      </a:endParaRP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buNone/>
                      </a:pPr>
                      <a:r>
                        <a:rPr lang="ja-JP" sz="1600" b="0" i="0" u="none" strike="noStrike" noProof="0">
                          <a:solidFill>
                            <a:schemeClr val="tx1"/>
                          </a:solidFill>
                          <a:latin typeface="游ゴシック"/>
                          <a:ea typeface="游ゴシック"/>
                        </a:rPr>
                        <a:t>四課様、EXE</a:t>
                      </a:r>
                      <a:endParaRPr kumimoji="1"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indent="0">
                        <a:buFont typeface="Arial" pitchFamily="34" charset="0"/>
                        <a:buNone/>
                      </a:pPr>
                      <a:r>
                        <a:rPr lang="ja-JP" altLang="en-US" sz="1600">
                          <a:solidFill>
                            <a:schemeClr val="tx1"/>
                          </a:solidFill>
                          <a:latin typeface="游ゴシック"/>
                          <a:ea typeface="游ゴシック"/>
                        </a:rPr>
                        <a:t>プロジェクトの進捗、課題の報告をいたします。</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製造・結合テスト完了報告</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sz="1600" b="0" dirty="0">
                          <a:latin typeface="+mn-ea"/>
                          <a:ea typeface="+mn-ea"/>
                        </a:rPr>
                        <a:t>11/21(</a:t>
                      </a:r>
                      <a:r>
                        <a:rPr lang="ja-JP" altLang="en-US" sz="1600" b="0" dirty="0">
                          <a:latin typeface="+mn-ea"/>
                          <a:ea typeface="+mn-ea"/>
                        </a:rPr>
                        <a:t>仮</a:t>
                      </a:r>
                      <a:r>
                        <a:rPr lang="en-US" altLang="ja-JP" sz="1600" b="0" dirty="0">
                          <a:latin typeface="+mn-ea"/>
                          <a:ea typeface="+mn-ea"/>
                        </a:rPr>
                        <a:t>)</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noProof="0">
                          <a:solidFill>
                            <a:schemeClr val="tx1"/>
                          </a:solidFill>
                          <a:latin typeface="游ゴシック"/>
                          <a:ea typeface="游ゴシック"/>
                        </a:rPr>
                        <a:t>四課様、EXE</a:t>
                      </a:r>
                      <a:endParaRPr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製造・テスト結果の報告をいたします。</a:t>
                      </a:r>
                      <a:endParaRPr lang="en-US" altLang="ja-JP" sz="1600" u="none" strike="noStrike" kern="1200" cap="none" normalizeH="0" baseline="0">
                        <a:ln>
                          <a:noFill/>
                        </a:ln>
                        <a:solidFill>
                          <a:schemeClr val="tx1"/>
                        </a:solidFill>
                        <a:effectLst/>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受入テストが開始できるかのご判断を依頼いたします。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リリース前レビュー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sz="1600" b="0" dirty="0">
                          <a:latin typeface="+mn-ea"/>
                          <a:ea typeface="+mn-ea"/>
                        </a:rPr>
                        <a:t>12/8(</a:t>
                      </a:r>
                      <a:r>
                        <a:rPr lang="ja-JP" altLang="en-US" sz="1600" b="0" dirty="0">
                          <a:latin typeface="+mn-ea"/>
                          <a:ea typeface="+mn-ea"/>
                        </a:rPr>
                        <a:t>仮</a:t>
                      </a:r>
                      <a:r>
                        <a:rPr lang="en-US" altLang="ja-JP" sz="1600" b="0" dirty="0">
                          <a:latin typeface="+mn-ea"/>
                          <a:ea typeface="+mn-ea"/>
                        </a:rPr>
                        <a:t>)</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altLang="ja-JP" sz="1600" b="0" i="0" u="none" strike="noStrike" noProof="0" dirty="0">
                          <a:solidFill>
                            <a:schemeClr val="tx1"/>
                          </a:solidFill>
                          <a:latin typeface="游ゴシック"/>
                          <a:ea typeface="游ゴシック"/>
                        </a:rPr>
                        <a:t>四課様、EXE</a:t>
                      </a:r>
                      <a:endParaRPr lang="en-US" altLang="ja-JP" sz="1600" dirty="0"/>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本番リリース手順書、事前作業の状況、関係者・立会い、リリース当日のタイムスケジュールの確認をいたします。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algn="ctr"/>
                      <a:r>
                        <a:rPr kumimoji="1" lang="ja-JP" altLang="en-US" sz="1600" kern="1200">
                          <a:solidFill>
                            <a:schemeClr val="dk1"/>
                          </a:solidFill>
                          <a:latin typeface="游ゴシック"/>
                          <a:ea typeface="游ゴシック"/>
                          <a:cs typeface="+mn-cs"/>
                        </a:rPr>
                        <a:t>４</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リリース翌日の状況確認打合せ</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sz="1600" b="0" dirty="0">
                          <a:latin typeface="+mn-ea"/>
                          <a:ea typeface="+mn-ea"/>
                        </a:rPr>
                        <a:t>12/18(</a:t>
                      </a:r>
                      <a:r>
                        <a:rPr lang="ja-JP" altLang="en-US" sz="1600" b="0" dirty="0">
                          <a:latin typeface="+mn-ea"/>
                          <a:ea typeface="+mn-ea"/>
                        </a:rPr>
                        <a:t>仮</a:t>
                      </a:r>
                      <a:r>
                        <a:rPr lang="en-US" altLang="ja-JP" sz="1600" b="0" dirty="0">
                          <a:latin typeface="+mn-ea"/>
                          <a:ea typeface="+mn-ea"/>
                        </a:rPr>
                        <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b="0" i="0" u="none" strike="noStrike" noProof="0" dirty="0">
                          <a:solidFill>
                            <a:schemeClr val="tx1"/>
                          </a:solidFill>
                          <a:latin typeface="游ゴシック"/>
                          <a:ea typeface="游ゴシック"/>
                        </a:rPr>
                        <a:t>四課様、EXE</a:t>
                      </a:r>
                      <a:endParaRPr lang="en-US" altLang="ja-JP" sz="1800" dirty="0"/>
                    </a:p>
                    <a:p>
                      <a:pPr marL="0" lvl="0" indent="0" algn="l" defTabSz="914400">
                        <a:lnSpc>
                          <a:spcPct val="100000"/>
                        </a:lnSpc>
                        <a:spcBef>
                          <a:spcPts val="0"/>
                        </a:spcBef>
                        <a:spcAft>
                          <a:spcPts val="0"/>
                        </a:spcAft>
                        <a:buNone/>
                        <a:tabLst/>
                        <a:defRPr/>
                      </a:pPr>
                      <a:r>
                        <a:rPr lang="ja-JP" altLang="en-US" dirty="0"/>
                        <a:t>、ユーザ様</a:t>
                      </a:r>
                      <a:endParaRPr lang="en-US" altLang="ja-JP"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本番リリース翌日の利用状況、問題が発生有無と対応要否を確認いたします。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4026352"/>
                  </a:ext>
                </a:extLst>
              </a:tr>
              <a:tr h="540000">
                <a:tc>
                  <a:txBody>
                    <a:bodyPr/>
                    <a:lstStyle/>
                    <a:p>
                      <a:pPr marL="0" algn="ctr" defTabSz="914400" rtl="0" eaLnBrk="1" latinLnBrk="0" hangingPunct="1"/>
                      <a:r>
                        <a:rPr kumimoji="1" lang="ja-JP" altLang="en-US" sz="1600" kern="1200">
                          <a:solidFill>
                            <a:schemeClr val="dk1"/>
                          </a:solidFill>
                          <a:latin typeface="游ゴシック"/>
                          <a:ea typeface="游ゴシック"/>
                          <a:cs typeface="+mn-cs"/>
                        </a:rPr>
                        <a:t>５</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プロジェクト完了報告</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sz="1600" b="0" dirty="0">
                          <a:latin typeface="+mn-ea"/>
                          <a:ea typeface="+mn-ea"/>
                        </a:rPr>
                        <a:t>2026/1/9(</a:t>
                      </a:r>
                      <a:r>
                        <a:rPr lang="ja-JP" altLang="en-US" sz="1600" b="0" dirty="0">
                          <a:latin typeface="+mn-ea"/>
                          <a:ea typeface="+mn-ea"/>
                        </a:rPr>
                        <a:t>仮</a:t>
                      </a:r>
                      <a:r>
                        <a:rPr lang="en-US" altLang="ja-JP" sz="1600" b="0" dirty="0">
                          <a:latin typeface="+mn-ea"/>
                          <a:ea typeface="+mn-ea"/>
                        </a:rPr>
                        <a:t>)</a:t>
                      </a:r>
                    </a:p>
                  </a:txBody>
                  <a:tcPr anchor="ctr">
                    <a:lnL w="12700">
                      <a:solidFill>
                        <a:schemeClr val="bg1">
                          <a:lumMod val="65000"/>
                        </a:schemeClr>
                      </a:solidFill>
                    </a:lnL>
                    <a:lnR w="12700">
                      <a:solidFill>
                        <a:schemeClr val="bg1">
                          <a:lumMod val="65000"/>
                        </a:schemeClr>
                      </a:solidFill>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kern="1200" cap="none" normalizeH="0" baseline="0" noProof="0">
                          <a:ln>
                            <a:noFill/>
                          </a:ln>
                          <a:solidFill>
                            <a:schemeClr val="tx1"/>
                          </a:solidFill>
                          <a:effectLst/>
                          <a:latin typeface="游ゴシック"/>
                          <a:ea typeface="游ゴシック"/>
                        </a:rPr>
                        <a:t>四課様、EXE</a:t>
                      </a:r>
                      <a:endParaRPr lang="en-US" altLang="ja-JP"/>
                    </a:p>
                  </a:txBody>
                  <a:tcPr anchor="ctr">
                    <a:lnL w="12700">
                      <a:solidFill>
                        <a:schemeClr val="bg1">
                          <a:lumMod val="65000"/>
                        </a:schemeClr>
                      </a:solidFill>
                    </a:lnL>
                    <a:lnR w="12700">
                      <a:solidFill>
                        <a:schemeClr val="bg1">
                          <a:lumMod val="65000"/>
                        </a:schemeClr>
                      </a:solidFill>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游ゴシック"/>
                          <a:ea typeface="游ゴシック"/>
                        </a:rPr>
                        <a:t>本番リリース結果、初期流動対応結果、保守への引継ぎ事項について報告をいたします。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bl>
          </a:graphicData>
        </a:graphic>
      </p:graphicFrame>
      <p:sp>
        <p:nvSpPr>
          <p:cNvPr id="5" name="日付プレースホルダー 4">
            <a:extLst>
              <a:ext uri="{FF2B5EF4-FFF2-40B4-BE49-F238E27FC236}">
                <a16:creationId xmlns:a16="http://schemas.microsoft.com/office/drawing/2014/main" id="{C6E4EA66-FF2A-1845-AD4F-F560C4359FDE}"/>
              </a:ext>
            </a:extLst>
          </p:cNvPr>
          <p:cNvSpPr>
            <a:spLocks noGrp="1"/>
          </p:cNvSpPr>
          <p:nvPr>
            <p:ph type="dt" sz="half" idx="10"/>
          </p:nvPr>
        </p:nvSpPr>
        <p:spPr/>
        <p:txBody>
          <a:bodyPr/>
          <a:lstStyle/>
          <a:p>
            <a:r>
              <a:rPr lang="en-US" altLang="ja-JP" dirty="0"/>
              <a:t>2025/7/11</a:t>
            </a:r>
            <a:endParaRPr lang="en-US" dirty="0"/>
          </a:p>
        </p:txBody>
      </p:sp>
      <p:sp>
        <p:nvSpPr>
          <p:cNvPr id="3" name="フッター プレースホルダー 2">
            <a:extLst>
              <a:ext uri="{FF2B5EF4-FFF2-40B4-BE49-F238E27FC236}">
                <a16:creationId xmlns:a16="http://schemas.microsoft.com/office/drawing/2014/main" id="{3C622AE4-C84C-4262-E680-884E5219D3A1}"/>
              </a:ext>
            </a:extLst>
          </p:cNvPr>
          <p:cNvSpPr>
            <a:spLocks noGrp="1"/>
          </p:cNvSpPr>
          <p:nvPr>
            <p:ph type="ftr" sz="quarter" idx="11"/>
          </p:nvPr>
        </p:nvSpPr>
        <p:spPr/>
        <p:txBody>
          <a:bodyPr/>
          <a:lstStyle/>
          <a:p>
            <a:r>
              <a:rPr lang="en-US"/>
              <a:t>Copyright © 2025 SystemEXE,Inc All Rights Reserved.</a:t>
            </a:r>
          </a:p>
        </p:txBody>
      </p:sp>
      <p:sp>
        <p:nvSpPr>
          <p:cNvPr id="4" name="テキスト ボックス 3">
            <a:extLst>
              <a:ext uri="{FF2B5EF4-FFF2-40B4-BE49-F238E27FC236}">
                <a16:creationId xmlns:a16="http://schemas.microsoft.com/office/drawing/2014/main" id="{A0EF78CE-7ECB-4EEE-9054-2A58E02E5F79}"/>
              </a:ext>
            </a:extLst>
          </p:cNvPr>
          <p:cNvSpPr txBox="1"/>
          <p:nvPr/>
        </p:nvSpPr>
        <p:spPr>
          <a:xfrm>
            <a:off x="576000" y="788894"/>
            <a:ext cx="10961576" cy="584775"/>
          </a:xfrm>
          <a:prstGeom prst="rect">
            <a:avLst/>
          </a:prstGeom>
          <a:noFill/>
        </p:spPr>
        <p:txBody>
          <a:bodyPr wrap="square" rtlCol="0">
            <a:spAutoFit/>
          </a:bodyPr>
          <a:lstStyle/>
          <a:p>
            <a:r>
              <a:rPr kumimoji="1" lang="en-US" altLang="ja-JP" sz="1600" dirty="0" err="1">
                <a:latin typeface="游ゴシック" panose="020B0400000000000000" pitchFamily="50" charset="-128"/>
                <a:ea typeface="游ゴシック" panose="020B0400000000000000" pitchFamily="50" charset="-128"/>
              </a:rPr>
              <a:t>XenAPP</a:t>
            </a:r>
            <a:r>
              <a:rPr kumimoji="1" lang="ja-JP" altLang="en-US" sz="1600" dirty="0">
                <a:latin typeface="游ゴシック" panose="020B0400000000000000" pitchFamily="50" charset="-128"/>
                <a:ea typeface="游ゴシック" panose="020B0400000000000000" pitchFamily="50" charset="-128"/>
              </a:rPr>
              <a:t>対応で想定している会議体となります。</a:t>
            </a:r>
            <a:endParaRPr kumimoji="1" lang="en-US" altLang="ja-JP"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なお、工場システムは</a:t>
            </a:r>
            <a:r>
              <a:rPr kumimoji="1" lang="en-US" altLang="ja-JP" sz="1600" dirty="0">
                <a:latin typeface="游ゴシック" panose="020B0400000000000000" pitchFamily="50" charset="-128"/>
                <a:ea typeface="游ゴシック" panose="020B0400000000000000" pitchFamily="50" charset="-128"/>
              </a:rPr>
              <a:t>Azure</a:t>
            </a:r>
            <a:r>
              <a:rPr kumimoji="1" lang="ja-JP" altLang="en-US" sz="1600" dirty="0">
                <a:latin typeface="游ゴシック" panose="020B0400000000000000" pitchFamily="50" charset="-128"/>
                <a:ea typeface="游ゴシック" panose="020B0400000000000000" pitchFamily="50" charset="-128"/>
              </a:rPr>
              <a:t>移行</a:t>
            </a:r>
            <a:r>
              <a:rPr kumimoji="1" lang="en-US" altLang="ja-JP" sz="1600" dirty="0">
                <a:latin typeface="游ゴシック" panose="020B0400000000000000" pitchFamily="50" charset="-128"/>
                <a:ea typeface="游ゴシック" panose="020B0400000000000000" pitchFamily="50" charset="-128"/>
              </a:rPr>
              <a:t>PJ</a:t>
            </a:r>
            <a:r>
              <a:rPr kumimoji="1" lang="ja-JP" altLang="en-US" sz="1600" dirty="0">
                <a:latin typeface="游ゴシック" panose="020B0400000000000000" pitchFamily="50" charset="-128"/>
                <a:ea typeface="游ゴシック" panose="020B0400000000000000" pitchFamily="50" charset="-128"/>
              </a:rPr>
              <a:t>定例内で本件の報告もさせていただく想定です。</a:t>
            </a:r>
          </a:p>
        </p:txBody>
      </p:sp>
    </p:spTree>
    <p:extLst>
      <p:ext uri="{BB962C8B-B14F-4D97-AF65-F5344CB8AC3E}">
        <p14:creationId xmlns:p14="http://schemas.microsoft.com/office/powerpoint/2010/main" val="1134005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９</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お見積もり（</a:t>
            </a:r>
            <a:r>
              <a:rPr lang="en-US" altLang="ja-JP" dirty="0" err="1">
                <a:latin typeface="游明朝" panose="02020400000000000000" pitchFamily="18" charset="-128"/>
                <a:ea typeface="游明朝" panose="02020400000000000000" pitchFamily="18" charset="-128"/>
              </a:rPr>
              <a:t>XenAPP</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徳山事業所）</a:t>
            </a:r>
            <a:endParaRPr kumimoji="1" lang="ja-JP" altLang="en-US" sz="2000" dirty="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dirty="0"/>
              <a:t>2025/7/11</a:t>
            </a:r>
            <a:endParaRPr lang="en-US" dirty="0"/>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632009411"/>
              </p:ext>
            </p:extLst>
          </p:nvPr>
        </p:nvGraphicFramePr>
        <p:xfrm>
          <a:off x="606000" y="1273211"/>
          <a:ext cx="10979999" cy="5043132"/>
        </p:xfrm>
        <a:graphic>
          <a:graphicData uri="http://schemas.openxmlformats.org/drawingml/2006/table">
            <a:tbl>
              <a:tblPr firstRow="1" bandRow="1">
                <a:tableStyleId>{2D5ABB26-0587-4C30-8999-92F81FD0307C}</a:tableStyleId>
              </a:tblPr>
              <a:tblGrid>
                <a:gridCol w="423881">
                  <a:extLst>
                    <a:ext uri="{9D8B030D-6E8A-4147-A177-3AD203B41FA5}">
                      <a16:colId xmlns:a16="http://schemas.microsoft.com/office/drawing/2014/main" val="233225342"/>
                    </a:ext>
                  </a:extLst>
                </a:gridCol>
                <a:gridCol w="1089430">
                  <a:extLst>
                    <a:ext uri="{9D8B030D-6E8A-4147-A177-3AD203B41FA5}">
                      <a16:colId xmlns:a16="http://schemas.microsoft.com/office/drawing/2014/main" val="2469085819"/>
                    </a:ext>
                  </a:extLst>
                </a:gridCol>
                <a:gridCol w="1251418">
                  <a:extLst>
                    <a:ext uri="{9D8B030D-6E8A-4147-A177-3AD203B41FA5}">
                      <a16:colId xmlns:a16="http://schemas.microsoft.com/office/drawing/2014/main" val="568014644"/>
                    </a:ext>
                  </a:extLst>
                </a:gridCol>
                <a:gridCol w="1544193">
                  <a:extLst>
                    <a:ext uri="{9D8B030D-6E8A-4147-A177-3AD203B41FA5}">
                      <a16:colId xmlns:a16="http://schemas.microsoft.com/office/drawing/2014/main" val="3608806225"/>
                    </a:ext>
                  </a:extLst>
                </a:gridCol>
                <a:gridCol w="808966">
                  <a:extLst>
                    <a:ext uri="{9D8B030D-6E8A-4147-A177-3AD203B41FA5}">
                      <a16:colId xmlns:a16="http://schemas.microsoft.com/office/drawing/2014/main" val="2247639322"/>
                    </a:ext>
                  </a:extLst>
                </a:gridCol>
                <a:gridCol w="2612353">
                  <a:extLst>
                    <a:ext uri="{9D8B030D-6E8A-4147-A177-3AD203B41FA5}">
                      <a16:colId xmlns:a16="http://schemas.microsoft.com/office/drawing/2014/main" val="4260495519"/>
                    </a:ext>
                  </a:extLst>
                </a:gridCol>
                <a:gridCol w="1412938">
                  <a:extLst>
                    <a:ext uri="{9D8B030D-6E8A-4147-A177-3AD203B41FA5}">
                      <a16:colId xmlns:a16="http://schemas.microsoft.com/office/drawing/2014/main" val="3343664097"/>
                    </a:ext>
                  </a:extLst>
                </a:gridCol>
                <a:gridCol w="1836820">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システム</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13">
                  <a:txBody>
                    <a:bodyPr/>
                    <a:lstStyle/>
                    <a:p>
                      <a:pPr algn="l" rtl="0" fontAlgn="ctr"/>
                      <a:r>
                        <a:rPr lang="en-US" altLang="ja-JP" sz="1600" b="0" i="0" u="none" strike="noStrike" err="1">
                          <a:solidFill>
                            <a:srgbClr val="000000"/>
                          </a:solidFill>
                          <a:effectLst/>
                          <a:latin typeface="游ゴシック" panose="020B0400000000000000" pitchFamily="50" charset="-128"/>
                          <a:ea typeface="游ゴシック" panose="020B0400000000000000" pitchFamily="50" charset="-128"/>
                        </a:rPr>
                        <a:t>XenAPP</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712587978"/>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80255343"/>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981838400"/>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～受入</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\1,250,000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0.41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\410,000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受入</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0.55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\550,000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\560,000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2.61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\2,770,000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39810">
                <a:tc rowSpan="4">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0.23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\230,000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96449858"/>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\1,250,000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1452755"/>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0.34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\476,000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815034"/>
                  </a:ext>
                </a:extLst>
              </a:tr>
              <a:tr h="33981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1.82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\1,956,000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78078077"/>
                  </a:ext>
                </a:extLst>
              </a:tr>
              <a:tr h="343692">
                <a:tc gridSpan="6">
                  <a:txBody>
                    <a:bodyPr/>
                    <a:lstStyle/>
                    <a:p>
                      <a:pPr algn="r" rtl="0" fontAlgn="ctr"/>
                      <a:r>
                        <a:rPr lang="en-US" altLang="ja-JP" sz="1600" b="1" i="0" u="none" strike="noStrike" dirty="0" err="1">
                          <a:solidFill>
                            <a:srgbClr val="000000"/>
                          </a:solidFill>
                          <a:effectLst/>
                          <a:latin typeface="游ゴシック" panose="020B0400000000000000" pitchFamily="50" charset="-128"/>
                          <a:ea typeface="游ゴシック" panose="020B0400000000000000" pitchFamily="50" charset="-128"/>
                        </a:rPr>
                        <a:t>XenAPP</a:t>
                      </a: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徳山</a:t>
                      </a: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4.43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\4,726,000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53405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9DC2E-5FF9-3BE0-2134-7CE135E97D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ED40B0E-903F-0E8C-F336-A2925F8E5F0A}"/>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９</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参考　概算お見積もり時（</a:t>
            </a:r>
            <a:r>
              <a:rPr lang="en-US" altLang="ja-JP" dirty="0" err="1">
                <a:latin typeface="游明朝" panose="02020400000000000000" pitchFamily="18" charset="-128"/>
                <a:ea typeface="游明朝" panose="02020400000000000000" pitchFamily="18" charset="-128"/>
              </a:rPr>
              <a:t>XenAPP</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徳山事業所）</a:t>
            </a:r>
            <a:endParaRPr kumimoji="1" lang="ja-JP" altLang="en-US" sz="2000" dirty="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34653DF5-E3AA-EC82-C0D8-82695EEE651D}"/>
              </a:ext>
            </a:extLst>
          </p:cNvPr>
          <p:cNvSpPr>
            <a:spLocks noGrp="1"/>
          </p:cNvSpPr>
          <p:nvPr>
            <p:ph type="dt" sz="half" idx="10"/>
          </p:nvPr>
        </p:nvSpPr>
        <p:spPr/>
        <p:txBody>
          <a:bodyPr/>
          <a:lstStyle/>
          <a:p>
            <a:r>
              <a:rPr lang="en-US" altLang="ja-JP" dirty="0"/>
              <a:t>2025/7/11</a:t>
            </a:r>
            <a:endParaRPr lang="en-US" dirty="0"/>
          </a:p>
        </p:txBody>
      </p:sp>
      <p:graphicFrame>
        <p:nvGraphicFramePr>
          <p:cNvPr id="9" name="表 8">
            <a:extLst>
              <a:ext uri="{FF2B5EF4-FFF2-40B4-BE49-F238E27FC236}">
                <a16:creationId xmlns:a16="http://schemas.microsoft.com/office/drawing/2014/main" id="{06260147-ACF4-24E6-2311-33100F38EF78}"/>
              </a:ext>
            </a:extLst>
          </p:cNvPr>
          <p:cNvGraphicFramePr>
            <a:graphicFrameLocks noGrp="1"/>
          </p:cNvGraphicFramePr>
          <p:nvPr>
            <p:extLst>
              <p:ext uri="{D42A27DB-BD31-4B8C-83A1-F6EECF244321}">
                <p14:modId xmlns:p14="http://schemas.microsoft.com/office/powerpoint/2010/main" val="245442749"/>
              </p:ext>
            </p:extLst>
          </p:nvPr>
        </p:nvGraphicFramePr>
        <p:xfrm>
          <a:off x="606000" y="1273211"/>
          <a:ext cx="10979999" cy="5043132"/>
        </p:xfrm>
        <a:graphic>
          <a:graphicData uri="http://schemas.openxmlformats.org/drawingml/2006/table">
            <a:tbl>
              <a:tblPr firstRow="1" bandRow="1">
                <a:tableStyleId>{2D5ABB26-0587-4C30-8999-92F81FD0307C}</a:tableStyleId>
              </a:tblPr>
              <a:tblGrid>
                <a:gridCol w="423881">
                  <a:extLst>
                    <a:ext uri="{9D8B030D-6E8A-4147-A177-3AD203B41FA5}">
                      <a16:colId xmlns:a16="http://schemas.microsoft.com/office/drawing/2014/main" val="233225342"/>
                    </a:ext>
                  </a:extLst>
                </a:gridCol>
                <a:gridCol w="1089430">
                  <a:extLst>
                    <a:ext uri="{9D8B030D-6E8A-4147-A177-3AD203B41FA5}">
                      <a16:colId xmlns:a16="http://schemas.microsoft.com/office/drawing/2014/main" val="2469085819"/>
                    </a:ext>
                  </a:extLst>
                </a:gridCol>
                <a:gridCol w="1251418">
                  <a:extLst>
                    <a:ext uri="{9D8B030D-6E8A-4147-A177-3AD203B41FA5}">
                      <a16:colId xmlns:a16="http://schemas.microsoft.com/office/drawing/2014/main" val="568014644"/>
                    </a:ext>
                  </a:extLst>
                </a:gridCol>
                <a:gridCol w="1544193">
                  <a:extLst>
                    <a:ext uri="{9D8B030D-6E8A-4147-A177-3AD203B41FA5}">
                      <a16:colId xmlns:a16="http://schemas.microsoft.com/office/drawing/2014/main" val="3608806225"/>
                    </a:ext>
                  </a:extLst>
                </a:gridCol>
                <a:gridCol w="808966">
                  <a:extLst>
                    <a:ext uri="{9D8B030D-6E8A-4147-A177-3AD203B41FA5}">
                      <a16:colId xmlns:a16="http://schemas.microsoft.com/office/drawing/2014/main" val="2247639322"/>
                    </a:ext>
                  </a:extLst>
                </a:gridCol>
                <a:gridCol w="2612353">
                  <a:extLst>
                    <a:ext uri="{9D8B030D-6E8A-4147-A177-3AD203B41FA5}">
                      <a16:colId xmlns:a16="http://schemas.microsoft.com/office/drawing/2014/main" val="4260495519"/>
                    </a:ext>
                  </a:extLst>
                </a:gridCol>
                <a:gridCol w="1412938">
                  <a:extLst>
                    <a:ext uri="{9D8B030D-6E8A-4147-A177-3AD203B41FA5}">
                      <a16:colId xmlns:a16="http://schemas.microsoft.com/office/drawing/2014/main" val="3343664097"/>
                    </a:ext>
                  </a:extLst>
                </a:gridCol>
                <a:gridCol w="1836820">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システム</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13">
                  <a:txBody>
                    <a:bodyPr/>
                    <a:lstStyle/>
                    <a:p>
                      <a:pPr algn="l" rtl="0" fontAlgn="ctr"/>
                      <a:r>
                        <a:rPr lang="en-US" altLang="ja-JP" sz="1600" b="0" i="0" u="none" strike="noStrike" err="1">
                          <a:solidFill>
                            <a:srgbClr val="000000"/>
                          </a:solidFill>
                          <a:effectLst/>
                          <a:latin typeface="游ゴシック" panose="020B0400000000000000" pitchFamily="50" charset="-128"/>
                          <a:ea typeface="游ゴシック" panose="020B0400000000000000" pitchFamily="50" charset="-128"/>
                        </a:rPr>
                        <a:t>XenAPP</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712587978"/>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80255343"/>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981838400"/>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～受入</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0.67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\670,000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0.12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受入</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1.19</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a:t>
                      </a: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1,270,000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39810">
                <a:tc rowSpan="4">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0.23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\230,000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96449858"/>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1452755"/>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\210,000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815034"/>
                  </a:ext>
                </a:extLst>
              </a:tr>
              <a:tr h="33981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0.88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a:t>
                      </a: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940,000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78078077"/>
                  </a:ext>
                </a:extLst>
              </a:tr>
              <a:tr h="343692">
                <a:tc gridSpan="6">
                  <a:txBody>
                    <a:bodyPr/>
                    <a:lstStyle/>
                    <a:p>
                      <a:pPr algn="r" rtl="0" fontAlgn="ctr"/>
                      <a:r>
                        <a:rPr lang="en-US" altLang="ja-JP" sz="1600" b="1" i="0" u="none" strike="noStrike" dirty="0" err="1">
                          <a:solidFill>
                            <a:srgbClr val="000000"/>
                          </a:solidFill>
                          <a:effectLst/>
                          <a:latin typeface="游ゴシック" panose="020B0400000000000000" pitchFamily="50" charset="-128"/>
                          <a:ea typeface="+mn-ea"/>
                        </a:rPr>
                        <a:t>XenAPP</a:t>
                      </a:r>
                      <a:r>
                        <a:rPr lang="en-US" altLang="ja-JP" sz="1600" b="1" i="0" u="none" strike="noStrike" dirty="0">
                          <a:solidFill>
                            <a:srgbClr val="000000"/>
                          </a:solidFill>
                          <a:effectLst/>
                          <a:latin typeface="游ゴシック" panose="020B0400000000000000" pitchFamily="50" charset="-128"/>
                          <a:ea typeface="+mn-ea"/>
                        </a:rPr>
                        <a:t>(</a:t>
                      </a:r>
                      <a:r>
                        <a:rPr lang="ja-JP" altLang="en-US" sz="1600" b="1" i="0" u="none" strike="noStrike" dirty="0">
                          <a:solidFill>
                            <a:srgbClr val="000000"/>
                          </a:solidFill>
                          <a:effectLst/>
                          <a:latin typeface="游ゴシック" panose="020B0400000000000000" pitchFamily="50" charset="-128"/>
                          <a:ea typeface="+mn-ea"/>
                        </a:rPr>
                        <a:t>徳山</a:t>
                      </a:r>
                      <a:r>
                        <a:rPr lang="en-US" altLang="ja-JP" sz="1600" b="1" i="0" u="none" strike="noStrike" dirty="0">
                          <a:solidFill>
                            <a:srgbClr val="000000"/>
                          </a:solidFill>
                          <a:effectLst/>
                          <a:latin typeface="游ゴシック" panose="020B0400000000000000" pitchFamily="50" charset="-128"/>
                          <a:ea typeface="+mn-ea"/>
                        </a:rPr>
                        <a:t>)</a:t>
                      </a: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2.07</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a:t>
                      </a: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2,210,000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フッター プレースホルダー 2">
            <a:extLst>
              <a:ext uri="{FF2B5EF4-FFF2-40B4-BE49-F238E27FC236}">
                <a16:creationId xmlns:a16="http://schemas.microsoft.com/office/drawing/2014/main" id="{6B23AC78-E4CC-5FC4-8F7C-73622E3F53C1}"/>
              </a:ext>
            </a:extLst>
          </p:cNvPr>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436132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10.</a:t>
            </a:r>
            <a:r>
              <a:rPr lang="ja-JP" altLang="en-US">
                <a:latin typeface="游明朝" panose="02020400000000000000" pitchFamily="18" charset="-128"/>
                <a:ea typeface="游明朝" panose="02020400000000000000" pitchFamily="18" charset="-128"/>
              </a:rPr>
              <a:t> お見積もり前提条件</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lnSpcReduction="10000"/>
          </a:bodyPr>
          <a:lstStyle/>
          <a:p>
            <a:pPr>
              <a:buFont typeface="Arial" panose="020B0604020202020204" pitchFamily="34" charset="0"/>
              <a:buChar char="•"/>
            </a:pPr>
            <a:r>
              <a:rPr kumimoji="1" lang="ja-JP" altLang="en-US" b="0" u="none" dirty="0"/>
              <a:t>本資料記載の金額は全て税抜となります。</a:t>
            </a:r>
            <a:endParaRPr kumimoji="1" lang="en-US" altLang="ja-JP" b="0" u="none" dirty="0"/>
          </a:p>
          <a:p>
            <a:pPr>
              <a:buFont typeface="Arial" panose="020B0604020202020204" pitchFamily="34" charset="0"/>
              <a:buChar char="•"/>
            </a:pPr>
            <a:r>
              <a:rPr lang="ja-JP" altLang="en-US" b="0" u="none" dirty="0"/>
              <a:t>お見積もりは概算お見積もりのため、改めて正式にお見積もりさせていただきます。</a:t>
            </a:r>
            <a:endParaRPr kumimoji="1" lang="en-US" altLang="ja-JP" b="0" u="none" dirty="0"/>
          </a:p>
          <a:p>
            <a:pPr>
              <a:buFont typeface="Arial" panose="020B0604020202020204" pitchFamily="34" charset="0"/>
              <a:buChar char="•"/>
            </a:pPr>
            <a:r>
              <a:rPr lang="ja-JP" altLang="en-US" b="0" u="none" dirty="0"/>
              <a:t>作業場所は原則弊社オフィス内とします。弊社オフィス内には在宅での勤務を含みます。</a:t>
            </a:r>
            <a:endParaRPr lang="en-US" altLang="ja-JP" b="0" u="none" dirty="0"/>
          </a:p>
          <a:p>
            <a:pPr>
              <a:buFont typeface="Arial" panose="020B0604020202020204" pitchFamily="34" charset="0"/>
              <a:buChar char="•"/>
            </a:pPr>
            <a:r>
              <a:rPr lang="ja-JP" altLang="en-US" b="0" u="none" dirty="0">
                <a:latin typeface="游ゴシック"/>
                <a:ea typeface="游ゴシック"/>
              </a:rPr>
              <a:t>アプリケーション、ミドルウェアのライセンスやインストールは貴社にてご対応をお願いいたします。</a:t>
            </a:r>
            <a:endParaRPr lang="en-US" altLang="ja-JP" b="0" u="none" dirty="0">
              <a:latin typeface="游ゴシック"/>
              <a:ea typeface="游ゴシック"/>
            </a:endParaRPr>
          </a:p>
          <a:p>
            <a:pPr>
              <a:buFont typeface="Arial" panose="020B0604020202020204" pitchFamily="34" charset="0"/>
              <a:buChar char="•"/>
            </a:pPr>
            <a:r>
              <a:rPr lang="ja-JP" altLang="en-US" b="0" u="none" dirty="0">
                <a:latin typeface="游ゴシック"/>
                <a:ea typeface="游ゴシック"/>
              </a:rPr>
              <a:t>開発工程において弊社の子会社であるエグゼベトナム（オフショア）利用することがあります。</a:t>
            </a:r>
            <a:endParaRPr lang="en-US" altLang="ja-JP" b="0" u="none" dirty="0">
              <a:latin typeface="游ゴシック"/>
              <a:ea typeface="游ゴシック"/>
            </a:endParaRPr>
          </a:p>
          <a:p>
            <a:pPr>
              <a:buFont typeface="Arial" panose="020B0604020202020204" pitchFamily="34" charset="0"/>
              <a:buChar char="•"/>
            </a:pPr>
            <a:r>
              <a:rPr kumimoji="1" lang="ja-JP" altLang="en-US" b="0" u="none" dirty="0">
                <a:latin typeface="游ゴシック"/>
                <a:ea typeface="游ゴシック"/>
              </a:rPr>
              <a:t>インフラ環境の</a:t>
            </a:r>
            <a:r>
              <a:rPr lang="ja-JP" altLang="en-US" b="0" u="none" dirty="0">
                <a:latin typeface="游ゴシック"/>
                <a:ea typeface="游ゴシック"/>
              </a:rPr>
              <a:t>調達・</a:t>
            </a:r>
            <a:r>
              <a:rPr kumimoji="1" lang="ja-JP" altLang="en-US" b="0" u="none" dirty="0">
                <a:latin typeface="游ゴシック"/>
                <a:ea typeface="游ゴシック"/>
              </a:rPr>
              <a:t>構築・移行は含まれておりません。</a:t>
            </a:r>
            <a:endParaRPr kumimoji="1" lang="en-US" altLang="ja-JP" b="0" u="none" dirty="0">
              <a:latin typeface="游ゴシック"/>
              <a:ea typeface="游ゴシック"/>
            </a:endParaRPr>
          </a:p>
          <a:p>
            <a:pPr>
              <a:buFont typeface="Arial" panose="020B0604020202020204" pitchFamily="34" charset="0"/>
              <a:buChar char="•"/>
            </a:pPr>
            <a:r>
              <a:rPr lang="ja-JP" altLang="en-US" b="0" u="none" dirty="0">
                <a:latin typeface="游ゴシック"/>
                <a:ea typeface="游ゴシック"/>
              </a:rPr>
              <a:t>本</a:t>
            </a:r>
            <a:r>
              <a:rPr lang="en-US" altLang="ja-JP" b="0" u="none" dirty="0">
                <a:latin typeface="游ゴシック"/>
                <a:ea typeface="游ゴシック"/>
              </a:rPr>
              <a:t>PJ</a:t>
            </a:r>
            <a:r>
              <a:rPr lang="ja-JP" altLang="en-US" b="0" u="none" dirty="0">
                <a:latin typeface="游ゴシック"/>
                <a:ea typeface="游ゴシック"/>
              </a:rPr>
              <a:t>での修正は</a:t>
            </a:r>
            <a:r>
              <a:rPr lang="en-US" altLang="ja-JP" b="0" u="none" dirty="0">
                <a:latin typeface="游ゴシック"/>
                <a:ea typeface="游ゴシック"/>
              </a:rPr>
              <a:t>PIMS</a:t>
            </a:r>
            <a:r>
              <a:rPr lang="ja-JP" altLang="en-US" b="0" u="none" dirty="0">
                <a:latin typeface="游ゴシック"/>
                <a:ea typeface="游ゴシック"/>
              </a:rPr>
              <a:t>への接続先変更のみとし、ロジックの修正はいたしません。</a:t>
            </a:r>
            <a:endParaRPr lang="en-US" altLang="ja-JP" b="0" u="none" dirty="0">
              <a:latin typeface="游ゴシック"/>
              <a:ea typeface="游ゴシック"/>
            </a:endParaRPr>
          </a:p>
          <a:p>
            <a:pPr>
              <a:buFont typeface="Arial" panose="020B0604020202020204" pitchFamily="34" charset="0"/>
              <a:buChar char="•"/>
            </a:pPr>
            <a:r>
              <a:rPr lang="ja-JP" altLang="en-US" b="0" u="none" dirty="0">
                <a:latin typeface="游ゴシック"/>
                <a:ea typeface="游ゴシック"/>
              </a:rPr>
              <a:t>テストでのPIMS接続先は本番環境を想定しています。</a:t>
            </a:r>
          </a:p>
          <a:p>
            <a:pPr>
              <a:buFont typeface="Arial" panose="020B0604020202020204" pitchFamily="34" charset="0"/>
              <a:buChar char="•"/>
            </a:pPr>
            <a:r>
              <a:rPr lang="ja-JP" altLang="en-US" b="0" u="none" dirty="0">
                <a:latin typeface="游ゴシック"/>
                <a:ea typeface="游ゴシック"/>
              </a:rPr>
              <a:t>XenAPPの代替環境での作業は本御見積に含まれておりません。</a:t>
            </a:r>
            <a:r>
              <a:rPr lang="ja-JP" b="0" u="none" dirty="0">
                <a:latin typeface="游ゴシック"/>
                <a:ea typeface="游ゴシック"/>
              </a:rPr>
              <a:t>XenAPP廃止対応PJ</a:t>
            </a:r>
            <a:r>
              <a:rPr lang="ja-JP" altLang="en-US" b="0" u="none" dirty="0">
                <a:latin typeface="游ゴシック"/>
                <a:ea typeface="游ゴシック"/>
              </a:rPr>
              <a:t>内にてご検討お願いいたします。</a:t>
            </a:r>
            <a:endParaRPr lang="en-US" altLang="ja-JP" b="0" u="none" dirty="0">
              <a:latin typeface="游ゴシック"/>
              <a:ea typeface="游ゴシック"/>
            </a:endParaRPr>
          </a:p>
          <a:p>
            <a:pPr>
              <a:buFont typeface="Arial" panose="020B0604020202020204" pitchFamily="34" charset="0"/>
              <a:buChar char="•"/>
            </a:pPr>
            <a:r>
              <a:rPr lang="ja-JP" altLang="en-US" b="0" u="none" dirty="0">
                <a:latin typeface="游ゴシック"/>
                <a:ea typeface="游ゴシック"/>
              </a:rPr>
              <a:t>タグ調査対象は愛知の実績より想定件数で見積をしております。対象件数が減った場合については代替作業で調整をいたしますので、お見積り金額に変更はございません。</a:t>
            </a:r>
            <a:endParaRPr lang="ja-JP" b="0" u="none" dirty="0">
              <a:latin typeface="游ゴシック"/>
              <a:ea typeface="游ゴシック"/>
            </a:endParaRPr>
          </a:p>
          <a:p>
            <a:pPr>
              <a:buFont typeface="Arial" panose="020B0604020202020204" pitchFamily="34" charset="0"/>
              <a:buChar char="•"/>
            </a:pPr>
            <a:r>
              <a:rPr lang="ja-JP" altLang="en-US" b="0" u="none" dirty="0"/>
              <a:t>修正・テスト対象ファイルがお見積もり内の想定件数を超える場合は別発注として、ご相談の上決定させていただきます。</a:t>
            </a:r>
            <a:endParaRPr kumimoji="1" lang="en-US" altLang="ja-JP" b="0" u="none" dirty="0"/>
          </a:p>
          <a:p>
            <a:pPr>
              <a:buFont typeface="Arial" panose="020B0604020202020204" pitchFamily="34" charset="0"/>
              <a:buChar char="•"/>
            </a:pPr>
            <a:r>
              <a:rPr kumimoji="1" lang="ja-JP" altLang="en-US" b="0" u="none" dirty="0"/>
              <a:t>上記に記載のない諸条件につきましては、別途ご相談の上決定させていただきます。</a:t>
            </a:r>
            <a:endParaRPr kumimoji="1" lang="en-US" altLang="ja-JP" b="0" u="none" dirty="0"/>
          </a:p>
          <a:p>
            <a:pPr>
              <a:buFont typeface="Arial" panose="020B0604020202020204" pitchFamily="34" charset="0"/>
              <a:buChar char="•"/>
            </a:pPr>
            <a:r>
              <a:rPr lang="ja-JP" altLang="en-US" b="0" u="none" dirty="0">
                <a:latin typeface="游ゴシック"/>
                <a:ea typeface="游ゴシック"/>
              </a:rPr>
              <a:t>瑕疵担保責任期間は本稼働日より１年間とします。</a:t>
            </a:r>
            <a:br>
              <a:rPr lang="en-US" altLang="ja-JP" b="0" u="none" dirty="0">
                <a:latin typeface="游ゴシック"/>
                <a:ea typeface="游ゴシック"/>
              </a:rPr>
            </a:br>
            <a:r>
              <a:rPr lang="ja-JP" altLang="en-US" b="0" u="none" dirty="0">
                <a:latin typeface="游ゴシック"/>
                <a:ea typeface="游ゴシック"/>
              </a:rPr>
              <a:t>（本稼働日より</a:t>
            </a:r>
            <a:r>
              <a:rPr lang="en-US" altLang="ja-JP" b="0" u="none" dirty="0">
                <a:latin typeface="游ゴシック"/>
                <a:ea typeface="游ゴシック"/>
              </a:rPr>
              <a:t>1</a:t>
            </a:r>
            <a:r>
              <a:rPr lang="ja-JP" altLang="en-US" b="0" u="none" dirty="0">
                <a:latin typeface="游ゴシック"/>
                <a:ea typeface="游ゴシック"/>
              </a:rPr>
              <a:t>年間に限り契約不適合責任を追及できることとします。）</a:t>
            </a:r>
            <a:endParaRPr lang="en-US" altLang="ja-JP" b="0" u="none" dirty="0">
              <a:latin typeface="游ゴシック"/>
              <a:ea typeface="游ゴシック"/>
            </a:endParaRPr>
          </a:p>
          <a:p>
            <a:pPr marL="0" indent="0">
              <a:buNone/>
            </a:pPr>
            <a:endParaRPr kumimoji="1" lang="ja-JP" altLang="en-US" b="0" u="none" dirty="0"/>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dirty="0"/>
              <a:t>2025/7/11</a:t>
            </a:r>
            <a:endParaRPr lang="en-US" dirty="0"/>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1037490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006C05C-35AE-42AE-B311-75EA963A6159}">
  <ds:schemaRefs>
    <ds:schemaRef ds:uri="http://schemas.microsoft.com/sharepoint/v3/contenttype/forms"/>
  </ds:schemaRefs>
</ds:datastoreItem>
</file>

<file path=customXml/itemProps2.xml><?xml version="1.0" encoding="utf-8"?>
<ds:datastoreItem xmlns:ds="http://schemas.openxmlformats.org/officeDocument/2006/customXml" ds:itemID="{8E8F9DE3-9ADA-40F4-B0AA-7400C3198146}">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5C4C8B0-6EB0-4725-9E86-BE2C3085FBC0}">
  <ds:schemaRefs>
    <ds:schemaRef ds:uri="http://purl.org/dc/terms/"/>
    <ds:schemaRef ds:uri="http://schemas.microsoft.com/office/infopath/2007/PartnerControls"/>
    <ds:schemaRef ds:uri="http://schemas.microsoft.com/office/2006/documentManagement/types"/>
    <ds:schemaRef ds:uri="http://purl.org/dc/elements/1.1/"/>
    <ds:schemaRef ds:uri="http://schemas.openxmlformats.org/package/2006/metadata/core-properties"/>
    <ds:schemaRef ds:uri="2fd442da-66a9-4fa6-ba31-eb0d54ad1381"/>
    <ds:schemaRef ds:uri="http://schemas.microsoft.com/office/2006/metadata/properties"/>
    <ds:schemaRef ds:uri="http://www.w3.org/XML/1998/namespace"/>
    <ds:schemaRef ds:uri="http://purl.org/dc/dcmitype/"/>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Office Theme</Template>
  <TotalTime>225</TotalTime>
  <Words>1722</Words>
  <Application>Microsoft Office PowerPoint</Application>
  <PresentationFormat>ワイド画面</PresentationFormat>
  <Paragraphs>442</Paragraphs>
  <Slides>12</Slides>
  <Notes>1</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12</vt:i4>
      </vt:variant>
    </vt:vector>
  </HeadingPairs>
  <TitlesOfParts>
    <vt:vector size="21" baseType="lpstr">
      <vt:lpstr>Meiryo UI</vt:lpstr>
      <vt:lpstr>游ゴシック</vt:lpstr>
      <vt:lpstr>游ゴシック</vt:lpstr>
      <vt:lpstr>Yu Gothic Medium</vt:lpstr>
      <vt:lpstr>游明朝</vt:lpstr>
      <vt:lpstr>Arial</vt:lpstr>
      <vt:lpstr>Calibri</vt:lpstr>
      <vt:lpstr>Wingdings</vt:lpstr>
      <vt:lpstr>Office テーマ</vt:lpstr>
      <vt:lpstr>概算御見積(第1.1版）</vt:lpstr>
      <vt:lpstr>１. プロジェクトの背景と目的</vt:lpstr>
      <vt:lpstr>２. システム構成</vt:lpstr>
      <vt:lpstr>３. 対象機能数</vt:lpstr>
      <vt:lpstr>４. スケジュール（想定）</vt:lpstr>
      <vt:lpstr>５. 体制（想定）</vt:lpstr>
      <vt:lpstr>６. 各工程での想定作業内容</vt:lpstr>
      <vt:lpstr>７. 想定している成果物</vt:lpstr>
      <vt:lpstr>８. 想定している会議体</vt:lpstr>
      <vt:lpstr>９. お見積もり（XenAPP 徳山事業所）</vt:lpstr>
      <vt:lpstr>９. 参考　概算お見積もり時（XenAPP 徳山事業所）</vt:lpstr>
      <vt:lpstr>10. お見積もり前提条件</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13</cp:revision>
  <dcterms:created xsi:type="dcterms:W3CDTF">2021-02-05T06:36:21Z</dcterms:created>
  <dcterms:modified xsi:type="dcterms:W3CDTF">2025-07-11T07:48:09Z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