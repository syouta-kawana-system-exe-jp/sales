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5"/>
  </p:notesMasterIdLst>
  <p:handoutMasterIdLst>
    <p:handoutMasterId r:id="rId16"/>
  </p:handoutMasterIdLst>
  <p:sldIdLst>
    <p:sldId id="714" r:id="rId5"/>
    <p:sldId id="757" r:id="rId6"/>
    <p:sldId id="939" r:id="rId7"/>
    <p:sldId id="765" r:id="rId8"/>
    <p:sldId id="766" r:id="rId9"/>
    <p:sldId id="930" r:id="rId10"/>
    <p:sldId id="932" r:id="rId11"/>
    <p:sldId id="923" r:id="rId12"/>
    <p:sldId id="767" r:id="rId13"/>
    <p:sldId id="74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川名翔太" userId="902a1c22-1104-4fc2-ba41-1ee47f89ed5e" providerId="ADAL" clId="{FE53E7C5-0CBE-4A69-9041-34EE6BE0D7A1}"/>
    <pc:docChg chg="modSld">
      <pc:chgData name="川名翔太" userId="902a1c22-1104-4fc2-ba41-1ee47f89ed5e" providerId="ADAL" clId="{FE53E7C5-0CBE-4A69-9041-34EE6BE0D7A1}" dt="2025-08-08T04:11:27.915" v="8" actId="20577"/>
      <pc:docMkLst>
        <pc:docMk/>
      </pc:docMkLst>
      <pc:sldChg chg="modSp mod">
        <pc:chgData name="川名翔太" userId="902a1c22-1104-4fc2-ba41-1ee47f89ed5e" providerId="ADAL" clId="{FE53E7C5-0CBE-4A69-9041-34EE6BE0D7A1}" dt="2025-08-08T04:11:27.915" v="8" actId="20577"/>
        <pc:sldMkLst>
          <pc:docMk/>
          <pc:sldMk cId="3201888243" sldId="714"/>
        </pc:sldMkLst>
        <pc:spChg chg="mod">
          <ac:chgData name="川名翔太" userId="902a1c22-1104-4fc2-ba41-1ee47f89ed5e" providerId="ADAL" clId="{FE53E7C5-0CBE-4A69-9041-34EE6BE0D7A1}" dt="2025-08-08T04:11:27.915" v="8" actId="20577"/>
          <ac:spMkLst>
            <pc:docMk/>
            <pc:sldMk cId="3201888243" sldId="714"/>
            <ac:spMk id="2" creationId="{B808C4E1-CAC4-709D-39C2-7E63198F1A78}"/>
          </ac:spMkLst>
        </pc:spChg>
        <pc:spChg chg="mod">
          <ac:chgData name="川名翔太" userId="902a1c22-1104-4fc2-ba41-1ee47f89ed5e" providerId="ADAL" clId="{FE53E7C5-0CBE-4A69-9041-34EE6BE0D7A1}" dt="2025-08-08T04:11:16.682" v="3" actId="20577"/>
          <ac:spMkLst>
            <pc:docMk/>
            <pc:sldMk cId="3201888243" sldId="714"/>
            <ac:spMk id="3" creationId="{00000000-0000-0000-0000-000000000000}"/>
          </ac:spMkLst>
        </pc:spChg>
      </pc:sldChg>
    </pc:docChg>
  </pc:docChgLst>
  <pc:docChgLst>
    <pc:chgData name="野村康二" userId="S::kouji.nomura@system-exe.jp::acaa808a-f809-4ef9-8028-a2ce14b82415" providerId="AD" clId="Web-{052674BE-8292-1D27-8F4B-916C67006FCA}"/>
    <pc:docChg chg="modSld">
      <pc:chgData name="野村康二" userId="S::kouji.nomura@system-exe.jp::acaa808a-f809-4ef9-8028-a2ce14b82415" providerId="AD" clId="Web-{052674BE-8292-1D27-8F4B-916C67006FCA}" dt="2025-06-18T04:44:36.600" v="20" actId="20577"/>
      <pc:docMkLst>
        <pc:docMk/>
      </pc:docMkLst>
      <pc:sldChg chg="modSp">
        <pc:chgData name="野村康二" userId="S::kouji.nomura@system-exe.jp::acaa808a-f809-4ef9-8028-a2ce14b82415" providerId="AD" clId="Web-{052674BE-8292-1D27-8F4B-916C67006FCA}" dt="2025-06-18T04:44:36.600" v="20" actId="20577"/>
        <pc:sldMkLst>
          <pc:docMk/>
          <pc:sldMk cId="2410374903" sldId="767"/>
        </pc:sldMkLst>
      </pc:sldChg>
      <pc:sldChg chg="modSp">
        <pc:chgData name="野村康二" userId="S::kouji.nomura@system-exe.jp::acaa808a-f809-4ef9-8028-a2ce14b82415" providerId="AD" clId="Web-{052674BE-8292-1D27-8F4B-916C67006FCA}" dt="2025-06-18T04:43:50.286" v="17" actId="20577"/>
        <pc:sldMkLst>
          <pc:docMk/>
          <pc:sldMk cId="1471803207" sldId="929"/>
        </pc:sldMkLst>
      </pc:sldChg>
      <pc:sldChg chg="delSp modSp">
        <pc:chgData name="野村康二" userId="S::kouji.nomura@system-exe.jp::acaa808a-f809-4ef9-8028-a2ce14b82415" providerId="AD" clId="Web-{052674BE-8292-1D27-8F4B-916C67006FCA}" dt="2025-06-18T04:43:32.457" v="14"/>
        <pc:sldMkLst>
          <pc:docMk/>
          <pc:sldMk cId="3261265475" sldId="932"/>
        </pc:sldMkLst>
      </pc:sldChg>
      <pc:sldChg chg="modSp">
        <pc:chgData name="野村康二" userId="S::kouji.nomura@system-exe.jp::acaa808a-f809-4ef9-8028-a2ce14b82415" providerId="AD" clId="Web-{052674BE-8292-1D27-8F4B-916C67006FCA}" dt="2025-06-18T04:43:00.784" v="4" actId="20577"/>
        <pc:sldMkLst>
          <pc:docMk/>
          <pc:sldMk cId="495271551" sldId="939"/>
        </pc:sldMkLst>
      </pc:sldChg>
    </pc:docChg>
  </pc:docChgLst>
  <pc:docChgLst>
    <pc:chgData name="野村康二" userId="S::kouji.nomura@system-exe.jp::acaa808a-f809-4ef9-8028-a2ce14b82415" providerId="AD" clId="Web-{EBFC62BB-5855-2397-51C7-5301BC705507}"/>
    <pc:docChg chg="modSld">
      <pc:chgData name="野村康二" userId="S::kouji.nomura@system-exe.jp::acaa808a-f809-4ef9-8028-a2ce14b82415" providerId="AD" clId="Web-{EBFC62BB-5855-2397-51C7-5301BC705507}" dt="2025-06-18T04:38:27.580" v="30" actId="20577"/>
      <pc:docMkLst>
        <pc:docMk/>
      </pc:docMkLst>
      <pc:sldChg chg="modSp">
        <pc:chgData name="野村康二" userId="S::kouji.nomura@system-exe.jp::acaa808a-f809-4ef9-8028-a2ce14b82415" providerId="AD" clId="Web-{EBFC62BB-5855-2397-51C7-5301BC705507}" dt="2025-06-18T04:38:27.580" v="30" actId="20577"/>
        <pc:sldMkLst>
          <pc:docMk/>
          <pc:sldMk cId="1851614100" sldId="930"/>
        </pc:sldMkLst>
      </pc:sldChg>
      <pc:sldChg chg="modSp">
        <pc:chgData name="野村康二" userId="S::kouji.nomura@system-exe.jp::acaa808a-f809-4ef9-8028-a2ce14b82415" providerId="AD" clId="Web-{EBFC62BB-5855-2397-51C7-5301BC705507}" dt="2025-06-18T04:29:30.379" v="23" actId="20577"/>
        <pc:sldMkLst>
          <pc:docMk/>
          <pc:sldMk cId="495271551" sldId="939"/>
        </pc:sldMkLst>
      </pc:sldChg>
      <pc:sldChg chg="modSp">
        <pc:chgData name="野村康二" userId="S::kouji.nomura@system-exe.jp::acaa808a-f809-4ef9-8028-a2ce14b82415" providerId="AD" clId="Web-{EBFC62BB-5855-2397-51C7-5301BC705507}" dt="2025-06-18T04:25:01.450" v="17"/>
        <pc:sldMkLst>
          <pc:docMk/>
          <pc:sldMk cId="4036987457" sldId="943"/>
        </pc:sldMkLst>
      </pc:sldChg>
    </pc:docChg>
  </pc:docChgLst>
  <pc:docChgLst>
    <pc:chgData name="石井徹" userId="bd567184-c19d-4717-9194-a1e548d2dddf" providerId="ADAL" clId="{F6C8B86E-AFFA-44AD-A502-27246546595A}"/>
    <pc:docChg chg="custSel modSld">
      <pc:chgData name="石井徹" userId="bd567184-c19d-4717-9194-a1e548d2dddf" providerId="ADAL" clId="{F6C8B86E-AFFA-44AD-A502-27246546595A}" dt="2025-06-19T04:41:35.502" v="1" actId="27636"/>
      <pc:docMkLst>
        <pc:docMk/>
      </pc:docMkLst>
      <pc:sldChg chg="modSp mod">
        <pc:chgData name="石井徹" userId="bd567184-c19d-4717-9194-a1e548d2dddf" providerId="ADAL" clId="{F6C8B86E-AFFA-44AD-A502-27246546595A}" dt="2025-06-19T04:41:35.502" v="1" actId="27636"/>
        <pc:sldMkLst>
          <pc:docMk/>
          <pc:sldMk cId="2410374903" sldId="767"/>
        </pc:sldMkLst>
      </pc:sldChg>
    </pc:docChg>
  </pc:docChgLst>
  <pc:docChgLst>
    <pc:chgData name="野村康二" userId="S::kouji.nomura@system-exe.jp::acaa808a-f809-4ef9-8028-a2ce14b82415" providerId="AD" clId="Web-{1A405461-596D-B3AE-9C2E-5CF125B3B781}"/>
    <pc:docChg chg="modSld">
      <pc:chgData name="野村康二" userId="S::kouji.nomura@system-exe.jp::acaa808a-f809-4ef9-8028-a2ce14b82415" providerId="AD" clId="Web-{1A405461-596D-B3AE-9C2E-5CF125B3B781}" dt="2025-06-19T04:27:02.359" v="3" actId="20577"/>
      <pc:docMkLst>
        <pc:docMk/>
      </pc:docMkLst>
      <pc:sldChg chg="modSp">
        <pc:chgData name="野村康二" userId="S::kouji.nomura@system-exe.jp::acaa808a-f809-4ef9-8028-a2ce14b82415" providerId="AD" clId="Web-{1A405461-596D-B3AE-9C2E-5CF125B3B781}" dt="2025-06-19T04:27:02.359" v="3" actId="20577"/>
        <pc:sldMkLst>
          <pc:docMk/>
          <pc:sldMk cId="1851614100" sldId="930"/>
        </pc:sldMkLst>
      </pc:sldChg>
    </pc:docChg>
  </pc:docChgLst>
  <pc:docChgLst>
    <pc:chgData name="野村康二" userId="S::kouji.nomura@system-exe.jp::acaa808a-f809-4ef9-8028-a2ce14b82415" providerId="AD" clId="Web-{89A7381F-AD42-FB9B-D689-20E04CB6AA74}"/>
    <pc:docChg chg="modSld modMainMaster">
      <pc:chgData name="野村康二" userId="S::kouji.nomura@system-exe.jp::acaa808a-f809-4ef9-8028-a2ce14b82415" providerId="AD" clId="Web-{89A7381F-AD42-FB9B-D689-20E04CB6AA74}" dt="2025-06-16T09:03:16.367" v="44"/>
      <pc:docMkLst>
        <pc:docMk/>
      </pc:docMkLst>
      <pc:sldChg chg="addSp modSp">
        <pc:chgData name="野村康二" userId="S::kouji.nomura@system-exe.jp::acaa808a-f809-4ef9-8028-a2ce14b82415" providerId="AD" clId="Web-{89A7381F-AD42-FB9B-D689-20E04CB6AA74}" dt="2025-06-16T09:03:11.133" v="41"/>
        <pc:sldMkLst>
          <pc:docMk/>
          <pc:sldMk cId="3201888243" sldId="714"/>
        </pc:sldMkLst>
      </pc:sldChg>
      <pc:sldChg chg="modSp">
        <pc:chgData name="野村康二" userId="S::kouji.nomura@system-exe.jp::acaa808a-f809-4ef9-8028-a2ce14b82415" providerId="AD" clId="Web-{89A7381F-AD42-FB9B-D689-20E04CB6AA74}" dt="2025-06-16T09:03:11.133" v="41"/>
        <pc:sldMkLst>
          <pc:docMk/>
          <pc:sldMk cId="3325638293" sldId="749"/>
        </pc:sldMkLst>
      </pc:sldChg>
      <pc:sldChg chg="modSp">
        <pc:chgData name="野村康二" userId="S::kouji.nomura@system-exe.jp::acaa808a-f809-4ef9-8028-a2ce14b82415" providerId="AD" clId="Web-{89A7381F-AD42-FB9B-D689-20E04CB6AA74}" dt="2025-06-16T09:03:06.320" v="40"/>
        <pc:sldMkLst>
          <pc:docMk/>
          <pc:sldMk cId="3773316736" sldId="756"/>
        </pc:sldMkLst>
      </pc:sldChg>
      <pc:sldChg chg="modSp">
        <pc:chgData name="野村康二" userId="S::kouji.nomura@system-exe.jp::acaa808a-f809-4ef9-8028-a2ce14b82415" providerId="AD" clId="Web-{89A7381F-AD42-FB9B-D689-20E04CB6AA74}" dt="2025-06-16T09:03:11.133" v="41"/>
        <pc:sldMkLst>
          <pc:docMk/>
          <pc:sldMk cId="3660799615" sldId="757"/>
        </pc:sldMkLst>
      </pc:sldChg>
      <pc:sldChg chg="modSp">
        <pc:chgData name="野村康二" userId="S::kouji.nomura@system-exe.jp::acaa808a-f809-4ef9-8028-a2ce14b82415" providerId="AD" clId="Web-{89A7381F-AD42-FB9B-D689-20E04CB6AA74}" dt="2025-06-16T09:03:11.133" v="41"/>
        <pc:sldMkLst>
          <pc:docMk/>
          <pc:sldMk cId="1395438993" sldId="765"/>
        </pc:sldMkLst>
      </pc:sldChg>
      <pc:sldChg chg="modSp">
        <pc:chgData name="野村康二" userId="S::kouji.nomura@system-exe.jp::acaa808a-f809-4ef9-8028-a2ce14b82415" providerId="AD" clId="Web-{89A7381F-AD42-FB9B-D689-20E04CB6AA74}" dt="2025-06-16T09:03:11.133" v="41"/>
        <pc:sldMkLst>
          <pc:docMk/>
          <pc:sldMk cId="3560606343" sldId="766"/>
        </pc:sldMkLst>
      </pc:sldChg>
      <pc:sldChg chg="modSp">
        <pc:chgData name="野村康二" userId="S::kouji.nomura@system-exe.jp::acaa808a-f809-4ef9-8028-a2ce14b82415" providerId="AD" clId="Web-{89A7381F-AD42-FB9B-D689-20E04CB6AA74}" dt="2025-06-16T09:03:11.133" v="41"/>
        <pc:sldMkLst>
          <pc:docMk/>
          <pc:sldMk cId="2410374903" sldId="767"/>
        </pc:sldMkLst>
      </pc:sldChg>
      <pc:sldChg chg="modSp">
        <pc:chgData name="野村康二" userId="S::kouji.nomura@system-exe.jp::acaa808a-f809-4ef9-8028-a2ce14b82415" providerId="AD" clId="Web-{89A7381F-AD42-FB9B-D689-20E04CB6AA74}" dt="2025-06-16T09:03:11.133" v="41"/>
        <pc:sldMkLst>
          <pc:docMk/>
          <pc:sldMk cId="2453405637" sldId="923"/>
        </pc:sldMkLst>
      </pc:sldChg>
      <pc:sldChg chg="modSp">
        <pc:chgData name="野村康二" userId="S::kouji.nomura@system-exe.jp::acaa808a-f809-4ef9-8028-a2ce14b82415" providerId="AD" clId="Web-{89A7381F-AD42-FB9B-D689-20E04CB6AA74}" dt="2025-06-16T09:03:11.133" v="41"/>
        <pc:sldMkLst>
          <pc:docMk/>
          <pc:sldMk cId="1471803207" sldId="929"/>
        </pc:sldMkLst>
      </pc:sldChg>
      <pc:sldChg chg="modSp">
        <pc:chgData name="野村康二" userId="S::kouji.nomura@system-exe.jp::acaa808a-f809-4ef9-8028-a2ce14b82415" providerId="AD" clId="Web-{89A7381F-AD42-FB9B-D689-20E04CB6AA74}" dt="2025-06-16T09:03:11.133" v="41"/>
        <pc:sldMkLst>
          <pc:docMk/>
          <pc:sldMk cId="1851614100" sldId="930"/>
        </pc:sldMkLst>
      </pc:sldChg>
      <pc:sldChg chg="addSp modSp">
        <pc:chgData name="野村康二" userId="S::kouji.nomura@system-exe.jp::acaa808a-f809-4ef9-8028-a2ce14b82415" providerId="AD" clId="Web-{89A7381F-AD42-FB9B-D689-20E04CB6AA74}" dt="2025-06-16T09:03:11.133" v="41"/>
        <pc:sldMkLst>
          <pc:docMk/>
          <pc:sldMk cId="3261265475" sldId="932"/>
        </pc:sldMkLst>
      </pc:sldChg>
      <pc:sldChg chg="addSp modSp">
        <pc:chgData name="野村康二" userId="S::kouji.nomura@system-exe.jp::acaa808a-f809-4ef9-8028-a2ce14b82415" providerId="AD" clId="Web-{89A7381F-AD42-FB9B-D689-20E04CB6AA74}" dt="2025-06-16T09:03:11.133" v="41"/>
        <pc:sldMkLst>
          <pc:docMk/>
          <pc:sldMk cId="8076422" sldId="934"/>
        </pc:sldMkLst>
      </pc:sldChg>
      <pc:sldChg chg="addSp modSp">
        <pc:chgData name="野村康二" userId="S::kouji.nomura@system-exe.jp::acaa808a-f809-4ef9-8028-a2ce14b82415" providerId="AD" clId="Web-{89A7381F-AD42-FB9B-D689-20E04CB6AA74}" dt="2025-06-16T09:03:11.133" v="41"/>
        <pc:sldMkLst>
          <pc:docMk/>
          <pc:sldMk cId="525159286" sldId="935"/>
        </pc:sldMkLst>
      </pc:sldChg>
      <pc:sldChg chg="addSp modSp">
        <pc:chgData name="野村康二" userId="S::kouji.nomura@system-exe.jp::acaa808a-f809-4ef9-8028-a2ce14b82415" providerId="AD" clId="Web-{89A7381F-AD42-FB9B-D689-20E04CB6AA74}" dt="2025-06-16T09:03:11.133" v="41"/>
        <pc:sldMkLst>
          <pc:docMk/>
          <pc:sldMk cId="1589412292" sldId="936"/>
        </pc:sldMkLst>
      </pc:sldChg>
      <pc:sldChg chg="modSp mod modShow">
        <pc:chgData name="野村康二" userId="S::kouji.nomura@system-exe.jp::acaa808a-f809-4ef9-8028-a2ce14b82415" providerId="AD" clId="Web-{89A7381F-AD42-FB9B-D689-20E04CB6AA74}" dt="2025-06-16T09:03:11.133" v="41"/>
        <pc:sldMkLst>
          <pc:docMk/>
          <pc:sldMk cId="1440214791" sldId="937"/>
        </pc:sldMkLst>
      </pc:sldChg>
      <pc:sldMasterChg chg="modSp mod modSldLayout">
        <pc:chgData name="野村康二" userId="S::kouji.nomura@system-exe.jp::acaa808a-f809-4ef9-8028-a2ce14b82415" providerId="AD" clId="Web-{89A7381F-AD42-FB9B-D689-20E04CB6AA74}" dt="2025-06-16T09:03:16.367" v="44"/>
        <pc:sldMasterMkLst>
          <pc:docMk/>
          <pc:sldMasterMk cId="428617888" sldId="2147483770"/>
        </pc:sldMasterMkLst>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009772322" sldId="214748375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92455557" sldId="214748377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077788738" sldId="214748377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256518594" sldId="214748378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88321043" sldId="2147483797"/>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66285894" sldId="2147483798"/>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56154140" sldId="2147483799"/>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46036308" sldId="2147483800"/>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31486092" sldId="2147483801"/>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28327026" sldId="214748380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974318002" sldId="2147483803"/>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013026471" sldId="2147483804"/>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37540560" sldId="2147483805"/>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296515059" sldId="2147483806"/>
          </pc:sldLayoutMkLst>
        </pc:sldLayoutChg>
      </pc:sldMasterChg>
    </pc:docChg>
  </pc:docChgLst>
  <pc:docChgLst>
    <pc:chgData name="髙浦祐朗" userId="d6d860fe-bc64-411b-9605-a16d1ba875f6" providerId="ADAL" clId="{8F29F257-9B52-41CB-B928-6F12E21432E0}"/>
    <pc:docChg chg="undo custSel modSld">
      <pc:chgData name="髙浦祐朗" userId="d6d860fe-bc64-411b-9605-a16d1ba875f6" providerId="ADAL" clId="{8F29F257-9B52-41CB-B928-6F12E21432E0}" dt="2025-07-11T01:22:29.438" v="346"/>
      <pc:docMkLst>
        <pc:docMk/>
      </pc:docMkLst>
      <pc:sldChg chg="modSp mod">
        <pc:chgData name="髙浦祐朗" userId="d6d860fe-bc64-411b-9605-a16d1ba875f6" providerId="ADAL" clId="{8F29F257-9B52-41CB-B928-6F12E21432E0}" dt="2025-07-11T01:17:58.192" v="222"/>
        <pc:sldMkLst>
          <pc:docMk/>
          <pc:sldMk cId="3660799615" sldId="757"/>
        </pc:sldMkLst>
        <pc:spChg chg="mod">
          <ac:chgData name="髙浦祐朗" userId="d6d860fe-bc64-411b-9605-a16d1ba875f6" providerId="ADAL" clId="{8F29F257-9B52-41CB-B928-6F12E21432E0}" dt="2025-07-11T01:17:58.192" v="222"/>
          <ac:spMkLst>
            <pc:docMk/>
            <pc:sldMk cId="3660799615" sldId="757"/>
            <ac:spMk id="5" creationId="{DDA0903F-BB0E-DF11-6A92-90C8A835A221}"/>
          </ac:spMkLst>
        </pc:spChg>
      </pc:sldChg>
      <pc:sldChg chg="modSp mod">
        <pc:chgData name="髙浦祐朗" userId="d6d860fe-bc64-411b-9605-a16d1ba875f6" providerId="ADAL" clId="{8F29F257-9B52-41CB-B928-6F12E21432E0}" dt="2025-07-11T01:20:57.056" v="280"/>
        <pc:sldMkLst>
          <pc:docMk/>
          <pc:sldMk cId="1395438993" sldId="765"/>
        </pc:sldMkLst>
        <pc:graphicFrameChg chg="mod modGraphic">
          <ac:chgData name="髙浦祐朗" userId="d6d860fe-bc64-411b-9605-a16d1ba875f6" providerId="ADAL" clId="{8F29F257-9B52-41CB-B928-6F12E21432E0}" dt="2025-07-11T01:20:57.056" v="280"/>
          <ac:graphicFrameMkLst>
            <pc:docMk/>
            <pc:sldMk cId="1395438993" sldId="765"/>
            <ac:graphicFrameMk id="7" creationId="{2864E947-18B0-4839-AED3-D416F628DDF0}"/>
          </ac:graphicFrameMkLst>
        </pc:graphicFrameChg>
      </pc:sldChg>
      <pc:sldChg chg="modSp mod">
        <pc:chgData name="髙浦祐朗" userId="d6d860fe-bc64-411b-9605-a16d1ba875f6" providerId="ADAL" clId="{8F29F257-9B52-41CB-B928-6F12E21432E0}" dt="2025-07-11T01:21:00.711" v="282"/>
        <pc:sldMkLst>
          <pc:docMk/>
          <pc:sldMk cId="3560606343" sldId="766"/>
        </pc:sldMkLst>
        <pc:graphicFrameChg chg="mod modGraphic">
          <ac:chgData name="髙浦祐朗" userId="d6d860fe-bc64-411b-9605-a16d1ba875f6" providerId="ADAL" clId="{8F29F257-9B52-41CB-B928-6F12E21432E0}" dt="2025-07-11T01:21:00.711" v="282"/>
          <ac:graphicFrameMkLst>
            <pc:docMk/>
            <pc:sldMk cId="3560606343" sldId="766"/>
            <ac:graphicFrameMk id="9" creationId="{2864E947-18B0-4839-AED3-D416F628DDF0}"/>
          </ac:graphicFrameMkLst>
        </pc:graphicFrameChg>
      </pc:sldChg>
      <pc:sldChg chg="modSp mod">
        <pc:chgData name="髙浦祐朗" userId="d6d860fe-bc64-411b-9605-a16d1ba875f6" providerId="ADAL" clId="{8F29F257-9B52-41CB-B928-6F12E21432E0}" dt="2025-07-11T01:13:16.772" v="216"/>
        <pc:sldMkLst>
          <pc:docMk/>
          <pc:sldMk cId="2410374903" sldId="767"/>
        </pc:sldMkLst>
        <pc:spChg chg="mod">
          <ac:chgData name="髙浦祐朗" userId="d6d860fe-bc64-411b-9605-a16d1ba875f6" providerId="ADAL" clId="{8F29F257-9B52-41CB-B928-6F12E21432E0}" dt="2025-07-11T01:13:16.772" v="216"/>
          <ac:spMkLst>
            <pc:docMk/>
            <pc:sldMk cId="2410374903" sldId="767"/>
            <ac:spMk id="5" creationId="{97E6FBE8-190C-40F0-AA01-14695A77D734}"/>
          </ac:spMkLst>
        </pc:spChg>
      </pc:sldChg>
      <pc:sldChg chg="modSp mod">
        <pc:chgData name="髙浦祐朗" userId="d6d860fe-bc64-411b-9605-a16d1ba875f6" providerId="ADAL" clId="{8F29F257-9B52-41CB-B928-6F12E21432E0}" dt="2025-07-11T01:22:18.765" v="344" actId="798"/>
        <pc:sldMkLst>
          <pc:docMk/>
          <pc:sldMk cId="2453405637" sldId="923"/>
        </pc:sldMkLst>
        <pc:graphicFrameChg chg="mod modGraphic">
          <ac:chgData name="髙浦祐朗" userId="d6d860fe-bc64-411b-9605-a16d1ba875f6" providerId="ADAL" clId="{8F29F257-9B52-41CB-B928-6F12E21432E0}" dt="2025-07-11T01:22:18.765" v="344" actId="798"/>
          <ac:graphicFrameMkLst>
            <pc:docMk/>
            <pc:sldMk cId="2453405637" sldId="923"/>
            <ac:graphicFrameMk id="9" creationId="{BBA8B256-12B2-6E8C-50F9-31564ECC0266}"/>
          </ac:graphicFrameMkLst>
        </pc:graphicFrameChg>
      </pc:sldChg>
      <pc:sldChg chg="modSp mod">
        <pc:chgData name="髙浦祐朗" userId="d6d860fe-bc64-411b-9605-a16d1ba875f6" providerId="ADAL" clId="{8F29F257-9B52-41CB-B928-6F12E21432E0}" dt="2025-07-11T01:22:29.438" v="346"/>
        <pc:sldMkLst>
          <pc:docMk/>
          <pc:sldMk cId="1851614100" sldId="930"/>
        </pc:sldMkLst>
        <pc:spChg chg="mod">
          <ac:chgData name="髙浦祐朗" userId="d6d860fe-bc64-411b-9605-a16d1ba875f6" providerId="ADAL" clId="{8F29F257-9B52-41CB-B928-6F12E21432E0}" dt="2025-07-11T01:22:29.438" v="346"/>
          <ac:spMkLst>
            <pc:docMk/>
            <pc:sldMk cId="1851614100" sldId="930"/>
            <ac:spMk id="20" creationId="{A221841D-DBE2-150B-1D11-DA688BFC1AE2}"/>
          </ac:spMkLst>
        </pc:spChg>
      </pc:sldChg>
      <pc:sldChg chg="modSp mod">
        <pc:chgData name="髙浦祐朗" userId="d6d860fe-bc64-411b-9605-a16d1ba875f6" providerId="ADAL" clId="{8F29F257-9B52-41CB-B928-6F12E21432E0}" dt="2025-07-11T01:21:45.752" v="342" actId="1076"/>
        <pc:sldMkLst>
          <pc:docMk/>
          <pc:sldMk cId="3261265475" sldId="932"/>
        </pc:sldMkLst>
        <pc:spChg chg="mod">
          <ac:chgData name="髙浦祐朗" userId="d6d860fe-bc64-411b-9605-a16d1ba875f6" providerId="ADAL" clId="{8F29F257-9B52-41CB-B928-6F12E21432E0}" dt="2025-07-11T01:21:24.288" v="310" actId="1036"/>
          <ac:spMkLst>
            <pc:docMk/>
            <pc:sldMk cId="3261265475" sldId="932"/>
            <ac:spMk id="4" creationId="{A1B67386-AD83-3967-5D45-C866A13904CF}"/>
          </ac:spMkLst>
        </pc:spChg>
        <pc:spChg chg="mod">
          <ac:chgData name="髙浦祐朗" userId="d6d860fe-bc64-411b-9605-a16d1ba875f6" providerId="ADAL" clId="{8F29F257-9B52-41CB-B928-6F12E21432E0}" dt="2025-07-11T01:21:24.288" v="310" actId="1036"/>
          <ac:spMkLst>
            <pc:docMk/>
            <pc:sldMk cId="3261265475" sldId="932"/>
            <ac:spMk id="7" creationId="{8969BC41-4F95-468B-E1B4-4B9034915CB9}"/>
          </ac:spMkLst>
        </pc:spChg>
        <pc:spChg chg="mod">
          <ac:chgData name="髙浦祐朗" userId="d6d860fe-bc64-411b-9605-a16d1ba875f6" providerId="ADAL" clId="{8F29F257-9B52-41CB-B928-6F12E21432E0}" dt="2025-07-11T01:21:24.288" v="310" actId="1036"/>
          <ac:spMkLst>
            <pc:docMk/>
            <pc:sldMk cId="3261265475" sldId="932"/>
            <ac:spMk id="8" creationId="{9508B268-9D3E-E5C9-9EEE-0E5443FDAF01}"/>
          </ac:spMkLst>
        </pc:spChg>
        <pc:spChg chg="mod">
          <ac:chgData name="髙浦祐朗" userId="d6d860fe-bc64-411b-9605-a16d1ba875f6" providerId="ADAL" clId="{8F29F257-9B52-41CB-B928-6F12E21432E0}" dt="2025-07-11T01:21:24.288" v="310" actId="1036"/>
          <ac:spMkLst>
            <pc:docMk/>
            <pc:sldMk cId="3261265475" sldId="932"/>
            <ac:spMk id="9" creationId="{96EB1D0F-0723-7545-46A5-B8284B713DA6}"/>
          </ac:spMkLst>
        </pc:spChg>
        <pc:spChg chg="mod">
          <ac:chgData name="髙浦祐朗" userId="d6d860fe-bc64-411b-9605-a16d1ba875f6" providerId="ADAL" clId="{8F29F257-9B52-41CB-B928-6F12E21432E0}" dt="2025-07-11T01:21:45.752" v="342" actId="1076"/>
          <ac:spMkLst>
            <pc:docMk/>
            <pc:sldMk cId="3261265475" sldId="932"/>
            <ac:spMk id="15" creationId="{B34FFB96-E484-9F37-F5DF-229E630E5232}"/>
          </ac:spMkLst>
        </pc:spChg>
        <pc:spChg chg="mod">
          <ac:chgData name="髙浦祐朗" userId="d6d860fe-bc64-411b-9605-a16d1ba875f6" providerId="ADAL" clId="{8F29F257-9B52-41CB-B928-6F12E21432E0}" dt="2025-07-11T01:21:36.750" v="341" actId="1076"/>
          <ac:spMkLst>
            <pc:docMk/>
            <pc:sldMk cId="3261265475" sldId="932"/>
            <ac:spMk id="16" creationId="{5C58B4E0-435A-97E7-B757-B0DE17C1F398}"/>
          </ac:spMkLst>
        </pc:spChg>
        <pc:spChg chg="mod">
          <ac:chgData name="髙浦祐朗" userId="d6d860fe-bc64-411b-9605-a16d1ba875f6" providerId="ADAL" clId="{8F29F257-9B52-41CB-B928-6F12E21432E0}" dt="2025-07-11T01:21:24.288" v="310" actId="1036"/>
          <ac:spMkLst>
            <pc:docMk/>
            <pc:sldMk cId="3261265475" sldId="932"/>
            <ac:spMk id="20" creationId="{F552483D-B47E-4672-AAB8-B1378D36B674}"/>
          </ac:spMkLst>
        </pc:spChg>
        <pc:spChg chg="mod">
          <ac:chgData name="髙浦祐朗" userId="d6d860fe-bc64-411b-9605-a16d1ba875f6" providerId="ADAL" clId="{8F29F257-9B52-41CB-B928-6F12E21432E0}" dt="2025-07-11T01:21:24.288" v="310" actId="1036"/>
          <ac:spMkLst>
            <pc:docMk/>
            <pc:sldMk cId="3261265475" sldId="932"/>
            <ac:spMk id="21" creationId="{D288673B-1B1E-4C6E-BA69-E5F1FEDB27ED}"/>
          </ac:spMkLst>
        </pc:spChg>
        <pc:spChg chg="mod">
          <ac:chgData name="髙浦祐朗" userId="d6d860fe-bc64-411b-9605-a16d1ba875f6" providerId="ADAL" clId="{8F29F257-9B52-41CB-B928-6F12E21432E0}" dt="2025-07-11T01:21:24.288" v="310" actId="1036"/>
          <ac:spMkLst>
            <pc:docMk/>
            <pc:sldMk cId="3261265475" sldId="932"/>
            <ac:spMk id="22" creationId="{BF31360D-FAB3-4C87-B7AB-B502DDFDA9EC}"/>
          </ac:spMkLst>
        </pc:spChg>
        <pc:spChg chg="mod">
          <ac:chgData name="髙浦祐朗" userId="d6d860fe-bc64-411b-9605-a16d1ba875f6" providerId="ADAL" clId="{8F29F257-9B52-41CB-B928-6F12E21432E0}" dt="2025-07-11T01:21:24.288" v="310" actId="1036"/>
          <ac:spMkLst>
            <pc:docMk/>
            <pc:sldMk cId="3261265475" sldId="932"/>
            <ac:spMk id="24" creationId="{D2FFFA7C-8485-4FB5-B3FC-30EC4188DB9D}"/>
          </ac:spMkLst>
        </pc:spChg>
        <pc:graphicFrameChg chg="mod">
          <ac:chgData name="髙浦祐朗" userId="d6d860fe-bc64-411b-9605-a16d1ba875f6" providerId="ADAL" clId="{8F29F257-9B52-41CB-B928-6F12E21432E0}" dt="2025-07-11T01:21:24.288" v="310" actId="1036"/>
          <ac:graphicFrameMkLst>
            <pc:docMk/>
            <pc:sldMk cId="3261265475" sldId="932"/>
            <ac:graphicFrameMk id="10" creationId="{1B9651D0-1C8B-452E-8B2F-91E497A82D84}"/>
          </ac:graphicFrameMkLst>
        </pc:graphicFrameChg>
      </pc:sldChg>
    </pc:docChg>
  </pc:docChgLst>
  <pc:docChgLst>
    <pc:chgData name="康二 野村" userId="acaa808a-f809-4ef9-8028-a2ce14b82415" providerId="ADAL" clId="{2788F80A-9C8F-4080-8DF0-58F209B3635D}"/>
    <pc:docChg chg="undo custSel addSld delSld modSld sldOrd modMainMaster">
      <pc:chgData name="康二 野村" userId="acaa808a-f809-4ef9-8028-a2ce14b82415" providerId="ADAL" clId="{2788F80A-9C8F-4080-8DF0-58F209B3635D}" dt="2025-06-16T09:53:42.054" v="575" actId="20577"/>
      <pc:docMkLst>
        <pc:docMk/>
      </pc:docMkLst>
      <pc:sldChg chg="addSp modSp">
        <pc:chgData name="康二 野村" userId="acaa808a-f809-4ef9-8028-a2ce14b82415" providerId="ADAL" clId="{2788F80A-9C8F-4080-8DF0-58F209B3635D}" dt="2025-06-16T09:53:42.054" v="575" actId="20577"/>
        <pc:sldMkLst>
          <pc:docMk/>
          <pc:sldMk cId="3201888243" sldId="714"/>
        </pc:sldMkLst>
      </pc:sldChg>
      <pc:sldChg chg="addSp modSp">
        <pc:chgData name="康二 野村" userId="acaa808a-f809-4ef9-8028-a2ce14b82415" providerId="ADAL" clId="{2788F80A-9C8F-4080-8DF0-58F209B3635D}" dt="2025-06-16T09:12:31.019" v="11"/>
        <pc:sldMkLst>
          <pc:docMk/>
          <pc:sldMk cId="3325638293" sldId="749"/>
        </pc:sldMkLst>
      </pc:sldChg>
      <pc:sldChg chg="addSp modSp del">
        <pc:chgData name="康二 野村" userId="acaa808a-f809-4ef9-8028-a2ce14b82415" providerId="ADAL" clId="{2788F80A-9C8F-4080-8DF0-58F209B3635D}" dt="2025-06-16T09:46:25.590" v="352" actId="2696"/>
        <pc:sldMkLst>
          <pc:docMk/>
          <pc:sldMk cId="3773316736" sldId="756"/>
        </pc:sldMkLst>
      </pc:sldChg>
      <pc:sldChg chg="addSp modSp">
        <pc:chgData name="康二 野村" userId="acaa808a-f809-4ef9-8028-a2ce14b82415" providerId="ADAL" clId="{2788F80A-9C8F-4080-8DF0-58F209B3635D}" dt="2025-06-16T09:47:22.262" v="359" actId="6549"/>
        <pc:sldMkLst>
          <pc:docMk/>
          <pc:sldMk cId="3660799615" sldId="757"/>
        </pc:sldMkLst>
      </pc:sldChg>
      <pc:sldChg chg="addSp modSp">
        <pc:chgData name="康二 野村" userId="acaa808a-f809-4ef9-8028-a2ce14b82415" providerId="ADAL" clId="{2788F80A-9C8F-4080-8DF0-58F209B3635D}" dt="2025-06-16T09:12:31.019" v="11"/>
        <pc:sldMkLst>
          <pc:docMk/>
          <pc:sldMk cId="1395438993" sldId="765"/>
        </pc:sldMkLst>
      </pc:sldChg>
      <pc:sldChg chg="addSp modSp">
        <pc:chgData name="康二 野村" userId="acaa808a-f809-4ef9-8028-a2ce14b82415" providerId="ADAL" clId="{2788F80A-9C8F-4080-8DF0-58F209B3635D}" dt="2025-06-16T09:12:31.019" v="11"/>
        <pc:sldMkLst>
          <pc:docMk/>
          <pc:sldMk cId="3560606343" sldId="766"/>
        </pc:sldMkLst>
      </pc:sldChg>
      <pc:sldChg chg="addSp modSp">
        <pc:chgData name="康二 野村" userId="acaa808a-f809-4ef9-8028-a2ce14b82415" providerId="ADAL" clId="{2788F80A-9C8F-4080-8DF0-58F209B3635D}" dt="2025-06-16T09:53:09.051" v="560" actId="20577"/>
        <pc:sldMkLst>
          <pc:docMk/>
          <pc:sldMk cId="2410374903" sldId="767"/>
        </pc:sldMkLst>
      </pc:sldChg>
      <pc:sldChg chg="addSp modSp">
        <pc:chgData name="康二 野村" userId="acaa808a-f809-4ef9-8028-a2ce14b82415" providerId="ADAL" clId="{2788F80A-9C8F-4080-8DF0-58F209B3635D}" dt="2025-06-16T09:52:56.651" v="555" actId="20577"/>
        <pc:sldMkLst>
          <pc:docMk/>
          <pc:sldMk cId="2453405637" sldId="923"/>
        </pc:sldMkLst>
      </pc:sldChg>
      <pc:sldChg chg="addSp modSp">
        <pc:chgData name="康二 野村" userId="acaa808a-f809-4ef9-8028-a2ce14b82415" providerId="ADAL" clId="{2788F80A-9C8F-4080-8DF0-58F209B3635D}" dt="2025-06-16T09:53:00.630" v="557" actId="20577"/>
        <pc:sldMkLst>
          <pc:docMk/>
          <pc:sldMk cId="1471803207" sldId="929"/>
        </pc:sldMkLst>
      </pc:sldChg>
      <pc:sldChg chg="addSp modSp">
        <pc:chgData name="康二 野村" userId="acaa808a-f809-4ef9-8028-a2ce14b82415" providerId="ADAL" clId="{2788F80A-9C8F-4080-8DF0-58F209B3635D}" dt="2025-06-16T09:12:31.019" v="11"/>
        <pc:sldMkLst>
          <pc:docMk/>
          <pc:sldMk cId="1851614100" sldId="930"/>
        </pc:sldMkLst>
      </pc:sldChg>
      <pc:sldChg chg="addSp modSp">
        <pc:chgData name="康二 野村" userId="acaa808a-f809-4ef9-8028-a2ce14b82415" providerId="ADAL" clId="{2788F80A-9C8F-4080-8DF0-58F209B3635D}" dt="2025-06-16T09:12:31.019" v="11"/>
        <pc:sldMkLst>
          <pc:docMk/>
          <pc:sldMk cId="3261265475" sldId="932"/>
        </pc:sldMkLst>
      </pc:sldChg>
      <pc:sldChg chg="addSp modSp">
        <pc:chgData name="康二 野村" userId="acaa808a-f809-4ef9-8028-a2ce14b82415" providerId="ADAL" clId="{2788F80A-9C8F-4080-8DF0-58F209B3635D}" dt="2025-06-16T09:12:31.019" v="11"/>
        <pc:sldMkLst>
          <pc:docMk/>
          <pc:sldMk cId="8076422" sldId="934"/>
        </pc:sldMkLst>
      </pc:sldChg>
      <pc:sldChg chg="addSp modSp">
        <pc:chgData name="康二 野村" userId="acaa808a-f809-4ef9-8028-a2ce14b82415" providerId="ADAL" clId="{2788F80A-9C8F-4080-8DF0-58F209B3635D}" dt="2025-06-16T09:12:31.019" v="11"/>
        <pc:sldMkLst>
          <pc:docMk/>
          <pc:sldMk cId="525159286" sldId="935"/>
        </pc:sldMkLst>
      </pc:sldChg>
      <pc:sldChg chg="addSp modSp">
        <pc:chgData name="康二 野村" userId="acaa808a-f809-4ef9-8028-a2ce14b82415" providerId="ADAL" clId="{2788F80A-9C8F-4080-8DF0-58F209B3635D}" dt="2025-06-16T09:12:31.019" v="11"/>
        <pc:sldMkLst>
          <pc:docMk/>
          <pc:sldMk cId="1589412292" sldId="936"/>
        </pc:sldMkLst>
      </pc:sldChg>
      <pc:sldChg chg="addSp modSp">
        <pc:chgData name="康二 野村" userId="acaa808a-f809-4ef9-8028-a2ce14b82415" providerId="ADAL" clId="{2788F80A-9C8F-4080-8DF0-58F209B3635D}" dt="2025-06-16T09:12:31.019" v="11"/>
        <pc:sldMkLst>
          <pc:docMk/>
          <pc:sldMk cId="1440214791" sldId="937"/>
        </pc:sldMkLst>
      </pc:sldChg>
      <pc:sldChg chg="modSp add del">
        <pc:chgData name="康二 野村" userId="acaa808a-f809-4ef9-8028-a2ce14b82415" providerId="ADAL" clId="{2788F80A-9C8F-4080-8DF0-58F209B3635D}" dt="2025-06-16T09:47:07.376" v="358" actId="2696"/>
        <pc:sldMkLst>
          <pc:docMk/>
          <pc:sldMk cId="792472682" sldId="938"/>
        </pc:sldMkLst>
      </pc:sldChg>
      <pc:sldChg chg="add">
        <pc:chgData name="康二 野村" userId="acaa808a-f809-4ef9-8028-a2ce14b82415" providerId="ADAL" clId="{2788F80A-9C8F-4080-8DF0-58F209B3635D}" dt="2025-06-16T09:46:36.893" v="353"/>
        <pc:sldMkLst>
          <pc:docMk/>
          <pc:sldMk cId="495271551" sldId="939"/>
        </pc:sldMkLst>
      </pc:sldChg>
      <pc:sldChg chg="delSp add del">
        <pc:chgData name="康二 野村" userId="acaa808a-f809-4ef9-8028-a2ce14b82415" providerId="ADAL" clId="{2788F80A-9C8F-4080-8DF0-58F209B3635D}" dt="2025-06-16T09:49:13.677" v="366" actId="2696"/>
        <pc:sldMkLst>
          <pc:docMk/>
          <pc:sldMk cId="1134005045" sldId="942"/>
        </pc:sldMkLst>
      </pc:sldChg>
      <pc:sldChg chg="addSp delSp modSp add ord">
        <pc:chgData name="康二 野村" userId="acaa808a-f809-4ef9-8028-a2ce14b82415" providerId="ADAL" clId="{2788F80A-9C8F-4080-8DF0-58F209B3635D}" dt="2025-06-16T09:52:50.372" v="553" actId="20577"/>
        <pc:sldMkLst>
          <pc:docMk/>
          <pc:sldMk cId="4036987457" sldId="943"/>
        </pc:sldMkLst>
      </pc:sldChg>
      <pc:sldMasterChg chg="delSp modSldLayout">
        <pc:chgData name="康二 野村" userId="acaa808a-f809-4ef9-8028-a2ce14b82415" providerId="ADAL" clId="{2788F80A-9C8F-4080-8DF0-58F209B3635D}" dt="2025-06-16T09:11:32.918" v="10"/>
        <pc:sldMasterMkLst>
          <pc:docMk/>
          <pc:sldMasterMk cId="428617888" sldId="2147483770"/>
        </pc:sldMasterMkLst>
        <pc:sldLayoutChg chg="addSp delSp modSp">
          <pc:chgData name="康二 野村" userId="acaa808a-f809-4ef9-8028-a2ce14b82415" providerId="ADAL" clId="{2788F80A-9C8F-4080-8DF0-58F209B3635D}" dt="2025-06-16T09:10:55.038" v="2"/>
          <pc:sldLayoutMkLst>
            <pc:docMk/>
            <pc:sldMasterMk cId="428617888" sldId="2147483770"/>
            <pc:sldLayoutMk cId="2492455557" sldId="2147483772"/>
          </pc:sldLayoutMkLst>
        </pc:sldLayoutChg>
        <pc:sldLayoutChg chg="addSp delSp modSp">
          <pc:chgData name="康二 野村" userId="acaa808a-f809-4ef9-8028-a2ce14b82415" providerId="ADAL" clId="{2788F80A-9C8F-4080-8DF0-58F209B3635D}" dt="2025-06-16T09:11:14.831" v="4"/>
          <pc:sldLayoutMkLst>
            <pc:docMk/>
            <pc:sldMasterMk cId="428617888" sldId="2147483770"/>
            <pc:sldLayoutMk cId="2077788738" sldId="2147483776"/>
          </pc:sldLayoutMkLst>
        </pc:sldLayoutChg>
        <pc:sldLayoutChg chg="addSp delSp modSp">
          <pc:chgData name="康二 野村" userId="acaa808a-f809-4ef9-8028-a2ce14b82415" providerId="ADAL" clId="{2788F80A-9C8F-4080-8DF0-58F209B3635D}" dt="2025-06-16T09:11:22.548" v="6"/>
          <pc:sldLayoutMkLst>
            <pc:docMk/>
            <pc:sldMasterMk cId="428617888" sldId="2147483770"/>
            <pc:sldLayoutMk cId="3288321043" sldId="2147483797"/>
          </pc:sldLayoutMkLst>
        </pc:sldLayoutChg>
        <pc:sldLayoutChg chg="addSp delSp modSp">
          <pc:chgData name="康二 野村" userId="acaa808a-f809-4ef9-8028-a2ce14b82415" providerId="ADAL" clId="{2788F80A-9C8F-4080-8DF0-58F209B3635D}" dt="2025-06-16T09:11:26.024" v="8"/>
          <pc:sldLayoutMkLst>
            <pc:docMk/>
            <pc:sldMasterMk cId="428617888" sldId="2147483770"/>
            <pc:sldLayoutMk cId="4066285894" sldId="2147483798"/>
          </pc:sldLayoutMkLst>
        </pc:sldLayoutChg>
        <pc:sldLayoutChg chg="addSp delSp modSp">
          <pc:chgData name="康二 野村" userId="acaa808a-f809-4ef9-8028-a2ce14b82415" providerId="ADAL" clId="{2788F80A-9C8F-4080-8DF0-58F209B3635D}" dt="2025-06-16T09:11:32.918" v="10"/>
          <pc:sldLayoutMkLst>
            <pc:docMk/>
            <pc:sldMasterMk cId="428617888" sldId="2147483770"/>
            <pc:sldLayoutMk cId="1296515059"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2025/8/8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2025/8/8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573795"/>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1.1</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5999" y="2303365"/>
            <a:ext cx="9634800" cy="1392635"/>
          </a:xfrm>
        </p:spPr>
        <p:txBody>
          <a:bodyPr>
            <a:normAutofit fontScale="92500"/>
          </a:bodyPr>
          <a:lstStyle/>
          <a:p>
            <a:r>
              <a:rPr lang="en-US" altLang="ja-JP" sz="4000" dirty="0"/>
              <a:t>D&amp;B Direct+</a:t>
            </a:r>
          </a:p>
          <a:p>
            <a:r>
              <a:rPr lang="ja-JP" altLang="en-US" sz="4000" dirty="0"/>
              <a:t>次期アーキ基盤へのシステム資産移行対応</a:t>
            </a:r>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2025/8/8</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」は、館林データセンター内の共通基盤上に構築されており、</a:t>
            </a:r>
            <a:r>
              <a:rPr lang="en-US" altLang="ja-JP" dirty="0">
                <a:solidFill>
                  <a:srgbClr val="000000"/>
                </a:solidFill>
              </a:rPr>
              <a:t>2026</a:t>
            </a:r>
            <a:r>
              <a:rPr lang="ja-JP" altLang="en-US" dirty="0">
                <a:solidFill>
                  <a:srgbClr val="000000"/>
                </a:solidFill>
              </a:rPr>
              <a:t>年</a:t>
            </a:r>
            <a:r>
              <a:rPr lang="en-US" altLang="ja-JP" dirty="0">
                <a:solidFill>
                  <a:srgbClr val="000000"/>
                </a:solidFill>
              </a:rPr>
              <a:t>3</a:t>
            </a:r>
            <a:r>
              <a:rPr lang="ja-JP" altLang="en-US" dirty="0">
                <a:solidFill>
                  <a:srgbClr val="000000"/>
                </a:solidFill>
              </a:rPr>
              <a:t>月までに次期アーキ基盤への移行が必要となっている。</a:t>
            </a:r>
            <a:br>
              <a:rPr lang="ja-JP" altLang="en-US" dirty="0">
                <a:solidFill>
                  <a:srgbClr val="000000"/>
                </a:solidFill>
              </a:rPr>
            </a:br>
            <a:r>
              <a:rPr lang="ja-JP" altLang="en-US" dirty="0">
                <a:solidFill>
                  <a:srgbClr val="000000"/>
                </a:solidFill>
              </a:rPr>
              <a:t>そのため、「</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」を次期アーキ基盤へ移行し、今後も継続してシステムの利用が行えるように　</a:t>
            </a:r>
            <a:br>
              <a:rPr lang="ja-JP" altLang="en-US" dirty="0">
                <a:solidFill>
                  <a:srgbClr val="000000"/>
                </a:solidFill>
              </a:rPr>
            </a:br>
            <a:r>
              <a:rPr lang="ja-JP" altLang="en-US" dirty="0">
                <a:solidFill>
                  <a:srgbClr val="000000"/>
                </a:solidFill>
              </a:rPr>
              <a:t>する。</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a:t>
            </a:r>
            <a:r>
              <a:rPr lang="en-US" altLang="ja-JP" dirty="0">
                <a:solidFill>
                  <a:srgbClr val="000000"/>
                </a:solidFill>
              </a:rPr>
              <a:t>D&amp;B Direct+</a:t>
            </a:r>
            <a:r>
              <a:rPr lang="ja-JP" altLang="en-US" dirty="0">
                <a:solidFill>
                  <a:srgbClr val="000000"/>
                </a:solidFill>
              </a:rPr>
              <a:t>移行及びアプリケーション構築、動作検証の実施</a:t>
            </a:r>
            <a:endParaRPr lang="en-US" altLang="ja-JP" dirty="0">
              <a:solidFill>
                <a:srgbClr val="000000"/>
              </a:solidFill>
            </a:endParaRPr>
          </a:p>
          <a:p>
            <a:r>
              <a:rPr lang="ja-JP" altLang="en-US" dirty="0">
                <a:solidFill>
                  <a:srgbClr val="000000"/>
                </a:solidFill>
                <a:latin typeface="游ゴシック" panose="020B0400000000000000" pitchFamily="50" charset="-128"/>
                <a:ea typeface="游ゴシック" panose="020B0400000000000000" pitchFamily="50" charset="-128"/>
              </a:rPr>
              <a:t>　　・アプリ：</a:t>
            </a:r>
            <a:r>
              <a:rPr lang="en-US" altLang="ja-JP" dirty="0">
                <a:solidFill>
                  <a:srgbClr val="000000"/>
                </a:solidFill>
              </a:rPr>
              <a:t>Windows</a:t>
            </a:r>
            <a:r>
              <a:rPr lang="ja-JP" altLang="en-US" dirty="0">
                <a:solidFill>
                  <a:srgbClr val="000000"/>
                </a:solidFill>
              </a:rPr>
              <a:t>サーバ ⇒ 共通</a:t>
            </a:r>
            <a:r>
              <a:rPr lang="en-US" altLang="ja-JP" dirty="0">
                <a:solidFill>
                  <a:srgbClr val="000000"/>
                </a:solidFill>
              </a:rPr>
              <a:t>WebLogic</a:t>
            </a:r>
          </a:p>
          <a:p>
            <a:r>
              <a:rPr lang="ja-JP" altLang="en-US" dirty="0">
                <a:solidFill>
                  <a:srgbClr val="000000"/>
                </a:solidFill>
              </a:rPr>
              <a:t>　　・データ：共通</a:t>
            </a:r>
            <a:r>
              <a:rPr lang="en-US" altLang="ja-JP" dirty="0">
                <a:solidFill>
                  <a:srgbClr val="000000"/>
                </a:solidFill>
              </a:rPr>
              <a:t>oracle </a:t>
            </a:r>
            <a:r>
              <a:rPr lang="ja-JP" altLang="en-US" dirty="0">
                <a:solidFill>
                  <a:srgbClr val="000000"/>
                </a:solidFill>
              </a:rPr>
              <a:t>⇒ 縮小版共通</a:t>
            </a:r>
            <a:r>
              <a:rPr lang="en-US" altLang="ja-JP" dirty="0">
                <a:solidFill>
                  <a:srgbClr val="000000"/>
                </a:solidFill>
              </a:rPr>
              <a:t>oracle</a:t>
            </a:r>
          </a:p>
          <a:p>
            <a:r>
              <a:rPr lang="ja-JP" altLang="en-US" dirty="0">
                <a:solidFill>
                  <a:srgbClr val="000000"/>
                </a:solidFill>
              </a:rPr>
              <a:t>　　・ジョブ：共通バッチスケジューラ ⇒ </a:t>
            </a:r>
            <a:r>
              <a:rPr lang="en-US" altLang="ja-JP" dirty="0">
                <a:solidFill>
                  <a:srgbClr val="000000"/>
                </a:solidFill>
              </a:rPr>
              <a:t>A-AUTO</a:t>
            </a:r>
            <a:r>
              <a:rPr lang="ja-JP" altLang="en-US" dirty="0">
                <a:solidFill>
                  <a:srgbClr val="000000"/>
                </a:solidFill>
              </a:rPr>
              <a:t>　</a:t>
            </a:r>
            <a:r>
              <a:rPr lang="ja-JP" altLang="en-US" b="1" dirty="0">
                <a:solidFill>
                  <a:srgbClr val="000000"/>
                </a:solidFill>
              </a:rPr>
              <a:t>　</a:t>
            </a:r>
            <a:endParaRPr lang="en-US" altLang="ja-JP" b="1" dirty="0">
              <a:solidFill>
                <a:srgbClr val="000000"/>
              </a:solidFill>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dirty="0">
                <a:latin typeface="游明朝"/>
                <a:ea typeface="游明朝"/>
              </a:rPr>
              <a:t>３</a:t>
            </a:r>
            <a:r>
              <a:rPr kumimoji="1" lang="en-US" altLang="ja-JP" dirty="0">
                <a:latin typeface="游明朝"/>
                <a:ea typeface="游明朝"/>
              </a:rPr>
              <a:t>. </a:t>
            </a:r>
            <a:r>
              <a:rPr kumimoji="1" lang="ja-JP" altLang="en-US" dirty="0">
                <a:latin typeface="游明朝"/>
                <a:ea typeface="游明朝"/>
              </a:rPr>
              <a:t>想定している</a:t>
            </a:r>
            <a:r>
              <a:rPr lang="ja-JP" altLang="en-US" dirty="0">
                <a:latin typeface="游明朝"/>
                <a:ea typeface="游明朝"/>
              </a:rPr>
              <a:t>作業内容と成果物</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56060022"/>
              </p:ext>
            </p:extLst>
          </p:nvPr>
        </p:nvGraphicFramePr>
        <p:xfrm>
          <a:off x="606000" y="936000"/>
          <a:ext cx="11158390" cy="4896000"/>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444682">
                  <a:extLst>
                    <a:ext uri="{9D8B030D-6E8A-4147-A177-3AD203B41FA5}">
                      <a16:colId xmlns:a16="http://schemas.microsoft.com/office/drawing/2014/main" val="2667349602"/>
                    </a:ext>
                  </a:extLst>
                </a:gridCol>
                <a:gridCol w="5768502">
                  <a:extLst>
                    <a:ext uri="{9D8B030D-6E8A-4147-A177-3AD203B41FA5}">
                      <a16:colId xmlns:a16="http://schemas.microsoft.com/office/drawing/2014/main" val="2117318705"/>
                    </a:ext>
                  </a:extLst>
                </a:gridCol>
                <a:gridCol w="3369420">
                  <a:extLst>
                    <a:ext uri="{9D8B030D-6E8A-4147-A177-3AD203B41FA5}">
                      <a16:colId xmlns:a16="http://schemas.microsoft.com/office/drawing/2014/main" val="852570537"/>
                    </a:ext>
                  </a:extLst>
                </a:gridCol>
              </a:tblGrid>
              <a:tr h="360000">
                <a:tc>
                  <a:txBody>
                    <a:bodyPr/>
                    <a:lstStyle/>
                    <a:p>
                      <a:pPr algn="ctr"/>
                      <a:r>
                        <a:rPr kumimoji="1" lang="en-US" altLang="ja-JP" sz="1600" dirty="0">
                          <a:solidFill>
                            <a:srgbClr val="FFFFFF"/>
                          </a:solidFill>
                          <a:latin typeface="游ゴシック"/>
                          <a:ea typeface="游ゴシック"/>
                        </a:rPr>
                        <a:t>No</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dirty="0">
                          <a:solidFill>
                            <a:srgbClr val="FFFFFF"/>
                          </a:solidFill>
                          <a:latin typeface="游ゴシック"/>
                          <a:ea typeface="游ゴシック"/>
                        </a:rPr>
                        <a:t>主な成果物</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756000">
                <a:tc>
                  <a:txBody>
                    <a:bodyPr/>
                    <a:lstStyle/>
                    <a:p>
                      <a:pPr algn="ctr"/>
                      <a:r>
                        <a:rPr kumimoji="1" lang="en-US" altLang="ja-JP" sz="1400" kern="1200" dirty="0">
                          <a:solidFill>
                            <a:schemeClr val="dk1"/>
                          </a:solidFill>
                          <a:latin typeface="+mn-ea"/>
                          <a:ea typeface="+mn-ea"/>
                          <a:cs typeface="+mn-cs"/>
                        </a:rPr>
                        <a:t>1</a:t>
                      </a:r>
                      <a:endParaRPr kumimoji="1" lang="ja-JP" altLang="en-US" sz="14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mn-ea"/>
                          <a:ea typeface="+mn-ea"/>
                        </a:rPr>
                        <a:t>設計</a:t>
                      </a:r>
                      <a:endParaRPr kumimoji="1" lang="en-US" altLang="ja-JP"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mn-ea"/>
                          <a:ea typeface="+mn-ea"/>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mn-ea"/>
                          <a:ea typeface="+mn-ea"/>
                        </a:rPr>
                        <a:t>移行計画書</a:t>
                      </a:r>
                      <a:r>
                        <a:rPr kumimoji="1" lang="ja-JP" altLang="en-US" sz="1400" dirty="0">
                          <a:solidFill>
                            <a:schemeClr val="tx1"/>
                          </a:solidFill>
                          <a:latin typeface="+mn-ea"/>
                          <a:ea typeface="+mn-ea"/>
                        </a:rPr>
                        <a:t>、設計書</a:t>
                      </a:r>
                      <a:r>
                        <a:rPr kumimoji="1" lang="en-US" altLang="ja-JP" sz="1400" dirty="0">
                          <a:solidFill>
                            <a:schemeClr val="tx1"/>
                          </a:solidFill>
                          <a:latin typeface="+mn-ea"/>
                          <a:ea typeface="+mn-ea"/>
                        </a:rPr>
                        <a:t>※</a:t>
                      </a:r>
                    </a:p>
                    <a:p>
                      <a:pPr marL="0" indent="0">
                        <a:buFont typeface="Arial" pitchFamily="34" charset="0"/>
                        <a:buNone/>
                      </a:pPr>
                      <a:r>
                        <a:rPr kumimoji="1" lang="en-US" altLang="ja-JP" sz="1400" dirty="0">
                          <a:solidFill>
                            <a:schemeClr val="tx1"/>
                          </a:solidFill>
                          <a:latin typeface="+mn-ea"/>
                          <a:ea typeface="+mn-ea"/>
                        </a:rPr>
                        <a:t>※</a:t>
                      </a:r>
                      <a:r>
                        <a:rPr kumimoji="1" lang="ja-JP" altLang="en-US" sz="1400" dirty="0">
                          <a:solidFill>
                            <a:schemeClr val="tx1"/>
                          </a:solidFill>
                          <a:latin typeface="+mn-ea"/>
                          <a:ea typeface="+mn-ea"/>
                        </a:rPr>
                        <a:t>既存ドキュメントを修正したものになります。</a:t>
                      </a:r>
                      <a:endParaRPr kumimoji="1" lang="en-US" altLang="ja-JP"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756000">
                <a:tc>
                  <a:txBody>
                    <a:bodyPr/>
                    <a:lstStyle/>
                    <a:p>
                      <a:pPr algn="ctr"/>
                      <a:r>
                        <a:rPr kumimoji="1" lang="en-US" altLang="ja-JP" sz="1400" kern="1200" dirty="0">
                          <a:solidFill>
                            <a:schemeClr val="dk1"/>
                          </a:solidFill>
                          <a:latin typeface="+mn-ea"/>
                          <a:ea typeface="+mn-ea"/>
                          <a:cs typeface="+mn-cs"/>
                        </a:rPr>
                        <a:t>2</a:t>
                      </a:r>
                      <a:endParaRPr kumimoji="1" lang="ja-JP" altLang="en-US" sz="14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dirty="0">
                          <a:solidFill>
                            <a:schemeClr val="tx1"/>
                          </a:solidFill>
                          <a:latin typeface="+mn-ea"/>
                          <a:ea typeface="+mn-ea"/>
                        </a:rPr>
                        <a:t>開発</a:t>
                      </a:r>
                      <a:endParaRPr lang="ja-JP" sz="1400" b="0" i="0" u="none" strike="noStrike" noProof="0" dirty="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修正箇所のコーディング、及び環境構築（検証</a:t>
                      </a:r>
                      <a:r>
                        <a:rPr lang="en-US" altLang="ja-JP" sz="1400" dirty="0">
                          <a:solidFill>
                            <a:schemeClr val="tx1"/>
                          </a:solidFill>
                          <a:latin typeface="+mn-ea"/>
                          <a:ea typeface="+mn-ea"/>
                        </a:rPr>
                        <a:t>/</a:t>
                      </a:r>
                      <a:r>
                        <a:rPr lang="ja-JP" altLang="en-US" sz="1400" dirty="0">
                          <a:solidFill>
                            <a:schemeClr val="tx1"/>
                          </a:solidFill>
                          <a:latin typeface="+mn-ea"/>
                          <a:ea typeface="+mn-ea"/>
                        </a:rPr>
                        <a:t>本番）を実施します。</a:t>
                      </a:r>
                      <a:endParaRPr lang="en-US" altLang="ja-JP" sz="140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mn-ea"/>
                          <a:ea typeface="+mn-ea"/>
                        </a:rPr>
                        <a:t>※</a:t>
                      </a:r>
                      <a:r>
                        <a:rPr lang="ja-JP" altLang="en-US" sz="1400" dirty="0">
                          <a:solidFill>
                            <a:schemeClr val="tx1"/>
                          </a:solidFill>
                          <a:latin typeface="+mn-ea"/>
                          <a:ea typeface="+mn-ea"/>
                        </a:rPr>
                        <a:t>環境構築やデータ移行は貴社にてご対応お願い致します。</a:t>
                      </a:r>
                      <a:endParaRPr lang="en-US" altLang="ja-JP"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756000">
                <a:tc>
                  <a:txBody>
                    <a:bodyPr/>
                    <a:lstStyle/>
                    <a:p>
                      <a:pPr marL="0" algn="ctr" defTabSz="914400" rtl="0" eaLnBrk="1" latinLnBrk="0" hangingPunct="1"/>
                      <a:r>
                        <a:rPr kumimoji="1" lang="en-US" altLang="ja-JP" sz="1400" kern="1200" dirty="0">
                          <a:solidFill>
                            <a:schemeClr val="dk1"/>
                          </a:solidFill>
                          <a:latin typeface="+mn-ea"/>
                          <a:ea typeface="+mn-ea"/>
                          <a:cs typeface="+mn-cs"/>
                        </a:rPr>
                        <a:t>3</a:t>
                      </a:r>
                      <a:endParaRPr kumimoji="1" lang="ja-JP" altLang="en-US" sz="14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結合テスト</a:t>
                      </a:r>
                      <a:endParaRPr lang="en-US" altLang="ja-JP"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mn-ea"/>
                          <a:ea typeface="+mn-ea"/>
                        </a:rPr>
                        <a:t>データ移行後の環境にて確認（</a:t>
                      </a:r>
                      <a:r>
                        <a:rPr lang="en-US" altLang="ja-JP" sz="1400" u="none" strike="noStrike" kern="1200" cap="none" normalizeH="0" baseline="0" dirty="0">
                          <a:ln>
                            <a:noFill/>
                          </a:ln>
                          <a:solidFill>
                            <a:schemeClr val="tx1"/>
                          </a:solidFill>
                          <a:effectLst/>
                          <a:latin typeface="+mn-ea"/>
                          <a:ea typeface="+mn-ea"/>
                        </a:rPr>
                        <a:t>DB</a:t>
                      </a:r>
                      <a:r>
                        <a:rPr lang="ja-JP" altLang="en-US" sz="1400" u="none" strike="noStrike" kern="1200" cap="none" normalizeH="0" baseline="0" dirty="0">
                          <a:ln>
                            <a:noFill/>
                          </a:ln>
                          <a:solidFill>
                            <a:schemeClr val="tx1"/>
                          </a:solidFill>
                          <a:effectLst/>
                          <a:latin typeface="+mn-ea"/>
                          <a:ea typeface="+mn-ea"/>
                        </a:rPr>
                        <a:t>テーブル数など）を実施します。</a:t>
                      </a:r>
                      <a:endParaRPr lang="en-US" altLang="ja-JP" sz="1400" u="none" strike="noStrike" kern="1200" cap="none" normalizeH="0" baseline="0" dirty="0">
                        <a:ln>
                          <a:noFill/>
                        </a:ln>
                        <a:solidFill>
                          <a:schemeClr val="tx1"/>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mn-ea"/>
                          <a:ea typeface="+mn-ea"/>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756000">
                <a:tc>
                  <a:txBody>
                    <a:bodyPr/>
                    <a:lstStyle/>
                    <a:p>
                      <a:pPr marL="0" algn="ctr" defTabSz="914400" rtl="0" eaLnBrk="1" latinLnBrk="0" hangingPunct="1"/>
                      <a:r>
                        <a:rPr kumimoji="1" lang="en-US" altLang="ja-JP" sz="1400" kern="1200" dirty="0">
                          <a:solidFill>
                            <a:schemeClr val="dk1"/>
                          </a:solidFill>
                          <a:latin typeface="+mn-ea"/>
                          <a:ea typeface="+mn-ea"/>
                          <a:cs typeface="+mn-cs"/>
                        </a:rPr>
                        <a:t>4</a:t>
                      </a:r>
                      <a:endParaRPr kumimoji="1" lang="ja-JP" altLang="en-US" sz="14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システムテスト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mn-ea"/>
                          <a:ea typeface="+mn-ea"/>
                          <a:cs typeface="Meiryo UI" pitchFamily="50" charset="-128"/>
                        </a:rPr>
                        <a:t>新本番環境にてアプリ、及びジョブの</a:t>
                      </a:r>
                      <a:r>
                        <a:rPr lang="ja-JP" altLang="en-US" sz="1400" dirty="0">
                          <a:solidFill>
                            <a:srgbClr val="000000"/>
                          </a:solidFill>
                          <a:latin typeface="+mn-ea"/>
                          <a:ea typeface="+mn-ea"/>
                        </a:rPr>
                        <a:t>動作確認を実施します。</a:t>
                      </a:r>
                      <a:endParaRPr kumimoji="0" lang="ja-JP" altLang="en-US" sz="1400" u="none" strike="noStrike" kern="1200" cap="none" normalizeH="0" baseline="0" dirty="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mn-ea"/>
                          <a:ea typeface="+mn-ea"/>
                        </a:rPr>
                        <a:t>システム</a:t>
                      </a:r>
                      <a:r>
                        <a:rPr kumimoji="0" lang="ja-JP" altLang="en-US" sz="1400" u="none" strike="noStrike" kern="1200" cap="none" normalizeH="0" baseline="0" dirty="0">
                          <a:ln>
                            <a:noFill/>
                          </a:ln>
                          <a:solidFill>
                            <a:schemeClr val="tx1"/>
                          </a:solidFill>
                          <a:effectLst/>
                          <a:latin typeface="+mn-ea"/>
                          <a:ea typeface="+mn-ea"/>
                        </a:rPr>
                        <a:t>テスト仕様書、エビデンス</a:t>
                      </a:r>
                      <a:endParaRPr kumimoji="0" lang="ja-JP" altLang="en-US" sz="1400" u="none" strike="noStrike" kern="1200" cap="none" normalizeH="0" baseline="0" dirty="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756000">
                <a:tc>
                  <a:txBody>
                    <a:bodyPr/>
                    <a:lstStyle/>
                    <a:p>
                      <a:pPr marL="0" algn="ctr" defTabSz="914400" rtl="0" eaLnBrk="1" latinLnBrk="0" hangingPunct="1"/>
                      <a:r>
                        <a:rPr kumimoji="1" lang="en-US" altLang="ja-JP" sz="1400" kern="1200" dirty="0">
                          <a:solidFill>
                            <a:schemeClr val="dk1"/>
                          </a:solidFill>
                          <a:latin typeface="+mn-ea"/>
                          <a:ea typeface="+mn-ea"/>
                          <a:cs typeface="+mn-cs"/>
                        </a:rPr>
                        <a:t>5</a:t>
                      </a:r>
                      <a:endParaRPr kumimoji="1" lang="ja-JP" altLang="en-US" sz="14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受入テスト支援</a:t>
                      </a:r>
                      <a:endParaRPr lang="en-US" altLang="ja-JP"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mn-ea"/>
                          <a:ea typeface="+mn-ea"/>
                          <a:cs typeface="Meiryo UI" pitchFamily="50" charset="-128"/>
                        </a:rPr>
                        <a:t>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問題管理表</a:t>
                      </a:r>
                      <a:endParaRPr kumimoji="0" lang="ja-JP" altLang="en-US" sz="1400" u="none" strike="noStrike" kern="1200" cap="none" normalizeH="0" baseline="0" dirty="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756000">
                <a:tc>
                  <a:txBody>
                    <a:bodyPr/>
                    <a:lstStyle/>
                    <a:p>
                      <a:pPr marL="0" algn="ctr" defTabSz="914400" rtl="0" eaLnBrk="1" latinLnBrk="0" hangingPunct="1"/>
                      <a:r>
                        <a:rPr kumimoji="1" lang="en-US" altLang="ja-JP" sz="1400" kern="1200" dirty="0">
                          <a:solidFill>
                            <a:schemeClr val="dk1"/>
                          </a:solidFill>
                          <a:latin typeface="+mn-ea"/>
                          <a:ea typeface="+mn-ea"/>
                          <a:cs typeface="+mn-cs"/>
                        </a:rPr>
                        <a:t>6</a:t>
                      </a:r>
                      <a:endParaRPr kumimoji="1" lang="ja-JP" altLang="en-US" sz="14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dirty="0">
                          <a:solidFill>
                            <a:schemeClr val="tx1"/>
                          </a:solidFill>
                          <a:latin typeface="+mn-ea"/>
                          <a:ea typeface="+mn-ea"/>
                        </a:rPr>
                        <a:t>バッチ基盤上の</a:t>
                      </a:r>
                      <a:r>
                        <a:rPr kumimoji="0" lang="en-US" altLang="ja-JP" sz="1400" dirty="0">
                          <a:solidFill>
                            <a:schemeClr val="tx1"/>
                          </a:solidFill>
                          <a:latin typeface="+mn-ea"/>
                          <a:ea typeface="+mn-ea"/>
                        </a:rPr>
                        <a:t>JOB</a:t>
                      </a:r>
                      <a:r>
                        <a:rPr kumimoji="0" lang="ja-JP" altLang="en-US" sz="1400" dirty="0">
                          <a:solidFill>
                            <a:schemeClr val="tx1"/>
                          </a:solidFill>
                          <a:latin typeface="+mn-ea"/>
                          <a:ea typeface="+mn-ea"/>
                        </a:rPr>
                        <a:t>を現新で切り替えます。</a:t>
                      </a:r>
                      <a:endParaRPr kumimoji="0" lang="en-US" altLang="ja-JP" sz="1400" dirty="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dirty="0">
                          <a:solidFill>
                            <a:schemeClr val="tx1"/>
                          </a:solidFill>
                          <a:latin typeface="+mn-ea"/>
                          <a:ea typeface="+mn-ea"/>
                        </a:rPr>
                        <a:t>※</a:t>
                      </a:r>
                      <a:r>
                        <a:rPr kumimoji="0" lang="ja-JP" altLang="en-US" sz="1400" dirty="0">
                          <a:solidFill>
                            <a:schemeClr val="tx1"/>
                          </a:solidFill>
                          <a:latin typeface="+mn-ea"/>
                          <a:ea typeface="+mn-ea"/>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移行手順書</a:t>
                      </a:r>
                      <a:endParaRPr kumimoji="0" lang="ja-JP" altLang="en-US"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a:ea typeface="游明朝"/>
              </a:rPr>
              <a:t>４</a:t>
            </a:r>
            <a:r>
              <a:rPr kumimoji="1" lang="en-US" altLang="ja-JP" dirty="0">
                <a:latin typeface="游明朝"/>
                <a:ea typeface="游明朝"/>
              </a:rPr>
              <a:t>. </a:t>
            </a:r>
            <a:r>
              <a:rPr lang="ja-JP" altLang="en-US" dirty="0">
                <a:latin typeface="游明朝"/>
                <a:ea typeface="游明朝"/>
              </a:rPr>
              <a:t>機能数と作業範囲</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438143440"/>
              </p:ext>
            </p:extLst>
          </p:nvPr>
        </p:nvGraphicFramePr>
        <p:xfrm>
          <a:off x="606000" y="936000"/>
          <a:ext cx="11160000" cy="2880000"/>
        </p:xfrm>
        <a:graphic>
          <a:graphicData uri="http://schemas.openxmlformats.org/drawingml/2006/table">
            <a:tbl>
              <a:tblPr firstRow="1" bandRow="1">
                <a:tableStyleId>{69012ECD-51FC-41F1-AA8D-1B2483CD663E}</a:tableStyleId>
              </a:tblPr>
              <a:tblGrid>
                <a:gridCol w="576000">
                  <a:extLst>
                    <a:ext uri="{9D8B030D-6E8A-4147-A177-3AD203B41FA5}">
                      <a16:colId xmlns:a16="http://schemas.microsoft.com/office/drawing/2014/main" val="820809534"/>
                    </a:ext>
                  </a:extLst>
                </a:gridCol>
                <a:gridCol w="1080000">
                  <a:extLst>
                    <a:ext uri="{9D8B030D-6E8A-4147-A177-3AD203B41FA5}">
                      <a16:colId xmlns:a16="http://schemas.microsoft.com/office/drawing/2014/main" val="2667349602"/>
                    </a:ext>
                  </a:extLst>
                </a:gridCol>
                <a:gridCol w="1080000">
                  <a:extLst>
                    <a:ext uri="{9D8B030D-6E8A-4147-A177-3AD203B41FA5}">
                      <a16:colId xmlns:a16="http://schemas.microsoft.com/office/drawing/2014/main" val="944581160"/>
                    </a:ext>
                  </a:extLst>
                </a:gridCol>
                <a:gridCol w="5400000">
                  <a:extLst>
                    <a:ext uri="{9D8B030D-6E8A-4147-A177-3AD203B41FA5}">
                      <a16:colId xmlns:a16="http://schemas.microsoft.com/office/drawing/2014/main" val="2117318705"/>
                    </a:ext>
                  </a:extLst>
                </a:gridCol>
                <a:gridCol w="3024000">
                  <a:extLst>
                    <a:ext uri="{9D8B030D-6E8A-4147-A177-3AD203B41FA5}">
                      <a16:colId xmlns:a16="http://schemas.microsoft.com/office/drawing/2014/main" val="852570537"/>
                    </a:ext>
                  </a:extLst>
                </a:gridCol>
              </a:tblGrid>
              <a:tr h="360000">
                <a:tc>
                  <a:txBody>
                    <a:bodyPr/>
                    <a:lstStyle/>
                    <a:p>
                      <a:pPr algn="ctr"/>
                      <a:r>
                        <a:rPr kumimoji="1" lang="en-US" altLang="ja-JP" sz="1600" dirty="0">
                          <a:solidFill>
                            <a:srgbClr val="FFFFFF"/>
                          </a:solidFill>
                          <a:latin typeface="游ゴシック"/>
                          <a:ea typeface="游ゴシック"/>
                        </a:rPr>
                        <a:t>No</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60000">
                <a:tc>
                  <a:txBody>
                    <a:bodyPr/>
                    <a:lstStyle/>
                    <a:p>
                      <a:pPr algn="ctr"/>
                      <a:r>
                        <a:rPr kumimoji="1" lang="en-US" altLang="ja-JP" sz="1400" kern="1200" dirty="0">
                          <a:solidFill>
                            <a:schemeClr val="dk1"/>
                          </a:solidFill>
                          <a:latin typeface="游ゴシック"/>
                          <a:ea typeface="游ゴシック"/>
                        </a:rPr>
                        <a:t>1</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dirty="0">
                          <a:solidFill>
                            <a:schemeClr val="tx1"/>
                          </a:solidFill>
                          <a:latin typeface="游ゴシック" panose="020B0400000000000000" pitchFamily="50" charset="-128"/>
                          <a:ea typeface="游ゴシック" panose="020B0400000000000000" pitchFamily="50" charset="-128"/>
                        </a:rPr>
                        <a:t>画面</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chemeClr val="tx1"/>
                          </a:solidFill>
                          <a:latin typeface="游ゴシック"/>
                          <a:ea typeface="游ゴシック"/>
                        </a:rPr>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dirty="0">
                          <a:solidFill>
                            <a:schemeClr val="tx1"/>
                          </a:solidFill>
                          <a:latin typeface="游ゴシック"/>
                          <a:ea typeface="游ゴシック"/>
                        </a:rPr>
                        <a:t>D&amp;B Direct+</a:t>
                      </a:r>
                      <a:r>
                        <a:rPr kumimoji="1" lang="ja-JP" altLang="en-US" sz="1400" dirty="0">
                          <a:solidFill>
                            <a:schemeClr val="tx1"/>
                          </a:solidFill>
                          <a:latin typeface="游ゴシック"/>
                          <a:ea typeface="游ゴシック"/>
                        </a:rPr>
                        <a:t>の全画面を確認し、初期画面の描画や</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・全機能の確認（ボタン等）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1260000">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dirty="0">
                          <a:solidFill>
                            <a:srgbClr val="323232"/>
                          </a:solidFill>
                          <a:latin typeface="游ゴシック"/>
                          <a:ea typeface="游ゴシック"/>
                        </a:rPr>
                        <a:t>JOB</a:t>
                      </a:r>
                      <a:endParaRPr lang="ja-JP" sz="1400" b="0" i="0" u="none" strike="noStrike" noProof="0" dirty="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3</a:t>
                      </a:r>
                      <a:endParaRPr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a:t>
                      </a:r>
                      <a:r>
                        <a:rPr lang="en-US" altLang="ja-JP" sz="1400" dirty="0">
                          <a:solidFill>
                            <a:schemeClr val="tx1"/>
                          </a:solidFill>
                          <a:latin typeface="游ゴシック"/>
                          <a:ea typeface="游ゴシック"/>
                        </a:rPr>
                        <a:t>JOB</a:t>
                      </a:r>
                      <a:r>
                        <a:rPr lang="ja-JP" altLang="en-US" sz="1400" dirty="0">
                          <a:solidFill>
                            <a:schemeClr val="tx1"/>
                          </a:solidFill>
                          <a:latin typeface="游ゴシック"/>
                          <a:ea typeface="游ゴシック"/>
                        </a:rPr>
                        <a:t>の実行確認を実施します。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・正常系のテスト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a:ea typeface="游明朝"/>
              </a:rPr>
              <a:t>５</a:t>
            </a:r>
            <a:r>
              <a:rPr lang="en-US" altLang="ja-JP" dirty="0">
                <a:latin typeface="游明朝"/>
                <a:ea typeface="游明朝"/>
              </a:rPr>
              <a:t>. </a:t>
            </a:r>
            <a:r>
              <a:rPr lang="ja-JP" altLang="en-US" dirty="0">
                <a:latin typeface="游明朝"/>
                <a:ea typeface="游明朝"/>
              </a:rPr>
              <a:t>体制</a:t>
            </a:r>
            <a:endParaRPr kumimoji="1" lang="ja-JP" altLang="en-US" dirty="0">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3" idx="3"/>
          </p:cNvCxnSpPr>
          <p:nvPr/>
        </p:nvCxnSpPr>
        <p:spPr>
          <a:xfrm>
            <a:off x="2586001" y="2259479"/>
            <a:ext cx="2318" cy="162268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dirty="0">
                  <a:solidFill>
                    <a:prstClr val="black"/>
                  </a:solidFill>
                  <a:latin typeface="游ゴシック"/>
                  <a:ea typeface="游ゴシック"/>
                </a:rPr>
                <a:t>吉田</a:t>
              </a:r>
              <a:r>
                <a:rPr kumimoji="1" lang="ja-JP" sz="1600" kern="0" dirty="0">
                  <a:solidFill>
                    <a:prstClr val="black"/>
                  </a:solidFill>
                  <a:latin typeface="游ゴシック"/>
                  <a:ea typeface="游ゴシック"/>
                </a:rPr>
                <a:t> </a:t>
              </a:r>
              <a:r>
                <a:rPr kumimoji="1" lang="ja-JP" altLang="en-US" sz="1600" kern="0" dirty="0">
                  <a:solidFill>
                    <a:prstClr val="black"/>
                  </a:solidFill>
                  <a:latin typeface="游ゴシック"/>
                  <a:ea typeface="游ゴシック"/>
                </a:rPr>
                <a:t>朋久</a:t>
              </a:r>
              <a:r>
                <a:rPr kumimoji="1" lang="ja-JP" altLang="en-US" sz="1600" b="0" i="0" u="none" strike="noStrike" kern="0" cap="none" spc="0" normalizeH="0" baseline="0" noProof="0" dirty="0">
                  <a:ln>
                    <a:noFill/>
                  </a:ln>
                  <a:solidFill>
                    <a:prstClr val="black"/>
                  </a:solidFill>
                  <a:effectLst/>
                  <a:uLnTx/>
                  <a:uFillTx/>
                  <a:latin typeface="游ゴシック"/>
                  <a:ea typeface="游ゴシック"/>
                </a:rPr>
                <a:t>様</a:t>
              </a:r>
              <a:endParaRPr lang="en-US" dirty="0">
                <a:solidFill>
                  <a:prstClr val="black"/>
                </a:solidFill>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90000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山本</a:t>
              </a:r>
              <a:r>
                <a:rPr kumimoji="0" lang="ja-JP" altLang="en-US" sz="1600" b="0" i="0" u="none" strike="noStrike" kern="0" cap="none" spc="0" normalizeH="0" baseline="0" noProof="0" dirty="0">
                  <a:ln>
                    <a:noFill/>
                  </a:ln>
                  <a:solidFill>
                    <a:prstClr val="black"/>
                  </a:solidFill>
                  <a:effectLst/>
                  <a:uLnTx/>
                  <a:uFillTx/>
                  <a:latin typeface="+mn-ea"/>
                </a:rPr>
                <a:t> 晃弘様</a:t>
              </a:r>
              <a:endParaRPr kumimoji="0" lang="en-US" altLang="ja-JP" sz="1600" b="0" i="0" u="none" strike="noStrike" kern="0" cap="none" spc="0" normalizeH="0" baseline="0" noProof="0" dirty="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金子 竜也様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448764" y="3882166"/>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448764" y="4170166"/>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川名 翔太</a:t>
              </a:r>
              <a:endParaRPr kumimoji="0" lang="ja-JP" altLang="en-US" sz="1600" b="0" i="0" u="none" strike="noStrike" kern="0" cap="none" spc="0" normalizeH="0" baseline="0" noProof="0" dirty="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dirty="0">
                  <a:solidFill>
                    <a:srgbClr val="333333"/>
                  </a:solidFill>
                  <a:latin typeface="游ゴシック"/>
                  <a:ea typeface="游ゴシック"/>
                </a:rPr>
                <a:t>TBD</a:t>
              </a:r>
              <a:r>
                <a:rPr lang="ja-JP" altLang="en-US" sz="1600" dirty="0">
                  <a:solidFill>
                    <a:srgbClr val="333333"/>
                  </a:solidFill>
                  <a:latin typeface="游ゴシック"/>
                  <a:ea typeface="游ゴシック"/>
                </a:rPr>
                <a:t>　</a:t>
              </a:r>
              <a:r>
                <a:rPr lang="en-US" altLang="ja-JP" sz="1600" dirty="0">
                  <a:solidFill>
                    <a:srgbClr val="333333"/>
                  </a:solidFill>
                  <a:latin typeface="游ゴシック"/>
                  <a:ea typeface="游ゴシック"/>
                </a:rPr>
                <a:t>1</a:t>
              </a:r>
              <a:r>
                <a:rPr lang="ja-JP" altLang="en-US" sz="1600" dirty="0">
                  <a:solidFill>
                    <a:srgbClr val="333333"/>
                  </a:solidFill>
                  <a:latin typeface="游ゴシック"/>
                  <a:ea typeface="游ゴシック"/>
                </a:rPr>
                <a:t>名</a:t>
              </a:r>
              <a:endParaRPr lang="ja-JP" altLang="en-US" sz="1600" b="0" i="0" dirty="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桝井 雄太</a:t>
              </a: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spTree>
    <p:extLst>
      <p:ext uri="{BB962C8B-B14F-4D97-AF65-F5344CB8AC3E}">
        <p14:creationId xmlns:p14="http://schemas.microsoft.com/office/powerpoint/2010/main" val="1851614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a:ea typeface="游明朝"/>
              </a:rPr>
              <a:t>６</a:t>
            </a:r>
            <a:r>
              <a:rPr kumimoji="1" lang="en-US" altLang="ja-JP" dirty="0">
                <a:latin typeface="游明朝"/>
                <a:ea typeface="游明朝"/>
              </a:rPr>
              <a:t>. </a:t>
            </a:r>
            <a:r>
              <a:rPr kumimoji="1" lang="ja-JP" altLang="en-US" dirty="0">
                <a:latin typeface="游明朝"/>
                <a:ea typeface="游明朝"/>
              </a:rPr>
              <a:t>スケジュール</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97286619"/>
              </p:ext>
            </p:extLst>
          </p:nvPr>
        </p:nvGraphicFramePr>
        <p:xfrm>
          <a:off x="576004" y="1072191"/>
          <a:ext cx="11160000" cy="3595601"/>
        </p:xfrm>
        <a:graphic>
          <a:graphicData uri="http://schemas.openxmlformats.org/drawingml/2006/table">
            <a:tbl>
              <a:tblPr firstRow="1">
                <a:tableStyleId>{69012ECD-51FC-41F1-AA8D-1B2483CD663E}</a:tableStyleId>
              </a:tblPr>
              <a:tblGrid>
                <a:gridCol w="1656000">
                  <a:extLst>
                    <a:ext uri="{9D8B030D-6E8A-4147-A177-3AD203B41FA5}">
                      <a16:colId xmlns:a16="http://schemas.microsoft.com/office/drawing/2014/main" val="20001"/>
                    </a:ext>
                  </a:extLst>
                </a:gridCol>
                <a:gridCol w="792000">
                  <a:extLst>
                    <a:ext uri="{9D8B030D-6E8A-4147-A177-3AD203B41FA5}">
                      <a16:colId xmlns:a16="http://schemas.microsoft.com/office/drawing/2014/main" val="1301509302"/>
                    </a:ext>
                  </a:extLst>
                </a:gridCol>
                <a:gridCol w="792000">
                  <a:extLst>
                    <a:ext uri="{9D8B030D-6E8A-4147-A177-3AD203B41FA5}">
                      <a16:colId xmlns:a16="http://schemas.microsoft.com/office/drawing/2014/main" val="550165785"/>
                    </a:ext>
                  </a:extLst>
                </a:gridCol>
                <a:gridCol w="792000">
                  <a:extLst>
                    <a:ext uri="{9D8B030D-6E8A-4147-A177-3AD203B41FA5}">
                      <a16:colId xmlns:a16="http://schemas.microsoft.com/office/drawing/2014/main" val="837049934"/>
                    </a:ext>
                  </a:extLst>
                </a:gridCol>
                <a:gridCol w="792000">
                  <a:extLst>
                    <a:ext uri="{9D8B030D-6E8A-4147-A177-3AD203B41FA5}">
                      <a16:colId xmlns:a16="http://schemas.microsoft.com/office/drawing/2014/main" val="3960128746"/>
                    </a:ext>
                  </a:extLst>
                </a:gridCol>
                <a:gridCol w="792000">
                  <a:extLst>
                    <a:ext uri="{9D8B030D-6E8A-4147-A177-3AD203B41FA5}">
                      <a16:colId xmlns:a16="http://schemas.microsoft.com/office/drawing/2014/main" val="2064698816"/>
                    </a:ext>
                  </a:extLst>
                </a:gridCol>
                <a:gridCol w="792000">
                  <a:extLst>
                    <a:ext uri="{9D8B030D-6E8A-4147-A177-3AD203B41FA5}">
                      <a16:colId xmlns:a16="http://schemas.microsoft.com/office/drawing/2014/main" val="2276232463"/>
                    </a:ext>
                  </a:extLst>
                </a:gridCol>
                <a:gridCol w="792000">
                  <a:extLst>
                    <a:ext uri="{9D8B030D-6E8A-4147-A177-3AD203B41FA5}">
                      <a16:colId xmlns:a16="http://schemas.microsoft.com/office/drawing/2014/main" val="3241112246"/>
                    </a:ext>
                  </a:extLst>
                </a:gridCol>
                <a:gridCol w="792000">
                  <a:extLst>
                    <a:ext uri="{9D8B030D-6E8A-4147-A177-3AD203B41FA5}">
                      <a16:colId xmlns:a16="http://schemas.microsoft.com/office/drawing/2014/main" val="4226075490"/>
                    </a:ext>
                  </a:extLst>
                </a:gridCol>
                <a:gridCol w="792000">
                  <a:extLst>
                    <a:ext uri="{9D8B030D-6E8A-4147-A177-3AD203B41FA5}">
                      <a16:colId xmlns:a16="http://schemas.microsoft.com/office/drawing/2014/main" val="1049139473"/>
                    </a:ext>
                  </a:extLst>
                </a:gridCol>
                <a:gridCol w="792000">
                  <a:extLst>
                    <a:ext uri="{9D8B030D-6E8A-4147-A177-3AD203B41FA5}">
                      <a16:colId xmlns:a16="http://schemas.microsoft.com/office/drawing/2014/main" val="464519472"/>
                    </a:ext>
                  </a:extLst>
                </a:gridCol>
                <a:gridCol w="792000">
                  <a:extLst>
                    <a:ext uri="{9D8B030D-6E8A-4147-A177-3AD203B41FA5}">
                      <a16:colId xmlns:a16="http://schemas.microsoft.com/office/drawing/2014/main" val="3229516852"/>
                    </a:ext>
                  </a:extLst>
                </a:gridCol>
                <a:gridCol w="792000">
                  <a:extLst>
                    <a:ext uri="{9D8B030D-6E8A-4147-A177-3AD203B41FA5}">
                      <a16:colId xmlns:a16="http://schemas.microsoft.com/office/drawing/2014/main" val="258112074"/>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552483D-B47E-4672-AAB8-B1378D36B674}"/>
              </a:ext>
            </a:extLst>
          </p:cNvPr>
          <p:cNvSpPr/>
          <p:nvPr/>
        </p:nvSpPr>
        <p:spPr>
          <a:xfrm>
            <a:off x="3449121" y="3978055"/>
            <a:ext cx="194400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D288673B-1B1E-4C6E-BA69-E5F1FEDB27ED}"/>
              </a:ext>
            </a:extLst>
          </p:cNvPr>
          <p:cNvSpPr/>
          <p:nvPr/>
        </p:nvSpPr>
        <p:spPr>
          <a:xfrm>
            <a:off x="6191440" y="3978055"/>
            <a:ext cx="2376000"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BF31360D-FAB3-4C87-B7AB-B502DDFDA9EC}"/>
              </a:ext>
            </a:extLst>
          </p:cNvPr>
          <p:cNvSpPr/>
          <p:nvPr/>
        </p:nvSpPr>
        <p:spPr>
          <a:xfrm>
            <a:off x="2235207" y="3978055"/>
            <a:ext cx="122400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504559" y="3978055"/>
            <a:ext cx="639575"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A1B67386-AD83-3967-5D45-C866A13904CF}"/>
              </a:ext>
            </a:extLst>
          </p:cNvPr>
          <p:cNvSpPr/>
          <p:nvPr/>
        </p:nvSpPr>
        <p:spPr>
          <a:xfrm>
            <a:off x="8563759" y="3978055"/>
            <a:ext cx="936000"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442127" y="2175284"/>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6</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8969BC41-4F95-468B-E1B4-4B9034915CB9}"/>
              </a:ext>
            </a:extLst>
          </p:cNvPr>
          <p:cNvSpPr/>
          <p:nvPr/>
        </p:nvSpPr>
        <p:spPr>
          <a:xfrm>
            <a:off x="5398819" y="3978055"/>
            <a:ext cx="79200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9508B268-9D3E-E5C9-9EEE-0E5443FDAF01}"/>
              </a:ext>
            </a:extLst>
          </p:cNvPr>
          <p:cNvSpPr/>
          <p:nvPr/>
        </p:nvSpPr>
        <p:spPr>
          <a:xfrm>
            <a:off x="2237821" y="3061841"/>
            <a:ext cx="115200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96EB1D0F-0723-7545-46A5-B8284B713DA6}"/>
              </a:ext>
            </a:extLst>
          </p:cNvPr>
          <p:cNvSpPr/>
          <p:nvPr/>
        </p:nvSpPr>
        <p:spPr>
          <a:xfrm>
            <a:off x="3389821" y="3061841"/>
            <a:ext cx="2448000" cy="54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B34FFB96-E484-9F37-F5DF-229E630E5232}"/>
              </a:ext>
            </a:extLst>
          </p:cNvPr>
          <p:cNvSpPr txBox="1"/>
          <p:nvPr/>
        </p:nvSpPr>
        <p:spPr>
          <a:xfrm>
            <a:off x="5665214" y="2175284"/>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Tree>
    <p:extLst>
      <p:ext uri="{BB962C8B-B14F-4D97-AF65-F5344CB8AC3E}">
        <p14:creationId xmlns:p14="http://schemas.microsoft.com/office/powerpoint/2010/main" val="326126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a:ea typeface="游明朝"/>
              </a:rPr>
              <a:t>７</a:t>
            </a:r>
            <a:r>
              <a:rPr lang="en-US" altLang="ja-JP" dirty="0">
                <a:latin typeface="游明朝"/>
                <a:ea typeface="游明朝"/>
              </a:rPr>
              <a:t>. </a:t>
            </a:r>
            <a:r>
              <a:rPr lang="ja-JP" altLang="en-US" dirty="0">
                <a:latin typeface="游明朝"/>
                <a:ea typeface="游明朝"/>
              </a:rPr>
              <a:t>お見積もり</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620881956"/>
              </p:ext>
            </p:extLst>
          </p:nvPr>
        </p:nvGraphicFramePr>
        <p:xfrm>
          <a:off x="606000" y="865868"/>
          <a:ext cx="10980001" cy="4644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540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540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90</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540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540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0.90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900,000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54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54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540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798,000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540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3.52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3,748,000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a:ea typeface="游明朝"/>
              </a:rPr>
              <a:t>８</a:t>
            </a:r>
            <a:r>
              <a:rPr lang="en-US" altLang="ja-JP" dirty="0">
                <a:latin typeface="游明朝"/>
                <a:ea typeface="游明朝"/>
              </a:rPr>
              <a:t>.</a:t>
            </a:r>
            <a:r>
              <a:rPr lang="ja-JP" altLang="en-US" dirty="0">
                <a:latin typeface="游明朝"/>
                <a:ea typeface="游明朝"/>
              </a:rPr>
              <a:t> お見積もり前提条件</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lnSpcReduction="10000"/>
          </a:bodyPr>
          <a:lstStyle/>
          <a:p>
            <a:r>
              <a:rPr kumimoji="1" lang="ja-JP" altLang="en-US" b="0" u="none" dirty="0"/>
              <a:t>本資料記載の金額は、全て税抜となります。</a:t>
            </a:r>
            <a:endParaRPr kumimoji="1" lang="en-US" altLang="ja-JP" b="0" u="none" dirty="0"/>
          </a:p>
          <a:p>
            <a:r>
              <a:rPr lang="ja-JP" altLang="en-US" b="0" u="none" dirty="0"/>
              <a:t>お見積もりは、概算お見積もりのため、改めて正式にお見積もりさせていただきます。</a:t>
            </a:r>
            <a:endParaRPr kumimoji="1"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本稼働後の問合せ対応は、保守作業内で対応させていただきます。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r>
              <a:rPr lang="en-US" altLang="ja-JP" b="0" u="none" dirty="0"/>
              <a:t>AP</a:t>
            </a:r>
            <a:r>
              <a:rPr lang="ja-JP" altLang="en-US" b="0" u="none" dirty="0"/>
              <a:t>の移行先は、共通</a:t>
            </a:r>
            <a:r>
              <a:rPr lang="en-US" altLang="ja-JP" b="0" u="none" dirty="0"/>
              <a:t>WebLogic</a:t>
            </a:r>
            <a:r>
              <a:rPr lang="ja-JP" altLang="en-US" b="0" u="none" dirty="0">
                <a:latin typeface="游ゴシック"/>
                <a:ea typeface="游ゴシック"/>
              </a:rPr>
              <a:t>を想定しております。</a:t>
            </a:r>
            <a:endParaRPr kumimoji="1" lang="en-US" altLang="ja-JP" b="0" u="none" dirty="0"/>
          </a:p>
          <a:p>
            <a:r>
              <a:rPr kumimoji="1" lang="en-US" altLang="ja-JP" b="0" u="none" dirty="0">
                <a:latin typeface="游ゴシック"/>
                <a:ea typeface="游ゴシック"/>
              </a:rPr>
              <a:t>DB</a:t>
            </a:r>
            <a:r>
              <a:rPr kumimoji="1" lang="ja-JP" altLang="en-US" b="0" u="none" dirty="0">
                <a:latin typeface="游ゴシック"/>
                <a:ea typeface="游ゴシック"/>
              </a:rPr>
              <a:t>の移行先は、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lang="en-US" altLang="ja-JP" b="0" u="none" dirty="0">
              <a:latin typeface="游ゴシック"/>
              <a:ea typeface="游ゴシック"/>
            </a:endParaRPr>
          </a:p>
          <a:p>
            <a:r>
              <a:rPr lang="ja-JP" b="0" u="none" dirty="0">
                <a:latin typeface="游ゴシック"/>
                <a:ea typeface="游ゴシック"/>
                <a:cs typeface="+mn-ea"/>
              </a:rPr>
              <a:t>Azureのサーバ等は、案件開始時点で必要数分を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や業務変更などのプログラム改修は想定しておりません。</a:t>
            </a:r>
            <a:endParaRPr lang="en-US" altLang="ja-JP" b="0" u="none" dirty="0">
              <a:latin typeface="游ゴシック"/>
              <a:ea typeface="游ゴシック"/>
              <a:cs typeface="+mn-ea"/>
            </a:endParaRPr>
          </a:p>
          <a:p>
            <a:r>
              <a:rPr lang="ja-JP" altLang="en-US" b="0" u="none" dirty="0">
                <a:latin typeface="游ゴシック"/>
                <a:ea typeface="游ゴシック"/>
              </a:rPr>
              <a:t>動作確認でプログラム修正などが発生した場合は、</a:t>
            </a:r>
            <a:r>
              <a:rPr lang="en-US" altLang="ja-JP" b="0" u="none" dirty="0">
                <a:latin typeface="游ゴシック"/>
                <a:ea typeface="游ゴシック"/>
              </a:rPr>
              <a:t>DI</a:t>
            </a:r>
            <a:r>
              <a:rPr lang="ja-JP" altLang="en-US" b="0" u="none" dirty="0">
                <a:latin typeface="游ゴシック"/>
                <a:ea typeface="游ゴシック"/>
              </a:rPr>
              <a:t>部様へご相談の上、保守工数を使用して対応させていただきます。</a:t>
            </a:r>
            <a:endParaRPr lang="en-US" altLang="ja-JP" b="0" u="none" dirty="0">
              <a:latin typeface="游ゴシック"/>
              <a:ea typeface="游ゴシック"/>
            </a:endParaRPr>
          </a:p>
          <a:p>
            <a:r>
              <a:rPr lang="ja-JP" altLang="en-US" b="0" u="none" dirty="0">
                <a:latin typeface="游ゴシック"/>
                <a:ea typeface="游ゴシック"/>
              </a:rPr>
              <a:t>新本番環境での動作確認時に検証用と本番用どちらの</a:t>
            </a:r>
            <a:r>
              <a:rPr lang="en-US" altLang="ja-JP" b="0" u="none" dirty="0">
                <a:latin typeface="游ゴシック"/>
                <a:ea typeface="游ゴシック"/>
              </a:rPr>
              <a:t>API</a:t>
            </a:r>
            <a:r>
              <a:rPr lang="ja-JP" altLang="en-US" b="0" u="none" dirty="0">
                <a:latin typeface="游ゴシック"/>
                <a:ea typeface="游ゴシック"/>
              </a:rPr>
              <a:t>を使用するかは、改めてご相談させていただきます。</a:t>
            </a: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latin typeface="游ゴシック"/>
                <a:ea typeface="游ゴシック"/>
              </a:rPr>
              <a:t>担当：川名翔太、髙浦祐朗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latin typeface="游ゴシック"/>
                <a:ea typeface="游ゴシック"/>
              </a:rPr>
              <a:t>Mail</a:t>
            </a:r>
            <a:r>
              <a:rPr kumimoji="1" lang="ja-JP" altLang="en-US" dirty="0">
                <a:latin typeface="游ゴシック"/>
                <a:ea typeface="游ゴシック"/>
              </a:rPr>
              <a:t>：</a:t>
            </a:r>
            <a:r>
              <a:rPr lang="en-US" altLang="ja-JP" dirty="0"/>
              <a:t>syouta.kawana@system-exe.jp</a:t>
            </a:r>
            <a:endParaRPr kumimoji="1" lang="en-US" altLang="ja-JP" dirty="0">
              <a:latin typeface="游ゴシック"/>
              <a:ea typeface="游ゴシック"/>
            </a:endParaRPr>
          </a:p>
          <a:p>
            <a:r>
              <a:rPr lang="ja-JP" altLang="en-US" dirty="0">
                <a:latin typeface="游ゴシック"/>
                <a:ea typeface="游ゴシック"/>
              </a:rPr>
              <a:t>　　　</a:t>
            </a:r>
            <a:r>
              <a:rPr kumimoji="1" lang="en-US" altLang="ja-JP" dirty="0">
                <a:latin typeface="游ゴシック"/>
                <a:ea typeface="游ゴシック"/>
              </a:rPr>
              <a:t>masaaki.takaura@system-exe.jp</a:t>
            </a:r>
            <a:endParaRPr kumimoji="1" lang="ja-JP" altLang="en-US" dirty="0">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9</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C55A376-34B7-433D-8E74-80A8472DC6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3.xml><?xml version="1.0" encoding="utf-8"?>
<ds:datastoreItem xmlns:ds="http://schemas.openxmlformats.org/officeDocument/2006/customXml" ds:itemID="{04C728C5-B22A-42B4-8163-E4A5D49941FF}">
  <ds:schemaRefs>
    <ds:schemaRef ds:uri="http://purl.org/dc/dcmitype/"/>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http://purl.org/dc/terms/"/>
    <ds:schemaRef ds:uri="http://schemas.microsoft.com/office/2006/documentManagement/types"/>
    <ds:schemaRef ds:uri="2fd442da-66a9-4fa6-ba31-eb0d54ad1381"/>
    <ds:schemaRef ds:uri="http://purl.org/dc/elements/1.1/"/>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330</TotalTime>
  <Words>1879</Words>
  <Application>Microsoft Office PowerPoint</Application>
  <PresentationFormat>ワイド画面</PresentationFormat>
  <Paragraphs>199</Paragraphs>
  <Slides>10</Slides>
  <Notes>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10</vt:i4>
      </vt:variant>
    </vt:vector>
  </HeadingPairs>
  <TitlesOfParts>
    <vt:vector size="18" baseType="lpstr">
      <vt:lpstr>Yu Gothic</vt:lpstr>
      <vt:lpstr>Yu Gothic</vt:lpstr>
      <vt:lpstr>Yu Gothic Medium</vt:lpstr>
      <vt:lpstr>游明朝</vt:lpstr>
      <vt:lpstr>Arial</vt:lpstr>
      <vt:lpstr>Calibri</vt:lpstr>
      <vt:lpstr>Wingdings</vt:lpstr>
      <vt:lpstr>Office テーマ</vt:lpstr>
      <vt:lpstr>概算お見積もり(第1.1版）</vt:lpstr>
      <vt:lpstr>１. プロジェクトの背景と目的</vt:lpstr>
      <vt:lpstr>２. お見積り範囲</vt:lpstr>
      <vt:lpstr>３. 想定している作業内容と成果物</vt:lpstr>
      <vt:lpstr>４. 機能数と作業範囲</vt:lpstr>
      <vt:lpstr>５. 体制</vt:lpstr>
      <vt:lpstr>６. スケジュール</vt:lpstr>
      <vt:lpstr>７. お見積もり</vt:lpstr>
      <vt:lpstr>８.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川名翔太</cp:lastModifiedBy>
  <cp:revision>41</cp:revision>
  <dcterms:created xsi:type="dcterms:W3CDTF">2021-02-05T06:36:21Z</dcterms:created>
  <dcterms:modified xsi:type="dcterms:W3CDTF">2025-08-08T04:11:36Z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