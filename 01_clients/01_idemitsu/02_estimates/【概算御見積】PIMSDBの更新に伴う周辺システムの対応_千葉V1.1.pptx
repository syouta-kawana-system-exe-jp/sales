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714" r:id="rId5"/>
    <p:sldId id="934" r:id="rId6"/>
    <p:sldId id="941" r:id="rId7"/>
    <p:sldId id="927" r:id="rId8"/>
    <p:sldId id="766" r:id="rId9"/>
    <p:sldId id="929" r:id="rId10"/>
    <p:sldId id="940" r:id="rId11"/>
    <p:sldId id="765" r:id="rId12"/>
    <p:sldId id="942" r:id="rId13"/>
    <p:sldId id="923" r:id="rId14"/>
    <p:sldId id="943" r:id="rId15"/>
    <p:sldId id="7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5EDEE"/>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9AC56-5F9C-495C-8544-1AC58B06B76B}" v="2" dt="2025-07-11T04:22:28.002"/>
    <p1510:client id="{CE824505-973F-40DC-9691-7F96307F4E74}" v="7" dt="2025-07-11T07:46:06.72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2" autoAdjust="0"/>
    <p:restoredTop sz="94660"/>
  </p:normalViewPr>
  <p:slideViewPr>
    <p:cSldViewPr snapToGrid="0">
      <p:cViewPr varScale="1">
        <p:scale>
          <a:sx n="107" d="100"/>
          <a:sy n="107" d="100"/>
        </p:scale>
        <p:origin x="18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9469AC56-5F9C-495C-8544-1AC58B06B76B}"/>
    <pc:docChg chg="undo custSel modSld">
      <pc:chgData name="石井徹" userId="bd567184-c19d-4717-9194-a1e548d2dddf" providerId="ADAL" clId="{9469AC56-5F9C-495C-8544-1AC58B06B76B}" dt="2025-07-11T04:22:28.002" v="112"/>
      <pc:docMkLst>
        <pc:docMk/>
      </pc:docMkLst>
      <pc:sldChg chg="modSp mod">
        <pc:chgData name="石井徹" userId="bd567184-c19d-4717-9194-a1e548d2dddf" providerId="ADAL" clId="{9469AC56-5F9C-495C-8544-1AC58B06B76B}" dt="2025-07-11T04:22:18.965" v="111" actId="20577"/>
        <pc:sldMkLst>
          <pc:docMk/>
          <pc:sldMk cId="3201888243" sldId="714"/>
        </pc:sldMkLst>
        <pc:spChg chg="mod">
          <ac:chgData name="石井徹" userId="bd567184-c19d-4717-9194-a1e548d2dddf" providerId="ADAL" clId="{9469AC56-5F9C-495C-8544-1AC58B06B76B}" dt="2025-07-10T06:17:22.937" v="69" actId="20577"/>
          <ac:spMkLst>
            <pc:docMk/>
            <pc:sldMk cId="3201888243" sldId="714"/>
            <ac:spMk id="2" creationId="{B808C4E1-CAC4-709D-39C2-7E63198F1A78}"/>
          </ac:spMkLst>
        </pc:spChg>
        <pc:spChg chg="mod">
          <ac:chgData name="石井徹" userId="bd567184-c19d-4717-9194-a1e548d2dddf" providerId="ADAL" clId="{9469AC56-5F9C-495C-8544-1AC58B06B76B}" dt="2025-07-11T04:22:18.965" v="111" actId="20577"/>
          <ac:spMkLst>
            <pc:docMk/>
            <pc:sldMk cId="3201888243" sldId="714"/>
            <ac:spMk id="3" creationId="{00000000-0000-0000-0000-000000000000}"/>
          </ac:spMkLst>
        </pc:spChg>
      </pc:sldChg>
      <pc:sldChg chg="modSp mod">
        <pc:chgData name="石井徹" userId="bd567184-c19d-4717-9194-a1e548d2dddf" providerId="ADAL" clId="{9469AC56-5F9C-495C-8544-1AC58B06B76B}" dt="2025-07-10T06:18:17.223" v="97" actId="20577"/>
        <pc:sldMkLst>
          <pc:docMk/>
          <pc:sldMk cId="1395438993" sldId="765"/>
        </pc:sldMkLst>
        <pc:spChg chg="mod">
          <ac:chgData name="石井徹" userId="bd567184-c19d-4717-9194-a1e548d2dddf" providerId="ADAL" clId="{9469AC56-5F9C-495C-8544-1AC58B06B76B}" dt="2025-07-10T06:18:17.223" v="97" actId="20577"/>
          <ac:spMkLst>
            <pc:docMk/>
            <pc:sldMk cId="1395438993" sldId="765"/>
            <ac:spMk id="5" creationId="{D2781ADA-8500-0BAE-2B15-37819E39CA51}"/>
          </ac:spMkLst>
        </pc:spChg>
      </pc:sldChg>
      <pc:sldChg chg="modSp mod">
        <pc:chgData name="石井徹" userId="bd567184-c19d-4717-9194-a1e548d2dddf" providerId="ADAL" clId="{9469AC56-5F9C-495C-8544-1AC58B06B76B}" dt="2025-07-10T06:17:56.508" v="85" actId="20577"/>
        <pc:sldMkLst>
          <pc:docMk/>
          <pc:sldMk cId="3560606343" sldId="766"/>
        </pc:sldMkLst>
        <pc:spChg chg="mod">
          <ac:chgData name="石井徹" userId="bd567184-c19d-4717-9194-a1e548d2dddf" providerId="ADAL" clId="{9469AC56-5F9C-495C-8544-1AC58B06B76B}" dt="2025-07-10T06:17:56.508" v="85" actId="20577"/>
          <ac:spMkLst>
            <pc:docMk/>
            <pc:sldMk cId="3560606343" sldId="766"/>
            <ac:spMk id="7" creationId="{07A92D67-4F0A-B547-09D2-5372BD30739C}"/>
          </ac:spMkLst>
        </pc:spChg>
        <pc:spChg chg="mod">
          <ac:chgData name="石井徹" userId="bd567184-c19d-4717-9194-a1e548d2dddf" providerId="ADAL" clId="{9469AC56-5F9C-495C-8544-1AC58B06B76B}" dt="2025-07-10T02:33:08.470" v="12" actId="14100"/>
          <ac:spMkLst>
            <pc:docMk/>
            <pc:sldMk cId="3560606343" sldId="766"/>
            <ac:spMk id="12" creationId="{89D44248-7E62-420A-ABC1-1DB250A810A3}"/>
          </ac:spMkLst>
        </pc:spChg>
        <pc:spChg chg="mod">
          <ac:chgData name="石井徹" userId="bd567184-c19d-4717-9194-a1e548d2dddf" providerId="ADAL" clId="{9469AC56-5F9C-495C-8544-1AC58B06B76B}" dt="2025-07-10T02:33:12.537" v="13" actId="14100"/>
          <ac:spMkLst>
            <pc:docMk/>
            <pc:sldMk cId="3560606343" sldId="766"/>
            <ac:spMk id="17" creationId="{8470FB5A-A365-9392-0DA9-C8155DB8CE04}"/>
          </ac:spMkLst>
        </pc:spChg>
        <pc:spChg chg="mod">
          <ac:chgData name="石井徹" userId="bd567184-c19d-4717-9194-a1e548d2dddf" providerId="ADAL" clId="{9469AC56-5F9C-495C-8544-1AC58B06B76B}" dt="2025-07-10T02:42:53.453" v="63" actId="1076"/>
          <ac:spMkLst>
            <pc:docMk/>
            <pc:sldMk cId="3560606343" sldId="766"/>
            <ac:spMk id="18" creationId="{7D8758E2-AF41-662C-8D51-9724F1F91AC4}"/>
          </ac:spMkLst>
        </pc:spChg>
        <pc:spChg chg="mod">
          <ac:chgData name="石井徹" userId="bd567184-c19d-4717-9194-a1e548d2dddf" providerId="ADAL" clId="{9469AC56-5F9C-495C-8544-1AC58B06B76B}" dt="2025-07-10T02:33:16.420" v="14" actId="1076"/>
          <ac:spMkLst>
            <pc:docMk/>
            <pc:sldMk cId="3560606343" sldId="766"/>
            <ac:spMk id="19" creationId="{3E0D334D-4031-2B86-0587-43C9B6874D61}"/>
          </ac:spMkLst>
        </pc:spChg>
        <pc:spChg chg="mod">
          <ac:chgData name="石井徹" userId="bd567184-c19d-4717-9194-a1e548d2dddf" providerId="ADAL" clId="{9469AC56-5F9C-495C-8544-1AC58B06B76B}" dt="2025-07-10T02:34:16.196" v="22" actId="20577"/>
          <ac:spMkLst>
            <pc:docMk/>
            <pc:sldMk cId="3560606343" sldId="766"/>
            <ac:spMk id="20" creationId="{3D77E4B4-4D4E-36F7-3776-E8AC78B93A11}"/>
          </ac:spMkLst>
        </pc:spChg>
        <pc:spChg chg="mod">
          <ac:chgData name="石井徹" userId="bd567184-c19d-4717-9194-a1e548d2dddf" providerId="ADAL" clId="{9469AC56-5F9C-495C-8544-1AC58B06B76B}" dt="2025-07-10T02:35:00.191" v="38" actId="20577"/>
          <ac:spMkLst>
            <pc:docMk/>
            <pc:sldMk cId="3560606343" sldId="766"/>
            <ac:spMk id="22" creationId="{DC66EEAC-DFDA-3B1F-80F2-809DB926D8D4}"/>
          </ac:spMkLst>
        </pc:spChg>
        <pc:spChg chg="mod">
          <ac:chgData name="石井徹" userId="bd567184-c19d-4717-9194-a1e548d2dddf" providerId="ADAL" clId="{9469AC56-5F9C-495C-8544-1AC58B06B76B}" dt="2025-07-10T02:34:46.003" v="31" actId="20577"/>
          <ac:spMkLst>
            <pc:docMk/>
            <pc:sldMk cId="3560606343" sldId="766"/>
            <ac:spMk id="23" creationId="{8E6A0D92-5A95-DC4A-48BF-CFB999EFA42C}"/>
          </ac:spMkLst>
        </pc:spChg>
        <pc:spChg chg="mod">
          <ac:chgData name="石井徹" userId="bd567184-c19d-4717-9194-a1e548d2dddf" providerId="ADAL" clId="{9469AC56-5F9C-495C-8544-1AC58B06B76B}" dt="2025-07-10T02:35:12.532" v="41" actId="20577"/>
          <ac:spMkLst>
            <pc:docMk/>
            <pc:sldMk cId="3560606343" sldId="766"/>
            <ac:spMk id="24" creationId="{F046CBB6-6C0F-984C-F968-061C8A1398A1}"/>
          </ac:spMkLst>
        </pc:spChg>
        <pc:spChg chg="mod">
          <ac:chgData name="石井徹" userId="bd567184-c19d-4717-9194-a1e548d2dddf" providerId="ADAL" clId="{9469AC56-5F9C-495C-8544-1AC58B06B76B}" dt="2025-07-10T02:33:02.214" v="11" actId="14100"/>
          <ac:spMkLst>
            <pc:docMk/>
            <pc:sldMk cId="3560606343" sldId="766"/>
            <ac:spMk id="69" creationId="{C0C98577-4626-460F-9C28-155F32522D99}"/>
          </ac:spMkLst>
        </pc:spChg>
        <pc:spChg chg="mod">
          <ac:chgData name="石井徹" userId="bd567184-c19d-4717-9194-a1e548d2dddf" providerId="ADAL" clId="{9469AC56-5F9C-495C-8544-1AC58B06B76B}" dt="2025-07-10T02:32:42.136" v="6" actId="14100"/>
          <ac:spMkLst>
            <pc:docMk/>
            <pc:sldMk cId="3560606343" sldId="766"/>
            <ac:spMk id="70" creationId="{52116367-2110-4948-AAA1-62909B092BBB}"/>
          </ac:spMkLst>
        </pc:spChg>
      </pc:sldChg>
      <pc:sldChg chg="modSp mod">
        <pc:chgData name="石井徹" userId="bd567184-c19d-4717-9194-a1e548d2dddf" providerId="ADAL" clId="{9469AC56-5F9C-495C-8544-1AC58B06B76B}" dt="2025-07-11T04:22:28.002" v="112"/>
        <pc:sldMkLst>
          <pc:docMk/>
          <pc:sldMk cId="2410374903" sldId="767"/>
        </pc:sldMkLst>
        <pc:spChg chg="mod">
          <ac:chgData name="石井徹" userId="bd567184-c19d-4717-9194-a1e548d2dddf" providerId="ADAL" clId="{9469AC56-5F9C-495C-8544-1AC58B06B76B}" dt="2025-07-11T04:22:28.002" v="112"/>
          <ac:spMkLst>
            <pc:docMk/>
            <pc:sldMk cId="2410374903" sldId="767"/>
            <ac:spMk id="5" creationId="{97E6FBE8-190C-40F0-AA01-14695A77D734}"/>
          </ac:spMkLst>
        </pc:spChg>
      </pc:sldChg>
      <pc:sldChg chg="modSp mod">
        <pc:chgData name="石井徹" userId="bd567184-c19d-4717-9194-a1e548d2dddf" providerId="ADAL" clId="{9469AC56-5F9C-495C-8544-1AC58B06B76B}" dt="2025-07-10T02:40:14.880" v="60" actId="20577"/>
        <pc:sldMkLst>
          <pc:docMk/>
          <pc:sldMk cId="2453405637" sldId="923"/>
        </pc:sldMkLst>
        <pc:graphicFrameChg chg="modGraphic">
          <ac:chgData name="石井徹" userId="bd567184-c19d-4717-9194-a1e548d2dddf" providerId="ADAL" clId="{9469AC56-5F9C-495C-8544-1AC58B06B76B}" dt="2025-07-10T02:40:14.880" v="60" actId="20577"/>
          <ac:graphicFrameMkLst>
            <pc:docMk/>
            <pc:sldMk cId="2453405637" sldId="923"/>
            <ac:graphicFrameMk id="9" creationId="{BBA8B256-12B2-6E8C-50F9-31564ECC0266}"/>
          </ac:graphicFrameMkLst>
        </pc:graphicFrameChg>
      </pc:sldChg>
      <pc:sldChg chg="modSp mod">
        <pc:chgData name="石井徹" userId="bd567184-c19d-4717-9194-a1e548d2dddf" providerId="ADAL" clId="{9469AC56-5F9C-495C-8544-1AC58B06B76B}" dt="2025-07-10T06:17:47.555" v="81" actId="20577"/>
        <pc:sldMkLst>
          <pc:docMk/>
          <pc:sldMk cId="286748565" sldId="927"/>
        </pc:sldMkLst>
        <pc:spChg chg="mod">
          <ac:chgData name="石井徹" userId="bd567184-c19d-4717-9194-a1e548d2dddf" providerId="ADAL" clId="{9469AC56-5F9C-495C-8544-1AC58B06B76B}" dt="2025-07-10T06:17:47.555" v="81" actId="20577"/>
          <ac:spMkLst>
            <pc:docMk/>
            <pc:sldMk cId="286748565" sldId="927"/>
            <ac:spMk id="3" creationId="{00000000-0000-0000-0000-000000000000}"/>
          </ac:spMkLst>
        </pc:spChg>
      </pc:sldChg>
      <pc:sldChg chg="modSp mod">
        <pc:chgData name="石井徹" userId="bd567184-c19d-4717-9194-a1e548d2dddf" providerId="ADAL" clId="{9469AC56-5F9C-495C-8544-1AC58B06B76B}" dt="2025-07-10T06:18:04.191" v="89" actId="20577"/>
        <pc:sldMkLst>
          <pc:docMk/>
          <pc:sldMk cId="2399073518" sldId="929"/>
        </pc:sldMkLst>
        <pc:spChg chg="mod">
          <ac:chgData name="石井徹" userId="bd567184-c19d-4717-9194-a1e548d2dddf" providerId="ADAL" clId="{9469AC56-5F9C-495C-8544-1AC58B06B76B}" dt="2025-07-10T06:18:04.191" v="89" actId="20577"/>
          <ac:spMkLst>
            <pc:docMk/>
            <pc:sldMk cId="2399073518" sldId="929"/>
            <ac:spMk id="3" creationId="{00000000-0000-0000-0000-000000000000}"/>
          </ac:spMkLst>
        </pc:spChg>
      </pc:sldChg>
      <pc:sldChg chg="modSp mod">
        <pc:chgData name="石井徹" userId="bd567184-c19d-4717-9194-a1e548d2dddf" providerId="ADAL" clId="{9469AC56-5F9C-495C-8544-1AC58B06B76B}" dt="2025-07-10T06:17:31.793" v="73" actId="20577"/>
        <pc:sldMkLst>
          <pc:docMk/>
          <pc:sldMk cId="792472682" sldId="934"/>
        </pc:sldMkLst>
        <pc:spChg chg="mod">
          <ac:chgData name="石井徹" userId="bd567184-c19d-4717-9194-a1e548d2dddf" providerId="ADAL" clId="{9469AC56-5F9C-495C-8544-1AC58B06B76B}" dt="2025-07-10T06:17:31.793" v="73" actId="20577"/>
          <ac:spMkLst>
            <pc:docMk/>
            <pc:sldMk cId="792472682" sldId="934"/>
            <ac:spMk id="12" creationId="{FB9395C0-3B33-2DF1-D93D-2AF5019AB575}"/>
          </ac:spMkLst>
        </pc:spChg>
      </pc:sldChg>
      <pc:sldChg chg="modSp mod">
        <pc:chgData name="石井徹" userId="bd567184-c19d-4717-9194-a1e548d2dddf" providerId="ADAL" clId="{9469AC56-5F9C-495C-8544-1AC58B06B76B}" dt="2025-07-10T06:18:10.454" v="93" actId="20577"/>
        <pc:sldMkLst>
          <pc:docMk/>
          <pc:sldMk cId="3230787738" sldId="940"/>
        </pc:sldMkLst>
        <pc:spChg chg="mod">
          <ac:chgData name="石井徹" userId="bd567184-c19d-4717-9194-a1e548d2dddf" providerId="ADAL" clId="{9469AC56-5F9C-495C-8544-1AC58B06B76B}" dt="2025-07-10T06:18:10.454" v="93" actId="20577"/>
          <ac:spMkLst>
            <pc:docMk/>
            <pc:sldMk cId="3230787738" sldId="940"/>
            <ac:spMk id="5" creationId="{D2781ADA-8500-0BAE-2B15-37819E39CA51}"/>
          </ac:spMkLst>
        </pc:spChg>
      </pc:sldChg>
      <pc:sldChg chg="modSp mod">
        <pc:chgData name="石井徹" userId="bd567184-c19d-4717-9194-a1e548d2dddf" providerId="ADAL" clId="{9469AC56-5F9C-495C-8544-1AC58B06B76B}" dt="2025-07-10T06:17:38.674" v="77" actId="20577"/>
        <pc:sldMkLst>
          <pc:docMk/>
          <pc:sldMk cId="224871382" sldId="941"/>
        </pc:sldMkLst>
        <pc:spChg chg="mod">
          <ac:chgData name="石井徹" userId="bd567184-c19d-4717-9194-a1e548d2dddf" providerId="ADAL" clId="{9469AC56-5F9C-495C-8544-1AC58B06B76B}" dt="2025-07-10T06:17:38.674" v="77" actId="20577"/>
          <ac:spMkLst>
            <pc:docMk/>
            <pc:sldMk cId="224871382" sldId="941"/>
            <ac:spMk id="30" creationId="{67BF35A6-89A9-CCA6-81CA-071B8A3D2D35}"/>
          </ac:spMkLst>
        </pc:spChg>
      </pc:sldChg>
      <pc:sldChg chg="modSp mod">
        <pc:chgData name="石井徹" userId="bd567184-c19d-4717-9194-a1e548d2dddf" providerId="ADAL" clId="{9469AC56-5F9C-495C-8544-1AC58B06B76B}" dt="2025-07-10T06:18:23.707" v="101" actId="20577"/>
        <pc:sldMkLst>
          <pc:docMk/>
          <pc:sldMk cId="1134005045" sldId="942"/>
        </pc:sldMkLst>
        <pc:spChg chg="mod">
          <ac:chgData name="石井徹" userId="bd567184-c19d-4717-9194-a1e548d2dddf" providerId="ADAL" clId="{9469AC56-5F9C-495C-8544-1AC58B06B76B}" dt="2025-07-10T06:18:23.707" v="101" actId="20577"/>
          <ac:spMkLst>
            <pc:docMk/>
            <pc:sldMk cId="1134005045" sldId="942"/>
            <ac:spMk id="5" creationId="{C6E4EA66-FF2A-1845-AD4F-F560C4359FDE}"/>
          </ac:spMkLst>
        </pc:spChg>
        <pc:graphicFrameChg chg="modGraphic">
          <ac:chgData name="石井徹" userId="bd567184-c19d-4717-9194-a1e548d2dddf" providerId="ADAL" clId="{9469AC56-5F9C-495C-8544-1AC58B06B76B}" dt="2025-07-10T02:36:12.372" v="46" actId="20577"/>
          <ac:graphicFrameMkLst>
            <pc:docMk/>
            <pc:sldMk cId="1134005045" sldId="942"/>
            <ac:graphicFrameMk id="7" creationId="{C2D8386A-4FC1-438A-A2A3-47070AF36BB7}"/>
          </ac:graphicFrameMkLst>
        </pc:graphicFrameChg>
      </pc:sldChg>
      <pc:sldChg chg="modSp mod">
        <pc:chgData name="石井徹" userId="bd567184-c19d-4717-9194-a1e548d2dddf" providerId="ADAL" clId="{9469AC56-5F9C-495C-8544-1AC58B06B76B}" dt="2025-07-10T06:26:31.207" v="103" actId="20577"/>
        <pc:sldMkLst>
          <pc:docMk/>
          <pc:sldMk cId="1436132814" sldId="943"/>
        </pc:sldMkLst>
        <pc:spChg chg="mod">
          <ac:chgData name="石井徹" userId="bd567184-c19d-4717-9194-a1e548d2dddf" providerId="ADAL" clId="{9469AC56-5F9C-495C-8544-1AC58B06B76B}" dt="2025-07-10T06:26:31.207" v="103" actId="20577"/>
          <ac:spMkLst>
            <pc:docMk/>
            <pc:sldMk cId="1436132814" sldId="943"/>
            <ac:spMk id="5" creationId="{34653DF5-E3AA-EC82-C0D8-82695EEE651D}"/>
          </ac:spMkLst>
        </pc:spChg>
        <pc:graphicFrameChg chg="modGraphic">
          <ac:chgData name="石井徹" userId="bd567184-c19d-4717-9194-a1e548d2dddf" providerId="ADAL" clId="{9469AC56-5F9C-495C-8544-1AC58B06B76B}" dt="2025-07-10T02:41:37.479" v="62" actId="20577"/>
          <ac:graphicFrameMkLst>
            <pc:docMk/>
            <pc:sldMk cId="1436132814" sldId="943"/>
            <ac:graphicFrameMk id="9" creationId="{06260147-ACF4-24E6-2311-33100F38EF78}"/>
          </ac:graphicFrameMkLst>
        </pc:graphicFrameChg>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ldChg>
      <pc:sldChg chg="modSp">
        <pc:chgData name="野村康二" userId="S::kouji.nomura@system-exe.jp::acaa808a-f809-4ef9-8028-a2ce14b82415" providerId="AD" clId="Web-{82483AF7-0EE6-A63D-7784-04ACD301D2C7}" dt="2025-04-11T08:24:01.045" v="15"/>
        <pc:sldMkLst>
          <pc:docMk/>
          <pc:sldMk cId="3230787738" sldId="940"/>
        </pc:sldMkLst>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1T04:44:13.616" v="848" actId="20577"/>
      <pc:docMkLst>
        <pc:docMk/>
      </pc:docMkLst>
      <pc:sldChg chg="modSp mod">
        <pc:chgData name="石井徹" userId="bd567184-c19d-4717-9194-a1e548d2dddf" providerId="ADAL" clId="{A6E109B0-45E6-40CB-804F-26263FA2468D}" dt="2025-06-11T04:30:20.005" v="392" actId="20577"/>
        <pc:sldMkLst>
          <pc:docMk/>
          <pc:sldMk cId="1395438993" sldId="765"/>
        </pc:sldMkLst>
        <pc:spChg chg="mod">
          <ac:chgData name="石井徹" userId="bd567184-c19d-4717-9194-a1e548d2dddf" providerId="ADAL" clId="{A6E109B0-45E6-40CB-804F-26263FA2468D}" dt="2025-06-11T04:29:43.997" v="372" actId="20577"/>
          <ac:spMkLst>
            <pc:docMk/>
            <pc:sldMk cId="1395438993" sldId="765"/>
            <ac:spMk id="5" creationId="{D2781ADA-8500-0BAE-2B15-37819E39CA51}"/>
          </ac:spMkLst>
        </pc:spChg>
        <pc:graphicFrameChg chg="mod modGraphic">
          <ac:chgData name="石井徹" userId="bd567184-c19d-4717-9194-a1e548d2dddf" providerId="ADAL" clId="{A6E109B0-45E6-40CB-804F-26263FA2468D}" dt="2025-06-11T04:30:20.005" v="392" actId="20577"/>
          <ac:graphicFrameMkLst>
            <pc:docMk/>
            <pc:sldMk cId="1395438993" sldId="765"/>
            <ac:graphicFrameMk id="7" creationId="{2864E947-18B0-4839-AED3-D416F628DDF0}"/>
          </ac:graphicFrameMkLst>
        </pc:graphicFrameChg>
      </pc:sldChg>
      <pc:sldChg chg="addSp delSp modSp mod">
        <pc:chgData name="石井徹" userId="bd567184-c19d-4717-9194-a1e548d2dddf" providerId="ADAL" clId="{A6E109B0-45E6-40CB-804F-26263FA2468D}" dt="2025-06-11T04:41:34.061" v="760" actId="14100"/>
        <pc:sldMkLst>
          <pc:docMk/>
          <pc:sldMk cId="3560606343" sldId="766"/>
        </pc:sldMkLst>
        <pc:spChg chg="mod">
          <ac:chgData name="石井徹" userId="bd567184-c19d-4717-9194-a1e548d2dddf" providerId="ADAL" clId="{A6E109B0-45E6-40CB-804F-26263FA2468D}" dt="2025-06-11T03:58:10.547" v="111" actId="14100"/>
          <ac:spMkLst>
            <pc:docMk/>
            <pc:sldMk cId="3560606343" sldId="766"/>
            <ac:spMk id="3" creationId="{AF8A347B-628C-F969-7577-C80ACEACF986}"/>
          </ac:spMkLst>
        </pc:spChg>
        <pc:spChg chg="mod">
          <ac:chgData name="石井徹" userId="bd567184-c19d-4717-9194-a1e548d2dddf" providerId="ADAL" clId="{A6E109B0-45E6-40CB-804F-26263FA2468D}" dt="2025-06-11T03:57:13.516" v="67" actId="1036"/>
          <ac:spMkLst>
            <pc:docMk/>
            <pc:sldMk cId="3560606343" sldId="766"/>
            <ac:spMk id="4" creationId="{BBB2E929-38FA-CD74-16BC-7AB53931C78A}"/>
          </ac:spMkLst>
        </pc:spChg>
        <pc:spChg chg="mod">
          <ac:chgData name="石井徹" userId="bd567184-c19d-4717-9194-a1e548d2dddf" providerId="ADAL" clId="{A6E109B0-45E6-40CB-804F-26263FA2468D}" dt="2025-06-11T03:57:13.516" v="67" actId="1036"/>
          <ac:spMkLst>
            <pc:docMk/>
            <pc:sldMk cId="3560606343" sldId="766"/>
            <ac:spMk id="5" creationId="{A46D36D2-65E5-D5A3-2501-9B26B55D7DFA}"/>
          </ac:spMkLst>
        </pc:spChg>
        <pc:spChg chg="mod">
          <ac:chgData name="石井徹" userId="bd567184-c19d-4717-9194-a1e548d2dddf" providerId="ADAL" clId="{A6E109B0-45E6-40CB-804F-26263FA2468D}" dt="2025-06-11T04:29:23.091" v="359" actId="20577"/>
          <ac:spMkLst>
            <pc:docMk/>
            <pc:sldMk cId="3560606343" sldId="766"/>
            <ac:spMk id="7" creationId="{07A92D67-4F0A-B547-09D2-5372BD30739C}"/>
          </ac:spMkLst>
        </pc:spChg>
        <pc:spChg chg="mod">
          <ac:chgData name="石井徹" userId="bd567184-c19d-4717-9194-a1e548d2dddf" providerId="ADAL" clId="{A6E109B0-45E6-40CB-804F-26263FA2468D}" dt="2025-06-11T03:57:13.516" v="67" actId="1036"/>
          <ac:spMkLst>
            <pc:docMk/>
            <pc:sldMk cId="3560606343" sldId="766"/>
            <ac:spMk id="9" creationId="{6D94B978-DE8C-05CC-5B98-C943643A0BFF}"/>
          </ac:spMkLst>
        </pc:spChg>
        <pc:spChg chg="mod">
          <ac:chgData name="石井徹" userId="bd567184-c19d-4717-9194-a1e548d2dddf" providerId="ADAL" clId="{A6E109B0-45E6-40CB-804F-26263FA2468D}" dt="2025-06-11T04:25:05.198" v="205" actId="1076"/>
          <ac:spMkLst>
            <pc:docMk/>
            <pc:sldMk cId="3560606343" sldId="766"/>
            <ac:spMk id="10" creationId="{916452E6-D222-3049-1E3B-3D45A9B14CAC}"/>
          </ac:spMkLst>
        </pc:spChg>
        <pc:spChg chg="mod">
          <ac:chgData name="石井徹" userId="bd567184-c19d-4717-9194-a1e548d2dddf" providerId="ADAL" clId="{A6E109B0-45E6-40CB-804F-26263FA2468D}" dt="2025-06-11T04:41:30.305" v="759" actId="14100"/>
          <ac:spMkLst>
            <pc:docMk/>
            <pc:sldMk cId="3560606343" sldId="766"/>
            <ac:spMk id="12" creationId="{89D44248-7E62-420A-ABC1-1DB250A810A3}"/>
          </ac:spMkLst>
        </pc:spChg>
        <pc:spChg chg="add mod">
          <ac:chgData name="石井徹" userId="bd567184-c19d-4717-9194-a1e548d2dddf" providerId="ADAL" clId="{A6E109B0-45E6-40CB-804F-26263FA2468D}" dt="2025-06-11T03:59:20.526" v="143" actId="14100"/>
          <ac:spMkLst>
            <pc:docMk/>
            <pc:sldMk cId="3560606343" sldId="766"/>
            <ac:spMk id="17" creationId="{8470FB5A-A365-9392-0DA9-C8155DB8CE04}"/>
          </ac:spMkLst>
        </pc:spChg>
        <pc:spChg chg="add mod">
          <ac:chgData name="石井徹" userId="bd567184-c19d-4717-9194-a1e548d2dddf" providerId="ADAL" clId="{A6E109B0-45E6-40CB-804F-26263FA2468D}" dt="2025-06-11T04:41:27.260" v="758" actId="1076"/>
          <ac:spMkLst>
            <pc:docMk/>
            <pc:sldMk cId="3560606343" sldId="766"/>
            <ac:spMk id="18" creationId="{7D8758E2-AF41-662C-8D51-9724F1F91AC4}"/>
          </ac:spMkLst>
        </pc:spChg>
        <pc:spChg chg="add mod">
          <ac:chgData name="石井徹" userId="bd567184-c19d-4717-9194-a1e548d2dddf" providerId="ADAL" clId="{A6E109B0-45E6-40CB-804F-26263FA2468D}" dt="2025-06-11T04:41:22.905" v="757" actId="1076"/>
          <ac:spMkLst>
            <pc:docMk/>
            <pc:sldMk cId="3560606343" sldId="766"/>
            <ac:spMk id="19" creationId="{3E0D334D-4031-2B86-0587-43C9B6874D61}"/>
          </ac:spMkLst>
        </pc:spChg>
        <pc:spChg chg="add mod">
          <ac:chgData name="石井徹" userId="bd567184-c19d-4717-9194-a1e548d2dddf" providerId="ADAL" clId="{A6E109B0-45E6-40CB-804F-26263FA2468D}" dt="2025-06-11T04:26:02.409" v="212" actId="1037"/>
          <ac:spMkLst>
            <pc:docMk/>
            <pc:sldMk cId="3560606343" sldId="766"/>
            <ac:spMk id="20" creationId="{3D77E4B4-4D4E-36F7-3776-E8AC78B93A11}"/>
          </ac:spMkLst>
        </pc:spChg>
        <pc:spChg chg="mod">
          <ac:chgData name="石井徹" userId="bd567184-c19d-4717-9194-a1e548d2dddf" providerId="ADAL" clId="{A6E109B0-45E6-40CB-804F-26263FA2468D}" dt="2025-06-11T03:58:56.027" v="137" actId="14100"/>
          <ac:spMkLst>
            <pc:docMk/>
            <pc:sldMk cId="3560606343" sldId="766"/>
            <ac:spMk id="21" creationId="{59038B22-3B66-CD3E-AF5C-C94C0B8AF7C4}"/>
          </ac:spMkLst>
        </pc:spChg>
        <pc:spChg chg="mod">
          <ac:chgData name="石井徹" userId="bd567184-c19d-4717-9194-a1e548d2dddf" providerId="ADAL" clId="{A6E109B0-45E6-40CB-804F-26263FA2468D}" dt="2025-06-11T04:25:54.863" v="209" actId="1076"/>
          <ac:spMkLst>
            <pc:docMk/>
            <pc:sldMk cId="3560606343" sldId="766"/>
            <ac:spMk id="24" creationId="{F046CBB6-6C0F-984C-F968-061C8A1398A1}"/>
          </ac:spMkLst>
        </pc:spChg>
        <pc:spChg chg="add mod">
          <ac:chgData name="石井徹" userId="bd567184-c19d-4717-9194-a1e548d2dddf" providerId="ADAL" clId="{A6E109B0-45E6-40CB-804F-26263FA2468D}" dt="2025-06-11T04:37:13.195" v="743" actId="20577"/>
          <ac:spMkLst>
            <pc:docMk/>
            <pc:sldMk cId="3560606343" sldId="766"/>
            <ac:spMk id="25" creationId="{771FA389-D1D0-24BB-9310-CB88A7CD4BCA}"/>
          </ac:spMkLst>
        </pc:spChg>
        <pc:spChg chg="mod">
          <ac:chgData name="石井徹" userId="bd567184-c19d-4717-9194-a1e548d2dddf" providerId="ADAL" clId="{A6E109B0-45E6-40CB-804F-26263FA2468D}" dt="2025-06-11T03:58:56.027" v="137" actId="14100"/>
          <ac:spMkLst>
            <pc:docMk/>
            <pc:sldMk cId="3560606343" sldId="766"/>
            <ac:spMk id="44" creationId="{F552483D-B47E-4672-AAB8-B1378D36B674}"/>
          </ac:spMkLst>
        </pc:spChg>
        <pc:spChg chg="mod">
          <ac:chgData name="石井徹" userId="bd567184-c19d-4717-9194-a1e548d2dddf" providerId="ADAL" clId="{A6E109B0-45E6-40CB-804F-26263FA2468D}" dt="2025-06-11T03:58:56.027" v="137" actId="14100"/>
          <ac:spMkLst>
            <pc:docMk/>
            <pc:sldMk cId="3560606343" sldId="766"/>
            <ac:spMk id="57" creationId="{20A49EAF-2CE6-4079-B03C-1C577E857A47}"/>
          </ac:spMkLst>
        </pc:spChg>
        <pc:spChg chg="mod">
          <ac:chgData name="石井徹" userId="bd567184-c19d-4717-9194-a1e548d2dddf" providerId="ADAL" clId="{A6E109B0-45E6-40CB-804F-26263FA2468D}" dt="2025-06-11T04:41:34.061" v="760" actId="14100"/>
          <ac:spMkLst>
            <pc:docMk/>
            <pc:sldMk cId="3560606343" sldId="766"/>
            <ac:spMk id="58" creationId="{53C1D3EB-1F37-4250-9882-86110A337799}"/>
          </ac:spMkLst>
        </pc:spChg>
        <pc:spChg chg="mod">
          <ac:chgData name="石井徹" userId="bd567184-c19d-4717-9194-a1e548d2dddf" providerId="ADAL" clId="{A6E109B0-45E6-40CB-804F-26263FA2468D}" dt="2025-06-11T04:25:05.198" v="205" actId="1076"/>
          <ac:spMkLst>
            <pc:docMk/>
            <pc:sldMk cId="3560606343" sldId="766"/>
            <ac:spMk id="59" creationId="{FCD1745A-C278-46D2-B2DC-36F7293FBDF5}"/>
          </ac:spMkLst>
        </pc:spChg>
        <pc:spChg chg="mod">
          <ac:chgData name="石井徹" userId="bd567184-c19d-4717-9194-a1e548d2dddf" providerId="ADAL" clId="{A6E109B0-45E6-40CB-804F-26263FA2468D}" dt="2025-06-11T03:58:01.747" v="109" actId="1036"/>
          <ac:spMkLst>
            <pc:docMk/>
            <pc:sldMk cId="3560606343" sldId="766"/>
            <ac:spMk id="65" creationId="{BD30EF20-DD76-491C-9C1C-049E43A5F98D}"/>
          </ac:spMkLst>
        </pc:spChg>
        <pc:spChg chg="mod">
          <ac:chgData name="石井徹" userId="bd567184-c19d-4717-9194-a1e548d2dddf" providerId="ADAL" clId="{A6E109B0-45E6-40CB-804F-26263FA2468D}" dt="2025-06-11T03:58:01.747" v="109" actId="1036"/>
          <ac:spMkLst>
            <pc:docMk/>
            <pc:sldMk cId="3560606343" sldId="766"/>
            <ac:spMk id="66" creationId="{74C58259-AF97-4FA9-B5B0-BC8DF789B1A6}"/>
          </ac:spMkLst>
        </pc:spChg>
        <pc:spChg chg="mod">
          <ac:chgData name="石井徹" userId="bd567184-c19d-4717-9194-a1e548d2dddf" providerId="ADAL" clId="{A6E109B0-45E6-40CB-804F-26263FA2468D}" dt="2025-06-11T03:58:06.675" v="110" actId="14100"/>
          <ac:spMkLst>
            <pc:docMk/>
            <pc:sldMk cId="3560606343" sldId="766"/>
            <ac:spMk id="67" creationId="{FB4B8F02-AA39-4C5D-8827-E7D0659C0BA0}"/>
          </ac:spMkLst>
        </pc:spChg>
        <pc:spChg chg="mod">
          <ac:chgData name="石井徹" userId="bd567184-c19d-4717-9194-a1e548d2dddf" providerId="ADAL" clId="{A6E109B0-45E6-40CB-804F-26263FA2468D}" dt="2025-06-11T03:58:01.747" v="109" actId="1036"/>
          <ac:spMkLst>
            <pc:docMk/>
            <pc:sldMk cId="3560606343" sldId="766"/>
            <ac:spMk id="68" creationId="{2CE90EF2-5134-4007-AE59-A4B3F0074D91}"/>
          </ac:spMkLst>
        </pc:spChg>
        <pc:spChg chg="mod">
          <ac:chgData name="石井徹" userId="bd567184-c19d-4717-9194-a1e548d2dddf" providerId="ADAL" clId="{A6E109B0-45E6-40CB-804F-26263FA2468D}" dt="2025-06-11T04:26:29.300" v="235" actId="20577"/>
          <ac:spMkLst>
            <pc:docMk/>
            <pc:sldMk cId="3560606343" sldId="766"/>
            <ac:spMk id="69" creationId="{C0C98577-4626-460F-9C28-155F32522D99}"/>
          </ac:spMkLst>
        </pc:spChg>
        <pc:spChg chg="mod">
          <ac:chgData name="石井徹" userId="bd567184-c19d-4717-9194-a1e548d2dddf" providerId="ADAL" clId="{A6E109B0-45E6-40CB-804F-26263FA2468D}" dt="2025-06-11T04:25:05.198" v="205" actId="1076"/>
          <ac:spMkLst>
            <pc:docMk/>
            <pc:sldMk cId="3560606343" sldId="766"/>
            <ac:spMk id="70" creationId="{52116367-2110-4948-AAA1-62909B092BBB}"/>
          </ac:spMkLst>
        </pc:spChg>
        <pc:spChg chg="mod">
          <ac:chgData name="石井徹" userId="bd567184-c19d-4717-9194-a1e548d2dddf" providerId="ADAL" clId="{A6E109B0-45E6-40CB-804F-26263FA2468D}" dt="2025-06-11T03:57:54.219" v="95" actId="1036"/>
          <ac:spMkLst>
            <pc:docMk/>
            <pc:sldMk cId="3560606343" sldId="766"/>
            <ac:spMk id="72" creationId="{09357D66-5058-4207-AEC0-24B9E75E37E2}"/>
          </ac:spMkLst>
        </pc:spChg>
        <pc:spChg chg="mod">
          <ac:chgData name="石井徹" userId="bd567184-c19d-4717-9194-a1e548d2dddf" providerId="ADAL" clId="{A6E109B0-45E6-40CB-804F-26263FA2468D}" dt="2025-06-11T04:26:33.166" v="236"/>
          <ac:spMkLst>
            <pc:docMk/>
            <pc:sldMk cId="3560606343" sldId="766"/>
            <ac:spMk id="73" creationId="{0283739E-7F46-424B-AB9F-F899FA91C9B6}"/>
          </ac:spMkLst>
        </pc:spChg>
        <pc:spChg chg="mod">
          <ac:chgData name="石井徹" userId="bd567184-c19d-4717-9194-a1e548d2dddf" providerId="ADAL" clId="{A6E109B0-45E6-40CB-804F-26263FA2468D}" dt="2025-06-11T04:25:05.198" v="205" actId="1076"/>
          <ac:spMkLst>
            <pc:docMk/>
            <pc:sldMk cId="3560606343" sldId="766"/>
            <ac:spMk id="74" creationId="{DEBFAD92-E2F7-40B7-B71B-42C1A806A3F6}"/>
          </ac:spMkLst>
        </pc:spChg>
        <pc:spChg chg="mod">
          <ac:chgData name="石井徹" userId="bd567184-c19d-4717-9194-a1e548d2dddf" providerId="ADAL" clId="{A6E109B0-45E6-40CB-804F-26263FA2468D}" dt="2025-06-11T03:57:43.334" v="87" actId="1036"/>
          <ac:spMkLst>
            <pc:docMk/>
            <pc:sldMk cId="3560606343" sldId="766"/>
            <ac:spMk id="75" creationId="{66FD0A79-9EFA-4C20-ABE4-47DC4CFF7BBF}"/>
          </ac:spMkLst>
        </pc:spChg>
        <pc:spChg chg="mod">
          <ac:chgData name="石井徹" userId="bd567184-c19d-4717-9194-a1e548d2dddf" providerId="ADAL" clId="{A6E109B0-45E6-40CB-804F-26263FA2468D}" dt="2025-06-11T03:57:43.334" v="87" actId="1036"/>
          <ac:spMkLst>
            <pc:docMk/>
            <pc:sldMk cId="3560606343" sldId="766"/>
            <ac:spMk id="76" creationId="{04F4E6CD-7E9D-4D41-9D27-AE1F41C5CE8E}"/>
          </ac:spMkLst>
        </pc:spChg>
        <pc:spChg chg="mod">
          <ac:chgData name="石井徹" userId="bd567184-c19d-4717-9194-a1e548d2dddf" providerId="ADAL" clId="{A6E109B0-45E6-40CB-804F-26263FA2468D}" dt="2025-06-11T04:26:37.514" v="238"/>
          <ac:spMkLst>
            <pc:docMk/>
            <pc:sldMk cId="3560606343" sldId="766"/>
            <ac:spMk id="81" creationId="{B9D6D4CA-DEE1-480C-A4C9-2D1E3963CDD9}"/>
          </ac:spMkLst>
        </pc:spChg>
        <pc:spChg chg="mod">
          <ac:chgData name="石井徹" userId="bd567184-c19d-4717-9194-a1e548d2dddf" providerId="ADAL" clId="{A6E109B0-45E6-40CB-804F-26263FA2468D}" dt="2025-06-11T03:57:13.516" v="67" actId="1036"/>
          <ac:spMkLst>
            <pc:docMk/>
            <pc:sldMk cId="3560606343" sldId="766"/>
            <ac:spMk id="82" creationId="{EBE9E32B-F777-404A-9C9F-836B66600CE7}"/>
          </ac:spMkLst>
        </pc:spChg>
        <pc:graphicFrameChg chg="mod modGraphic">
          <ac:chgData name="石井徹" userId="bd567184-c19d-4717-9194-a1e548d2dddf" providerId="ADAL" clId="{A6E109B0-45E6-40CB-804F-26263FA2468D}" dt="2025-06-11T04:01:30.036" v="176" actId="14100"/>
          <ac:graphicFrameMkLst>
            <pc:docMk/>
            <pc:sldMk cId="3560606343" sldId="766"/>
            <ac:graphicFrameMk id="6" creationId="{1B9651D0-1C8B-452E-8B2F-91E497A82D84}"/>
          </ac:graphicFrameMkLst>
        </pc:graphicFrameChg>
      </pc:sldChg>
      <pc:sldChg chg="modSp mod">
        <pc:chgData name="石井徹" userId="bd567184-c19d-4717-9194-a1e548d2dddf" providerId="ADAL" clId="{A6E109B0-45E6-40CB-804F-26263FA2468D}" dt="2025-06-11T04:29:17.526" v="355" actId="20577"/>
        <pc:sldMkLst>
          <pc:docMk/>
          <pc:sldMk cId="286748565" sldId="927"/>
        </pc:sldMkLst>
        <pc:spChg chg="mod">
          <ac:chgData name="石井徹" userId="bd567184-c19d-4717-9194-a1e548d2dddf" providerId="ADAL" clId="{A6E109B0-45E6-40CB-804F-26263FA2468D}" dt="2025-06-11T04:29:17.526" v="355" actId="20577"/>
          <ac:spMkLst>
            <pc:docMk/>
            <pc:sldMk cId="286748565" sldId="927"/>
            <ac:spMk id="3" creationId="{00000000-0000-0000-0000-000000000000}"/>
          </ac:spMkLst>
        </pc:spChg>
        <pc:graphicFrameChg chg="modGraphic">
          <ac:chgData name="石井徹" userId="bd567184-c19d-4717-9194-a1e548d2dddf" providerId="ADAL" clId="{A6E109B0-45E6-40CB-804F-26263FA2468D}" dt="2025-06-11T04:23:59.872" v="204" actId="14734"/>
          <ac:graphicFrameMkLst>
            <pc:docMk/>
            <pc:sldMk cId="286748565" sldId="927"/>
            <ac:graphicFrameMk id="7" creationId="{2864E947-18B0-4839-AED3-D416F628DDF0}"/>
          </ac:graphicFrameMkLst>
        </pc:graphicFrameChg>
      </pc:sldChg>
      <pc:sldChg chg="modSp mod">
        <pc:chgData name="石井徹" userId="bd567184-c19d-4717-9194-a1e548d2dddf" providerId="ADAL" clId="{A6E109B0-45E6-40CB-804F-26263FA2468D}" dt="2025-06-11T04:29:28.801" v="363" actId="20577"/>
        <pc:sldMkLst>
          <pc:docMk/>
          <pc:sldMk cId="2399073518" sldId="929"/>
        </pc:sldMkLst>
        <pc:spChg chg="mod">
          <ac:chgData name="石井徹" userId="bd567184-c19d-4717-9194-a1e548d2dddf" providerId="ADAL" clId="{A6E109B0-45E6-40CB-804F-26263FA2468D}" dt="2025-06-11T04:29:28.801" v="363" actId="20577"/>
          <ac:spMkLst>
            <pc:docMk/>
            <pc:sldMk cId="2399073518" sldId="929"/>
            <ac:spMk id="3" creationId="{00000000-0000-0000-0000-000000000000}"/>
          </ac:spMkLst>
        </pc:spChg>
      </pc:sldChg>
      <pc:sldChg chg="addSp modSp mod">
        <pc:chgData name="石井徹" userId="bd567184-c19d-4717-9194-a1e548d2dddf" providerId="ADAL" clId="{A6E109B0-45E6-40CB-804F-26263FA2468D}" dt="2025-06-11T04:38:03.531" v="755" actId="1076"/>
        <pc:sldMkLst>
          <pc:docMk/>
          <pc:sldMk cId="792472682" sldId="934"/>
        </pc:sldMkLst>
        <pc:spChg chg="mod">
          <ac:chgData name="石井徹" userId="bd567184-c19d-4717-9194-a1e548d2dddf" providerId="ADAL" clId="{A6E109B0-45E6-40CB-804F-26263FA2468D}" dt="2025-06-11T04:29:03.466" v="347" actId="20577"/>
          <ac:spMkLst>
            <pc:docMk/>
            <pc:sldMk cId="792472682" sldId="934"/>
            <ac:spMk id="12" creationId="{FB9395C0-3B33-2DF1-D93D-2AF5019AB575}"/>
          </ac:spMkLst>
        </pc:spChg>
        <pc:spChg chg="mod">
          <ac:chgData name="石井徹" userId="bd567184-c19d-4717-9194-a1e548d2dddf" providerId="ADAL" clId="{A6E109B0-45E6-40CB-804F-26263FA2468D}" dt="2025-06-11T04:38:03.531" v="755" actId="1076"/>
          <ac:spMkLst>
            <pc:docMk/>
            <pc:sldMk cId="792472682" sldId="934"/>
            <ac:spMk id="13" creationId="{B8B3A81D-32E4-C28F-0D4C-EB7D2165E764}"/>
          </ac:spMkLst>
        </pc:spChg>
      </pc:sldChg>
      <pc:sldChg chg="modSp mod">
        <pc:chgData name="石井徹" userId="bd567184-c19d-4717-9194-a1e548d2dddf" providerId="ADAL" clId="{A6E109B0-45E6-40CB-804F-26263FA2468D}" dt="2025-06-11T04:29:34.212" v="367" actId="20577"/>
        <pc:sldMkLst>
          <pc:docMk/>
          <pc:sldMk cId="3230787738" sldId="940"/>
        </pc:sldMkLst>
        <pc:spChg chg="mod">
          <ac:chgData name="石井徹" userId="bd567184-c19d-4717-9194-a1e548d2dddf" providerId="ADAL" clId="{A6E109B0-45E6-40CB-804F-26263FA2468D}" dt="2025-06-11T04:29:34.212" v="367" actId="20577"/>
          <ac:spMkLst>
            <pc:docMk/>
            <pc:sldMk cId="3230787738" sldId="940"/>
            <ac:spMk id="5" creationId="{D2781ADA-8500-0BAE-2B15-37819E39CA51}"/>
          </ac:spMkLst>
        </pc:spChg>
      </pc:sldChg>
      <pc:sldChg chg="modSp mod">
        <pc:chgData name="石井徹" userId="bd567184-c19d-4717-9194-a1e548d2dddf" providerId="ADAL" clId="{A6E109B0-45E6-40CB-804F-26263FA2468D}" dt="2025-06-11T04:37:28.262" v="752"/>
        <pc:sldMkLst>
          <pc:docMk/>
          <pc:sldMk cId="224871382" sldId="941"/>
        </pc:sldMkLst>
        <pc:spChg chg="mod">
          <ac:chgData name="石井徹" userId="bd567184-c19d-4717-9194-a1e548d2dddf" providerId="ADAL" clId="{A6E109B0-45E6-40CB-804F-26263FA2468D}" dt="2025-06-11T04:37:20.805" v="750" actId="20577"/>
          <ac:spMkLst>
            <pc:docMk/>
            <pc:sldMk cId="224871382" sldId="941"/>
            <ac:spMk id="8" creationId="{162DDAB1-30FB-5862-5085-9D9053E925EE}"/>
          </ac:spMkLst>
        </pc:spChg>
        <pc:spChg chg="mod">
          <ac:chgData name="石井徹" userId="bd567184-c19d-4717-9194-a1e548d2dddf" providerId="ADAL" clId="{A6E109B0-45E6-40CB-804F-26263FA2468D}" dt="2025-06-11T04:37:28.262" v="752"/>
          <ac:spMkLst>
            <pc:docMk/>
            <pc:sldMk cId="224871382" sldId="941"/>
            <ac:spMk id="10" creationId="{DCAC9ACA-5423-B0AC-DE23-A6460180AF1D}"/>
          </ac:spMkLst>
        </pc:spChg>
        <pc:spChg chg="mod">
          <ac:chgData name="石井徹" userId="bd567184-c19d-4717-9194-a1e548d2dddf" providerId="ADAL" clId="{A6E109B0-45E6-40CB-804F-26263FA2468D}" dt="2025-06-11T04:29:11.250" v="351" actId="20577"/>
          <ac:spMkLst>
            <pc:docMk/>
            <pc:sldMk cId="224871382" sldId="941"/>
            <ac:spMk id="30" creationId="{67BF35A6-89A9-CCA6-81CA-071B8A3D2D35}"/>
          </ac:spMkLst>
        </pc:spChg>
        <pc:spChg chg="mod">
          <ac:chgData name="石井徹" userId="bd567184-c19d-4717-9194-a1e548d2dddf" providerId="ADAL" clId="{A6E109B0-45E6-40CB-804F-26263FA2468D}" dt="2025-06-11T03:52:12.017" v="5" actId="1076"/>
          <ac:spMkLst>
            <pc:docMk/>
            <pc:sldMk cId="224871382" sldId="941"/>
            <ac:spMk id="33" creationId="{00000000-0000-0000-0000-000000000000}"/>
          </ac:spMkLst>
        </pc:spChg>
      </pc:sldChg>
      <pc:sldChg chg="modSp mod">
        <pc:chgData name="石井徹" userId="bd567184-c19d-4717-9194-a1e548d2dddf" providerId="ADAL" clId="{A6E109B0-45E6-40CB-804F-26263FA2468D}" dt="2025-06-11T04:44:13.616" v="848" actId="20577"/>
        <pc:sldMkLst>
          <pc:docMk/>
          <pc:sldMk cId="1134005045" sldId="942"/>
        </pc:sldMkLst>
        <pc:spChg chg="mod">
          <ac:chgData name="石井徹" userId="bd567184-c19d-4717-9194-a1e548d2dddf" providerId="ADAL" clId="{A6E109B0-45E6-40CB-804F-26263FA2468D}" dt="2025-06-11T04:33:03.844" v="398" actId="20577"/>
          <ac:spMkLst>
            <pc:docMk/>
            <pc:sldMk cId="1134005045" sldId="942"/>
            <ac:spMk id="5" creationId="{C6E4EA66-FF2A-1845-AD4F-F560C4359FDE}"/>
          </ac:spMkLst>
        </pc:spChg>
        <pc:graphicFrameChg chg="mod modGraphic">
          <ac:chgData name="石井徹" userId="bd567184-c19d-4717-9194-a1e548d2dddf" providerId="ADAL" clId="{A6E109B0-45E6-40CB-804F-26263FA2468D}" dt="2025-06-11T04:44:13.616" v="848" actId="20577"/>
          <ac:graphicFrameMkLst>
            <pc:docMk/>
            <pc:sldMk cId="1134005045" sldId="942"/>
            <ac:graphicFrameMk id="7" creationId="{C2D8386A-4FC1-438A-A2A3-47070AF36BB7}"/>
          </ac:graphicFrameMkLst>
        </pc:graphicFrameChg>
      </pc:sldChg>
    </pc:docChg>
  </pc:docChgLst>
  <pc:docChgLst>
    <pc:chgData name="石井徹" userId="bd567184-c19d-4717-9194-a1e548d2dddf" providerId="ADAL" clId="{86FDC468-DC15-4A5A-9228-6478C7F1E20E}"/>
    <pc:docChg chg="modSld">
      <pc:chgData name="石井徹" userId="bd567184-c19d-4717-9194-a1e548d2dddf" providerId="ADAL" clId="{86FDC468-DC15-4A5A-9228-6478C7F1E20E}" dt="2025-07-11T05:01:45.417" v="23" actId="20577"/>
      <pc:docMkLst>
        <pc:docMk/>
      </pc:docMkLst>
      <pc:sldChg chg="modSp mod">
        <pc:chgData name="石井徹" userId="bd567184-c19d-4717-9194-a1e548d2dddf" providerId="ADAL" clId="{86FDC468-DC15-4A5A-9228-6478C7F1E20E}" dt="2025-07-11T05:01:45.417" v="23" actId="20577"/>
        <pc:sldMkLst>
          <pc:docMk/>
          <pc:sldMk cId="2410374903" sldId="767"/>
        </pc:sldMkLst>
        <pc:spChg chg="mod">
          <ac:chgData name="石井徹" userId="bd567184-c19d-4717-9194-a1e548d2dddf" providerId="ADAL" clId="{86FDC468-DC15-4A5A-9228-6478C7F1E20E}" dt="2025-07-11T05:01:45.417" v="23" actId="20577"/>
          <ac:spMkLst>
            <pc:docMk/>
            <pc:sldMk cId="2410374903" sldId="767"/>
            <ac:spMk id="5" creationId="{97E6FBE8-190C-40F0-AA01-14695A77D734}"/>
          </ac:spMkLst>
        </pc:spChg>
      </pc:sldChg>
    </pc:docChg>
  </pc:docChgLst>
  <pc:docChgLst>
    <pc:chgData name="髙浦祐朗" userId="d6d860fe-bc64-411b-9605-a16d1ba875f6" providerId="ADAL" clId="{CE824505-973F-40DC-9691-7F96307F4E74}"/>
    <pc:docChg chg="modSld">
      <pc:chgData name="髙浦祐朗" userId="d6d860fe-bc64-411b-9605-a16d1ba875f6" providerId="ADAL" clId="{CE824505-973F-40DC-9691-7F96307F4E74}" dt="2025-07-11T07:46:47.736" v="45" actId="1076"/>
      <pc:docMkLst>
        <pc:docMk/>
      </pc:docMkLst>
      <pc:sldChg chg="modSp mod">
        <pc:chgData name="髙浦祐朗" userId="d6d860fe-bc64-411b-9605-a16d1ba875f6" providerId="ADAL" clId="{CE824505-973F-40DC-9691-7F96307F4E74}" dt="2025-07-11T06:53:08.362" v="39"/>
        <pc:sldMkLst>
          <pc:docMk/>
          <pc:sldMk cId="1395438993" sldId="765"/>
        </pc:sldMkLst>
        <pc:graphicFrameChg chg="mod modGraphic">
          <ac:chgData name="髙浦祐朗" userId="d6d860fe-bc64-411b-9605-a16d1ba875f6" providerId="ADAL" clId="{CE824505-973F-40DC-9691-7F96307F4E74}" dt="2025-07-11T06:53:08.362" v="39"/>
          <ac:graphicFrameMkLst>
            <pc:docMk/>
            <pc:sldMk cId="1395438993" sldId="765"/>
            <ac:graphicFrameMk id="7" creationId="{2864E947-18B0-4839-AED3-D416F628DDF0}"/>
          </ac:graphicFrameMkLst>
        </pc:graphicFrameChg>
      </pc:sldChg>
      <pc:sldChg chg="modSp mod">
        <pc:chgData name="髙浦祐朗" userId="d6d860fe-bc64-411b-9605-a16d1ba875f6" providerId="ADAL" clId="{CE824505-973F-40DC-9691-7F96307F4E74}" dt="2025-07-11T06:52:51.292" v="32"/>
        <pc:sldMkLst>
          <pc:docMk/>
          <pc:sldMk cId="3560606343" sldId="766"/>
        </pc:sldMkLst>
        <pc:spChg chg="mod">
          <ac:chgData name="髙浦祐朗" userId="d6d860fe-bc64-411b-9605-a16d1ba875f6" providerId="ADAL" clId="{CE824505-973F-40DC-9691-7F96307F4E74}" dt="2025-07-11T06:51:47.248" v="14" actId="1076"/>
          <ac:spMkLst>
            <pc:docMk/>
            <pc:sldMk cId="3560606343" sldId="766"/>
            <ac:spMk id="22" creationId="{DC66EEAC-DFDA-3B1F-80F2-809DB926D8D4}"/>
          </ac:spMkLst>
        </pc:spChg>
        <pc:spChg chg="mod">
          <ac:chgData name="髙浦祐朗" userId="d6d860fe-bc64-411b-9605-a16d1ba875f6" providerId="ADAL" clId="{CE824505-973F-40DC-9691-7F96307F4E74}" dt="2025-07-11T06:52:51.292" v="32"/>
          <ac:spMkLst>
            <pc:docMk/>
            <pc:sldMk cId="3560606343" sldId="766"/>
            <ac:spMk id="38" creationId="{52966910-B070-4DEE-BF16-CF9CFAD5A257}"/>
          </ac:spMkLst>
        </pc:spChg>
      </pc:sldChg>
      <pc:sldChg chg="modSp mod">
        <pc:chgData name="髙浦祐朗" userId="d6d860fe-bc64-411b-9605-a16d1ba875f6" providerId="ADAL" clId="{CE824505-973F-40DC-9691-7F96307F4E74}" dt="2025-07-11T07:46:47.736" v="45" actId="1076"/>
        <pc:sldMkLst>
          <pc:docMk/>
          <pc:sldMk cId="3230787738" sldId="940"/>
        </pc:sldMkLst>
        <pc:graphicFrameChg chg="mod">
          <ac:chgData name="髙浦祐朗" userId="d6d860fe-bc64-411b-9605-a16d1ba875f6" providerId="ADAL" clId="{CE824505-973F-40DC-9691-7F96307F4E74}" dt="2025-07-11T07:46:47.736" v="45" actId="1076"/>
          <ac:graphicFrameMkLst>
            <pc:docMk/>
            <pc:sldMk cId="3230787738" sldId="940"/>
            <ac:graphicFrameMk id="7" creationId="{2864E947-18B0-4839-AED3-D416F628DDF0}"/>
          </ac:graphicFrameMkLst>
        </pc:graphicFrameChg>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sldChg>
      <pc:sldChg chg="modSp">
        <pc:chgData name="伊達翔互" userId="S::syougo.date@system-exe.jp::482fa4e7-09c4-45af-9097-0faa2ac4cef8" providerId="AD" clId="Web-{A3E97641-0F0E-44CB-B8DA-82D1212A055C}" dt="2025-04-09T07:43:26.187" v="45" actId="1076"/>
        <pc:sldMkLst>
          <pc:docMk/>
          <pc:sldMk cId="3230787738" sldId="940"/>
        </pc:sldMkLst>
      </pc:sldChg>
    </pc:docChg>
  </pc:docChgLst>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ldChg>
      <pc:sldChg chg="addSp delSp modSp mod">
        <pc:chgData name="石井徹" userId="bd567184-c19d-4717-9194-a1e548d2dddf" providerId="ADAL" clId="{D7D537D0-A513-445F-B982-7BADD7299E9B}" dt="2025-04-11T07:02:59.690" v="133" actId="12789"/>
        <pc:sldMkLst>
          <pc:docMk/>
          <pc:sldMk cId="3560606343" sldId="766"/>
        </pc:sldMkLst>
      </pc:sldChg>
      <pc:sldChg chg="modSp mod">
        <pc:chgData name="石井徹" userId="bd567184-c19d-4717-9194-a1e548d2dddf" providerId="ADAL" clId="{D7D537D0-A513-445F-B982-7BADD7299E9B}" dt="2025-04-11T06:58:42.473" v="118" actId="20577"/>
        <pc:sldMkLst>
          <pc:docMk/>
          <pc:sldMk cId="2410374903" sldId="767"/>
        </pc:sldMkLst>
      </pc:sldChg>
      <pc:sldChg chg="modSp mod">
        <pc:chgData name="石井徹" userId="bd567184-c19d-4717-9194-a1e548d2dddf" providerId="ADAL" clId="{D7D537D0-A513-445F-B982-7BADD7299E9B}" dt="2025-04-11T06:58:32.019" v="115" actId="20577"/>
        <pc:sldMkLst>
          <pc:docMk/>
          <pc:sldMk cId="2453405637" sldId="923"/>
        </pc:sldMkLst>
      </pc:sldChg>
      <pc:sldChg chg="modSp mod">
        <pc:chgData name="石井徹" userId="bd567184-c19d-4717-9194-a1e548d2dddf" providerId="ADAL" clId="{D7D537D0-A513-445F-B982-7BADD7299E9B}" dt="2025-04-11T06:58:18.210" v="110" actId="20577"/>
        <pc:sldMkLst>
          <pc:docMk/>
          <pc:sldMk cId="286748565" sldId="927"/>
        </pc:sldMkLst>
      </pc:sldChg>
      <pc:sldChg chg="modSp mod">
        <pc:chgData name="石井徹" userId="bd567184-c19d-4717-9194-a1e548d2dddf" providerId="ADAL" clId="{D7D537D0-A513-445F-B982-7BADD7299E9B}" dt="2025-04-11T06:58:24.008" v="112" actId="20577"/>
        <pc:sldMkLst>
          <pc:docMk/>
          <pc:sldMk cId="2399073518" sldId="929"/>
        </pc:sldMkLst>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ldChg>
      <pc:sldChg chg="modSp mod">
        <pc:chgData name="石井徹" userId="bd567184-c19d-4717-9194-a1e548d2dddf" providerId="ADAL" clId="{D7D537D0-A513-445F-B982-7BADD7299E9B}" dt="2025-04-11T06:58:15.447" v="109" actId="20577"/>
        <pc:sldMkLst>
          <pc:docMk/>
          <pc:sldMk cId="224871382" sldId="941"/>
        </pc:sldMkLst>
      </pc:sldChg>
      <pc:sldChg chg="modSp mod">
        <pc:chgData name="石井徹" userId="bd567184-c19d-4717-9194-a1e548d2dddf" providerId="ADAL" clId="{D7D537D0-A513-445F-B982-7BADD7299E9B}" dt="2025-04-11T06:58:28.019" v="114" actId="20577"/>
        <pc:sldMkLst>
          <pc:docMk/>
          <pc:sldMk cId="1134005045" sldId="942"/>
        </pc:sldMkLst>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sldChg>
      <pc:sldChg chg="modSp">
        <pc:chgData name="野村康二" userId="S::kouji.nomura@system-exe.jp::acaa808a-f809-4ef9-8028-a2ce14b82415" providerId="AD" clId="Web-{94BEFC35-8C34-5465-03D6-7AA3E29B0A95}" dt="2025-04-09T02:59:13.248" v="109" actId="20577"/>
        <pc:sldMkLst>
          <pc:docMk/>
          <pc:sldMk cId="2410374903" sldId="767"/>
        </pc:sldMkLst>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ldChg>
      <pc:sldChg chg="modSp">
        <pc:chgData name="康二 野村" userId="acaa808a-f809-4ef9-8028-a2ce14b82415" providerId="ADAL" clId="{D5ACC3A6-126D-408E-890A-175055D8E9AA}" dt="2025-04-09T07:40:28.709" v="504" actId="20577"/>
        <pc:sldMkLst>
          <pc:docMk/>
          <pc:sldMk cId="2453405637" sldId="923"/>
        </pc:sldMkLst>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ldChg>
      <pc:sldChg chg="addSp modSp">
        <pc:chgData name="康二 野村" userId="acaa808a-f809-4ef9-8028-a2ce14b82415" providerId="ADAL" clId="{D5ACC3A6-126D-408E-890A-175055D8E9AA}" dt="2025-04-09T07:40:08.276" v="490" actId="20577"/>
        <pc:sldMkLst>
          <pc:docMk/>
          <pc:sldMk cId="1134005045" sldId="942"/>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ldChg>
      <pc:sldChg chg="modSp">
        <pc:chgData name="野村康二" userId="S::kouji.nomura@system-exe.jp::acaa808a-f809-4ef9-8028-a2ce14b82415" providerId="AD" clId="Web-{8545228B-490A-E311-D8A0-009DA13C96EB}" dt="2025-04-11T05:31:57.505" v="8"/>
        <pc:sldMkLst>
          <pc:docMk/>
          <pc:sldMk cId="286748565" sldId="9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2025/7/11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2025/7/11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2025/7/11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2025/7/11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dirty="0"/>
              <a:t>概算御見積</a:t>
            </a:r>
            <a:r>
              <a:rPr kumimoji="1" lang="en-US" altLang="ja-JP" sz="2800" dirty="0"/>
              <a:t>(</a:t>
            </a:r>
            <a:r>
              <a:rPr kumimoji="1" lang="ja-JP" altLang="en-US" sz="2800" dirty="0"/>
              <a:t>第</a:t>
            </a:r>
            <a:r>
              <a:rPr kumimoji="1" lang="en-US" altLang="ja-JP" sz="2800" dirty="0"/>
              <a:t>1.1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fontScale="92500"/>
          </a:bodyPr>
          <a:lstStyle/>
          <a:p>
            <a:r>
              <a:rPr lang="en-US" altLang="ja-JP" sz="3200" dirty="0"/>
              <a:t>PIMSDB</a:t>
            </a:r>
            <a:r>
              <a:rPr lang="ja-JP" altLang="en-US" sz="3200" dirty="0"/>
              <a:t>更新に伴う周辺システムの対応（千葉）</a:t>
            </a:r>
            <a:endParaRPr kumimoji="1" lang="ja-JP" altLang="en-US" sz="32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2025/7/11</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2025/7/11</a:t>
            </a:r>
            <a:endParaRPr lang="en-US" dirty="0"/>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■プロジェクトの背景</a:t>
            </a:r>
            <a:endParaRPr lang="en-US" altLang="ja-JP" b="1" dirty="0"/>
          </a:p>
          <a:p>
            <a:r>
              <a:rPr lang="ja-JP" altLang="en-US" dirty="0">
                <a:latin typeface="游ゴシック"/>
                <a:ea typeface="游ゴシック"/>
              </a:rPr>
              <a:t>　「情報系</a:t>
            </a:r>
            <a:r>
              <a:rPr lang="en-US" altLang="ja-JP" dirty="0">
                <a:latin typeface="游ゴシック"/>
                <a:ea typeface="游ゴシック"/>
              </a:rPr>
              <a:t>PIMS</a:t>
            </a:r>
            <a:r>
              <a:rPr lang="ja-JP" altLang="en-US" dirty="0">
                <a:latin typeface="游ゴシック"/>
                <a:ea typeface="游ゴシック"/>
              </a:rPr>
              <a:t>サーバ」は、館林データセンター内に構築されており</a:t>
            </a:r>
            <a:r>
              <a:rPr lang="en-US" altLang="ja-JP" dirty="0">
                <a:latin typeface="游ゴシック"/>
                <a:ea typeface="游ゴシック"/>
              </a:rPr>
              <a:t>2026年1</a:t>
            </a:r>
            <a:r>
              <a:rPr lang="ja-JP" altLang="en-US" dirty="0">
                <a:latin typeface="游ゴシック"/>
                <a:ea typeface="游ゴシック"/>
              </a:rPr>
              <a:t>月までに</a:t>
            </a:r>
            <a:endParaRPr lang="en-US" altLang="ja-JP" dirty="0">
              <a:latin typeface="游ゴシック"/>
              <a:ea typeface="游ゴシック"/>
            </a:endParaRPr>
          </a:p>
          <a:p>
            <a:r>
              <a:rPr lang="ja-JP" altLang="en-US" dirty="0">
                <a:latin typeface="游ゴシック"/>
                <a:ea typeface="游ゴシック"/>
              </a:rPr>
              <a:t>　</a:t>
            </a:r>
            <a:r>
              <a:rPr lang="en-US" altLang="ja-JP" dirty="0">
                <a:latin typeface="游ゴシック"/>
                <a:ea typeface="游ゴシック"/>
              </a:rPr>
              <a:t>Azure</a:t>
            </a:r>
            <a:r>
              <a:rPr lang="ja-JP" altLang="en-US" dirty="0">
                <a:latin typeface="游ゴシック"/>
                <a:ea typeface="游ゴシック"/>
              </a:rPr>
              <a:t>環境へサーバ移設予定となっている。</a:t>
            </a:r>
            <a:br>
              <a:rPr lang="en-US" altLang="ja-JP" dirty="0"/>
            </a:br>
            <a:r>
              <a:rPr lang="ja-JP" altLang="en-US" dirty="0">
                <a:latin typeface="游ゴシック"/>
                <a:ea typeface="游ゴシック"/>
              </a:rPr>
              <a:t>　それに伴い、以下の</a:t>
            </a:r>
            <a:r>
              <a:rPr lang="en-US" altLang="ja-JP" dirty="0">
                <a:latin typeface="游ゴシック"/>
                <a:ea typeface="游ゴシック"/>
              </a:rPr>
              <a:t>PIMS</a:t>
            </a:r>
            <a:r>
              <a:rPr lang="ja-JP" altLang="en-US" dirty="0">
                <a:latin typeface="游ゴシック"/>
                <a:ea typeface="游ゴシック"/>
              </a:rPr>
              <a:t>へデータアクセスしているシステムの接続先変更が必要となる。</a:t>
            </a:r>
            <a:br>
              <a:rPr lang="en-US" altLang="ja-JP" dirty="0"/>
            </a:br>
            <a:r>
              <a:rPr lang="ja-JP" altLang="en-US" dirty="0">
                <a:latin typeface="游ゴシック"/>
                <a:ea typeface="游ゴシック"/>
              </a:rPr>
              <a:t>　・</a:t>
            </a:r>
            <a:r>
              <a:rPr lang="en-US" altLang="ja-JP" dirty="0" err="1">
                <a:latin typeface="游ゴシック"/>
                <a:ea typeface="游ゴシック"/>
              </a:rPr>
              <a:t>XenAPP</a:t>
            </a:r>
            <a:r>
              <a:rPr lang="ja-JP" altLang="en-US" dirty="0">
                <a:latin typeface="游ゴシック"/>
                <a:ea typeface="游ゴシック"/>
              </a:rPr>
              <a:t>（</a:t>
            </a:r>
            <a:r>
              <a:rPr lang="en-US" altLang="ja-JP" dirty="0">
                <a:latin typeface="游ゴシック"/>
                <a:ea typeface="游ゴシック"/>
              </a:rPr>
              <a:t>XenApp</a:t>
            </a:r>
            <a:r>
              <a:rPr lang="ja-JP" altLang="en-US" dirty="0">
                <a:latin typeface="游ゴシック"/>
                <a:ea typeface="游ゴシック"/>
              </a:rPr>
              <a:t>内で使用している千葉</a:t>
            </a:r>
            <a:r>
              <a:rPr lang="en-US" altLang="ja-JP" dirty="0">
                <a:latin typeface="游ゴシック"/>
                <a:ea typeface="游ゴシック"/>
              </a:rPr>
              <a:t>Excel</a:t>
            </a:r>
            <a:r>
              <a:rPr lang="ja-JP" altLang="en-US" dirty="0">
                <a:latin typeface="游ゴシック"/>
                <a:ea typeface="游ゴシック"/>
              </a:rPr>
              <a:t>マクロ）</a:t>
            </a:r>
            <a:endParaRPr lang="en-US" altLang="ja-JP" dirty="0"/>
          </a:p>
          <a:p>
            <a:r>
              <a:rPr lang="ja-JP" altLang="en-US" b="1" dirty="0"/>
              <a:t>■プロジェクトの目的、作業内容</a:t>
            </a:r>
            <a:endParaRPr lang="en-US" altLang="ja-JP" b="1" dirty="0"/>
          </a:p>
          <a:p>
            <a:r>
              <a:rPr lang="ja-JP" altLang="en-US" dirty="0">
                <a:latin typeface="游ゴシック"/>
                <a:ea typeface="游ゴシック"/>
              </a:rPr>
              <a:t>　</a:t>
            </a:r>
            <a:r>
              <a:rPr lang="en-US" altLang="ja-JP" dirty="0">
                <a:latin typeface="游ゴシック"/>
                <a:ea typeface="游ゴシック"/>
              </a:rPr>
              <a:t>Azure</a:t>
            </a:r>
            <a:r>
              <a:rPr lang="ja-JP" altLang="en-US" dirty="0">
                <a:latin typeface="游ゴシック"/>
                <a:ea typeface="游ゴシック"/>
              </a:rPr>
              <a:t>環境に移設された新情報系</a:t>
            </a:r>
            <a:r>
              <a:rPr lang="en-US" altLang="ja-JP" dirty="0">
                <a:latin typeface="游ゴシック"/>
                <a:ea typeface="游ゴシック"/>
              </a:rPr>
              <a:t>PIMS</a:t>
            </a:r>
            <a:r>
              <a:rPr lang="ja-JP" altLang="en-US" dirty="0">
                <a:latin typeface="游ゴシック"/>
                <a:ea typeface="游ゴシック"/>
              </a:rPr>
              <a:t>サーバに接続先変更を行い、対象システムが今まで通りヒストリデータ取得可能な状態とする。また追加依頼について調査を実施する。</a:t>
            </a:r>
            <a:endParaRPr lang="en-US" altLang="ja-JP" dirty="0">
              <a:latin typeface="游ゴシック"/>
              <a:ea typeface="游ゴシック"/>
            </a:endParaRPr>
          </a:p>
          <a:p>
            <a:r>
              <a:rPr lang="ja-JP" altLang="en-US" dirty="0"/>
              <a:t>　・各サーバにインストールされているヒストリデータクライアントのバージョンアップ</a:t>
            </a:r>
            <a:endParaRPr lang="en-US" altLang="ja-JP" dirty="0"/>
          </a:p>
          <a:p>
            <a:r>
              <a:rPr lang="ja-JP" altLang="en-US" dirty="0">
                <a:latin typeface="游ゴシック"/>
                <a:ea typeface="游ゴシック"/>
              </a:rPr>
              <a:t>　　現：</a:t>
            </a:r>
            <a:r>
              <a:rPr lang="en-US" altLang="ja-JP" dirty="0">
                <a:latin typeface="游ゴシック"/>
                <a:ea typeface="游ゴシック"/>
              </a:rPr>
              <a:t>300.0.0 or 300.0.7</a:t>
            </a:r>
            <a:r>
              <a:rPr lang="ja-JP" altLang="en-US" dirty="0">
                <a:latin typeface="游ゴシック"/>
                <a:ea typeface="游ゴシック"/>
              </a:rPr>
              <a:t>　⇒　新：</a:t>
            </a:r>
            <a:r>
              <a:rPr lang="en-US" altLang="ja-JP" dirty="0">
                <a:latin typeface="游ゴシック"/>
                <a:ea typeface="游ゴシック"/>
              </a:rPr>
              <a:t>330.0.0</a:t>
            </a:r>
          </a:p>
          <a:p>
            <a:r>
              <a:rPr lang="ja-JP" altLang="en-US" dirty="0"/>
              <a:t>　・</a:t>
            </a:r>
            <a:r>
              <a:rPr lang="en-US" altLang="ja-JP" dirty="0">
                <a:latin typeface="游ゴシック"/>
                <a:ea typeface="游ゴシック"/>
              </a:rPr>
              <a:t> Excel</a:t>
            </a:r>
            <a:r>
              <a:rPr lang="ja-JP" altLang="en-US" dirty="0"/>
              <a:t>マクロ</a:t>
            </a:r>
            <a:r>
              <a:rPr lang="en-US" altLang="ja-JP" dirty="0"/>
              <a:t>(</a:t>
            </a:r>
            <a:r>
              <a:rPr lang="ja-JP" altLang="en-US" dirty="0"/>
              <a:t>千葉</a:t>
            </a:r>
            <a:r>
              <a:rPr lang="en-US" altLang="ja-JP" dirty="0"/>
              <a:t>)</a:t>
            </a:r>
            <a:r>
              <a:rPr lang="ja-JP" altLang="en-US" dirty="0"/>
              <a:t>の</a:t>
            </a:r>
            <a:r>
              <a:rPr lang="en-US" altLang="ja-JP" dirty="0"/>
              <a:t>PIMS</a:t>
            </a:r>
            <a:r>
              <a:rPr lang="ja-JP" altLang="en-US" dirty="0"/>
              <a:t>接続設定を変更（要件定義調査結果より）</a:t>
            </a:r>
            <a:endParaRPr lang="en-US" altLang="ja-JP" dirty="0"/>
          </a:p>
          <a:p>
            <a:r>
              <a:rPr lang="ja-JP" altLang="en-US" dirty="0"/>
              <a:t>　・要件定義以降に新規作成・更新がされたファイルに対して修正が必要か調査</a:t>
            </a:r>
            <a:br>
              <a:rPr lang="en-US" altLang="ja-JP" dirty="0"/>
            </a:br>
            <a:r>
              <a:rPr lang="ja-JP" altLang="en-US" dirty="0"/>
              <a:t>　　修正が必要な場合は</a:t>
            </a:r>
            <a:r>
              <a:rPr lang="en-US" altLang="ja-JP" dirty="0"/>
              <a:t>PIMS</a:t>
            </a:r>
            <a:r>
              <a:rPr lang="ja-JP" altLang="en-US" dirty="0"/>
              <a:t>接続設定変更</a:t>
            </a:r>
            <a:endParaRPr lang="en-US" altLang="ja-JP" dirty="0"/>
          </a:p>
          <a:p>
            <a:r>
              <a:rPr lang="ja-JP" altLang="en-US" dirty="0">
                <a:latin typeface="游ゴシック"/>
                <a:ea typeface="游ゴシック"/>
              </a:rPr>
              <a:t>　・千葉（日報・月報）で使われているタグを調査（対象ファイルは愛知と同程度</a:t>
            </a:r>
            <a:r>
              <a:rPr lang="en-US" altLang="ja-JP" dirty="0">
                <a:latin typeface="游ゴシック"/>
                <a:ea typeface="游ゴシック"/>
              </a:rPr>
              <a:t>(60</a:t>
            </a:r>
            <a:r>
              <a:rPr lang="ja-JP" altLang="en-US" dirty="0">
                <a:latin typeface="游ゴシック"/>
                <a:ea typeface="游ゴシック"/>
              </a:rPr>
              <a:t>本</a:t>
            </a:r>
            <a:r>
              <a:rPr lang="en-US" altLang="ja-JP" dirty="0">
                <a:latin typeface="游ゴシック"/>
                <a:ea typeface="游ゴシック"/>
              </a:rPr>
              <a:t>)</a:t>
            </a:r>
            <a:r>
              <a:rPr lang="ja-JP" altLang="en-US" dirty="0">
                <a:latin typeface="游ゴシック"/>
                <a:ea typeface="游ゴシック"/>
              </a:rPr>
              <a:t>程を想定）</a:t>
            </a:r>
            <a:endParaRPr lang="en-US" altLang="ja-JP" dirty="0">
              <a:latin typeface="游ゴシック"/>
              <a:ea typeface="游ゴシック"/>
            </a:endParaRPr>
          </a:p>
          <a:p>
            <a:r>
              <a:rPr lang="ja-JP" altLang="en-US" dirty="0">
                <a:latin typeface="游ゴシック"/>
                <a:ea typeface="游ゴシック"/>
              </a:rPr>
              <a:t>　・千葉（日報・月報）に対してテストを実施（対象ファイルは愛知と同程度</a:t>
            </a:r>
            <a:r>
              <a:rPr lang="en-US" altLang="ja-JP" dirty="0">
                <a:latin typeface="游ゴシック"/>
                <a:ea typeface="游ゴシック"/>
              </a:rPr>
              <a:t>(60</a:t>
            </a:r>
            <a:r>
              <a:rPr lang="ja-JP" altLang="en-US" dirty="0">
                <a:latin typeface="游ゴシック"/>
                <a:ea typeface="游ゴシック"/>
              </a:rPr>
              <a:t>本</a:t>
            </a:r>
            <a:r>
              <a:rPr lang="en-US" altLang="ja-JP" dirty="0">
                <a:latin typeface="游ゴシック"/>
                <a:ea typeface="游ゴシック"/>
              </a:rPr>
              <a:t>)</a:t>
            </a:r>
            <a:r>
              <a:rPr lang="ja-JP" altLang="en-US" dirty="0">
                <a:latin typeface="游ゴシック"/>
                <a:ea typeface="游ゴシック"/>
              </a:rPr>
              <a:t>程を想定）</a:t>
            </a:r>
            <a:endParaRPr lang="en-US" altLang="ja-JP" dirty="0">
              <a:latin typeface="游ゴシック"/>
              <a:ea typeface="游ゴシック"/>
            </a:endParaRPr>
          </a:p>
          <a:p>
            <a:r>
              <a:rPr lang="ja-JP" altLang="en-US" dirty="0">
                <a:latin typeface="游ゴシック"/>
                <a:ea typeface="游ゴシック"/>
              </a:rPr>
              <a:t>　・移行ツールの作成、動作検証</a:t>
            </a:r>
            <a:endParaRPr lang="en-US" altLang="ja-JP" dirty="0">
              <a:latin typeface="游ゴシック"/>
              <a:ea typeface="游ゴシック"/>
            </a:endParaRPr>
          </a:p>
          <a:p>
            <a:endParaRPr lang="ja-JP" altLang="en-US" dirty="0"/>
          </a:p>
          <a:p>
            <a:r>
              <a:rPr lang="ja-JP" altLang="en-US" dirty="0">
                <a:latin typeface="游ゴシック"/>
                <a:ea typeface="游ゴシック"/>
              </a:rPr>
              <a:t>　</a:t>
            </a:r>
            <a:endParaRPr lang="en-US" altLang="ja-JP" dirty="0">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77C3460A-9E4B-0DB8-F184-4331AD716EAE}"/>
              </a:ext>
            </a:extLst>
          </p:cNvPr>
          <p:cNvSpPr/>
          <p:nvPr/>
        </p:nvSpPr>
        <p:spPr>
          <a:xfrm>
            <a:off x="320511" y="5364453"/>
            <a:ext cx="2828683"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2025/7/11</a:t>
            </a:r>
            <a:endParaRPr lang="en-US" dirty="0"/>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1644174"/>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191718" y="1834813"/>
            <a:ext cx="893911" cy="935893"/>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653025" y="2492858"/>
            <a:ext cx="1527243" cy="713036"/>
          </a:xfrm>
          <a:prstGeom prst="accentBorderCallout1">
            <a:avLst>
              <a:gd name="adj1" fmla="val 18750"/>
              <a:gd name="adj2" fmla="val -8333"/>
              <a:gd name="adj3" fmla="val -6501"/>
              <a:gd name="adj4" fmla="val -4538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rPr>
              <a:t>クライアントバージョンアップ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151356" y="2796217"/>
            <a:ext cx="3329421" cy="3563524"/>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700687" y="2117547"/>
            <a:ext cx="6525671" cy="3086520"/>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a:t>
            </a:r>
            <a:endParaRPr kumimoji="1" lang="en-US" altLang="ja-JP" sz="2800" b="1" dirty="0"/>
          </a:p>
          <a:p>
            <a:pPr algn="ctr"/>
            <a:r>
              <a:rPr kumimoji="1" lang="ja-JP" altLang="en-US" sz="2800" b="1" dirty="0"/>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dirty="0"/>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30298311"/>
              </p:ext>
            </p:extLst>
          </p:nvPr>
        </p:nvGraphicFramePr>
        <p:xfrm>
          <a:off x="606000" y="936000"/>
          <a:ext cx="10843049" cy="1626480"/>
        </p:xfrm>
        <a:graphic>
          <a:graphicData uri="http://schemas.openxmlformats.org/drawingml/2006/table">
            <a:tbl>
              <a:tblPr firstRow="1" bandRow="1">
                <a:tableStyleId>{69012ECD-51FC-41F1-AA8D-1B2483CD663E}</a:tableStyleId>
              </a:tblPr>
              <a:tblGrid>
                <a:gridCol w="251238">
                  <a:extLst>
                    <a:ext uri="{9D8B030D-6E8A-4147-A177-3AD203B41FA5}">
                      <a16:colId xmlns:a16="http://schemas.microsoft.com/office/drawing/2014/main" val="820809534"/>
                    </a:ext>
                  </a:extLst>
                </a:gridCol>
                <a:gridCol w="1714512">
                  <a:extLst>
                    <a:ext uri="{9D8B030D-6E8A-4147-A177-3AD203B41FA5}">
                      <a16:colId xmlns:a16="http://schemas.microsoft.com/office/drawing/2014/main" val="2667349602"/>
                    </a:ext>
                  </a:extLst>
                </a:gridCol>
                <a:gridCol w="2238375">
                  <a:extLst>
                    <a:ext uri="{9D8B030D-6E8A-4147-A177-3AD203B41FA5}">
                      <a16:colId xmlns:a16="http://schemas.microsoft.com/office/drawing/2014/main" val="852570537"/>
                    </a:ext>
                  </a:extLst>
                </a:gridCol>
                <a:gridCol w="1619250">
                  <a:extLst>
                    <a:ext uri="{9D8B030D-6E8A-4147-A177-3AD203B41FA5}">
                      <a16:colId xmlns:a16="http://schemas.microsoft.com/office/drawing/2014/main" val="27644720"/>
                    </a:ext>
                  </a:extLst>
                </a:gridCol>
                <a:gridCol w="1438275">
                  <a:extLst>
                    <a:ext uri="{9D8B030D-6E8A-4147-A177-3AD203B41FA5}">
                      <a16:colId xmlns:a16="http://schemas.microsoft.com/office/drawing/2014/main" val="3430063420"/>
                    </a:ext>
                  </a:extLst>
                </a:gridCol>
                <a:gridCol w="3581399">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要件定義調査結果</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日報・月報</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合計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エクセルマクロ</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p>
                      <a:pPr marL="0" lvl="0" indent="0">
                        <a:buFont typeface="Arial" pitchFamily="34" charset="0"/>
                        <a:buNone/>
                      </a:pPr>
                      <a:r>
                        <a:rPr kumimoji="1" lang="en-US" altLang="ja-JP" sz="1600" dirty="0">
                          <a:solidFill>
                            <a:schemeClr val="tx1"/>
                          </a:solidFill>
                          <a:latin typeface="游ゴシック" panose="020B0400000000000000" pitchFamily="50" charset="-128"/>
                          <a:ea typeface="游ゴシック" panose="020B0400000000000000" pitchFamily="50" charset="-128"/>
                        </a:rPr>
                        <a:t>(</a:t>
                      </a:r>
                      <a:r>
                        <a:rPr kumimoji="1" lang="ja-JP" altLang="en-US" sz="1600" dirty="0">
                          <a:solidFill>
                            <a:schemeClr val="tx1"/>
                          </a:solidFill>
                          <a:latin typeface="游ゴシック" panose="020B0400000000000000" pitchFamily="50" charset="-128"/>
                          <a:ea typeface="游ゴシック" panose="020B0400000000000000" pitchFamily="50" charset="-128"/>
                        </a:rPr>
                        <a:t>千葉</a:t>
                      </a:r>
                      <a:r>
                        <a:rPr kumimoji="1" lang="en-US" altLang="ja-JP" sz="1600" dirty="0">
                          <a:solidFill>
                            <a:schemeClr val="tx1"/>
                          </a:solidFill>
                          <a:latin typeface="游ゴシック" panose="020B0400000000000000" pitchFamily="50" charset="-128"/>
                          <a:ea typeface="游ゴシック" panose="020B0400000000000000"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1151</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60</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1221(</a:t>
                      </a:r>
                      <a:r>
                        <a:rPr kumimoji="1" lang="ja-JP" altLang="en-US" sz="1600" b="0" dirty="0">
                          <a:solidFill>
                            <a:schemeClr val="tx1"/>
                          </a:solidFill>
                          <a:latin typeface="游ゴシック"/>
                          <a:ea typeface="游ゴシック"/>
                        </a:rPr>
                        <a:t>本</a:t>
                      </a:r>
                      <a:r>
                        <a:rPr kumimoji="1" lang="en-US" altLang="ja-JP" sz="1600" b="0" dirty="0">
                          <a:solidFill>
                            <a:schemeClr val="tx1"/>
                          </a:solidFill>
                          <a:latin typeface="游ゴシック"/>
                          <a:ea typeface="游ゴシック"/>
                        </a:rPr>
                        <a:t>)</a:t>
                      </a:r>
                      <a:endParaRPr kumimoji="1" lang="ja-JP" altLang="en-US" sz="1600" dirty="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mn-ea"/>
                        </a:rPr>
                        <a:t>本番リリースまでにファイル更新される</a:t>
                      </a:r>
                      <a:r>
                        <a:rPr kumimoji="1" lang="ja-JP" altLang="en-US" sz="1600" dirty="0">
                          <a:solidFill>
                            <a:schemeClr val="tx1"/>
                          </a:solidFill>
                          <a:latin typeface="游ゴシック"/>
                          <a:ea typeface="游ゴシック" panose="020B0400000000000000" pitchFamily="50" charset="-128"/>
                        </a:rPr>
                        <a:t>想定本数は「</a:t>
                      </a:r>
                      <a:r>
                        <a:rPr kumimoji="1" lang="zh-TW" altLang="en-US" sz="1600" dirty="0">
                          <a:solidFill>
                            <a:schemeClr val="tx1"/>
                          </a:solidFill>
                          <a:latin typeface="游ゴシック"/>
                          <a:ea typeface="游ゴシック" panose="020B0400000000000000" pitchFamily="50" charset="-128"/>
                        </a:rPr>
                        <a:t>要件定義</a:t>
                      </a:r>
                    </a:p>
                    <a:p>
                      <a:pPr marL="0" indent="0">
                        <a:buFont typeface="Arial" pitchFamily="34" charset="0"/>
                        <a:buNone/>
                      </a:pPr>
                      <a:r>
                        <a:rPr kumimoji="1" lang="zh-TW" altLang="en-US" sz="1600" dirty="0">
                          <a:solidFill>
                            <a:schemeClr val="tx1"/>
                          </a:solidFill>
                          <a:latin typeface="游ゴシック"/>
                          <a:ea typeface="游ゴシック" panose="020B0400000000000000" pitchFamily="50" charset="-128"/>
                        </a:rPr>
                        <a:t>調査結果</a:t>
                      </a:r>
                      <a:r>
                        <a:rPr kumimoji="1" lang="ja-JP" altLang="en-US" sz="1600" dirty="0">
                          <a:solidFill>
                            <a:schemeClr val="tx1"/>
                          </a:solidFill>
                          <a:latin typeface="游ゴシック"/>
                          <a:ea typeface="游ゴシック" panose="020B0400000000000000" pitchFamily="50" charset="-128"/>
                        </a:rPr>
                        <a:t>＋日報・月報合計」の</a:t>
                      </a:r>
                      <a:r>
                        <a:rPr kumimoji="1" lang="en-US" altLang="ja-JP" sz="1600" dirty="0">
                          <a:solidFill>
                            <a:schemeClr val="tx1"/>
                          </a:solidFill>
                          <a:latin typeface="游ゴシック"/>
                          <a:ea typeface="游ゴシック" panose="020B0400000000000000" pitchFamily="50" charset="-128"/>
                        </a:rPr>
                        <a:t>20%</a:t>
                      </a:r>
                      <a:r>
                        <a:rPr kumimoji="1" lang="ja-JP" altLang="en-US" sz="1600" dirty="0">
                          <a:solidFill>
                            <a:schemeClr val="tx1"/>
                          </a:solidFill>
                          <a:latin typeface="游ゴシック"/>
                          <a:ea typeface="游ゴシック" panose="020B0400000000000000" pitchFamily="50" charset="-128"/>
                        </a:rPr>
                        <a:t>を想定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2647068"/>
              </p:ext>
            </p:extLst>
          </p:nvPr>
        </p:nvGraphicFramePr>
        <p:xfrm>
          <a:off x="888448" y="755856"/>
          <a:ext cx="9746084" cy="476214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5552">
                <a:tc rowSpan="4">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696145"/>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5552">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4495284" y="1676209"/>
            <a:ext cx="1548798" cy="405683"/>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(7/22</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707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2025/7/11</a:t>
            </a:r>
            <a:endParaRPr lang="en-US" dirty="0"/>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599156" y="166704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145119" y="1859213"/>
            <a:ext cx="1036654"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65865"/>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14766"/>
            <a:ext cx="771518" cy="5470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125114" y="3288408"/>
            <a:ext cx="289139" cy="60006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27123" y="3322025"/>
            <a:ext cx="47962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5906751" y="3294496"/>
            <a:ext cx="65787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317865" y="3834848"/>
            <a:ext cx="1516569" cy="56958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結合テスト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5834434" y="3852001"/>
            <a:ext cx="451138" cy="56958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30637"/>
            <a:ext cx="464082" cy="56436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5827768" y="4380946"/>
            <a:ext cx="1336307" cy="5784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rPr>
              <a:t>結合</a:t>
            </a: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379747"/>
            <a:ext cx="435081" cy="56112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379747"/>
            <a:ext cx="851284" cy="57123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380938"/>
            <a:ext cx="624578" cy="57003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4952633"/>
            <a:ext cx="847429" cy="57715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rPr>
              <a:t>結合</a:t>
            </a: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4952633"/>
            <a:ext cx="878427" cy="56581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28040"/>
            <a:ext cx="682442" cy="56958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4953889"/>
            <a:ext cx="228138" cy="568334"/>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4954029"/>
            <a:ext cx="163901" cy="56581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4943968"/>
            <a:ext cx="228138" cy="588882"/>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4944108"/>
            <a:ext cx="195865" cy="586268"/>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706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5842783" y="2139669"/>
            <a:ext cx="241500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9/19</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6166543" y="2318060"/>
            <a:ext cx="241500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9/26</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4316631" y="3849820"/>
            <a:ext cx="1997592"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8355824" y="2609079"/>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12/5</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7" name="四角形: 角を丸くする 16">
            <a:extLst>
              <a:ext uri="{FF2B5EF4-FFF2-40B4-BE49-F238E27FC236}">
                <a16:creationId xmlns:a16="http://schemas.microsoft.com/office/drawing/2014/main" id="{8470FB5A-A365-9392-0DA9-C8155DB8CE04}"/>
              </a:ext>
            </a:extLst>
          </p:cNvPr>
          <p:cNvSpPr/>
          <p:nvPr/>
        </p:nvSpPr>
        <p:spPr>
          <a:xfrm>
            <a:off x="7135424" y="3853742"/>
            <a:ext cx="1182278" cy="564363"/>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6176068" y="2493166"/>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9/30</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814812" y="4379396"/>
            <a:ext cx="9819720" cy="1152048"/>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今回のお見積もり範囲外</a:t>
            </a:r>
          </a:p>
        </p:txBody>
      </p:sp>
      <p:sp>
        <p:nvSpPr>
          <p:cNvPr id="16" name="四角形: 角を丸くする 15">
            <a:extLst>
              <a:ext uri="{FF2B5EF4-FFF2-40B4-BE49-F238E27FC236}">
                <a16:creationId xmlns:a16="http://schemas.microsoft.com/office/drawing/2014/main" id="{0AE0F650-E89D-DA10-9A58-146F06A42108}"/>
              </a:ext>
            </a:extLst>
          </p:cNvPr>
          <p:cNvSpPr/>
          <p:nvPr/>
        </p:nvSpPr>
        <p:spPr>
          <a:xfrm>
            <a:off x="814812" y="2802910"/>
            <a:ext cx="9819720" cy="1024062"/>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dirty="0"/>
              <a:t>今回のお見積もり範囲外</a:t>
            </a:r>
          </a:p>
        </p:txBody>
      </p:sp>
      <p:sp>
        <p:nvSpPr>
          <p:cNvPr id="18" name="正方形/長方形 17">
            <a:extLst>
              <a:ext uri="{FF2B5EF4-FFF2-40B4-BE49-F238E27FC236}">
                <a16:creationId xmlns:a16="http://schemas.microsoft.com/office/drawing/2014/main" id="{7D8758E2-AF41-662C-8D51-9724F1F91AC4}"/>
              </a:ext>
            </a:extLst>
          </p:cNvPr>
          <p:cNvSpPr/>
          <p:nvPr/>
        </p:nvSpPr>
        <p:spPr>
          <a:xfrm>
            <a:off x="4937098" y="3623721"/>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請負</a:t>
            </a:r>
          </a:p>
        </p:txBody>
      </p:sp>
      <p:sp>
        <p:nvSpPr>
          <p:cNvPr id="19" name="正方形/長方形 18">
            <a:extLst>
              <a:ext uri="{FF2B5EF4-FFF2-40B4-BE49-F238E27FC236}">
                <a16:creationId xmlns:a16="http://schemas.microsoft.com/office/drawing/2014/main" id="{3E0D334D-4031-2B86-0587-43C9B6874D61}"/>
              </a:ext>
            </a:extLst>
          </p:cNvPr>
          <p:cNvSpPr/>
          <p:nvPr/>
        </p:nvSpPr>
        <p:spPr>
          <a:xfrm>
            <a:off x="7351003" y="3640108"/>
            <a:ext cx="855629" cy="242347"/>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準委任</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矢野 幸代</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秋本 夕季菜</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木村 俊介</a:t>
              </a:r>
              <a:r>
                <a:rPr lang="ja-JP" altLang="en-US" sz="1600" b="0" i="0" dirty="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82048398"/>
              </p:ext>
            </p:extLst>
          </p:nvPr>
        </p:nvGraphicFramePr>
        <p:xfrm>
          <a:off x="577425" y="936000"/>
          <a:ext cx="11158389" cy="438235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各</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dirty="0">
                          <a:solidFill>
                            <a:schemeClr val="tx1"/>
                          </a:solidFill>
                          <a:latin typeface="游ゴシック"/>
                          <a:ea typeface="游ゴシック"/>
                        </a:rPr>
                        <a:t>に対し修正を行います。</a:t>
                      </a:r>
                      <a:endParaRPr lang="en-US" altLang="ja-JP" sz="16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移行用ツールの作成を行います。</a:t>
                      </a:r>
                    </a:p>
                    <a:p>
                      <a:pPr marL="0" marR="0" lvl="0" indent="0" algn="l">
                        <a:lnSpc>
                          <a:spcPct val="100000"/>
                        </a:lnSpc>
                        <a:spcBef>
                          <a:spcPts val="0"/>
                        </a:spcBef>
                        <a:spcAft>
                          <a:spcPts val="0"/>
                        </a:spcAft>
                        <a:buNone/>
                      </a:pPr>
                      <a:r>
                        <a:rPr lang="ja-JP" sz="1600" b="0" i="0" u="none" strike="noStrike" noProof="0" dirty="0">
                          <a:solidFill>
                            <a:schemeClr val="tx1"/>
                          </a:solidFill>
                        </a:rPr>
                        <a:t>ヒストリデータクライアントのバージョンアップを行います</a:t>
                      </a:r>
                      <a:r>
                        <a:rPr lang="ja-JP" altLang="en-US" sz="1600" b="0" i="0" u="none" strike="noStrike" noProof="0" dirty="0">
                          <a:solidFill>
                            <a:schemeClr val="tx1"/>
                          </a:solidFill>
                        </a:rPr>
                        <a:t>。</a:t>
                      </a:r>
                      <a:endParaRPr lang="en-US" altLang="ja-JP" sz="1600" b="0" i="0" u="none" strike="noStrike" noProof="0" dirty="0">
                        <a:solidFill>
                          <a:schemeClr val="tx1"/>
                        </a:solidFill>
                      </a:endParaRPr>
                    </a:p>
                    <a:p>
                      <a:pPr marL="0" marR="0" lvl="0" indent="0" algn="l">
                        <a:lnSpc>
                          <a:spcPct val="100000"/>
                        </a:lnSpc>
                        <a:spcBef>
                          <a:spcPts val="0"/>
                        </a:spcBef>
                        <a:spcAft>
                          <a:spcPts val="0"/>
                        </a:spcAft>
                        <a:buNone/>
                      </a:pPr>
                      <a:r>
                        <a:rPr lang="ja-JP" altLang="en-US" sz="1600" b="0" i="0" u="none" strike="noStrike" noProof="0" dirty="0">
                          <a:solidFill>
                            <a:schemeClr val="tx1"/>
                          </a:solidFill>
                        </a:rPr>
                        <a:t>日報・月報（想定：</a:t>
                      </a:r>
                      <a:r>
                        <a:rPr lang="en-US" altLang="ja-JP" sz="1600" b="0" i="0" u="none" strike="noStrike" noProof="0" dirty="0">
                          <a:solidFill>
                            <a:schemeClr val="tx1"/>
                          </a:solidFill>
                        </a:rPr>
                        <a:t>60</a:t>
                      </a:r>
                      <a:r>
                        <a:rPr lang="ja-JP" altLang="en-US" sz="1600" b="0" i="0" u="none" strike="noStrike" noProof="0" dirty="0">
                          <a:solidFill>
                            <a:schemeClr val="tx1"/>
                          </a:solidFill>
                        </a:rPr>
                        <a:t>本）で使用しているタグを調査して一覧の作成を行います。</a:t>
                      </a:r>
                      <a:endParaRPr lang="en-US" altLang="ja-JP" sz="1600" b="0" i="0" u="none" strike="noStrike" noProof="0" dirty="0">
                        <a:solidFill>
                          <a:schemeClr val="tx1"/>
                        </a:solidFill>
                      </a:endParaRPr>
                    </a:p>
                    <a:p>
                      <a:pPr marL="0" marR="0" lvl="0" indent="0" algn="l">
                        <a:lnSpc>
                          <a:spcPct val="100000"/>
                        </a:lnSpc>
                        <a:spcBef>
                          <a:spcPts val="0"/>
                        </a:spcBef>
                        <a:spcAft>
                          <a:spcPts val="0"/>
                        </a:spcAft>
                        <a:buNone/>
                      </a:pPr>
                      <a:r>
                        <a:rPr lang="ja-JP" altLang="en-US" sz="1600" dirty="0"/>
                        <a:t>要件定義以降に新規作成・更新がされたファイルに対して修正が必要か調査、修正を行います。</a:t>
                      </a:r>
                      <a:endParaRPr lang="ja-JP" altLang="en-US" sz="1600" b="0" i="0" u="none" strike="noStrike" noProof="0"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dirty="0">
                          <a:solidFill>
                            <a:schemeClr val="tx1"/>
                          </a:solidFill>
                          <a:latin typeface="游ゴシック"/>
                          <a:ea typeface="游ゴシック"/>
                        </a:rPr>
                        <a:t>の接続確認テストを実施します。</a:t>
                      </a:r>
                      <a:br>
                        <a:rPr lang="en-US" altLang="ja-JP" sz="1600" dirty="0">
                          <a:solidFill>
                            <a:srgbClr val="323232"/>
                          </a:solidFill>
                          <a:latin typeface="游ゴシック"/>
                          <a:ea typeface="游ゴシック"/>
                        </a:rPr>
                      </a:br>
                      <a:r>
                        <a:rPr lang="en-US" altLang="ja-JP" sz="1600" dirty="0">
                          <a:solidFill>
                            <a:schemeClr val="tx1"/>
                          </a:solidFill>
                          <a:latin typeface="游ゴシック"/>
                          <a:ea typeface="游ゴシック"/>
                        </a:rPr>
                        <a:t>※</a:t>
                      </a:r>
                      <a:r>
                        <a:rPr lang="ja-JP" altLang="en-US" sz="1600" b="0" i="0" u="none" strike="noStrike" noProof="0" dirty="0">
                          <a:solidFill>
                            <a:schemeClr val="tx1"/>
                          </a:solidFill>
                        </a:rPr>
                        <a:t>日報・月報（想定：</a:t>
                      </a:r>
                      <a:r>
                        <a:rPr lang="en-US" altLang="ja-JP" sz="1600" b="0" i="0" u="none" strike="noStrike" noProof="0" dirty="0">
                          <a:solidFill>
                            <a:schemeClr val="tx1"/>
                          </a:solidFill>
                        </a:rPr>
                        <a:t>60</a:t>
                      </a:r>
                      <a:r>
                        <a:rPr lang="ja-JP" altLang="en-US" sz="1600" b="0" i="0" u="none" strike="noStrike" noProof="0" dirty="0">
                          <a:solidFill>
                            <a:schemeClr val="tx1"/>
                          </a:solidFill>
                        </a:rPr>
                        <a:t>本）が対象</a:t>
                      </a:r>
                      <a:endParaRPr lang="en-US" altLang="ja-JP" sz="1600" dirty="0">
                        <a:solidFill>
                          <a:schemeClr val="tx1"/>
                        </a:solidFill>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移行ツールのテストを行います。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kumimoji="0" lang="ja-JP" altLang="en-US" sz="1600"/>
                        <a:t>受入テストを実施するための環境整備、及びテスト期間中の問合せ対応を行います。</a:t>
                      </a:r>
                      <a:endParaRPr kumimoji="0" lang="en-US" altLang="ja-JP" sz="16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85762">
                <a:tc>
                  <a:txBody>
                    <a:bodyPr/>
                    <a:lstStyle/>
                    <a:p>
                      <a:pPr marL="0" lvl="0" algn="ctr" defTabSz="914400">
                        <a:buNone/>
                      </a:pPr>
                      <a:r>
                        <a:rPr kumimoji="1" lang="en-US" altLang="ja-JP" sz="1600" kern="120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a:ea typeface="游ゴシック"/>
                        </a:rPr>
                        <a:t>期間中の問合せ対応を行います。</a:t>
                      </a:r>
                      <a:endParaRPr kumimoji="0" lang="en-US" altLang="ja-JP" sz="1600" dirty="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dirty="0">
                          <a:solidFill>
                            <a:schemeClr val="tx1"/>
                          </a:solidFill>
                          <a:latin typeface="游ゴシック"/>
                          <a:ea typeface="游ゴシック"/>
                        </a:rPr>
                        <a:t>期間は各所で切替後</a:t>
                      </a:r>
                      <a:r>
                        <a:rPr kumimoji="0" lang="en-US" altLang="ja-JP" sz="1600" dirty="0">
                          <a:solidFill>
                            <a:schemeClr val="tx1"/>
                          </a:solidFill>
                          <a:latin typeface="游ゴシック"/>
                          <a:ea typeface="游ゴシック"/>
                        </a:rPr>
                        <a:t>3</a:t>
                      </a:r>
                      <a:r>
                        <a:rPr kumimoji="0" lang="ja-JP" altLang="en-US" sz="1600" dirty="0">
                          <a:solidFill>
                            <a:schemeClr val="tx1"/>
                          </a:solidFill>
                          <a:latin typeface="游ゴシック"/>
                          <a:ea typeface="游ゴシック"/>
                        </a:rPr>
                        <a:t>週間を想定しています。</a:t>
                      </a:r>
                      <a:endParaRPr kumimoji="0"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746988529"/>
              </p:ext>
            </p:extLst>
          </p:nvPr>
        </p:nvGraphicFramePr>
        <p:xfrm>
          <a:off x="606000" y="936000"/>
          <a:ext cx="11158389" cy="304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プログラム一式、千葉（日報・月報）タグ一覧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テスト仕様書兼兼結果報告書（チェックリスト）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dirty="0">
                          <a:ln>
                            <a:noFill/>
                          </a:ln>
                          <a:solidFill>
                            <a:schemeClr val="tx1"/>
                          </a:solidFill>
                          <a:effectLst/>
                          <a:latin typeface="游ゴシック"/>
                          <a:ea typeface="游ゴシック"/>
                        </a:rPr>
                        <a:t>問題管理表</a:t>
                      </a:r>
                      <a:endParaRPr kumimoji="0" lang="ja-JP"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ja-JP" sz="1600" b="0" i="0" u="none" strike="noStrike" kern="1200" cap="none" normalizeH="0" baseline="0" noProof="0" dirty="0">
                          <a:ln>
                            <a:noFill/>
                          </a:ln>
                          <a:solidFill>
                            <a:schemeClr val="tx1"/>
                          </a:solidFill>
                          <a:effectLst/>
                          <a:latin typeface="游ゴシック"/>
                          <a:ea typeface="游ゴシック"/>
                        </a:rPr>
                        <a:t>問題管理表</a:t>
                      </a:r>
                      <a:endParaRPr kumimoji="0" lang="ja-JP" altLang="ja-JP" sz="16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7784490"/>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3789136875"/>
              </p:ext>
            </p:extLst>
          </p:nvPr>
        </p:nvGraphicFramePr>
        <p:xfrm>
          <a:off x="606000" y="2077404"/>
          <a:ext cx="11158372" cy="34771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製造・結合テスト完了報告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9/26</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製造・テスト結果の報告をいたします。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受入テストが開始できるかのご判断を依頼いたします。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リリース前レビュー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11/10(</a:t>
                      </a:r>
                      <a:r>
                        <a:rPr lang="ja-JP" altLang="en-US" sz="1600" b="0" dirty="0">
                          <a:latin typeface="+mn-ea"/>
                          <a:ea typeface="+mn-ea"/>
                        </a:rPr>
                        <a:t>仮</a:t>
                      </a:r>
                      <a:r>
                        <a:rPr lang="en-US" altLang="ja-JP" sz="1600" b="0" dirty="0">
                          <a:latin typeface="+mn-ea"/>
                          <a:ea typeface="+mn-ea"/>
                        </a:rPr>
                        <a:t>)</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ja-JP" sz="1600" b="0" i="0" u="none" strike="noStrike" noProof="0" dirty="0">
                          <a:solidFill>
                            <a:schemeClr val="tx1"/>
                          </a:solidFill>
                          <a:latin typeface="游ゴシック"/>
                          <a:ea typeface="游ゴシック"/>
                        </a:rPr>
                        <a:t>四課様、EXE</a:t>
                      </a:r>
                      <a:endParaRPr lang="en-US" altLang="ja-JP" sz="1600"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本番リリース手順書、事前作業の状況、関係者・立会い、リリース当日のタイムスケジュールの確認をいたします。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algn="ctr"/>
                      <a:r>
                        <a:rPr kumimoji="1" lang="ja-JP" altLang="en-US" sz="1600" kern="1200">
                          <a:solidFill>
                            <a:schemeClr val="dk1"/>
                          </a:solidFill>
                          <a:latin typeface="游ゴシック"/>
                          <a:ea typeface="游ゴシック"/>
                          <a:cs typeface="+mn-cs"/>
                        </a:rPr>
                        <a:t>４</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リリース翌日の状況確認打合せ</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11/20(</a:t>
                      </a:r>
                      <a:r>
                        <a:rPr lang="ja-JP" altLang="en-US" sz="1600" b="0" dirty="0">
                          <a:latin typeface="+mn-ea"/>
                          <a:ea typeface="+mn-ea"/>
                        </a:rPr>
                        <a:t>仮</a:t>
                      </a:r>
                      <a:r>
                        <a:rPr lang="en-US" altLang="ja-JP" sz="1600" b="0" dirty="0">
                          <a:latin typeface="+mn-ea"/>
                          <a:ea typeface="+mn-ea"/>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dirty="0">
                          <a:solidFill>
                            <a:schemeClr val="tx1"/>
                          </a:solidFill>
                          <a:latin typeface="游ゴシック"/>
                          <a:ea typeface="游ゴシック"/>
                        </a:rPr>
                        <a:t>四課様、EXE</a:t>
                      </a:r>
                      <a:endParaRPr lang="en-US" altLang="ja-JP" sz="1800" dirty="0"/>
                    </a:p>
                    <a:p>
                      <a:pPr marL="0" lvl="0" indent="0" algn="l" defTabSz="914400">
                        <a:lnSpc>
                          <a:spcPct val="100000"/>
                        </a:lnSpc>
                        <a:spcBef>
                          <a:spcPts val="0"/>
                        </a:spcBef>
                        <a:spcAft>
                          <a:spcPts val="0"/>
                        </a:spcAft>
                        <a:buNone/>
                        <a:tabLst/>
                        <a:defRPr/>
                      </a:pPr>
                      <a:r>
                        <a:rPr lang="ja-JP" altLang="en-US" dirty="0"/>
                        <a:t>、ユーザ様</a:t>
                      </a:r>
                      <a:endParaRPr lang="en-US" altLang="ja-JP"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本番リリース翌日の利用状況、問題が発生有無と対応要否を確認いたします。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026352"/>
                  </a:ext>
                </a:extLst>
              </a:tr>
              <a:tr h="540000">
                <a:tc>
                  <a:txBody>
                    <a:bodyPr/>
                    <a:lstStyle/>
                    <a:p>
                      <a:pPr marL="0" algn="ctr" defTabSz="914400" rtl="0" eaLnBrk="1" latinLnBrk="0" hangingPunct="1"/>
                      <a:r>
                        <a:rPr kumimoji="1" lang="ja-JP" altLang="en-US" sz="1600" kern="1200">
                          <a:solidFill>
                            <a:schemeClr val="dk1"/>
                          </a:solidFill>
                          <a:latin typeface="游ゴシック"/>
                          <a:ea typeface="游ゴシック"/>
                          <a:cs typeface="+mn-cs"/>
                        </a:rPr>
                        <a:t>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プロジェクト完了報告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dirty="0">
                          <a:latin typeface="+mn-ea"/>
                          <a:ea typeface="+mn-ea"/>
                        </a:rPr>
                        <a:t>12/5(</a:t>
                      </a:r>
                      <a:r>
                        <a:rPr lang="ja-JP" altLang="en-US" sz="1600" b="0" dirty="0">
                          <a:latin typeface="+mn-ea"/>
                          <a:ea typeface="+mn-ea"/>
                        </a:rPr>
                        <a:t>仮</a:t>
                      </a:r>
                      <a:r>
                        <a:rPr lang="en-US" altLang="ja-JP" sz="1600" b="0" dirty="0">
                          <a:latin typeface="+mn-ea"/>
                          <a:ea typeface="+mn-ea"/>
                        </a:rPr>
                        <a:t>)</a:t>
                      </a:r>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本番リリース結果、初期流動対応結果、保守への引継ぎ事項について報告をいたします。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a:t>2025/7/11</a:t>
            </a:r>
            <a:endParaRPr lang="en-US" dirty="0"/>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584775"/>
          </a:xfrm>
          <a:prstGeom prst="rect">
            <a:avLst/>
          </a:prstGeom>
          <a:noFill/>
        </p:spPr>
        <p:txBody>
          <a:bodyPr wrap="square" rtlCol="0">
            <a:spAutoFit/>
          </a:bodyPr>
          <a:lstStyle/>
          <a:p>
            <a:r>
              <a:rPr kumimoji="1" lang="en-US" altLang="ja-JP" sz="1600" dirty="0" err="1">
                <a:latin typeface="游ゴシック" panose="020B0400000000000000" pitchFamily="50" charset="-128"/>
                <a:ea typeface="游ゴシック" panose="020B0400000000000000" pitchFamily="50" charset="-128"/>
              </a:rPr>
              <a:t>XenAPP</a:t>
            </a:r>
            <a:r>
              <a:rPr kumimoji="1" lang="ja-JP" altLang="en-US" sz="1600" dirty="0">
                <a:latin typeface="游ゴシック" panose="020B0400000000000000" pitchFamily="50" charset="-128"/>
                <a:ea typeface="游ゴシック" panose="020B0400000000000000" pitchFamily="50" charset="-128"/>
              </a:rPr>
              <a:t>対応で想定している会議体となります。</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なお、工場システムは</a:t>
            </a:r>
            <a:r>
              <a:rPr kumimoji="1" lang="en-US" altLang="ja-JP" sz="1600" dirty="0">
                <a:latin typeface="游ゴシック" panose="020B0400000000000000" pitchFamily="50" charset="-128"/>
                <a:ea typeface="游ゴシック" panose="020B0400000000000000" pitchFamily="50" charset="-128"/>
              </a:rPr>
              <a:t>Azure</a:t>
            </a:r>
            <a:r>
              <a:rPr kumimoji="1" lang="ja-JP" altLang="en-US" sz="1600" dirty="0">
                <a:latin typeface="游ゴシック" panose="020B0400000000000000" pitchFamily="50" charset="-128"/>
                <a:ea typeface="游ゴシック" panose="020B0400000000000000" pitchFamily="50" charset="-128"/>
              </a:rPr>
              <a:t>移行</a:t>
            </a:r>
            <a:r>
              <a:rPr kumimoji="1" lang="en-US" altLang="ja-JP" sz="1600" dirty="0">
                <a:latin typeface="游ゴシック" panose="020B0400000000000000" pitchFamily="50" charset="-128"/>
                <a:ea typeface="游ゴシック" panose="020B0400000000000000" pitchFamily="50" charset="-128"/>
              </a:rPr>
              <a:t>PJ</a:t>
            </a:r>
            <a:r>
              <a:rPr kumimoji="1" lang="ja-JP" altLang="en-US" sz="1600" dirty="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r>
              <a:rPr lang="en-US" altLang="ja-JP" dirty="0" err="1">
                <a:latin typeface="游明朝" panose="02020400000000000000" pitchFamily="18" charset="-128"/>
                <a:ea typeface="游明朝" panose="02020400000000000000" pitchFamily="18" charset="-128"/>
              </a:rPr>
              <a:t>XenAPP</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千葉事業所）</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2025/7/11</a:t>
            </a:r>
            <a:endParaRPr lang="en-US"/>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389343514"/>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\1,930,000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0.68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\680,000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\800,000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\700,000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3.91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\4,110,000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0.48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\672,000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\2,152,000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dirty="0" err="1">
                          <a:solidFill>
                            <a:srgbClr val="000000"/>
                          </a:solidFill>
                          <a:effectLst/>
                          <a:latin typeface="游ゴシック" panose="020B0400000000000000" pitchFamily="50" charset="-128"/>
                          <a:ea typeface="游ゴシック" panose="020B0400000000000000" pitchFamily="50" charset="-128"/>
                        </a:rPr>
                        <a:t>XenAPP</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千葉</a:t>
                      </a: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5.87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\6,262,000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DC2E-5FF9-3BE0-2134-7CE135E97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40B0E-903F-0E8C-F336-A2925F8E5F0A}"/>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参考　概算お見積もり時（</a:t>
            </a:r>
            <a:r>
              <a:rPr lang="en-US" altLang="ja-JP" dirty="0" err="1">
                <a:latin typeface="游明朝" panose="02020400000000000000" pitchFamily="18" charset="-128"/>
                <a:ea typeface="游明朝" panose="02020400000000000000" pitchFamily="18" charset="-128"/>
              </a:rPr>
              <a:t>XenAPP</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千葉事業所）</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34653DF5-E3AA-EC82-C0D8-82695EEE651D}"/>
              </a:ext>
            </a:extLst>
          </p:cNvPr>
          <p:cNvSpPr>
            <a:spLocks noGrp="1"/>
          </p:cNvSpPr>
          <p:nvPr>
            <p:ph type="dt" sz="half" idx="10"/>
          </p:nvPr>
        </p:nvSpPr>
        <p:spPr/>
        <p:txBody>
          <a:bodyPr/>
          <a:lstStyle/>
          <a:p>
            <a:r>
              <a:rPr lang="en-US" altLang="ja-JP"/>
              <a:t>2025/7/11</a:t>
            </a:r>
            <a:endParaRPr lang="en-US" dirty="0"/>
          </a:p>
        </p:txBody>
      </p:sp>
      <p:graphicFrame>
        <p:nvGraphicFramePr>
          <p:cNvPr id="9" name="表 8">
            <a:extLst>
              <a:ext uri="{FF2B5EF4-FFF2-40B4-BE49-F238E27FC236}">
                <a16:creationId xmlns:a16="http://schemas.microsoft.com/office/drawing/2014/main" id="{06260147-ACF4-24E6-2311-33100F38EF78}"/>
              </a:ext>
            </a:extLst>
          </p:cNvPr>
          <p:cNvGraphicFramePr>
            <a:graphicFrameLocks noGrp="1"/>
          </p:cNvGraphicFramePr>
          <p:nvPr>
            <p:extLst>
              <p:ext uri="{D42A27DB-BD31-4B8C-83A1-F6EECF244321}">
                <p14:modId xmlns:p14="http://schemas.microsoft.com/office/powerpoint/2010/main" val="2657076857"/>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1.62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2.44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\2,560,000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¥230,000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¥392,000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\1,122,000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dirty="0" err="1">
                          <a:solidFill>
                            <a:srgbClr val="000000"/>
                          </a:solidFill>
                          <a:effectLst/>
                          <a:latin typeface="游ゴシック" panose="020B0400000000000000" pitchFamily="50" charset="-128"/>
                          <a:ea typeface="+mn-ea"/>
                        </a:rPr>
                        <a:t>XenAPP</a:t>
                      </a:r>
                      <a:r>
                        <a:rPr lang="en-US" altLang="ja-JP" sz="1600" b="1" i="0" u="none" strike="noStrike" dirty="0">
                          <a:solidFill>
                            <a:srgbClr val="000000"/>
                          </a:solidFill>
                          <a:effectLst/>
                          <a:latin typeface="游ゴシック" panose="020B0400000000000000" pitchFamily="50" charset="-128"/>
                          <a:ea typeface="+mn-ea"/>
                        </a:rPr>
                        <a:t>(</a:t>
                      </a:r>
                      <a:r>
                        <a:rPr lang="ja-JP" altLang="en-US" sz="1600" b="1" i="0" u="none" strike="noStrike" dirty="0">
                          <a:solidFill>
                            <a:srgbClr val="000000"/>
                          </a:solidFill>
                          <a:effectLst/>
                          <a:latin typeface="游ゴシック" panose="020B0400000000000000" pitchFamily="50" charset="-128"/>
                          <a:ea typeface="+mn-ea"/>
                        </a:rPr>
                        <a:t>千葉</a:t>
                      </a:r>
                      <a:r>
                        <a:rPr lang="en-US" altLang="ja-JP" sz="1600" b="1" i="0" u="none" strike="noStrike" dirty="0">
                          <a:solidFill>
                            <a:srgbClr val="000000"/>
                          </a:solidFill>
                          <a:effectLst/>
                          <a:latin typeface="游ゴシック" panose="020B0400000000000000" pitchFamily="50" charset="-128"/>
                          <a:ea typeface="+mn-ea"/>
                        </a:rPr>
                        <a:t>)</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3.45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\3,682,000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a:extLst>
              <a:ext uri="{FF2B5EF4-FFF2-40B4-BE49-F238E27FC236}">
                <a16:creationId xmlns:a16="http://schemas.microsoft.com/office/drawing/2014/main" id="{6B23AC78-E4CC-5FC4-8F7C-73622E3F53C1}"/>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43613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10000"/>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お見積もりは概算お見積もりのため、改めて正式にお見積もりさせていただきます。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開発工程において弊社の子会社であるエグゼベトナム（オフショア）利用することがあります。</a:t>
            </a:r>
            <a:endParaRPr lang="en-US" altLang="ja-JP" b="0" u="none" dirty="0">
              <a:latin typeface="游ゴシック"/>
              <a:ea typeface="游ゴシック"/>
            </a:endParaRPr>
          </a:p>
          <a:p>
            <a:pPr>
              <a:buFont typeface="Arial" panose="020B0604020202020204" pitchFamily="34" charset="0"/>
              <a:buChar char="•"/>
            </a:pPr>
            <a:r>
              <a:rPr kumimoji="1" lang="ja-JP" altLang="en-US" b="0" u="none" dirty="0">
                <a:latin typeface="游ゴシック"/>
                <a:ea typeface="游ゴシック"/>
              </a:rPr>
              <a:t>インフラ環境の</a:t>
            </a:r>
            <a:r>
              <a:rPr lang="ja-JP" altLang="en-US" b="0" u="none" dirty="0">
                <a:latin typeface="游ゴシック"/>
                <a:ea typeface="游ゴシック"/>
              </a:rPr>
              <a:t>調達・</a:t>
            </a:r>
            <a:r>
              <a:rPr kumimoji="1" lang="ja-JP" altLang="en-US" b="0" u="none" dirty="0">
                <a:latin typeface="游ゴシック"/>
                <a:ea typeface="游ゴシック"/>
              </a:rPr>
              <a:t>構築・移行は含まれておりません。</a:t>
            </a:r>
            <a:endParaRPr kumimoji="1"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本</a:t>
            </a:r>
            <a:r>
              <a:rPr lang="en-US" altLang="ja-JP" b="0" u="none" dirty="0">
                <a:latin typeface="游ゴシック"/>
                <a:ea typeface="游ゴシック"/>
              </a:rPr>
              <a:t>PJ</a:t>
            </a:r>
            <a:r>
              <a:rPr lang="ja-JP" altLang="en-US" b="0" u="none" dirty="0">
                <a:latin typeface="游ゴシック"/>
                <a:ea typeface="游ゴシック"/>
              </a:rPr>
              <a:t>での修正は</a:t>
            </a:r>
            <a:r>
              <a:rPr lang="en-US" altLang="ja-JP" b="0" u="none" dirty="0">
                <a:latin typeface="游ゴシック"/>
                <a:ea typeface="游ゴシック"/>
              </a:rPr>
              <a:t>PIMS</a:t>
            </a:r>
            <a:r>
              <a:rPr lang="ja-JP" altLang="en-US" b="0" u="none" dirty="0">
                <a:latin typeface="游ゴシック"/>
                <a:ea typeface="游ゴシック"/>
              </a:rPr>
              <a:t>への接続先変更のみとし、ロジックの修正はいたしません。</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テストでのPIMS接続先は本番環境を想定しています。</a:t>
            </a:r>
          </a:p>
          <a:p>
            <a:pPr>
              <a:buFont typeface="Arial" panose="020B0604020202020204" pitchFamily="34" charset="0"/>
              <a:buChar char="•"/>
            </a:pPr>
            <a:r>
              <a:rPr lang="ja-JP" altLang="en-US" b="0" u="none" dirty="0">
                <a:latin typeface="游ゴシック"/>
                <a:ea typeface="游ゴシック"/>
              </a:rPr>
              <a:t>XenAPPの代替環境での作業は本御見積に含まれておりません。</a:t>
            </a:r>
            <a:r>
              <a:rPr lang="ja-JP" b="0" u="none" dirty="0">
                <a:latin typeface="游ゴシック"/>
                <a:ea typeface="游ゴシック"/>
              </a:rPr>
              <a:t>XenAPP廃止対応PJ</a:t>
            </a:r>
            <a:r>
              <a:rPr lang="ja-JP" altLang="en-US" b="0" u="none" dirty="0">
                <a:latin typeface="游ゴシック"/>
                <a:ea typeface="游ゴシック"/>
              </a:rPr>
              <a:t>内にてご検討お願いいたします。</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タグ調査対象は愛知の実績より想定件数で見積をしております。対象件数が減った場合については代替作業で調整をいたしますので、お見積り金額に変更はございません。</a:t>
            </a:r>
            <a:endParaRPr lang="ja-JP" altLang="ja-JP" b="0" u="none" dirty="0">
              <a:latin typeface="游ゴシック"/>
              <a:ea typeface="游ゴシック"/>
            </a:endParaRPr>
          </a:p>
          <a:p>
            <a:pPr>
              <a:buFont typeface="Arial" panose="020B0604020202020204" pitchFamily="34" charset="0"/>
              <a:buChar char="•"/>
            </a:pPr>
            <a:r>
              <a:rPr lang="ja-JP" altLang="en-US" b="0" u="none" dirty="0"/>
              <a:t>修正・テスト対象ファイルがお見積もり内の想定件数を超える場合は別発注として、ご相談の上決定させていただきます。</a:t>
            </a:r>
            <a:endParaRPr kumimoji="1" lang="en-US" altLang="ja-JP" b="0" u="none" dirty="0"/>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3.xml><?xml version="1.0" encoding="utf-8"?>
<ds:datastoreItem xmlns:ds="http://schemas.openxmlformats.org/officeDocument/2006/customXml" ds:itemID="{D5C4C8B0-6EB0-4725-9E86-BE2C3085FBC0}">
  <ds:schemaRefs>
    <ds:schemaRef ds:uri="http://schemas.openxmlformats.org/package/2006/metadata/core-properties"/>
    <ds:schemaRef ds:uri="2fd442da-66a9-4fa6-ba31-eb0d54ad1381"/>
    <ds:schemaRef ds:uri="http://purl.org/dc/terms/"/>
    <ds:schemaRef ds:uri="http://purl.org/dc/elements/1.1/"/>
    <ds:schemaRef ds:uri="http://schemas.microsoft.com/office/infopath/2007/PartnerControls"/>
    <ds:schemaRef ds:uri="http://www.w3.org/XML/1998/namespace"/>
    <ds:schemaRef ds:uri="http://purl.org/dc/dcmitype/"/>
    <ds:schemaRef ds:uri="http://schemas.microsoft.com/office/2006/documentManagement/types"/>
    <ds:schemaRef ds:uri="http://schemas.microsoft.com/office/2006/metadata/propertie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169</TotalTime>
  <Words>1719</Words>
  <Application>Microsoft Office PowerPoint</Application>
  <PresentationFormat>ワイド画面</PresentationFormat>
  <Paragraphs>441</Paragraphs>
  <Slides>12</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12</vt:i4>
      </vt:variant>
    </vt:vector>
  </HeadingPairs>
  <TitlesOfParts>
    <vt:vector size="21" baseType="lpstr">
      <vt:lpstr>Meiryo UI</vt:lpstr>
      <vt:lpstr>游ゴシック</vt:lpstr>
      <vt:lpstr>游ゴシック</vt:lpstr>
      <vt:lpstr>Yu Gothic Medium</vt:lpstr>
      <vt:lpstr>游明朝</vt:lpstr>
      <vt:lpstr>Arial</vt:lpstr>
      <vt:lpstr>Calibri</vt:lpstr>
      <vt:lpstr>Wingdings</vt:lpstr>
      <vt:lpstr>Office テーマ</vt:lpstr>
      <vt:lpstr>概算御見積(第1.1版）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 千葉事業所）</vt:lpstr>
      <vt:lpstr>９. 参考　概算お見積もり時（XenAPP 千葉事業所）</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9</cp:revision>
  <dcterms:created xsi:type="dcterms:W3CDTF">2021-02-05T06:36:21Z</dcterms:created>
  <dcterms:modified xsi:type="dcterms:W3CDTF">2025-07-11T07:46:55Z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