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58" r:id="rId4"/>
  </p:sldMasterIdLst>
  <p:notesMasterIdLst>
    <p:notesMasterId r:id="rId25"/>
  </p:notesMasterIdLst>
  <p:handoutMasterIdLst>
    <p:handoutMasterId r:id="rId26"/>
  </p:handoutMasterIdLst>
  <p:sldIdLst>
    <p:sldId id="615" r:id="rId5"/>
    <p:sldId id="838" r:id="rId6"/>
    <p:sldId id="727" r:id="rId7"/>
    <p:sldId id="784" r:id="rId8"/>
    <p:sldId id="826" r:id="rId9"/>
    <p:sldId id="813" r:id="rId10"/>
    <p:sldId id="804" r:id="rId11"/>
    <p:sldId id="800" r:id="rId12"/>
    <p:sldId id="839" r:id="rId13"/>
    <p:sldId id="820" r:id="rId14"/>
    <p:sldId id="828" r:id="rId15"/>
    <p:sldId id="827" r:id="rId16"/>
    <p:sldId id="829" r:id="rId17"/>
    <p:sldId id="830" r:id="rId18"/>
    <p:sldId id="831" r:id="rId19"/>
    <p:sldId id="832" r:id="rId20"/>
    <p:sldId id="833" r:id="rId21"/>
    <p:sldId id="835" r:id="rId22"/>
    <p:sldId id="836" r:id="rId23"/>
    <p:sldId id="780" r:id="rId24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orient="horz" pos="1162" userDrawn="1">
          <p15:clr>
            <a:srgbClr val="A4A3A4"/>
          </p15:clr>
        </p15:guide>
        <p15:guide id="3" orient="horz" pos="3135">
          <p15:clr>
            <a:srgbClr val="A4A3A4"/>
          </p15:clr>
        </p15:guide>
        <p15:guide id="4" orient="horz" pos="3838" userDrawn="1">
          <p15:clr>
            <a:srgbClr val="A4A3A4"/>
          </p15:clr>
        </p15:guide>
        <p15:guide id="5" orient="horz" pos="414">
          <p15:clr>
            <a:srgbClr val="A4A3A4"/>
          </p15:clr>
        </p15:guide>
        <p15:guide id="6" pos="512">
          <p15:clr>
            <a:srgbClr val="A4A3A4"/>
          </p15:clr>
        </p15:guide>
        <p15:guide id="7" pos="5751" userDrawn="1">
          <p15:clr>
            <a:srgbClr val="A4A3A4"/>
          </p15:clr>
        </p15:guide>
        <p15:guide id="8" pos="3143" userDrawn="1">
          <p15:clr>
            <a:srgbClr val="A4A3A4"/>
          </p15:clr>
        </p15:guide>
        <p15:guide id="9" pos="2145">
          <p15:clr>
            <a:srgbClr val="A4A3A4"/>
          </p15:clr>
        </p15:guide>
        <p15:guide id="10" pos="4095">
          <p15:clr>
            <a:srgbClr val="A4A3A4"/>
          </p15:clr>
        </p15:guide>
        <p15:guide id="11" pos="3279" userDrawn="1">
          <p15:clr>
            <a:srgbClr val="A4A3A4"/>
          </p15:clr>
        </p15:guide>
        <p15:guide id="12" pos="29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AEA"/>
    <a:srgbClr val="FFFFFF"/>
    <a:srgbClr val="000000"/>
    <a:srgbClr val="FFFF00"/>
    <a:srgbClr val="E4007F"/>
    <a:srgbClr val="00FF00"/>
    <a:srgbClr val="0000FF"/>
    <a:srgbClr val="00FFFF"/>
    <a:srgbClr val="007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2CC61-408C-4E7A-84EF-2ABE4749003C}" v="102" dt="2025-12-09T05:03:24.7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57" autoAdjust="0"/>
  </p:normalViewPr>
  <p:slideViewPr>
    <p:cSldViewPr snapToGrid="0">
      <p:cViewPr varScale="1">
        <p:scale>
          <a:sx n="118" d="100"/>
          <a:sy n="118" d="100"/>
        </p:scale>
        <p:origin x="2756" y="84"/>
      </p:cViewPr>
      <p:guideLst>
        <p:guide orient="horz" pos="2047"/>
        <p:guide orient="horz" pos="1162"/>
        <p:guide orient="horz" pos="3135"/>
        <p:guide orient="horz" pos="3838"/>
        <p:guide orient="horz" pos="414"/>
        <p:guide pos="512"/>
        <p:guide pos="5751"/>
        <p:guide pos="3143"/>
        <p:guide pos="2145"/>
        <p:guide pos="4095"/>
        <p:guide pos="3279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井上 ゆき" userId="9a4db8be-3331-4665-be8a-3d7f16d5f375" providerId="ADAL" clId="{3B98244C-AD1C-4DB8-A1CE-0D7CDA09C107}"/>
    <pc:docChg chg="undo custSel addSld delSld modSld">
      <pc:chgData name="井上 ゆき" userId="9a4db8be-3331-4665-be8a-3d7f16d5f375" providerId="ADAL" clId="{3B98244C-AD1C-4DB8-A1CE-0D7CDA09C107}" dt="2025-12-09T05:03:58.561" v="7605" actId="20577"/>
      <pc:docMkLst>
        <pc:docMk/>
      </pc:docMkLst>
      <pc:sldChg chg="modSp mod">
        <pc:chgData name="井上 ゆき" userId="9a4db8be-3331-4665-be8a-3d7f16d5f375" providerId="ADAL" clId="{3B98244C-AD1C-4DB8-A1CE-0D7CDA09C107}" dt="2025-12-09T05:03:29.506" v="7586" actId="20577"/>
        <pc:sldMkLst>
          <pc:docMk/>
          <pc:sldMk cId="4123226770" sldId="615"/>
        </pc:sldMkLst>
        <pc:spChg chg="mod">
          <ac:chgData name="井上 ゆき" userId="9a4db8be-3331-4665-be8a-3d7f16d5f375" providerId="ADAL" clId="{3B98244C-AD1C-4DB8-A1CE-0D7CDA09C107}" dt="2025-12-09T05:03:29.506" v="7586" actId="20577"/>
          <ac:spMkLst>
            <pc:docMk/>
            <pc:sldMk cId="4123226770" sldId="615"/>
            <ac:spMk id="2" creationId="{00000000-0000-0000-0000-000000000000}"/>
          </ac:spMkLst>
        </pc:spChg>
      </pc:sldChg>
      <pc:sldChg chg="modSp mod">
        <pc:chgData name="井上 ゆき" userId="9a4db8be-3331-4665-be8a-3d7f16d5f375" providerId="ADAL" clId="{3B98244C-AD1C-4DB8-A1CE-0D7CDA09C107}" dt="2025-12-09T05:03:47.794" v="7603" actId="20577"/>
        <pc:sldMkLst>
          <pc:docMk/>
          <pc:sldMk cId="2480111393" sldId="727"/>
        </pc:sldMkLst>
        <pc:spChg chg="mod">
          <ac:chgData name="井上 ゆき" userId="9a4db8be-3331-4665-be8a-3d7f16d5f375" providerId="ADAL" clId="{3B98244C-AD1C-4DB8-A1CE-0D7CDA09C107}" dt="2025-12-05T08:18:09.507" v="6561"/>
          <ac:spMkLst>
            <pc:docMk/>
            <pc:sldMk cId="2480111393" sldId="727"/>
            <ac:spMk id="2" creationId="{00000000-0000-0000-0000-000000000000}"/>
          </ac:spMkLst>
        </pc:spChg>
        <pc:spChg chg="mod">
          <ac:chgData name="井上 ゆき" userId="9a4db8be-3331-4665-be8a-3d7f16d5f375" providerId="ADAL" clId="{3B98244C-AD1C-4DB8-A1CE-0D7CDA09C107}" dt="2025-12-09T05:03:47.794" v="7603" actId="20577"/>
          <ac:spMkLst>
            <pc:docMk/>
            <pc:sldMk cId="2480111393" sldId="727"/>
            <ac:spMk id="265" creationId="{00000000-0000-0000-0000-000000000000}"/>
          </ac:spMkLst>
        </pc:spChg>
      </pc:sldChg>
      <pc:sldChg chg="modSp add mod">
        <pc:chgData name="井上 ゆき" userId="9a4db8be-3331-4665-be8a-3d7f16d5f375" providerId="ADAL" clId="{3B98244C-AD1C-4DB8-A1CE-0D7CDA09C107}" dt="2025-12-08T09:31:58.447" v="7583"/>
        <pc:sldMkLst>
          <pc:docMk/>
          <pc:sldMk cId="1915320807" sldId="784"/>
        </pc:sldMkLst>
        <pc:spChg chg="mod">
          <ac:chgData name="井上 ゆき" userId="9a4db8be-3331-4665-be8a-3d7f16d5f375" providerId="ADAL" clId="{3B98244C-AD1C-4DB8-A1CE-0D7CDA09C107}" dt="2025-12-05T08:18:43.032" v="6566" actId="20577"/>
          <ac:spMkLst>
            <pc:docMk/>
            <pc:sldMk cId="1915320807" sldId="784"/>
            <ac:spMk id="2" creationId="{45853975-0037-4EAD-89FC-ACF106CFBF75}"/>
          </ac:spMkLst>
        </pc:spChg>
        <pc:spChg chg="mod">
          <ac:chgData name="井上 ゆき" userId="9a4db8be-3331-4665-be8a-3d7f16d5f375" providerId="ADAL" clId="{3B98244C-AD1C-4DB8-A1CE-0D7CDA09C107}" dt="2025-12-08T09:31:58.447" v="7583"/>
          <ac:spMkLst>
            <pc:docMk/>
            <pc:sldMk cId="1915320807" sldId="784"/>
            <ac:spMk id="6" creationId="{508CF40E-739E-490D-ADE4-2B5FD8A68122}"/>
          </ac:spMkLst>
        </pc:spChg>
      </pc:sldChg>
      <pc:sldChg chg="addSp delSp modSp mod modNotesTx">
        <pc:chgData name="井上 ゆき" userId="9a4db8be-3331-4665-be8a-3d7f16d5f375" providerId="ADAL" clId="{3B98244C-AD1C-4DB8-A1CE-0D7CDA09C107}" dt="2025-12-09T05:03:58.561" v="7605" actId="20577"/>
        <pc:sldMkLst>
          <pc:docMk/>
          <pc:sldMk cId="1062443767" sldId="800"/>
        </pc:sldMkLst>
        <pc:spChg chg="mod">
          <ac:chgData name="井上 ゆき" userId="9a4db8be-3331-4665-be8a-3d7f16d5f375" providerId="ADAL" clId="{3B98244C-AD1C-4DB8-A1CE-0D7CDA09C107}" dt="2025-12-08T02:22:50.266" v="7296" actId="1076"/>
          <ac:spMkLst>
            <pc:docMk/>
            <pc:sldMk cId="1062443767" sldId="800"/>
            <ac:spMk id="2" creationId="{53F16C87-0DBE-83A7-6000-38600E74C26A}"/>
          </ac:spMkLst>
        </pc:spChg>
        <pc:spChg chg="mod">
          <ac:chgData name="井上 ゆき" userId="9a4db8be-3331-4665-be8a-3d7f16d5f375" providerId="ADAL" clId="{3B98244C-AD1C-4DB8-A1CE-0D7CDA09C107}" dt="2025-12-05T08:20:21.798" v="6592" actId="20577"/>
          <ac:spMkLst>
            <pc:docMk/>
            <pc:sldMk cId="1062443767" sldId="800"/>
            <ac:spMk id="7" creationId="{D52D7312-8BDE-85D6-8481-6D67CB9FD405}"/>
          </ac:spMkLst>
        </pc:spChg>
        <pc:graphicFrameChg chg="add mod">
          <ac:chgData name="井上 ゆき" userId="9a4db8be-3331-4665-be8a-3d7f16d5f375" providerId="ADAL" clId="{3B98244C-AD1C-4DB8-A1CE-0D7CDA09C107}" dt="2025-12-08T09:07:13.842" v="7500"/>
          <ac:graphicFrameMkLst>
            <pc:docMk/>
            <pc:sldMk cId="1062443767" sldId="800"/>
            <ac:graphicFrameMk id="4" creationId="{1D4681CE-0944-F908-AB76-BF1682873EF8}"/>
          </ac:graphicFrameMkLst>
        </pc:graphicFrameChg>
        <pc:picChg chg="add del mod">
          <ac:chgData name="井上 ゆき" userId="9a4db8be-3331-4665-be8a-3d7f16d5f375" providerId="ADAL" clId="{3B98244C-AD1C-4DB8-A1CE-0D7CDA09C107}" dt="2025-12-08T09:06:22.393" v="7499" actId="478"/>
          <ac:picMkLst>
            <pc:docMk/>
            <pc:sldMk cId="1062443767" sldId="800"/>
            <ac:picMk id="8" creationId="{DCD111DF-78A0-50E7-E6F2-819E193BC2B7}"/>
          </ac:picMkLst>
        </pc:picChg>
      </pc:sldChg>
      <pc:sldChg chg="modSp add mod">
        <pc:chgData name="井上 ゆき" userId="9a4db8be-3331-4665-be8a-3d7f16d5f375" providerId="ADAL" clId="{3B98244C-AD1C-4DB8-A1CE-0D7CDA09C107}" dt="2025-12-05T08:20:03.098" v="6577" actId="20577"/>
        <pc:sldMkLst>
          <pc:docMk/>
          <pc:sldMk cId="3512243403" sldId="804"/>
        </pc:sldMkLst>
        <pc:spChg chg="mod">
          <ac:chgData name="井上 ゆき" userId="9a4db8be-3331-4665-be8a-3d7f16d5f375" providerId="ADAL" clId="{3B98244C-AD1C-4DB8-A1CE-0D7CDA09C107}" dt="2025-12-05T08:20:03.098" v="6577" actId="20577"/>
          <ac:spMkLst>
            <pc:docMk/>
            <pc:sldMk cId="3512243403" sldId="804"/>
            <ac:spMk id="7" creationId="{D52D7312-8BDE-85D6-8481-6D67CB9FD405}"/>
          </ac:spMkLst>
        </pc:spChg>
        <pc:graphicFrameChg chg="mod modGraphic">
          <ac:chgData name="井上 ゆき" userId="9a4db8be-3331-4665-be8a-3d7f16d5f375" providerId="ADAL" clId="{3B98244C-AD1C-4DB8-A1CE-0D7CDA09C107}" dt="2025-12-05T08:12:31.258" v="6200" actId="14734"/>
          <ac:graphicFrameMkLst>
            <pc:docMk/>
            <pc:sldMk cId="3512243403" sldId="804"/>
            <ac:graphicFrameMk id="4" creationId="{AD480C12-824A-E1C5-2095-9A17E80DADC9}"/>
          </ac:graphicFrameMkLst>
        </pc:graphicFrameChg>
      </pc:sldChg>
      <pc:sldChg chg="addSp delSp modSp mod">
        <pc:chgData name="井上 ゆき" userId="9a4db8be-3331-4665-be8a-3d7f16d5f375" providerId="ADAL" clId="{3B98244C-AD1C-4DB8-A1CE-0D7CDA09C107}" dt="2025-12-08T09:07:56.495" v="7514" actId="1038"/>
        <pc:sldMkLst>
          <pc:docMk/>
          <pc:sldMk cId="1979357613" sldId="813"/>
        </pc:sldMkLst>
        <pc:spChg chg="mod">
          <ac:chgData name="井上 ゆき" userId="9a4db8be-3331-4665-be8a-3d7f16d5f375" providerId="ADAL" clId="{3B98244C-AD1C-4DB8-A1CE-0D7CDA09C107}" dt="2025-12-05T08:19:50.204" v="6572" actId="20577"/>
          <ac:spMkLst>
            <pc:docMk/>
            <pc:sldMk cId="1979357613" sldId="813"/>
            <ac:spMk id="2" creationId="{9BB30086-0DE6-468C-8D31-7A4CABA49124}"/>
          </ac:spMkLst>
        </pc:spChg>
        <pc:spChg chg="mod">
          <ac:chgData name="井上 ゆき" userId="9a4db8be-3331-4665-be8a-3d7f16d5f375" providerId="ADAL" clId="{3B98244C-AD1C-4DB8-A1CE-0D7CDA09C107}" dt="2025-12-08T09:07:47.972" v="7501" actId="1076"/>
          <ac:spMkLst>
            <pc:docMk/>
            <pc:sldMk cId="1979357613" sldId="813"/>
            <ac:spMk id="4" creationId="{22DF8F80-2A4D-576D-1413-3E75E7433818}"/>
          </ac:spMkLst>
        </pc:spChg>
        <pc:spChg chg="add mod">
          <ac:chgData name="井上 ゆき" userId="9a4db8be-3331-4665-be8a-3d7f16d5f375" providerId="ADAL" clId="{3B98244C-AD1C-4DB8-A1CE-0D7CDA09C107}" dt="2025-12-05T01:39:35.223" v="6024" actId="1076"/>
          <ac:spMkLst>
            <pc:docMk/>
            <pc:sldMk cId="1979357613" sldId="813"/>
            <ac:spMk id="6" creationId="{72BBB128-1595-B543-6B4D-31A2A48D1164}"/>
          </ac:spMkLst>
        </pc:spChg>
        <pc:spChg chg="mod">
          <ac:chgData name="井上 ゆき" userId="9a4db8be-3331-4665-be8a-3d7f16d5f375" providerId="ADAL" clId="{3B98244C-AD1C-4DB8-A1CE-0D7CDA09C107}" dt="2025-12-05T01:08:02.662" v="5228" actId="1076"/>
          <ac:spMkLst>
            <pc:docMk/>
            <pc:sldMk cId="1979357613" sldId="813"/>
            <ac:spMk id="7" creationId="{4C4EE29E-12E5-76D9-1643-FDDE5E3B6DFB}"/>
          </ac:spMkLst>
        </pc:spChg>
        <pc:spChg chg="add mod">
          <ac:chgData name="井上 ゆき" userId="9a4db8be-3331-4665-be8a-3d7f16d5f375" providerId="ADAL" clId="{3B98244C-AD1C-4DB8-A1CE-0D7CDA09C107}" dt="2025-12-05T01:08:43.788" v="5248" actId="1037"/>
          <ac:spMkLst>
            <pc:docMk/>
            <pc:sldMk cId="1979357613" sldId="813"/>
            <ac:spMk id="8" creationId="{B30BF49F-82A3-1A03-9A30-B277A31013B8}"/>
          </ac:spMkLst>
        </pc:spChg>
        <pc:spChg chg="mod">
          <ac:chgData name="井上 ゆき" userId="9a4db8be-3331-4665-be8a-3d7f16d5f375" providerId="ADAL" clId="{3B98244C-AD1C-4DB8-A1CE-0D7CDA09C107}" dt="2025-12-05T01:39:32.850" v="6023" actId="14100"/>
          <ac:spMkLst>
            <pc:docMk/>
            <pc:sldMk cId="1979357613" sldId="813"/>
            <ac:spMk id="9" creationId="{EC9F2E57-30B9-9C41-D34F-11F1C6DAE85A}"/>
          </ac:spMkLst>
        </pc:spChg>
        <pc:spChg chg="add mod">
          <ac:chgData name="井上 ゆき" userId="9a4db8be-3331-4665-be8a-3d7f16d5f375" providerId="ADAL" clId="{3B98244C-AD1C-4DB8-A1CE-0D7CDA09C107}" dt="2025-12-05T01:08:41.818" v="5243" actId="1076"/>
          <ac:spMkLst>
            <pc:docMk/>
            <pc:sldMk cId="1979357613" sldId="813"/>
            <ac:spMk id="10" creationId="{C27B6570-248C-1785-A062-4C033B0729DD}"/>
          </ac:spMkLst>
        </pc:spChg>
        <pc:spChg chg="mod">
          <ac:chgData name="井上 ゆき" userId="9a4db8be-3331-4665-be8a-3d7f16d5f375" providerId="ADAL" clId="{3B98244C-AD1C-4DB8-A1CE-0D7CDA09C107}" dt="2025-12-05T01:40:05.148" v="6026" actId="14100"/>
          <ac:spMkLst>
            <pc:docMk/>
            <pc:sldMk cId="1979357613" sldId="813"/>
            <ac:spMk id="12" creationId="{951F8AFF-969C-AF6F-C836-3A29756FEF0C}"/>
          </ac:spMkLst>
        </pc:spChg>
        <pc:spChg chg="mod">
          <ac:chgData name="井上 ゆき" userId="9a4db8be-3331-4665-be8a-3d7f16d5f375" providerId="ADAL" clId="{3B98244C-AD1C-4DB8-A1CE-0D7CDA09C107}" dt="2025-12-08T09:07:50.494" v="7502" actId="14100"/>
          <ac:spMkLst>
            <pc:docMk/>
            <pc:sldMk cId="1979357613" sldId="813"/>
            <ac:spMk id="13" creationId="{EFDCEF25-A1F7-2AF1-0001-EB26954D5EEA}"/>
          </ac:spMkLst>
        </pc:spChg>
        <pc:spChg chg="add mod">
          <ac:chgData name="井上 ゆき" userId="9a4db8be-3331-4665-be8a-3d7f16d5f375" providerId="ADAL" clId="{3B98244C-AD1C-4DB8-A1CE-0D7CDA09C107}" dt="2025-12-05T01:08:53.308" v="5251" actId="14100"/>
          <ac:spMkLst>
            <pc:docMk/>
            <pc:sldMk cId="1979357613" sldId="813"/>
            <ac:spMk id="14" creationId="{6EE422CD-4756-290D-DE09-B063694C4DCB}"/>
          </ac:spMkLst>
        </pc:spChg>
        <pc:spChg chg="mod">
          <ac:chgData name="井上 ゆき" userId="9a4db8be-3331-4665-be8a-3d7f16d5f375" providerId="ADAL" clId="{3B98244C-AD1C-4DB8-A1CE-0D7CDA09C107}" dt="2025-12-08T09:07:56.495" v="7514" actId="1038"/>
          <ac:spMkLst>
            <pc:docMk/>
            <pc:sldMk cId="1979357613" sldId="813"/>
            <ac:spMk id="15" creationId="{AE8058D9-BCE3-0D2A-7E28-4BB82CFE0575}"/>
          </ac:spMkLst>
        </pc:spChg>
        <pc:spChg chg="mod">
          <ac:chgData name="井上 ゆき" userId="9a4db8be-3331-4665-be8a-3d7f16d5f375" providerId="ADAL" clId="{3B98244C-AD1C-4DB8-A1CE-0D7CDA09C107}" dt="2025-12-08T09:07:56.495" v="7514" actId="1038"/>
          <ac:spMkLst>
            <pc:docMk/>
            <pc:sldMk cId="1979357613" sldId="813"/>
            <ac:spMk id="18" creationId="{A98D7AD1-6613-B4CA-666A-6D914FD7AEA9}"/>
          </ac:spMkLst>
        </pc:spChg>
        <pc:graphicFrameChg chg="mod modGraphic">
          <ac:chgData name="井上 ゆき" userId="9a4db8be-3331-4665-be8a-3d7f16d5f375" providerId="ADAL" clId="{3B98244C-AD1C-4DB8-A1CE-0D7CDA09C107}" dt="2025-12-05T01:09:24.553" v="5257" actId="1076"/>
          <ac:graphicFrameMkLst>
            <pc:docMk/>
            <pc:sldMk cId="1979357613" sldId="813"/>
            <ac:graphicFrameMk id="5" creationId="{951998C0-23A2-4658-B091-8EF595035EF4}"/>
          </ac:graphicFrameMkLst>
        </pc:graphicFrameChg>
      </pc:sldChg>
      <pc:sldChg chg="addSp delSp modSp mod">
        <pc:chgData name="井上 ゆき" userId="9a4db8be-3331-4665-be8a-3d7f16d5f375" providerId="ADAL" clId="{3B98244C-AD1C-4DB8-A1CE-0D7CDA09C107}" dt="2025-12-05T08:20:59.346" v="6619" actId="20577"/>
        <pc:sldMkLst>
          <pc:docMk/>
          <pc:sldMk cId="916512906" sldId="820"/>
        </pc:sldMkLst>
        <pc:spChg chg="add mod">
          <ac:chgData name="井上 ゆき" userId="9a4db8be-3331-4665-be8a-3d7f16d5f375" providerId="ADAL" clId="{3B98244C-AD1C-4DB8-A1CE-0D7CDA09C107}" dt="2025-12-05T01:20:00.841" v="5666" actId="1076"/>
          <ac:spMkLst>
            <pc:docMk/>
            <pc:sldMk cId="916512906" sldId="820"/>
            <ac:spMk id="2" creationId="{1E1370B6-3C69-E954-B6CF-BA48F7587E81}"/>
          </ac:spMkLst>
        </pc:spChg>
        <pc:spChg chg="mod">
          <ac:chgData name="井上 ゆき" userId="9a4db8be-3331-4665-be8a-3d7f16d5f375" providerId="ADAL" clId="{3B98244C-AD1C-4DB8-A1CE-0D7CDA09C107}" dt="2025-12-05T08:20:59.346" v="6619" actId="20577"/>
          <ac:spMkLst>
            <pc:docMk/>
            <pc:sldMk cId="916512906" sldId="820"/>
            <ac:spMk id="8" creationId="{BD8094A5-43A1-1712-E120-D88384F2628D}"/>
          </ac:spMkLst>
        </pc:spChg>
        <pc:spChg chg="mod">
          <ac:chgData name="井上 ゆき" userId="9a4db8be-3331-4665-be8a-3d7f16d5f375" providerId="ADAL" clId="{3B98244C-AD1C-4DB8-A1CE-0D7CDA09C107}" dt="2025-12-04T06:48:02.850" v="448" actId="6549"/>
          <ac:spMkLst>
            <pc:docMk/>
            <pc:sldMk cId="916512906" sldId="820"/>
            <ac:spMk id="9" creationId="{9464ABA1-B854-35EA-37B9-F23395F42DA7}"/>
          </ac:spMkLst>
        </pc:spChg>
        <pc:graphicFrameChg chg="add del mod modGraphic">
          <ac:chgData name="井上 ゆき" userId="9a4db8be-3331-4665-be8a-3d7f16d5f375" providerId="ADAL" clId="{3B98244C-AD1C-4DB8-A1CE-0D7CDA09C107}" dt="2025-12-05T01:19:56.550" v="5665" actId="20577"/>
          <ac:graphicFrameMkLst>
            <pc:docMk/>
            <pc:sldMk cId="916512906" sldId="820"/>
            <ac:graphicFrameMk id="10" creationId="{CB657041-54EB-C4AE-B259-3BC74D9629A5}"/>
          </ac:graphicFrameMkLst>
        </pc:graphicFrameChg>
      </pc:sldChg>
      <pc:sldChg chg="addSp delSp modSp mod modNotesTx">
        <pc:chgData name="井上 ゆき" userId="9a4db8be-3331-4665-be8a-3d7f16d5f375" providerId="ADAL" clId="{3B98244C-AD1C-4DB8-A1CE-0D7CDA09C107}" dt="2025-12-09T05:03:54.027" v="7604" actId="6549"/>
        <pc:sldMkLst>
          <pc:docMk/>
          <pc:sldMk cId="2392081291" sldId="826"/>
        </pc:sldMkLst>
        <pc:spChg chg="add mod">
          <ac:chgData name="井上 ゆき" userId="9a4db8be-3331-4665-be8a-3d7f16d5f375" providerId="ADAL" clId="{3B98244C-AD1C-4DB8-A1CE-0D7CDA09C107}" dt="2025-12-04T05:40:54.797" v="56" actId="1076"/>
          <ac:spMkLst>
            <pc:docMk/>
            <pc:sldMk cId="2392081291" sldId="826"/>
            <ac:spMk id="2" creationId="{5EF32C04-D75F-C0D4-0B56-685E40B66A93}"/>
          </ac:spMkLst>
        </pc:spChg>
        <pc:spChg chg="mod">
          <ac:chgData name="井上 ゆき" userId="9a4db8be-3331-4665-be8a-3d7f16d5f375" providerId="ADAL" clId="{3B98244C-AD1C-4DB8-A1CE-0D7CDA09C107}" dt="2025-12-08T09:01:50.255" v="7388" actId="20577"/>
          <ac:spMkLst>
            <pc:docMk/>
            <pc:sldMk cId="2392081291" sldId="826"/>
            <ac:spMk id="5" creationId="{0ACCFF4C-CED7-1654-5AA4-083C3BF5F9EF}"/>
          </ac:spMkLst>
        </pc:spChg>
        <pc:spChg chg="add mod">
          <ac:chgData name="井上 ゆき" userId="9a4db8be-3331-4665-be8a-3d7f16d5f375" providerId="ADAL" clId="{3B98244C-AD1C-4DB8-A1CE-0D7CDA09C107}" dt="2025-12-04T05:41:00.472" v="77" actId="20577"/>
          <ac:spMkLst>
            <pc:docMk/>
            <pc:sldMk cId="2392081291" sldId="826"/>
            <ac:spMk id="6" creationId="{85775944-2F60-D8B9-080C-DA1976122CAA}"/>
          </ac:spMkLst>
        </pc:spChg>
        <pc:spChg chg="add mod">
          <ac:chgData name="井上 ゆき" userId="9a4db8be-3331-4665-be8a-3d7f16d5f375" providerId="ADAL" clId="{3B98244C-AD1C-4DB8-A1CE-0D7CDA09C107}" dt="2025-12-04T05:42:00.852" v="138" actId="20577"/>
          <ac:spMkLst>
            <pc:docMk/>
            <pc:sldMk cId="2392081291" sldId="826"/>
            <ac:spMk id="7" creationId="{D052513D-1A4A-4B59-BF66-67D91169A5F6}"/>
          </ac:spMkLst>
        </pc:spChg>
        <pc:spChg chg="add del mod">
          <ac:chgData name="井上 ゆき" userId="9a4db8be-3331-4665-be8a-3d7f16d5f375" providerId="ADAL" clId="{3B98244C-AD1C-4DB8-A1CE-0D7CDA09C107}" dt="2025-12-08T09:00:51.896" v="7324" actId="478"/>
          <ac:spMkLst>
            <pc:docMk/>
            <pc:sldMk cId="2392081291" sldId="826"/>
            <ac:spMk id="9" creationId="{F2151C71-5601-9369-4D90-01B0F2BF0425}"/>
          </ac:spMkLst>
        </pc:spChg>
        <pc:spChg chg="mod">
          <ac:chgData name="井上 ゆき" userId="9a4db8be-3331-4665-be8a-3d7f16d5f375" providerId="ADAL" clId="{3B98244C-AD1C-4DB8-A1CE-0D7CDA09C107}" dt="2025-12-08T09:01:46.593" v="7386" actId="14100"/>
          <ac:spMkLst>
            <pc:docMk/>
            <pc:sldMk cId="2392081291" sldId="826"/>
            <ac:spMk id="11" creationId="{6EA61FAD-56B0-F4CE-3E84-C54642117278}"/>
          </ac:spMkLst>
        </pc:spChg>
        <pc:spChg chg="add del mod">
          <ac:chgData name="井上 ゆき" userId="9a4db8be-3331-4665-be8a-3d7f16d5f375" providerId="ADAL" clId="{3B98244C-AD1C-4DB8-A1CE-0D7CDA09C107}" dt="2025-12-08T09:02:03.817" v="7399" actId="478"/>
          <ac:spMkLst>
            <pc:docMk/>
            <pc:sldMk cId="2392081291" sldId="826"/>
            <ac:spMk id="13" creationId="{7ED05E62-5E40-0CD7-ED13-455576FAFF7E}"/>
          </ac:spMkLst>
        </pc:spChg>
        <pc:spChg chg="add del mod">
          <ac:chgData name="井上 ゆき" userId="9a4db8be-3331-4665-be8a-3d7f16d5f375" providerId="ADAL" clId="{3B98244C-AD1C-4DB8-A1CE-0D7CDA09C107}" dt="2025-12-08T09:01:40.452" v="7384" actId="478"/>
          <ac:spMkLst>
            <pc:docMk/>
            <pc:sldMk cId="2392081291" sldId="826"/>
            <ac:spMk id="14" creationId="{A31C7DC8-8BDE-61F5-616B-3B94EAC6785B}"/>
          </ac:spMkLst>
        </pc:spChg>
        <pc:spChg chg="add del mod">
          <ac:chgData name="井上 ゆき" userId="9a4db8be-3331-4665-be8a-3d7f16d5f375" providerId="ADAL" clId="{3B98244C-AD1C-4DB8-A1CE-0D7CDA09C107}" dt="2025-12-08T09:01:37.263" v="7383" actId="478"/>
          <ac:spMkLst>
            <pc:docMk/>
            <pc:sldMk cId="2392081291" sldId="826"/>
            <ac:spMk id="15" creationId="{AE2277C1-3D75-8A2A-365F-145E16779116}"/>
          </ac:spMkLst>
        </pc:spChg>
        <pc:spChg chg="add del mod">
          <ac:chgData name="井上 ゆき" userId="9a4db8be-3331-4665-be8a-3d7f16d5f375" providerId="ADAL" clId="{3B98244C-AD1C-4DB8-A1CE-0D7CDA09C107}" dt="2025-12-08T09:01:37.263" v="7383" actId="478"/>
          <ac:spMkLst>
            <pc:docMk/>
            <pc:sldMk cId="2392081291" sldId="826"/>
            <ac:spMk id="16" creationId="{A35ADE9F-164D-B89B-12D1-A8D2A5FDF8DE}"/>
          </ac:spMkLst>
        </pc:spChg>
        <pc:spChg chg="add del mod">
          <ac:chgData name="井上 ゆき" userId="9a4db8be-3331-4665-be8a-3d7f16d5f375" providerId="ADAL" clId="{3B98244C-AD1C-4DB8-A1CE-0D7CDA09C107}" dt="2025-12-08T09:01:37.263" v="7383" actId="478"/>
          <ac:spMkLst>
            <pc:docMk/>
            <pc:sldMk cId="2392081291" sldId="826"/>
            <ac:spMk id="17" creationId="{50192B18-5222-BA52-EF48-30DF5A23A1A5}"/>
          </ac:spMkLst>
        </pc:spChg>
        <pc:spChg chg="add del mod">
          <ac:chgData name="井上 ゆき" userId="9a4db8be-3331-4665-be8a-3d7f16d5f375" providerId="ADAL" clId="{3B98244C-AD1C-4DB8-A1CE-0D7CDA09C107}" dt="2025-12-08T09:00:49.464" v="7323" actId="478"/>
          <ac:spMkLst>
            <pc:docMk/>
            <pc:sldMk cId="2392081291" sldId="826"/>
            <ac:spMk id="18" creationId="{CF9CD7A5-E925-1C4B-D242-D6954021B082}"/>
          </ac:spMkLst>
        </pc:spChg>
        <pc:spChg chg="add del mod">
          <ac:chgData name="井上 ゆき" userId="9a4db8be-3331-4665-be8a-3d7f16d5f375" providerId="ADAL" clId="{3B98244C-AD1C-4DB8-A1CE-0D7CDA09C107}" dt="2025-12-08T09:00:37.813" v="7298" actId="478"/>
          <ac:spMkLst>
            <pc:docMk/>
            <pc:sldMk cId="2392081291" sldId="826"/>
            <ac:spMk id="19" creationId="{AF6ED57B-FACC-3EF7-36B2-CF8B122784E8}"/>
          </ac:spMkLst>
        </pc:spChg>
        <pc:spChg chg="mod">
          <ac:chgData name="井上 ゆき" userId="9a4db8be-3331-4665-be8a-3d7f16d5f375" providerId="ADAL" clId="{3B98244C-AD1C-4DB8-A1CE-0D7CDA09C107}" dt="2025-12-05T01:05:57.227" v="5118" actId="1076"/>
          <ac:spMkLst>
            <pc:docMk/>
            <pc:sldMk cId="2392081291" sldId="826"/>
            <ac:spMk id="22" creationId="{1BD3CFAE-11BE-F18A-A588-FF263B8FACDD}"/>
          </ac:spMkLst>
        </pc:spChg>
        <pc:spChg chg="mod">
          <ac:chgData name="井上 ゆき" userId="9a4db8be-3331-4665-be8a-3d7f16d5f375" providerId="ADAL" clId="{3B98244C-AD1C-4DB8-A1CE-0D7CDA09C107}" dt="2025-12-08T09:01:43.531" v="7385" actId="6549"/>
          <ac:spMkLst>
            <pc:docMk/>
            <pc:sldMk cId="2392081291" sldId="826"/>
            <ac:spMk id="26" creationId="{4D42E1C9-93DB-D67E-A8C7-7209723242E1}"/>
          </ac:spMkLst>
        </pc:spChg>
        <pc:spChg chg="mod">
          <ac:chgData name="井上 ゆき" userId="9a4db8be-3331-4665-be8a-3d7f16d5f375" providerId="ADAL" clId="{3B98244C-AD1C-4DB8-A1CE-0D7CDA09C107}" dt="2025-12-03T09:26:23.887" v="23" actId="20577"/>
          <ac:spMkLst>
            <pc:docMk/>
            <pc:sldMk cId="2392081291" sldId="826"/>
            <ac:spMk id="35" creationId="{A45089F4-0AAE-3AAF-66B6-2B9BBA5BE732}"/>
          </ac:spMkLst>
        </pc:spChg>
        <pc:spChg chg="mod">
          <ac:chgData name="井上 ゆき" userId="9a4db8be-3331-4665-be8a-3d7f16d5f375" providerId="ADAL" clId="{3B98244C-AD1C-4DB8-A1CE-0D7CDA09C107}" dt="2025-12-04T05:41:48.802" v="126" actId="14100"/>
          <ac:spMkLst>
            <pc:docMk/>
            <pc:sldMk cId="2392081291" sldId="826"/>
            <ac:spMk id="58" creationId="{7F8C78B3-2CDC-95B2-28C3-B4E8A52344EF}"/>
          </ac:spMkLst>
        </pc:spChg>
        <pc:grpChg chg="mod">
          <ac:chgData name="井上 ゆき" userId="9a4db8be-3331-4665-be8a-3d7f16d5f375" providerId="ADAL" clId="{3B98244C-AD1C-4DB8-A1CE-0D7CDA09C107}" dt="2025-12-08T09:01:48.244" v="7387" actId="1076"/>
          <ac:grpSpMkLst>
            <pc:docMk/>
            <pc:sldMk cId="2392081291" sldId="826"/>
            <ac:grpSpMk id="20" creationId="{E8F963AF-EB95-ED0B-F5AC-1899B168DE6A}"/>
          </ac:grpSpMkLst>
        </pc:grpChg>
        <pc:picChg chg="add mod">
          <ac:chgData name="井上 ゆき" userId="9a4db8be-3331-4665-be8a-3d7f16d5f375" providerId="ADAL" clId="{3B98244C-AD1C-4DB8-A1CE-0D7CDA09C107}" dt="2025-12-04T05:40:54.797" v="56" actId="1076"/>
          <ac:picMkLst>
            <pc:docMk/>
            <pc:sldMk cId="2392081291" sldId="826"/>
            <ac:picMk id="4" creationId="{554EBB22-750C-6701-4196-7D6CF9F75255}"/>
          </ac:picMkLst>
        </pc:picChg>
        <pc:picChg chg="mod">
          <ac:chgData name="井上 ゆき" userId="9a4db8be-3331-4665-be8a-3d7f16d5f375" providerId="ADAL" clId="{3B98244C-AD1C-4DB8-A1CE-0D7CDA09C107}" dt="2025-12-05T01:05:50.403" v="5117" actId="1076"/>
          <ac:picMkLst>
            <pc:docMk/>
            <pc:sldMk cId="2392081291" sldId="826"/>
            <ac:picMk id="21" creationId="{962D88AC-C0E0-5242-41B6-18B23548F748}"/>
          </ac:picMkLst>
        </pc:picChg>
        <pc:cxnChg chg="add mod ord">
          <ac:chgData name="井上 ゆき" userId="9a4db8be-3331-4665-be8a-3d7f16d5f375" providerId="ADAL" clId="{3B98244C-AD1C-4DB8-A1CE-0D7CDA09C107}" dt="2025-12-08T02:00:34.748" v="6655" actId="167"/>
          <ac:cxnSpMkLst>
            <pc:docMk/>
            <pc:sldMk cId="2392081291" sldId="826"/>
            <ac:cxnSpMk id="8" creationId="{B9D221D6-B973-FA23-91FB-0F6CCEE07CDE}"/>
          </ac:cxnSpMkLst>
        </pc:cxnChg>
        <pc:cxnChg chg="mod">
          <ac:chgData name="井上 ゆき" userId="9a4db8be-3331-4665-be8a-3d7f16d5f375" providerId="ADAL" clId="{3B98244C-AD1C-4DB8-A1CE-0D7CDA09C107}" dt="2025-12-08T02:00:25.362" v="6653" actId="692"/>
          <ac:cxnSpMkLst>
            <pc:docMk/>
            <pc:sldMk cId="2392081291" sldId="826"/>
            <ac:cxnSpMk id="45" creationId="{7803259D-CA07-E5B1-6656-FCF7BC26715B}"/>
          </ac:cxnSpMkLst>
        </pc:cxnChg>
      </pc:sldChg>
      <pc:sldChg chg="modSp add mod">
        <pc:chgData name="井上 ゆき" userId="9a4db8be-3331-4665-be8a-3d7f16d5f375" providerId="ADAL" clId="{3B98244C-AD1C-4DB8-A1CE-0D7CDA09C107}" dt="2025-12-05T08:21:10.152" v="6627" actId="20577"/>
        <pc:sldMkLst>
          <pc:docMk/>
          <pc:sldMk cId="3436160261" sldId="827"/>
        </pc:sldMkLst>
        <pc:spChg chg="mod">
          <ac:chgData name="井上 ゆき" userId="9a4db8be-3331-4665-be8a-3d7f16d5f375" providerId="ADAL" clId="{3B98244C-AD1C-4DB8-A1CE-0D7CDA09C107}" dt="2025-12-05T08:21:10.152" v="6627" actId="20577"/>
          <ac:spMkLst>
            <pc:docMk/>
            <pc:sldMk cId="3436160261" sldId="827"/>
            <ac:spMk id="8" creationId="{BD6AE3DB-7F23-B82F-CEB5-6798279AAC50}"/>
          </ac:spMkLst>
        </pc:spChg>
        <pc:spChg chg="mod">
          <ac:chgData name="井上 ゆき" userId="9a4db8be-3331-4665-be8a-3d7f16d5f375" providerId="ADAL" clId="{3B98244C-AD1C-4DB8-A1CE-0D7CDA09C107}" dt="2025-12-04T08:03:40.320" v="2316" actId="20577"/>
          <ac:spMkLst>
            <pc:docMk/>
            <pc:sldMk cId="3436160261" sldId="827"/>
            <ac:spMk id="9" creationId="{64119F4E-3FB2-6562-4060-44BAEB149CD3}"/>
          </ac:spMkLst>
        </pc:spChg>
        <pc:graphicFrameChg chg="mod modGraphic">
          <ac:chgData name="井上 ゆき" userId="9a4db8be-3331-4665-be8a-3d7f16d5f375" providerId="ADAL" clId="{3B98244C-AD1C-4DB8-A1CE-0D7CDA09C107}" dt="2025-12-05T01:22:57.317" v="5725" actId="20577"/>
          <ac:graphicFrameMkLst>
            <pc:docMk/>
            <pc:sldMk cId="3436160261" sldId="827"/>
            <ac:graphicFrameMk id="10" creationId="{8C4A563B-F95D-5DE1-518A-0F7D5F804A30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05.041" v="6624" actId="6549"/>
        <pc:sldMkLst>
          <pc:docMk/>
          <pc:sldMk cId="3306393064" sldId="828"/>
        </pc:sldMkLst>
        <pc:spChg chg="mod">
          <ac:chgData name="井上 ゆき" userId="9a4db8be-3331-4665-be8a-3d7f16d5f375" providerId="ADAL" clId="{3B98244C-AD1C-4DB8-A1CE-0D7CDA09C107}" dt="2025-12-05T08:21:05.041" v="6624" actId="6549"/>
          <ac:spMkLst>
            <pc:docMk/>
            <pc:sldMk cId="3306393064" sldId="828"/>
            <ac:spMk id="8" creationId="{5C970080-812E-E697-9BAB-E1149EB38710}"/>
          </ac:spMkLst>
        </pc:spChg>
        <pc:spChg chg="mod">
          <ac:chgData name="井上 ゆき" userId="9a4db8be-3331-4665-be8a-3d7f16d5f375" providerId="ADAL" clId="{3B98244C-AD1C-4DB8-A1CE-0D7CDA09C107}" dt="2025-12-04T07:16:51.688" v="1237" actId="20577"/>
          <ac:spMkLst>
            <pc:docMk/>
            <pc:sldMk cId="3306393064" sldId="828"/>
            <ac:spMk id="9" creationId="{803A6D26-A99A-EB09-880E-24978B05FB11}"/>
          </ac:spMkLst>
        </pc:spChg>
        <pc:graphicFrameChg chg="mod modGraphic">
          <ac:chgData name="井上 ゆき" userId="9a4db8be-3331-4665-be8a-3d7f16d5f375" providerId="ADAL" clId="{3B98244C-AD1C-4DB8-A1CE-0D7CDA09C107}" dt="2025-12-05T01:24:36.598" v="5745" actId="20577"/>
          <ac:graphicFrameMkLst>
            <pc:docMk/>
            <pc:sldMk cId="3306393064" sldId="828"/>
            <ac:graphicFrameMk id="10" creationId="{D3A6151C-B86F-B75A-D490-EC05DF81AC28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14.148" v="6630" actId="20577"/>
        <pc:sldMkLst>
          <pc:docMk/>
          <pc:sldMk cId="345935406" sldId="829"/>
        </pc:sldMkLst>
        <pc:spChg chg="mod">
          <ac:chgData name="井上 ゆき" userId="9a4db8be-3331-4665-be8a-3d7f16d5f375" providerId="ADAL" clId="{3B98244C-AD1C-4DB8-A1CE-0D7CDA09C107}" dt="2025-12-05T08:21:14.148" v="6630" actId="20577"/>
          <ac:spMkLst>
            <pc:docMk/>
            <pc:sldMk cId="345935406" sldId="829"/>
            <ac:spMk id="8" creationId="{F84DCF8A-9FFD-2903-EEDF-F44BFA1E6885}"/>
          </ac:spMkLst>
        </pc:spChg>
        <pc:spChg chg="mod">
          <ac:chgData name="井上 ゆき" userId="9a4db8be-3331-4665-be8a-3d7f16d5f375" providerId="ADAL" clId="{3B98244C-AD1C-4DB8-A1CE-0D7CDA09C107}" dt="2025-12-04T08:07:34.416" v="2747" actId="20577"/>
          <ac:spMkLst>
            <pc:docMk/>
            <pc:sldMk cId="345935406" sldId="829"/>
            <ac:spMk id="9" creationId="{83E51DBD-0EEA-601B-29ED-C43FD61D4C7A}"/>
          </ac:spMkLst>
        </pc:spChg>
        <pc:graphicFrameChg chg="mod modGraphic">
          <ac:chgData name="井上 ゆき" userId="9a4db8be-3331-4665-be8a-3d7f16d5f375" providerId="ADAL" clId="{3B98244C-AD1C-4DB8-A1CE-0D7CDA09C107}" dt="2025-12-05T01:23:47.866" v="5738" actId="20577"/>
          <ac:graphicFrameMkLst>
            <pc:docMk/>
            <pc:sldMk cId="345935406" sldId="829"/>
            <ac:graphicFrameMk id="10" creationId="{92451C6D-723B-0D05-748D-95E872E5907E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17.711" v="6633" actId="20577"/>
        <pc:sldMkLst>
          <pc:docMk/>
          <pc:sldMk cId="3681430456" sldId="830"/>
        </pc:sldMkLst>
        <pc:spChg chg="mod">
          <ac:chgData name="井上 ゆき" userId="9a4db8be-3331-4665-be8a-3d7f16d5f375" providerId="ADAL" clId="{3B98244C-AD1C-4DB8-A1CE-0D7CDA09C107}" dt="2025-12-05T08:21:17.711" v="6633" actId="20577"/>
          <ac:spMkLst>
            <pc:docMk/>
            <pc:sldMk cId="3681430456" sldId="830"/>
            <ac:spMk id="8" creationId="{39820B34-C464-3A39-F14C-2AEC06FD31AC}"/>
          </ac:spMkLst>
        </pc:spChg>
        <pc:spChg chg="mod">
          <ac:chgData name="井上 ゆき" userId="9a4db8be-3331-4665-be8a-3d7f16d5f375" providerId="ADAL" clId="{3B98244C-AD1C-4DB8-A1CE-0D7CDA09C107}" dt="2025-12-04T08:34:11.201" v="3204" actId="6549"/>
          <ac:spMkLst>
            <pc:docMk/>
            <pc:sldMk cId="3681430456" sldId="830"/>
            <ac:spMk id="9" creationId="{FF30BD86-87FE-C9F5-F176-3719829169B0}"/>
          </ac:spMkLst>
        </pc:spChg>
        <pc:graphicFrameChg chg="mod modGraphic">
          <ac:chgData name="井上 ゆき" userId="9a4db8be-3331-4665-be8a-3d7f16d5f375" providerId="ADAL" clId="{3B98244C-AD1C-4DB8-A1CE-0D7CDA09C107}" dt="2025-12-05T07:22:15.963" v="6077" actId="20577"/>
          <ac:graphicFrameMkLst>
            <pc:docMk/>
            <pc:sldMk cId="3681430456" sldId="830"/>
            <ac:graphicFrameMk id="10" creationId="{8E28A582-56B7-0AA7-D02F-0F02DDE592AD}"/>
          </ac:graphicFrameMkLst>
        </pc:graphicFrameChg>
      </pc:sldChg>
      <pc:sldChg chg="addSp delSp modSp add mod">
        <pc:chgData name="井上 ゆき" userId="9a4db8be-3331-4665-be8a-3d7f16d5f375" providerId="ADAL" clId="{3B98244C-AD1C-4DB8-A1CE-0D7CDA09C107}" dt="2025-12-05T08:21:21.113" v="6636" actId="20577"/>
        <pc:sldMkLst>
          <pc:docMk/>
          <pc:sldMk cId="2549660569" sldId="831"/>
        </pc:sldMkLst>
        <pc:spChg chg="mod">
          <ac:chgData name="井上 ゆき" userId="9a4db8be-3331-4665-be8a-3d7f16d5f375" providerId="ADAL" clId="{3B98244C-AD1C-4DB8-A1CE-0D7CDA09C107}" dt="2025-12-05T08:21:21.113" v="6636" actId="20577"/>
          <ac:spMkLst>
            <pc:docMk/>
            <pc:sldMk cId="2549660569" sldId="831"/>
            <ac:spMk id="8" creationId="{6465C715-0727-229B-ABE6-E538C41A4B6F}"/>
          </ac:spMkLst>
        </pc:spChg>
        <pc:spChg chg="mod">
          <ac:chgData name="井上 ゆき" userId="9a4db8be-3331-4665-be8a-3d7f16d5f375" providerId="ADAL" clId="{3B98244C-AD1C-4DB8-A1CE-0D7CDA09C107}" dt="2025-12-04T08:47:27.419" v="3625" actId="6549"/>
          <ac:spMkLst>
            <pc:docMk/>
            <pc:sldMk cId="2549660569" sldId="831"/>
            <ac:spMk id="9" creationId="{A3F7F2E4-CBEA-50A7-432B-DFDC14B5F5AC}"/>
          </ac:spMkLst>
        </pc:spChg>
        <pc:graphicFrameChg chg="mod modGraphic">
          <ac:chgData name="井上 ゆき" userId="9a4db8be-3331-4665-be8a-3d7f16d5f375" providerId="ADAL" clId="{3B98244C-AD1C-4DB8-A1CE-0D7CDA09C107}" dt="2025-12-05T01:26:29.962" v="5821" actId="20577"/>
          <ac:graphicFrameMkLst>
            <pc:docMk/>
            <pc:sldMk cId="2549660569" sldId="831"/>
            <ac:graphicFrameMk id="10" creationId="{1B503436-7627-AFC1-E47C-78C23850CAF9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24.628" v="6639" actId="20577"/>
        <pc:sldMkLst>
          <pc:docMk/>
          <pc:sldMk cId="55558317" sldId="832"/>
        </pc:sldMkLst>
        <pc:spChg chg="mod">
          <ac:chgData name="井上 ゆき" userId="9a4db8be-3331-4665-be8a-3d7f16d5f375" providerId="ADAL" clId="{3B98244C-AD1C-4DB8-A1CE-0D7CDA09C107}" dt="2025-12-05T08:21:24.628" v="6639" actId="20577"/>
          <ac:spMkLst>
            <pc:docMk/>
            <pc:sldMk cId="55558317" sldId="832"/>
            <ac:spMk id="8" creationId="{087CF64A-5064-7ED2-705A-A43F28238F2B}"/>
          </ac:spMkLst>
        </pc:spChg>
        <pc:spChg chg="mod">
          <ac:chgData name="井上 ゆき" userId="9a4db8be-3331-4665-be8a-3d7f16d5f375" providerId="ADAL" clId="{3B98244C-AD1C-4DB8-A1CE-0D7CDA09C107}" dt="2025-12-04T10:18:54.375" v="3785" actId="20577"/>
          <ac:spMkLst>
            <pc:docMk/>
            <pc:sldMk cId="55558317" sldId="832"/>
            <ac:spMk id="9" creationId="{1A4B2660-3A50-3D32-2B69-D367327C706E}"/>
          </ac:spMkLst>
        </pc:spChg>
        <pc:graphicFrameChg chg="modGraphic">
          <ac:chgData name="井上 ゆき" userId="9a4db8be-3331-4665-be8a-3d7f16d5f375" providerId="ADAL" clId="{3B98244C-AD1C-4DB8-A1CE-0D7CDA09C107}" dt="2025-12-05T01:27:27.071" v="5888" actId="20577"/>
          <ac:graphicFrameMkLst>
            <pc:docMk/>
            <pc:sldMk cId="55558317" sldId="832"/>
            <ac:graphicFrameMk id="10" creationId="{B0822950-A633-E7A8-025F-D379884BFB9B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28.333" v="6642" actId="20577"/>
        <pc:sldMkLst>
          <pc:docMk/>
          <pc:sldMk cId="612099102" sldId="833"/>
        </pc:sldMkLst>
        <pc:spChg chg="mod">
          <ac:chgData name="井上 ゆき" userId="9a4db8be-3331-4665-be8a-3d7f16d5f375" providerId="ADAL" clId="{3B98244C-AD1C-4DB8-A1CE-0D7CDA09C107}" dt="2025-12-05T08:21:28.333" v="6642" actId="20577"/>
          <ac:spMkLst>
            <pc:docMk/>
            <pc:sldMk cId="612099102" sldId="833"/>
            <ac:spMk id="8" creationId="{D465264E-5B2C-6FC4-0517-4F4939001133}"/>
          </ac:spMkLst>
        </pc:spChg>
        <pc:spChg chg="mod">
          <ac:chgData name="井上 ゆき" userId="9a4db8be-3331-4665-be8a-3d7f16d5f375" providerId="ADAL" clId="{3B98244C-AD1C-4DB8-A1CE-0D7CDA09C107}" dt="2025-12-05T00:54:48.303" v="4135" actId="20577"/>
          <ac:spMkLst>
            <pc:docMk/>
            <pc:sldMk cId="612099102" sldId="833"/>
            <ac:spMk id="9" creationId="{30BE4855-8DDB-A308-E33B-7B174CC3606E}"/>
          </ac:spMkLst>
        </pc:spChg>
        <pc:graphicFrameChg chg="modGraphic">
          <ac:chgData name="井上 ゆき" userId="9a4db8be-3331-4665-be8a-3d7f16d5f375" providerId="ADAL" clId="{3B98244C-AD1C-4DB8-A1CE-0D7CDA09C107}" dt="2025-12-05T01:27:57.640" v="5927" actId="20577"/>
          <ac:graphicFrameMkLst>
            <pc:docMk/>
            <pc:sldMk cId="612099102" sldId="833"/>
            <ac:graphicFrameMk id="10" creationId="{7575784B-4409-25A7-9A5B-8EB6B7460573}"/>
          </ac:graphicFrameMkLst>
        </pc:graphicFrameChg>
      </pc:sldChg>
      <pc:sldChg chg="addSp delSp modSp add mod">
        <pc:chgData name="井上 ゆき" userId="9a4db8be-3331-4665-be8a-3d7f16d5f375" providerId="ADAL" clId="{3B98244C-AD1C-4DB8-A1CE-0D7CDA09C107}" dt="2025-12-08T09:06:14.053" v="7498" actId="207"/>
        <pc:sldMkLst>
          <pc:docMk/>
          <pc:sldMk cId="2044214213" sldId="835"/>
        </pc:sldMkLst>
        <pc:spChg chg="add del mod">
          <ac:chgData name="井上 ゆき" userId="9a4db8be-3331-4665-be8a-3d7f16d5f375" providerId="ADAL" clId="{3B98244C-AD1C-4DB8-A1CE-0D7CDA09C107}" dt="2025-12-08T09:05:59.206" v="7491" actId="478"/>
          <ac:spMkLst>
            <pc:docMk/>
            <pc:sldMk cId="2044214213" sldId="835"/>
            <ac:spMk id="2" creationId="{1640E0BB-5E73-6261-87DF-BB6131459CC2}"/>
          </ac:spMkLst>
        </pc:spChg>
        <pc:spChg chg="mod">
          <ac:chgData name="井上 ゆき" userId="9a4db8be-3331-4665-be8a-3d7f16d5f375" providerId="ADAL" clId="{3B98244C-AD1C-4DB8-A1CE-0D7CDA09C107}" dt="2025-12-05T08:21:33.511" v="6645" actId="20577"/>
          <ac:spMkLst>
            <pc:docMk/>
            <pc:sldMk cId="2044214213" sldId="835"/>
            <ac:spMk id="8" creationId="{3DE80FF8-8399-9BF2-4BFC-C885EE02DE66}"/>
          </ac:spMkLst>
        </pc:spChg>
        <pc:spChg chg="mod">
          <ac:chgData name="井上 ゆき" userId="9a4db8be-3331-4665-be8a-3d7f16d5f375" providerId="ADAL" clId="{3B98244C-AD1C-4DB8-A1CE-0D7CDA09C107}" dt="2025-12-08T02:09:33.044" v="6840" actId="6549"/>
          <ac:spMkLst>
            <pc:docMk/>
            <pc:sldMk cId="2044214213" sldId="835"/>
            <ac:spMk id="9" creationId="{E2A1E41E-432C-06D4-9C6C-24CBF2391D92}"/>
          </ac:spMkLst>
        </pc:spChg>
        <pc:graphicFrameChg chg="add del mod modGraphic">
          <ac:chgData name="井上 ゆき" userId="9a4db8be-3331-4665-be8a-3d7f16d5f375" providerId="ADAL" clId="{3B98244C-AD1C-4DB8-A1CE-0D7CDA09C107}" dt="2025-12-08T09:06:14.053" v="7498" actId="207"/>
          <ac:graphicFrameMkLst>
            <pc:docMk/>
            <pc:sldMk cId="2044214213" sldId="835"/>
            <ac:graphicFrameMk id="10" creationId="{5A71D68F-98B2-10FC-90A4-AB5D7A9012DF}"/>
          </ac:graphicFrameMkLst>
        </pc:graphicFrameChg>
      </pc:sldChg>
      <pc:sldChg chg="modSp add mod">
        <pc:chgData name="井上 ゆき" userId="9a4db8be-3331-4665-be8a-3d7f16d5f375" providerId="ADAL" clId="{3B98244C-AD1C-4DB8-A1CE-0D7CDA09C107}" dt="2025-12-05T08:21:38.120" v="6648" actId="20577"/>
        <pc:sldMkLst>
          <pc:docMk/>
          <pc:sldMk cId="1819111634" sldId="836"/>
        </pc:sldMkLst>
        <pc:spChg chg="mod">
          <ac:chgData name="井上 ゆき" userId="9a4db8be-3331-4665-be8a-3d7f16d5f375" providerId="ADAL" clId="{3B98244C-AD1C-4DB8-A1CE-0D7CDA09C107}" dt="2025-12-05T08:21:38.120" v="6648" actId="20577"/>
          <ac:spMkLst>
            <pc:docMk/>
            <pc:sldMk cId="1819111634" sldId="836"/>
            <ac:spMk id="8" creationId="{5B0910EA-9F13-7E05-AB80-0D3E9055B294}"/>
          </ac:spMkLst>
        </pc:spChg>
        <pc:spChg chg="mod">
          <ac:chgData name="井上 ゆき" userId="9a4db8be-3331-4665-be8a-3d7f16d5f375" providerId="ADAL" clId="{3B98244C-AD1C-4DB8-A1CE-0D7CDA09C107}" dt="2025-12-05T01:01:58.637" v="4840" actId="20577"/>
          <ac:spMkLst>
            <pc:docMk/>
            <pc:sldMk cId="1819111634" sldId="836"/>
            <ac:spMk id="9" creationId="{223D621A-0C7B-1763-CAF3-D13D62F54F4E}"/>
          </ac:spMkLst>
        </pc:spChg>
        <pc:graphicFrameChg chg="modGraphic">
          <ac:chgData name="井上 ゆき" userId="9a4db8be-3331-4665-be8a-3d7f16d5f375" providerId="ADAL" clId="{3B98244C-AD1C-4DB8-A1CE-0D7CDA09C107}" dt="2025-12-05T01:02:33.096" v="4944" actId="2165"/>
          <ac:graphicFrameMkLst>
            <pc:docMk/>
            <pc:sldMk cId="1819111634" sldId="836"/>
            <ac:graphicFrameMk id="10" creationId="{997180FA-4D50-7BBE-2C3C-034819D843DE}"/>
          </ac:graphicFrameMkLst>
        </pc:graphicFrameChg>
      </pc:sldChg>
      <pc:sldChg chg="add">
        <pc:chgData name="井上 ゆき" userId="9a4db8be-3331-4665-be8a-3d7f16d5f375" providerId="ADAL" clId="{3B98244C-AD1C-4DB8-A1CE-0D7CDA09C107}" dt="2025-12-05T08:18:01.396" v="6560"/>
        <pc:sldMkLst>
          <pc:docMk/>
          <pc:sldMk cId="4173247399" sldId="838"/>
        </pc:sldMkLst>
      </pc:sldChg>
      <pc:sldChg chg="modSp add mod">
        <pc:chgData name="井上 ゆき" userId="9a4db8be-3331-4665-be8a-3d7f16d5f375" providerId="ADAL" clId="{3B98244C-AD1C-4DB8-A1CE-0D7CDA09C107}" dt="2025-12-05T08:20:47.782" v="6616" actId="20577"/>
        <pc:sldMkLst>
          <pc:docMk/>
          <pc:sldMk cId="4048392057" sldId="839"/>
        </pc:sldMkLst>
        <pc:spChg chg="mod">
          <ac:chgData name="井上 ゆき" userId="9a4db8be-3331-4665-be8a-3d7f16d5f375" providerId="ADAL" clId="{3B98244C-AD1C-4DB8-A1CE-0D7CDA09C107}" dt="2025-12-05T08:20:47.782" v="6616" actId="20577"/>
          <ac:spMkLst>
            <pc:docMk/>
            <pc:sldMk cId="4048392057" sldId="839"/>
            <ac:spMk id="4" creationId="{85436464-EBBC-90C5-8510-869395CC0A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CA9A1-49A5-4813-BE73-64411D697E83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35D2-4F1F-4BDF-88EC-2B2C6B4495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149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18005-AB2E-4230-9CBF-EC876F8C3946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E3972-898B-454C-95F2-E930BA80A4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73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10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618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91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12800" y="3096601"/>
            <a:ext cx="8280400" cy="664797"/>
          </a:xfrm>
        </p:spPr>
        <p:txBody>
          <a:bodyPr wrap="square">
            <a:spAutoFit/>
          </a:bodyPr>
          <a:lstStyle>
            <a:lvl1pPr algn="ctr">
              <a:lnSpc>
                <a:spcPct val="120000"/>
              </a:lnSpc>
              <a:defRPr sz="3600" b="1"/>
            </a:lvl1pPr>
          </a:lstStyle>
          <a:p>
            <a:endParaRPr kumimoji="1" lang="ja-JP" altLang="en-US"/>
          </a:p>
        </p:txBody>
      </p:sp>
      <p:sp>
        <p:nvSpPr>
          <p:cNvPr id="8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3435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 userDrawn="1"/>
        </p:nvSpPr>
        <p:spPr bwMode="gray">
          <a:xfrm>
            <a:off x="0" y="0"/>
            <a:ext cx="18923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gray">
          <a:xfrm>
            <a:off x="2361600" y="1051200"/>
            <a:ext cx="6731600" cy="3960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392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中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2520" y="2988884"/>
            <a:ext cx="8640960" cy="844229"/>
          </a:xfrm>
          <a:ln w="6350">
            <a:solidFill>
              <a:schemeClr val="tx2"/>
            </a:solidFill>
          </a:ln>
        </p:spPr>
        <p:txBody>
          <a:bodyPr wrap="square" lIns="180000" tIns="180000" rIns="180000" bIns="144000">
            <a:sp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2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69886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0" y="639763"/>
            <a:ext cx="9906000" cy="36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6010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 userDrawn="1"/>
        </p:nvSpPr>
        <p:spPr bwMode="auto">
          <a:xfrm>
            <a:off x="0" y="1"/>
            <a:ext cx="9906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8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6182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補足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8484" y="404664"/>
            <a:ext cx="9253028" cy="396044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272480" y="6381328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329264" y="641224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角丸四角形 6"/>
          <p:cNvSpPr/>
          <p:nvPr userDrawn="1"/>
        </p:nvSpPr>
        <p:spPr bwMode="auto">
          <a:xfrm>
            <a:off x="0" y="0"/>
            <a:ext cx="9912016" cy="6858000"/>
          </a:xfrm>
          <a:custGeom>
            <a:avLst/>
            <a:gdLst/>
            <a:ahLst/>
            <a:cxnLst/>
            <a:rect l="l" t="t" r="r" b="b"/>
            <a:pathLst>
              <a:path w="9903600" h="6858000">
                <a:moveTo>
                  <a:pt x="183240" y="144000"/>
                </a:moveTo>
                <a:cubicBezTo>
                  <a:pt x="162231" y="144000"/>
                  <a:pt x="145200" y="161031"/>
                  <a:pt x="145200" y="182040"/>
                </a:cubicBezTo>
                <a:lnTo>
                  <a:pt x="145200" y="6675960"/>
                </a:lnTo>
                <a:cubicBezTo>
                  <a:pt x="145200" y="6696969"/>
                  <a:pt x="162231" y="6714000"/>
                  <a:pt x="183240" y="6714000"/>
                </a:cubicBezTo>
                <a:lnTo>
                  <a:pt x="9722760" y="6714000"/>
                </a:lnTo>
                <a:cubicBezTo>
                  <a:pt x="9743769" y="6714000"/>
                  <a:pt x="9760800" y="6696969"/>
                  <a:pt x="9760800" y="6675960"/>
                </a:cubicBezTo>
                <a:lnTo>
                  <a:pt x="9760800" y="182040"/>
                </a:lnTo>
                <a:cubicBezTo>
                  <a:pt x="9760800" y="161031"/>
                  <a:pt x="9743769" y="144000"/>
                  <a:pt x="9722760" y="144000"/>
                </a:cubicBezTo>
                <a:close/>
                <a:moveTo>
                  <a:pt x="0" y="0"/>
                </a:moveTo>
                <a:lnTo>
                  <a:pt x="9903600" y="0"/>
                </a:lnTo>
                <a:lnTo>
                  <a:pt x="9903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026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ベースカラー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6634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メインカラー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6267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ブラック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6986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ガイド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線コネクタ 26"/>
          <p:cNvCxnSpPr/>
          <p:nvPr userDrawn="1"/>
        </p:nvCxnSpPr>
        <p:spPr>
          <a:xfrm flipV="1">
            <a:off x="8128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 userDrawn="1"/>
        </p:nvCxnSpPr>
        <p:spPr>
          <a:xfrm flipV="1">
            <a:off x="49530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 userDrawn="1"/>
        </p:nvCxnSpPr>
        <p:spPr>
          <a:xfrm flipV="1">
            <a:off x="3405188" y="-1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 userDrawn="1"/>
        </p:nvCxnSpPr>
        <p:spPr>
          <a:xfrm flipV="1">
            <a:off x="6491288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 userDrawn="1"/>
        </p:nvCxnSpPr>
        <p:spPr>
          <a:xfrm flipV="1">
            <a:off x="90932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 userDrawn="1"/>
        </p:nvCxnSpPr>
        <p:spPr>
          <a:xfrm flipH="1">
            <a:off x="0" y="656691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 userDrawn="1"/>
        </p:nvCxnSpPr>
        <p:spPr>
          <a:xfrm flipH="1">
            <a:off x="0" y="1881187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 userDrawn="1"/>
        </p:nvCxnSpPr>
        <p:spPr>
          <a:xfrm flipH="1">
            <a:off x="0" y="3428999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 userDrawn="1"/>
        </p:nvCxnSpPr>
        <p:spPr>
          <a:xfrm flipH="1">
            <a:off x="-13109" y="4976812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 userDrawn="1"/>
        </p:nvCxnSpPr>
        <p:spPr>
          <a:xfrm flipH="1">
            <a:off x="0" y="6201308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33"/>
          <p:cNvSpPr>
            <a:spLocks noChangeArrowheads="1"/>
          </p:cNvSpPr>
          <p:nvPr userDrawn="1"/>
        </p:nvSpPr>
        <p:spPr bwMode="gray">
          <a:xfrm>
            <a:off x="4988942" y="3248980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メイリオ" pitchFamily="50" charset="-128"/>
              </a:rPr>
              <a:t>0cm</a:t>
            </a:r>
          </a:p>
        </p:txBody>
      </p:sp>
      <p:sp>
        <p:nvSpPr>
          <p:cNvPr id="38" name="AutoShape 33"/>
          <p:cNvSpPr>
            <a:spLocks noChangeArrowheads="1"/>
          </p:cNvSpPr>
          <p:nvPr userDrawn="1"/>
        </p:nvSpPr>
        <p:spPr bwMode="gray">
          <a:xfrm>
            <a:off x="4989004" y="171527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39" name="AutoShape 33"/>
          <p:cNvSpPr>
            <a:spLocks noChangeArrowheads="1"/>
          </p:cNvSpPr>
          <p:nvPr userDrawn="1"/>
        </p:nvSpPr>
        <p:spPr bwMode="gray">
          <a:xfrm>
            <a:off x="236476" y="356393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11.50cm</a:t>
            </a:r>
          </a:p>
        </p:txBody>
      </p:sp>
      <p:sp>
        <p:nvSpPr>
          <p:cNvPr id="40" name="AutoShape 33"/>
          <p:cNvSpPr>
            <a:spLocks noChangeArrowheads="1"/>
          </p:cNvSpPr>
          <p:nvPr userDrawn="1"/>
        </p:nvSpPr>
        <p:spPr bwMode="gray">
          <a:xfrm>
            <a:off x="4989004" y="602128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7.70cm</a:t>
            </a:r>
          </a:p>
        </p:txBody>
      </p:sp>
      <p:sp>
        <p:nvSpPr>
          <p:cNvPr id="41" name="AutoShape 33"/>
          <p:cNvSpPr>
            <a:spLocks noChangeArrowheads="1"/>
          </p:cNvSpPr>
          <p:nvPr userDrawn="1"/>
        </p:nvSpPr>
        <p:spPr bwMode="gray">
          <a:xfrm>
            <a:off x="4989004" y="468891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7.70cm</a:t>
            </a:r>
          </a:p>
        </p:txBody>
      </p:sp>
      <p:sp>
        <p:nvSpPr>
          <p:cNvPr id="42" name="AutoShape 33"/>
          <p:cNvSpPr>
            <a:spLocks noChangeArrowheads="1"/>
          </p:cNvSpPr>
          <p:nvPr userDrawn="1"/>
        </p:nvSpPr>
        <p:spPr bwMode="gray">
          <a:xfrm>
            <a:off x="2828764" y="3573016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3" name="AutoShape 33"/>
          <p:cNvSpPr>
            <a:spLocks noChangeArrowheads="1"/>
          </p:cNvSpPr>
          <p:nvPr userDrawn="1"/>
        </p:nvSpPr>
        <p:spPr bwMode="gray">
          <a:xfrm>
            <a:off x="4376936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0cm</a:t>
            </a:r>
          </a:p>
        </p:txBody>
      </p:sp>
      <p:sp>
        <p:nvSpPr>
          <p:cNvPr id="44" name="AutoShape 33"/>
          <p:cNvSpPr>
            <a:spLocks noChangeArrowheads="1"/>
          </p:cNvSpPr>
          <p:nvPr userDrawn="1"/>
        </p:nvSpPr>
        <p:spPr bwMode="gray">
          <a:xfrm>
            <a:off x="5925108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5" name="AutoShape 33"/>
          <p:cNvSpPr>
            <a:spLocks noChangeArrowheads="1"/>
          </p:cNvSpPr>
          <p:nvPr userDrawn="1"/>
        </p:nvSpPr>
        <p:spPr bwMode="gray">
          <a:xfrm>
            <a:off x="8517396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11.50cm</a:t>
            </a:r>
          </a:p>
        </p:txBody>
      </p:sp>
      <p:sp>
        <p:nvSpPr>
          <p:cNvPr id="46" name="AutoShape 33"/>
          <p:cNvSpPr>
            <a:spLocks noChangeArrowheads="1"/>
          </p:cNvSpPr>
          <p:nvPr userDrawn="1"/>
        </p:nvSpPr>
        <p:spPr bwMode="gray">
          <a:xfrm>
            <a:off x="4989004" y="482537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8" name="タイトル 1"/>
          <p:cNvSpPr>
            <a:spLocks noGrp="1"/>
          </p:cNvSpPr>
          <p:nvPr>
            <p:ph type="title"/>
          </p:nvPr>
        </p:nvSpPr>
        <p:spPr bwMode="gray">
          <a:xfrm>
            <a:off x="272480" y="152636"/>
            <a:ext cx="9361040" cy="3960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9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6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4465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050" name="Picture 2" descr="\\ts01\disk8\サイプレス\サイプレスロゴ\TIFFファイル\cypress_mono1.tif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76" y="6633356"/>
            <a:ext cx="688848" cy="16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29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663" r:id="rId2"/>
    <p:sldLayoutId id="2147483712" r:id="rId3"/>
    <p:sldLayoutId id="2147483725" r:id="rId4"/>
    <p:sldLayoutId id="2147483698" r:id="rId5"/>
    <p:sldLayoutId id="2147483714" r:id="rId6"/>
    <p:sldLayoutId id="2147483699" r:id="rId7"/>
    <p:sldLayoutId id="2147483700" r:id="rId8"/>
    <p:sldLayoutId id="2147483726" r:id="rId9"/>
    <p:sldLayoutId id="2147483716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ea"/>
          <a:ea typeface="+mj-ea"/>
          <a:cs typeface="メイリオ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12800" y="1204180"/>
            <a:ext cx="8280400" cy="3250121"/>
          </a:xfrm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ja-JP" altLang="en-US" sz="4000" dirty="0"/>
              <a:t>御見積書</a:t>
            </a:r>
            <a:br>
              <a:rPr lang="en-US" altLang="ja-JP" sz="4000" dirty="0"/>
            </a:br>
            <a:br>
              <a:rPr lang="en-US" altLang="ja-JP" sz="2400" b="0" dirty="0"/>
            </a:br>
            <a:r>
              <a:rPr lang="ja-JP" altLang="ja-JP" dirty="0"/>
              <a:t>海上入出荷計画業務システム</a:t>
            </a:r>
            <a:br>
              <a:rPr lang="en-US" altLang="ja-JP" dirty="0"/>
            </a:br>
            <a:r>
              <a:rPr lang="ja-JP" altLang="ja-JP" dirty="0"/>
              <a:t>（千葉）</a:t>
            </a:r>
            <a:br>
              <a:rPr lang="en-US" altLang="ja-JP" dirty="0"/>
            </a:br>
            <a:r>
              <a:rPr lang="ja-JP" altLang="ja-JP" dirty="0"/>
              <a:t>北海道</a:t>
            </a:r>
            <a:r>
              <a:rPr lang="en-US" altLang="ja-JP" dirty="0"/>
              <a:t>64bit</a:t>
            </a:r>
            <a:r>
              <a:rPr lang="ja-JP" altLang="ja-JP" dirty="0"/>
              <a:t>版移行対応</a:t>
            </a:r>
            <a:br>
              <a:rPr lang="en-US" altLang="ja-JP" sz="2000" b="0" dirty="0"/>
            </a:br>
            <a:r>
              <a:rPr lang="en-US" altLang="ja-JP" sz="2000" dirty="0"/>
              <a:t>2025.12.03 Rev.1.0</a:t>
            </a:r>
            <a:endParaRPr kumimoji="1" lang="ja-JP" altLang="en-US" sz="1200" b="0" dirty="0"/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812800" y="1016732"/>
            <a:ext cx="8280399" cy="32008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ct val="140000"/>
              </a:lnSpc>
              <a:spcAft>
                <a:spcPts val="1200"/>
              </a:spcAft>
            </a:pPr>
            <a:r>
              <a:rPr lang="ja-JP" altLang="en-US" sz="160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endParaRPr lang="en-US" altLang="ja-JP" sz="160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9" name="直角三角形 48"/>
          <p:cNvSpPr/>
          <p:nvPr/>
        </p:nvSpPr>
        <p:spPr bwMode="auto">
          <a:xfrm flipH="1">
            <a:off x="9285287" y="6237288"/>
            <a:ext cx="620713" cy="620713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0" name="直角三角形 49"/>
          <p:cNvSpPr/>
          <p:nvPr/>
        </p:nvSpPr>
        <p:spPr bwMode="auto">
          <a:xfrm flipV="1">
            <a:off x="0" y="0"/>
            <a:ext cx="620713" cy="620713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29" name="Picture 5" descr="\\ts01\disk8\サイプレス\サイプレスロゴ\TIFFファイル\cypress_mono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256" y="5339172"/>
            <a:ext cx="2755900" cy="64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22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7AE4085-41C5-741D-CB44-8E53C218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１．見積概要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25652E-C259-B150-10F9-88E4B3AA6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24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1-1.</a:t>
            </a:r>
            <a:r>
              <a:rPr lang="ja-JP" altLang="en-US" dirty="0"/>
              <a:t>本書の内容（見積範囲）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65" name="AutoShape 3"/>
          <p:cNvSpPr>
            <a:spLocks noChangeArrowheads="1"/>
          </p:cNvSpPr>
          <p:nvPr/>
        </p:nvSpPr>
        <p:spPr bwMode="auto">
          <a:xfrm>
            <a:off x="488504" y="908720"/>
            <a:ext cx="8784976" cy="220445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b="1" dirty="0">
                <a:latin typeface="+mn-ea"/>
                <a:cs typeface="メイリオ" pitchFamily="50" charset="-128"/>
              </a:rPr>
              <a:t>本見積は、千葉拠点にて稼働中の「海上入出荷計画業務システム」を、北海道および愛知版（</a:t>
            </a:r>
            <a:r>
              <a:rPr lang="en-US" altLang="ja-JP" b="1" dirty="0">
                <a:latin typeface="+mn-ea"/>
                <a:cs typeface="メイリオ" pitchFamily="50" charset="-128"/>
              </a:rPr>
              <a:t>64bit</a:t>
            </a:r>
            <a:r>
              <a:rPr lang="ja-JP" altLang="en-US" b="1" dirty="0">
                <a:latin typeface="+mn-ea"/>
                <a:cs typeface="メイリオ" pitchFamily="50" charset="-128"/>
              </a:rPr>
              <a:t>版）のシステムへ移行・展開するための対応一式を対象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b="1" dirty="0">
                <a:latin typeface="+mn-ea"/>
                <a:cs typeface="メイリオ" pitchFamily="50" charset="-128"/>
              </a:rPr>
              <a:t>としたものです。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b="1" dirty="0">
                <a:latin typeface="+mn-ea"/>
                <a:cs typeface="メイリオ" pitchFamily="50" charset="-128"/>
              </a:rPr>
              <a:t>拠点ごとの業務要件やネットワーク構成に応じた改修・設定変更、および拠点別データ環境への対応を含みます。</a:t>
            </a:r>
            <a:endParaRPr lang="en-US" altLang="ja-JP" sz="1100" b="1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011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53975-0037-4EAD-89FC-ACF106CF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1-2.</a:t>
            </a:r>
            <a:r>
              <a:rPr lang="ja-JP" altLang="en-US" dirty="0"/>
              <a:t>見積条件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7FACA3-8421-4ABC-B438-7457AFCEA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508CF40E-739E-490D-ADE4-2B5FD8A68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23" y="1016732"/>
            <a:ext cx="7506252" cy="446404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ea"/>
              <a:buAutoNum type="arabicPeriod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作業場所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原則的に弊社姉崎事務所とさせて頂きます。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現地常駐は行わず、弊社姉崎事務所からのリモート接続対応とさせて頂きます。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ea"/>
              <a:buAutoNum type="arabicPeriod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作業期間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作業期間を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7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か月として、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2026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年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6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月～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2027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年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12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月を想定としている。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lt"/>
              <a:buAutoNum type="arabicPeriod"/>
            </a:pP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228600" indent="-228600" algn="just">
              <a:lnSpc>
                <a:spcPts val="1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見積条件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マスタの整備による遅延で、作業期間を超える場合は対応可否を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lvl="1" algn="just">
              <a:lnSpc>
                <a:spcPts val="1400"/>
              </a:lnSpc>
              <a:spcAft>
                <a:spcPts val="600"/>
              </a:spcAft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　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エンジン側のスケジュール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/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インフラの構築遅延で、作業期間を超える場合は対応可否を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lvl="1" algn="just">
              <a:lnSpc>
                <a:spcPts val="1400"/>
              </a:lnSpc>
              <a:spcAft>
                <a:spcPts val="600"/>
              </a:spcAft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　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85800" lvl="1" indent="-22860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エンジン側の要件で大幅に改造が生じ、作業期間を超える場合は対応可否を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lvl="1" algn="just">
              <a:lnSpc>
                <a:spcPts val="1400"/>
              </a:lnSpc>
              <a:spcAft>
                <a:spcPts val="600"/>
              </a:spcAft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　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28650" lvl="1" indent="-17145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cs typeface="メイリオ" pitchFamily="50" charset="-128"/>
              </a:rPr>
              <a:t>アプリケーションの改造については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30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人日を想定している。これを超える改造が発生した場合は、</a:t>
            </a:r>
            <a:r>
              <a:rPr lang="en-US" altLang="ja-JP" sz="1200" dirty="0">
                <a:latin typeface="+mn-ea"/>
                <a:cs typeface="メイリオ" pitchFamily="50" charset="-128"/>
              </a:rPr>
              <a:t>EXE</a:t>
            </a:r>
            <a:r>
              <a:rPr lang="ja-JP" altLang="en-US" sz="1200" dirty="0">
                <a:latin typeface="+mn-ea"/>
                <a:cs typeface="メイリオ" pitchFamily="50" charset="-128"/>
              </a:rPr>
              <a:t>様と対応可否について協議致します。</a:t>
            </a: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marL="628650" lvl="1" indent="-171450" algn="just">
              <a:lnSpc>
                <a:spcPts val="1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1200" dirty="0">
              <a:latin typeface="+mn-ea"/>
              <a:cs typeface="メイリオ" pitchFamily="50" charset="-128"/>
            </a:endParaRPr>
          </a:p>
          <a:p>
            <a:pPr lvl="1" algn="just">
              <a:lnSpc>
                <a:spcPts val="1400"/>
              </a:lnSpc>
              <a:spcAft>
                <a:spcPts val="600"/>
              </a:spcAft>
            </a:pPr>
            <a:endParaRPr lang="en-US" altLang="ja-JP" sz="1200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532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1B07D447-8F90-18AA-D6C5-D9E948F758A5}"/>
              </a:ext>
            </a:extLst>
          </p:cNvPr>
          <p:cNvSpPr/>
          <p:nvPr/>
        </p:nvSpPr>
        <p:spPr bwMode="auto">
          <a:xfrm>
            <a:off x="565788" y="2901591"/>
            <a:ext cx="4068452" cy="1440930"/>
          </a:xfrm>
          <a:prstGeom prst="roundRect">
            <a:avLst>
              <a:gd name="adj" fmla="val 381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184CCA-516A-68D3-42BF-38AAB297A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0ACCFF4C-CED7-1654-5AA4-083C3BF5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44090"/>
            <a:ext cx="9361040" cy="396044"/>
          </a:xfrm>
        </p:spPr>
        <p:txBody>
          <a:bodyPr/>
          <a:lstStyle/>
          <a:p>
            <a:r>
              <a:rPr lang="en-US" altLang="ja-JP" dirty="0"/>
              <a:t>1-3.</a:t>
            </a:r>
            <a:r>
              <a:rPr lang="ja-JP" altLang="en-US" dirty="0"/>
              <a:t>サーバ構成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0A53F8F-7C4E-13B2-3128-D405B26A79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68791" y="3266875"/>
            <a:ext cx="465610" cy="774000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EA61FAD-56B0-F4CE-3E84-C54642117278}"/>
              </a:ext>
            </a:extLst>
          </p:cNvPr>
          <p:cNvSpPr/>
          <p:nvPr/>
        </p:nvSpPr>
        <p:spPr bwMode="auto">
          <a:xfrm>
            <a:off x="6069124" y="1643165"/>
            <a:ext cx="3271088" cy="2847675"/>
          </a:xfrm>
          <a:prstGeom prst="roundRect">
            <a:avLst>
              <a:gd name="adj" fmla="val 3813"/>
            </a:avLst>
          </a:prstGeom>
          <a:solidFill>
            <a:schemeClr val="bg1"/>
          </a:solidFill>
          <a:ln w="53975">
            <a:solidFill>
              <a:schemeClr val="bg1">
                <a:lumMod val="85000"/>
              </a:schemeClr>
            </a:solidFill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8F963AF-EB95-ED0B-F5AC-1899B168DE6A}"/>
              </a:ext>
            </a:extLst>
          </p:cNvPr>
          <p:cNvGrpSpPr/>
          <p:nvPr/>
        </p:nvGrpSpPr>
        <p:grpSpPr>
          <a:xfrm>
            <a:off x="5623882" y="3932779"/>
            <a:ext cx="1026721" cy="1116124"/>
            <a:chOff x="753683" y="4979253"/>
            <a:chExt cx="1476698" cy="1811620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962D88AC-C0E0-5242-41B6-18B23548F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3683" y="5091519"/>
              <a:ext cx="1476698" cy="1476697"/>
            </a:xfrm>
            <a:prstGeom prst="rect">
              <a:avLst/>
            </a:prstGeom>
          </p:spPr>
        </p:pic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BD3CFAE-11BE-F18A-A588-FF263B8FACDD}"/>
                </a:ext>
              </a:extLst>
            </p:cNvPr>
            <p:cNvSpPr/>
            <p:nvPr/>
          </p:nvSpPr>
          <p:spPr bwMode="auto">
            <a:xfrm>
              <a:off x="1089517" y="4979253"/>
              <a:ext cx="805028" cy="181162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kumimoji="1" lang="en-US" altLang="ja-JP" sz="700" dirty="0">
                  <a:solidFill>
                    <a:schemeClr val="accent1">
                      <a:lumMod val="75000"/>
                      <a:lumOff val="25000"/>
                    </a:schemeClr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AZURE</a:t>
              </a:r>
              <a:endParaRPr kumimoji="1" lang="ja-JP" altLang="en-US" sz="700" dirty="0">
                <a:solidFill>
                  <a:schemeClr val="accent1">
                    <a:lumMod val="75000"/>
                    <a:lumOff val="25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42E1C9-93DB-D67E-A8C7-7209723242E1}"/>
              </a:ext>
            </a:extLst>
          </p:cNvPr>
          <p:cNvSpPr/>
          <p:nvPr/>
        </p:nvSpPr>
        <p:spPr bwMode="auto">
          <a:xfrm>
            <a:off x="7283039" y="3322919"/>
            <a:ext cx="1741543" cy="844725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海上入出荷計画業務システム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本番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AP</a:t>
            </a: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</a:t>
            </a: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10.180.0.150)</a:t>
            </a:r>
            <a:endParaRPr kumimoji="1" lang="ja-JP" altLang="en-US" sz="105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45089F4-0AAE-3AAF-66B6-2B9BBA5BE732}"/>
              </a:ext>
            </a:extLst>
          </p:cNvPr>
          <p:cNvSpPr/>
          <p:nvPr/>
        </p:nvSpPr>
        <p:spPr bwMode="auto">
          <a:xfrm>
            <a:off x="7279384" y="1836585"/>
            <a:ext cx="1741543" cy="921670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海上入出荷計画業務システム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本番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サーバ（千葉）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10.180.2.38)</a:t>
            </a:r>
            <a:endParaRPr kumimoji="1" lang="en-US" altLang="ja-JP" sz="90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37DA359E-07A8-09B6-E854-57699AAE41B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36392" y="3284538"/>
            <a:ext cx="443810" cy="737762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241E139D-7B4E-0722-47D3-1B882B1864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26099" y="1961200"/>
            <a:ext cx="465610" cy="774000"/>
          </a:xfrm>
          <a:prstGeom prst="rect">
            <a:avLst/>
          </a:prstGeom>
        </p:spPr>
      </p:pic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7803259D-CA07-E5B1-6656-FCF7BC26715B}"/>
              </a:ext>
            </a:extLst>
          </p:cNvPr>
          <p:cNvCxnSpPr>
            <a:cxnSpLocks/>
            <a:stCxn id="38" idx="1"/>
            <a:endCxn id="10" idx="3"/>
          </p:cNvCxnSpPr>
          <p:nvPr/>
        </p:nvCxnSpPr>
        <p:spPr>
          <a:xfrm rot="10800000" flipV="1">
            <a:off x="2534402" y="3653419"/>
            <a:ext cx="3801991" cy="456"/>
          </a:xfrm>
          <a:prstGeom prst="bentConnector3">
            <a:avLst>
              <a:gd name="adj1" fmla="val 50000"/>
            </a:avLst>
          </a:prstGeom>
          <a:ln w="38100"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DC8EE3E3-3F86-27B6-BAC3-BD250EC9DA82}"/>
              </a:ext>
            </a:extLst>
          </p:cNvPr>
          <p:cNvSpPr/>
          <p:nvPr/>
        </p:nvSpPr>
        <p:spPr bwMode="auto">
          <a:xfrm>
            <a:off x="181570" y="3832620"/>
            <a:ext cx="1152128" cy="52002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オフラス</a:t>
            </a:r>
            <a:endParaRPr kumimoji="1" lang="ja-JP" altLang="en-US" sz="16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F8C78B3-2CDC-95B2-28C3-B4E8A52344EF}"/>
              </a:ext>
            </a:extLst>
          </p:cNvPr>
          <p:cNvSpPr/>
          <p:nvPr/>
        </p:nvSpPr>
        <p:spPr bwMode="auto">
          <a:xfrm>
            <a:off x="2676258" y="3728978"/>
            <a:ext cx="1891469" cy="573882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オフラス（千葉）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DMZ</a:t>
            </a:r>
            <a:r>
              <a:rPr kumimoji="1"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サーバー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(10.178.128.137)</a:t>
            </a:r>
            <a:endParaRPr kumimoji="1" lang="ja-JP" altLang="en-US" sz="105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63" name="直線コネクタ 36">
            <a:extLst>
              <a:ext uri="{FF2B5EF4-FFF2-40B4-BE49-F238E27FC236}">
                <a16:creationId xmlns:a16="http://schemas.microsoft.com/office/drawing/2014/main" id="{2FF4C716-887F-281E-7331-1BE7707AAF80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 rot="5400000">
            <a:off x="6283932" y="3009566"/>
            <a:ext cx="549338" cy="607"/>
          </a:xfrm>
          <a:prstGeom prst="bentConnector3">
            <a:avLst>
              <a:gd name="adj1" fmla="val 50000"/>
            </a:avLst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7084F07-44F2-8A64-E012-8A94B3F91871}"/>
              </a:ext>
            </a:extLst>
          </p:cNvPr>
          <p:cNvSpPr/>
          <p:nvPr/>
        </p:nvSpPr>
        <p:spPr bwMode="auto">
          <a:xfrm>
            <a:off x="6017778" y="1161508"/>
            <a:ext cx="2955305" cy="520021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16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海上入出荷計画業務システム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EF32C04-D75F-C0D4-0B56-685E40B66A93}"/>
              </a:ext>
            </a:extLst>
          </p:cNvPr>
          <p:cNvSpPr/>
          <p:nvPr/>
        </p:nvSpPr>
        <p:spPr bwMode="auto">
          <a:xfrm>
            <a:off x="565788" y="1240735"/>
            <a:ext cx="4068452" cy="1440930"/>
          </a:xfrm>
          <a:prstGeom prst="roundRect">
            <a:avLst>
              <a:gd name="adj" fmla="val 381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en-US" altLang="ja-JP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4EBB22-750C-6701-4196-7D6CF9F752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68791" y="1606019"/>
            <a:ext cx="465610" cy="774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5775944-2F60-D8B9-080C-DA1976122CAA}"/>
              </a:ext>
            </a:extLst>
          </p:cNvPr>
          <p:cNvSpPr/>
          <p:nvPr/>
        </p:nvSpPr>
        <p:spPr bwMode="auto">
          <a:xfrm>
            <a:off x="181570" y="2171764"/>
            <a:ext cx="1152128" cy="52002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需給調整</a:t>
            </a:r>
            <a:endParaRPr kumimoji="1" lang="ja-JP" altLang="en-US" sz="16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52513D-1A4A-4B59-BF66-67D91169A5F6}"/>
              </a:ext>
            </a:extLst>
          </p:cNvPr>
          <p:cNvSpPr/>
          <p:nvPr/>
        </p:nvSpPr>
        <p:spPr bwMode="auto">
          <a:xfrm>
            <a:off x="2676258" y="2068122"/>
            <a:ext cx="1464179" cy="573882"/>
          </a:xfrm>
          <a:prstGeom prst="rect">
            <a:avLst/>
          </a:prstGeom>
          <a:noFill/>
          <a:ln w="9525">
            <a:solidFill>
              <a:schemeClr val="tx1">
                <a:lumMod val="20000"/>
                <a:lumOff val="80000"/>
              </a:schemeClr>
            </a:solidFill>
            <a:prstDash val="sysDot"/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需給調整</a:t>
            </a:r>
            <a:r>
              <a:rPr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  <a:r>
              <a:rPr lang="ja-JP" altLang="en-US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サーバー</a:t>
            </a:r>
            <a:r>
              <a:rPr kumimoji="1" lang="en-US" altLang="ja-JP" sz="900" b="1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(10.200.5.39)</a:t>
            </a:r>
            <a:endParaRPr kumimoji="1" lang="ja-JP" altLang="en-US" sz="1050" b="1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B9D221D6-B973-FA23-91FB-0F6CCEE07CDE}"/>
              </a:ext>
            </a:extLst>
          </p:cNvPr>
          <p:cNvCxnSpPr>
            <a:cxnSpLocks/>
            <a:stCxn id="38" idx="1"/>
            <a:endCxn id="4" idx="3"/>
          </p:cNvCxnSpPr>
          <p:nvPr/>
        </p:nvCxnSpPr>
        <p:spPr>
          <a:xfrm rot="10800000">
            <a:off x="2534402" y="1993019"/>
            <a:ext cx="3801991" cy="16604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8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B30086-0DE6-468C-8D31-7A4CABA4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1-4.</a:t>
            </a:r>
            <a:r>
              <a:rPr kumimoji="1" lang="ja-JP" altLang="en-US" dirty="0"/>
              <a:t>スケジュール案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38415E-91DB-44F7-9EA6-E638B91CE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71755" y="6565139"/>
            <a:ext cx="2311400" cy="257113"/>
          </a:xfrm>
        </p:spPr>
        <p:txBody>
          <a:bodyPr/>
          <a:lstStyle/>
          <a:p>
            <a:fld id="{FB3508C7-2FE0-4945-9CBD-863E05F850D2}" type="slidenum">
              <a:rPr lang="ja-JP" altLang="en-US" smtClean="0"/>
              <a:pPr/>
              <a:t>5</a:t>
            </a:fld>
            <a:endParaRPr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51998C0-23A2-4658-B091-8EF595035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626299"/>
              </p:ext>
            </p:extLst>
          </p:nvPr>
        </p:nvGraphicFramePr>
        <p:xfrm>
          <a:off x="272481" y="1376773"/>
          <a:ext cx="9368436" cy="438197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78613">
                  <a:extLst>
                    <a:ext uri="{9D8B030D-6E8A-4147-A177-3AD203B41FA5}">
                      <a16:colId xmlns:a16="http://schemas.microsoft.com/office/drawing/2014/main" val="3742370524"/>
                    </a:ext>
                  </a:extLst>
                </a:gridCol>
                <a:gridCol w="369458">
                  <a:extLst>
                    <a:ext uri="{9D8B030D-6E8A-4147-A177-3AD203B41FA5}">
                      <a16:colId xmlns:a16="http://schemas.microsoft.com/office/drawing/2014/main" val="2208389470"/>
                    </a:ext>
                  </a:extLst>
                </a:gridCol>
                <a:gridCol w="639638">
                  <a:extLst>
                    <a:ext uri="{9D8B030D-6E8A-4147-A177-3AD203B41FA5}">
                      <a16:colId xmlns:a16="http://schemas.microsoft.com/office/drawing/2014/main" val="2039061066"/>
                    </a:ext>
                  </a:extLst>
                </a:gridCol>
                <a:gridCol w="730483">
                  <a:extLst>
                    <a:ext uri="{9D8B030D-6E8A-4147-A177-3AD203B41FA5}">
                      <a16:colId xmlns:a16="http://schemas.microsoft.com/office/drawing/2014/main" val="2771833822"/>
                    </a:ext>
                  </a:extLst>
                </a:gridCol>
                <a:gridCol w="730483">
                  <a:extLst>
                    <a:ext uri="{9D8B030D-6E8A-4147-A177-3AD203B41FA5}">
                      <a16:colId xmlns:a16="http://schemas.microsoft.com/office/drawing/2014/main" val="690728503"/>
                    </a:ext>
                  </a:extLst>
                </a:gridCol>
                <a:gridCol w="730483">
                  <a:extLst>
                    <a:ext uri="{9D8B030D-6E8A-4147-A177-3AD203B41FA5}">
                      <a16:colId xmlns:a16="http://schemas.microsoft.com/office/drawing/2014/main" val="1884895403"/>
                    </a:ext>
                  </a:extLst>
                </a:gridCol>
                <a:gridCol w="730483">
                  <a:extLst>
                    <a:ext uri="{9D8B030D-6E8A-4147-A177-3AD203B41FA5}">
                      <a16:colId xmlns:a16="http://schemas.microsoft.com/office/drawing/2014/main" val="3387628194"/>
                    </a:ext>
                  </a:extLst>
                </a:gridCol>
                <a:gridCol w="730483">
                  <a:extLst>
                    <a:ext uri="{9D8B030D-6E8A-4147-A177-3AD203B41FA5}">
                      <a16:colId xmlns:a16="http://schemas.microsoft.com/office/drawing/2014/main" val="588933082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3519061380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368879522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732221293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1412338964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320685973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3617969057"/>
                    </a:ext>
                  </a:extLst>
                </a:gridCol>
              </a:tblGrid>
              <a:tr h="260524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2026</a:t>
                      </a:r>
                      <a:r>
                        <a:rPr kumimoji="1" lang="ja-JP" altLang="en-US" sz="1200" dirty="0"/>
                        <a:t>年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/>
                        <a:t>2027</a:t>
                      </a:r>
                      <a:r>
                        <a:rPr kumimoji="1" lang="ja-JP" altLang="en-US" sz="1200" dirty="0"/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00507"/>
                  </a:ext>
                </a:extLst>
              </a:tr>
              <a:tr h="289412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4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5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6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7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8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9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10</a:t>
                      </a:r>
                      <a:r>
                        <a:rPr kumimoji="1" lang="ja-JP" altLang="en-US" sz="12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１１月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１２月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１月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２月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３月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3935342"/>
                  </a:ext>
                </a:extLst>
              </a:tr>
              <a:tr h="783603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イベント</a:t>
                      </a:r>
                      <a:endParaRPr kumimoji="1" lang="en-US" altLang="ja-JP" sz="1200"/>
                    </a:p>
                  </a:txBody>
                  <a:tcPr vert="eaVert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2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252045"/>
                  </a:ext>
                </a:extLst>
              </a:tr>
              <a:tr h="781573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出光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69041"/>
                  </a:ext>
                </a:extLst>
              </a:tr>
              <a:tr h="781573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開発概要・千葉</a:t>
                      </a:r>
                      <a:endParaRPr kumimoji="1" lang="en-US" altLang="ja-JP" sz="12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エンジン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267108"/>
                  </a:ext>
                </a:extLst>
              </a:tr>
              <a:tr h="1430104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画面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513422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22DF8F80-2A4D-576D-1413-3E75E7433818}"/>
              </a:ext>
            </a:extLst>
          </p:cNvPr>
          <p:cNvSpPr/>
          <p:nvPr/>
        </p:nvSpPr>
        <p:spPr bwMode="auto">
          <a:xfrm>
            <a:off x="6982592" y="3490170"/>
            <a:ext cx="307785" cy="2098482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初期流動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EC9F2E57-30B9-9C41-D34F-11F1C6DAE85A}"/>
              </a:ext>
            </a:extLst>
          </p:cNvPr>
          <p:cNvSpPr/>
          <p:nvPr/>
        </p:nvSpPr>
        <p:spPr bwMode="auto">
          <a:xfrm>
            <a:off x="2269286" y="3580283"/>
            <a:ext cx="360698" cy="2047612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移行計画検討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4C4EE29E-12E5-76D9-1643-FDDE5E3B6DFB}"/>
              </a:ext>
            </a:extLst>
          </p:cNvPr>
          <p:cNvSpPr/>
          <p:nvPr/>
        </p:nvSpPr>
        <p:spPr bwMode="auto">
          <a:xfrm>
            <a:off x="3014928" y="2810143"/>
            <a:ext cx="307785" cy="2829146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マスタ移行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951F8AFF-969C-AF6F-C836-3A29756FEF0C}"/>
              </a:ext>
            </a:extLst>
          </p:cNvPr>
          <p:cNvSpPr/>
          <p:nvPr/>
        </p:nvSpPr>
        <p:spPr bwMode="auto">
          <a:xfrm>
            <a:off x="5961757" y="2780049"/>
            <a:ext cx="341498" cy="2829145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ユーザテスト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EFDCEF25-A1F7-2AF1-0001-EB26954D5EEA}"/>
              </a:ext>
            </a:extLst>
          </p:cNvPr>
          <p:cNvSpPr/>
          <p:nvPr/>
        </p:nvSpPr>
        <p:spPr bwMode="auto">
          <a:xfrm>
            <a:off x="6312895" y="2772037"/>
            <a:ext cx="669697" cy="2816615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切替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5" name="フローチャート: 抜出し 14">
            <a:extLst>
              <a:ext uri="{FF2B5EF4-FFF2-40B4-BE49-F238E27FC236}">
                <a16:creationId xmlns:a16="http://schemas.microsoft.com/office/drawing/2014/main" id="{AE8058D9-BCE3-0D2A-7E28-4BB82CFE0575}"/>
              </a:ext>
            </a:extLst>
          </p:cNvPr>
          <p:cNvSpPr/>
          <p:nvPr/>
        </p:nvSpPr>
        <p:spPr bwMode="auto">
          <a:xfrm>
            <a:off x="6875235" y="2065253"/>
            <a:ext cx="144016" cy="144016"/>
          </a:xfrm>
          <a:prstGeom prst="flowChartExtra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98D7AD1-6613-B4CA-666A-6D914FD7AEA9}"/>
              </a:ext>
            </a:extLst>
          </p:cNvPr>
          <p:cNvSpPr txBox="1"/>
          <p:nvPr/>
        </p:nvSpPr>
        <p:spPr>
          <a:xfrm>
            <a:off x="6769425" y="2218054"/>
            <a:ext cx="4129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b="1" dirty="0"/>
              <a:t>切替</a:t>
            </a: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B30BF49F-82A3-1A03-9A30-B277A31013B8}"/>
              </a:ext>
            </a:extLst>
          </p:cNvPr>
          <p:cNvSpPr/>
          <p:nvPr/>
        </p:nvSpPr>
        <p:spPr bwMode="auto">
          <a:xfrm>
            <a:off x="3346612" y="2810143"/>
            <a:ext cx="392593" cy="2805223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データ移行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6EE422CD-4756-290D-DE09-B063694C4DCB}"/>
              </a:ext>
            </a:extLst>
          </p:cNvPr>
          <p:cNvSpPr/>
          <p:nvPr/>
        </p:nvSpPr>
        <p:spPr bwMode="auto">
          <a:xfrm>
            <a:off x="4913556" y="3541045"/>
            <a:ext cx="1012952" cy="204760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システムテスト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72BBB128-1595-B543-6B4D-31A2A48D1164}"/>
              </a:ext>
            </a:extLst>
          </p:cNvPr>
          <p:cNvSpPr/>
          <p:nvPr/>
        </p:nvSpPr>
        <p:spPr bwMode="auto">
          <a:xfrm>
            <a:off x="2632554" y="3591677"/>
            <a:ext cx="360698" cy="2047612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検証環境構築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C27B6570-248C-1785-A062-4C033B0729DD}"/>
              </a:ext>
            </a:extLst>
          </p:cNvPr>
          <p:cNvSpPr/>
          <p:nvPr/>
        </p:nvSpPr>
        <p:spPr bwMode="auto">
          <a:xfrm>
            <a:off x="3770698" y="3567759"/>
            <a:ext cx="1143235" cy="204760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アプリケーション改造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935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900244-57AE-5CC0-1F6F-0217BCA11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6</a:t>
            </a:fld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D480C12-824A-E1C5-2095-9A17E80DA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03109"/>
              </p:ext>
            </p:extLst>
          </p:nvPr>
        </p:nvGraphicFramePr>
        <p:xfrm>
          <a:off x="623746" y="1038533"/>
          <a:ext cx="8505968" cy="229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988">
                  <a:extLst>
                    <a:ext uri="{9D8B030D-6E8A-4147-A177-3AD203B41FA5}">
                      <a16:colId xmlns:a16="http://schemas.microsoft.com/office/drawing/2014/main" val="3794791739"/>
                    </a:ext>
                  </a:extLst>
                </a:gridCol>
                <a:gridCol w="2000531">
                  <a:extLst>
                    <a:ext uri="{9D8B030D-6E8A-4147-A177-3AD203B41FA5}">
                      <a16:colId xmlns:a16="http://schemas.microsoft.com/office/drawing/2014/main" val="1340540472"/>
                    </a:ext>
                  </a:extLst>
                </a:gridCol>
                <a:gridCol w="2828310">
                  <a:extLst>
                    <a:ext uri="{9D8B030D-6E8A-4147-A177-3AD203B41FA5}">
                      <a16:colId xmlns:a16="http://schemas.microsoft.com/office/drawing/2014/main" val="3698622732"/>
                    </a:ext>
                  </a:extLst>
                </a:gridCol>
                <a:gridCol w="3348139">
                  <a:extLst>
                    <a:ext uri="{9D8B030D-6E8A-4147-A177-3AD203B41FA5}">
                      <a16:colId xmlns:a16="http://schemas.microsoft.com/office/drawing/2014/main" val="2213560828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納品物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納品方法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説明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43934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切替要領書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8344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ソース及びファイル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BOX</a:t>
                      </a: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34384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３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基本設計書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8612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４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詳細設計書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06914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５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システムテスト試験結果</a:t>
                      </a:r>
                      <a:endParaRPr lang="en-US" altLang="ja-JP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3023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６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結合テスト結果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0801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７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シナリオテスト結果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46499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８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初期流動管理表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BOX</a:t>
                      </a:r>
                      <a:r>
                        <a:rPr kumimoji="1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メイリオ"/>
                          <a:ea typeface="メイリオ"/>
                          <a:cs typeface="+mn-cs"/>
                        </a:rPr>
                        <a:t>の指定フォルダに格納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1126"/>
                  </a:ext>
                </a:extLst>
              </a:tr>
            </a:tbl>
          </a:graphicData>
        </a:graphic>
      </p:graphicFrame>
      <p:sp>
        <p:nvSpPr>
          <p:cNvPr id="7" name="タイトル 1">
            <a:extLst>
              <a:ext uri="{FF2B5EF4-FFF2-40B4-BE49-F238E27FC236}">
                <a16:creationId xmlns:a16="http://schemas.microsoft.com/office/drawing/2014/main" id="{D52D7312-8BDE-85D6-8481-6D67CB9F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/>
              <a:t>1-5.</a:t>
            </a:r>
            <a:r>
              <a:rPr lang="ja-JP" altLang="en-US" dirty="0"/>
              <a:t>納品物件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2243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900244-57AE-5CC0-1F6F-0217BCA11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5220F8-2B1D-ED43-34AB-480DA28294F3}"/>
              </a:ext>
            </a:extLst>
          </p:cNvPr>
          <p:cNvSpPr txBox="1"/>
          <p:nvPr/>
        </p:nvSpPr>
        <p:spPr>
          <a:xfrm>
            <a:off x="8193360" y="675463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/>
              <a:t>　工数の単位は人月</a:t>
            </a:r>
            <a:endParaRPr lang="en-US" altLang="ja-JP" sz="1000"/>
          </a:p>
          <a:p>
            <a:r>
              <a:rPr lang="ja-JP" altLang="en-US" sz="1000"/>
              <a:t>　金額の単位は千円</a:t>
            </a:r>
            <a:endParaRPr lang="en-US" altLang="ja-JP" sz="1000"/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D52D7312-8BDE-85D6-8481-6D67CB9F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/>
              <a:t>1-6.</a:t>
            </a:r>
            <a:r>
              <a:rPr lang="ja-JP" altLang="en-US" dirty="0"/>
              <a:t>見積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F16C87-0DBE-83A7-6000-38600E74C26A}"/>
              </a:ext>
            </a:extLst>
          </p:cNvPr>
          <p:cNvSpPr txBox="1"/>
          <p:nvPr/>
        </p:nvSpPr>
        <p:spPr>
          <a:xfrm>
            <a:off x="231615" y="6182537"/>
            <a:ext cx="9300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1000" b="1" dirty="0">
              <a:solidFill>
                <a:schemeClr val="accent3"/>
              </a:solidFill>
            </a:endParaRPr>
          </a:p>
          <a:p>
            <a:r>
              <a:rPr kumimoji="1" lang="en-US" altLang="ja-JP" sz="1000" dirty="0"/>
              <a:t>※</a:t>
            </a:r>
            <a:r>
              <a:rPr kumimoji="1" lang="ja-JP" altLang="en-US" sz="1000" dirty="0"/>
              <a:t>お客様からの要請指示による移動、出張にかかる費用（交通費・宿泊費）は別途実費請求いたします。</a:t>
            </a:r>
            <a:endParaRPr kumimoji="1" lang="en-US" altLang="ja-JP" sz="1000" dirty="0"/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1D4681CE-0944-F908-AB76-BF1682873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752532"/>
              </p:ext>
            </p:extLst>
          </p:nvPr>
        </p:nvGraphicFramePr>
        <p:xfrm>
          <a:off x="346075" y="873125"/>
          <a:ext cx="9213850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13868" imgH="5111915" progId="Excel.Sheet.12">
                  <p:embed/>
                </p:oleObj>
              </mc:Choice>
              <mc:Fallback>
                <p:oleObj name="Worksheet" r:id="rId3" imgW="9213868" imgH="5111915" progId="Excel.Sheet.12">
                  <p:embed/>
                  <p:pic>
                    <p:nvPicPr>
                      <p:cNvPr id="4" name="オブジェクト 3">
                        <a:extLst>
                          <a:ext uri="{FF2B5EF4-FFF2-40B4-BE49-F238E27FC236}">
                            <a16:creationId xmlns:a16="http://schemas.microsoft.com/office/drawing/2014/main" id="{1D4681CE-0944-F908-AB76-BF1682873E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075" y="873125"/>
                        <a:ext cx="9213850" cy="511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244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B6F1-7A76-7CA1-3A2B-36B42689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5436464-EBBC-90C5-8510-869395CC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．移行内容詳細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F7599B-9B71-55CF-6B72-DDD588C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839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652D8C-DFDA-36B3-9C76-712D40066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BD8094A5-43A1-1712-E120-D88384F2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2-1.</a:t>
            </a:r>
            <a:r>
              <a:rPr lang="ja-JP" altLang="en-US" dirty="0">
                <a:latin typeface="+mn-ea"/>
              </a:rPr>
              <a:t> 移行計画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9464ABA1-B854-35EA-37B9-F23395F4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「移行計画」作業内容は、下表の通り。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CB657041-54EB-C4AE-B259-3BC74D962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125824"/>
              </p:ext>
            </p:extLst>
          </p:nvPr>
        </p:nvGraphicFramePr>
        <p:xfrm>
          <a:off x="632520" y="1376771"/>
          <a:ext cx="8640960" cy="2522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移行方針策定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検証機に展開し確認し、本番機へ反映するなど移行方針を打合せで確認（２人日）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現行調査・差分分析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32bit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千葉版と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64bit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北海道・愛知版の差分調査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マスタ構造・設定ファイル差分調査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外部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IF/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ジョブ設定の確認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改造必要箇所の洗い出し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297052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３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対象モジュール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データ範囲検討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・北海道・愛知版での製油所差異はどちらを採用するか確認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（２人日）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４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千葉固有機能の移行方針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・ポンプ能力対応等（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2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５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マスタ移行方式（マッピング・補完方式）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・補完方式の検討等サポートを行う。（１人日）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1370B6-3C69-E954-B6CF-BA48F7587E81}"/>
              </a:ext>
            </a:extLst>
          </p:cNvPr>
          <p:cNvSpPr txBox="1"/>
          <p:nvPr/>
        </p:nvSpPr>
        <p:spPr>
          <a:xfrm>
            <a:off x="589791" y="3898991"/>
            <a:ext cx="4892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※</a:t>
            </a:r>
            <a:r>
              <a:rPr lang="ja-JP" altLang="en-US" sz="1200" dirty="0"/>
              <a:t>一部保守で実施済み。最終調整として調整する。</a:t>
            </a:r>
            <a:endParaRPr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91651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4F5D1-2A22-72C6-DB20-C00AA371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F3C32E-5FFC-88D2-BC5E-730DF69EB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5C970080-812E-E697-9BAB-E1149EB3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2-2.</a:t>
            </a:r>
            <a:r>
              <a:rPr lang="ja-JP" altLang="en-US" dirty="0">
                <a:latin typeface="+mn-ea"/>
              </a:rPr>
              <a:t> 検証環境構築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803A6D26-A99A-EB09-880E-24978B05F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「検証環境構築」作業内容は、下表の通り。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D3A6151C-B86F-B75A-D490-EC05DF81A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63981"/>
              </p:ext>
            </p:extLst>
          </p:nvPr>
        </p:nvGraphicFramePr>
        <p:xfrm>
          <a:off x="632520" y="1376771"/>
          <a:ext cx="8640960" cy="163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64bit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版モジュールの配置・設定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PHP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や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Oracle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ODBC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設定等を再設定　　（２人日）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エンジン関連は別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千葉版設定変更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・北海道・愛知版の定義内容を千葉用に変更　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297052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３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DB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新しいスキーマー（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BRSS_CHIBA)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を作成し、北海道・愛知版の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DB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定義（テーブル）を作成する　（２人日）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４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動作確認（基本動作）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（１人日）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3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91EB-0060-A0C0-C7FD-804874E7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799C6DC-8391-5BAD-B920-8F577B04C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BD6AE3DB-7F23-B82F-CEB5-6798279A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2-3.</a:t>
            </a:r>
            <a:r>
              <a:rPr lang="ja-JP" altLang="en-US" dirty="0">
                <a:latin typeface="+mn-ea"/>
              </a:rPr>
              <a:t> マスタ移行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64119F4E-3FB2-6562-4060-44BAEB14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「マスタ移行」作業内容は、下表の通り。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8C4A563B-F95D-5DE1-518A-0F7D5F804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571485"/>
              </p:ext>
            </p:extLst>
          </p:nvPr>
        </p:nvGraphicFramePr>
        <p:xfrm>
          <a:off x="632520" y="1376771"/>
          <a:ext cx="864096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初期移行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現行マスタを北海道・愛知版に反映（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過不足変換・補完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過不足に対してダミーデータで変換・補完設定（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最終調整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ダミーデータの正常化（出光・エンジン側と協議した結果を反映）（２人日）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11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160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C9646-6372-CCD4-FA61-15BB0C92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586B457-C6F7-9C96-D26C-F4DAB2E74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F84DCF8A-9FFD-2903-EEDF-F44BFA1E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2-4.</a:t>
            </a:r>
            <a:r>
              <a:rPr lang="ja-JP" altLang="en-US" dirty="0">
                <a:latin typeface="+mn-ea"/>
              </a:rPr>
              <a:t>データ移行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83E51DBD-0EEA-601B-29ED-C43FD61D4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「データ移行」作業内容は、下表の通り。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92451C6D-723B-0D05-748D-95E872E59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09699"/>
              </p:ext>
            </p:extLst>
          </p:nvPr>
        </p:nvGraphicFramePr>
        <p:xfrm>
          <a:off x="632520" y="1376771"/>
          <a:ext cx="864096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初期移行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現行データを北海道・愛知版に反映（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過不足変換・補完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過不足に対してダミーデータ等で変換・補完設定（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最終調整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過去のダミーデータに対してどこまで保証するか調整。（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必要に応じて過去データに対して再最適化実行も検討する。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11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35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EE432-0F6B-889D-0D50-DBA90136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81594A-E133-E537-3A6D-A78250E4C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9820B34-C464-3A39-F14C-2AEC06FD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2-5.</a:t>
            </a:r>
            <a:r>
              <a:rPr lang="ja-JP" altLang="en-US" dirty="0">
                <a:latin typeface="+mn-ea"/>
              </a:rPr>
              <a:t>アプリケーション改造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FF30BD86-87FE-C9F5-F176-371982916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「アプリケーション改造」作業内容は、下表の通り。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8E28A582-56B7-0AA7-D02F-0F02DDE59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009847"/>
              </p:ext>
            </p:extLst>
          </p:nvPr>
        </p:nvGraphicFramePr>
        <p:xfrm>
          <a:off x="632520" y="1376771"/>
          <a:ext cx="8640960" cy="1287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千葉固有機能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・ポンプ能力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・帳票出力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・千葉の桟橋座標軸の変更、位置指定　等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２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北海道・愛知版の製油所差異反映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・北海道・愛知版の製油所差異のどちらを千葉に反映するか。または差異を反映しない等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03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43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22AB-D118-54A7-04CF-0F3C41C2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02F9DB3-6195-2C4E-2A69-E722E12BD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6465C715-0727-229B-ABE6-E538C41A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2-6.</a:t>
            </a:r>
            <a:r>
              <a:rPr lang="ja-JP" altLang="en-US" dirty="0">
                <a:latin typeface="+mn-ea"/>
              </a:rPr>
              <a:t>システムテスト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A3F7F2E4-CBEA-50A7-432B-DFDC14B5F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「システムテスト」作業内容は、下表の通り。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1B503436-7627-AFC1-E47C-78C23850C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242958"/>
              </p:ext>
            </p:extLst>
          </p:nvPr>
        </p:nvGraphicFramePr>
        <p:xfrm>
          <a:off x="632520" y="1376771"/>
          <a:ext cx="8640960" cy="1059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システムテスト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機能＋千葉固有機能　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結合テスト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86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ケース＋千葉固有機能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シナリオテスト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ケース＋千葉固有機能　　　（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4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660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3A0E-5F3E-4A42-E3D1-5A56AD3A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3BADE40-252C-ECB4-1250-F7D3DA4AD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087CF64A-5064-7ED2-705A-A43F2823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2-7.</a:t>
            </a:r>
            <a:r>
              <a:rPr lang="ja-JP" altLang="en-US" dirty="0">
                <a:latin typeface="+mn-ea"/>
              </a:rPr>
              <a:t>ユーザテスト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1A4B2660-3A50-3D32-2B69-D367327C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「ユーザテスト」作業内容は、下表の通り。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B0822950-A633-E7A8-025F-D379884BF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091445"/>
              </p:ext>
            </p:extLst>
          </p:nvPr>
        </p:nvGraphicFramePr>
        <p:xfrm>
          <a:off x="632520" y="1376771"/>
          <a:ext cx="8640960" cy="80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ユーザテスト環境準備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データ準備等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ユーザテストサポート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２週間のユーザテストのサポート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58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6617-A3CC-1320-9A4C-A648A627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9936E8-EE2A-38B8-0ECA-9089C4195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465264E-5B2C-6FC4-0517-4F493900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2-8.</a:t>
            </a:r>
            <a:r>
              <a:rPr lang="ja-JP" altLang="en-US" dirty="0">
                <a:latin typeface="+mn-ea"/>
              </a:rPr>
              <a:t>切替準備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30BE4855-8DDB-A308-E33B-7B174CC36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「切替準備」作業内容は、下表の通り。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7575784B-4409-25A7-9A5B-8EB6B7460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8583"/>
              </p:ext>
            </p:extLst>
          </p:nvPr>
        </p:nvGraphicFramePr>
        <p:xfrm>
          <a:off x="632520" y="1376771"/>
          <a:ext cx="8640960" cy="80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切替要領書作成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（５人日）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関係者との打合せ及び調整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（５人日）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099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7CDC-2E3F-DEC4-9AB0-9E25E825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1020D5-CF33-EBF9-7F09-8851BD566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DE80FF8-8399-9BF2-4BFC-C885EE02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2-9.</a:t>
            </a:r>
            <a:r>
              <a:rPr lang="ja-JP" altLang="en-US" dirty="0">
                <a:latin typeface="+mn-ea"/>
              </a:rPr>
              <a:t>切替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E2A1E41E-432C-06D4-9C6C-24CBF239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「切替」作業内容は、下表の通り。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A71D68F-98B2-10FC-90A4-AB5D7A901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51145"/>
              </p:ext>
            </p:extLst>
          </p:nvPr>
        </p:nvGraphicFramePr>
        <p:xfrm>
          <a:off x="632520" y="1376771"/>
          <a:ext cx="8640960" cy="2087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切替前準備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データバックアップ　（２人日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×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２人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=4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  <a:tr h="1332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切替作業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＜切替作業＞　（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×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２人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=8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人日）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32bit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→</a:t>
                      </a:r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64bit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環境に変更（</a:t>
                      </a:r>
                      <a:r>
                        <a:rPr lang="en-US" altLang="ja-JP" sz="105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Oracle,PHP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等）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・モジュールリリース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・マスタデータ移行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・トランザクションデータ移行（補完・変換）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・切替作業は２人で実施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＜切り戻し作業＞</a:t>
                      </a:r>
                    </a:p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発生した場合は、切替作業に変わって実施</a:t>
                      </a:r>
                    </a:p>
                    <a:p>
                      <a:pPr algn="l" fontAlgn="b"/>
                      <a:r>
                        <a:rPr lang="en-US" altLang="ja-JP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5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再切替の場合は再見積もり</a:t>
                      </a:r>
                      <a:endParaRPr lang="en-US" altLang="ja-JP" sz="105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837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214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6825-67AC-4D15-A3BE-D44413FB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1961142-DD65-EF6D-54C1-C48B6AE60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5B0910EA-9F13-7E05-AB80-0D3E9055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</p:spPr>
        <p:txBody>
          <a:bodyPr/>
          <a:lstStyle/>
          <a:p>
            <a:r>
              <a:rPr lang="en-US" altLang="ja-JP">
                <a:latin typeface="+mn-ea"/>
              </a:rPr>
              <a:t>2-10</a:t>
            </a:r>
            <a:r>
              <a:rPr lang="en-US" altLang="ja-JP" dirty="0">
                <a:latin typeface="+mn-ea"/>
              </a:rPr>
              <a:t>.</a:t>
            </a:r>
            <a:r>
              <a:rPr lang="ja-JP" altLang="en-US" dirty="0">
                <a:latin typeface="+mn-ea"/>
              </a:rPr>
              <a:t>初期流動</a:t>
            </a:r>
            <a:endParaRPr kumimoji="1"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223D621A-0C7B-1763-CAF3-D13D62F5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908720"/>
            <a:ext cx="8784976" cy="36548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just">
              <a:lnSpc>
                <a:spcPts val="3000"/>
              </a:lnSpc>
              <a:spcAft>
                <a:spcPts val="1200"/>
              </a:spcAft>
            </a:pPr>
            <a:r>
              <a:rPr lang="ja-JP" altLang="en-US" sz="2000" b="1" dirty="0">
                <a:latin typeface="+mn-ea"/>
                <a:cs typeface="メイリオ" pitchFamily="50" charset="-128"/>
              </a:rPr>
              <a:t>「初期流動」作業内容は、下表の通り。</a:t>
            </a:r>
            <a:endParaRPr lang="en-US" altLang="ja-JP" sz="20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997180FA-4D50-7BBE-2C3C-034819D84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799722"/>
              </p:ext>
            </p:extLst>
          </p:nvPr>
        </p:nvGraphicFramePr>
        <p:xfrm>
          <a:off x="632520" y="1376771"/>
          <a:ext cx="8640960" cy="55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5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作業内容</a:t>
                      </a:r>
                      <a:endParaRPr lang="ja-JP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詳細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初期流動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切替後</a:t>
                      </a: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r>
                        <a:rPr lang="ja-JP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日間初期流動とする。</a:t>
                      </a:r>
                      <a:endParaRPr lang="en-US" altLang="ja-JP" sz="105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488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111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946D17F-D2B9-41BC-87BE-A6CE962A5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3110451"/>
            <a:ext cx="8280400" cy="637097"/>
          </a:xfrm>
        </p:spPr>
        <p:txBody>
          <a:bodyPr/>
          <a:lstStyle/>
          <a:p>
            <a:r>
              <a:rPr kumimoji="1" lang="ja-JP" altLang="en-US"/>
              <a:t>以上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A12E27-06DC-4856-BD62-EC88A535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8332205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Design">
  <a:themeElements>
    <a:clrScheme name="PowerPoint Design 2017">
      <a:dk1>
        <a:srgbClr val="4D4D4D"/>
      </a:dk1>
      <a:lt1>
        <a:srgbClr val="FFFFFF"/>
      </a:lt1>
      <a:dk2>
        <a:srgbClr val="0071BC"/>
      </a:dk2>
      <a:lt2>
        <a:srgbClr val="E2F1FA"/>
      </a:lt2>
      <a:accent1>
        <a:srgbClr val="00395E"/>
      </a:accent1>
      <a:accent2>
        <a:srgbClr val="0071BC"/>
      </a:accent2>
      <a:accent3>
        <a:srgbClr val="FF5050"/>
      </a:accent3>
      <a:accent4>
        <a:srgbClr val="FF9596"/>
      </a:accent4>
      <a:accent5>
        <a:srgbClr val="EAEAEA"/>
      </a:accent5>
      <a:accent6>
        <a:srgbClr val="AFAFAF"/>
      </a:accent6>
      <a:hlink>
        <a:srgbClr val="2FADFF"/>
      </a:hlink>
      <a:folHlink>
        <a:srgbClr val="00395E"/>
      </a:folHlink>
    </a:clrScheme>
    <a:fontScheme name="PowerPoint Design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>
          <a:solidFill>
            <a:schemeClr val="tx1"/>
          </a:solidFill>
        </a:ln>
        <a:effectLst/>
      </a:spPr>
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just">
          <a:lnSpc>
            <a:spcPct val="140000"/>
          </a:lnSpc>
          <a:spcBef>
            <a:spcPct val="0"/>
          </a:spcBef>
          <a:spcAft>
            <a:spcPts val="600"/>
          </a:spcAft>
          <a:defRPr kumimoji="1" sz="1600" dirty="0" smtClean="0">
            <a:solidFill>
              <a:srgbClr val="4D4D4D"/>
            </a:solidFill>
            <a:latin typeface="メイリオ" pitchFamily="50" charset="-128"/>
            <a:ea typeface="メイリオ" pitchFamily="50" charset="-128"/>
            <a:cs typeface="メイリオ" pitchFamily="50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b7644d4de02ded20394603be2720d07a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2cb02ba061cb2e2c8687b0626190540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1B875B-7336-4713-BBC6-84FD6F57AEDB}"/>
</file>

<file path=customXml/itemProps2.xml><?xml version="1.0" encoding="utf-8"?>
<ds:datastoreItem xmlns:ds="http://schemas.openxmlformats.org/officeDocument/2006/customXml" ds:itemID="{663890BE-2534-4BC3-B2B9-472646B4C2F4}">
  <ds:schemaRefs>
    <ds:schemaRef ds:uri="9b706657-abf8-4c5a-8f3a-fbe1d0d02aba"/>
    <ds:schemaRef ds:uri="b18a18ac-cd84-4b43-ba64-64797f1564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E8DEEE-DDFF-47D5-A930-B9D3D7C246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1339</Words>
  <Application>Microsoft Office PowerPoint</Application>
  <PresentationFormat>A4 210 x 297 mm</PresentationFormat>
  <Paragraphs>272</Paragraphs>
  <Slides>20</Slides>
  <Notes>3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メイリオ</vt:lpstr>
      <vt:lpstr>Arial</vt:lpstr>
      <vt:lpstr>Calibri</vt:lpstr>
      <vt:lpstr>PowerPoint Design</vt:lpstr>
      <vt:lpstr>Microsoft Excel ワークシート</vt:lpstr>
      <vt:lpstr>御見積書  海上入出荷計画業務システム （千葉） 北海道64bit版移行対応 2025.12.03 Rev.1.0</vt:lpstr>
      <vt:lpstr>１．見積概要</vt:lpstr>
      <vt:lpstr>1-1.本書の内容（見積範囲）</vt:lpstr>
      <vt:lpstr>1-2.見積条件</vt:lpstr>
      <vt:lpstr>1-3.サーバ構成</vt:lpstr>
      <vt:lpstr>1-4.スケジュール案</vt:lpstr>
      <vt:lpstr>1-5.納品物件</vt:lpstr>
      <vt:lpstr>1-6.見積</vt:lpstr>
      <vt:lpstr>2．移行内容詳細</vt:lpstr>
      <vt:lpstr>2-1. 移行計画</vt:lpstr>
      <vt:lpstr>2-2. 検証環境構築</vt:lpstr>
      <vt:lpstr>2-3. マスタ移行</vt:lpstr>
      <vt:lpstr>2-4.データ移行</vt:lpstr>
      <vt:lpstr>2-5.アプリケーション改造</vt:lpstr>
      <vt:lpstr>2-6.システムテスト</vt:lpstr>
      <vt:lpstr>2-7.ユーザテスト</vt:lpstr>
      <vt:lpstr>2-8.切替準備</vt:lpstr>
      <vt:lpstr>2-9.切替</vt:lpstr>
      <vt:lpstr>2-10.初期流動</vt:lpstr>
      <vt:lpstr>以上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Design デザイン・テンプレート</dc:title>
  <dc:creator>鈴木　春人</dc:creator>
  <cp:lastModifiedBy>井上 ゆき</cp:lastModifiedBy>
  <cp:revision>9</cp:revision>
  <dcterms:created xsi:type="dcterms:W3CDTF">2013-06-19T15:30:58Z</dcterms:created>
  <dcterms:modified xsi:type="dcterms:W3CDTF">2025-12-09T11:18:44Z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  <property fmtid="{D5CDD505-2E9C-101B-9397-08002B2CF9AE}" pid="3" name="MediaServiceImageTags">
    <vt:lpwstr/>
  </property>
</Properties>
</file>