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9"/>
  </p:notesMasterIdLst>
  <p:handoutMasterIdLst>
    <p:handoutMasterId r:id="rId20"/>
  </p:handoutMasterIdLst>
  <p:sldIdLst>
    <p:sldId id="714" r:id="rId5"/>
    <p:sldId id="756" r:id="rId6"/>
    <p:sldId id="757" r:id="rId7"/>
    <p:sldId id="936" r:id="rId8"/>
    <p:sldId id="935" r:id="rId9"/>
    <p:sldId id="765" r:id="rId10"/>
    <p:sldId id="766" r:id="rId11"/>
    <p:sldId id="932" r:id="rId12"/>
    <p:sldId id="930" r:id="rId13"/>
    <p:sldId id="939" r:id="rId14"/>
    <p:sldId id="767" r:id="rId15"/>
    <p:sldId id="749" r:id="rId16"/>
    <p:sldId id="937" r:id="rId17"/>
    <p:sldId id="938"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FF"/>
    <a:srgbClr val="9A3B5D"/>
    <a:srgbClr val="FDEDDA"/>
    <a:srgbClr val="FAF2D4"/>
    <a:srgbClr val="F2F2F2"/>
    <a:srgbClr val="EDEDED"/>
    <a:srgbClr val="4B4B4B"/>
    <a:srgbClr val="323232"/>
    <a:srgbClr val="7878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636" y="10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野村康二" userId="S::kouji.nomura@system-exe.jp::acaa808a-f809-4ef9-8028-a2ce14b82415" providerId="AD" clId="Web-{7235F9BA-A425-8926-9C96-BE0E204956E1}"/>
    <pc:docChg chg="modSld sldOrd">
      <pc:chgData name="野村康二" userId="S::kouji.nomura@system-exe.jp::acaa808a-f809-4ef9-8028-a2ce14b82415" providerId="AD" clId="Web-{7235F9BA-A425-8926-9C96-BE0E204956E1}" dt="2025-06-19T04:27:22.596" v="16" actId="20577"/>
      <pc:docMkLst>
        <pc:docMk/>
      </pc:docMkLst>
      <pc:sldChg chg="modSp">
        <pc:chgData name="野村康二" userId="S::kouji.nomura@system-exe.jp::acaa808a-f809-4ef9-8028-a2ce14b82415" providerId="AD" clId="Web-{7235F9BA-A425-8926-9C96-BE0E204956E1}" dt="2025-06-19T04:04:46.250" v="5" actId="20577"/>
        <pc:sldMkLst>
          <pc:docMk/>
          <pc:sldMk cId="3660799615" sldId="757"/>
        </pc:sldMkLst>
      </pc:sldChg>
      <pc:sldChg chg="ord">
        <pc:chgData name="野村康二" userId="S::kouji.nomura@system-exe.jp::acaa808a-f809-4ef9-8028-a2ce14b82415" providerId="AD" clId="Web-{7235F9BA-A425-8926-9C96-BE0E204956E1}" dt="2025-06-19T04:06:08.065" v="13"/>
        <pc:sldMkLst>
          <pc:docMk/>
          <pc:sldMk cId="1471803207" sldId="929"/>
        </pc:sldMkLst>
      </pc:sldChg>
      <pc:sldChg chg="modSp">
        <pc:chgData name="野村康二" userId="S::kouji.nomura@system-exe.jp::acaa808a-f809-4ef9-8028-a2ce14b82415" providerId="AD" clId="Web-{7235F9BA-A425-8926-9C96-BE0E204956E1}" dt="2025-06-19T04:27:22.596" v="16" actId="20577"/>
        <pc:sldMkLst>
          <pc:docMk/>
          <pc:sldMk cId="1851614100" sldId="930"/>
        </pc:sldMkLst>
      </pc:sldChg>
      <pc:sldChg chg="delSp modSp">
        <pc:chgData name="野村康二" userId="S::kouji.nomura@system-exe.jp::acaa808a-f809-4ef9-8028-a2ce14b82415" providerId="AD" clId="Web-{7235F9BA-A425-8926-9C96-BE0E204956E1}" dt="2025-06-19T04:05:43.439" v="12"/>
        <pc:sldMkLst>
          <pc:docMk/>
          <pc:sldMk cId="3261265475" sldId="932"/>
        </pc:sldMkLst>
      </pc:sldChg>
      <pc:sldChg chg="modSp">
        <pc:chgData name="野村康二" userId="S::kouji.nomura@system-exe.jp::acaa808a-f809-4ef9-8028-a2ce14b82415" providerId="AD" clId="Web-{7235F9BA-A425-8926-9C96-BE0E204956E1}" dt="2025-06-19T04:05:33.861" v="8" actId="20577"/>
        <pc:sldMkLst>
          <pc:docMk/>
          <pc:sldMk cId="3300968202" sldId="939"/>
        </pc:sldMkLst>
      </pc:sldChg>
    </pc:docChg>
  </pc:docChgLst>
  <pc:docChgLst>
    <pc:chgData name="野村康二" userId="S::kouji.nomura@system-exe.jp::acaa808a-f809-4ef9-8028-a2ce14b82415" providerId="AD" clId="Web-{F0B17FB6-57F6-FC14-813E-DCDC5DEC068D}"/>
    <pc:docChg chg="modSld">
      <pc:chgData name="野村康二" userId="S::kouji.nomura@system-exe.jp::acaa808a-f809-4ef9-8028-a2ce14b82415" providerId="AD" clId="Web-{F0B17FB6-57F6-FC14-813E-DCDC5DEC068D}" dt="2025-06-19T06:11:42.786" v="7"/>
      <pc:docMkLst>
        <pc:docMk/>
      </pc:docMkLst>
      <pc:sldChg chg="modSp">
        <pc:chgData name="野村康二" userId="S::kouji.nomura@system-exe.jp::acaa808a-f809-4ef9-8028-a2ce14b82415" providerId="AD" clId="Web-{F0B17FB6-57F6-FC14-813E-DCDC5DEC068D}" dt="2025-06-19T06:11:42.786" v="7"/>
        <pc:sldMkLst>
          <pc:docMk/>
          <pc:sldMk cId="1395438993" sldId="765"/>
        </pc:sldMkLst>
      </pc:sldChg>
    </pc:docChg>
  </pc:docChgLst>
  <pc:docChgLst>
    <pc:chgData name="髙浦祐朗" userId="d6d860fe-bc64-411b-9605-a16d1ba875f6" providerId="ADAL" clId="{A65FDE6D-D768-44DB-ADF3-5348D2950BED}"/>
    <pc:docChg chg="undo custSel modSld">
      <pc:chgData name="髙浦祐朗" userId="d6d860fe-bc64-411b-9605-a16d1ba875f6" providerId="ADAL" clId="{A65FDE6D-D768-44DB-ADF3-5348D2950BED}" dt="2025-10-14T04:20:51.858" v="273" actId="20577"/>
      <pc:docMkLst>
        <pc:docMk/>
      </pc:docMkLst>
      <pc:sldChg chg="modSp mod">
        <pc:chgData name="髙浦祐朗" userId="d6d860fe-bc64-411b-9605-a16d1ba875f6" providerId="ADAL" clId="{A65FDE6D-D768-44DB-ADF3-5348D2950BED}" dt="2025-10-08T04:57:26.585" v="268" actId="20577"/>
        <pc:sldMkLst>
          <pc:docMk/>
          <pc:sldMk cId="3325638293" sldId="749"/>
        </pc:sldMkLst>
        <pc:spChg chg="mod">
          <ac:chgData name="髙浦祐朗" userId="d6d860fe-bc64-411b-9605-a16d1ba875f6" providerId="ADAL" clId="{A65FDE6D-D768-44DB-ADF3-5348D2950BED}" dt="2025-10-08T04:57:18.006" v="253"/>
          <ac:spMkLst>
            <pc:docMk/>
            <pc:sldMk cId="3325638293" sldId="749"/>
            <ac:spMk id="5" creationId="{7F991670-34BF-469F-8779-F7AF8FF3751B}"/>
          </ac:spMkLst>
        </pc:spChg>
        <pc:spChg chg="mod">
          <ac:chgData name="髙浦祐朗" userId="d6d860fe-bc64-411b-9605-a16d1ba875f6" providerId="ADAL" clId="{A65FDE6D-D768-44DB-ADF3-5348D2950BED}" dt="2025-10-08T04:57:26.585" v="268" actId="20577"/>
          <ac:spMkLst>
            <pc:docMk/>
            <pc:sldMk cId="3325638293" sldId="749"/>
            <ac:spMk id="7" creationId="{13DC9859-5929-4710-A8F2-FBBA9210DDDD}"/>
          </ac:spMkLst>
        </pc:spChg>
      </pc:sldChg>
      <pc:sldChg chg="addSp modSp mod">
        <pc:chgData name="髙浦祐朗" userId="d6d860fe-bc64-411b-9605-a16d1ba875f6" providerId="ADAL" clId="{A65FDE6D-D768-44DB-ADF3-5348D2950BED}" dt="2025-10-08T04:15:52.329" v="137"/>
        <pc:sldMkLst>
          <pc:docMk/>
          <pc:sldMk cId="1395438993" sldId="765"/>
        </pc:sldMkLst>
        <pc:spChg chg="mod">
          <ac:chgData name="髙浦祐朗" userId="d6d860fe-bc64-411b-9605-a16d1ba875f6" providerId="ADAL" clId="{A65FDE6D-D768-44DB-ADF3-5348D2950BED}" dt="2025-10-08T04:14:19.409" v="51" actId="207"/>
          <ac:spMkLst>
            <pc:docMk/>
            <pc:sldMk cId="1395438993" sldId="765"/>
            <ac:spMk id="4" creationId="{27B7C808-04D0-FF87-9808-A1B6E9FB049F}"/>
          </ac:spMkLst>
        </pc:spChg>
        <pc:spChg chg="add mod">
          <ac:chgData name="髙浦祐朗" userId="d6d860fe-bc64-411b-9605-a16d1ba875f6" providerId="ADAL" clId="{A65FDE6D-D768-44DB-ADF3-5348D2950BED}" dt="2025-10-08T04:15:52.329" v="137"/>
          <ac:spMkLst>
            <pc:docMk/>
            <pc:sldMk cId="1395438993" sldId="765"/>
            <ac:spMk id="8" creationId="{CB44CC14-9CD1-1363-74A7-A8B3CC4B1ED5}"/>
          </ac:spMkLst>
        </pc:spChg>
        <pc:spChg chg="add mod">
          <ac:chgData name="髙浦祐朗" userId="d6d860fe-bc64-411b-9605-a16d1ba875f6" providerId="ADAL" clId="{A65FDE6D-D768-44DB-ADF3-5348D2950BED}" dt="2025-10-08T04:15:52.329" v="137"/>
          <ac:spMkLst>
            <pc:docMk/>
            <pc:sldMk cId="1395438993" sldId="765"/>
            <ac:spMk id="9" creationId="{421EBB9C-21F9-3714-2A57-FD0920B4FF1F}"/>
          </ac:spMkLst>
        </pc:spChg>
      </pc:sldChg>
      <pc:sldChg chg="addSp modSp mod">
        <pc:chgData name="髙浦祐朗" userId="d6d860fe-bc64-411b-9605-a16d1ba875f6" providerId="ADAL" clId="{A65FDE6D-D768-44DB-ADF3-5348D2950BED}" dt="2025-10-08T04:56:50.978" v="234" actId="1076"/>
        <pc:sldMkLst>
          <pc:docMk/>
          <pc:sldMk cId="1851614100" sldId="930"/>
        </pc:sldMkLst>
        <pc:spChg chg="mod">
          <ac:chgData name="髙浦祐朗" userId="d6d860fe-bc64-411b-9605-a16d1ba875f6" providerId="ADAL" clId="{A65FDE6D-D768-44DB-ADF3-5348D2950BED}" dt="2025-10-08T04:54:11.598" v="205" actId="553"/>
          <ac:spMkLst>
            <pc:docMk/>
            <pc:sldMk cId="1851614100" sldId="930"/>
            <ac:spMk id="5" creationId="{6FC4F9D1-1D47-B569-16E9-0FDAD10F9248}"/>
          </ac:spMkLst>
        </pc:spChg>
        <pc:spChg chg="mod">
          <ac:chgData name="髙浦祐朗" userId="d6d860fe-bc64-411b-9605-a16d1ba875f6" providerId="ADAL" clId="{A65FDE6D-D768-44DB-ADF3-5348D2950BED}" dt="2025-10-08T04:54:11.598" v="205" actId="553"/>
          <ac:spMkLst>
            <pc:docMk/>
            <pc:sldMk cId="1851614100" sldId="930"/>
            <ac:spMk id="6" creationId="{54179535-7C1B-07B6-E21C-AA7C9FD94A0E}"/>
          </ac:spMkLst>
        </pc:spChg>
        <pc:spChg chg="mod">
          <ac:chgData name="髙浦祐朗" userId="d6d860fe-bc64-411b-9605-a16d1ba875f6" providerId="ADAL" clId="{A65FDE6D-D768-44DB-ADF3-5348D2950BED}" dt="2025-10-08T04:55:32.889" v="223" actId="164"/>
          <ac:spMkLst>
            <pc:docMk/>
            <pc:sldMk cId="1851614100" sldId="930"/>
            <ac:spMk id="23" creationId="{C4C74907-76BB-E547-7A42-36F13F58EC35}"/>
          </ac:spMkLst>
        </pc:spChg>
        <pc:spChg chg="mod">
          <ac:chgData name="髙浦祐朗" userId="d6d860fe-bc64-411b-9605-a16d1ba875f6" providerId="ADAL" clId="{A65FDE6D-D768-44DB-ADF3-5348D2950BED}" dt="2025-10-08T04:55:32.889" v="223" actId="164"/>
          <ac:spMkLst>
            <pc:docMk/>
            <pc:sldMk cId="1851614100" sldId="930"/>
            <ac:spMk id="24" creationId="{DC1E26E9-FFEC-98F2-12D5-BC286628CEA0}"/>
          </ac:spMkLst>
        </pc:spChg>
        <pc:spChg chg="mod">
          <ac:chgData name="髙浦祐朗" userId="d6d860fe-bc64-411b-9605-a16d1ba875f6" providerId="ADAL" clId="{A65FDE6D-D768-44DB-ADF3-5348D2950BED}" dt="2025-10-08T04:54:37.008" v="217" actId="14100"/>
          <ac:spMkLst>
            <pc:docMk/>
            <pc:sldMk cId="1851614100" sldId="930"/>
            <ac:spMk id="36" creationId="{10B0CD7D-A6F3-7E6D-328C-5A37E0631B7A}"/>
          </ac:spMkLst>
        </pc:spChg>
        <pc:grpChg chg="add mod">
          <ac:chgData name="髙浦祐朗" userId="d6d860fe-bc64-411b-9605-a16d1ba875f6" providerId="ADAL" clId="{A65FDE6D-D768-44DB-ADF3-5348D2950BED}" dt="2025-10-08T04:55:32.889" v="223" actId="164"/>
          <ac:grpSpMkLst>
            <pc:docMk/>
            <pc:sldMk cId="1851614100" sldId="930"/>
            <ac:grpSpMk id="3" creationId="{A9C33F0F-332A-7E87-1D08-A3001AA8C6E0}"/>
          </ac:grpSpMkLst>
        </pc:grpChg>
        <pc:grpChg chg="mod">
          <ac:chgData name="髙浦祐朗" userId="d6d860fe-bc64-411b-9605-a16d1ba875f6" providerId="ADAL" clId="{A65FDE6D-D768-44DB-ADF3-5348D2950BED}" dt="2025-10-08T04:56:41.034" v="232" actId="465"/>
          <ac:grpSpMkLst>
            <pc:docMk/>
            <pc:sldMk cId="1851614100" sldId="930"/>
            <ac:grpSpMk id="4" creationId="{3CC1F934-6D71-403E-0013-BCEAA8EDD9A9}"/>
          </ac:grpSpMkLst>
        </pc:grpChg>
        <pc:grpChg chg="mod">
          <ac:chgData name="髙浦祐朗" userId="d6d860fe-bc64-411b-9605-a16d1ba875f6" providerId="ADAL" clId="{A65FDE6D-D768-44DB-ADF3-5348D2950BED}" dt="2025-10-08T04:55:23.333" v="222" actId="554"/>
          <ac:grpSpMkLst>
            <pc:docMk/>
            <pc:sldMk cId="1851614100" sldId="930"/>
            <ac:grpSpMk id="17" creationId="{7D6E0C23-69C7-6A70-C9ED-9BC927D3D9DC}"/>
          </ac:grpSpMkLst>
        </pc:grpChg>
        <pc:grpChg chg="mod">
          <ac:chgData name="髙浦祐朗" userId="d6d860fe-bc64-411b-9605-a16d1ba875f6" providerId="ADAL" clId="{A65FDE6D-D768-44DB-ADF3-5348D2950BED}" dt="2025-10-08T04:55:39.669" v="224" actId="465"/>
          <ac:grpSpMkLst>
            <pc:docMk/>
            <pc:sldMk cId="1851614100" sldId="930"/>
            <ac:grpSpMk id="21" creationId="{B29105FC-9B1C-512E-94BC-6ABA4C93EEAF}"/>
          </ac:grpSpMkLst>
        </pc:grpChg>
        <pc:grpChg chg="mod">
          <ac:chgData name="髙浦祐朗" userId="d6d860fe-bc64-411b-9605-a16d1ba875f6" providerId="ADAL" clId="{A65FDE6D-D768-44DB-ADF3-5348D2950BED}" dt="2025-10-08T04:55:23.333" v="222" actId="554"/>
          <ac:grpSpMkLst>
            <pc:docMk/>
            <pc:sldMk cId="1851614100" sldId="930"/>
            <ac:grpSpMk id="30" creationId="{65C2D6D4-217D-3CE0-4521-AB8F849BC4BC}"/>
          </ac:grpSpMkLst>
        </pc:grpChg>
        <pc:grpChg chg="mod">
          <ac:chgData name="髙浦祐朗" userId="d6d860fe-bc64-411b-9605-a16d1ba875f6" providerId="ADAL" clId="{A65FDE6D-D768-44DB-ADF3-5348D2950BED}" dt="2025-10-08T04:54:51.568" v="218" actId="555"/>
          <ac:grpSpMkLst>
            <pc:docMk/>
            <pc:sldMk cId="1851614100" sldId="930"/>
            <ac:grpSpMk id="34" creationId="{44BCAC98-61A1-442A-2978-FB1E7AF56816}"/>
          </ac:grpSpMkLst>
        </pc:grpChg>
        <pc:grpChg chg="mod">
          <ac:chgData name="髙浦祐朗" userId="d6d860fe-bc64-411b-9605-a16d1ba875f6" providerId="ADAL" clId="{A65FDE6D-D768-44DB-ADF3-5348D2950BED}" dt="2025-10-08T04:56:41.034" v="232" actId="465"/>
          <ac:grpSpMkLst>
            <pc:docMk/>
            <pc:sldMk cId="1851614100" sldId="930"/>
            <ac:grpSpMk id="44" creationId="{A44B6757-E569-194B-6AFF-0F61EF39B78C}"/>
          </ac:grpSpMkLst>
        </pc:grpChg>
        <pc:grpChg chg="mod">
          <ac:chgData name="髙浦祐朗" userId="d6d860fe-bc64-411b-9605-a16d1ba875f6" providerId="ADAL" clId="{A65FDE6D-D768-44DB-ADF3-5348D2950BED}" dt="2025-10-08T04:56:41.034" v="232" actId="465"/>
          <ac:grpSpMkLst>
            <pc:docMk/>
            <pc:sldMk cId="1851614100" sldId="930"/>
            <ac:grpSpMk id="50" creationId="{D7AA0D1B-AFDF-1367-DA18-9EE6FFBC3596}"/>
          </ac:grpSpMkLst>
        </pc:grpChg>
        <pc:grpChg chg="mod">
          <ac:chgData name="髙浦祐朗" userId="d6d860fe-bc64-411b-9605-a16d1ba875f6" providerId="ADAL" clId="{A65FDE6D-D768-44DB-ADF3-5348D2950BED}" dt="2025-10-08T04:56:11.823" v="229" actId="555"/>
          <ac:grpSpMkLst>
            <pc:docMk/>
            <pc:sldMk cId="1851614100" sldId="930"/>
            <ac:grpSpMk id="53" creationId="{A0CC927F-9C1B-D647-66D3-8BB8B2462AB3}"/>
          </ac:grpSpMkLst>
        </pc:grpChg>
        <pc:cxnChg chg="mod">
          <ac:chgData name="髙浦祐朗" userId="d6d860fe-bc64-411b-9605-a16d1ba875f6" providerId="ADAL" clId="{A65FDE6D-D768-44DB-ADF3-5348D2950BED}" dt="2025-10-08T04:56:50.978" v="234" actId="1076"/>
          <ac:cxnSpMkLst>
            <pc:docMk/>
            <pc:sldMk cId="1851614100" sldId="930"/>
            <ac:cxnSpMk id="9" creationId="{FD29C68E-94DB-DE44-7571-992B9D68D4BB}"/>
          </ac:cxnSpMkLst>
        </pc:cxnChg>
        <pc:cxnChg chg="mod">
          <ac:chgData name="髙浦祐朗" userId="d6d860fe-bc64-411b-9605-a16d1ba875f6" providerId="ADAL" clId="{A65FDE6D-D768-44DB-ADF3-5348D2950BED}" dt="2025-10-08T04:55:57.110" v="226" actId="14100"/>
          <ac:cxnSpMkLst>
            <pc:docMk/>
            <pc:sldMk cId="1851614100" sldId="930"/>
            <ac:cxnSpMk id="16" creationId="{A189C288-EA60-B222-B80F-882125DAEF80}"/>
          </ac:cxnSpMkLst>
        </pc:cxnChg>
        <pc:cxnChg chg="mod">
          <ac:chgData name="髙浦祐朗" userId="d6d860fe-bc64-411b-9605-a16d1ba875f6" providerId="ADAL" clId="{A65FDE6D-D768-44DB-ADF3-5348D2950BED}" dt="2025-10-08T04:54:55.665" v="219" actId="14100"/>
          <ac:cxnSpMkLst>
            <pc:docMk/>
            <pc:sldMk cId="1851614100" sldId="930"/>
            <ac:cxnSpMk id="33" creationId="{3E36A9D1-620F-F185-F028-0AFC6E5D9989}"/>
          </ac:cxnSpMkLst>
        </pc:cxnChg>
        <pc:cxnChg chg="mod">
          <ac:chgData name="髙浦祐朗" userId="d6d860fe-bc64-411b-9605-a16d1ba875f6" providerId="ADAL" clId="{A65FDE6D-D768-44DB-ADF3-5348D2950BED}" dt="2025-10-08T04:56:47.732" v="233" actId="1076"/>
          <ac:cxnSpMkLst>
            <pc:docMk/>
            <pc:sldMk cId="1851614100" sldId="930"/>
            <ac:cxnSpMk id="37" creationId="{1D74C627-C1B1-F67F-A7BE-2CFA25DCE2DB}"/>
          </ac:cxnSpMkLst>
        </pc:cxnChg>
        <pc:cxnChg chg="mod">
          <ac:chgData name="髙浦祐朗" userId="d6d860fe-bc64-411b-9605-a16d1ba875f6" providerId="ADAL" clId="{A65FDE6D-D768-44DB-ADF3-5348D2950BED}" dt="2025-10-08T04:55:49.664" v="225" actId="14100"/>
          <ac:cxnSpMkLst>
            <pc:docMk/>
            <pc:sldMk cId="1851614100" sldId="930"/>
            <ac:cxnSpMk id="42" creationId="{F1A966ED-94A3-BF90-314B-96016280AE02}"/>
          </ac:cxnSpMkLst>
        </pc:cxnChg>
      </pc:sldChg>
      <pc:sldChg chg="addSp delSp modSp mod">
        <pc:chgData name="髙浦祐朗" userId="d6d860fe-bc64-411b-9605-a16d1ba875f6" providerId="ADAL" clId="{A65FDE6D-D768-44DB-ADF3-5348D2950BED}" dt="2025-10-14T04:20:51.858" v="273" actId="20577"/>
        <pc:sldMkLst>
          <pc:docMk/>
          <pc:sldMk cId="3261265475" sldId="932"/>
        </pc:sldMkLst>
        <pc:spChg chg="mod ord">
          <ac:chgData name="髙浦祐朗" userId="d6d860fe-bc64-411b-9605-a16d1ba875f6" providerId="ADAL" clId="{A65FDE6D-D768-44DB-ADF3-5348D2950BED}" dt="2025-10-08T04:17:01.268" v="183" actId="14100"/>
          <ac:spMkLst>
            <pc:docMk/>
            <pc:sldMk cId="3261265475" sldId="932"/>
            <ac:spMk id="7" creationId="{2CEC2054-A3AC-76B6-4A8D-D9E8F302498E}"/>
          </ac:spMkLst>
        </pc:spChg>
        <pc:spChg chg="add del mod">
          <ac:chgData name="髙浦祐朗" userId="d6d860fe-bc64-411b-9605-a16d1ba875f6" providerId="ADAL" clId="{A65FDE6D-D768-44DB-ADF3-5348D2950BED}" dt="2025-10-08T04:17:01.268" v="183" actId="14100"/>
          <ac:spMkLst>
            <pc:docMk/>
            <pc:sldMk cId="3261265475" sldId="932"/>
            <ac:spMk id="8" creationId="{61E06FF7-1A14-1024-0CEB-85CC5F1FA1B9}"/>
          </ac:spMkLst>
        </pc:spChg>
        <pc:spChg chg="mod">
          <ac:chgData name="髙浦祐朗" userId="d6d860fe-bc64-411b-9605-a16d1ba875f6" providerId="ADAL" clId="{A65FDE6D-D768-44DB-ADF3-5348D2950BED}" dt="2025-10-08T04:13:34.748" v="43" actId="1035"/>
          <ac:spMkLst>
            <pc:docMk/>
            <pc:sldMk cId="3261265475" sldId="932"/>
            <ac:spMk id="18" creationId="{5B2B2F94-BDA8-634A-F523-40B53FCA279A}"/>
          </ac:spMkLst>
        </pc:spChg>
        <pc:spChg chg="mod">
          <ac:chgData name="髙浦祐朗" userId="d6d860fe-bc64-411b-9605-a16d1ba875f6" providerId="ADAL" clId="{A65FDE6D-D768-44DB-ADF3-5348D2950BED}" dt="2025-10-14T04:20:51.858" v="273" actId="20577"/>
          <ac:spMkLst>
            <pc:docMk/>
            <pc:sldMk cId="3261265475" sldId="932"/>
            <ac:spMk id="19" creationId="{71141E64-8092-FD1B-D0EF-695AF898DA1D}"/>
          </ac:spMkLst>
        </pc:spChg>
        <pc:spChg chg="add mod">
          <ac:chgData name="髙浦祐朗" userId="d6d860fe-bc64-411b-9605-a16d1ba875f6" providerId="ADAL" clId="{A65FDE6D-D768-44DB-ADF3-5348D2950BED}" dt="2025-10-08T04:15:33.053" v="135" actId="1076"/>
          <ac:spMkLst>
            <pc:docMk/>
            <pc:sldMk cId="3261265475" sldId="932"/>
            <ac:spMk id="26" creationId="{30017E72-FE85-7720-814D-3BFDC9FE69B1}"/>
          </ac:spMkLst>
        </pc:spChg>
        <pc:spChg chg="add mod">
          <ac:chgData name="髙浦祐朗" userId="d6d860fe-bc64-411b-9605-a16d1ba875f6" providerId="ADAL" clId="{A65FDE6D-D768-44DB-ADF3-5348D2950BED}" dt="2025-10-08T04:15:36.339" v="136" actId="14100"/>
          <ac:spMkLst>
            <pc:docMk/>
            <pc:sldMk cId="3261265475" sldId="932"/>
            <ac:spMk id="27" creationId="{68E2239A-6682-831E-E173-352B6F85E367}"/>
          </ac:spMkLst>
        </pc:spChg>
      </pc:sldChg>
      <pc:sldChg chg="mod modShow">
        <pc:chgData name="髙浦祐朗" userId="d6d860fe-bc64-411b-9605-a16d1ba875f6" providerId="ADAL" clId="{A65FDE6D-D768-44DB-ADF3-5348D2950BED}" dt="2025-10-02T01:30:25.995" v="0" actId="729"/>
        <pc:sldMkLst>
          <pc:docMk/>
          <pc:sldMk cId="3390287274" sldId="937"/>
        </pc:sldMkLst>
      </pc:sldChg>
      <pc:sldChg chg="addSp modSp mod">
        <pc:chgData name="髙浦祐朗" userId="d6d860fe-bc64-411b-9605-a16d1ba875f6" providerId="ADAL" clId="{A65FDE6D-D768-44DB-ADF3-5348D2950BED}" dt="2025-10-08T04:16:00.640" v="138"/>
        <pc:sldMkLst>
          <pc:docMk/>
          <pc:sldMk cId="3750914084" sldId="939"/>
        </pc:sldMkLst>
        <pc:spChg chg="mod">
          <ac:chgData name="髙浦祐朗" userId="d6d860fe-bc64-411b-9605-a16d1ba875f6" providerId="ADAL" clId="{A65FDE6D-D768-44DB-ADF3-5348D2950BED}" dt="2025-10-08T04:14:14.751" v="50" actId="207"/>
          <ac:spMkLst>
            <pc:docMk/>
            <pc:sldMk cId="3750914084" sldId="939"/>
            <ac:spMk id="6" creationId="{1FFE2C33-961F-716C-8C69-52EE9EFBF0F0}"/>
          </ac:spMkLst>
        </pc:spChg>
        <pc:spChg chg="add mod">
          <ac:chgData name="髙浦祐朗" userId="d6d860fe-bc64-411b-9605-a16d1ba875f6" providerId="ADAL" clId="{A65FDE6D-D768-44DB-ADF3-5348D2950BED}" dt="2025-10-08T04:16:00.640" v="138"/>
          <ac:spMkLst>
            <pc:docMk/>
            <pc:sldMk cId="3750914084" sldId="939"/>
            <ac:spMk id="7" creationId="{026C13BD-F086-4D0B-0F47-8B4920CDBFCE}"/>
          </ac:spMkLst>
        </pc:spChg>
        <pc:spChg chg="add mod">
          <ac:chgData name="髙浦祐朗" userId="d6d860fe-bc64-411b-9605-a16d1ba875f6" providerId="ADAL" clId="{A65FDE6D-D768-44DB-ADF3-5348D2950BED}" dt="2025-10-08T04:16:00.640" v="138"/>
          <ac:spMkLst>
            <pc:docMk/>
            <pc:sldMk cId="3750914084" sldId="939"/>
            <ac:spMk id="11" creationId="{1D1CC776-AA8C-42DF-C04A-F8674303D380}"/>
          </ac:spMkLst>
        </pc:spChg>
      </pc:sldChg>
    </pc:docChg>
  </pc:docChgLst>
  <pc:docChgLst>
    <pc:chgData name="髙浦祐朗" userId="d6d860fe-bc64-411b-9605-a16d1ba875f6" providerId="ADAL" clId="{339FBEB4-009A-4172-863E-1EB472C38EE4}"/>
    <pc:docChg chg="undo custSel addSld modSld sldOrd">
      <pc:chgData name="髙浦祐朗" userId="d6d860fe-bc64-411b-9605-a16d1ba875f6" providerId="ADAL" clId="{339FBEB4-009A-4172-863E-1EB472C38EE4}" dt="2025-09-05T09:14:18.324" v="636" actId="20577"/>
      <pc:docMkLst>
        <pc:docMk/>
      </pc:docMkLst>
      <pc:sldChg chg="modSp mod">
        <pc:chgData name="髙浦祐朗" userId="d6d860fe-bc64-411b-9605-a16d1ba875f6" providerId="ADAL" clId="{339FBEB4-009A-4172-863E-1EB472C38EE4}" dt="2025-09-05T09:14:18.324" v="636" actId="20577"/>
        <pc:sldMkLst>
          <pc:docMk/>
          <pc:sldMk cId="3201888243" sldId="714"/>
        </pc:sldMkLst>
      </pc:sldChg>
      <pc:sldChg chg="addSp delSp modSp mod">
        <pc:chgData name="髙浦祐朗" userId="d6d860fe-bc64-411b-9605-a16d1ba875f6" providerId="ADAL" clId="{339FBEB4-009A-4172-863E-1EB472C38EE4}" dt="2025-09-05T07:51:50.041" v="355"/>
        <pc:sldMkLst>
          <pc:docMk/>
          <pc:sldMk cId="3325638293" sldId="749"/>
        </pc:sldMkLst>
      </pc:sldChg>
      <pc:sldChg chg="addSp delSp modSp mod">
        <pc:chgData name="髙浦祐朗" userId="d6d860fe-bc64-411b-9605-a16d1ba875f6" providerId="ADAL" clId="{339FBEB4-009A-4172-863E-1EB472C38EE4}" dt="2025-09-05T07:52:42.760" v="376"/>
        <pc:sldMkLst>
          <pc:docMk/>
          <pc:sldMk cId="3773316736" sldId="756"/>
        </pc:sldMkLst>
      </pc:sldChg>
      <pc:sldChg chg="addSp delSp modSp mod">
        <pc:chgData name="髙浦祐朗" userId="d6d860fe-bc64-411b-9605-a16d1ba875f6" providerId="ADAL" clId="{339FBEB4-009A-4172-863E-1EB472C38EE4}" dt="2025-09-05T07:52:38.587" v="373"/>
        <pc:sldMkLst>
          <pc:docMk/>
          <pc:sldMk cId="3660799615" sldId="757"/>
        </pc:sldMkLst>
      </pc:sldChg>
      <pc:sldChg chg="addSp delSp modSp mod">
        <pc:chgData name="髙浦祐朗" userId="d6d860fe-bc64-411b-9605-a16d1ba875f6" providerId="ADAL" clId="{339FBEB4-009A-4172-863E-1EB472C38EE4}" dt="2025-09-05T07:52:23.348" v="364"/>
        <pc:sldMkLst>
          <pc:docMk/>
          <pc:sldMk cId="1395438993" sldId="765"/>
        </pc:sldMkLst>
      </pc:sldChg>
      <pc:sldChg chg="addSp delSp modSp mod">
        <pc:chgData name="髙浦祐朗" userId="d6d860fe-bc64-411b-9605-a16d1ba875f6" providerId="ADAL" clId="{339FBEB4-009A-4172-863E-1EB472C38EE4}" dt="2025-09-05T07:52:15.249" v="361"/>
        <pc:sldMkLst>
          <pc:docMk/>
          <pc:sldMk cId="3560606343" sldId="766"/>
        </pc:sldMkLst>
      </pc:sldChg>
      <pc:sldChg chg="modSp mod">
        <pc:chgData name="髙浦祐朗" userId="d6d860fe-bc64-411b-9605-a16d1ba875f6" providerId="ADAL" clId="{339FBEB4-009A-4172-863E-1EB472C38EE4}" dt="2025-09-05T07:53:43.792" v="541"/>
        <pc:sldMkLst>
          <pc:docMk/>
          <pc:sldMk cId="2410374903" sldId="767"/>
        </pc:sldMkLst>
      </pc:sldChg>
      <pc:sldChg chg="addSp delSp modSp mod">
        <pc:chgData name="髙浦祐朗" userId="d6d860fe-bc64-411b-9605-a16d1ba875f6" providerId="ADAL" clId="{339FBEB4-009A-4172-863E-1EB472C38EE4}" dt="2025-09-05T07:52:05.093" v="358"/>
        <pc:sldMkLst>
          <pc:docMk/>
          <pc:sldMk cId="1851614100" sldId="930"/>
        </pc:sldMkLst>
      </pc:sldChg>
      <pc:sldChg chg="addSp modSp mod">
        <pc:chgData name="髙浦祐朗" userId="d6d860fe-bc64-411b-9605-a16d1ba875f6" providerId="ADAL" clId="{339FBEB4-009A-4172-863E-1EB472C38EE4}" dt="2025-09-05T07:56:46.814" v="547" actId="555"/>
        <pc:sldMkLst>
          <pc:docMk/>
          <pc:sldMk cId="3261265475" sldId="932"/>
        </pc:sldMkLst>
      </pc:sldChg>
      <pc:sldChg chg="addSp delSp modSp mod">
        <pc:chgData name="髙浦祐朗" userId="d6d860fe-bc64-411b-9605-a16d1ba875f6" providerId="ADAL" clId="{339FBEB4-009A-4172-863E-1EB472C38EE4}" dt="2025-09-05T09:14:09.377" v="635" actId="207"/>
        <pc:sldMkLst>
          <pc:docMk/>
          <pc:sldMk cId="1196673797" sldId="935"/>
        </pc:sldMkLst>
      </pc:sldChg>
      <pc:sldChg chg="addSp delSp modSp mod">
        <pc:chgData name="髙浦祐朗" userId="d6d860fe-bc64-411b-9605-a16d1ba875f6" providerId="ADAL" clId="{339FBEB4-009A-4172-863E-1EB472C38EE4}" dt="2025-09-05T09:14:01.735" v="634" actId="207"/>
        <pc:sldMkLst>
          <pc:docMk/>
          <pc:sldMk cId="2312191491" sldId="936"/>
        </pc:sldMkLst>
      </pc:sldChg>
      <pc:sldChg chg="modSp mod">
        <pc:chgData name="髙浦祐朗" userId="d6d860fe-bc64-411b-9605-a16d1ba875f6" providerId="ADAL" clId="{339FBEB4-009A-4172-863E-1EB472C38EE4}" dt="2025-09-03T04:42:32.127" v="261"/>
        <pc:sldMkLst>
          <pc:docMk/>
          <pc:sldMk cId="3390287274" sldId="937"/>
        </pc:sldMkLst>
      </pc:sldChg>
      <pc:sldChg chg="add mod ord modShow">
        <pc:chgData name="髙浦祐朗" userId="d6d860fe-bc64-411b-9605-a16d1ba875f6" providerId="ADAL" clId="{339FBEB4-009A-4172-863E-1EB472C38EE4}" dt="2025-09-03T04:39:16.034" v="173" actId="729"/>
        <pc:sldMkLst>
          <pc:docMk/>
          <pc:sldMk cId="4141260172" sldId="938"/>
        </pc:sldMkLst>
      </pc:sldChg>
    </pc:docChg>
  </pc:docChgLst>
  <pc:docChgLst>
    <pc:chgData name="石井徹" userId="bd567184-c19d-4717-9194-a1e548d2dddf" providerId="ADAL" clId="{699FD745-D1F1-41C1-98C6-07A4CCF15363}"/>
    <pc:docChg chg="undo custSel modSld modMainMaster">
      <pc:chgData name="石井徹" userId="bd567184-c19d-4717-9194-a1e548d2dddf" providerId="ADAL" clId="{699FD745-D1F1-41C1-98C6-07A4CCF15363}" dt="2025-06-19T05:18:06.425" v="120"/>
      <pc:docMkLst>
        <pc:docMk/>
      </pc:docMkLst>
      <pc:sldChg chg="addSp modSp mod">
        <pc:chgData name="石井徹" userId="bd567184-c19d-4717-9194-a1e548d2dddf" providerId="ADAL" clId="{699FD745-D1F1-41C1-98C6-07A4CCF15363}" dt="2025-06-19T05:17:15.161" v="105"/>
        <pc:sldMkLst>
          <pc:docMk/>
          <pc:sldMk cId="3201888243" sldId="714"/>
        </pc:sldMkLst>
      </pc:sldChg>
      <pc:sldChg chg="addSp modSp">
        <pc:chgData name="石井徹" userId="bd567184-c19d-4717-9194-a1e548d2dddf" providerId="ADAL" clId="{699FD745-D1F1-41C1-98C6-07A4CCF15363}" dt="2025-06-19T05:18:06.425" v="120"/>
        <pc:sldMkLst>
          <pc:docMk/>
          <pc:sldMk cId="3325638293" sldId="749"/>
        </pc:sldMkLst>
      </pc:sldChg>
      <pc:sldChg chg="addSp modSp mod">
        <pc:chgData name="石井徹" userId="bd567184-c19d-4717-9194-a1e548d2dddf" providerId="ADAL" clId="{699FD745-D1F1-41C1-98C6-07A4CCF15363}" dt="2025-06-19T05:17:45.137" v="110"/>
        <pc:sldMkLst>
          <pc:docMk/>
          <pc:sldMk cId="3773316736" sldId="756"/>
        </pc:sldMkLst>
      </pc:sldChg>
      <pc:sldChg chg="addSp modSp">
        <pc:chgData name="石井徹" userId="bd567184-c19d-4717-9194-a1e548d2dddf" providerId="ADAL" clId="{699FD745-D1F1-41C1-98C6-07A4CCF15363}" dt="2025-06-19T05:17:49.531" v="111"/>
        <pc:sldMkLst>
          <pc:docMk/>
          <pc:sldMk cId="3660799615" sldId="757"/>
        </pc:sldMkLst>
      </pc:sldChg>
      <pc:sldChg chg="addSp modSp">
        <pc:chgData name="石井徹" userId="bd567184-c19d-4717-9194-a1e548d2dddf" providerId="ADAL" clId="{699FD745-D1F1-41C1-98C6-07A4CCF15363}" dt="2025-06-19T05:17:56.527" v="115"/>
        <pc:sldMkLst>
          <pc:docMk/>
          <pc:sldMk cId="1395438993" sldId="765"/>
        </pc:sldMkLst>
      </pc:sldChg>
      <pc:sldChg chg="addSp modSp">
        <pc:chgData name="石井徹" userId="bd567184-c19d-4717-9194-a1e548d2dddf" providerId="ADAL" clId="{699FD745-D1F1-41C1-98C6-07A4CCF15363}" dt="2025-06-19T05:17:58.226" v="116"/>
        <pc:sldMkLst>
          <pc:docMk/>
          <pc:sldMk cId="3560606343" sldId="766"/>
        </pc:sldMkLst>
      </pc:sldChg>
      <pc:sldChg chg="modSp">
        <pc:chgData name="石井徹" userId="bd567184-c19d-4717-9194-a1e548d2dddf" providerId="ADAL" clId="{699FD745-D1F1-41C1-98C6-07A4CCF15363}" dt="2025-06-19T05:16:23.610" v="97"/>
        <pc:sldMkLst>
          <pc:docMk/>
          <pc:sldMk cId="2453405637" sldId="923"/>
        </pc:sldMkLst>
      </pc:sldChg>
      <pc:sldChg chg="addSp modSp">
        <pc:chgData name="石井徹" userId="bd567184-c19d-4717-9194-a1e548d2dddf" providerId="ADAL" clId="{699FD745-D1F1-41C1-98C6-07A4CCF15363}" dt="2025-06-19T05:18:03.936" v="119"/>
        <pc:sldMkLst>
          <pc:docMk/>
          <pc:sldMk cId="1471803207" sldId="929"/>
        </pc:sldMkLst>
      </pc:sldChg>
      <pc:sldChg chg="addSp modSp">
        <pc:chgData name="石井徹" userId="bd567184-c19d-4717-9194-a1e548d2dddf" providerId="ADAL" clId="{699FD745-D1F1-41C1-98C6-07A4CCF15363}" dt="2025-06-19T05:17:59.912" v="117"/>
        <pc:sldMkLst>
          <pc:docMk/>
          <pc:sldMk cId="1851614100" sldId="930"/>
        </pc:sldMkLst>
      </pc:sldChg>
      <pc:sldChg chg="addSp modSp">
        <pc:chgData name="石井徹" userId="bd567184-c19d-4717-9194-a1e548d2dddf" providerId="ADAL" clId="{699FD745-D1F1-41C1-98C6-07A4CCF15363}" dt="2025-06-19T05:17:52.436" v="113"/>
        <pc:sldMkLst>
          <pc:docMk/>
          <pc:sldMk cId="1362728342" sldId="934"/>
        </pc:sldMkLst>
      </pc:sldChg>
      <pc:sldChg chg="addSp modSp">
        <pc:chgData name="石井徹" userId="bd567184-c19d-4717-9194-a1e548d2dddf" providerId="ADAL" clId="{699FD745-D1F1-41C1-98C6-07A4CCF15363}" dt="2025-06-19T05:17:54.387" v="114"/>
        <pc:sldMkLst>
          <pc:docMk/>
          <pc:sldMk cId="1196673797" sldId="935"/>
        </pc:sldMkLst>
      </pc:sldChg>
      <pc:sldChg chg="addSp modSp">
        <pc:chgData name="石井徹" userId="bd567184-c19d-4717-9194-a1e548d2dddf" providerId="ADAL" clId="{699FD745-D1F1-41C1-98C6-07A4CCF15363}" dt="2025-06-19T05:17:50.911" v="112"/>
        <pc:sldMkLst>
          <pc:docMk/>
          <pc:sldMk cId="2312191491" sldId="936"/>
        </pc:sldMkLst>
      </pc:sldChg>
      <pc:sldChg chg="addSp modSp">
        <pc:chgData name="石井徹" userId="bd567184-c19d-4717-9194-a1e548d2dddf" providerId="ADAL" clId="{699FD745-D1F1-41C1-98C6-07A4CCF15363}" dt="2025-06-19T05:18:02.516" v="118"/>
        <pc:sldMkLst>
          <pc:docMk/>
          <pc:sldMk cId="3300968202" sldId="939"/>
        </pc:sldMkLst>
      </pc:sldChg>
      <pc:sldMasterChg chg="modSp mod modSldLayout">
        <pc:chgData name="石井徹" userId="bd567184-c19d-4717-9194-a1e548d2dddf" providerId="ADAL" clId="{699FD745-D1F1-41C1-98C6-07A4CCF15363}" dt="2025-06-19T05:15:08.956" v="75" actId="20577"/>
        <pc:sldMasterMkLst>
          <pc:docMk/>
          <pc:sldMasterMk cId="428617888" sldId="2147483770"/>
        </pc:sldMasterMkLst>
        <pc:sldLayoutChg chg="modSp mod">
          <pc:chgData name="石井徹" userId="bd567184-c19d-4717-9194-a1e548d2dddf" providerId="ADAL" clId="{699FD745-D1F1-41C1-98C6-07A4CCF15363}" dt="2025-06-19T05:14:23.857" v="57" actId="20577"/>
          <pc:sldLayoutMkLst>
            <pc:docMk/>
            <pc:sldMasterMk cId="428617888" sldId="2147483770"/>
            <pc:sldLayoutMk cId="3009772322" sldId="2147483756"/>
          </pc:sldLayoutMkLst>
        </pc:sldLayoutChg>
        <pc:sldLayoutChg chg="modSp mod">
          <pc:chgData name="石井徹" userId="bd567184-c19d-4717-9194-a1e548d2dddf" providerId="ADAL" clId="{699FD745-D1F1-41C1-98C6-07A4CCF15363}" dt="2025-06-19T05:13:24.252" v="41" actId="20577"/>
          <pc:sldLayoutMkLst>
            <pc:docMk/>
            <pc:sldMasterMk cId="428617888" sldId="2147483770"/>
            <pc:sldLayoutMk cId="2492455557" sldId="2147483772"/>
          </pc:sldLayoutMkLst>
        </pc:sldLayoutChg>
        <pc:sldLayoutChg chg="modSp mod">
          <pc:chgData name="石井徹" userId="bd567184-c19d-4717-9194-a1e548d2dddf" providerId="ADAL" clId="{699FD745-D1F1-41C1-98C6-07A4CCF15363}" dt="2025-06-19T05:13:35.115" v="43" actId="1076"/>
          <pc:sldLayoutMkLst>
            <pc:docMk/>
            <pc:sldMasterMk cId="428617888" sldId="2147483770"/>
            <pc:sldLayoutMk cId="2077788738" sldId="2147483776"/>
          </pc:sldLayoutMkLst>
        </pc:sldLayoutChg>
        <pc:sldLayoutChg chg="modSp mod">
          <pc:chgData name="石井徹" userId="bd567184-c19d-4717-9194-a1e548d2dddf" providerId="ADAL" clId="{699FD745-D1F1-41C1-98C6-07A4CCF15363}" dt="2025-06-19T05:12:40.738" v="17" actId="20577"/>
          <pc:sldLayoutMkLst>
            <pc:docMk/>
            <pc:sldMasterMk cId="428617888" sldId="2147483770"/>
            <pc:sldLayoutMk cId="4256518594" sldId="2147483782"/>
          </pc:sldLayoutMkLst>
        </pc:sldLayoutChg>
        <pc:sldLayoutChg chg="modSp mod">
          <pc:chgData name="石井徹" userId="bd567184-c19d-4717-9194-a1e548d2dddf" providerId="ADAL" clId="{699FD745-D1F1-41C1-98C6-07A4CCF15363}" dt="2025-06-19T05:15:08.956" v="75" actId="20577"/>
          <pc:sldLayoutMkLst>
            <pc:docMk/>
            <pc:sldMasterMk cId="428617888" sldId="2147483770"/>
            <pc:sldLayoutMk cId="3288321043" sldId="2147483797"/>
          </pc:sldLayoutMkLst>
        </pc:sldLayoutChg>
        <pc:sldLayoutChg chg="modSp mod">
          <pc:chgData name="石井徹" userId="bd567184-c19d-4717-9194-a1e548d2dddf" providerId="ADAL" clId="{699FD745-D1F1-41C1-98C6-07A4CCF15363}" dt="2025-06-19T05:15:04.127" v="73" actId="20577"/>
          <pc:sldLayoutMkLst>
            <pc:docMk/>
            <pc:sldMasterMk cId="428617888" sldId="2147483770"/>
            <pc:sldLayoutMk cId="4066285894" sldId="2147483798"/>
          </pc:sldLayoutMkLst>
        </pc:sldLayoutChg>
        <pc:sldLayoutChg chg="modSp mod">
          <pc:chgData name="石井徹" userId="bd567184-c19d-4717-9194-a1e548d2dddf" providerId="ADAL" clId="{699FD745-D1F1-41C1-98C6-07A4CCF15363}" dt="2025-06-19T05:15:00.341" v="71" actId="20577"/>
          <pc:sldLayoutMkLst>
            <pc:docMk/>
            <pc:sldMasterMk cId="428617888" sldId="2147483770"/>
            <pc:sldLayoutMk cId="4056154140" sldId="2147483799"/>
          </pc:sldLayoutMkLst>
        </pc:sldLayoutChg>
        <pc:sldLayoutChg chg="modSp mod">
          <pc:chgData name="石井徹" userId="bd567184-c19d-4717-9194-a1e548d2dddf" providerId="ADAL" clId="{699FD745-D1F1-41C1-98C6-07A4CCF15363}" dt="2025-06-19T05:14:55.293" v="69" actId="20577"/>
          <pc:sldLayoutMkLst>
            <pc:docMk/>
            <pc:sldMasterMk cId="428617888" sldId="2147483770"/>
            <pc:sldLayoutMk cId="3246036308" sldId="2147483800"/>
          </pc:sldLayoutMkLst>
        </pc:sldLayoutChg>
        <pc:sldLayoutChg chg="modSp mod">
          <pc:chgData name="石井徹" userId="bd567184-c19d-4717-9194-a1e548d2dddf" providerId="ADAL" clId="{699FD745-D1F1-41C1-98C6-07A4CCF15363}" dt="2025-06-19T05:14:49.661" v="67" actId="20577"/>
          <pc:sldLayoutMkLst>
            <pc:docMk/>
            <pc:sldMasterMk cId="428617888" sldId="2147483770"/>
            <pc:sldLayoutMk cId="2431486092" sldId="2147483801"/>
          </pc:sldLayoutMkLst>
        </pc:sldLayoutChg>
        <pc:sldLayoutChg chg="modSp mod">
          <pc:chgData name="石井徹" userId="bd567184-c19d-4717-9194-a1e548d2dddf" providerId="ADAL" clId="{699FD745-D1F1-41C1-98C6-07A4CCF15363}" dt="2025-06-19T05:14:42.941" v="65" actId="20577"/>
          <pc:sldLayoutMkLst>
            <pc:docMk/>
            <pc:sldMasterMk cId="428617888" sldId="2147483770"/>
            <pc:sldLayoutMk cId="2428327026" sldId="2147483802"/>
          </pc:sldLayoutMkLst>
        </pc:sldLayoutChg>
        <pc:sldLayoutChg chg="modSp mod">
          <pc:chgData name="石井徹" userId="bd567184-c19d-4717-9194-a1e548d2dddf" providerId="ADAL" clId="{699FD745-D1F1-41C1-98C6-07A4CCF15363}" dt="2025-06-19T05:14:37.600" v="63" actId="20577"/>
          <pc:sldLayoutMkLst>
            <pc:docMk/>
            <pc:sldMasterMk cId="428617888" sldId="2147483770"/>
            <pc:sldLayoutMk cId="974318002" sldId="2147483803"/>
          </pc:sldLayoutMkLst>
        </pc:sldLayoutChg>
        <pc:sldLayoutChg chg="modSp mod">
          <pc:chgData name="石井徹" userId="bd567184-c19d-4717-9194-a1e548d2dddf" providerId="ADAL" clId="{699FD745-D1F1-41C1-98C6-07A4CCF15363}" dt="2025-06-19T05:14:33.211" v="61" actId="20577"/>
          <pc:sldLayoutMkLst>
            <pc:docMk/>
            <pc:sldMasterMk cId="428617888" sldId="2147483770"/>
            <pc:sldLayoutMk cId="1013026471" sldId="2147483804"/>
          </pc:sldLayoutMkLst>
        </pc:sldLayoutChg>
        <pc:sldLayoutChg chg="modSp mod">
          <pc:chgData name="石井徹" userId="bd567184-c19d-4717-9194-a1e548d2dddf" providerId="ADAL" clId="{699FD745-D1F1-41C1-98C6-07A4CCF15363}" dt="2025-06-19T05:14:28.198" v="59" actId="20577"/>
          <pc:sldLayoutMkLst>
            <pc:docMk/>
            <pc:sldMasterMk cId="428617888" sldId="2147483770"/>
            <pc:sldLayoutMk cId="337540560" sldId="2147483805"/>
          </pc:sldLayoutMkLst>
        </pc:sldLayoutChg>
        <pc:sldLayoutChg chg="modSp mod">
          <pc:chgData name="石井徹" userId="bd567184-c19d-4717-9194-a1e548d2dddf" providerId="ADAL" clId="{699FD745-D1F1-41C1-98C6-07A4CCF15363}" dt="2025-06-19T05:14:18.341" v="55" actId="20577"/>
          <pc:sldLayoutMkLst>
            <pc:docMk/>
            <pc:sldMasterMk cId="428617888" sldId="2147483770"/>
            <pc:sldLayoutMk cId="1296515059" sldId="2147483806"/>
          </pc:sldLayoutMkLst>
        </pc:sldLayoutChg>
      </pc:sldMasterChg>
    </pc:docChg>
  </pc:docChgLst>
  <pc:docChgLst>
    <pc:chgData name="野村康二" userId="S::kouji.nomura@system-exe.jp::acaa808a-f809-4ef9-8028-a2ce14b82415" providerId="AD" clId="Web-{17769AE1-FA31-127F-BCC0-79005D61650A}"/>
    <pc:docChg chg="modSld">
      <pc:chgData name="野村康二" userId="S::kouji.nomura@system-exe.jp::acaa808a-f809-4ef9-8028-a2ce14b82415" providerId="AD" clId="Web-{17769AE1-FA31-127F-BCC0-79005D61650A}" dt="2025-09-02T12:08:31.911" v="17" actId="20577"/>
      <pc:docMkLst>
        <pc:docMk/>
      </pc:docMkLst>
      <pc:sldChg chg="modSp">
        <pc:chgData name="野村康二" userId="S::kouji.nomura@system-exe.jp::acaa808a-f809-4ef9-8028-a2ce14b82415" providerId="AD" clId="Web-{17769AE1-FA31-127F-BCC0-79005D61650A}" dt="2025-09-02T12:05:46.610" v="9"/>
        <pc:sldMkLst>
          <pc:docMk/>
          <pc:sldMk cId="3560606343" sldId="766"/>
        </pc:sldMkLst>
      </pc:sldChg>
      <pc:sldChg chg="modSp">
        <pc:chgData name="野村康二" userId="S::kouji.nomura@system-exe.jp::acaa808a-f809-4ef9-8028-a2ce14b82415" providerId="AD" clId="Web-{17769AE1-FA31-127F-BCC0-79005D61650A}" dt="2025-09-02T12:08:31.911" v="17" actId="20577"/>
        <pc:sldMkLst>
          <pc:docMk/>
          <pc:sldMk cId="2410374903" sldId="767"/>
        </pc:sldMkLst>
      </pc:sldChg>
    </pc:docChg>
  </pc:docChgLst>
  <pc:docChgLst>
    <pc:chgData name="野村康二" userId="S::kouji.nomura@system-exe.jp::acaa808a-f809-4ef9-8028-a2ce14b82415" providerId="AD" clId="Web-{1EEBDE5C-524F-E790-3F9D-D803BFA61EE2}"/>
    <pc:docChg chg="delSld">
      <pc:chgData name="野村康二" userId="S::kouji.nomura@system-exe.jp::acaa808a-f809-4ef9-8028-a2ce14b82415" providerId="AD" clId="Web-{1EEBDE5C-524F-E790-3F9D-D803BFA61EE2}" dt="2025-09-02T07:47:58.064" v="0"/>
      <pc:docMkLst>
        <pc:docMk/>
      </pc:docMkLst>
      <pc:sldChg chg="del">
        <pc:chgData name="野村康二" userId="S::kouji.nomura@system-exe.jp::acaa808a-f809-4ef9-8028-a2ce14b82415" providerId="AD" clId="Web-{1EEBDE5C-524F-E790-3F9D-D803BFA61EE2}" dt="2025-09-02T07:47:58.064" v="0"/>
        <pc:sldMkLst>
          <pc:docMk/>
          <pc:sldMk cId="3252748548" sldId="940"/>
        </pc:sldMkLst>
      </pc:sldChg>
    </pc:docChg>
  </pc:docChgLst>
  <pc:docChgLst>
    <pc:chgData name="野村康二" userId="S::kouji.nomura@system-exe.jp::acaa808a-f809-4ef9-8028-a2ce14b82415" providerId="AD" clId="Web-{281EBE9C-CE25-C753-01A4-2102C7F0594D}"/>
    <pc:docChg chg="addSld delSld modSld">
      <pc:chgData name="野村康二" userId="S::kouji.nomura@system-exe.jp::acaa808a-f809-4ef9-8028-a2ce14b82415" providerId="AD" clId="Web-{281EBE9C-CE25-C753-01A4-2102C7F0594D}" dt="2025-09-03T03:05:46.193" v="105"/>
      <pc:docMkLst>
        <pc:docMk/>
      </pc:docMkLst>
      <pc:sldChg chg="modSp del">
        <pc:chgData name="野村康二" userId="S::kouji.nomura@system-exe.jp::acaa808a-f809-4ef9-8028-a2ce14b82415" providerId="AD" clId="Web-{281EBE9C-CE25-C753-01A4-2102C7F0594D}" dt="2025-09-03T03:05:46.193" v="105"/>
        <pc:sldMkLst>
          <pc:docMk/>
          <pc:sldMk cId="2453405637" sldId="923"/>
        </pc:sldMkLst>
      </pc:sldChg>
      <pc:sldChg chg="modSp">
        <pc:chgData name="野村康二" userId="S::kouji.nomura@system-exe.jp::acaa808a-f809-4ef9-8028-a2ce14b82415" providerId="AD" clId="Web-{281EBE9C-CE25-C753-01A4-2102C7F0594D}" dt="2025-09-03T01:27:11.808" v="12" actId="1076"/>
        <pc:sldMkLst>
          <pc:docMk/>
          <pc:sldMk cId="3261265475" sldId="932"/>
        </pc:sldMkLst>
      </pc:sldChg>
      <pc:sldChg chg="add replId">
        <pc:chgData name="野村康二" userId="S::kouji.nomura@system-exe.jp::acaa808a-f809-4ef9-8028-a2ce14b82415" providerId="AD" clId="Web-{281EBE9C-CE25-C753-01A4-2102C7F0594D}" dt="2025-09-03T02:59:28.442" v="13"/>
        <pc:sldMkLst>
          <pc:docMk/>
          <pc:sldMk cId="3390287274" sldId="937"/>
        </pc:sldMkLst>
      </pc:sldChg>
    </pc:docChg>
  </pc:docChgLst>
  <pc:docChgLst>
    <pc:chgData name="野村康二" userId="S::kouji.nomura@system-exe.jp::acaa808a-f809-4ef9-8028-a2ce14b82415" providerId="AD" clId="Web-{FB9D6ED6-A029-C641-88F1-EE060325BEA0}"/>
    <pc:docChg chg="modSld">
      <pc:chgData name="野村康二" userId="S::kouji.nomura@system-exe.jp::acaa808a-f809-4ef9-8028-a2ce14b82415" providerId="AD" clId="Web-{FB9D6ED6-A029-C641-88F1-EE060325BEA0}" dt="2025-06-19T07:34:08.614" v="10" actId="20577"/>
      <pc:docMkLst>
        <pc:docMk/>
      </pc:docMkLst>
      <pc:sldChg chg="modSp">
        <pc:chgData name="野村康二" userId="S::kouji.nomura@system-exe.jp::acaa808a-f809-4ef9-8028-a2ce14b82415" providerId="AD" clId="Web-{FB9D6ED6-A029-C641-88F1-EE060325BEA0}" dt="2025-06-19T07:34:08.614" v="10" actId="20577"/>
        <pc:sldMkLst>
          <pc:docMk/>
          <pc:sldMk cId="3325638293" sldId="749"/>
        </pc:sldMkLst>
      </pc:sldChg>
    </pc:docChg>
  </pc:docChgLst>
  <pc:docChgLst>
    <pc:chgData name="髙木義尚" userId="569243e4-97af-4d6d-9d5a-182c7fe88d85" providerId="ADAL" clId="{B6EE12F5-13F6-41F6-A7AF-DFF42A52D144}"/>
    <pc:docChg chg="undo custSel modSld">
      <pc:chgData name="髙木義尚" userId="569243e4-97af-4d6d-9d5a-182c7fe88d85" providerId="ADAL" clId="{B6EE12F5-13F6-41F6-A7AF-DFF42A52D144}" dt="2025-10-08T02:38:35.789" v="382" actId="20577"/>
      <pc:docMkLst>
        <pc:docMk/>
      </pc:docMkLst>
      <pc:sldChg chg="addSp modSp mod">
        <pc:chgData name="髙木義尚" userId="569243e4-97af-4d6d-9d5a-182c7fe88d85" providerId="ADAL" clId="{B6EE12F5-13F6-41F6-A7AF-DFF42A52D144}" dt="2025-10-08T02:38:35.789" v="382" actId="20577"/>
        <pc:sldMkLst>
          <pc:docMk/>
          <pc:sldMk cId="3560606343" sldId="766"/>
        </pc:sldMkLst>
        <pc:spChg chg="add mod">
          <ac:chgData name="髙木義尚" userId="569243e4-97af-4d6d-9d5a-182c7fe88d85" providerId="ADAL" clId="{B6EE12F5-13F6-41F6-A7AF-DFF42A52D144}" dt="2025-10-08T02:38:35.789" v="382" actId="20577"/>
          <ac:spMkLst>
            <pc:docMk/>
            <pc:sldMk cId="3560606343" sldId="766"/>
            <ac:spMk id="3" creationId="{2D1D2203-4BE8-6E77-CB22-C58CAF7E1B7D}"/>
          </ac:spMkLst>
        </pc:spChg>
        <pc:graphicFrameChg chg="mod modGraphic">
          <ac:chgData name="髙木義尚" userId="569243e4-97af-4d6d-9d5a-182c7fe88d85" providerId="ADAL" clId="{B6EE12F5-13F6-41F6-A7AF-DFF42A52D144}" dt="2025-10-08T02:35:24.328" v="281" actId="14100"/>
          <ac:graphicFrameMkLst>
            <pc:docMk/>
            <pc:sldMk cId="3560606343" sldId="766"/>
            <ac:graphicFrameMk id="9" creationId="{2864E947-18B0-4839-AED3-D416F628DDF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2025/10/14</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2025/10/14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6</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7</a:t>
            </a:fld>
            <a:endParaRPr kumimoji="1" lang="ja-JP" altLang="en-US"/>
          </a:p>
        </p:txBody>
      </p:sp>
    </p:spTree>
    <p:extLst>
      <p:ext uri="{BB962C8B-B14F-4D97-AF65-F5344CB8AC3E}">
        <p14:creationId xmlns:p14="http://schemas.microsoft.com/office/powerpoint/2010/main" val="2505594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C57080C-E8FE-C146-B769-6100616B65A7}" type="slidenum">
              <a:rPr kumimoji="1" lang="ja-JP" altLang="en-US" smtClean="0"/>
              <a:t>10</a:t>
            </a:fld>
            <a:endParaRPr kumimoji="1" lang="ja-JP" altLang="en-US"/>
          </a:p>
        </p:txBody>
      </p:sp>
    </p:spTree>
    <p:extLst>
      <p:ext uri="{BB962C8B-B14F-4D97-AF65-F5344CB8AC3E}">
        <p14:creationId xmlns:p14="http://schemas.microsoft.com/office/powerpoint/2010/main" val="38105827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2025/06/16</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2025/06/16</a:t>
            </a:r>
            <a:endParaRPr lang="en-US"/>
          </a:p>
        </p:txBody>
      </p:sp>
      <p:sp>
        <p:nvSpPr>
          <p:cNvPr id="4" name="Footer Placeholder 3"/>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2025/06/16</a:t>
            </a:r>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2025/06/16</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hdr="0" dt="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584508" y="3715553"/>
            <a:ext cx="8640000" cy="768000"/>
          </a:xfrm>
        </p:spPr>
        <p:txBody>
          <a:bodyPr>
            <a:noAutofit/>
          </a:bodyPr>
          <a:lstStyle/>
          <a:p>
            <a:r>
              <a:rPr kumimoji="1" lang="ja-JP" altLang="en-US" sz="4400" dirty="0"/>
              <a:t>概算お見積もり</a:t>
            </a:r>
            <a:r>
              <a:rPr kumimoji="1" lang="en-US" altLang="ja-JP" sz="2800" dirty="0"/>
              <a:t>(</a:t>
            </a:r>
            <a:r>
              <a:rPr kumimoji="1" lang="ja-JP" altLang="en-US" sz="2800" dirty="0"/>
              <a:t>第</a:t>
            </a:r>
            <a:r>
              <a:rPr kumimoji="1" lang="en-US" altLang="ja-JP" sz="2800" dirty="0"/>
              <a:t>3.1</a:t>
            </a:r>
            <a:r>
              <a:rPr kumimoji="1" lang="ja-JP" altLang="en-US" sz="2800" dirty="0"/>
              <a:t>版）</a:t>
            </a:r>
            <a:endParaRPr kumimoji="1" lang="ja-JP" altLang="en-US" sz="4400" dirty="0"/>
          </a:p>
        </p:txBody>
      </p:sp>
      <p:sp>
        <p:nvSpPr>
          <p:cNvPr id="4" name="サブタイトル 3"/>
          <p:cNvSpPr>
            <a:spLocks noGrp="1"/>
          </p:cNvSpPr>
          <p:nvPr>
            <p:ph type="subTitle" idx="1"/>
          </p:nvPr>
        </p:nvSpPr>
        <p:spPr>
          <a:xfrm>
            <a:off x="575999" y="2327365"/>
            <a:ext cx="9634800" cy="1512635"/>
          </a:xfrm>
        </p:spPr>
        <p:txBody>
          <a:bodyPr>
            <a:normAutofit/>
          </a:bodyPr>
          <a:lstStyle/>
          <a:p>
            <a:r>
              <a:rPr lang="ja-JP" altLang="en-US" sz="3600" dirty="0"/>
              <a:t>次世代研</a:t>
            </a:r>
            <a:r>
              <a:rPr lang="en-US" altLang="ja-JP" sz="3600" dirty="0"/>
              <a:t>SWAN</a:t>
            </a:r>
            <a:r>
              <a:rPr lang="ja-JP" altLang="en-US" sz="3600" dirty="0"/>
              <a:t>システム</a:t>
            </a:r>
            <a:endParaRPr lang="en-US" altLang="ja-JP" sz="3600" dirty="0"/>
          </a:p>
          <a:p>
            <a:r>
              <a:rPr lang="ja-JP" altLang="en-US" sz="3600" dirty="0"/>
              <a:t>縮小版共通基盤移行（開発工程以降）</a:t>
            </a:r>
            <a:endParaRPr kumimoji="1" lang="ja-JP" altLang="en-US" sz="4000" dirty="0"/>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dirty="0"/>
              <a:t>2025/10/8</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１</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はじめに</a:t>
            </a:r>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06000" y="936000"/>
            <a:ext cx="10980000"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本資料は別紙資料</a:t>
            </a:r>
            <a:br>
              <a:rPr lang="en-US" altLang="ja-JP">
                <a:solidFill>
                  <a:srgbClr val="000000"/>
                </a:solidFill>
              </a:rPr>
            </a:br>
            <a:r>
              <a:rPr lang="ja-JP" altLang="en-US">
                <a:solidFill>
                  <a:srgbClr val="000000"/>
                </a:solidFill>
              </a:rPr>
              <a:t>「</a:t>
            </a:r>
            <a:r>
              <a:rPr lang="en-US" altLang="ja-JP"/>
              <a:t>【23-25</a:t>
            </a:r>
            <a:r>
              <a:rPr lang="ja-JP" altLang="en-US"/>
              <a:t>共通基盤更新</a:t>
            </a:r>
            <a:r>
              <a:rPr lang="en-US" altLang="ja-JP"/>
              <a:t>】</a:t>
            </a:r>
            <a:r>
              <a:rPr lang="ja-JP" altLang="en-US"/>
              <a:t>共通基盤更新プロジェクト アプリ移行に向けた見積もりのご依頼</a:t>
            </a:r>
            <a:r>
              <a:rPr lang="en-US" altLang="ja-JP"/>
              <a:t>.pptx</a:t>
            </a:r>
            <a:r>
              <a:rPr kumimoji="1" lang="ja-JP" altLang="en-US"/>
              <a:t>」の</a:t>
            </a:r>
            <a:r>
              <a:rPr lang="en-US" altLang="ja-JP">
                <a:solidFill>
                  <a:srgbClr val="000000"/>
                </a:solidFill>
              </a:rPr>
              <a:t>Azure</a:t>
            </a:r>
            <a:r>
              <a:rPr lang="ja-JP" altLang="en-US">
                <a:solidFill>
                  <a:srgbClr val="000000"/>
                </a:solidFill>
              </a:rPr>
              <a:t>移行の進め方（全体方針）に基づき、次世代研</a:t>
            </a:r>
            <a:r>
              <a:rPr lang="en-US" altLang="ja-JP">
                <a:solidFill>
                  <a:srgbClr val="000000"/>
                </a:solidFill>
              </a:rPr>
              <a:t>SWAN</a:t>
            </a:r>
            <a:r>
              <a:rPr lang="ja-JP" altLang="en-US">
                <a:solidFill>
                  <a:srgbClr val="000000"/>
                </a:solidFill>
              </a:rPr>
              <a:t>の移行に関し、参考のため概算お見積もりを行った資料です。</a:t>
            </a:r>
            <a:endParaRPr lang="ja-JP" altLang="en-US" sz="2000"/>
          </a:p>
        </p:txBody>
      </p:sp>
      <p:sp>
        <p:nvSpPr>
          <p:cNvPr id="5" name="スライド番号プレースホルダー 4">
            <a:extLst>
              <a:ext uri="{FF2B5EF4-FFF2-40B4-BE49-F238E27FC236}">
                <a16:creationId xmlns:a16="http://schemas.microsoft.com/office/drawing/2014/main" id="{786C3C93-EC27-651C-061A-DD634245322A}"/>
              </a:ext>
            </a:extLst>
          </p:cNvPr>
          <p:cNvSpPr>
            <a:spLocks noGrp="1"/>
          </p:cNvSpPr>
          <p:nvPr>
            <p:ph type="sldNum" sz="quarter" idx="12"/>
          </p:nvPr>
        </p:nvSpPr>
        <p:spPr/>
        <p:txBody>
          <a:bodyPr/>
          <a:lstStyle/>
          <a:p>
            <a:fld id="{26CA5134-5AAC-D342-B763-43605FECB385}" type="slidenum">
              <a:rPr kumimoji="1" lang="ja-JP" altLang="en-US" smtClean="0"/>
              <a:pPr/>
              <a:t>1</a:t>
            </a:fld>
            <a:endParaRPr kumimoji="1" lang="ja-JP" altLang="en-US" sz="700"/>
          </a:p>
        </p:txBody>
      </p:sp>
      <p:sp>
        <p:nvSpPr>
          <p:cNvPr id="6" name="フッター プレースホルダー 2">
            <a:extLst>
              <a:ext uri="{FF2B5EF4-FFF2-40B4-BE49-F238E27FC236}">
                <a16:creationId xmlns:a16="http://schemas.microsoft.com/office/drawing/2014/main" id="{8837CEF3-337B-8107-EEB0-0920CD0CF406}"/>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Tree>
    <p:extLst>
      <p:ext uri="{BB962C8B-B14F-4D97-AF65-F5344CB8AC3E}">
        <p14:creationId xmlns:p14="http://schemas.microsoft.com/office/powerpoint/2010/main" val="3773316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お見積り範囲</a:t>
            </a:r>
            <a:endParaRPr kumimoji="1" lang="ja-JP" altLang="en-US">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5999" y="936000"/>
            <a:ext cx="11465927"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① 縮小版共通基盤へのシステム資産移行</a:t>
            </a:r>
            <a:br>
              <a:rPr lang="en-US" altLang="ja-JP">
                <a:solidFill>
                  <a:srgbClr val="000000"/>
                </a:solidFill>
              </a:rPr>
            </a:br>
            <a:r>
              <a:rPr lang="en-US" altLang="ja-JP">
                <a:solidFill>
                  <a:srgbClr val="000000"/>
                </a:solidFill>
              </a:rPr>
              <a:t>     </a:t>
            </a:r>
            <a:r>
              <a:rPr lang="ja-JP" altLang="en-US" b="1">
                <a:solidFill>
                  <a:srgbClr val="000000"/>
                </a:solidFill>
              </a:rPr>
              <a:t>・縮小版共通基盤への次世代研</a:t>
            </a:r>
            <a:r>
              <a:rPr lang="en-US" altLang="ja-JP" b="1">
                <a:solidFill>
                  <a:srgbClr val="000000"/>
                </a:solidFill>
              </a:rPr>
              <a:t>SWAN</a:t>
            </a:r>
            <a:r>
              <a:rPr lang="ja-JP" altLang="en-US" b="1">
                <a:solidFill>
                  <a:srgbClr val="000000"/>
                </a:solidFill>
              </a:rPr>
              <a:t>システム資産移行及びアプリケーション構築、動作検証の実施</a:t>
            </a:r>
            <a:endParaRPr lang="en-US" altLang="ja-JP" b="1">
              <a:solidFill>
                <a:srgbClr val="000000"/>
              </a:solidFill>
            </a:endParaRPr>
          </a:p>
          <a:p>
            <a:endParaRPr lang="en-US" altLang="ja-JP">
              <a:solidFill>
                <a:srgbClr val="000000"/>
              </a:solidFill>
            </a:endParaRPr>
          </a:p>
          <a:p>
            <a:r>
              <a:rPr lang="ja-JP" altLang="en-US" strike="sngStrike">
                <a:solidFill>
                  <a:srgbClr val="000000"/>
                </a:solidFill>
              </a:rPr>
              <a:t>② その他共通基盤の環境移行に際する支援</a:t>
            </a:r>
            <a:endParaRPr lang="en-US" altLang="ja-JP" b="1" strike="sngStrike">
              <a:solidFill>
                <a:srgbClr val="000000"/>
              </a:solidFill>
            </a:endParaRPr>
          </a:p>
          <a:p>
            <a:r>
              <a:rPr lang="en-US" altLang="ja-JP" strike="sngStrike">
                <a:solidFill>
                  <a:srgbClr val="000000"/>
                </a:solidFill>
              </a:rPr>
              <a:t>      </a:t>
            </a:r>
            <a:r>
              <a:rPr lang="ja-JP" altLang="en-US" b="1" strike="sngStrike">
                <a:solidFill>
                  <a:srgbClr val="000000"/>
                </a:solidFill>
              </a:rPr>
              <a:t>・環境移行する基盤（</a:t>
            </a:r>
            <a:r>
              <a:rPr lang="en-US" altLang="ja-JP" b="1" strike="sngStrike">
                <a:solidFill>
                  <a:srgbClr val="000000"/>
                </a:solidFill>
              </a:rPr>
              <a:t>EDI</a:t>
            </a:r>
            <a:r>
              <a:rPr lang="ja-JP" altLang="en-US" b="1" strike="sngStrike">
                <a:solidFill>
                  <a:srgbClr val="000000"/>
                </a:solidFill>
              </a:rPr>
              <a:t>基盤、連携基盤</a:t>
            </a:r>
            <a:r>
              <a:rPr lang="en-US" altLang="ja-JP" b="1" strike="sngStrike">
                <a:solidFill>
                  <a:srgbClr val="000000"/>
                </a:solidFill>
              </a:rPr>
              <a:t>S/L</a:t>
            </a:r>
            <a:r>
              <a:rPr lang="ja-JP" altLang="en-US" b="1" strike="sngStrike">
                <a:solidFill>
                  <a:srgbClr val="000000"/>
                </a:solidFill>
              </a:rPr>
              <a:t>）において、</a:t>
            </a:r>
            <a:br>
              <a:rPr lang="en-US" altLang="ja-JP" b="1" strike="sngStrike">
                <a:solidFill>
                  <a:srgbClr val="000000"/>
                </a:solidFill>
              </a:rPr>
            </a:br>
            <a:r>
              <a:rPr lang="en-US" altLang="ja-JP" b="1" strike="sngStrike">
                <a:solidFill>
                  <a:srgbClr val="000000"/>
                </a:solidFill>
              </a:rPr>
              <a:t>         </a:t>
            </a:r>
            <a:r>
              <a:rPr lang="ja-JP" altLang="en-US" b="1" strike="sngStrike">
                <a:solidFill>
                  <a:srgbClr val="000000"/>
                </a:solidFill>
              </a:rPr>
              <a:t>次世代研</a:t>
            </a:r>
            <a:r>
              <a:rPr lang="en-US" altLang="ja-JP" b="1" strike="sngStrike">
                <a:solidFill>
                  <a:srgbClr val="000000"/>
                </a:solidFill>
              </a:rPr>
              <a:t>SWAN</a:t>
            </a:r>
            <a:r>
              <a:rPr lang="ja-JP" altLang="en-US" b="1" strike="sngStrike">
                <a:solidFill>
                  <a:srgbClr val="000000"/>
                </a:solidFill>
              </a:rPr>
              <a:t>システムで接続先変更や動作確認等の実施</a:t>
            </a:r>
            <a:br>
              <a:rPr lang="en-US" altLang="ja-JP" b="1">
                <a:solidFill>
                  <a:srgbClr val="000000"/>
                </a:solidFill>
              </a:rPr>
            </a:br>
            <a:r>
              <a:rPr lang="ja-JP" altLang="en-US" b="1">
                <a:solidFill>
                  <a:srgbClr val="000000"/>
                </a:solidFill>
              </a:rPr>
              <a:t>　　　</a:t>
            </a:r>
            <a:r>
              <a:rPr lang="ja-JP" altLang="en-US" b="1">
                <a:solidFill>
                  <a:srgbClr val="FF0000"/>
                </a:solidFill>
              </a:rPr>
              <a:t>⇒</a:t>
            </a:r>
            <a:r>
              <a:rPr lang="en-US" altLang="ja-JP" b="1">
                <a:solidFill>
                  <a:srgbClr val="FF0000"/>
                </a:solidFill>
              </a:rPr>
              <a:t>PI</a:t>
            </a:r>
            <a:r>
              <a:rPr lang="ja-JP" altLang="en-US" b="1">
                <a:solidFill>
                  <a:srgbClr val="FF0000"/>
                </a:solidFill>
              </a:rPr>
              <a:t>・</a:t>
            </a:r>
            <a:r>
              <a:rPr lang="en-US" altLang="ja-JP" b="1">
                <a:solidFill>
                  <a:srgbClr val="FF0000"/>
                </a:solidFill>
              </a:rPr>
              <a:t>DIH</a:t>
            </a:r>
            <a:r>
              <a:rPr lang="ja-JP" altLang="en-US" b="1">
                <a:solidFill>
                  <a:srgbClr val="FF0000"/>
                </a:solidFill>
              </a:rPr>
              <a:t>移行が</a:t>
            </a:r>
            <a:r>
              <a:rPr lang="en-US" altLang="ja-JP" b="1">
                <a:solidFill>
                  <a:srgbClr val="FF0000"/>
                </a:solidFill>
              </a:rPr>
              <a:t>8/17</a:t>
            </a:r>
            <a:r>
              <a:rPr lang="ja-JP" altLang="en-US" b="1">
                <a:solidFill>
                  <a:srgbClr val="FF0000"/>
                </a:solidFill>
              </a:rPr>
              <a:t>に実施されるため、本見積からは除外いたします。</a:t>
            </a:r>
            <a:br>
              <a:rPr lang="en-US" altLang="ja-JP" b="1">
                <a:solidFill>
                  <a:srgbClr val="FF0000"/>
                </a:solidFill>
              </a:rPr>
            </a:br>
            <a:r>
              <a:rPr lang="ja-JP" altLang="en-US" b="1">
                <a:solidFill>
                  <a:srgbClr val="FF0000"/>
                </a:solidFill>
              </a:rPr>
              <a:t>　　　　（移行における修正は不要。疎通テスト、切替後の初期流動対応は保守で対応）</a:t>
            </a:r>
            <a:endParaRPr lang="en-US" altLang="ja-JP" b="1">
              <a:solidFill>
                <a:srgbClr val="000000"/>
              </a:solidFill>
            </a:endParaRPr>
          </a:p>
          <a:p>
            <a:endParaRPr lang="en-US" altLang="ja-JP" b="1">
              <a:solidFill>
                <a:srgbClr val="000000"/>
              </a:solidFill>
            </a:endParaRPr>
          </a:p>
          <a:p>
            <a:endParaRPr lang="en-US" altLang="ja-JP" b="1">
              <a:solidFill>
                <a:srgbClr val="000000"/>
              </a:solidFill>
            </a:endParaRPr>
          </a:p>
          <a:p>
            <a:r>
              <a:rPr lang="en-US" altLang="ja-JP" b="1">
                <a:solidFill>
                  <a:srgbClr val="FF0000"/>
                </a:solidFill>
              </a:rPr>
              <a:t>※</a:t>
            </a:r>
            <a:r>
              <a:rPr lang="ja-JP" altLang="en-US" b="1">
                <a:solidFill>
                  <a:srgbClr val="FF0000"/>
                </a:solidFill>
              </a:rPr>
              <a:t>お見積り範囲外</a:t>
            </a:r>
            <a:endParaRPr lang="en-US" altLang="ja-JP" b="1">
              <a:solidFill>
                <a:srgbClr val="FF0000"/>
              </a:solidFill>
            </a:endParaRPr>
          </a:p>
          <a:p>
            <a:r>
              <a:rPr lang="ja-JP" altLang="en-US" b="1">
                <a:solidFill>
                  <a:srgbClr val="FF0000"/>
                </a:solidFill>
              </a:rPr>
              <a:t>　次世代研</a:t>
            </a:r>
            <a:r>
              <a:rPr lang="en-US" altLang="ja-JP" b="1">
                <a:solidFill>
                  <a:srgbClr val="FF0000"/>
                </a:solidFill>
              </a:rPr>
              <a:t>SWAN</a:t>
            </a:r>
            <a:r>
              <a:rPr lang="ja-JP" altLang="en-US" b="1">
                <a:solidFill>
                  <a:srgbClr val="FF0000"/>
                </a:solidFill>
              </a:rPr>
              <a:t>システム内の</a:t>
            </a:r>
            <a:r>
              <a:rPr lang="en-US" altLang="ja-JP" b="1">
                <a:solidFill>
                  <a:srgbClr val="FF0000"/>
                </a:solidFill>
              </a:rPr>
              <a:t>LIMS</a:t>
            </a:r>
            <a:r>
              <a:rPr lang="ja-JP" altLang="en-US" b="1">
                <a:solidFill>
                  <a:srgbClr val="FF0000"/>
                </a:solidFill>
              </a:rPr>
              <a:t>機能のみを移行対象とし、その他機能に関しては運用廃止のため、</a:t>
            </a:r>
            <a:br>
              <a:rPr lang="en-US" altLang="ja-JP" b="1">
                <a:solidFill>
                  <a:srgbClr val="FF0000"/>
                </a:solidFill>
              </a:rPr>
            </a:br>
            <a:r>
              <a:rPr lang="ja-JP" altLang="en-US" b="1">
                <a:solidFill>
                  <a:srgbClr val="FF0000"/>
                </a:solidFill>
              </a:rPr>
              <a:t>　改修・動作検証等の作業はいたしません。</a:t>
            </a:r>
            <a:br>
              <a:rPr lang="en-US" altLang="ja-JP" b="1">
                <a:solidFill>
                  <a:srgbClr val="FF0000"/>
                </a:solidFill>
              </a:rPr>
            </a:br>
            <a:r>
              <a:rPr lang="ja-JP" altLang="en-US" b="1">
                <a:solidFill>
                  <a:srgbClr val="FF0000"/>
                </a:solidFill>
              </a:rPr>
              <a:t>　</a:t>
            </a:r>
            <a:r>
              <a:rPr lang="en-US" altLang="ja-JP" b="1">
                <a:solidFill>
                  <a:srgbClr val="FF0000"/>
                </a:solidFill>
              </a:rPr>
              <a:t>(</a:t>
            </a:r>
            <a:r>
              <a:rPr lang="ja-JP" altLang="en-US" b="1">
                <a:solidFill>
                  <a:srgbClr val="FF0000"/>
                </a:solidFill>
              </a:rPr>
              <a:t>現行アプリケーションをそのまま移行するため、資産としては移行されますが、テスト対象外とします。</a:t>
            </a:r>
            <a:r>
              <a:rPr lang="en-US" altLang="ja-JP" b="1">
                <a:solidFill>
                  <a:srgbClr val="FF0000"/>
                </a:solidFill>
              </a:rPr>
              <a:t>)</a:t>
            </a:r>
          </a:p>
        </p:txBody>
      </p:sp>
      <p:sp>
        <p:nvSpPr>
          <p:cNvPr id="6" name="スライド番号プレースホルダー 5">
            <a:extLst>
              <a:ext uri="{FF2B5EF4-FFF2-40B4-BE49-F238E27FC236}">
                <a16:creationId xmlns:a16="http://schemas.microsoft.com/office/drawing/2014/main" id="{6761A943-443A-3826-CB1E-8583E5F9C6B5}"/>
              </a:ext>
            </a:extLst>
          </p:cNvPr>
          <p:cNvSpPr>
            <a:spLocks noGrp="1"/>
          </p:cNvSpPr>
          <p:nvPr>
            <p:ph type="sldNum" sz="quarter" idx="12"/>
          </p:nvPr>
        </p:nvSpPr>
        <p:spPr/>
        <p:txBody>
          <a:bodyPr/>
          <a:lstStyle/>
          <a:p>
            <a:fld id="{26CA5134-5AAC-D342-B763-43605FECB385}" type="slidenum">
              <a:rPr kumimoji="1" lang="ja-JP" altLang="en-US" smtClean="0"/>
              <a:pPr/>
              <a:t>2</a:t>
            </a:fld>
            <a:endParaRPr kumimoji="1" lang="ja-JP" altLang="en-US" sz="700"/>
          </a:p>
        </p:txBody>
      </p:sp>
      <p:sp>
        <p:nvSpPr>
          <p:cNvPr id="7" name="フッター プレースホルダー 2">
            <a:extLst>
              <a:ext uri="{FF2B5EF4-FFF2-40B4-BE49-F238E27FC236}">
                <a16:creationId xmlns:a16="http://schemas.microsoft.com/office/drawing/2014/main" id="{02FB030C-40AB-168F-C840-9082C23C3AE4}"/>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Tree>
    <p:extLst>
      <p:ext uri="{BB962C8B-B14F-4D97-AF65-F5344CB8AC3E}">
        <p14:creationId xmlns:p14="http://schemas.microsoft.com/office/powerpoint/2010/main" val="3660799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57D0C-9DB0-EA29-5684-E9F5A78C2A05}"/>
            </a:ext>
          </a:extLst>
        </p:cNvPr>
        <p:cNvGrpSpPr/>
        <p:nvPr/>
      </p:nvGrpSpPr>
      <p:grpSpPr>
        <a:xfrm>
          <a:off x="0" y="0"/>
          <a:ext cx="0" cy="0"/>
          <a:chOff x="0" y="0"/>
          <a:chExt cx="0" cy="0"/>
        </a:xfrm>
      </p:grpSpPr>
      <p:sp>
        <p:nvSpPr>
          <p:cNvPr id="78" name="正方形/長方形 77">
            <a:extLst>
              <a:ext uri="{FF2B5EF4-FFF2-40B4-BE49-F238E27FC236}">
                <a16:creationId xmlns:a16="http://schemas.microsoft.com/office/drawing/2014/main" id="{EEACD9F8-4403-3BEF-6954-42C71EBC338A}"/>
              </a:ext>
            </a:extLst>
          </p:cNvPr>
          <p:cNvSpPr/>
          <p:nvPr/>
        </p:nvSpPr>
        <p:spPr>
          <a:xfrm>
            <a:off x="7113786" y="2629584"/>
            <a:ext cx="4456614" cy="3812387"/>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ltLang="ja-JP" sz="1600" b="1">
              <a:solidFill>
                <a:schemeClr val="tx1"/>
              </a:solidFill>
              <a:latin typeface="+mn-ea"/>
            </a:endParaRPr>
          </a:p>
          <a:p>
            <a:pPr algn="ctr"/>
            <a:endParaRPr lang="ja-JP" altLang="en-US" sz="1600" b="1">
              <a:solidFill>
                <a:schemeClr val="tx1"/>
              </a:solidFill>
              <a:latin typeface="+mn-ea"/>
            </a:endParaRPr>
          </a:p>
        </p:txBody>
      </p:sp>
      <p:sp>
        <p:nvSpPr>
          <p:cNvPr id="73" name="正方形/長方形 72">
            <a:extLst>
              <a:ext uri="{FF2B5EF4-FFF2-40B4-BE49-F238E27FC236}">
                <a16:creationId xmlns:a16="http://schemas.microsoft.com/office/drawing/2014/main" id="{5B82FC32-D68A-3236-D268-A85D755F64B7}"/>
              </a:ext>
            </a:extLst>
          </p:cNvPr>
          <p:cNvSpPr/>
          <p:nvPr/>
        </p:nvSpPr>
        <p:spPr>
          <a:xfrm>
            <a:off x="576000" y="766598"/>
            <a:ext cx="6539754" cy="5675373"/>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館林</a:t>
            </a:r>
            <a:r>
              <a:rPr lang="en-US" altLang="ja-JP" sz="1600" b="1">
                <a:solidFill>
                  <a:schemeClr val="tx1"/>
                </a:solidFill>
                <a:latin typeface="+mn-ea"/>
              </a:rPr>
              <a:t>DC</a:t>
            </a:r>
            <a:endParaRPr lang="ja-JP" altLang="en-US" sz="1600" b="1">
              <a:solidFill>
                <a:schemeClr val="tx1"/>
              </a:solidFill>
              <a:latin typeface="+mn-ea"/>
            </a:endParaRPr>
          </a:p>
        </p:txBody>
      </p:sp>
      <p:sp>
        <p:nvSpPr>
          <p:cNvPr id="147" name="正方形/長方形 146">
            <a:extLst>
              <a:ext uri="{FF2B5EF4-FFF2-40B4-BE49-F238E27FC236}">
                <a16:creationId xmlns:a16="http://schemas.microsoft.com/office/drawing/2014/main" id="{DEDC5834-EAA7-1292-764C-A47320550921}"/>
              </a:ext>
            </a:extLst>
          </p:cNvPr>
          <p:cNvSpPr/>
          <p:nvPr/>
        </p:nvSpPr>
        <p:spPr>
          <a:xfrm>
            <a:off x="4033656" y="5802116"/>
            <a:ext cx="4456614" cy="601414"/>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latin typeface="+mn-ea"/>
              </a:rPr>
              <a:t>Azure</a:t>
            </a:r>
            <a:endParaRPr lang="ja-JP" altLang="en-US" sz="1600" b="1">
              <a:solidFill>
                <a:schemeClr val="tx1"/>
              </a:solidFill>
              <a:latin typeface="+mn-ea"/>
            </a:endParaRPr>
          </a:p>
        </p:txBody>
      </p:sp>
      <p:sp>
        <p:nvSpPr>
          <p:cNvPr id="116" name="正方形/長方形 115">
            <a:extLst>
              <a:ext uri="{FF2B5EF4-FFF2-40B4-BE49-F238E27FC236}">
                <a16:creationId xmlns:a16="http://schemas.microsoft.com/office/drawing/2014/main" id="{F1911D82-63D1-5B94-4A16-4786F4B50369}"/>
              </a:ext>
            </a:extLst>
          </p:cNvPr>
          <p:cNvSpPr/>
          <p:nvPr/>
        </p:nvSpPr>
        <p:spPr>
          <a:xfrm>
            <a:off x="4206730" y="4554075"/>
            <a:ext cx="2723031" cy="1237149"/>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連携基盤</a:t>
            </a:r>
          </a:p>
        </p:txBody>
      </p:sp>
      <p:sp>
        <p:nvSpPr>
          <p:cNvPr id="64" name="正方形/長方形 63">
            <a:extLst>
              <a:ext uri="{FF2B5EF4-FFF2-40B4-BE49-F238E27FC236}">
                <a16:creationId xmlns:a16="http://schemas.microsoft.com/office/drawing/2014/main" id="{4740E88C-9DC4-7367-DF6A-773C5BD21DB0}"/>
              </a:ext>
            </a:extLst>
          </p:cNvPr>
          <p:cNvSpPr/>
          <p:nvPr/>
        </p:nvSpPr>
        <p:spPr>
          <a:xfrm>
            <a:off x="8603421" y="5639675"/>
            <a:ext cx="2846636" cy="7128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バッチ実行サーバ</a:t>
            </a:r>
          </a:p>
        </p:txBody>
      </p:sp>
      <p:sp>
        <p:nvSpPr>
          <p:cNvPr id="105" name="正方形/長方形 104">
            <a:extLst>
              <a:ext uri="{FF2B5EF4-FFF2-40B4-BE49-F238E27FC236}">
                <a16:creationId xmlns:a16="http://schemas.microsoft.com/office/drawing/2014/main" id="{3231D27E-A026-1FD5-94FB-5CEE341E235E}"/>
              </a:ext>
            </a:extLst>
          </p:cNvPr>
          <p:cNvSpPr/>
          <p:nvPr/>
        </p:nvSpPr>
        <p:spPr>
          <a:xfrm>
            <a:off x="8727768" y="5912467"/>
            <a:ext cx="2442882" cy="349662"/>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63" name="正方形/長方形 62">
            <a:extLst>
              <a:ext uri="{FF2B5EF4-FFF2-40B4-BE49-F238E27FC236}">
                <a16:creationId xmlns:a16="http://schemas.microsoft.com/office/drawing/2014/main" id="{196F2F00-841B-34AA-13CF-B6E3B9CC26D9}"/>
              </a:ext>
            </a:extLst>
          </p:cNvPr>
          <p:cNvSpPr/>
          <p:nvPr/>
        </p:nvSpPr>
        <p:spPr>
          <a:xfrm>
            <a:off x="8593299" y="3202436"/>
            <a:ext cx="2846636" cy="2224137"/>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バッチスケジュールサーバ</a:t>
            </a:r>
          </a:p>
        </p:txBody>
      </p:sp>
      <p:sp>
        <p:nvSpPr>
          <p:cNvPr id="104" name="正方形/長方形 103">
            <a:extLst>
              <a:ext uri="{FF2B5EF4-FFF2-40B4-BE49-F238E27FC236}">
                <a16:creationId xmlns:a16="http://schemas.microsoft.com/office/drawing/2014/main" id="{261BFEC0-D8E2-B065-7AAB-65CD21F8A642}"/>
              </a:ext>
            </a:extLst>
          </p:cNvPr>
          <p:cNvSpPr/>
          <p:nvPr/>
        </p:nvSpPr>
        <p:spPr>
          <a:xfrm>
            <a:off x="8736859" y="3522837"/>
            <a:ext cx="2442882" cy="1804146"/>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3" name="正方形/長方形 2">
            <a:extLst>
              <a:ext uri="{FF2B5EF4-FFF2-40B4-BE49-F238E27FC236}">
                <a16:creationId xmlns:a16="http://schemas.microsoft.com/office/drawing/2014/main" id="{00000000-0008-0000-0400-000040000000}"/>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共通</a:t>
            </a:r>
            <a:r>
              <a:rPr lang="en-US" altLang="ja-JP" sz="1600" b="1">
                <a:solidFill>
                  <a:schemeClr val="tx1"/>
                </a:solidFill>
                <a:latin typeface="+mn-ea"/>
              </a:rPr>
              <a:t>Oracle</a:t>
            </a:r>
            <a:endParaRPr lang="ja-JP" altLang="en-US" sz="1600" b="1">
              <a:solidFill>
                <a:schemeClr val="tx1"/>
              </a:solidFill>
              <a:latin typeface="+mn-ea"/>
            </a:endParaRPr>
          </a:p>
        </p:txBody>
      </p:sp>
      <p:sp>
        <p:nvSpPr>
          <p:cNvPr id="98" name="正方形/長方形 97">
            <a:extLst>
              <a:ext uri="{FF2B5EF4-FFF2-40B4-BE49-F238E27FC236}">
                <a16:creationId xmlns:a16="http://schemas.microsoft.com/office/drawing/2014/main" id="{C4942FBE-2E11-EB51-381B-B921D13CB357}"/>
              </a:ext>
            </a:extLst>
          </p:cNvPr>
          <p:cNvSpPr/>
          <p:nvPr/>
        </p:nvSpPr>
        <p:spPr>
          <a:xfrm>
            <a:off x="828427" y="3052744"/>
            <a:ext cx="1866687" cy="3139334"/>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76" name="正方形/長方形 75">
            <a:extLst>
              <a:ext uri="{FF2B5EF4-FFF2-40B4-BE49-F238E27FC236}">
                <a16:creationId xmlns:a16="http://schemas.microsoft.com/office/drawing/2014/main" id="{4A49F36D-44D1-3E34-746D-367EE96A992C}"/>
              </a:ext>
            </a:extLst>
          </p:cNvPr>
          <p:cNvSpPr/>
          <p:nvPr/>
        </p:nvSpPr>
        <p:spPr>
          <a:xfrm>
            <a:off x="7109614" y="766597"/>
            <a:ext cx="4456614" cy="1868827"/>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latin typeface="+mn-ea"/>
              </a:rPr>
              <a:t>Azure</a:t>
            </a:r>
            <a:endParaRPr lang="ja-JP" altLang="en-US" sz="1600" b="1">
              <a:solidFill>
                <a:schemeClr val="tx1"/>
              </a:solidFill>
              <a:latin typeface="+mn-ea"/>
            </a:endParaRPr>
          </a:p>
        </p:txBody>
      </p:sp>
      <p:sp>
        <p:nvSpPr>
          <p:cNvPr id="57" name="正方形/長方形 56">
            <a:extLst>
              <a:ext uri="{FF2B5EF4-FFF2-40B4-BE49-F238E27FC236}">
                <a16:creationId xmlns:a16="http://schemas.microsoft.com/office/drawing/2014/main" id="{C42A30AC-F464-3465-7EEC-3BE990ED9A1A}"/>
              </a:ext>
            </a:extLst>
          </p:cNvPr>
          <p:cNvSpPr/>
          <p:nvPr/>
        </p:nvSpPr>
        <p:spPr>
          <a:xfrm>
            <a:off x="4206730" y="1132151"/>
            <a:ext cx="2723031" cy="3294174"/>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共通</a:t>
            </a:r>
            <a:r>
              <a:rPr lang="en-US" altLang="ja-JP" sz="1600" b="1">
                <a:solidFill>
                  <a:schemeClr val="tx1"/>
                </a:solidFill>
                <a:latin typeface="+mn-ea"/>
              </a:rPr>
              <a:t>AP</a:t>
            </a:r>
            <a:r>
              <a:rPr lang="ja-JP" altLang="en-US" sz="1600" b="1">
                <a:solidFill>
                  <a:schemeClr val="tx1"/>
                </a:solidFill>
                <a:latin typeface="+mn-ea"/>
              </a:rPr>
              <a:t>サーバ</a:t>
            </a:r>
          </a:p>
        </p:txBody>
      </p:sp>
      <p:sp>
        <p:nvSpPr>
          <p:cNvPr id="2" name="タイトル 1">
            <a:extLst>
              <a:ext uri="{FF2B5EF4-FFF2-40B4-BE49-F238E27FC236}">
                <a16:creationId xmlns:a16="http://schemas.microsoft.com/office/drawing/2014/main" id="{FB09025F-D1C4-75D4-7A31-B8E8F5692DF9}"/>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システム構成（</a:t>
            </a:r>
            <a:r>
              <a:rPr lang="en-US" altLang="ja-JP" err="1">
                <a:latin typeface="游明朝" panose="02020400000000000000" pitchFamily="18" charset="-128"/>
                <a:ea typeface="游明朝" panose="02020400000000000000" pitchFamily="18" charset="-128"/>
              </a:rPr>
              <a:t>AsIs</a:t>
            </a:r>
            <a:r>
              <a:rPr lang="ja-JP" altLang="en-US">
                <a:latin typeface="游明朝" panose="02020400000000000000" pitchFamily="18" charset="-128"/>
                <a:ea typeface="游明朝" panose="02020400000000000000" pitchFamily="18" charset="-128"/>
              </a:rPr>
              <a:t>）</a:t>
            </a:r>
            <a:endParaRPr kumimoji="1" lang="ja-JP" altLang="en-US">
              <a:latin typeface="游明朝" panose="02020400000000000000" pitchFamily="18" charset="-128"/>
              <a:ea typeface="游明朝" panose="02020400000000000000" pitchFamily="18" charset="-128"/>
            </a:endParaRPr>
          </a:p>
        </p:txBody>
      </p:sp>
      <p:sp>
        <p:nvSpPr>
          <p:cNvPr id="6" name="フローチャート : 磁気ディスク 66">
            <a:extLst>
              <a:ext uri="{FF2B5EF4-FFF2-40B4-BE49-F238E27FC236}">
                <a16:creationId xmlns:a16="http://schemas.microsoft.com/office/drawing/2014/main" id="{00000000-0008-0000-0400-000043000000}"/>
              </a:ext>
            </a:extLst>
          </p:cNvPr>
          <p:cNvSpPr/>
          <p:nvPr/>
        </p:nvSpPr>
        <p:spPr>
          <a:xfrm>
            <a:off x="1834397" y="2046241"/>
            <a:ext cx="952501" cy="907679"/>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ysClr val="windowText" lastClr="000000"/>
                </a:solidFill>
                <a:latin typeface="+mn-ea"/>
              </a:rPr>
              <a:t>ロール</a:t>
            </a:r>
            <a:endParaRPr kumimoji="1" lang="en-US" altLang="ja-JP" sz="800">
              <a:solidFill>
                <a:sysClr val="windowText" lastClr="000000"/>
              </a:solidFill>
              <a:latin typeface="+mn-ea"/>
            </a:endParaRPr>
          </a:p>
          <a:p>
            <a:pPr algn="ctr"/>
            <a:r>
              <a:rPr kumimoji="1" lang="ja-JP" altLang="en-US" sz="800">
                <a:solidFill>
                  <a:sysClr val="windowText" lastClr="000000"/>
                </a:solidFill>
                <a:latin typeface="+mn-ea"/>
              </a:rPr>
              <a:t>ユーザー情報</a:t>
            </a:r>
          </a:p>
        </p:txBody>
      </p:sp>
      <p:sp>
        <p:nvSpPr>
          <p:cNvPr id="7" name="Rectangle 92">
            <a:extLst>
              <a:ext uri="{FF2B5EF4-FFF2-40B4-BE49-F238E27FC236}">
                <a16:creationId xmlns:a16="http://schemas.microsoft.com/office/drawing/2014/main" id="{00000000-0008-0000-0400-000044000000}"/>
              </a:ext>
            </a:extLst>
          </p:cNvPr>
          <p:cNvSpPr>
            <a:spLocks noChangeArrowheads="1"/>
          </p:cNvSpPr>
          <p:nvPr/>
        </p:nvSpPr>
        <p:spPr bwMode="auto">
          <a:xfrm>
            <a:off x="4521576" y="1621297"/>
            <a:ext cx="2039472"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電子承認システム</a:t>
            </a:r>
          </a:p>
        </p:txBody>
      </p:sp>
      <p:sp>
        <p:nvSpPr>
          <p:cNvPr id="9" name="正方形/長方形 8">
            <a:extLst>
              <a:ext uri="{FF2B5EF4-FFF2-40B4-BE49-F238E27FC236}">
                <a16:creationId xmlns:a16="http://schemas.microsoft.com/office/drawing/2014/main" id="{00000000-0008-0000-0400-000042000000}"/>
              </a:ext>
            </a:extLst>
          </p:cNvPr>
          <p:cNvSpPr/>
          <p:nvPr/>
        </p:nvSpPr>
        <p:spPr>
          <a:xfrm>
            <a:off x="4319866" y="2428113"/>
            <a:ext cx="2442882" cy="180414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10" name="Rectangle 92">
            <a:extLst>
              <a:ext uri="{FF2B5EF4-FFF2-40B4-BE49-F238E27FC236}">
                <a16:creationId xmlns:a16="http://schemas.microsoft.com/office/drawing/2014/main" id="{00000000-0008-0000-0400-000045000000}"/>
              </a:ext>
            </a:extLst>
          </p:cNvPr>
          <p:cNvSpPr>
            <a:spLocks noChangeArrowheads="1"/>
          </p:cNvSpPr>
          <p:nvPr/>
        </p:nvSpPr>
        <p:spPr bwMode="auto">
          <a:xfrm>
            <a:off x="4555189" y="3100466"/>
            <a:ext cx="2039471"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100" b="1">
                <a:effectLst/>
                <a:latin typeface="+mn-ea"/>
                <a:cs typeface="+mn-cs"/>
              </a:rPr>
              <a:t>次世代研ＳＷＡＮ（ＬＩＭＳ）</a:t>
            </a:r>
            <a:endParaRPr lang="en-US" altLang="ja-JP" sz="1100" b="1">
              <a:effectLst/>
              <a:latin typeface="+mn-ea"/>
              <a:cs typeface="+mn-cs"/>
            </a:endParaRPr>
          </a:p>
          <a:p>
            <a:pPr algn="ctr"/>
            <a:r>
              <a:rPr lang="ja-JP" altLang="en-US" sz="1100" b="1">
                <a:effectLst/>
                <a:latin typeface="+mn-ea"/>
                <a:cs typeface="+mn-cs"/>
              </a:rPr>
              <a:t>システム</a:t>
            </a:r>
            <a:endParaRPr lang="ja-JP" altLang="ja-JP" sz="1000">
              <a:effectLst/>
              <a:latin typeface="+mn-ea"/>
            </a:endParaRPr>
          </a:p>
        </p:txBody>
      </p:sp>
      <p:sp>
        <p:nvSpPr>
          <p:cNvPr id="12" name="テキスト ボックス 82">
            <a:extLst>
              <a:ext uri="{FF2B5EF4-FFF2-40B4-BE49-F238E27FC236}">
                <a16:creationId xmlns:a16="http://schemas.microsoft.com/office/drawing/2014/main" id="{00000000-0008-0000-0400-000053000000}"/>
              </a:ext>
            </a:extLst>
          </p:cNvPr>
          <p:cNvSpPr txBox="1"/>
          <p:nvPr/>
        </p:nvSpPr>
        <p:spPr>
          <a:xfrm>
            <a:off x="844436" y="1567491"/>
            <a:ext cx="1591227"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（認証基盤スキーマ）</a:t>
            </a:r>
            <a:endParaRPr kumimoji="1" lang="en-US" altLang="ja-JP" sz="900">
              <a:latin typeface="+mn-ea"/>
            </a:endParaRPr>
          </a:p>
        </p:txBody>
      </p:sp>
      <p:sp>
        <p:nvSpPr>
          <p:cNvPr id="13" name="フローチャート : 磁気ディスク 83">
            <a:extLst>
              <a:ext uri="{FF2B5EF4-FFF2-40B4-BE49-F238E27FC236}">
                <a16:creationId xmlns:a16="http://schemas.microsoft.com/office/drawing/2014/main" id="{00000000-0008-0000-0400-000054000000}"/>
              </a:ext>
            </a:extLst>
          </p:cNvPr>
          <p:cNvSpPr/>
          <p:nvPr/>
        </p:nvSpPr>
        <p:spPr>
          <a:xfrm>
            <a:off x="835334" y="2023798"/>
            <a:ext cx="862246" cy="918917"/>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latin typeface="+mn-ea"/>
              </a:rPr>
              <a:t>伝票</a:t>
            </a:r>
            <a:endParaRPr kumimoji="1" lang="en-US" altLang="ja-JP" sz="900">
              <a:solidFill>
                <a:sysClr val="windowText" lastClr="000000"/>
              </a:solidFill>
              <a:latin typeface="+mn-ea"/>
            </a:endParaRPr>
          </a:p>
          <a:p>
            <a:pPr algn="ctr"/>
            <a:r>
              <a:rPr kumimoji="1" lang="ja-JP" altLang="en-US" sz="900">
                <a:solidFill>
                  <a:sysClr val="windowText" lastClr="000000"/>
                </a:solidFill>
                <a:latin typeface="+mn-ea"/>
              </a:rPr>
              <a:t>情報</a:t>
            </a:r>
          </a:p>
        </p:txBody>
      </p:sp>
      <p:sp>
        <p:nvSpPr>
          <p:cNvPr id="14" name="テキスト ボックス 85">
            <a:extLst>
              <a:ext uri="{FF2B5EF4-FFF2-40B4-BE49-F238E27FC236}">
                <a16:creationId xmlns:a16="http://schemas.microsoft.com/office/drawing/2014/main" id="{00000000-0008-0000-0400-000056000000}"/>
              </a:ext>
            </a:extLst>
          </p:cNvPr>
          <p:cNvSpPr txBox="1"/>
          <p:nvPr/>
        </p:nvSpPr>
        <p:spPr>
          <a:xfrm>
            <a:off x="5552520" y="1395131"/>
            <a:ext cx="1277470"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ログイン</a:t>
            </a:r>
            <a:endParaRPr kumimoji="1" lang="en-US" altLang="ja-JP" sz="900">
              <a:latin typeface="+mn-ea"/>
            </a:endParaRPr>
          </a:p>
        </p:txBody>
      </p:sp>
      <p:cxnSp>
        <p:nvCxnSpPr>
          <p:cNvPr id="15" name="直線矢印コネクタ 14">
            <a:extLst>
              <a:ext uri="{FF2B5EF4-FFF2-40B4-BE49-F238E27FC236}">
                <a16:creationId xmlns:a16="http://schemas.microsoft.com/office/drawing/2014/main" id="{00000000-0008-0000-0400-000061000000}"/>
              </a:ext>
            </a:extLst>
          </p:cNvPr>
          <p:cNvCxnSpPr>
            <a:stCxn id="7" idx="2"/>
            <a:endCxn id="9" idx="0"/>
          </p:cNvCxnSpPr>
          <p:nvPr/>
        </p:nvCxnSpPr>
        <p:spPr>
          <a:xfrm flipH="1">
            <a:off x="5541307" y="2098055"/>
            <a:ext cx="5" cy="33005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テキスト ボックス 167">
            <a:extLst>
              <a:ext uri="{FF2B5EF4-FFF2-40B4-BE49-F238E27FC236}">
                <a16:creationId xmlns:a16="http://schemas.microsoft.com/office/drawing/2014/main" id="{00000000-0008-0000-0400-0000A8000000}"/>
              </a:ext>
            </a:extLst>
          </p:cNvPr>
          <p:cNvSpPr txBox="1"/>
          <p:nvPr/>
        </p:nvSpPr>
        <p:spPr>
          <a:xfrm>
            <a:off x="9007920" y="3577157"/>
            <a:ext cx="1815353" cy="437029"/>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ドメイン停止・起動</a:t>
            </a:r>
            <a:endParaRPr kumimoji="1" lang="en-US" altLang="ja-JP" sz="900">
              <a:latin typeface="+mn-ea"/>
            </a:endParaRPr>
          </a:p>
        </p:txBody>
      </p:sp>
      <p:sp>
        <p:nvSpPr>
          <p:cNvPr id="19" name="テキスト ボックス 201">
            <a:extLst>
              <a:ext uri="{FF2B5EF4-FFF2-40B4-BE49-F238E27FC236}">
                <a16:creationId xmlns:a16="http://schemas.microsoft.com/office/drawing/2014/main" id="{00000000-0008-0000-0400-0000CA000000}"/>
              </a:ext>
            </a:extLst>
          </p:cNvPr>
          <p:cNvSpPr txBox="1"/>
          <p:nvPr/>
        </p:nvSpPr>
        <p:spPr>
          <a:xfrm>
            <a:off x="667426" y="3098317"/>
            <a:ext cx="1960443" cy="4370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（次世代研</a:t>
            </a:r>
            <a:r>
              <a:rPr kumimoji="1" lang="en-US" altLang="ja-JP" sz="900">
                <a:latin typeface="+mn-ea"/>
              </a:rPr>
              <a:t>SWAN(LIMS)</a:t>
            </a:r>
            <a:r>
              <a:rPr kumimoji="1" lang="ja-JP" altLang="en-US" sz="900">
                <a:latin typeface="+mn-ea"/>
              </a:rPr>
              <a:t>システム</a:t>
            </a:r>
            <a:endParaRPr kumimoji="1" lang="en-US" altLang="ja-JP" sz="900">
              <a:latin typeface="+mn-ea"/>
            </a:endParaRPr>
          </a:p>
          <a:p>
            <a:pPr algn="ctr"/>
            <a:r>
              <a:rPr kumimoji="1" lang="ja-JP" altLang="en-US" sz="900">
                <a:latin typeface="+mn-ea"/>
              </a:rPr>
              <a:t>スキーマ）</a:t>
            </a:r>
            <a:endParaRPr kumimoji="1" lang="en-US" altLang="ja-JP" sz="900">
              <a:latin typeface="+mn-ea"/>
            </a:endParaRPr>
          </a:p>
        </p:txBody>
      </p:sp>
      <p:cxnSp>
        <p:nvCxnSpPr>
          <p:cNvPr id="20" name="カギ線コネクタ 214">
            <a:extLst>
              <a:ext uri="{FF2B5EF4-FFF2-40B4-BE49-F238E27FC236}">
                <a16:creationId xmlns:a16="http://schemas.microsoft.com/office/drawing/2014/main" id="{00000000-0008-0000-0400-0000D7000000}"/>
              </a:ext>
            </a:extLst>
          </p:cNvPr>
          <p:cNvCxnSpPr>
            <a:cxnSpLocks/>
            <a:stCxn id="13" idx="1"/>
            <a:endCxn id="7" idx="1"/>
          </p:cNvCxnSpPr>
          <p:nvPr/>
        </p:nvCxnSpPr>
        <p:spPr>
          <a:xfrm rot="5400000" flipH="1" flipV="1">
            <a:off x="2811955" y="314178"/>
            <a:ext cx="164122" cy="3255119"/>
          </a:xfrm>
          <a:prstGeom prst="bentConnector2">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1" name="カギ線コネクタ 217">
            <a:extLst>
              <a:ext uri="{FF2B5EF4-FFF2-40B4-BE49-F238E27FC236}">
                <a16:creationId xmlns:a16="http://schemas.microsoft.com/office/drawing/2014/main" id="{00000000-0008-0000-0400-0000DA000000}"/>
              </a:ext>
            </a:extLst>
          </p:cNvPr>
          <p:cNvCxnSpPr>
            <a:cxnSpLocks/>
            <a:stCxn id="92" idx="0"/>
          </p:cNvCxnSpPr>
          <p:nvPr/>
        </p:nvCxnSpPr>
        <p:spPr>
          <a:xfrm rot="5400000" flipH="1" flipV="1">
            <a:off x="3947536" y="1597955"/>
            <a:ext cx="148194" cy="999880"/>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22" name="カギ線コネクタ 219">
            <a:extLst>
              <a:ext uri="{FF2B5EF4-FFF2-40B4-BE49-F238E27FC236}">
                <a16:creationId xmlns:a16="http://schemas.microsoft.com/office/drawing/2014/main" id="{00000000-0008-0000-0400-0000DC000000}"/>
              </a:ext>
            </a:extLst>
          </p:cNvPr>
          <p:cNvCxnSpPr>
            <a:cxnSpLocks/>
            <a:stCxn id="92" idx="2"/>
            <a:endCxn id="9" idx="1"/>
          </p:cNvCxnSpPr>
          <p:nvPr/>
        </p:nvCxnSpPr>
        <p:spPr>
          <a:xfrm rot="16200000" flipH="1">
            <a:off x="3604662" y="2614982"/>
            <a:ext cx="632234" cy="798173"/>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23" name="カギ線コネクタ 226">
            <a:extLst>
              <a:ext uri="{FF2B5EF4-FFF2-40B4-BE49-F238E27FC236}">
                <a16:creationId xmlns:a16="http://schemas.microsoft.com/office/drawing/2014/main" id="{00000000-0008-0000-0400-0000E3000000}"/>
              </a:ext>
            </a:extLst>
          </p:cNvPr>
          <p:cNvCxnSpPr>
            <a:cxnSpLocks/>
            <a:stCxn id="6" idx="4"/>
            <a:endCxn id="92" idx="1"/>
          </p:cNvCxnSpPr>
          <p:nvPr/>
        </p:nvCxnSpPr>
        <p:spPr>
          <a:xfrm flipV="1">
            <a:off x="2786898" y="2434972"/>
            <a:ext cx="220243" cy="6510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4" name="テキスト ボックス 114">
            <a:extLst>
              <a:ext uri="{FF2B5EF4-FFF2-40B4-BE49-F238E27FC236}">
                <a16:creationId xmlns:a16="http://schemas.microsoft.com/office/drawing/2014/main" id="{00000000-0008-0000-0400-000073000000}"/>
              </a:ext>
            </a:extLst>
          </p:cNvPr>
          <p:cNvSpPr txBox="1"/>
          <p:nvPr/>
        </p:nvSpPr>
        <p:spPr>
          <a:xfrm>
            <a:off x="9024727" y="4353487"/>
            <a:ext cx="1815353" cy="216000"/>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ＦＡＸ送信内容コピー</a:t>
            </a:r>
            <a:endParaRPr kumimoji="1" lang="en-US" altLang="ja-JP" sz="900">
              <a:latin typeface="+mn-ea"/>
            </a:endParaRPr>
          </a:p>
        </p:txBody>
      </p:sp>
      <p:sp>
        <p:nvSpPr>
          <p:cNvPr id="25" name="テキスト ボックス 115">
            <a:extLst>
              <a:ext uri="{FF2B5EF4-FFF2-40B4-BE49-F238E27FC236}">
                <a16:creationId xmlns:a16="http://schemas.microsoft.com/office/drawing/2014/main" id="{00000000-0008-0000-0400-000074000000}"/>
              </a:ext>
            </a:extLst>
          </p:cNvPr>
          <p:cNvSpPr txBox="1"/>
          <p:nvPr/>
        </p:nvSpPr>
        <p:spPr>
          <a:xfrm>
            <a:off x="9024727" y="4892220"/>
            <a:ext cx="1815353" cy="216000"/>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機伝作成・送信・マスタ取込</a:t>
            </a:r>
            <a:endParaRPr kumimoji="1" lang="en-US" altLang="ja-JP" sz="900">
              <a:latin typeface="+mn-ea"/>
            </a:endParaRPr>
          </a:p>
        </p:txBody>
      </p:sp>
      <p:sp>
        <p:nvSpPr>
          <p:cNvPr id="26" name="テキスト ボックス 116">
            <a:extLst>
              <a:ext uri="{FF2B5EF4-FFF2-40B4-BE49-F238E27FC236}">
                <a16:creationId xmlns:a16="http://schemas.microsoft.com/office/drawing/2014/main" id="{00000000-0008-0000-0400-000075000000}"/>
              </a:ext>
            </a:extLst>
          </p:cNvPr>
          <p:cNvSpPr txBox="1"/>
          <p:nvPr/>
        </p:nvSpPr>
        <p:spPr>
          <a:xfrm>
            <a:off x="9024727" y="4617945"/>
            <a:ext cx="1815353" cy="216000"/>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営業日カレンダーマスタ取得</a:t>
            </a:r>
            <a:endParaRPr kumimoji="1" lang="en-US" altLang="ja-JP" sz="900">
              <a:latin typeface="+mn-ea"/>
            </a:endParaRPr>
          </a:p>
        </p:txBody>
      </p:sp>
      <p:sp>
        <p:nvSpPr>
          <p:cNvPr id="27" name="正方形/長方形 26">
            <a:extLst>
              <a:ext uri="{FF2B5EF4-FFF2-40B4-BE49-F238E27FC236}">
                <a16:creationId xmlns:a16="http://schemas.microsoft.com/office/drawing/2014/main" id="{00000000-0008-0000-0400-00000A000000}"/>
              </a:ext>
            </a:extLst>
          </p:cNvPr>
          <p:cNvSpPr/>
          <p:nvPr/>
        </p:nvSpPr>
        <p:spPr>
          <a:xfrm>
            <a:off x="2551179" y="1552354"/>
            <a:ext cx="1467970" cy="2801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ysClr val="windowText" lastClr="000000"/>
                </a:solidFill>
                <a:latin typeface="+mn-ea"/>
              </a:rPr>
              <a:t>未決箱など</a:t>
            </a:r>
          </a:p>
        </p:txBody>
      </p:sp>
      <p:cxnSp>
        <p:nvCxnSpPr>
          <p:cNvPr id="33" name="カギ線コネクタ 89">
            <a:extLst>
              <a:ext uri="{FF2B5EF4-FFF2-40B4-BE49-F238E27FC236}">
                <a16:creationId xmlns:a16="http://schemas.microsoft.com/office/drawing/2014/main" id="{00000000-0008-0000-0400-00005A000000}"/>
              </a:ext>
            </a:extLst>
          </p:cNvPr>
          <p:cNvCxnSpPr>
            <a:cxnSpLocks/>
            <a:stCxn id="58" idx="2"/>
          </p:cNvCxnSpPr>
          <p:nvPr/>
        </p:nvCxnSpPr>
        <p:spPr>
          <a:xfrm rot="5400000">
            <a:off x="7162892" y="1792791"/>
            <a:ext cx="536623" cy="1404143"/>
          </a:xfrm>
          <a:prstGeom prst="bentConnector2">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34" name="カギ線コネクタ 91">
            <a:extLst>
              <a:ext uri="{FF2B5EF4-FFF2-40B4-BE49-F238E27FC236}">
                <a16:creationId xmlns:a16="http://schemas.microsoft.com/office/drawing/2014/main" id="{00000000-0008-0000-0400-00005C000000}"/>
              </a:ext>
            </a:extLst>
          </p:cNvPr>
          <p:cNvCxnSpPr>
            <a:stCxn id="18" idx="1"/>
            <a:endCxn id="9" idx="3"/>
          </p:cNvCxnSpPr>
          <p:nvPr/>
        </p:nvCxnSpPr>
        <p:spPr>
          <a:xfrm rot="10800000">
            <a:off x="6762748" y="3330186"/>
            <a:ext cx="2245172" cy="465486"/>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36" name="カギ線コネクタ 147">
            <a:extLst>
              <a:ext uri="{FF2B5EF4-FFF2-40B4-BE49-F238E27FC236}">
                <a16:creationId xmlns:a16="http://schemas.microsoft.com/office/drawing/2014/main" id="{00000000-0008-0000-0400-000094000000}"/>
              </a:ext>
            </a:extLst>
          </p:cNvPr>
          <p:cNvCxnSpPr>
            <a:stCxn id="44" idx="1"/>
            <a:endCxn id="9" idx="3"/>
          </p:cNvCxnSpPr>
          <p:nvPr/>
        </p:nvCxnSpPr>
        <p:spPr>
          <a:xfrm rot="10800000">
            <a:off x="6762749" y="3330186"/>
            <a:ext cx="2054667" cy="1342668"/>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40" name="フローチャート : 磁気ディスク 199">
            <a:extLst>
              <a:ext uri="{FF2B5EF4-FFF2-40B4-BE49-F238E27FC236}">
                <a16:creationId xmlns:a16="http://schemas.microsoft.com/office/drawing/2014/main" id="{00000000-0008-0000-0400-0000C8000000}"/>
              </a:ext>
            </a:extLst>
          </p:cNvPr>
          <p:cNvSpPr/>
          <p:nvPr/>
        </p:nvSpPr>
        <p:spPr>
          <a:xfrm>
            <a:off x="958788" y="3573264"/>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900">
                <a:solidFill>
                  <a:sysClr val="windowText" lastClr="000000"/>
                </a:solidFill>
                <a:latin typeface="+mn-ea"/>
              </a:rPr>
              <a:t>LIMS</a:t>
            </a:r>
            <a:r>
              <a:rPr kumimoji="1" lang="ja-JP" altLang="en-US" sz="900">
                <a:solidFill>
                  <a:sysClr val="windowText" lastClr="000000"/>
                </a:solidFill>
                <a:latin typeface="+mn-ea"/>
              </a:rPr>
              <a:t>データ</a:t>
            </a:r>
          </a:p>
        </p:txBody>
      </p:sp>
      <p:sp>
        <p:nvSpPr>
          <p:cNvPr id="42" name="フローチャート : 磁気ディスク 257">
            <a:extLst>
              <a:ext uri="{FF2B5EF4-FFF2-40B4-BE49-F238E27FC236}">
                <a16:creationId xmlns:a16="http://schemas.microsoft.com/office/drawing/2014/main" id="{00000000-0008-0000-0400-000002010000}"/>
              </a:ext>
            </a:extLst>
          </p:cNvPr>
          <p:cNvSpPr/>
          <p:nvPr/>
        </p:nvSpPr>
        <p:spPr>
          <a:xfrm>
            <a:off x="969995" y="442491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900">
                <a:solidFill>
                  <a:sysClr val="windowText" lastClr="000000"/>
                </a:solidFill>
                <a:latin typeface="+mn-ea"/>
              </a:rPr>
              <a:t>SWAN</a:t>
            </a:r>
            <a:r>
              <a:rPr kumimoji="1" lang="ja-JP" altLang="en-US" sz="900">
                <a:solidFill>
                  <a:sysClr val="windowText" lastClr="000000"/>
                </a:solidFill>
                <a:latin typeface="+mn-ea"/>
              </a:rPr>
              <a:t>データ</a:t>
            </a:r>
          </a:p>
        </p:txBody>
      </p:sp>
      <p:sp>
        <p:nvSpPr>
          <p:cNvPr id="44" name="正方形/長方形 43">
            <a:extLst>
              <a:ext uri="{FF2B5EF4-FFF2-40B4-BE49-F238E27FC236}">
                <a16:creationId xmlns:a16="http://schemas.microsoft.com/office/drawing/2014/main" id="{00000000-0008-0000-0400-00001C010000}"/>
              </a:ext>
            </a:extLst>
          </p:cNvPr>
          <p:cNvSpPr/>
          <p:nvPr/>
        </p:nvSpPr>
        <p:spPr>
          <a:xfrm>
            <a:off x="8817415" y="4151780"/>
            <a:ext cx="2252383" cy="1042147"/>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latin typeface="+mn-ea"/>
              </a:rPr>
              <a:t>ジョブネット</a:t>
            </a:r>
          </a:p>
        </p:txBody>
      </p:sp>
      <p:cxnSp>
        <p:nvCxnSpPr>
          <p:cNvPr id="45" name="カギ線コネクタ 288">
            <a:extLst>
              <a:ext uri="{FF2B5EF4-FFF2-40B4-BE49-F238E27FC236}">
                <a16:creationId xmlns:a16="http://schemas.microsoft.com/office/drawing/2014/main" id="{00000000-0008-0000-0400-000021010000}"/>
              </a:ext>
            </a:extLst>
          </p:cNvPr>
          <p:cNvCxnSpPr>
            <a:stCxn id="9" idx="1"/>
            <a:endCxn id="40" idx="4"/>
          </p:cNvCxnSpPr>
          <p:nvPr/>
        </p:nvCxnSpPr>
        <p:spPr>
          <a:xfrm rot="10800000" flipV="1">
            <a:off x="1982618" y="3330185"/>
            <a:ext cx="2337249" cy="640885"/>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6" name="カギ線コネクタ 290">
            <a:extLst>
              <a:ext uri="{FF2B5EF4-FFF2-40B4-BE49-F238E27FC236}">
                <a16:creationId xmlns:a16="http://schemas.microsoft.com/office/drawing/2014/main" id="{00000000-0008-0000-0400-000023010000}"/>
              </a:ext>
            </a:extLst>
          </p:cNvPr>
          <p:cNvCxnSpPr>
            <a:stCxn id="9" idx="1"/>
            <a:endCxn id="42" idx="4"/>
          </p:cNvCxnSpPr>
          <p:nvPr/>
        </p:nvCxnSpPr>
        <p:spPr>
          <a:xfrm rot="10800000" flipV="1">
            <a:off x="1993824" y="3330185"/>
            <a:ext cx="2326042" cy="1492531"/>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9" name="直線矢印コネクタ 48">
            <a:extLst>
              <a:ext uri="{FF2B5EF4-FFF2-40B4-BE49-F238E27FC236}">
                <a16:creationId xmlns:a16="http://schemas.microsoft.com/office/drawing/2014/main" id="{00000000-0008-0000-0400-00002D010000}"/>
              </a:ext>
            </a:extLst>
          </p:cNvPr>
          <p:cNvCxnSpPr>
            <a:cxnSpLocks/>
            <a:stCxn id="63" idx="2"/>
            <a:endCxn id="64" idx="0"/>
          </p:cNvCxnSpPr>
          <p:nvPr/>
        </p:nvCxnSpPr>
        <p:spPr>
          <a:xfrm>
            <a:off x="10016617" y="5426573"/>
            <a:ext cx="10122" cy="21310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0" name="フローチャート : 磁気ディスク 309">
            <a:extLst>
              <a:ext uri="{FF2B5EF4-FFF2-40B4-BE49-F238E27FC236}">
                <a16:creationId xmlns:a16="http://schemas.microsoft.com/office/drawing/2014/main" id="{00000000-0008-0000-0400-000036010000}"/>
              </a:ext>
            </a:extLst>
          </p:cNvPr>
          <p:cNvSpPr/>
          <p:nvPr/>
        </p:nvSpPr>
        <p:spPr>
          <a:xfrm>
            <a:off x="958789" y="527656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latin typeface="+mn-ea"/>
              </a:rPr>
              <a:t>マスタデータ</a:t>
            </a:r>
          </a:p>
        </p:txBody>
      </p:sp>
      <p:cxnSp>
        <p:nvCxnSpPr>
          <p:cNvPr id="51" name="カギ線コネクタ 311">
            <a:extLst>
              <a:ext uri="{FF2B5EF4-FFF2-40B4-BE49-F238E27FC236}">
                <a16:creationId xmlns:a16="http://schemas.microsoft.com/office/drawing/2014/main" id="{00000000-0008-0000-0400-000038010000}"/>
              </a:ext>
            </a:extLst>
          </p:cNvPr>
          <p:cNvCxnSpPr>
            <a:stCxn id="9" idx="1"/>
            <a:endCxn id="50" idx="4"/>
          </p:cNvCxnSpPr>
          <p:nvPr/>
        </p:nvCxnSpPr>
        <p:spPr>
          <a:xfrm rot="10800000" flipV="1">
            <a:off x="1982618" y="3330185"/>
            <a:ext cx="2337248" cy="2344181"/>
          </a:xfrm>
          <a:prstGeom prst="bentConnector3">
            <a:avLst/>
          </a:prstGeom>
          <a:ln>
            <a:tailEnd type="arrow"/>
          </a:ln>
        </p:spPr>
        <p:style>
          <a:lnRef idx="1">
            <a:schemeClr val="dk1"/>
          </a:lnRef>
          <a:fillRef idx="0">
            <a:schemeClr val="dk1"/>
          </a:fillRef>
          <a:effectRef idx="0">
            <a:schemeClr val="dk1"/>
          </a:effectRef>
          <a:fontRef idx="minor">
            <a:schemeClr val="tx1"/>
          </a:fontRef>
        </p:style>
      </p:cxnSp>
      <p:cxnSp>
        <p:nvCxnSpPr>
          <p:cNvPr id="52" name="カギ線コネクタ 321">
            <a:extLst>
              <a:ext uri="{FF2B5EF4-FFF2-40B4-BE49-F238E27FC236}">
                <a16:creationId xmlns:a16="http://schemas.microsoft.com/office/drawing/2014/main" id="{00000000-0008-0000-0400-000042010000}"/>
              </a:ext>
            </a:extLst>
          </p:cNvPr>
          <p:cNvCxnSpPr>
            <a:cxnSpLocks/>
            <a:endCxn id="69" idx="1"/>
          </p:cNvCxnSpPr>
          <p:nvPr/>
        </p:nvCxnSpPr>
        <p:spPr>
          <a:xfrm flipV="1">
            <a:off x="6740901" y="1171906"/>
            <a:ext cx="3152383" cy="1730908"/>
          </a:xfrm>
          <a:prstGeom prst="bentConnector3">
            <a:avLst>
              <a:gd name="adj1" fmla="val 79322"/>
            </a:avLst>
          </a:prstGeom>
          <a:ln>
            <a:tailEnd type="arrow"/>
          </a:ln>
        </p:spPr>
        <p:style>
          <a:lnRef idx="1">
            <a:schemeClr val="dk1"/>
          </a:lnRef>
          <a:fillRef idx="0">
            <a:schemeClr val="dk1"/>
          </a:fillRef>
          <a:effectRef idx="0">
            <a:schemeClr val="dk1"/>
          </a:effectRef>
          <a:fontRef idx="minor">
            <a:schemeClr val="tx1"/>
          </a:fontRef>
        </p:style>
      </p:cxnSp>
      <p:sp>
        <p:nvSpPr>
          <p:cNvPr id="58" name="正方形/長方形 57">
            <a:extLst>
              <a:ext uri="{FF2B5EF4-FFF2-40B4-BE49-F238E27FC236}">
                <a16:creationId xmlns:a16="http://schemas.microsoft.com/office/drawing/2014/main" id="{21727DB8-A3FA-3F0F-1020-9EACC9769ED5}"/>
              </a:ext>
            </a:extLst>
          </p:cNvPr>
          <p:cNvSpPr/>
          <p:nvPr/>
        </p:nvSpPr>
        <p:spPr>
          <a:xfrm>
            <a:off x="7316539" y="1700591"/>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帳票基盤</a:t>
            </a:r>
          </a:p>
        </p:txBody>
      </p:sp>
      <p:sp>
        <p:nvSpPr>
          <p:cNvPr id="69" name="正方形/長方形 68">
            <a:extLst>
              <a:ext uri="{FF2B5EF4-FFF2-40B4-BE49-F238E27FC236}">
                <a16:creationId xmlns:a16="http://schemas.microsoft.com/office/drawing/2014/main" id="{C41A6068-AE61-B041-EE01-83996F90C691}"/>
              </a:ext>
            </a:extLst>
          </p:cNvPr>
          <p:cNvSpPr/>
          <p:nvPr/>
        </p:nvSpPr>
        <p:spPr>
          <a:xfrm>
            <a:off x="9893284" y="908926"/>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メールサーバ</a:t>
            </a:r>
          </a:p>
        </p:txBody>
      </p:sp>
      <p:sp>
        <p:nvSpPr>
          <p:cNvPr id="92" name="正方形/長方形 91">
            <a:extLst>
              <a:ext uri="{FF2B5EF4-FFF2-40B4-BE49-F238E27FC236}">
                <a16:creationId xmlns:a16="http://schemas.microsoft.com/office/drawing/2014/main" id="{E2CF0360-5F16-DC44-EB22-68418B2E92A1}"/>
              </a:ext>
            </a:extLst>
          </p:cNvPr>
          <p:cNvSpPr/>
          <p:nvPr/>
        </p:nvSpPr>
        <p:spPr>
          <a:xfrm>
            <a:off x="3007141" y="2171992"/>
            <a:ext cx="1029104"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認証基盤</a:t>
            </a:r>
          </a:p>
        </p:txBody>
      </p:sp>
      <p:sp>
        <p:nvSpPr>
          <p:cNvPr id="101" name="テキスト ボックス 114">
            <a:extLst>
              <a:ext uri="{FF2B5EF4-FFF2-40B4-BE49-F238E27FC236}">
                <a16:creationId xmlns:a16="http://schemas.microsoft.com/office/drawing/2014/main" id="{DFD204EB-C327-EEC5-173B-CEC93CEDC56E}"/>
              </a:ext>
            </a:extLst>
          </p:cNvPr>
          <p:cNvSpPr txBox="1"/>
          <p:nvPr/>
        </p:nvSpPr>
        <p:spPr>
          <a:xfrm>
            <a:off x="9024727" y="5995420"/>
            <a:ext cx="1815353" cy="216000"/>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バッチモジュール</a:t>
            </a:r>
            <a:endParaRPr kumimoji="1" lang="en-US" altLang="ja-JP" sz="900">
              <a:latin typeface="+mn-ea"/>
            </a:endParaRPr>
          </a:p>
        </p:txBody>
      </p:sp>
      <p:sp>
        <p:nvSpPr>
          <p:cNvPr id="109" name="Rectangle 92">
            <a:extLst>
              <a:ext uri="{FF2B5EF4-FFF2-40B4-BE49-F238E27FC236}">
                <a16:creationId xmlns:a16="http://schemas.microsoft.com/office/drawing/2014/main" id="{2C9F2522-E1DD-4F91-26A6-11A171F023D6}"/>
              </a:ext>
            </a:extLst>
          </p:cNvPr>
          <p:cNvSpPr>
            <a:spLocks noChangeArrowheads="1"/>
          </p:cNvSpPr>
          <p:nvPr/>
        </p:nvSpPr>
        <p:spPr bwMode="auto">
          <a:xfrm>
            <a:off x="5709393" y="5898939"/>
            <a:ext cx="1152000" cy="432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ＳＡＰ</a:t>
            </a:r>
          </a:p>
        </p:txBody>
      </p:sp>
      <p:sp>
        <p:nvSpPr>
          <p:cNvPr id="110" name="Rectangle 92">
            <a:extLst>
              <a:ext uri="{FF2B5EF4-FFF2-40B4-BE49-F238E27FC236}">
                <a16:creationId xmlns:a16="http://schemas.microsoft.com/office/drawing/2014/main" id="{D4FB70DC-E528-E6F0-CD4D-09A2CD021FA0}"/>
              </a:ext>
            </a:extLst>
          </p:cNvPr>
          <p:cNvSpPr>
            <a:spLocks noChangeArrowheads="1"/>
          </p:cNvSpPr>
          <p:nvPr/>
        </p:nvSpPr>
        <p:spPr bwMode="auto">
          <a:xfrm>
            <a:off x="4299661" y="5901253"/>
            <a:ext cx="1152000" cy="432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共通マスタ</a:t>
            </a:r>
            <a:endParaRPr lang="en-US" altLang="ja-JP" sz="1100" b="1" i="0" u="none" strike="noStrike" baseline="0">
              <a:solidFill>
                <a:srgbClr val="000000"/>
              </a:solidFill>
              <a:latin typeface="+mn-ea"/>
            </a:endParaRPr>
          </a:p>
          <a:p>
            <a:pPr algn="ctr" rtl="0">
              <a:defRPr sz="1000"/>
            </a:pPr>
            <a:r>
              <a:rPr lang="ja-JP" altLang="en-US" sz="1100" b="1" i="0" u="none" strike="noStrike" baseline="0">
                <a:solidFill>
                  <a:srgbClr val="000000"/>
                </a:solidFill>
                <a:latin typeface="+mn-ea"/>
              </a:rPr>
              <a:t>システム</a:t>
            </a:r>
          </a:p>
        </p:txBody>
      </p:sp>
      <p:sp>
        <p:nvSpPr>
          <p:cNvPr id="112" name="Rectangle 92">
            <a:extLst>
              <a:ext uri="{FF2B5EF4-FFF2-40B4-BE49-F238E27FC236}">
                <a16:creationId xmlns:a16="http://schemas.microsoft.com/office/drawing/2014/main" id="{7C523CE0-C983-440C-0B4E-F46242A877C3}"/>
              </a:ext>
            </a:extLst>
          </p:cNvPr>
          <p:cNvSpPr>
            <a:spLocks noChangeArrowheads="1"/>
          </p:cNvSpPr>
          <p:nvPr/>
        </p:nvSpPr>
        <p:spPr bwMode="auto">
          <a:xfrm>
            <a:off x="7120751" y="5912467"/>
            <a:ext cx="1152000" cy="432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経理システム</a:t>
            </a:r>
          </a:p>
        </p:txBody>
      </p:sp>
      <p:cxnSp>
        <p:nvCxnSpPr>
          <p:cNvPr id="114" name="直線矢印コネクタ 113">
            <a:extLst>
              <a:ext uri="{FF2B5EF4-FFF2-40B4-BE49-F238E27FC236}">
                <a16:creationId xmlns:a16="http://schemas.microsoft.com/office/drawing/2014/main" id="{6E04242F-E3F4-5CCC-8471-01704DF30EE2}"/>
              </a:ext>
            </a:extLst>
          </p:cNvPr>
          <p:cNvCxnSpPr>
            <a:cxnSpLocks/>
          </p:cNvCxnSpPr>
          <p:nvPr/>
        </p:nvCxnSpPr>
        <p:spPr>
          <a:xfrm flipV="1">
            <a:off x="4892833" y="4446360"/>
            <a:ext cx="9939" cy="145489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15" name="直線矢印コネクタ 114">
            <a:extLst>
              <a:ext uri="{FF2B5EF4-FFF2-40B4-BE49-F238E27FC236}">
                <a16:creationId xmlns:a16="http://schemas.microsoft.com/office/drawing/2014/main" id="{658A8F39-C4F6-173E-C956-53504149A67A}"/>
              </a:ext>
            </a:extLst>
          </p:cNvPr>
          <p:cNvCxnSpPr>
            <a:cxnSpLocks/>
          </p:cNvCxnSpPr>
          <p:nvPr/>
        </p:nvCxnSpPr>
        <p:spPr>
          <a:xfrm>
            <a:off x="6239870" y="4446360"/>
            <a:ext cx="0" cy="146610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33" name="Rectangle 92">
            <a:extLst>
              <a:ext uri="{FF2B5EF4-FFF2-40B4-BE49-F238E27FC236}">
                <a16:creationId xmlns:a16="http://schemas.microsoft.com/office/drawing/2014/main" id="{066FA90D-021B-EB9C-897E-5B8F0D79B762}"/>
              </a:ext>
            </a:extLst>
          </p:cNvPr>
          <p:cNvSpPr>
            <a:spLocks noChangeArrowheads="1"/>
          </p:cNvSpPr>
          <p:nvPr/>
        </p:nvSpPr>
        <p:spPr bwMode="auto">
          <a:xfrm>
            <a:off x="4319866" y="5326983"/>
            <a:ext cx="1131795" cy="360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sz="1100" b="1" i="0" u="none" strike="noStrike" baseline="0">
                <a:solidFill>
                  <a:srgbClr val="000000"/>
                </a:solidFill>
                <a:latin typeface="+mn-ea"/>
              </a:rPr>
              <a:t>DIH</a:t>
            </a:r>
            <a:endParaRPr lang="ja-JP" altLang="en-US" sz="1100" b="1" i="0" u="none" strike="noStrike" baseline="0">
              <a:solidFill>
                <a:srgbClr val="000000"/>
              </a:solidFill>
              <a:latin typeface="+mn-ea"/>
            </a:endParaRPr>
          </a:p>
        </p:txBody>
      </p:sp>
      <p:sp>
        <p:nvSpPr>
          <p:cNvPr id="134" name="Rectangle 92">
            <a:extLst>
              <a:ext uri="{FF2B5EF4-FFF2-40B4-BE49-F238E27FC236}">
                <a16:creationId xmlns:a16="http://schemas.microsoft.com/office/drawing/2014/main" id="{66FA5A9C-99AC-E63F-6F60-07285679CC80}"/>
              </a:ext>
            </a:extLst>
          </p:cNvPr>
          <p:cNvSpPr>
            <a:spLocks noChangeArrowheads="1"/>
          </p:cNvSpPr>
          <p:nvPr/>
        </p:nvSpPr>
        <p:spPr bwMode="auto">
          <a:xfrm>
            <a:off x="4314260" y="4834157"/>
            <a:ext cx="1131795" cy="360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連携</a:t>
            </a:r>
            <a:r>
              <a:rPr lang="en-US" altLang="ja-JP" sz="1100" b="1" i="0" u="none" strike="noStrike" baseline="0">
                <a:solidFill>
                  <a:srgbClr val="000000"/>
                </a:solidFill>
                <a:latin typeface="+mn-ea"/>
              </a:rPr>
              <a:t>NAS</a:t>
            </a:r>
            <a:endParaRPr lang="ja-JP" altLang="en-US" sz="1100" b="1" i="0" u="none" strike="noStrike" baseline="0">
              <a:solidFill>
                <a:srgbClr val="000000"/>
              </a:solidFill>
              <a:latin typeface="+mn-ea"/>
            </a:endParaRPr>
          </a:p>
        </p:txBody>
      </p:sp>
      <p:sp>
        <p:nvSpPr>
          <p:cNvPr id="140" name="Rectangle 92">
            <a:extLst>
              <a:ext uri="{FF2B5EF4-FFF2-40B4-BE49-F238E27FC236}">
                <a16:creationId xmlns:a16="http://schemas.microsoft.com/office/drawing/2014/main" id="{8C293015-5C53-A390-A4A3-DF1C5AF868A4}"/>
              </a:ext>
            </a:extLst>
          </p:cNvPr>
          <p:cNvSpPr>
            <a:spLocks noChangeArrowheads="1"/>
          </p:cNvSpPr>
          <p:nvPr/>
        </p:nvSpPr>
        <p:spPr bwMode="auto">
          <a:xfrm>
            <a:off x="5709393" y="4838177"/>
            <a:ext cx="1131795" cy="360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b="1">
                <a:solidFill>
                  <a:srgbClr val="000000"/>
                </a:solidFill>
                <a:latin typeface="+mn-ea"/>
              </a:rPr>
              <a:t>PI</a:t>
            </a:r>
            <a:endParaRPr lang="ja-JP" altLang="en-US" sz="1100" b="1" i="0" u="none" strike="noStrike" baseline="0">
              <a:solidFill>
                <a:srgbClr val="000000"/>
              </a:solidFill>
              <a:latin typeface="+mn-ea"/>
            </a:endParaRPr>
          </a:p>
        </p:txBody>
      </p:sp>
      <p:cxnSp>
        <p:nvCxnSpPr>
          <p:cNvPr id="144" name="直線矢印コネクタ 143">
            <a:extLst>
              <a:ext uri="{FF2B5EF4-FFF2-40B4-BE49-F238E27FC236}">
                <a16:creationId xmlns:a16="http://schemas.microsoft.com/office/drawing/2014/main" id="{B8054E75-C5A2-66BC-BC9B-B45441451F1E}"/>
              </a:ext>
            </a:extLst>
          </p:cNvPr>
          <p:cNvCxnSpPr>
            <a:cxnSpLocks/>
            <a:stCxn id="112" idx="1"/>
            <a:endCxn id="109" idx="3"/>
          </p:cNvCxnSpPr>
          <p:nvPr/>
        </p:nvCxnSpPr>
        <p:spPr>
          <a:xfrm flipH="1" flipV="1">
            <a:off x="6861393" y="6114939"/>
            <a:ext cx="259358" cy="13528"/>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5" name="正方形/長方形 4">
            <a:extLst>
              <a:ext uri="{FF2B5EF4-FFF2-40B4-BE49-F238E27FC236}">
                <a16:creationId xmlns:a16="http://schemas.microsoft.com/office/drawing/2014/main" id="{A2CFDE7E-5843-4912-A563-B3D77A1616C6}"/>
              </a:ext>
            </a:extLst>
          </p:cNvPr>
          <p:cNvSpPr/>
          <p:nvPr/>
        </p:nvSpPr>
        <p:spPr>
          <a:xfrm>
            <a:off x="4043595" y="4498411"/>
            <a:ext cx="3106141" cy="1335647"/>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n-ea"/>
            </a:endParaRPr>
          </a:p>
        </p:txBody>
      </p:sp>
      <p:sp>
        <p:nvSpPr>
          <p:cNvPr id="8" name="吹き出し: 線 7">
            <a:extLst>
              <a:ext uri="{FF2B5EF4-FFF2-40B4-BE49-F238E27FC236}">
                <a16:creationId xmlns:a16="http://schemas.microsoft.com/office/drawing/2014/main" id="{4E613751-196B-4A33-A35D-A5D7682EB8C9}"/>
              </a:ext>
            </a:extLst>
          </p:cNvPr>
          <p:cNvSpPr/>
          <p:nvPr/>
        </p:nvSpPr>
        <p:spPr>
          <a:xfrm>
            <a:off x="7257267" y="4198706"/>
            <a:ext cx="1305666" cy="1227868"/>
          </a:xfrm>
          <a:prstGeom prst="borderCallout1">
            <a:avLst>
              <a:gd name="adj1" fmla="val 24591"/>
              <a:gd name="adj2" fmla="val -3957"/>
              <a:gd name="adj3" fmla="val 47690"/>
              <a:gd name="adj4" fmla="val -36338"/>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a:solidFill>
                  <a:sysClr val="windowText" lastClr="000000"/>
                </a:solidFill>
                <a:latin typeface="+mn-ea"/>
              </a:rPr>
              <a:t>8/17</a:t>
            </a:r>
          </a:p>
          <a:p>
            <a:r>
              <a:rPr kumimoji="1" lang="en-US" altLang="ja-JP" sz="1200">
                <a:solidFill>
                  <a:sysClr val="windowText" lastClr="000000"/>
                </a:solidFill>
                <a:latin typeface="+mn-ea"/>
              </a:rPr>
              <a:t>Azure</a:t>
            </a:r>
            <a:r>
              <a:rPr kumimoji="1" lang="ja-JP" altLang="en-US" sz="1200">
                <a:solidFill>
                  <a:sysClr val="windowText" lastClr="000000"/>
                </a:solidFill>
                <a:latin typeface="+mn-ea"/>
              </a:rPr>
              <a:t>移行済み</a:t>
            </a:r>
            <a:endParaRPr kumimoji="1" lang="en-US" altLang="ja-JP" sz="1200">
              <a:solidFill>
                <a:sysClr val="windowText" lastClr="000000"/>
              </a:solidFill>
              <a:latin typeface="+mn-ea"/>
            </a:endParaRPr>
          </a:p>
          <a:p>
            <a:endParaRPr kumimoji="1" lang="en-US" altLang="ja-JP" sz="1200">
              <a:solidFill>
                <a:sysClr val="windowText" lastClr="000000"/>
              </a:solidFill>
              <a:latin typeface="+mn-ea"/>
            </a:endParaRPr>
          </a:p>
          <a:p>
            <a:r>
              <a:rPr kumimoji="1" lang="en-US" altLang="ja-JP" sz="1200" b="1">
                <a:solidFill>
                  <a:sysClr val="windowText" lastClr="000000"/>
                </a:solidFill>
                <a:latin typeface="+mn-ea"/>
              </a:rPr>
              <a:t>※</a:t>
            </a:r>
            <a:r>
              <a:rPr kumimoji="1" lang="ja-JP" altLang="en-US" sz="1200" b="1">
                <a:solidFill>
                  <a:sysClr val="windowText" lastClr="000000"/>
                </a:solidFill>
                <a:latin typeface="+mn-ea"/>
              </a:rPr>
              <a:t>連携</a:t>
            </a:r>
            <a:r>
              <a:rPr kumimoji="1" lang="en-US" altLang="ja-JP" sz="1200" b="1">
                <a:solidFill>
                  <a:sysClr val="windowText" lastClr="000000"/>
                </a:solidFill>
                <a:latin typeface="+mn-ea"/>
              </a:rPr>
              <a:t>NAS</a:t>
            </a:r>
            <a:r>
              <a:rPr kumimoji="1" lang="ja-JP" altLang="en-US" sz="1200" b="1">
                <a:solidFill>
                  <a:sysClr val="windowText" lastClr="000000"/>
                </a:solidFill>
                <a:latin typeface="+mn-ea"/>
              </a:rPr>
              <a:t>は</a:t>
            </a:r>
            <a:endParaRPr kumimoji="1" lang="en-US" altLang="ja-JP" sz="1200" b="1">
              <a:solidFill>
                <a:sysClr val="windowText" lastClr="000000"/>
              </a:solidFill>
              <a:latin typeface="+mn-ea"/>
            </a:endParaRPr>
          </a:p>
          <a:p>
            <a:r>
              <a:rPr kumimoji="1" lang="ja-JP" altLang="en-US" sz="1200" b="1">
                <a:solidFill>
                  <a:sysClr val="windowText" lastClr="000000"/>
                </a:solidFill>
                <a:latin typeface="+mn-ea"/>
              </a:rPr>
              <a:t>　</a:t>
            </a:r>
            <a:r>
              <a:rPr kumimoji="1" lang="en-US" altLang="ja-JP" sz="1200" b="1">
                <a:solidFill>
                  <a:sysClr val="windowText" lastClr="000000"/>
                </a:solidFill>
                <a:latin typeface="+mn-ea"/>
              </a:rPr>
              <a:t>10</a:t>
            </a:r>
            <a:r>
              <a:rPr kumimoji="1" lang="ja-JP" altLang="en-US" sz="1200" b="1">
                <a:solidFill>
                  <a:sysClr val="windowText" lastClr="000000"/>
                </a:solidFill>
                <a:latin typeface="+mn-ea"/>
              </a:rPr>
              <a:t>月移行予定</a:t>
            </a:r>
          </a:p>
        </p:txBody>
      </p:sp>
      <p:sp>
        <p:nvSpPr>
          <p:cNvPr id="16" name="スライド番号プレースホルダー 15">
            <a:extLst>
              <a:ext uri="{FF2B5EF4-FFF2-40B4-BE49-F238E27FC236}">
                <a16:creationId xmlns:a16="http://schemas.microsoft.com/office/drawing/2014/main" id="{894F4748-4FDD-5ED3-BBD9-237639CC5750}"/>
              </a:ext>
            </a:extLst>
          </p:cNvPr>
          <p:cNvSpPr>
            <a:spLocks noGrp="1"/>
          </p:cNvSpPr>
          <p:nvPr>
            <p:ph type="sldNum" sz="quarter" idx="12"/>
          </p:nvPr>
        </p:nvSpPr>
        <p:spPr/>
        <p:txBody>
          <a:bodyPr/>
          <a:lstStyle/>
          <a:p>
            <a:fld id="{26CA5134-5AAC-D342-B763-43605FECB385}" type="slidenum">
              <a:rPr kumimoji="1" lang="ja-JP" altLang="en-US" smtClean="0"/>
              <a:pPr/>
              <a:t>3</a:t>
            </a:fld>
            <a:endParaRPr kumimoji="1" lang="ja-JP" altLang="en-US" sz="700"/>
          </a:p>
        </p:txBody>
      </p:sp>
      <p:sp>
        <p:nvSpPr>
          <p:cNvPr id="17" name="フッター プレースホルダー 2">
            <a:extLst>
              <a:ext uri="{FF2B5EF4-FFF2-40B4-BE49-F238E27FC236}">
                <a16:creationId xmlns:a16="http://schemas.microsoft.com/office/drawing/2014/main" id="{CC2BC5F2-36FC-06EF-12B2-0C22A9346155}"/>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Tree>
    <p:extLst>
      <p:ext uri="{BB962C8B-B14F-4D97-AF65-F5344CB8AC3E}">
        <p14:creationId xmlns:p14="http://schemas.microsoft.com/office/powerpoint/2010/main" val="2312191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93E8E-A90A-AC7C-1395-F82CD02A97F9}"/>
            </a:ext>
          </a:extLst>
        </p:cNvPr>
        <p:cNvGrpSpPr/>
        <p:nvPr/>
      </p:nvGrpSpPr>
      <p:grpSpPr>
        <a:xfrm>
          <a:off x="0" y="0"/>
          <a:ext cx="0" cy="0"/>
          <a:chOff x="0" y="0"/>
          <a:chExt cx="0" cy="0"/>
        </a:xfrm>
      </p:grpSpPr>
      <p:sp>
        <p:nvSpPr>
          <p:cNvPr id="78" name="正方形/長方形 77">
            <a:extLst>
              <a:ext uri="{FF2B5EF4-FFF2-40B4-BE49-F238E27FC236}">
                <a16:creationId xmlns:a16="http://schemas.microsoft.com/office/drawing/2014/main" id="{74428AE7-8808-F40F-88D1-8783BEBEF2E8}"/>
              </a:ext>
            </a:extLst>
          </p:cNvPr>
          <p:cNvSpPr/>
          <p:nvPr/>
        </p:nvSpPr>
        <p:spPr>
          <a:xfrm>
            <a:off x="576000" y="779709"/>
            <a:ext cx="6533613" cy="5662262"/>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latin typeface="+mn-ea"/>
              </a:rPr>
              <a:t>Azure</a:t>
            </a:r>
            <a:endParaRPr lang="ja-JP" altLang="en-US" sz="1600" b="1">
              <a:solidFill>
                <a:schemeClr val="tx1"/>
              </a:solidFill>
              <a:latin typeface="+mn-ea"/>
            </a:endParaRPr>
          </a:p>
        </p:txBody>
      </p:sp>
      <p:sp>
        <p:nvSpPr>
          <p:cNvPr id="3" name="正方形/長方形 2">
            <a:extLst>
              <a:ext uri="{FF2B5EF4-FFF2-40B4-BE49-F238E27FC236}">
                <a16:creationId xmlns:a16="http://schemas.microsoft.com/office/drawing/2014/main" id="{A418435C-FB4E-17CD-F39C-BE4B549D9C6F}"/>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共通</a:t>
            </a:r>
            <a:r>
              <a:rPr lang="en-US" altLang="ja-JP" sz="1600" b="1">
                <a:solidFill>
                  <a:schemeClr val="tx1"/>
                </a:solidFill>
                <a:latin typeface="+mn-ea"/>
              </a:rPr>
              <a:t>Oracle</a:t>
            </a:r>
            <a:endParaRPr lang="ja-JP" altLang="en-US" sz="1600" b="1">
              <a:solidFill>
                <a:schemeClr val="tx1"/>
              </a:solidFill>
              <a:latin typeface="+mn-ea"/>
            </a:endParaRPr>
          </a:p>
        </p:txBody>
      </p:sp>
      <p:sp>
        <p:nvSpPr>
          <p:cNvPr id="95" name="正方形/長方形 94">
            <a:extLst>
              <a:ext uri="{FF2B5EF4-FFF2-40B4-BE49-F238E27FC236}">
                <a16:creationId xmlns:a16="http://schemas.microsoft.com/office/drawing/2014/main" id="{E15B5558-6966-1DD6-B26C-7F70B4A83B54}"/>
              </a:ext>
            </a:extLst>
          </p:cNvPr>
          <p:cNvSpPr/>
          <p:nvPr/>
        </p:nvSpPr>
        <p:spPr>
          <a:xfrm>
            <a:off x="828427" y="3052744"/>
            <a:ext cx="1866687" cy="3139334"/>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76" name="正方形/長方形 75">
            <a:extLst>
              <a:ext uri="{FF2B5EF4-FFF2-40B4-BE49-F238E27FC236}">
                <a16:creationId xmlns:a16="http://schemas.microsoft.com/office/drawing/2014/main" id="{B36B8242-62C8-BAC9-6546-282703EA3013}"/>
              </a:ext>
            </a:extLst>
          </p:cNvPr>
          <p:cNvSpPr/>
          <p:nvPr/>
        </p:nvSpPr>
        <p:spPr>
          <a:xfrm>
            <a:off x="7109614" y="766597"/>
            <a:ext cx="4456614" cy="5662262"/>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sz="1600" b="1">
              <a:solidFill>
                <a:schemeClr val="tx1"/>
              </a:solidFill>
              <a:latin typeface="+mn-ea"/>
            </a:endParaRPr>
          </a:p>
        </p:txBody>
      </p:sp>
      <p:sp>
        <p:nvSpPr>
          <p:cNvPr id="57" name="正方形/長方形 56">
            <a:extLst>
              <a:ext uri="{FF2B5EF4-FFF2-40B4-BE49-F238E27FC236}">
                <a16:creationId xmlns:a16="http://schemas.microsoft.com/office/drawing/2014/main" id="{A7C44E07-BDF0-05B3-D2DC-73EAEBE3CD3C}"/>
              </a:ext>
            </a:extLst>
          </p:cNvPr>
          <p:cNvSpPr/>
          <p:nvPr/>
        </p:nvSpPr>
        <p:spPr>
          <a:xfrm>
            <a:off x="4206730" y="1132151"/>
            <a:ext cx="2723031" cy="3294174"/>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共通</a:t>
            </a:r>
            <a:r>
              <a:rPr lang="en-US" altLang="ja-JP" sz="1600" b="1">
                <a:solidFill>
                  <a:schemeClr val="tx1"/>
                </a:solidFill>
                <a:latin typeface="+mn-ea"/>
              </a:rPr>
              <a:t>AP</a:t>
            </a:r>
            <a:r>
              <a:rPr lang="ja-JP" altLang="en-US" sz="1600" b="1">
                <a:solidFill>
                  <a:schemeClr val="tx1"/>
                </a:solidFill>
                <a:latin typeface="+mn-ea"/>
              </a:rPr>
              <a:t>サーバ</a:t>
            </a:r>
          </a:p>
        </p:txBody>
      </p:sp>
      <p:sp>
        <p:nvSpPr>
          <p:cNvPr id="2" name="タイトル 1">
            <a:extLst>
              <a:ext uri="{FF2B5EF4-FFF2-40B4-BE49-F238E27FC236}">
                <a16:creationId xmlns:a16="http://schemas.microsoft.com/office/drawing/2014/main" id="{56710517-6F09-7481-8FCD-C6C2D7AEDD0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システム構成（</a:t>
            </a:r>
            <a:r>
              <a:rPr lang="en-US" altLang="ja-JP" err="1">
                <a:latin typeface="游明朝" panose="02020400000000000000" pitchFamily="18" charset="-128"/>
                <a:ea typeface="游明朝" panose="02020400000000000000" pitchFamily="18" charset="-128"/>
              </a:rPr>
              <a:t>ToBe</a:t>
            </a:r>
            <a:r>
              <a:rPr lang="ja-JP" altLang="en-US">
                <a:latin typeface="游明朝" panose="02020400000000000000" pitchFamily="18" charset="-128"/>
                <a:ea typeface="游明朝" panose="02020400000000000000" pitchFamily="18" charset="-128"/>
              </a:rPr>
              <a:t>）</a:t>
            </a:r>
            <a:endParaRPr kumimoji="1" lang="ja-JP" altLang="en-US">
              <a:latin typeface="游明朝" panose="02020400000000000000" pitchFamily="18" charset="-128"/>
              <a:ea typeface="游明朝" panose="02020400000000000000" pitchFamily="18" charset="-128"/>
            </a:endParaRPr>
          </a:p>
        </p:txBody>
      </p:sp>
      <p:sp>
        <p:nvSpPr>
          <p:cNvPr id="7" name="Rectangle 92">
            <a:extLst>
              <a:ext uri="{FF2B5EF4-FFF2-40B4-BE49-F238E27FC236}">
                <a16:creationId xmlns:a16="http://schemas.microsoft.com/office/drawing/2014/main" id="{240E7DB3-9A6E-C326-1136-6565F7BB2680}"/>
              </a:ext>
            </a:extLst>
          </p:cNvPr>
          <p:cNvSpPr>
            <a:spLocks noChangeArrowheads="1"/>
          </p:cNvSpPr>
          <p:nvPr/>
        </p:nvSpPr>
        <p:spPr bwMode="auto">
          <a:xfrm>
            <a:off x="4521576" y="1621297"/>
            <a:ext cx="2039472"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電子承認システム</a:t>
            </a:r>
          </a:p>
        </p:txBody>
      </p:sp>
      <p:sp>
        <p:nvSpPr>
          <p:cNvPr id="9" name="正方形/長方形 8">
            <a:extLst>
              <a:ext uri="{FF2B5EF4-FFF2-40B4-BE49-F238E27FC236}">
                <a16:creationId xmlns:a16="http://schemas.microsoft.com/office/drawing/2014/main" id="{36B55E3E-7291-A5D1-FD68-4A4F82F29440}"/>
              </a:ext>
            </a:extLst>
          </p:cNvPr>
          <p:cNvSpPr/>
          <p:nvPr/>
        </p:nvSpPr>
        <p:spPr>
          <a:xfrm>
            <a:off x="4319866" y="2428113"/>
            <a:ext cx="2442882" cy="180414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10" name="Rectangle 92">
            <a:extLst>
              <a:ext uri="{FF2B5EF4-FFF2-40B4-BE49-F238E27FC236}">
                <a16:creationId xmlns:a16="http://schemas.microsoft.com/office/drawing/2014/main" id="{0E22887D-574C-F020-0578-164F965CD4B0}"/>
              </a:ext>
            </a:extLst>
          </p:cNvPr>
          <p:cNvSpPr>
            <a:spLocks noChangeArrowheads="1"/>
          </p:cNvSpPr>
          <p:nvPr/>
        </p:nvSpPr>
        <p:spPr bwMode="auto">
          <a:xfrm>
            <a:off x="4555189" y="3100466"/>
            <a:ext cx="2039471"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100" b="1">
                <a:effectLst/>
                <a:latin typeface="+mn-ea"/>
                <a:cs typeface="+mn-cs"/>
              </a:rPr>
              <a:t>次世代研ＳＷＡＮ（ＬＩＭＳ）</a:t>
            </a:r>
            <a:endParaRPr lang="en-US" altLang="ja-JP" sz="1100" b="1">
              <a:effectLst/>
              <a:latin typeface="+mn-ea"/>
              <a:cs typeface="+mn-cs"/>
            </a:endParaRPr>
          </a:p>
          <a:p>
            <a:pPr algn="ctr"/>
            <a:r>
              <a:rPr lang="ja-JP" altLang="en-US" sz="1100" b="1">
                <a:effectLst/>
                <a:latin typeface="+mn-ea"/>
                <a:cs typeface="+mn-cs"/>
              </a:rPr>
              <a:t>システム</a:t>
            </a:r>
            <a:endParaRPr lang="ja-JP" altLang="ja-JP" sz="1000">
              <a:effectLst/>
              <a:latin typeface="+mn-ea"/>
            </a:endParaRPr>
          </a:p>
        </p:txBody>
      </p:sp>
      <p:sp>
        <p:nvSpPr>
          <p:cNvPr id="14" name="テキスト ボックス 85">
            <a:extLst>
              <a:ext uri="{FF2B5EF4-FFF2-40B4-BE49-F238E27FC236}">
                <a16:creationId xmlns:a16="http://schemas.microsoft.com/office/drawing/2014/main" id="{A977FEAA-2082-7396-0094-6856CB851270}"/>
              </a:ext>
            </a:extLst>
          </p:cNvPr>
          <p:cNvSpPr txBox="1"/>
          <p:nvPr/>
        </p:nvSpPr>
        <p:spPr>
          <a:xfrm>
            <a:off x="5552520" y="1395131"/>
            <a:ext cx="1277470"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ログイン</a:t>
            </a:r>
            <a:endParaRPr kumimoji="1" lang="en-US" altLang="ja-JP" sz="900">
              <a:latin typeface="+mn-ea"/>
            </a:endParaRPr>
          </a:p>
        </p:txBody>
      </p:sp>
      <p:cxnSp>
        <p:nvCxnSpPr>
          <p:cNvPr id="15" name="直線矢印コネクタ 14">
            <a:extLst>
              <a:ext uri="{FF2B5EF4-FFF2-40B4-BE49-F238E27FC236}">
                <a16:creationId xmlns:a16="http://schemas.microsoft.com/office/drawing/2014/main" id="{08D260FF-41F0-A956-CE16-C47C7A65444F}"/>
              </a:ext>
            </a:extLst>
          </p:cNvPr>
          <p:cNvCxnSpPr>
            <a:cxnSpLocks/>
            <a:stCxn id="7" idx="2"/>
            <a:endCxn id="9" idx="0"/>
          </p:cNvCxnSpPr>
          <p:nvPr/>
        </p:nvCxnSpPr>
        <p:spPr>
          <a:xfrm flipH="1">
            <a:off x="5541307" y="2098055"/>
            <a:ext cx="5" cy="33005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テキスト ボックス 201">
            <a:extLst>
              <a:ext uri="{FF2B5EF4-FFF2-40B4-BE49-F238E27FC236}">
                <a16:creationId xmlns:a16="http://schemas.microsoft.com/office/drawing/2014/main" id="{BED43D3B-286B-571F-5A40-AC394EBCBDA3}"/>
              </a:ext>
            </a:extLst>
          </p:cNvPr>
          <p:cNvSpPr txBox="1"/>
          <p:nvPr/>
        </p:nvSpPr>
        <p:spPr>
          <a:xfrm>
            <a:off x="667426" y="3098317"/>
            <a:ext cx="1960443" cy="4370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（次世代研</a:t>
            </a:r>
            <a:r>
              <a:rPr kumimoji="1" lang="en-US" altLang="ja-JP" sz="900">
                <a:latin typeface="+mn-ea"/>
              </a:rPr>
              <a:t>SWAN(LIMS)</a:t>
            </a:r>
            <a:r>
              <a:rPr kumimoji="1" lang="ja-JP" altLang="en-US" sz="900">
                <a:latin typeface="+mn-ea"/>
              </a:rPr>
              <a:t>システム</a:t>
            </a:r>
            <a:endParaRPr kumimoji="1" lang="en-US" altLang="ja-JP" sz="900">
              <a:latin typeface="+mn-ea"/>
            </a:endParaRPr>
          </a:p>
          <a:p>
            <a:pPr algn="ctr"/>
            <a:r>
              <a:rPr kumimoji="1" lang="ja-JP" altLang="en-US" sz="900">
                <a:latin typeface="+mn-ea"/>
              </a:rPr>
              <a:t>スキーマ）</a:t>
            </a:r>
            <a:endParaRPr kumimoji="1" lang="en-US" altLang="ja-JP" sz="900">
              <a:latin typeface="+mn-ea"/>
            </a:endParaRPr>
          </a:p>
        </p:txBody>
      </p:sp>
      <p:cxnSp>
        <p:nvCxnSpPr>
          <p:cNvPr id="20" name="カギ線コネクタ 214">
            <a:extLst>
              <a:ext uri="{FF2B5EF4-FFF2-40B4-BE49-F238E27FC236}">
                <a16:creationId xmlns:a16="http://schemas.microsoft.com/office/drawing/2014/main" id="{72EDCD11-3D2E-AA72-8B87-15CF0B0BCE00}"/>
              </a:ext>
            </a:extLst>
          </p:cNvPr>
          <p:cNvCxnSpPr>
            <a:cxnSpLocks/>
            <a:endCxn id="7" idx="1"/>
          </p:cNvCxnSpPr>
          <p:nvPr/>
        </p:nvCxnSpPr>
        <p:spPr>
          <a:xfrm rot="5400000" flipH="1" flipV="1">
            <a:off x="3323819" y="826041"/>
            <a:ext cx="164122" cy="2231392"/>
          </a:xfrm>
          <a:prstGeom prst="bentConnector2">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3" name="カギ線コネクタ 89">
            <a:extLst>
              <a:ext uri="{FF2B5EF4-FFF2-40B4-BE49-F238E27FC236}">
                <a16:creationId xmlns:a16="http://schemas.microsoft.com/office/drawing/2014/main" id="{40A9997A-39CE-3616-0935-90CC3F265F49}"/>
              </a:ext>
            </a:extLst>
          </p:cNvPr>
          <p:cNvCxnSpPr>
            <a:cxnSpLocks/>
            <a:stCxn id="58" idx="2"/>
          </p:cNvCxnSpPr>
          <p:nvPr/>
        </p:nvCxnSpPr>
        <p:spPr>
          <a:xfrm rot="5400000">
            <a:off x="7162892" y="1792791"/>
            <a:ext cx="536623" cy="1404143"/>
          </a:xfrm>
          <a:prstGeom prst="bentConnector2">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40" name="フローチャート : 磁気ディスク 199">
            <a:extLst>
              <a:ext uri="{FF2B5EF4-FFF2-40B4-BE49-F238E27FC236}">
                <a16:creationId xmlns:a16="http://schemas.microsoft.com/office/drawing/2014/main" id="{3F859D71-9959-6280-5905-244CD15E257B}"/>
              </a:ext>
            </a:extLst>
          </p:cNvPr>
          <p:cNvSpPr/>
          <p:nvPr/>
        </p:nvSpPr>
        <p:spPr>
          <a:xfrm>
            <a:off x="958788" y="3573264"/>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900">
                <a:solidFill>
                  <a:sysClr val="windowText" lastClr="000000"/>
                </a:solidFill>
                <a:latin typeface="+mn-ea"/>
              </a:rPr>
              <a:t>LIMS</a:t>
            </a:r>
            <a:r>
              <a:rPr kumimoji="1" lang="ja-JP" altLang="en-US" sz="900">
                <a:solidFill>
                  <a:sysClr val="windowText" lastClr="000000"/>
                </a:solidFill>
                <a:latin typeface="+mn-ea"/>
              </a:rPr>
              <a:t>データ</a:t>
            </a:r>
          </a:p>
        </p:txBody>
      </p:sp>
      <p:sp>
        <p:nvSpPr>
          <p:cNvPr id="42" name="フローチャート : 磁気ディスク 257">
            <a:extLst>
              <a:ext uri="{FF2B5EF4-FFF2-40B4-BE49-F238E27FC236}">
                <a16:creationId xmlns:a16="http://schemas.microsoft.com/office/drawing/2014/main" id="{2F5A36F2-FD23-9CA4-5F1E-D7886F88A8BC}"/>
              </a:ext>
            </a:extLst>
          </p:cNvPr>
          <p:cNvSpPr/>
          <p:nvPr/>
        </p:nvSpPr>
        <p:spPr>
          <a:xfrm>
            <a:off x="969995" y="442491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900">
                <a:solidFill>
                  <a:sysClr val="windowText" lastClr="000000"/>
                </a:solidFill>
                <a:latin typeface="+mn-ea"/>
              </a:rPr>
              <a:t>SWAN</a:t>
            </a:r>
            <a:r>
              <a:rPr kumimoji="1" lang="ja-JP" altLang="en-US" sz="900">
                <a:solidFill>
                  <a:sysClr val="windowText" lastClr="000000"/>
                </a:solidFill>
                <a:latin typeface="+mn-ea"/>
              </a:rPr>
              <a:t>データ</a:t>
            </a:r>
          </a:p>
        </p:txBody>
      </p:sp>
      <p:cxnSp>
        <p:nvCxnSpPr>
          <p:cNvPr id="45" name="カギ線コネクタ 288">
            <a:extLst>
              <a:ext uri="{FF2B5EF4-FFF2-40B4-BE49-F238E27FC236}">
                <a16:creationId xmlns:a16="http://schemas.microsoft.com/office/drawing/2014/main" id="{F666D277-B5F7-09DC-1D85-D3CA6CADFB0F}"/>
              </a:ext>
            </a:extLst>
          </p:cNvPr>
          <p:cNvCxnSpPr>
            <a:cxnSpLocks/>
            <a:stCxn id="9" idx="1"/>
            <a:endCxn id="40" idx="4"/>
          </p:cNvCxnSpPr>
          <p:nvPr/>
        </p:nvCxnSpPr>
        <p:spPr>
          <a:xfrm rot="10800000" flipV="1">
            <a:off x="1982618" y="3330185"/>
            <a:ext cx="2337249" cy="640885"/>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6" name="カギ線コネクタ 290">
            <a:extLst>
              <a:ext uri="{FF2B5EF4-FFF2-40B4-BE49-F238E27FC236}">
                <a16:creationId xmlns:a16="http://schemas.microsoft.com/office/drawing/2014/main" id="{6E972C68-F354-C239-D513-502E6E871EB5}"/>
              </a:ext>
            </a:extLst>
          </p:cNvPr>
          <p:cNvCxnSpPr>
            <a:cxnSpLocks/>
            <a:stCxn id="9" idx="1"/>
            <a:endCxn id="42" idx="4"/>
          </p:cNvCxnSpPr>
          <p:nvPr/>
        </p:nvCxnSpPr>
        <p:spPr>
          <a:xfrm rot="10800000" flipV="1">
            <a:off x="1993824" y="3330185"/>
            <a:ext cx="2326042" cy="1492531"/>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50" name="フローチャート : 磁気ディスク 309">
            <a:extLst>
              <a:ext uri="{FF2B5EF4-FFF2-40B4-BE49-F238E27FC236}">
                <a16:creationId xmlns:a16="http://schemas.microsoft.com/office/drawing/2014/main" id="{965252AC-6B49-A998-BF01-C351FEF22C3D}"/>
              </a:ext>
            </a:extLst>
          </p:cNvPr>
          <p:cNvSpPr/>
          <p:nvPr/>
        </p:nvSpPr>
        <p:spPr>
          <a:xfrm>
            <a:off x="958789" y="527656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latin typeface="+mn-ea"/>
              </a:rPr>
              <a:t>マスタデータ</a:t>
            </a:r>
          </a:p>
        </p:txBody>
      </p:sp>
      <p:cxnSp>
        <p:nvCxnSpPr>
          <p:cNvPr id="51" name="カギ線コネクタ 311">
            <a:extLst>
              <a:ext uri="{FF2B5EF4-FFF2-40B4-BE49-F238E27FC236}">
                <a16:creationId xmlns:a16="http://schemas.microsoft.com/office/drawing/2014/main" id="{B6A02879-AE20-7CBD-7A0D-C9B32A22AF2A}"/>
              </a:ext>
            </a:extLst>
          </p:cNvPr>
          <p:cNvCxnSpPr>
            <a:cxnSpLocks/>
            <a:stCxn id="9" idx="1"/>
            <a:endCxn id="50" idx="4"/>
          </p:cNvCxnSpPr>
          <p:nvPr/>
        </p:nvCxnSpPr>
        <p:spPr>
          <a:xfrm rot="10800000" flipV="1">
            <a:off x="1982618" y="3330185"/>
            <a:ext cx="2337248" cy="2344181"/>
          </a:xfrm>
          <a:prstGeom prst="bentConnector3">
            <a:avLst/>
          </a:prstGeom>
          <a:ln>
            <a:tailEnd type="arrow"/>
          </a:ln>
        </p:spPr>
        <p:style>
          <a:lnRef idx="1">
            <a:schemeClr val="dk1"/>
          </a:lnRef>
          <a:fillRef idx="0">
            <a:schemeClr val="dk1"/>
          </a:fillRef>
          <a:effectRef idx="0">
            <a:schemeClr val="dk1"/>
          </a:effectRef>
          <a:fontRef idx="minor">
            <a:schemeClr val="tx1"/>
          </a:fontRef>
        </p:style>
      </p:cxnSp>
      <p:cxnSp>
        <p:nvCxnSpPr>
          <p:cNvPr id="52" name="カギ線コネクタ 321">
            <a:extLst>
              <a:ext uri="{FF2B5EF4-FFF2-40B4-BE49-F238E27FC236}">
                <a16:creationId xmlns:a16="http://schemas.microsoft.com/office/drawing/2014/main" id="{43F11569-E089-A2A4-1BD9-A27CA50905F3}"/>
              </a:ext>
            </a:extLst>
          </p:cNvPr>
          <p:cNvCxnSpPr>
            <a:cxnSpLocks/>
            <a:endCxn id="69" idx="1"/>
          </p:cNvCxnSpPr>
          <p:nvPr/>
        </p:nvCxnSpPr>
        <p:spPr>
          <a:xfrm flipV="1">
            <a:off x="6740901" y="1171906"/>
            <a:ext cx="3152383" cy="1730908"/>
          </a:xfrm>
          <a:prstGeom prst="bentConnector3">
            <a:avLst>
              <a:gd name="adj1" fmla="val 79322"/>
            </a:avLst>
          </a:prstGeom>
          <a:ln>
            <a:tailEnd type="arrow"/>
          </a:ln>
        </p:spPr>
        <p:style>
          <a:lnRef idx="1">
            <a:schemeClr val="dk1"/>
          </a:lnRef>
          <a:fillRef idx="0">
            <a:schemeClr val="dk1"/>
          </a:fillRef>
          <a:effectRef idx="0">
            <a:schemeClr val="dk1"/>
          </a:effectRef>
          <a:fontRef idx="minor">
            <a:schemeClr val="tx1"/>
          </a:fontRef>
        </p:style>
      </p:cxnSp>
      <p:sp>
        <p:nvSpPr>
          <p:cNvPr id="58" name="正方形/長方形 57">
            <a:extLst>
              <a:ext uri="{FF2B5EF4-FFF2-40B4-BE49-F238E27FC236}">
                <a16:creationId xmlns:a16="http://schemas.microsoft.com/office/drawing/2014/main" id="{C8455E2F-4C11-C482-AC8A-3A2A1CD2F170}"/>
              </a:ext>
            </a:extLst>
          </p:cNvPr>
          <p:cNvSpPr/>
          <p:nvPr/>
        </p:nvSpPr>
        <p:spPr>
          <a:xfrm>
            <a:off x="7316539" y="1700591"/>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帳票基盤</a:t>
            </a:r>
          </a:p>
        </p:txBody>
      </p:sp>
      <p:sp>
        <p:nvSpPr>
          <p:cNvPr id="69" name="正方形/長方形 68">
            <a:extLst>
              <a:ext uri="{FF2B5EF4-FFF2-40B4-BE49-F238E27FC236}">
                <a16:creationId xmlns:a16="http://schemas.microsoft.com/office/drawing/2014/main" id="{4121C000-61DD-1411-B5AC-A3D896FAA848}"/>
              </a:ext>
            </a:extLst>
          </p:cNvPr>
          <p:cNvSpPr/>
          <p:nvPr/>
        </p:nvSpPr>
        <p:spPr>
          <a:xfrm>
            <a:off x="9893284" y="908926"/>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メールサーバ</a:t>
            </a:r>
          </a:p>
        </p:txBody>
      </p:sp>
      <p:sp>
        <p:nvSpPr>
          <p:cNvPr id="4" name="フローチャート : 磁気ディスク 66">
            <a:extLst>
              <a:ext uri="{FF2B5EF4-FFF2-40B4-BE49-F238E27FC236}">
                <a16:creationId xmlns:a16="http://schemas.microsoft.com/office/drawing/2014/main" id="{03AD1FBD-E064-5A5E-096A-737261CC586A}"/>
              </a:ext>
            </a:extLst>
          </p:cNvPr>
          <p:cNvSpPr/>
          <p:nvPr/>
        </p:nvSpPr>
        <p:spPr>
          <a:xfrm>
            <a:off x="1834397" y="2046241"/>
            <a:ext cx="952501" cy="907679"/>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ysClr val="windowText" lastClr="000000"/>
                </a:solidFill>
                <a:latin typeface="+mn-ea"/>
              </a:rPr>
              <a:t>ロール</a:t>
            </a:r>
            <a:endParaRPr kumimoji="1" lang="en-US" altLang="ja-JP" sz="800">
              <a:solidFill>
                <a:sysClr val="windowText" lastClr="000000"/>
              </a:solidFill>
              <a:latin typeface="+mn-ea"/>
            </a:endParaRPr>
          </a:p>
          <a:p>
            <a:pPr algn="ctr"/>
            <a:r>
              <a:rPr kumimoji="1" lang="ja-JP" altLang="en-US" sz="800">
                <a:solidFill>
                  <a:sysClr val="windowText" lastClr="000000"/>
                </a:solidFill>
                <a:latin typeface="+mn-ea"/>
              </a:rPr>
              <a:t>ユーザー情報</a:t>
            </a:r>
          </a:p>
        </p:txBody>
      </p:sp>
      <p:sp>
        <p:nvSpPr>
          <p:cNvPr id="5" name="テキスト ボックス 82">
            <a:extLst>
              <a:ext uri="{FF2B5EF4-FFF2-40B4-BE49-F238E27FC236}">
                <a16:creationId xmlns:a16="http://schemas.microsoft.com/office/drawing/2014/main" id="{3B0307FC-4833-2B6F-0205-96FB0AD17532}"/>
              </a:ext>
            </a:extLst>
          </p:cNvPr>
          <p:cNvSpPr txBox="1"/>
          <p:nvPr/>
        </p:nvSpPr>
        <p:spPr>
          <a:xfrm>
            <a:off x="844436" y="1567491"/>
            <a:ext cx="1591227"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（認証基盤スキーマ）</a:t>
            </a:r>
            <a:endParaRPr kumimoji="1" lang="en-US" altLang="ja-JP" sz="900">
              <a:latin typeface="+mn-ea"/>
            </a:endParaRPr>
          </a:p>
        </p:txBody>
      </p:sp>
      <p:sp>
        <p:nvSpPr>
          <p:cNvPr id="11" name="フローチャート : 磁気ディスク 83">
            <a:extLst>
              <a:ext uri="{FF2B5EF4-FFF2-40B4-BE49-F238E27FC236}">
                <a16:creationId xmlns:a16="http://schemas.microsoft.com/office/drawing/2014/main" id="{9424EB93-D6C9-4C7C-8AC8-2B12E22AADC1}"/>
              </a:ext>
            </a:extLst>
          </p:cNvPr>
          <p:cNvSpPr/>
          <p:nvPr/>
        </p:nvSpPr>
        <p:spPr>
          <a:xfrm>
            <a:off x="835334" y="2023798"/>
            <a:ext cx="862246" cy="918917"/>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latin typeface="+mn-ea"/>
              </a:rPr>
              <a:t>伝票</a:t>
            </a:r>
            <a:endParaRPr kumimoji="1" lang="en-US" altLang="ja-JP" sz="900">
              <a:solidFill>
                <a:sysClr val="windowText" lastClr="000000"/>
              </a:solidFill>
              <a:latin typeface="+mn-ea"/>
            </a:endParaRPr>
          </a:p>
          <a:p>
            <a:pPr algn="ctr"/>
            <a:r>
              <a:rPr kumimoji="1" lang="ja-JP" altLang="en-US" sz="900">
                <a:solidFill>
                  <a:sysClr val="windowText" lastClr="000000"/>
                </a:solidFill>
                <a:latin typeface="+mn-ea"/>
              </a:rPr>
              <a:t>情報</a:t>
            </a:r>
          </a:p>
        </p:txBody>
      </p:sp>
      <p:cxnSp>
        <p:nvCxnSpPr>
          <p:cNvPr id="16" name="カギ線コネクタ 214">
            <a:extLst>
              <a:ext uri="{FF2B5EF4-FFF2-40B4-BE49-F238E27FC236}">
                <a16:creationId xmlns:a16="http://schemas.microsoft.com/office/drawing/2014/main" id="{2AC1F4FD-C9DF-99E6-1824-9740A8E3D3CA}"/>
              </a:ext>
            </a:extLst>
          </p:cNvPr>
          <p:cNvCxnSpPr>
            <a:cxnSpLocks/>
            <a:stCxn id="11" idx="1"/>
          </p:cNvCxnSpPr>
          <p:nvPr/>
        </p:nvCxnSpPr>
        <p:spPr>
          <a:xfrm rot="5400000" flipH="1" flipV="1">
            <a:off x="2811955" y="314178"/>
            <a:ext cx="164122" cy="3255119"/>
          </a:xfrm>
          <a:prstGeom prst="bentConnector2">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7" name="カギ線コネクタ 217">
            <a:extLst>
              <a:ext uri="{FF2B5EF4-FFF2-40B4-BE49-F238E27FC236}">
                <a16:creationId xmlns:a16="http://schemas.microsoft.com/office/drawing/2014/main" id="{B99E26C0-6927-41BE-CF95-1A77A8EE495B}"/>
              </a:ext>
            </a:extLst>
          </p:cNvPr>
          <p:cNvCxnSpPr>
            <a:cxnSpLocks/>
            <a:stCxn id="43" idx="0"/>
          </p:cNvCxnSpPr>
          <p:nvPr/>
        </p:nvCxnSpPr>
        <p:spPr>
          <a:xfrm rot="5400000" flipH="1" flipV="1">
            <a:off x="3947536" y="1597955"/>
            <a:ext cx="148194" cy="999880"/>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28" name="カギ線コネクタ 219">
            <a:extLst>
              <a:ext uri="{FF2B5EF4-FFF2-40B4-BE49-F238E27FC236}">
                <a16:creationId xmlns:a16="http://schemas.microsoft.com/office/drawing/2014/main" id="{2E3A539F-511B-54FA-C116-34EE4D1688EB}"/>
              </a:ext>
            </a:extLst>
          </p:cNvPr>
          <p:cNvCxnSpPr>
            <a:cxnSpLocks/>
            <a:stCxn id="43" idx="2"/>
          </p:cNvCxnSpPr>
          <p:nvPr/>
        </p:nvCxnSpPr>
        <p:spPr>
          <a:xfrm rot="16200000" flipH="1">
            <a:off x="3604662" y="2614982"/>
            <a:ext cx="632234" cy="798173"/>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32" name="カギ線コネクタ 226">
            <a:extLst>
              <a:ext uri="{FF2B5EF4-FFF2-40B4-BE49-F238E27FC236}">
                <a16:creationId xmlns:a16="http://schemas.microsoft.com/office/drawing/2014/main" id="{3F3C3D6D-6149-F0B4-43EE-D10533FAB617}"/>
              </a:ext>
            </a:extLst>
          </p:cNvPr>
          <p:cNvCxnSpPr>
            <a:cxnSpLocks/>
            <a:stCxn id="4" idx="4"/>
            <a:endCxn id="43" idx="1"/>
          </p:cNvCxnSpPr>
          <p:nvPr/>
        </p:nvCxnSpPr>
        <p:spPr>
          <a:xfrm flipV="1">
            <a:off x="2786898" y="2434972"/>
            <a:ext cx="220243" cy="6510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37" name="正方形/長方形 36">
            <a:extLst>
              <a:ext uri="{FF2B5EF4-FFF2-40B4-BE49-F238E27FC236}">
                <a16:creationId xmlns:a16="http://schemas.microsoft.com/office/drawing/2014/main" id="{E9FD3C8D-B6F2-8DE5-2D3B-EABD2A634FAE}"/>
              </a:ext>
            </a:extLst>
          </p:cNvPr>
          <p:cNvSpPr/>
          <p:nvPr/>
        </p:nvSpPr>
        <p:spPr>
          <a:xfrm>
            <a:off x="2551179" y="1552354"/>
            <a:ext cx="1467970" cy="2801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ysClr val="windowText" lastClr="000000"/>
                </a:solidFill>
                <a:latin typeface="+mn-ea"/>
              </a:rPr>
              <a:t>未決箱など</a:t>
            </a:r>
          </a:p>
        </p:txBody>
      </p:sp>
      <p:sp>
        <p:nvSpPr>
          <p:cNvPr id="43" name="正方形/長方形 42">
            <a:extLst>
              <a:ext uri="{FF2B5EF4-FFF2-40B4-BE49-F238E27FC236}">
                <a16:creationId xmlns:a16="http://schemas.microsoft.com/office/drawing/2014/main" id="{88C98868-876C-6EE8-E747-54EB5A5479E2}"/>
              </a:ext>
            </a:extLst>
          </p:cNvPr>
          <p:cNvSpPr/>
          <p:nvPr/>
        </p:nvSpPr>
        <p:spPr>
          <a:xfrm>
            <a:off x="3007141" y="2171992"/>
            <a:ext cx="1029104"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認証基盤</a:t>
            </a:r>
          </a:p>
        </p:txBody>
      </p:sp>
      <p:sp>
        <p:nvSpPr>
          <p:cNvPr id="67" name="正方形/長方形 66">
            <a:extLst>
              <a:ext uri="{FF2B5EF4-FFF2-40B4-BE49-F238E27FC236}">
                <a16:creationId xmlns:a16="http://schemas.microsoft.com/office/drawing/2014/main" id="{46998748-D17D-3D33-FA69-008E7082E776}"/>
              </a:ext>
            </a:extLst>
          </p:cNvPr>
          <p:cNvSpPr/>
          <p:nvPr/>
        </p:nvSpPr>
        <p:spPr>
          <a:xfrm>
            <a:off x="4206730" y="4554075"/>
            <a:ext cx="2723031" cy="1237149"/>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連携基盤</a:t>
            </a:r>
          </a:p>
        </p:txBody>
      </p:sp>
      <p:sp>
        <p:nvSpPr>
          <p:cNvPr id="68" name="Rectangle 92">
            <a:extLst>
              <a:ext uri="{FF2B5EF4-FFF2-40B4-BE49-F238E27FC236}">
                <a16:creationId xmlns:a16="http://schemas.microsoft.com/office/drawing/2014/main" id="{CE29D60B-0D3B-A505-71D7-9609D0C8C49E}"/>
              </a:ext>
            </a:extLst>
          </p:cNvPr>
          <p:cNvSpPr>
            <a:spLocks noChangeArrowheads="1"/>
          </p:cNvSpPr>
          <p:nvPr/>
        </p:nvSpPr>
        <p:spPr bwMode="auto">
          <a:xfrm>
            <a:off x="5709393" y="5898939"/>
            <a:ext cx="1152000" cy="432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ＳＡＰ</a:t>
            </a:r>
          </a:p>
        </p:txBody>
      </p:sp>
      <p:sp>
        <p:nvSpPr>
          <p:cNvPr id="70" name="Rectangle 92">
            <a:extLst>
              <a:ext uri="{FF2B5EF4-FFF2-40B4-BE49-F238E27FC236}">
                <a16:creationId xmlns:a16="http://schemas.microsoft.com/office/drawing/2014/main" id="{287E3F5B-BBD3-04E6-16BD-D251320E9916}"/>
              </a:ext>
            </a:extLst>
          </p:cNvPr>
          <p:cNvSpPr>
            <a:spLocks noChangeArrowheads="1"/>
          </p:cNvSpPr>
          <p:nvPr/>
        </p:nvSpPr>
        <p:spPr bwMode="auto">
          <a:xfrm>
            <a:off x="4314259" y="5901253"/>
            <a:ext cx="1152000" cy="432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共通マスタ</a:t>
            </a:r>
            <a:endParaRPr lang="en-US" altLang="ja-JP" sz="1100" b="1" i="0" u="none" strike="noStrike" baseline="0">
              <a:solidFill>
                <a:srgbClr val="000000"/>
              </a:solidFill>
              <a:latin typeface="+mn-ea"/>
            </a:endParaRPr>
          </a:p>
          <a:p>
            <a:pPr algn="ctr" rtl="0">
              <a:defRPr sz="1000"/>
            </a:pPr>
            <a:r>
              <a:rPr lang="ja-JP" altLang="en-US" sz="1100" b="1" i="0" u="none" strike="noStrike" baseline="0">
                <a:solidFill>
                  <a:srgbClr val="000000"/>
                </a:solidFill>
                <a:latin typeface="+mn-ea"/>
              </a:rPr>
              <a:t>システム</a:t>
            </a:r>
          </a:p>
        </p:txBody>
      </p:sp>
      <p:sp>
        <p:nvSpPr>
          <p:cNvPr id="71" name="Rectangle 92">
            <a:extLst>
              <a:ext uri="{FF2B5EF4-FFF2-40B4-BE49-F238E27FC236}">
                <a16:creationId xmlns:a16="http://schemas.microsoft.com/office/drawing/2014/main" id="{AD626140-1D67-8A5C-E563-B4C0600B417A}"/>
              </a:ext>
            </a:extLst>
          </p:cNvPr>
          <p:cNvSpPr>
            <a:spLocks noChangeArrowheads="1"/>
          </p:cNvSpPr>
          <p:nvPr/>
        </p:nvSpPr>
        <p:spPr bwMode="auto">
          <a:xfrm>
            <a:off x="7120751" y="5912467"/>
            <a:ext cx="1152000" cy="432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経理システム</a:t>
            </a:r>
          </a:p>
        </p:txBody>
      </p:sp>
      <p:cxnSp>
        <p:nvCxnSpPr>
          <p:cNvPr id="72" name="直線矢印コネクタ 71">
            <a:extLst>
              <a:ext uri="{FF2B5EF4-FFF2-40B4-BE49-F238E27FC236}">
                <a16:creationId xmlns:a16="http://schemas.microsoft.com/office/drawing/2014/main" id="{FF2094F4-9621-85E7-5153-620509F0DA03}"/>
              </a:ext>
            </a:extLst>
          </p:cNvPr>
          <p:cNvCxnSpPr>
            <a:cxnSpLocks/>
          </p:cNvCxnSpPr>
          <p:nvPr/>
        </p:nvCxnSpPr>
        <p:spPr>
          <a:xfrm flipV="1">
            <a:off x="4892833" y="4446360"/>
            <a:ext cx="9939" cy="145489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74" name="直線矢印コネクタ 73">
            <a:extLst>
              <a:ext uri="{FF2B5EF4-FFF2-40B4-BE49-F238E27FC236}">
                <a16:creationId xmlns:a16="http://schemas.microsoft.com/office/drawing/2014/main" id="{3FF98E41-EB5E-933D-6D7C-C5142F558A07}"/>
              </a:ext>
            </a:extLst>
          </p:cNvPr>
          <p:cNvCxnSpPr>
            <a:cxnSpLocks/>
          </p:cNvCxnSpPr>
          <p:nvPr/>
        </p:nvCxnSpPr>
        <p:spPr>
          <a:xfrm>
            <a:off x="6239870" y="4446360"/>
            <a:ext cx="0" cy="146610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75" name="Rectangle 92">
            <a:extLst>
              <a:ext uri="{FF2B5EF4-FFF2-40B4-BE49-F238E27FC236}">
                <a16:creationId xmlns:a16="http://schemas.microsoft.com/office/drawing/2014/main" id="{F1061B1E-57A5-109D-2060-A1F52AFB3778}"/>
              </a:ext>
            </a:extLst>
          </p:cNvPr>
          <p:cNvSpPr>
            <a:spLocks noChangeArrowheads="1"/>
          </p:cNvSpPr>
          <p:nvPr/>
        </p:nvSpPr>
        <p:spPr bwMode="auto">
          <a:xfrm>
            <a:off x="4314259" y="5326983"/>
            <a:ext cx="1152000" cy="360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sz="1100" b="1" i="0" u="none" strike="noStrike" baseline="0">
                <a:solidFill>
                  <a:srgbClr val="000000"/>
                </a:solidFill>
                <a:latin typeface="+mn-ea"/>
              </a:rPr>
              <a:t>DIH</a:t>
            </a:r>
            <a:endParaRPr lang="ja-JP" altLang="en-US" sz="1100" b="1" i="0" u="none" strike="noStrike" baseline="0">
              <a:solidFill>
                <a:srgbClr val="000000"/>
              </a:solidFill>
              <a:latin typeface="+mn-ea"/>
            </a:endParaRPr>
          </a:p>
        </p:txBody>
      </p:sp>
      <p:sp>
        <p:nvSpPr>
          <p:cNvPr id="77" name="Rectangle 92">
            <a:extLst>
              <a:ext uri="{FF2B5EF4-FFF2-40B4-BE49-F238E27FC236}">
                <a16:creationId xmlns:a16="http://schemas.microsoft.com/office/drawing/2014/main" id="{470CCD78-1F75-A438-7730-70BE17F26C06}"/>
              </a:ext>
            </a:extLst>
          </p:cNvPr>
          <p:cNvSpPr>
            <a:spLocks noChangeArrowheads="1"/>
          </p:cNvSpPr>
          <p:nvPr/>
        </p:nvSpPr>
        <p:spPr bwMode="auto">
          <a:xfrm>
            <a:off x="4314259" y="4834157"/>
            <a:ext cx="1152000" cy="360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連携</a:t>
            </a:r>
            <a:r>
              <a:rPr lang="en-US" altLang="ja-JP" sz="1100" b="1" i="0" u="none" strike="noStrike" baseline="0">
                <a:solidFill>
                  <a:srgbClr val="000000"/>
                </a:solidFill>
                <a:latin typeface="+mn-ea"/>
              </a:rPr>
              <a:t>NAS</a:t>
            </a:r>
            <a:endParaRPr lang="ja-JP" altLang="en-US" sz="1100" b="1" i="0" u="none" strike="noStrike" baseline="0">
              <a:solidFill>
                <a:srgbClr val="000000"/>
              </a:solidFill>
              <a:latin typeface="+mn-ea"/>
            </a:endParaRPr>
          </a:p>
        </p:txBody>
      </p:sp>
      <p:sp>
        <p:nvSpPr>
          <p:cNvPr id="79" name="Rectangle 92">
            <a:extLst>
              <a:ext uri="{FF2B5EF4-FFF2-40B4-BE49-F238E27FC236}">
                <a16:creationId xmlns:a16="http://schemas.microsoft.com/office/drawing/2014/main" id="{11BD2AD6-3696-740E-5062-DAE29CEF72AA}"/>
              </a:ext>
            </a:extLst>
          </p:cNvPr>
          <p:cNvSpPr>
            <a:spLocks noChangeArrowheads="1"/>
          </p:cNvSpPr>
          <p:nvPr/>
        </p:nvSpPr>
        <p:spPr bwMode="auto">
          <a:xfrm>
            <a:off x="5709393" y="4838177"/>
            <a:ext cx="1152000" cy="360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b="1">
                <a:solidFill>
                  <a:srgbClr val="000000"/>
                </a:solidFill>
                <a:latin typeface="+mn-ea"/>
              </a:rPr>
              <a:t>PI</a:t>
            </a:r>
            <a:endParaRPr lang="ja-JP" altLang="en-US" sz="1100" b="1" i="0" u="none" strike="noStrike" baseline="0">
              <a:solidFill>
                <a:srgbClr val="000000"/>
              </a:solidFill>
              <a:latin typeface="+mn-ea"/>
            </a:endParaRPr>
          </a:p>
        </p:txBody>
      </p:sp>
      <p:cxnSp>
        <p:nvCxnSpPr>
          <p:cNvPr id="80" name="直線矢印コネクタ 79">
            <a:extLst>
              <a:ext uri="{FF2B5EF4-FFF2-40B4-BE49-F238E27FC236}">
                <a16:creationId xmlns:a16="http://schemas.microsoft.com/office/drawing/2014/main" id="{12C23792-C1CD-4D8D-2FD2-3E47482344FF}"/>
              </a:ext>
            </a:extLst>
          </p:cNvPr>
          <p:cNvCxnSpPr>
            <a:cxnSpLocks/>
            <a:stCxn id="71" idx="1"/>
            <a:endCxn id="68" idx="3"/>
          </p:cNvCxnSpPr>
          <p:nvPr/>
        </p:nvCxnSpPr>
        <p:spPr>
          <a:xfrm flipH="1" flipV="1">
            <a:off x="6861393" y="6114939"/>
            <a:ext cx="259358" cy="13528"/>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81" name="正方形/長方形 80">
            <a:extLst>
              <a:ext uri="{FF2B5EF4-FFF2-40B4-BE49-F238E27FC236}">
                <a16:creationId xmlns:a16="http://schemas.microsoft.com/office/drawing/2014/main" id="{696CA295-31F6-4BC4-A0AF-6C0E400E77F8}"/>
              </a:ext>
            </a:extLst>
          </p:cNvPr>
          <p:cNvSpPr/>
          <p:nvPr/>
        </p:nvSpPr>
        <p:spPr>
          <a:xfrm>
            <a:off x="8603421" y="5639675"/>
            <a:ext cx="2846636" cy="7128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バッチ実行サーバ</a:t>
            </a:r>
          </a:p>
        </p:txBody>
      </p:sp>
      <p:sp>
        <p:nvSpPr>
          <p:cNvPr id="82" name="正方形/長方形 81">
            <a:extLst>
              <a:ext uri="{FF2B5EF4-FFF2-40B4-BE49-F238E27FC236}">
                <a16:creationId xmlns:a16="http://schemas.microsoft.com/office/drawing/2014/main" id="{9B334591-F588-2F82-62ED-0C2A4920B88B}"/>
              </a:ext>
            </a:extLst>
          </p:cNvPr>
          <p:cNvSpPr/>
          <p:nvPr/>
        </p:nvSpPr>
        <p:spPr>
          <a:xfrm>
            <a:off x="8727768" y="5912467"/>
            <a:ext cx="2442882" cy="349662"/>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83" name="正方形/長方形 82">
            <a:extLst>
              <a:ext uri="{FF2B5EF4-FFF2-40B4-BE49-F238E27FC236}">
                <a16:creationId xmlns:a16="http://schemas.microsoft.com/office/drawing/2014/main" id="{8047CAFF-27C0-8A3A-4DE6-206301BB9896}"/>
              </a:ext>
            </a:extLst>
          </p:cNvPr>
          <p:cNvSpPr/>
          <p:nvPr/>
        </p:nvSpPr>
        <p:spPr>
          <a:xfrm>
            <a:off x="8593299" y="3202436"/>
            <a:ext cx="2846636" cy="2224137"/>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バッチスケジュールサーバ</a:t>
            </a:r>
          </a:p>
        </p:txBody>
      </p:sp>
      <p:sp>
        <p:nvSpPr>
          <p:cNvPr id="84" name="正方形/長方形 83">
            <a:extLst>
              <a:ext uri="{FF2B5EF4-FFF2-40B4-BE49-F238E27FC236}">
                <a16:creationId xmlns:a16="http://schemas.microsoft.com/office/drawing/2014/main" id="{0CD4E8CA-D985-9AA6-2C36-57390210AF9D}"/>
              </a:ext>
            </a:extLst>
          </p:cNvPr>
          <p:cNvSpPr/>
          <p:nvPr/>
        </p:nvSpPr>
        <p:spPr>
          <a:xfrm>
            <a:off x="8736859" y="3522837"/>
            <a:ext cx="2442882" cy="1804146"/>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85" name="テキスト ボックス 167">
            <a:extLst>
              <a:ext uri="{FF2B5EF4-FFF2-40B4-BE49-F238E27FC236}">
                <a16:creationId xmlns:a16="http://schemas.microsoft.com/office/drawing/2014/main" id="{C8D17060-2FC9-76AB-DC12-73CBA764E83C}"/>
              </a:ext>
            </a:extLst>
          </p:cNvPr>
          <p:cNvSpPr txBox="1"/>
          <p:nvPr/>
        </p:nvSpPr>
        <p:spPr>
          <a:xfrm>
            <a:off x="9007920" y="3577157"/>
            <a:ext cx="1815353" cy="437029"/>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ドメイン停止・起動</a:t>
            </a:r>
            <a:endParaRPr kumimoji="1" lang="en-US" altLang="ja-JP" sz="900">
              <a:latin typeface="+mn-ea"/>
            </a:endParaRPr>
          </a:p>
        </p:txBody>
      </p:sp>
      <p:sp>
        <p:nvSpPr>
          <p:cNvPr id="86" name="テキスト ボックス 114">
            <a:extLst>
              <a:ext uri="{FF2B5EF4-FFF2-40B4-BE49-F238E27FC236}">
                <a16:creationId xmlns:a16="http://schemas.microsoft.com/office/drawing/2014/main" id="{C4713217-8A3E-5184-D128-02651791A982}"/>
              </a:ext>
            </a:extLst>
          </p:cNvPr>
          <p:cNvSpPr txBox="1"/>
          <p:nvPr/>
        </p:nvSpPr>
        <p:spPr>
          <a:xfrm>
            <a:off x="9024727" y="4353487"/>
            <a:ext cx="1815353" cy="216000"/>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ＦＡＸ送信内容コピー</a:t>
            </a:r>
            <a:endParaRPr kumimoji="1" lang="en-US" altLang="ja-JP" sz="900">
              <a:latin typeface="+mn-ea"/>
            </a:endParaRPr>
          </a:p>
        </p:txBody>
      </p:sp>
      <p:sp>
        <p:nvSpPr>
          <p:cNvPr id="87" name="テキスト ボックス 115">
            <a:extLst>
              <a:ext uri="{FF2B5EF4-FFF2-40B4-BE49-F238E27FC236}">
                <a16:creationId xmlns:a16="http://schemas.microsoft.com/office/drawing/2014/main" id="{73A7D007-3032-31CD-E59E-BAF3E8DAE85A}"/>
              </a:ext>
            </a:extLst>
          </p:cNvPr>
          <p:cNvSpPr txBox="1"/>
          <p:nvPr/>
        </p:nvSpPr>
        <p:spPr>
          <a:xfrm>
            <a:off x="9024727" y="4891365"/>
            <a:ext cx="1815353" cy="216000"/>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機伝作成・送信・マスタ取込</a:t>
            </a:r>
            <a:endParaRPr kumimoji="1" lang="en-US" altLang="ja-JP" sz="900">
              <a:latin typeface="+mn-ea"/>
            </a:endParaRPr>
          </a:p>
        </p:txBody>
      </p:sp>
      <p:sp>
        <p:nvSpPr>
          <p:cNvPr id="88" name="テキスト ボックス 116">
            <a:extLst>
              <a:ext uri="{FF2B5EF4-FFF2-40B4-BE49-F238E27FC236}">
                <a16:creationId xmlns:a16="http://schemas.microsoft.com/office/drawing/2014/main" id="{5A123144-DF6E-11D5-3E07-D6CD2F612506}"/>
              </a:ext>
            </a:extLst>
          </p:cNvPr>
          <p:cNvSpPr txBox="1"/>
          <p:nvPr/>
        </p:nvSpPr>
        <p:spPr>
          <a:xfrm>
            <a:off x="9024727" y="4622426"/>
            <a:ext cx="1815353" cy="216000"/>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営業日カレンダーマスタ取得</a:t>
            </a:r>
            <a:endParaRPr kumimoji="1" lang="en-US" altLang="ja-JP" sz="900">
              <a:latin typeface="+mn-ea"/>
            </a:endParaRPr>
          </a:p>
        </p:txBody>
      </p:sp>
      <p:cxnSp>
        <p:nvCxnSpPr>
          <p:cNvPr id="89" name="カギ線コネクタ 91">
            <a:extLst>
              <a:ext uri="{FF2B5EF4-FFF2-40B4-BE49-F238E27FC236}">
                <a16:creationId xmlns:a16="http://schemas.microsoft.com/office/drawing/2014/main" id="{F577A9E9-782C-BB95-799D-2FBFC9841AA8}"/>
              </a:ext>
            </a:extLst>
          </p:cNvPr>
          <p:cNvCxnSpPr>
            <a:stCxn id="85" idx="1"/>
          </p:cNvCxnSpPr>
          <p:nvPr/>
        </p:nvCxnSpPr>
        <p:spPr>
          <a:xfrm rot="10800000">
            <a:off x="6762748" y="3330186"/>
            <a:ext cx="2245172" cy="465486"/>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90" name="カギ線コネクタ 147">
            <a:extLst>
              <a:ext uri="{FF2B5EF4-FFF2-40B4-BE49-F238E27FC236}">
                <a16:creationId xmlns:a16="http://schemas.microsoft.com/office/drawing/2014/main" id="{FBBE4AC8-4D68-030F-C45C-62799C0C44C3}"/>
              </a:ext>
            </a:extLst>
          </p:cNvPr>
          <p:cNvCxnSpPr>
            <a:stCxn id="91" idx="1"/>
          </p:cNvCxnSpPr>
          <p:nvPr/>
        </p:nvCxnSpPr>
        <p:spPr>
          <a:xfrm rot="10800000">
            <a:off x="6762749" y="3330186"/>
            <a:ext cx="2054667" cy="1342668"/>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91" name="正方形/長方形 90">
            <a:extLst>
              <a:ext uri="{FF2B5EF4-FFF2-40B4-BE49-F238E27FC236}">
                <a16:creationId xmlns:a16="http://schemas.microsoft.com/office/drawing/2014/main" id="{04D5E8A5-D091-86A6-A794-3B299510173F}"/>
              </a:ext>
            </a:extLst>
          </p:cNvPr>
          <p:cNvSpPr/>
          <p:nvPr/>
        </p:nvSpPr>
        <p:spPr>
          <a:xfrm>
            <a:off x="8817415" y="4151780"/>
            <a:ext cx="2252383" cy="1042147"/>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latin typeface="+mn-ea"/>
              </a:rPr>
              <a:t>ジョブネット</a:t>
            </a:r>
          </a:p>
        </p:txBody>
      </p:sp>
      <p:cxnSp>
        <p:nvCxnSpPr>
          <p:cNvPr id="93" name="直線矢印コネクタ 92">
            <a:extLst>
              <a:ext uri="{FF2B5EF4-FFF2-40B4-BE49-F238E27FC236}">
                <a16:creationId xmlns:a16="http://schemas.microsoft.com/office/drawing/2014/main" id="{78D0F96F-4F27-7C73-1D72-2C3605B1DF67}"/>
              </a:ext>
            </a:extLst>
          </p:cNvPr>
          <p:cNvCxnSpPr>
            <a:cxnSpLocks/>
            <a:stCxn id="83" idx="2"/>
            <a:endCxn id="81" idx="0"/>
          </p:cNvCxnSpPr>
          <p:nvPr/>
        </p:nvCxnSpPr>
        <p:spPr>
          <a:xfrm>
            <a:off x="10016617" y="5426573"/>
            <a:ext cx="10122" cy="21310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94" name="テキスト ボックス 114">
            <a:extLst>
              <a:ext uri="{FF2B5EF4-FFF2-40B4-BE49-F238E27FC236}">
                <a16:creationId xmlns:a16="http://schemas.microsoft.com/office/drawing/2014/main" id="{978A901E-693E-A6B4-D1D8-E5C155DAF01A}"/>
              </a:ext>
            </a:extLst>
          </p:cNvPr>
          <p:cNvSpPr txBox="1"/>
          <p:nvPr/>
        </p:nvSpPr>
        <p:spPr>
          <a:xfrm>
            <a:off x="9024727" y="5995420"/>
            <a:ext cx="1815353" cy="216000"/>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バッチモジュール</a:t>
            </a:r>
            <a:endParaRPr kumimoji="1" lang="en-US" altLang="ja-JP" sz="900">
              <a:latin typeface="+mn-ea"/>
            </a:endParaRPr>
          </a:p>
        </p:txBody>
      </p:sp>
      <p:sp>
        <p:nvSpPr>
          <p:cNvPr id="12" name="スライド番号プレースホルダー 11">
            <a:extLst>
              <a:ext uri="{FF2B5EF4-FFF2-40B4-BE49-F238E27FC236}">
                <a16:creationId xmlns:a16="http://schemas.microsoft.com/office/drawing/2014/main" id="{1818249B-81D1-E3C7-E8CC-B76E411E4244}"/>
              </a:ext>
            </a:extLst>
          </p:cNvPr>
          <p:cNvSpPr>
            <a:spLocks noGrp="1"/>
          </p:cNvSpPr>
          <p:nvPr>
            <p:ph type="sldNum" sz="quarter" idx="12"/>
          </p:nvPr>
        </p:nvSpPr>
        <p:spPr/>
        <p:txBody>
          <a:bodyPr/>
          <a:lstStyle/>
          <a:p>
            <a:fld id="{26CA5134-5AAC-D342-B763-43605FECB385}" type="slidenum">
              <a:rPr kumimoji="1" lang="ja-JP" altLang="en-US" smtClean="0"/>
              <a:pPr/>
              <a:t>4</a:t>
            </a:fld>
            <a:endParaRPr kumimoji="1" lang="ja-JP" altLang="en-US" sz="700"/>
          </a:p>
        </p:txBody>
      </p:sp>
      <p:sp>
        <p:nvSpPr>
          <p:cNvPr id="13" name="フッター プレースホルダー 2">
            <a:extLst>
              <a:ext uri="{FF2B5EF4-FFF2-40B4-BE49-F238E27FC236}">
                <a16:creationId xmlns:a16="http://schemas.microsoft.com/office/drawing/2014/main" id="{D9AEF9F4-535F-C38F-622C-3B3E48A38C31}"/>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Tree>
    <p:extLst>
      <p:ext uri="{BB962C8B-B14F-4D97-AF65-F5344CB8AC3E}">
        <p14:creationId xmlns:p14="http://schemas.microsoft.com/office/powerpoint/2010/main" val="1196673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想定している</a:t>
            </a:r>
            <a:r>
              <a:rPr lang="ja-JP" altLang="en-US">
                <a:latin typeface="游明朝" panose="02020400000000000000" pitchFamily="18" charset="-128"/>
                <a:ea typeface="游明朝" panose="02020400000000000000" pitchFamily="18" charset="-128"/>
              </a:rPr>
              <a:t>作業内容と成果物</a:t>
            </a:r>
            <a:endParaRPr kumimoji="1" lang="ja-JP" altLang="en-US">
              <a:latin typeface="游明朝" panose="02020400000000000000" pitchFamily="18" charset="-128"/>
              <a:ea typeface="游明朝" panose="02020400000000000000" pitchFamily="18" charset="-128"/>
            </a:endParaRP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3756507539"/>
              </p:ext>
            </p:extLst>
          </p:nvPr>
        </p:nvGraphicFramePr>
        <p:xfrm>
          <a:off x="576000" y="936000"/>
          <a:ext cx="11041199" cy="4857313"/>
        </p:xfrm>
        <a:graphic>
          <a:graphicData uri="http://schemas.openxmlformats.org/drawingml/2006/table">
            <a:tbl>
              <a:tblPr firstRow="1" bandRow="1">
                <a:tableStyleId>{69012ECD-51FC-41F1-AA8D-1B2483CD663E}</a:tableStyleId>
              </a:tblPr>
              <a:tblGrid>
                <a:gridCol w="569739">
                  <a:extLst>
                    <a:ext uri="{9D8B030D-6E8A-4147-A177-3AD203B41FA5}">
                      <a16:colId xmlns:a16="http://schemas.microsoft.com/office/drawing/2014/main" val="820809534"/>
                    </a:ext>
                  </a:extLst>
                </a:gridCol>
                <a:gridCol w="1827764">
                  <a:extLst>
                    <a:ext uri="{9D8B030D-6E8A-4147-A177-3AD203B41FA5}">
                      <a16:colId xmlns:a16="http://schemas.microsoft.com/office/drawing/2014/main" val="2667349602"/>
                    </a:ext>
                  </a:extLst>
                </a:gridCol>
                <a:gridCol w="5444937">
                  <a:extLst>
                    <a:ext uri="{9D8B030D-6E8A-4147-A177-3AD203B41FA5}">
                      <a16:colId xmlns:a16="http://schemas.microsoft.com/office/drawing/2014/main" val="2117318705"/>
                    </a:ext>
                  </a:extLst>
                </a:gridCol>
                <a:gridCol w="3198759">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mn-ea"/>
                          <a:ea typeface="+mn-ea"/>
                        </a:rPr>
                        <a:t>No</a:t>
                      </a:r>
                      <a:endParaRPr kumimoji="1" lang="ja-JP" altLang="en-US" sz="1600">
                        <a:solidFill>
                          <a:srgbClr val="FFFFFF"/>
                        </a:solidFill>
                        <a:latin typeface="+mn-ea"/>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mn-ea"/>
                          <a:ea typeface="+mn-ea"/>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mn-ea"/>
                          <a:ea typeface="+mn-ea"/>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mn-ea"/>
                          <a:ea typeface="+mn-ea"/>
                        </a:rPr>
                        <a:t>主な成果物</a:t>
                      </a:r>
                      <a:endParaRPr kumimoji="1" lang="ja-JP" altLang="en-US" sz="1600">
                        <a:solidFill>
                          <a:srgbClr val="FFFFFF"/>
                        </a:solidFill>
                        <a:latin typeface="+mn-ea"/>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400" kern="1200">
                          <a:solidFill>
                            <a:schemeClr val="dk1"/>
                          </a:solidFill>
                          <a:latin typeface="+mn-ea"/>
                          <a:ea typeface="+mn-ea"/>
                        </a:rPr>
                        <a:t>1</a:t>
                      </a:r>
                      <a:endParaRPr kumimoji="1" lang="ja-JP" altLang="en-US" sz="14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mn-ea"/>
                          <a:ea typeface="+mn-ea"/>
                        </a:rPr>
                        <a:t>要件定義</a:t>
                      </a:r>
                      <a:endParaRPr kumimoji="1" lang="en-US" altLang="ja-JP" sz="14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mn-ea"/>
                          <a:ea typeface="+mn-ea"/>
                        </a:rPr>
                        <a:t>改修範囲の確定及び移行計画を作成します。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400" dirty="0">
                          <a:solidFill>
                            <a:schemeClr val="tx1"/>
                          </a:solidFill>
                          <a:latin typeface="+mn-ea"/>
                          <a:ea typeface="+mn-ea"/>
                        </a:rPr>
                        <a:t>移行計画書、</a:t>
                      </a:r>
                      <a:r>
                        <a:rPr kumimoji="1" lang="ja-JP" altLang="en-US" sz="1400" dirty="0">
                          <a:solidFill>
                            <a:schemeClr val="tx1"/>
                          </a:solidFill>
                          <a:latin typeface="+mn-ea"/>
                          <a:ea typeface="+mn-ea"/>
                        </a:rPr>
                        <a:t>システム全体図</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400" kern="1200">
                          <a:solidFill>
                            <a:schemeClr val="dk1"/>
                          </a:solidFill>
                          <a:latin typeface="+mn-ea"/>
                          <a:ea typeface="+mn-ea"/>
                        </a:rPr>
                        <a:t>2</a:t>
                      </a:r>
                      <a:endParaRPr kumimoji="1" lang="ja-JP" altLang="en-US" sz="14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mn-ea"/>
                          <a:ea typeface="+mn-ea"/>
                        </a:rPr>
                        <a:t>基本設計</a:t>
                      </a:r>
                      <a:endParaRPr kumimoji="1" lang="en-US" altLang="ja-JP" sz="14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mn-ea"/>
                          <a:ea typeface="+mn-ea"/>
                        </a:rPr>
                        <a:t>既存設計書の修正及びテスト計画を作成します。</a:t>
                      </a:r>
                      <a:endParaRPr kumimoji="1" lang="en-US" altLang="ja-JP" sz="14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mn-ea"/>
                          <a:ea typeface="+mn-ea"/>
                        </a:rPr>
                        <a:t>概要設計書、運用設計書</a:t>
                      </a:r>
                      <a:r>
                        <a:rPr lang="ja-JP" sz="1400" b="0" i="0" u="none" strike="noStrike" noProof="0">
                          <a:solidFill>
                            <a:schemeClr val="tx1"/>
                          </a:solidFill>
                          <a:latin typeface="+mn-ea"/>
                          <a:ea typeface="+mn-ea"/>
                        </a:rPr>
                        <a:t>、全体テスト計画</a:t>
                      </a:r>
                      <a:endParaRPr lang="ja-JP" sz="1400" b="0" i="0" u="none" strike="noStrike" noProof="0">
                        <a:solidFill>
                          <a:srgbClr val="323232"/>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400" kern="1200">
                          <a:solidFill>
                            <a:schemeClr val="dk1"/>
                          </a:solidFill>
                          <a:latin typeface="+mn-ea"/>
                          <a:ea typeface="+mn-ea"/>
                        </a:rPr>
                        <a:t>3</a:t>
                      </a:r>
                      <a:endParaRPr kumimoji="1" lang="ja-JP" altLang="en-US" sz="14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400">
                          <a:solidFill>
                            <a:schemeClr val="tx1"/>
                          </a:solidFill>
                          <a:latin typeface="+mn-ea"/>
                          <a:ea typeface="+mn-ea"/>
                        </a:rPr>
                        <a:t>開発</a:t>
                      </a:r>
                      <a:endParaRPr lang="ja-JP" sz="1400" b="0" i="0" u="none" strike="noStrike" noProof="0">
                        <a:solidFill>
                          <a:srgbClr val="323232"/>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ja-JP" sz="1400" b="0" i="0" u="none" strike="noStrike" noProof="0">
                          <a:solidFill>
                            <a:schemeClr val="tx1"/>
                          </a:solidFill>
                          <a:latin typeface="+mn-ea"/>
                          <a:ea typeface="+mn-ea"/>
                        </a:rPr>
                        <a:t>接続先の変更及び環境構築を実施します。</a:t>
                      </a:r>
                      <a:endParaRPr lang="en-US" sz="1400" b="0" i="0" u="none" strike="noStrike" noProof="0">
                        <a:latin typeface="+mn-ea"/>
                        <a:ea typeface="+mn-ea"/>
                      </a:endParaRPr>
                    </a:p>
                    <a:p>
                      <a:pPr marL="0" marR="0" lvl="0" indent="0" algn="l" defTabSz="914400">
                        <a:lnSpc>
                          <a:spcPct val="100000"/>
                        </a:lnSpc>
                        <a:spcBef>
                          <a:spcPts val="0"/>
                        </a:spcBef>
                        <a:spcAft>
                          <a:spcPts val="0"/>
                        </a:spcAft>
                        <a:buNone/>
                        <a:tabLst/>
                        <a:defRPr/>
                      </a:pPr>
                      <a:r>
                        <a:rPr lang="en-US" altLang="ja-JP" sz="1400" b="0" i="0" u="none" strike="noStrike" noProof="0">
                          <a:solidFill>
                            <a:schemeClr val="tx1"/>
                          </a:solidFill>
                          <a:latin typeface="+mn-ea"/>
                          <a:ea typeface="+mn-ea"/>
                        </a:rPr>
                        <a:t>※</a:t>
                      </a:r>
                      <a:r>
                        <a:rPr lang="ja-JP" sz="1400" b="0" i="0" u="none" strike="noStrike" noProof="0">
                          <a:solidFill>
                            <a:schemeClr val="tx1"/>
                          </a:solidFill>
                          <a:latin typeface="+mn-ea"/>
                          <a:ea typeface="+mn-ea"/>
                        </a:rPr>
                        <a:t>検証環境も含みます。</a:t>
                      </a:r>
                      <a:endParaRPr lang="en-US" sz="1400" b="0" i="0" u="none" strike="noStrike" noProof="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400" kern="1200">
                          <a:solidFill>
                            <a:schemeClr val="dk1"/>
                          </a:solidFill>
                          <a:latin typeface="+mn-ea"/>
                          <a:ea typeface="+mn-ea"/>
                          <a:cs typeface="+mn-cs"/>
                        </a:rPr>
                        <a:t>4</a:t>
                      </a:r>
                      <a:endParaRPr kumimoji="1" lang="ja-JP" altLang="en-US" sz="14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結合テスト</a:t>
                      </a:r>
                      <a:endParaRPr lang="en-US" altLang="ja-JP" sz="14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mn-ea"/>
                          <a:ea typeface="+mn-ea"/>
                        </a:rPr>
                        <a:t>検証環境にて動作検証を実施します。</a:t>
                      </a:r>
                      <a:endParaRPr lang="en-US" altLang="ja-JP" sz="1400" u="none" strike="noStrike" kern="1200" cap="none" normalizeH="0" baseline="0">
                        <a:ln>
                          <a:noFill/>
                        </a:ln>
                        <a:solidFill>
                          <a:schemeClr val="tx1"/>
                        </a:solidFill>
                        <a:effectLst/>
                        <a:latin typeface="+mn-ea"/>
                        <a:ea typeface="+mn-ea"/>
                      </a:endParaRPr>
                    </a:p>
                    <a:p>
                      <a:pPr marL="0" marR="0" lvl="0" indent="0" algn="l" defTabSz="914400" rtl="0">
                        <a:lnSpc>
                          <a:spcPct val="100000"/>
                        </a:lnSpc>
                        <a:spcBef>
                          <a:spcPts val="0"/>
                        </a:spcBef>
                        <a:spcAft>
                          <a:spcPts val="0"/>
                        </a:spcAft>
                        <a:buClrTx/>
                        <a:buSzTx/>
                        <a:buFont typeface="Arial" pitchFamily="34" charset="0"/>
                        <a:buNone/>
                        <a:tabLst/>
                        <a:defRPr/>
                      </a:pPr>
                      <a:r>
                        <a:rPr lang="en-US" altLang="ja-JP" sz="1400" u="none" strike="noStrike" kern="1200" cap="none" normalizeH="0" baseline="0">
                          <a:ln>
                            <a:noFill/>
                          </a:ln>
                          <a:solidFill>
                            <a:schemeClr val="tx1"/>
                          </a:solidFill>
                          <a:effectLst/>
                          <a:latin typeface="+mn-ea"/>
                          <a:ea typeface="+mn-ea"/>
                        </a:rPr>
                        <a:t>※</a:t>
                      </a:r>
                      <a:r>
                        <a:rPr lang="ja-JP" altLang="en-US" sz="1400" u="none" strike="noStrike" kern="1200" cap="none" normalizeH="0" baseline="0">
                          <a:ln>
                            <a:noFill/>
                          </a:ln>
                          <a:solidFill>
                            <a:schemeClr val="tx1"/>
                          </a:solidFill>
                          <a:effectLst/>
                          <a:latin typeface="+mn-ea"/>
                          <a:ea typeface="+mn-ea"/>
                        </a:rPr>
                        <a:t>テスト仕様書は各機能のチェックリストベースとします。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mn-ea"/>
                          <a:ea typeface="+mn-ea"/>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400" kern="1200">
                          <a:solidFill>
                            <a:schemeClr val="dk1"/>
                          </a:solidFill>
                          <a:latin typeface="+mn-ea"/>
                          <a:ea typeface="+mn-ea"/>
                          <a:cs typeface="+mn-cs"/>
                        </a:rPr>
                        <a:t>5</a:t>
                      </a:r>
                      <a:endParaRPr kumimoji="1" lang="ja-JP" altLang="en-US" sz="14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システムテスト</a:t>
                      </a:r>
                      <a:endParaRPr lang="en-US" altLang="ja-JP" sz="14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a:ln>
                            <a:noFill/>
                          </a:ln>
                          <a:solidFill>
                            <a:schemeClr val="tx1"/>
                          </a:solidFill>
                          <a:effectLst/>
                          <a:latin typeface="+mn-ea"/>
                          <a:ea typeface="+mn-ea"/>
                          <a:cs typeface="Meiryo UI" pitchFamily="50" charset="-128"/>
                        </a:rPr>
                        <a:t>本番環境にて</a:t>
                      </a:r>
                      <a:r>
                        <a:rPr lang="ja-JP" altLang="en-US" sz="1400">
                          <a:solidFill>
                            <a:srgbClr val="000000"/>
                          </a:solidFill>
                          <a:latin typeface="+mn-ea"/>
                          <a:ea typeface="+mn-ea"/>
                        </a:rPr>
                        <a:t>その他共通基盤との連携の確認を実施します。</a:t>
                      </a:r>
                      <a:endParaRPr kumimoji="0" lang="ja-JP" altLang="en-US" sz="1400" u="none" strike="noStrike" kern="1200" cap="none" normalizeH="0" baseline="0">
                        <a:ln>
                          <a:noFill/>
                        </a:ln>
                        <a:solidFill>
                          <a:schemeClr val="tx1"/>
                        </a:solidFill>
                        <a:effectLst/>
                        <a:latin typeface="+mn-ea"/>
                        <a:ea typeface="+mn-ea"/>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mn-ea"/>
                          <a:ea typeface="+mn-ea"/>
                        </a:rPr>
                        <a:t>システム</a:t>
                      </a:r>
                      <a:r>
                        <a:rPr kumimoji="0" lang="ja-JP" altLang="en-US" sz="1400" u="none" strike="noStrike" kern="1200" cap="none" normalizeH="0" baseline="0">
                          <a:ln>
                            <a:noFill/>
                          </a:ln>
                          <a:solidFill>
                            <a:schemeClr val="tx1"/>
                          </a:solidFill>
                          <a:effectLst/>
                          <a:latin typeface="+mn-ea"/>
                          <a:ea typeface="+mn-ea"/>
                        </a:rPr>
                        <a:t>テスト仕様書、エビデンス</a:t>
                      </a:r>
                      <a:endParaRPr kumimoji="0" lang="ja-JP" altLang="en-US" sz="1400" u="none" strike="noStrike" kern="1200" cap="none" normalizeH="0" baseline="0">
                        <a:ln>
                          <a:noFill/>
                        </a:ln>
                        <a:solidFill>
                          <a:schemeClr val="tx1"/>
                        </a:solidFill>
                        <a:effectLst/>
                        <a:latin typeface="+mn-ea"/>
                        <a:ea typeface="+mn-ea"/>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400" kern="1200">
                          <a:solidFill>
                            <a:schemeClr val="dk1"/>
                          </a:solidFill>
                          <a:latin typeface="+mn-ea"/>
                          <a:ea typeface="+mn-ea"/>
                          <a:cs typeface="+mn-cs"/>
                        </a:rPr>
                        <a:t>6</a:t>
                      </a:r>
                      <a:endParaRPr kumimoji="1" lang="ja-JP" altLang="en-US" sz="14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運用テスト</a:t>
                      </a:r>
                      <a:endParaRPr lang="en-US" altLang="ja-JP" sz="14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a:ln>
                            <a:noFill/>
                          </a:ln>
                          <a:solidFill>
                            <a:schemeClr val="tx1"/>
                          </a:solidFill>
                          <a:effectLst/>
                          <a:latin typeface="+mn-ea"/>
                          <a:ea typeface="+mn-ea"/>
                          <a:cs typeface="Meiryo UI" pitchFamily="50" charset="-128"/>
                        </a:rPr>
                        <a:t>現場利用ユーザにてシステムの動作検証を実施いただきます。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問題管理表</a:t>
                      </a:r>
                      <a:endParaRPr kumimoji="0" lang="ja-JP" altLang="en-US" sz="1400" u="none" strike="noStrike" kern="1200" cap="none" normalizeH="0" baseline="0">
                        <a:ln>
                          <a:noFill/>
                        </a:ln>
                        <a:solidFill>
                          <a:schemeClr val="tx1"/>
                        </a:solidFill>
                        <a:effectLst/>
                        <a:latin typeface="+mn-ea"/>
                        <a:ea typeface="+mn-ea"/>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400" kern="1200">
                          <a:solidFill>
                            <a:schemeClr val="dk1"/>
                          </a:solidFill>
                          <a:latin typeface="+mn-ea"/>
                          <a:ea typeface="+mn-ea"/>
                          <a:cs typeface="+mn-cs"/>
                        </a:rPr>
                        <a:t>7</a:t>
                      </a:r>
                      <a:endParaRPr kumimoji="1" lang="ja-JP" altLang="en-US" sz="14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mn-ea"/>
                          <a:ea typeface="+mn-ea"/>
                        </a:rPr>
                        <a:t>本番環境にてアプリケーションの導入を実施します。</a:t>
                      </a:r>
                      <a:endParaRPr kumimoji="0" lang="en-US" altLang="ja-JP" sz="1400">
                        <a:solidFill>
                          <a:schemeClr val="tx1"/>
                        </a:solidFill>
                        <a:latin typeface="+mn-ea"/>
                        <a:ea typeface="+mn-ea"/>
                      </a:endParaRPr>
                    </a:p>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mn-ea"/>
                          <a:ea typeface="+mn-ea"/>
                        </a:rPr>
                        <a:t>バッチ基盤上の</a:t>
                      </a:r>
                      <a:r>
                        <a:rPr kumimoji="0" lang="en-US" altLang="ja-JP" sz="1400">
                          <a:solidFill>
                            <a:schemeClr val="tx1"/>
                          </a:solidFill>
                          <a:latin typeface="+mn-ea"/>
                          <a:ea typeface="+mn-ea"/>
                        </a:rPr>
                        <a:t>JOB</a:t>
                      </a:r>
                      <a:r>
                        <a:rPr kumimoji="0" lang="ja-JP" altLang="en-US" sz="1400">
                          <a:solidFill>
                            <a:schemeClr val="tx1"/>
                          </a:solidFill>
                          <a:latin typeface="+mn-ea"/>
                          <a:ea typeface="+mn-ea"/>
                        </a:rPr>
                        <a:t>を現新で切り替えます。</a:t>
                      </a:r>
                      <a:endParaRPr kumimoji="0" lang="en-US" altLang="ja-JP" sz="1400">
                        <a:solidFill>
                          <a:schemeClr val="tx1"/>
                        </a:solidFill>
                        <a:latin typeface="+mn-ea"/>
                        <a:ea typeface="+mn-ea"/>
                      </a:endParaRPr>
                    </a:p>
                    <a:p>
                      <a:pPr marL="0" marR="0" lvl="0" indent="0" algn="l" defTabSz="914400">
                        <a:lnSpc>
                          <a:spcPct val="100000"/>
                        </a:lnSpc>
                        <a:spcBef>
                          <a:spcPts val="0"/>
                        </a:spcBef>
                        <a:spcAft>
                          <a:spcPts val="0"/>
                        </a:spcAft>
                        <a:buClrTx/>
                        <a:buSzTx/>
                        <a:buFont typeface="Arial" pitchFamily="34" charset="0"/>
                        <a:buNone/>
                        <a:tabLst/>
                        <a:defRPr/>
                      </a:pPr>
                      <a:r>
                        <a:rPr kumimoji="0" lang="en-US" altLang="ja-JP" sz="1400">
                          <a:solidFill>
                            <a:srgbClr val="FF0000"/>
                          </a:solidFill>
                          <a:latin typeface="+mn-ea"/>
                          <a:ea typeface="+mn-ea"/>
                        </a:rPr>
                        <a:t>※DB</a:t>
                      </a:r>
                      <a:r>
                        <a:rPr kumimoji="0" lang="ja-JP" altLang="en-US" sz="1400">
                          <a:solidFill>
                            <a:srgbClr val="FF0000"/>
                          </a:solidFill>
                          <a:latin typeface="+mn-ea"/>
                          <a:ea typeface="+mn-ea"/>
                        </a:rPr>
                        <a:t>（データ含む）移行は貴社にてご対応お願いします。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移行手順書</a:t>
                      </a:r>
                      <a:endParaRPr kumimoji="0" lang="ja-JP" altLang="en-US" sz="14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400" kern="1200">
                          <a:solidFill>
                            <a:schemeClr val="dk1"/>
                          </a:solidFill>
                          <a:latin typeface="+mn-ea"/>
                          <a:ea typeface="+mn-ea"/>
                          <a:cs typeface="+mn-cs"/>
                        </a:rPr>
                        <a:t>8</a:t>
                      </a:r>
                      <a:endParaRPr kumimoji="1" lang="ja-JP" altLang="en-US" sz="14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mn-ea"/>
                          <a:ea typeface="+mn-ea"/>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mn-ea"/>
                          <a:ea typeface="+mn-ea"/>
                        </a:rPr>
                        <a:t>問題管理表</a:t>
                      </a:r>
                      <a:endParaRPr kumimoji="0" lang="ja-JP" altLang="en-US" sz="1400" dirty="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5" name="スライド番号プレースホルダー 4">
            <a:extLst>
              <a:ext uri="{FF2B5EF4-FFF2-40B4-BE49-F238E27FC236}">
                <a16:creationId xmlns:a16="http://schemas.microsoft.com/office/drawing/2014/main" id="{4B47B3EB-C154-D34D-0372-5E452C3614CE}"/>
              </a:ext>
            </a:extLst>
          </p:cNvPr>
          <p:cNvSpPr>
            <a:spLocks noGrp="1"/>
          </p:cNvSpPr>
          <p:nvPr>
            <p:ph type="sldNum" sz="quarter" idx="12"/>
          </p:nvPr>
        </p:nvSpPr>
        <p:spPr/>
        <p:txBody>
          <a:bodyPr/>
          <a:lstStyle/>
          <a:p>
            <a:fld id="{26CA5134-5AAC-D342-B763-43605FECB385}" type="slidenum">
              <a:rPr kumimoji="1" lang="ja-JP" altLang="en-US" smtClean="0"/>
              <a:pPr/>
              <a:t>5</a:t>
            </a:fld>
            <a:endParaRPr kumimoji="1" lang="ja-JP" altLang="en-US" sz="700"/>
          </a:p>
        </p:txBody>
      </p:sp>
      <p:sp>
        <p:nvSpPr>
          <p:cNvPr id="6" name="フッター プレースホルダー 2">
            <a:extLst>
              <a:ext uri="{FF2B5EF4-FFF2-40B4-BE49-F238E27FC236}">
                <a16:creationId xmlns:a16="http://schemas.microsoft.com/office/drawing/2014/main" id="{E16AC347-A5D0-91E5-7821-D4773F913E42}"/>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
        <p:nvSpPr>
          <p:cNvPr id="3" name="正方形/長方形 2">
            <a:extLst>
              <a:ext uri="{FF2B5EF4-FFF2-40B4-BE49-F238E27FC236}">
                <a16:creationId xmlns:a16="http://schemas.microsoft.com/office/drawing/2014/main" id="{B13B3213-CCDD-28FE-0C84-64EA7DF48C43}"/>
              </a:ext>
            </a:extLst>
          </p:cNvPr>
          <p:cNvSpPr/>
          <p:nvPr/>
        </p:nvSpPr>
        <p:spPr>
          <a:xfrm>
            <a:off x="576000" y="2316480"/>
            <a:ext cx="11168960" cy="3605520"/>
          </a:xfrm>
          <a:prstGeom prst="rect">
            <a:avLst/>
          </a:prstGeom>
          <a:noFill/>
          <a:ln w="317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27B7C808-04D0-FF87-9808-A1B6E9FB049F}"/>
              </a:ext>
            </a:extLst>
          </p:cNvPr>
          <p:cNvSpPr/>
          <p:nvPr/>
        </p:nvSpPr>
        <p:spPr>
          <a:xfrm>
            <a:off x="511520" y="1314000"/>
            <a:ext cx="11168960" cy="1002480"/>
          </a:xfrm>
          <a:prstGeom prst="rect">
            <a:avLst/>
          </a:prstGeom>
          <a:solidFill>
            <a:srgbClr val="FFC000">
              <a:alpha val="30000"/>
            </a:srgbClr>
          </a:solidFill>
          <a:ln w="15875">
            <a:solidFill>
              <a:srgbClr val="FFC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CB44CC14-9CD1-1363-74A7-A8B3CC4B1ED5}"/>
              </a:ext>
            </a:extLst>
          </p:cNvPr>
          <p:cNvSpPr/>
          <p:nvPr/>
        </p:nvSpPr>
        <p:spPr>
          <a:xfrm>
            <a:off x="8910989" y="362471"/>
            <a:ext cx="570370" cy="252000"/>
          </a:xfrm>
          <a:prstGeom prst="rect">
            <a:avLst/>
          </a:prstGeom>
          <a:noFill/>
          <a:ln w="317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421EBB9C-21F9-3714-2A57-FD0920B4FF1F}"/>
              </a:ext>
            </a:extLst>
          </p:cNvPr>
          <p:cNvSpPr txBox="1"/>
          <p:nvPr/>
        </p:nvSpPr>
        <p:spPr>
          <a:xfrm>
            <a:off x="9595241" y="362471"/>
            <a:ext cx="2020759" cy="261610"/>
          </a:xfrm>
          <a:prstGeom prst="rect">
            <a:avLst/>
          </a:prstGeom>
          <a:noFill/>
        </p:spPr>
        <p:txBody>
          <a:bodyPr wrap="square" rtlCol="0">
            <a:spAutoFit/>
          </a:bodyPr>
          <a:lstStyle/>
          <a:p>
            <a:r>
              <a:rPr kumimoji="1" lang="ja-JP" altLang="en-US" sz="1100" dirty="0">
                <a:latin typeface="游ゴシック" panose="020B0400000000000000" pitchFamily="50" charset="-128"/>
                <a:ea typeface="游ゴシック" panose="020B0400000000000000" pitchFamily="50" charset="-128"/>
              </a:rPr>
              <a:t>・・・今回のお見積もり範囲</a:t>
            </a:r>
          </a:p>
        </p:txBody>
      </p:sp>
    </p:spTree>
    <p:extLst>
      <p:ext uri="{BB962C8B-B14F-4D97-AF65-F5344CB8AC3E}">
        <p14:creationId xmlns:p14="http://schemas.microsoft.com/office/powerpoint/2010/main" val="1395438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４</a:t>
            </a:r>
            <a:r>
              <a:rPr kumimoji="1"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機能数と作業範囲</a:t>
            </a:r>
            <a:endParaRPr kumimoji="1" lang="ja-JP" altLang="en-US">
              <a:latin typeface="游明朝" panose="02020400000000000000" pitchFamily="18" charset="-128"/>
              <a:ea typeface="游明朝" panose="02020400000000000000" pitchFamily="18" charset="-128"/>
            </a:endParaRPr>
          </a:p>
        </p:txBody>
      </p:sp>
      <p:graphicFrame>
        <p:nvGraphicFramePr>
          <p:cNvPr id="9" name="表 8">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4106978646"/>
              </p:ext>
            </p:extLst>
          </p:nvPr>
        </p:nvGraphicFramePr>
        <p:xfrm>
          <a:off x="606000" y="936001"/>
          <a:ext cx="11158389" cy="4750931"/>
        </p:xfrm>
        <a:graphic>
          <a:graphicData uri="http://schemas.openxmlformats.org/drawingml/2006/table">
            <a:tbl>
              <a:tblPr firstRow="1" bandRow="1">
                <a:tableStyleId>{69012ECD-51FC-41F1-AA8D-1B2483CD663E}</a:tableStyleId>
              </a:tblPr>
              <a:tblGrid>
                <a:gridCol w="385619">
                  <a:extLst>
                    <a:ext uri="{9D8B030D-6E8A-4147-A177-3AD203B41FA5}">
                      <a16:colId xmlns:a16="http://schemas.microsoft.com/office/drawing/2014/main" val="820809534"/>
                    </a:ext>
                  </a:extLst>
                </a:gridCol>
                <a:gridCol w="828216">
                  <a:extLst>
                    <a:ext uri="{9D8B030D-6E8A-4147-A177-3AD203B41FA5}">
                      <a16:colId xmlns:a16="http://schemas.microsoft.com/office/drawing/2014/main" val="2667349602"/>
                    </a:ext>
                  </a:extLst>
                </a:gridCol>
                <a:gridCol w="1715301">
                  <a:extLst>
                    <a:ext uri="{9D8B030D-6E8A-4147-A177-3AD203B41FA5}">
                      <a16:colId xmlns:a16="http://schemas.microsoft.com/office/drawing/2014/main" val="944581160"/>
                    </a:ext>
                  </a:extLst>
                </a:gridCol>
                <a:gridCol w="5265964">
                  <a:extLst>
                    <a:ext uri="{9D8B030D-6E8A-4147-A177-3AD203B41FA5}">
                      <a16:colId xmlns:a16="http://schemas.microsoft.com/office/drawing/2014/main" val="2117318705"/>
                    </a:ext>
                  </a:extLst>
                </a:gridCol>
                <a:gridCol w="2963289">
                  <a:extLst>
                    <a:ext uri="{9D8B030D-6E8A-4147-A177-3AD203B41FA5}">
                      <a16:colId xmlns:a16="http://schemas.microsoft.com/office/drawing/2014/main" val="852570537"/>
                    </a:ext>
                  </a:extLst>
                </a:gridCol>
              </a:tblGrid>
              <a:tr h="285039">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機能数</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作業範囲</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作業対象外</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1138444">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画面</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画面数</a:t>
                      </a:r>
                      <a:endParaRPr kumimoji="1"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全体：</a:t>
                      </a:r>
                      <a:r>
                        <a:rPr kumimoji="1" lang="en-US" altLang="ja-JP" sz="1400" dirty="0">
                          <a:solidFill>
                            <a:schemeClr val="tx1"/>
                          </a:solidFill>
                          <a:latin typeface="游ゴシック"/>
                          <a:ea typeface="游ゴシック"/>
                        </a:rPr>
                        <a:t>163</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rgbClr val="FF0000"/>
                          </a:solidFill>
                          <a:latin typeface="游ゴシック"/>
                          <a:ea typeface="游ゴシック"/>
                        </a:rPr>
                        <a:t>対象：</a:t>
                      </a:r>
                      <a:r>
                        <a:rPr kumimoji="1" lang="en-US" altLang="ja-JP" sz="1400" dirty="0">
                          <a:solidFill>
                            <a:srgbClr val="FF0000"/>
                          </a:solidFill>
                          <a:latin typeface="游ゴシック"/>
                          <a:ea typeface="游ゴシック"/>
                        </a:rPr>
                        <a:t>89</a:t>
                      </a:r>
                      <a:br>
                        <a:rPr kumimoji="1" lang="en-US" altLang="ja-JP" sz="1400" dirty="0">
                          <a:solidFill>
                            <a:srgbClr val="FF0000"/>
                          </a:solidFill>
                          <a:latin typeface="游ゴシック"/>
                          <a:ea typeface="游ゴシック"/>
                        </a:rPr>
                      </a:br>
                      <a:r>
                        <a:rPr kumimoji="1" lang="ja-JP" altLang="en-US" sz="1400" dirty="0">
                          <a:solidFill>
                            <a:srgbClr val="FF0000"/>
                          </a:solidFill>
                          <a:latin typeface="游ゴシック"/>
                          <a:ea typeface="游ゴシック"/>
                        </a:rPr>
                        <a:t>（</a:t>
                      </a:r>
                      <a:r>
                        <a:rPr kumimoji="1" lang="en-US" altLang="ja-JP" sz="1400" dirty="0">
                          <a:solidFill>
                            <a:srgbClr val="FF0000"/>
                          </a:solidFill>
                          <a:latin typeface="游ゴシック"/>
                          <a:ea typeface="游ゴシック"/>
                        </a:rPr>
                        <a:t>70</a:t>
                      </a:r>
                      <a:r>
                        <a:rPr kumimoji="1" lang="ja-JP" altLang="en-US" sz="1400" dirty="0">
                          <a:solidFill>
                            <a:srgbClr val="FF0000"/>
                          </a:solidFill>
                          <a:latin typeface="游ゴシック"/>
                          <a:ea typeface="游ゴシック"/>
                        </a:rPr>
                        <a:t>＋</a:t>
                      </a:r>
                      <a:r>
                        <a:rPr kumimoji="1" lang="en-US" altLang="ja-JP" sz="1400" dirty="0">
                          <a:solidFill>
                            <a:srgbClr val="FF0000"/>
                          </a:solidFill>
                          <a:latin typeface="游ゴシック"/>
                          <a:ea typeface="游ゴシック"/>
                        </a:rPr>
                        <a:t>30-11</a:t>
                      </a:r>
                      <a:r>
                        <a:rPr kumimoji="1" lang="ja-JP" altLang="en-US" sz="1400" dirty="0">
                          <a:solidFill>
                            <a:srgbClr val="FF0000"/>
                          </a:solidFill>
                          <a:latin typeface="游ゴシック"/>
                          <a:ea typeface="游ゴシック"/>
                        </a:rPr>
                        <a:t>）</a:t>
                      </a:r>
                      <a:endParaRPr kumimoji="1" lang="en-US" altLang="ja-JP" sz="1400" dirty="0">
                        <a:solidFill>
                          <a:srgbClr val="FF0000"/>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rgbClr val="FF0000"/>
                          </a:solidFill>
                          <a:latin typeface="游ゴシック"/>
                          <a:ea typeface="游ゴシック"/>
                        </a:rPr>
                        <a:t>対象外：</a:t>
                      </a:r>
                      <a:r>
                        <a:rPr kumimoji="1" lang="en-US" altLang="ja-JP" sz="1400" dirty="0">
                          <a:solidFill>
                            <a:srgbClr val="FF0000"/>
                          </a:solidFill>
                          <a:latin typeface="游ゴシック"/>
                          <a:ea typeface="游ゴシック"/>
                        </a:rPr>
                        <a:t>74</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rgbClr val="FF0000"/>
                          </a:solidFill>
                          <a:latin typeface="游ゴシック"/>
                          <a:ea typeface="游ゴシック"/>
                        </a:rPr>
                        <a:t>（</a:t>
                      </a:r>
                      <a:r>
                        <a:rPr kumimoji="1" lang="en-US" altLang="ja-JP" sz="1400" dirty="0">
                          <a:solidFill>
                            <a:srgbClr val="FF0000"/>
                          </a:solidFill>
                          <a:latin typeface="游ゴシック"/>
                          <a:ea typeface="游ゴシック"/>
                        </a:rPr>
                        <a:t>93-30+11</a:t>
                      </a:r>
                      <a:r>
                        <a:rPr kumimoji="1" lang="ja-JP" altLang="en-US" sz="1400" dirty="0">
                          <a:solidFill>
                            <a:srgbClr val="FF0000"/>
                          </a:solidFill>
                          <a:latin typeface="游ゴシック"/>
                          <a:ea typeface="游ゴシック"/>
                        </a:rPr>
                        <a:t>）</a:t>
                      </a:r>
                      <a:endParaRPr kumimoji="1" lang="en-US" altLang="ja-JP" sz="1400" dirty="0">
                        <a:solidFill>
                          <a:srgbClr val="FF0000"/>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400" dirty="0">
                          <a:solidFill>
                            <a:schemeClr val="tx1"/>
                          </a:solidFill>
                          <a:latin typeface="游ゴシック"/>
                          <a:ea typeface="游ゴシック"/>
                        </a:rPr>
                        <a:t>SWAN</a:t>
                      </a:r>
                      <a:r>
                        <a:rPr kumimoji="1" lang="ja-JP" altLang="en-US" sz="1400" dirty="0">
                          <a:solidFill>
                            <a:schemeClr val="tx1"/>
                          </a:solidFill>
                          <a:latin typeface="游ゴシック"/>
                          <a:ea typeface="游ゴシック"/>
                        </a:rPr>
                        <a:t>システム内の一部の購買機能と</a:t>
                      </a:r>
                      <a:r>
                        <a:rPr lang="ja-JP" altLang="en-US" sz="1400" dirty="0">
                          <a:solidFill>
                            <a:schemeClr val="tx1"/>
                          </a:solidFill>
                          <a:latin typeface="游ゴシック"/>
                          <a:ea typeface="游ゴシック"/>
                        </a:rPr>
                        <a:t>LIMS機能</a:t>
                      </a:r>
                      <a:r>
                        <a:rPr kumimoji="1" lang="ja-JP" altLang="en-US" sz="1400" dirty="0">
                          <a:solidFill>
                            <a:schemeClr val="tx1"/>
                          </a:solidFill>
                          <a:latin typeface="游ゴシック"/>
                          <a:ea typeface="游ゴシック"/>
                        </a:rPr>
                        <a:t>を確認し、初期画面の描画や正常系の動作に問題がないことを確認します。</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・データベースの参照・登録</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・画面遷移</a:t>
                      </a:r>
                      <a:endParaRPr kumimoji="1"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・ボタン押下　等</a:t>
                      </a:r>
                      <a:endParaRPr kumimoji="1"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・全機能の確認（ボタン等）</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・業務パターンのシナリオテスト</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961353">
                <a:tc>
                  <a:txBody>
                    <a:bodyPr/>
                    <a:lstStyle/>
                    <a:p>
                      <a:pPr algn="ctr"/>
                      <a:r>
                        <a:rPr kumimoji="1" lang="en-US" altLang="ja-JP" sz="1400" kern="1200">
                          <a:solidFill>
                            <a:schemeClr val="dk1"/>
                          </a:solidFill>
                          <a:latin typeface="游ゴシック"/>
                          <a:ea typeface="游ゴシック"/>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帳票</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全体：</a:t>
                      </a:r>
                      <a:r>
                        <a:rPr kumimoji="1" lang="en-US" altLang="ja-JP" sz="1400" dirty="0">
                          <a:solidFill>
                            <a:schemeClr val="tx1"/>
                          </a:solidFill>
                          <a:latin typeface="游ゴシック"/>
                          <a:ea typeface="游ゴシック"/>
                        </a:rPr>
                        <a:t>50</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rgbClr val="FF0000"/>
                          </a:solidFill>
                          <a:latin typeface="游ゴシック"/>
                          <a:ea typeface="游ゴシック"/>
                        </a:rPr>
                        <a:t>対象：</a:t>
                      </a:r>
                      <a:r>
                        <a:rPr kumimoji="1" lang="en-US" altLang="ja-JP" sz="1400" dirty="0">
                          <a:solidFill>
                            <a:srgbClr val="FF0000"/>
                          </a:solidFill>
                          <a:latin typeface="游ゴシック"/>
                          <a:ea typeface="游ゴシック"/>
                        </a:rPr>
                        <a:t>46</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rgbClr val="FF0000"/>
                          </a:solidFill>
                          <a:latin typeface="游ゴシック"/>
                          <a:ea typeface="游ゴシック"/>
                        </a:rPr>
                        <a:t>（</a:t>
                      </a:r>
                      <a:r>
                        <a:rPr kumimoji="1" lang="en-US" altLang="ja-JP" sz="1400" dirty="0">
                          <a:solidFill>
                            <a:srgbClr val="FF0000"/>
                          </a:solidFill>
                          <a:latin typeface="游ゴシック"/>
                          <a:ea typeface="游ゴシック"/>
                        </a:rPr>
                        <a:t>34+12</a:t>
                      </a:r>
                      <a:r>
                        <a:rPr kumimoji="1" lang="ja-JP" altLang="en-US" sz="1400" dirty="0">
                          <a:solidFill>
                            <a:srgbClr val="FF0000"/>
                          </a:solidFill>
                          <a:latin typeface="游ゴシック"/>
                          <a:ea typeface="游ゴシック"/>
                        </a:rPr>
                        <a:t>）</a:t>
                      </a:r>
                      <a:endParaRPr kumimoji="1" lang="en-US" altLang="ja-JP" sz="1400" dirty="0">
                        <a:solidFill>
                          <a:srgbClr val="FF0000"/>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rgbClr val="FF0000"/>
                          </a:solidFill>
                          <a:latin typeface="游ゴシック"/>
                          <a:ea typeface="游ゴシック"/>
                        </a:rPr>
                        <a:t>対象外：</a:t>
                      </a:r>
                      <a:r>
                        <a:rPr kumimoji="1" lang="en-US" altLang="ja-JP" sz="1400" dirty="0">
                          <a:solidFill>
                            <a:srgbClr val="FF0000"/>
                          </a:solidFill>
                          <a:latin typeface="游ゴシック"/>
                          <a:ea typeface="游ゴシック"/>
                        </a:rPr>
                        <a:t>4</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rgbClr val="FF0000"/>
                          </a:solidFill>
                          <a:latin typeface="游ゴシック"/>
                          <a:ea typeface="游ゴシック"/>
                        </a:rPr>
                        <a:t>（</a:t>
                      </a:r>
                      <a:r>
                        <a:rPr kumimoji="1" lang="en-US" altLang="ja-JP" sz="1400" dirty="0">
                          <a:solidFill>
                            <a:srgbClr val="FF0000"/>
                          </a:solidFill>
                          <a:latin typeface="游ゴシック"/>
                          <a:ea typeface="游ゴシック"/>
                        </a:rPr>
                        <a:t>16-12</a:t>
                      </a:r>
                      <a:r>
                        <a:rPr kumimoji="1" lang="ja-JP" altLang="en-US" sz="1400" dirty="0">
                          <a:solidFill>
                            <a:srgbClr val="FF0000"/>
                          </a:solidFill>
                          <a:latin typeface="游ゴシック"/>
                          <a:ea typeface="游ゴシック"/>
                        </a:rPr>
                        <a:t>）</a:t>
                      </a:r>
                      <a:endParaRPr kumimoji="1" lang="en-US" altLang="ja-JP" sz="1400" dirty="0">
                        <a:solidFill>
                          <a:srgbClr val="FF0000"/>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全帳票を印刷し、帳票機能に問題ないことを確認します。</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dirty="0">
                          <a:solidFill>
                            <a:schemeClr val="tx1"/>
                          </a:solidFill>
                          <a:latin typeface="游ゴシック"/>
                          <a:ea typeface="游ゴシック"/>
                        </a:rPr>
                        <a:t>・帳票内の全項目の印字</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・複数ページ印刷</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・業務パターンのシナリオテスト</a:t>
                      </a:r>
                      <a:endParaRPr kumimoji="1"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961353">
                <a:tc>
                  <a:txBody>
                    <a:bodyPr/>
                    <a:lstStyle/>
                    <a:p>
                      <a:pPr algn="ctr"/>
                      <a:r>
                        <a:rPr kumimoji="1" lang="en-US" altLang="ja-JP" sz="1400" kern="1200">
                          <a:solidFill>
                            <a:schemeClr val="dk1"/>
                          </a:solidFill>
                          <a:latin typeface="游ゴシック"/>
                          <a:ea typeface="游ゴシック"/>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chemeClr val="tx1"/>
                          </a:solidFill>
                          <a:latin typeface="游ゴシック"/>
                          <a:ea typeface="游ゴシック"/>
                        </a:rPr>
                        <a:t>I/F</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全体：</a:t>
                      </a:r>
                      <a:r>
                        <a:rPr kumimoji="1" lang="en-US" altLang="ja-JP" sz="1400" dirty="0">
                          <a:solidFill>
                            <a:schemeClr val="tx1"/>
                          </a:solidFill>
                          <a:latin typeface="游ゴシック"/>
                          <a:ea typeface="游ゴシック"/>
                        </a:rPr>
                        <a:t>10</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対象：</a:t>
                      </a:r>
                      <a:r>
                        <a:rPr kumimoji="1" lang="en-US" altLang="ja-JP" sz="1400" dirty="0">
                          <a:solidFill>
                            <a:schemeClr val="tx1"/>
                          </a:solidFill>
                          <a:latin typeface="游ゴシック"/>
                          <a:ea typeface="游ゴシック"/>
                        </a:rPr>
                        <a:t>9</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対象外：</a:t>
                      </a:r>
                      <a:r>
                        <a:rPr kumimoji="1" lang="en-US" altLang="ja-JP" sz="1400" dirty="0">
                          <a:solidFill>
                            <a:schemeClr val="tx1"/>
                          </a:solidFill>
                          <a:latin typeface="游ゴシック"/>
                          <a:ea typeface="游ゴシック"/>
                        </a:rPr>
                        <a:t>1</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各周辺システムとのデータ連携を検証環境にて実施します。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各連携が正常に動作することを確認します。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a:t>
                      </a:r>
                      <a:r>
                        <a:rPr lang="ja-JP" altLang="en-US" sz="1400">
                          <a:solidFill>
                            <a:schemeClr val="tx1"/>
                          </a:solidFill>
                          <a:latin typeface="游ゴシック"/>
                          <a:ea typeface="游ゴシック"/>
                        </a:rPr>
                        <a:t>本番環境については、疎通テストとし、各システムごとに</a:t>
                      </a:r>
                      <a:br>
                        <a:rPr lang="en-US" altLang="ja-JP" sz="1400">
                          <a:solidFill>
                            <a:srgbClr val="323232"/>
                          </a:solidFill>
                          <a:latin typeface="游ゴシック"/>
                          <a:ea typeface="游ゴシック"/>
                        </a:rPr>
                      </a:br>
                      <a:r>
                        <a:rPr lang="ja-JP" altLang="en-US" sz="1400">
                          <a:solidFill>
                            <a:schemeClr val="tx1"/>
                          </a:solidFill>
                          <a:latin typeface="游ゴシック"/>
                          <a:ea typeface="游ゴシック"/>
                        </a:rPr>
                        <a:t>　</a:t>
                      </a:r>
                      <a:r>
                        <a:rPr lang="en-US" altLang="ja-JP" sz="1400">
                          <a:solidFill>
                            <a:schemeClr val="tx1"/>
                          </a:solidFill>
                          <a:latin typeface="游ゴシック"/>
                          <a:ea typeface="游ゴシック"/>
                        </a:rPr>
                        <a:t>1</a:t>
                      </a:r>
                      <a:r>
                        <a:rPr lang="ja-JP" altLang="en-US" sz="1400">
                          <a:solidFill>
                            <a:schemeClr val="tx1"/>
                          </a:solidFill>
                          <a:latin typeface="游ゴシック"/>
                          <a:ea typeface="游ゴシック"/>
                        </a:rPr>
                        <a:t>連携を想定します。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a:t>
                      </a:r>
                      <a:r>
                        <a:rPr lang="en-US" altLang="ja-JP" sz="1400">
                          <a:solidFill>
                            <a:schemeClr val="tx1"/>
                          </a:solidFill>
                          <a:latin typeface="游ゴシック"/>
                          <a:ea typeface="游ゴシック"/>
                        </a:rPr>
                        <a:t>I/F</a:t>
                      </a:r>
                      <a:r>
                        <a:rPr lang="ja-JP" altLang="en-US" sz="1400">
                          <a:solidFill>
                            <a:schemeClr val="tx1"/>
                          </a:solidFill>
                          <a:latin typeface="游ゴシック"/>
                          <a:ea typeface="游ゴシック"/>
                        </a:rPr>
                        <a:t>項目の全項目テスト</a:t>
                      </a:r>
                      <a:br>
                        <a:rPr lang="en-US" altLang="ja-JP" sz="1400">
                          <a:solidFill>
                            <a:srgbClr val="323232"/>
                          </a:solidFill>
                          <a:latin typeface="游ゴシック"/>
                          <a:ea typeface="游ゴシック"/>
                        </a:rPr>
                      </a:br>
                      <a:r>
                        <a:rPr lang="ja-JP" altLang="en-US" sz="1400">
                          <a:solidFill>
                            <a:schemeClr val="tx1"/>
                          </a:solidFill>
                          <a:latin typeface="游ゴシック"/>
                          <a:ea typeface="游ゴシック"/>
                        </a:rPr>
                        <a:t>・業務パターンのシナリオテスト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747011">
                <a:tc>
                  <a:txBody>
                    <a:bodyPr/>
                    <a:lstStyle/>
                    <a:p>
                      <a:pPr algn="ctr"/>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JOB</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全体：</a:t>
                      </a:r>
                      <a:r>
                        <a:rPr kumimoji="1" lang="en-US" altLang="ja-JP" sz="1400" dirty="0">
                          <a:solidFill>
                            <a:schemeClr val="tx1"/>
                          </a:solidFill>
                          <a:latin typeface="游ゴシック"/>
                          <a:ea typeface="游ゴシック"/>
                        </a:rPr>
                        <a:t>8</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対象：</a:t>
                      </a:r>
                      <a:r>
                        <a:rPr kumimoji="1" lang="en-US" altLang="ja-JP" sz="1400" dirty="0">
                          <a:solidFill>
                            <a:schemeClr val="tx1"/>
                          </a:solidFill>
                          <a:latin typeface="游ゴシック"/>
                          <a:ea typeface="游ゴシック"/>
                        </a:rPr>
                        <a:t>4</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対象外：</a:t>
                      </a:r>
                      <a:r>
                        <a:rPr kumimoji="1" lang="en-US" altLang="ja-JP" sz="1400" dirty="0">
                          <a:solidFill>
                            <a:schemeClr val="tx1"/>
                          </a:solidFill>
                          <a:latin typeface="游ゴシック"/>
                          <a:ea typeface="游ゴシック"/>
                        </a:rPr>
                        <a:t>4</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全</a:t>
                      </a:r>
                      <a:r>
                        <a:rPr lang="en-US" altLang="ja-JP" sz="1400" dirty="0">
                          <a:solidFill>
                            <a:schemeClr val="tx1"/>
                          </a:solidFill>
                          <a:latin typeface="游ゴシック"/>
                          <a:ea typeface="游ゴシック"/>
                        </a:rPr>
                        <a:t>JOB</a:t>
                      </a:r>
                      <a:r>
                        <a:rPr lang="ja-JP" altLang="en-US" sz="1400" dirty="0">
                          <a:solidFill>
                            <a:schemeClr val="tx1"/>
                          </a:solidFill>
                          <a:latin typeface="游ゴシック"/>
                          <a:ea typeface="游ゴシック"/>
                        </a:rPr>
                        <a:t>の実行確認を実施します。</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dirty="0">
                          <a:solidFill>
                            <a:schemeClr val="tx1"/>
                          </a:solidFill>
                          <a:latin typeface="游ゴシック"/>
                          <a:ea typeface="游ゴシック"/>
                        </a:rPr>
                        <a:t>※</a:t>
                      </a:r>
                      <a:r>
                        <a:rPr lang="ja-JP" altLang="en-US" sz="1400" dirty="0">
                          <a:solidFill>
                            <a:schemeClr val="tx1"/>
                          </a:solidFill>
                          <a:latin typeface="游ゴシック"/>
                          <a:ea typeface="游ゴシック"/>
                        </a:rPr>
                        <a:t>基本的には手動での実行を想定しています。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・異常系のテスト</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・繰り返しのテスト</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・定期起動の確認</a:t>
                      </a:r>
                      <a:endParaRPr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7410183"/>
                  </a:ext>
                </a:extLst>
              </a:tr>
            </a:tbl>
          </a:graphicData>
        </a:graphic>
      </p:graphicFrame>
      <p:sp>
        <p:nvSpPr>
          <p:cNvPr id="6" name="スライド番号プレースホルダー 5">
            <a:extLst>
              <a:ext uri="{FF2B5EF4-FFF2-40B4-BE49-F238E27FC236}">
                <a16:creationId xmlns:a16="http://schemas.microsoft.com/office/drawing/2014/main" id="{BAEDDB17-1B8C-2D50-15CA-F820D3F21A56}"/>
              </a:ext>
            </a:extLst>
          </p:cNvPr>
          <p:cNvSpPr>
            <a:spLocks noGrp="1"/>
          </p:cNvSpPr>
          <p:nvPr>
            <p:ph type="sldNum" sz="quarter" idx="12"/>
          </p:nvPr>
        </p:nvSpPr>
        <p:spPr/>
        <p:txBody>
          <a:bodyPr/>
          <a:lstStyle/>
          <a:p>
            <a:fld id="{26CA5134-5AAC-D342-B763-43605FECB385}" type="slidenum">
              <a:rPr kumimoji="1" lang="ja-JP" altLang="en-US" smtClean="0"/>
              <a:pPr/>
              <a:t>6</a:t>
            </a:fld>
            <a:endParaRPr kumimoji="1" lang="ja-JP" altLang="en-US" sz="700"/>
          </a:p>
        </p:txBody>
      </p:sp>
      <p:sp>
        <p:nvSpPr>
          <p:cNvPr id="7" name="フッター プレースホルダー 2">
            <a:extLst>
              <a:ext uri="{FF2B5EF4-FFF2-40B4-BE49-F238E27FC236}">
                <a16:creationId xmlns:a16="http://schemas.microsoft.com/office/drawing/2014/main" id="{26EBA63E-8915-2386-0110-2C5B57C814D2}"/>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
        <p:nvSpPr>
          <p:cNvPr id="3" name="テキスト ボックス 2">
            <a:extLst>
              <a:ext uri="{FF2B5EF4-FFF2-40B4-BE49-F238E27FC236}">
                <a16:creationId xmlns:a16="http://schemas.microsoft.com/office/drawing/2014/main" id="{2D1D2203-4BE8-6E77-CB22-C58CAF7E1B7D}"/>
              </a:ext>
            </a:extLst>
          </p:cNvPr>
          <p:cNvSpPr txBox="1"/>
          <p:nvPr/>
        </p:nvSpPr>
        <p:spPr>
          <a:xfrm>
            <a:off x="594814" y="5773271"/>
            <a:ext cx="10985368" cy="610000"/>
          </a:xfrm>
          <a:prstGeom prst="rect">
            <a:avLst/>
          </a:prstGeom>
          <a:noFill/>
        </p:spPr>
        <p:txBody>
          <a:bodyPr wrap="square" lIns="91440" tIns="45720" rIns="91440" bIns="45720" rtlCol="0" anchor="t">
            <a:noAutofit/>
          </a:bodyPr>
          <a:lstStyle/>
          <a:p>
            <a:r>
              <a:rPr lang="en-US" altLang="ja-JP" sz="1400" dirty="0">
                <a:solidFill>
                  <a:srgbClr val="FF0000"/>
                </a:solidFill>
                <a:latin typeface="游ゴシック"/>
                <a:ea typeface="游ゴシック"/>
                <a:cs typeface="メイリオ" pitchFamily="50" charset="-128"/>
              </a:rPr>
              <a:t>※</a:t>
            </a:r>
            <a:r>
              <a:rPr lang="ja-JP" altLang="en-US" sz="1400" dirty="0">
                <a:solidFill>
                  <a:srgbClr val="FF0000"/>
                </a:solidFill>
                <a:latin typeface="游ゴシック"/>
                <a:ea typeface="游ゴシック"/>
                <a:cs typeface="メイリオ" pitchFamily="50" charset="-128"/>
              </a:rPr>
              <a:t>機能数について、当初の</a:t>
            </a:r>
            <a:r>
              <a:rPr lang="en-US" altLang="ja-JP" sz="1400" dirty="0">
                <a:solidFill>
                  <a:srgbClr val="FF0000"/>
                </a:solidFill>
                <a:latin typeface="游ゴシック"/>
                <a:ea typeface="游ゴシック"/>
                <a:cs typeface="メイリオ" pitchFamily="50" charset="-128"/>
              </a:rPr>
              <a:t>LIMS</a:t>
            </a:r>
            <a:r>
              <a:rPr lang="ja-JP" altLang="en-US" sz="1400" dirty="0">
                <a:solidFill>
                  <a:srgbClr val="FF0000"/>
                </a:solidFill>
                <a:latin typeface="游ゴシック"/>
                <a:ea typeface="游ゴシック"/>
                <a:cs typeface="メイリオ" pitchFamily="50" charset="-128"/>
              </a:rPr>
              <a:t>機能のみのお見積り時よりお客様要望の購買機能の</a:t>
            </a:r>
            <a:r>
              <a:rPr lang="en-US" altLang="ja-JP" sz="1400" dirty="0">
                <a:solidFill>
                  <a:srgbClr val="FF0000"/>
                </a:solidFill>
                <a:latin typeface="游ゴシック"/>
                <a:ea typeface="游ゴシック"/>
                <a:cs typeface="メイリオ" pitchFamily="50" charset="-128"/>
              </a:rPr>
              <a:t>30</a:t>
            </a:r>
            <a:r>
              <a:rPr lang="ja-JP" altLang="en-US" sz="1400" dirty="0">
                <a:solidFill>
                  <a:srgbClr val="FF0000"/>
                </a:solidFill>
                <a:latin typeface="游ゴシック"/>
                <a:ea typeface="游ゴシック"/>
                <a:cs typeface="メイリオ" pitchFamily="50" charset="-128"/>
              </a:rPr>
              <a:t>画面・</a:t>
            </a:r>
            <a:r>
              <a:rPr lang="en-US" altLang="ja-JP" sz="1400" dirty="0">
                <a:solidFill>
                  <a:srgbClr val="FF0000"/>
                </a:solidFill>
                <a:latin typeface="游ゴシック"/>
                <a:ea typeface="游ゴシック"/>
                <a:cs typeface="メイリオ" pitchFamily="50" charset="-128"/>
              </a:rPr>
              <a:t>12</a:t>
            </a:r>
            <a:r>
              <a:rPr lang="ja-JP" altLang="en-US" sz="1400" dirty="0">
                <a:solidFill>
                  <a:srgbClr val="FF0000"/>
                </a:solidFill>
                <a:latin typeface="游ゴシック"/>
                <a:ea typeface="游ゴシック"/>
                <a:cs typeface="メイリオ" pitchFamily="50" charset="-128"/>
              </a:rPr>
              <a:t>帳票を対象に追加し、</a:t>
            </a:r>
            <a:endParaRPr lang="en-US" altLang="ja-JP" sz="1400" dirty="0">
              <a:solidFill>
                <a:srgbClr val="FF0000"/>
              </a:solidFill>
              <a:latin typeface="游ゴシック"/>
              <a:ea typeface="游ゴシック"/>
              <a:cs typeface="メイリオ" pitchFamily="50" charset="-128"/>
            </a:endParaRPr>
          </a:p>
          <a:p>
            <a:r>
              <a:rPr lang="ja-JP" altLang="en-US" sz="1400" dirty="0">
                <a:solidFill>
                  <a:srgbClr val="FF0000"/>
                </a:solidFill>
                <a:latin typeface="游ゴシック"/>
                <a:ea typeface="游ゴシック"/>
                <a:cs typeface="メイリオ" pitchFamily="50" charset="-128"/>
              </a:rPr>
              <a:t>新規と編集画面がある機能の単純な編集画面</a:t>
            </a:r>
            <a:r>
              <a:rPr lang="en-US" altLang="ja-JP" sz="1400" dirty="0">
                <a:solidFill>
                  <a:srgbClr val="FF0000"/>
                </a:solidFill>
                <a:latin typeface="游ゴシック"/>
                <a:ea typeface="游ゴシック"/>
                <a:cs typeface="メイリオ" pitchFamily="50" charset="-128"/>
              </a:rPr>
              <a:t>11</a:t>
            </a:r>
            <a:r>
              <a:rPr lang="ja-JP" altLang="en-US" sz="1400" dirty="0">
                <a:solidFill>
                  <a:srgbClr val="FF0000"/>
                </a:solidFill>
                <a:latin typeface="游ゴシック"/>
                <a:ea typeface="游ゴシック"/>
                <a:cs typeface="メイリオ" pitchFamily="50" charset="-128"/>
              </a:rPr>
              <a:t>画面を対象外に更新しています。</a:t>
            </a:r>
          </a:p>
          <a:p>
            <a:endParaRPr lang="en-US" altLang="ja-JP" sz="1400" dirty="0">
              <a:solidFill>
                <a:srgbClr val="FF0000"/>
              </a:solidFill>
              <a:latin typeface="游ゴシック"/>
              <a:ea typeface="游ゴシック"/>
              <a:cs typeface="メイリオ" pitchFamily="50" charset="-128"/>
            </a:endParaRPr>
          </a:p>
          <a:p>
            <a:r>
              <a:rPr lang="ja-JP" altLang="en-US" sz="1400" dirty="0">
                <a:solidFill>
                  <a:srgbClr val="FF0000"/>
                </a:solidFill>
                <a:latin typeface="游ゴシック"/>
                <a:ea typeface="游ゴシック"/>
                <a:cs typeface="メイリオ" pitchFamily="50" charset="-128"/>
              </a:rPr>
              <a:t>　</a:t>
            </a:r>
            <a:endParaRPr lang="en-US" altLang="ja-JP" sz="1400" dirty="0">
              <a:solidFill>
                <a:srgbClr val="FF0000"/>
              </a:solidFill>
              <a:latin typeface="游ゴシック"/>
              <a:ea typeface="游ゴシック"/>
              <a:cs typeface="メイリオ" pitchFamily="50" charset="-128"/>
            </a:endParaRPr>
          </a:p>
        </p:txBody>
      </p:sp>
    </p:spTree>
    <p:extLst>
      <p:ext uri="{BB962C8B-B14F-4D97-AF65-F5344CB8AC3E}">
        <p14:creationId xmlns:p14="http://schemas.microsoft.com/office/powerpoint/2010/main" val="3560606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５</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スケジュール（想定）</a:t>
            </a:r>
          </a:p>
        </p:txBody>
      </p:sp>
      <p:graphicFrame>
        <p:nvGraphicFramePr>
          <p:cNvPr id="10" name="表 9">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2181845421"/>
              </p:ext>
            </p:extLst>
          </p:nvPr>
        </p:nvGraphicFramePr>
        <p:xfrm>
          <a:off x="576004" y="936001"/>
          <a:ext cx="11002890" cy="2959623"/>
        </p:xfrm>
        <a:graphic>
          <a:graphicData uri="http://schemas.openxmlformats.org/drawingml/2006/table">
            <a:tbl>
              <a:tblPr firstRow="1">
                <a:tableStyleId>{69012ECD-51FC-41F1-AA8D-1B2483CD663E}</a:tableStyleId>
              </a:tblPr>
              <a:tblGrid>
                <a:gridCol w="3010890">
                  <a:extLst>
                    <a:ext uri="{9D8B030D-6E8A-4147-A177-3AD203B41FA5}">
                      <a16:colId xmlns:a16="http://schemas.microsoft.com/office/drawing/2014/main" val="20001"/>
                    </a:ext>
                  </a:extLst>
                </a:gridCol>
                <a:gridCol w="1332000">
                  <a:extLst>
                    <a:ext uri="{9D8B030D-6E8A-4147-A177-3AD203B41FA5}">
                      <a16:colId xmlns:a16="http://schemas.microsoft.com/office/drawing/2014/main" val="332361526"/>
                    </a:ext>
                  </a:extLst>
                </a:gridCol>
                <a:gridCol w="1332000">
                  <a:extLst>
                    <a:ext uri="{9D8B030D-6E8A-4147-A177-3AD203B41FA5}">
                      <a16:colId xmlns:a16="http://schemas.microsoft.com/office/drawing/2014/main" val="1301509302"/>
                    </a:ext>
                  </a:extLst>
                </a:gridCol>
                <a:gridCol w="1332000">
                  <a:extLst>
                    <a:ext uri="{9D8B030D-6E8A-4147-A177-3AD203B41FA5}">
                      <a16:colId xmlns:a16="http://schemas.microsoft.com/office/drawing/2014/main" val="2064698816"/>
                    </a:ext>
                  </a:extLst>
                </a:gridCol>
                <a:gridCol w="1332000">
                  <a:extLst>
                    <a:ext uri="{9D8B030D-6E8A-4147-A177-3AD203B41FA5}">
                      <a16:colId xmlns:a16="http://schemas.microsoft.com/office/drawing/2014/main" val="1049139473"/>
                    </a:ext>
                  </a:extLst>
                </a:gridCol>
                <a:gridCol w="1332000">
                  <a:extLst>
                    <a:ext uri="{9D8B030D-6E8A-4147-A177-3AD203B41FA5}">
                      <a16:colId xmlns:a16="http://schemas.microsoft.com/office/drawing/2014/main" val="581626291"/>
                    </a:ext>
                  </a:extLst>
                </a:gridCol>
                <a:gridCol w="1332000">
                  <a:extLst>
                    <a:ext uri="{9D8B030D-6E8A-4147-A177-3AD203B41FA5}">
                      <a16:colId xmlns:a16="http://schemas.microsoft.com/office/drawing/2014/main" val="1794734865"/>
                    </a:ext>
                  </a:extLst>
                </a:gridCol>
              </a:tblGrid>
              <a:tr h="435052">
                <a:tc rowSpan="2">
                  <a:txBody>
                    <a:bodyPr/>
                    <a:lstStyle/>
                    <a:p>
                      <a:pPr algn="ctr"/>
                      <a:endParaRPr kumimoji="1" lang="ja-JP" altLang="en-US" sz="12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5">
                  <a:txBody>
                    <a:bodyPr/>
                    <a:lstStyle/>
                    <a:p>
                      <a:r>
                        <a:rPr kumimoji="1" lang="en-US" altLang="ja-JP"/>
                        <a:t>2025</a:t>
                      </a:r>
                      <a:r>
                        <a:rPr kumimoji="1" lang="ja-JP" altLang="en-US"/>
                        <a:t>年</a:t>
                      </a:r>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B w="12700" cap="flat" cmpd="sng" algn="ctr">
                      <a:solidFill>
                        <a:schemeClr val="bg1">
                          <a:lumMod val="65000"/>
                        </a:schemeClr>
                      </a:solidFill>
                      <a:prstDash val="solid"/>
                      <a:round/>
                      <a:headEnd type="none" w="med" len="med"/>
                      <a:tailEnd type="none" w="med" len="med"/>
                    </a:lnB>
                  </a:tcPr>
                </a:tc>
                <a:tc hMerge="1">
                  <a:txBody>
                    <a:bodyPr/>
                    <a:lstStyle/>
                    <a:p>
                      <a:endParaRPr kumimoji="1" lang="ja-JP" altLang="en-US"/>
                    </a:p>
                  </a:txBody>
                  <a:tcPr>
                    <a:lnB w="12700" cap="flat" cmpd="sng" algn="ctr">
                      <a:solidFill>
                        <a:schemeClr val="bg1">
                          <a:lumMod val="65000"/>
                        </a:schemeClr>
                      </a:solidFill>
                      <a:prstDash val="solid"/>
                      <a:round/>
                      <a:headEnd type="none" w="med" len="med"/>
                      <a:tailEnd type="none" w="med" len="med"/>
                    </a:lnB>
                  </a:tcPr>
                </a:tc>
                <a:tc>
                  <a:txBody>
                    <a:bodyPr/>
                    <a:lstStyle/>
                    <a:p>
                      <a:r>
                        <a:rPr kumimoji="1" lang="en-US" altLang="ja-JP"/>
                        <a:t>2026</a:t>
                      </a:r>
                      <a:r>
                        <a:rPr kumimoji="1" lang="ja-JP" altLang="en-US"/>
                        <a:t>年</a:t>
                      </a:r>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593201">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671370">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マイルストン</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1260000">
                <a:tc>
                  <a:txBody>
                    <a:bodyPr/>
                    <a:lstStyle/>
                    <a:p>
                      <a:pPr algn="l"/>
                      <a:r>
                        <a:rPr kumimoji="1" lang="ja-JP" altLang="en-US" sz="1200" b="0">
                          <a:latin typeface="游ゴシック" panose="020B0400000000000000" pitchFamily="50" charset="-128"/>
                          <a:ea typeface="+mn-ea"/>
                          <a:cs typeface="Meiryo UI" pitchFamily="50" charset="-128"/>
                        </a:rPr>
                        <a:t>① 縮小版共通基盤へのシステム資産移行</a:t>
                      </a:r>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bl>
          </a:graphicData>
        </a:graphic>
      </p:graphicFrame>
      <p:sp>
        <p:nvSpPr>
          <p:cNvPr id="11" name="ホームベース 30">
            <a:extLst>
              <a:ext uri="{FF2B5EF4-FFF2-40B4-BE49-F238E27FC236}">
                <a16:creationId xmlns:a16="http://schemas.microsoft.com/office/drawing/2014/main" id="{3B57EEC6-A848-4914-BC9B-95C84C7B6637}"/>
              </a:ext>
            </a:extLst>
          </p:cNvPr>
          <p:cNvSpPr/>
          <p:nvPr/>
        </p:nvSpPr>
        <p:spPr>
          <a:xfrm>
            <a:off x="8071307" y="4518369"/>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2" name="ホームベース 31">
            <a:extLst>
              <a:ext uri="{FF2B5EF4-FFF2-40B4-BE49-F238E27FC236}">
                <a16:creationId xmlns:a16="http://schemas.microsoft.com/office/drawing/2014/main" id="{2BED1E46-0D50-4D21-A77D-92FC258B00B7}"/>
              </a:ext>
            </a:extLst>
          </p:cNvPr>
          <p:cNvSpPr/>
          <p:nvPr/>
        </p:nvSpPr>
        <p:spPr>
          <a:xfrm>
            <a:off x="9363207" y="4518369"/>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3" name="ホームベース 32">
            <a:extLst>
              <a:ext uri="{FF2B5EF4-FFF2-40B4-BE49-F238E27FC236}">
                <a16:creationId xmlns:a16="http://schemas.microsoft.com/office/drawing/2014/main" id="{C37584D3-7DC1-4AF5-821B-4EB0B466578A}"/>
              </a:ext>
            </a:extLst>
          </p:cNvPr>
          <p:cNvSpPr/>
          <p:nvPr/>
        </p:nvSpPr>
        <p:spPr>
          <a:xfrm>
            <a:off x="10655106" y="4518369"/>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14" name="角丸四角形 33">
            <a:extLst>
              <a:ext uri="{FF2B5EF4-FFF2-40B4-BE49-F238E27FC236}">
                <a16:creationId xmlns:a16="http://schemas.microsoft.com/office/drawing/2014/main" id="{5E7C7353-36D9-4E13-AE62-C6438FB175BA}"/>
              </a:ext>
            </a:extLst>
          </p:cNvPr>
          <p:cNvSpPr/>
          <p:nvPr/>
        </p:nvSpPr>
        <p:spPr>
          <a:xfrm>
            <a:off x="7996270" y="4443671"/>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15" name="正方形/長方形 14">
            <a:extLst>
              <a:ext uri="{FF2B5EF4-FFF2-40B4-BE49-F238E27FC236}">
                <a16:creationId xmlns:a16="http://schemas.microsoft.com/office/drawing/2014/main" id="{9C526A88-681C-4A44-BFD9-AF76E9622DCF}"/>
              </a:ext>
            </a:extLst>
          </p:cNvPr>
          <p:cNvSpPr/>
          <p:nvPr/>
        </p:nvSpPr>
        <p:spPr>
          <a:xfrm>
            <a:off x="5555183" y="3199744"/>
            <a:ext cx="684000" cy="5400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要件定義</a:t>
            </a:r>
          </a:p>
        </p:txBody>
      </p:sp>
      <p:sp>
        <p:nvSpPr>
          <p:cNvPr id="20" name="正方形/長方形 19">
            <a:extLst>
              <a:ext uri="{FF2B5EF4-FFF2-40B4-BE49-F238E27FC236}">
                <a16:creationId xmlns:a16="http://schemas.microsoft.com/office/drawing/2014/main" id="{F552483D-B47E-4672-AAB8-B1378D36B674}"/>
              </a:ext>
            </a:extLst>
          </p:cNvPr>
          <p:cNvSpPr/>
          <p:nvPr/>
        </p:nvSpPr>
        <p:spPr>
          <a:xfrm>
            <a:off x="6861628" y="3199744"/>
            <a:ext cx="720000" cy="540000"/>
          </a:xfrm>
          <a:prstGeom prst="rect">
            <a:avLst/>
          </a:prstGeom>
          <a:solidFill>
            <a:schemeClr val="accent3">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開発</a:t>
            </a:r>
          </a:p>
        </p:txBody>
      </p:sp>
      <p:sp>
        <p:nvSpPr>
          <p:cNvPr id="21" name="正方形/長方形 20">
            <a:extLst>
              <a:ext uri="{FF2B5EF4-FFF2-40B4-BE49-F238E27FC236}">
                <a16:creationId xmlns:a16="http://schemas.microsoft.com/office/drawing/2014/main" id="{D288673B-1B1E-4C6E-BA69-E5F1FEDB27ED}"/>
              </a:ext>
            </a:extLst>
          </p:cNvPr>
          <p:cNvSpPr/>
          <p:nvPr/>
        </p:nvSpPr>
        <p:spPr>
          <a:xfrm>
            <a:off x="8918504" y="3199744"/>
            <a:ext cx="468000" cy="5400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ｼｽﾃﾑ</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ﾃｽﾄ</a:t>
            </a:r>
          </a:p>
        </p:txBody>
      </p:sp>
      <p:sp>
        <p:nvSpPr>
          <p:cNvPr id="22" name="正方形/長方形 21">
            <a:extLst>
              <a:ext uri="{FF2B5EF4-FFF2-40B4-BE49-F238E27FC236}">
                <a16:creationId xmlns:a16="http://schemas.microsoft.com/office/drawing/2014/main" id="{BF31360D-FAB3-4C87-B7AB-B502DDFDA9EC}"/>
              </a:ext>
            </a:extLst>
          </p:cNvPr>
          <p:cNvSpPr/>
          <p:nvPr/>
        </p:nvSpPr>
        <p:spPr>
          <a:xfrm>
            <a:off x="6250809" y="3199744"/>
            <a:ext cx="612000" cy="5400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基本設計</a:t>
            </a:r>
          </a:p>
        </p:txBody>
      </p:sp>
      <p:sp>
        <p:nvSpPr>
          <p:cNvPr id="23" name="正方形/長方形 22">
            <a:extLst>
              <a:ext uri="{FF2B5EF4-FFF2-40B4-BE49-F238E27FC236}">
                <a16:creationId xmlns:a16="http://schemas.microsoft.com/office/drawing/2014/main" id="{60BE86B4-B849-422B-8758-4720CC34871C}"/>
              </a:ext>
            </a:extLst>
          </p:cNvPr>
          <p:cNvSpPr/>
          <p:nvPr/>
        </p:nvSpPr>
        <p:spPr>
          <a:xfrm>
            <a:off x="7579994" y="3199744"/>
            <a:ext cx="1332000" cy="540000"/>
          </a:xfrm>
          <a:prstGeom prst="rect">
            <a:avLst/>
          </a:prstGeom>
          <a:solidFill>
            <a:schemeClr val="accent3">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結合テスト</a:t>
            </a:r>
          </a:p>
        </p:txBody>
      </p:sp>
      <p:sp>
        <p:nvSpPr>
          <p:cNvPr id="24" name="正方形/長方形 23">
            <a:extLst>
              <a:ext uri="{FF2B5EF4-FFF2-40B4-BE49-F238E27FC236}">
                <a16:creationId xmlns:a16="http://schemas.microsoft.com/office/drawing/2014/main" id="{D2FFFA7C-8485-4FB5-B3FC-30EC4188DB9D}"/>
              </a:ext>
            </a:extLst>
          </p:cNvPr>
          <p:cNvSpPr/>
          <p:nvPr/>
        </p:nvSpPr>
        <p:spPr>
          <a:xfrm>
            <a:off x="9781270" y="3199744"/>
            <a:ext cx="468000" cy="5400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初期流動</a:t>
            </a:r>
          </a:p>
        </p:txBody>
      </p:sp>
      <p:sp>
        <p:nvSpPr>
          <p:cNvPr id="4" name="正方形/長方形 3">
            <a:extLst>
              <a:ext uri="{FF2B5EF4-FFF2-40B4-BE49-F238E27FC236}">
                <a16:creationId xmlns:a16="http://schemas.microsoft.com/office/drawing/2014/main" id="{A1B67386-AD83-3967-5D45-C866A13904CF}"/>
              </a:ext>
            </a:extLst>
          </p:cNvPr>
          <p:cNvSpPr/>
          <p:nvPr/>
        </p:nvSpPr>
        <p:spPr>
          <a:xfrm>
            <a:off x="9390287" y="3199744"/>
            <a:ext cx="396000" cy="5400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運用</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ﾃｽﾄ</a:t>
            </a:r>
            <a:endParaRPr lang="en-US" altLang="ja-JP" sz="1100">
              <a:solidFill>
                <a:schemeClr val="tx1"/>
              </a:solidFill>
              <a:latin typeface="游ゴシック" panose="020B0400000000000000" pitchFamily="50" charset="-128"/>
              <a:ea typeface="游ゴシック" panose="020B0400000000000000" pitchFamily="50" charset="-128"/>
            </a:endParaRPr>
          </a:p>
        </p:txBody>
      </p:sp>
      <p:sp>
        <p:nvSpPr>
          <p:cNvPr id="5" name="テキスト ボックス 4">
            <a:extLst>
              <a:ext uri="{FF2B5EF4-FFF2-40B4-BE49-F238E27FC236}">
                <a16:creationId xmlns:a16="http://schemas.microsoft.com/office/drawing/2014/main" id="{4C383857-658A-27E0-C87F-6186580943F2}"/>
              </a:ext>
            </a:extLst>
          </p:cNvPr>
          <p:cNvSpPr txBox="1"/>
          <p:nvPr/>
        </p:nvSpPr>
        <p:spPr>
          <a:xfrm>
            <a:off x="5934087" y="2023946"/>
            <a:ext cx="2583321" cy="261610"/>
          </a:xfrm>
          <a:prstGeom prst="rect">
            <a:avLst/>
          </a:prstGeom>
          <a:noFill/>
        </p:spPr>
        <p:txBody>
          <a:bodyPr wrap="square" rtlCol="0">
            <a:spAutoFit/>
          </a:bodyPr>
          <a:lstStyle/>
          <a:p>
            <a:r>
              <a:rPr kumimoji="1" lang="ja-JP" altLang="en-US" sz="1100" dirty="0">
                <a:latin typeface="游ゴシック" panose="020B0400000000000000" pitchFamily="50" charset="-128"/>
                <a:ea typeface="游ゴシック" panose="020B0400000000000000" pitchFamily="50" charset="-128"/>
              </a:rPr>
              <a:t>★検証環境構築（</a:t>
            </a:r>
            <a:r>
              <a:rPr kumimoji="1" lang="en-US" altLang="ja-JP" sz="1100" dirty="0">
                <a:latin typeface="游ゴシック" panose="020B0400000000000000" pitchFamily="50" charset="-128"/>
                <a:ea typeface="游ゴシック" panose="020B0400000000000000" pitchFamily="50" charset="-128"/>
              </a:rPr>
              <a:t>AP</a:t>
            </a:r>
            <a:r>
              <a:rPr kumimoji="1" lang="ja-JP" altLang="en-US" sz="1100" dirty="0">
                <a:latin typeface="游ゴシック" panose="020B0400000000000000" pitchFamily="50" charset="-128"/>
                <a:ea typeface="游ゴシック" panose="020B0400000000000000" pitchFamily="50" charset="-128"/>
              </a:rPr>
              <a:t>・</a:t>
            </a:r>
            <a:r>
              <a:rPr kumimoji="1" lang="en-US" altLang="ja-JP" sz="1100" dirty="0">
                <a:latin typeface="游ゴシック" panose="020B0400000000000000" pitchFamily="50" charset="-128"/>
                <a:ea typeface="游ゴシック" panose="020B0400000000000000" pitchFamily="50" charset="-128"/>
              </a:rPr>
              <a:t>DB</a:t>
            </a:r>
            <a:r>
              <a:rPr kumimoji="1" lang="ja-JP" altLang="en-US" sz="1100" dirty="0">
                <a:latin typeface="游ゴシック" panose="020B0400000000000000" pitchFamily="50" charset="-128"/>
                <a:ea typeface="游ゴシック" panose="020B0400000000000000" pitchFamily="50" charset="-128"/>
              </a:rPr>
              <a:t>・バッチ）</a:t>
            </a:r>
          </a:p>
        </p:txBody>
      </p:sp>
      <p:sp>
        <p:nvSpPr>
          <p:cNvPr id="9" name="テキスト ボックス 8">
            <a:extLst>
              <a:ext uri="{FF2B5EF4-FFF2-40B4-BE49-F238E27FC236}">
                <a16:creationId xmlns:a16="http://schemas.microsoft.com/office/drawing/2014/main" id="{95E9508C-14AD-4227-AFB2-DA670F343CD0}"/>
              </a:ext>
            </a:extLst>
          </p:cNvPr>
          <p:cNvSpPr txBox="1"/>
          <p:nvPr/>
        </p:nvSpPr>
        <p:spPr>
          <a:xfrm>
            <a:off x="7110009" y="2350281"/>
            <a:ext cx="2583321" cy="261610"/>
          </a:xfrm>
          <a:prstGeom prst="rect">
            <a:avLst/>
          </a:prstGeom>
          <a:noFill/>
        </p:spPr>
        <p:txBody>
          <a:bodyPr wrap="square" rtlCol="0">
            <a:spAutoFit/>
          </a:bodyPr>
          <a:lstStyle/>
          <a:p>
            <a:r>
              <a:rPr kumimoji="1" lang="ja-JP" altLang="en-US" sz="1100">
                <a:latin typeface="游ゴシック" panose="020B0400000000000000" pitchFamily="50" charset="-128"/>
                <a:ea typeface="游ゴシック" panose="020B0400000000000000" pitchFamily="50" charset="-128"/>
              </a:rPr>
              <a:t>★本番環境構築（</a:t>
            </a:r>
            <a:r>
              <a:rPr kumimoji="1" lang="en-US" altLang="ja-JP" sz="1100">
                <a:latin typeface="游ゴシック" panose="020B0400000000000000" pitchFamily="50" charset="-128"/>
                <a:ea typeface="游ゴシック" panose="020B0400000000000000" pitchFamily="50" charset="-128"/>
              </a:rPr>
              <a:t>AP</a:t>
            </a:r>
            <a:r>
              <a:rPr kumimoji="1" lang="ja-JP" altLang="en-US" sz="1100">
                <a:latin typeface="游ゴシック" panose="020B0400000000000000" pitchFamily="50" charset="-128"/>
                <a:ea typeface="游ゴシック" panose="020B0400000000000000" pitchFamily="50" charset="-128"/>
              </a:rPr>
              <a:t>・</a:t>
            </a:r>
            <a:r>
              <a:rPr kumimoji="1" lang="en-US" altLang="ja-JP" sz="1100">
                <a:latin typeface="游ゴシック" panose="020B0400000000000000" pitchFamily="50" charset="-128"/>
                <a:ea typeface="游ゴシック" panose="020B0400000000000000" pitchFamily="50" charset="-128"/>
              </a:rPr>
              <a:t>DB</a:t>
            </a:r>
            <a:r>
              <a:rPr kumimoji="1" lang="ja-JP" altLang="en-US" sz="1100">
                <a:latin typeface="游ゴシック" panose="020B0400000000000000" pitchFamily="50" charset="-128"/>
                <a:ea typeface="游ゴシック" panose="020B0400000000000000" pitchFamily="50" charset="-128"/>
              </a:rPr>
              <a:t>・バッチ）</a:t>
            </a:r>
          </a:p>
        </p:txBody>
      </p:sp>
      <p:sp>
        <p:nvSpPr>
          <p:cNvPr id="16" name="テキスト ボックス 15">
            <a:extLst>
              <a:ext uri="{FF2B5EF4-FFF2-40B4-BE49-F238E27FC236}">
                <a16:creationId xmlns:a16="http://schemas.microsoft.com/office/drawing/2014/main" id="{5C58B4E0-435A-97E7-B757-B0DE17C1F398}"/>
              </a:ext>
            </a:extLst>
          </p:cNvPr>
          <p:cNvSpPr txBox="1"/>
          <p:nvPr/>
        </p:nvSpPr>
        <p:spPr>
          <a:xfrm>
            <a:off x="9790411" y="2023946"/>
            <a:ext cx="1123122" cy="261610"/>
          </a:xfrm>
          <a:prstGeom prst="rect">
            <a:avLst/>
          </a:prstGeom>
          <a:noFill/>
        </p:spPr>
        <p:txBody>
          <a:bodyPr wrap="square" rtlCol="0">
            <a:spAutoFit/>
          </a:bodyPr>
          <a:lstStyle/>
          <a:p>
            <a:r>
              <a:rPr kumimoji="1" lang="ja-JP" altLang="en-US" sz="1100">
                <a:latin typeface="游ゴシック" panose="020B0400000000000000" pitchFamily="50" charset="-128"/>
                <a:ea typeface="游ゴシック" panose="020B0400000000000000" pitchFamily="50" charset="-128"/>
              </a:rPr>
              <a:t>★本番切替</a:t>
            </a:r>
          </a:p>
        </p:txBody>
      </p:sp>
      <p:cxnSp>
        <p:nvCxnSpPr>
          <p:cNvPr id="17" name="直線矢印コネクタ 16">
            <a:extLst>
              <a:ext uri="{FF2B5EF4-FFF2-40B4-BE49-F238E27FC236}">
                <a16:creationId xmlns:a16="http://schemas.microsoft.com/office/drawing/2014/main" id="{E790A065-B778-3BA9-9429-E5F10C89F2E9}"/>
              </a:ext>
            </a:extLst>
          </p:cNvPr>
          <p:cNvCxnSpPr>
            <a:cxnSpLocks/>
          </p:cNvCxnSpPr>
          <p:nvPr/>
        </p:nvCxnSpPr>
        <p:spPr>
          <a:xfrm>
            <a:off x="5569007" y="3206592"/>
            <a:ext cx="1292621"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5B2B2F94-BDA8-634A-F523-40B53FCA279A}"/>
              </a:ext>
            </a:extLst>
          </p:cNvPr>
          <p:cNvSpPr txBox="1"/>
          <p:nvPr/>
        </p:nvSpPr>
        <p:spPr>
          <a:xfrm>
            <a:off x="5321544" y="2782919"/>
            <a:ext cx="1540084" cy="442035"/>
          </a:xfrm>
          <a:prstGeom prst="rect">
            <a:avLst/>
          </a:prstGeom>
          <a:noFill/>
          <a:ln>
            <a:noFill/>
          </a:ln>
        </p:spPr>
        <p:txBody>
          <a:bodyPr wrap="square" lIns="54000" tIns="36000" rIns="54000" bIns="36000" rtlCol="0" anchor="ctr">
            <a:spAutoFit/>
          </a:bodyPr>
          <a:lstStyle/>
          <a:p>
            <a:pPr algn="ctr"/>
            <a:r>
              <a:rPr kumimoji="1" lang="ja-JP" altLang="en-US" sz="1200" b="1" dirty="0">
                <a:solidFill>
                  <a:srgbClr val="0000FF"/>
                </a:solidFill>
                <a:latin typeface="游ゴシック" panose="020B0400000000000000" pitchFamily="50" charset="-128"/>
                <a:ea typeface="游ゴシック" panose="020B0400000000000000" pitchFamily="50" charset="-128"/>
                <a:cs typeface="メイリオ" pitchFamily="50" charset="-128"/>
              </a:rPr>
              <a:t>契約①：準委任契約</a:t>
            </a:r>
            <a:endParaRPr kumimoji="1" lang="en-US" altLang="ja-JP" sz="1200" b="1" dirty="0">
              <a:solidFill>
                <a:srgbClr val="0000FF"/>
              </a:solidFill>
              <a:latin typeface="游ゴシック" panose="020B0400000000000000" pitchFamily="50" charset="-128"/>
              <a:ea typeface="游ゴシック" panose="020B0400000000000000" pitchFamily="50" charset="-128"/>
              <a:cs typeface="メイリオ" pitchFamily="50" charset="-128"/>
            </a:endParaRPr>
          </a:p>
          <a:p>
            <a:pPr algn="ctr"/>
            <a:r>
              <a:rPr kumimoji="1" lang="en-US" altLang="ja-JP" sz="1200" b="1" dirty="0">
                <a:solidFill>
                  <a:srgbClr val="0000FF"/>
                </a:solidFill>
                <a:latin typeface="游ゴシック" panose="020B0400000000000000" pitchFamily="50" charset="-128"/>
                <a:ea typeface="游ゴシック" panose="020B0400000000000000" pitchFamily="50" charset="-128"/>
                <a:cs typeface="メイリオ" pitchFamily="50" charset="-128"/>
              </a:rPr>
              <a:t>9/16</a:t>
            </a:r>
            <a:r>
              <a:rPr kumimoji="1" lang="ja-JP" altLang="en-US" sz="1200" b="1" dirty="0">
                <a:solidFill>
                  <a:srgbClr val="0000FF"/>
                </a:solidFill>
                <a:latin typeface="游ゴシック" panose="020B0400000000000000" pitchFamily="50" charset="-128"/>
                <a:ea typeface="游ゴシック" panose="020B0400000000000000" pitchFamily="50" charset="-128"/>
                <a:cs typeface="メイリオ" pitchFamily="50" charset="-128"/>
              </a:rPr>
              <a:t>～</a:t>
            </a:r>
            <a:r>
              <a:rPr kumimoji="1" lang="en-US" altLang="ja-JP" sz="1200" b="1" dirty="0">
                <a:solidFill>
                  <a:srgbClr val="0000FF"/>
                </a:solidFill>
                <a:latin typeface="游ゴシック" panose="020B0400000000000000" pitchFamily="50" charset="-128"/>
                <a:ea typeface="游ゴシック" panose="020B0400000000000000" pitchFamily="50" charset="-128"/>
                <a:cs typeface="メイリオ" pitchFamily="50" charset="-128"/>
              </a:rPr>
              <a:t>10/24</a:t>
            </a:r>
            <a:endParaRPr kumimoji="1" lang="ja-JP" altLang="en-US" sz="1200" b="1" dirty="0">
              <a:solidFill>
                <a:srgbClr val="0000FF"/>
              </a:solidFill>
              <a:latin typeface="游ゴシック" panose="020B0400000000000000" pitchFamily="50" charset="-128"/>
              <a:ea typeface="游ゴシック" panose="020B0400000000000000" pitchFamily="50" charset="-128"/>
              <a:cs typeface="メイリオ" pitchFamily="50" charset="-128"/>
            </a:endParaRPr>
          </a:p>
        </p:txBody>
      </p:sp>
      <p:sp>
        <p:nvSpPr>
          <p:cNvPr id="19" name="テキスト ボックス 18">
            <a:extLst>
              <a:ext uri="{FF2B5EF4-FFF2-40B4-BE49-F238E27FC236}">
                <a16:creationId xmlns:a16="http://schemas.microsoft.com/office/drawing/2014/main" id="{71141E64-8092-FD1B-D0EF-695AF898DA1D}"/>
              </a:ext>
            </a:extLst>
          </p:cNvPr>
          <p:cNvSpPr txBox="1"/>
          <p:nvPr/>
        </p:nvSpPr>
        <p:spPr>
          <a:xfrm>
            <a:off x="6974541" y="2774900"/>
            <a:ext cx="3066566" cy="442035"/>
          </a:xfrm>
          <a:prstGeom prst="rect">
            <a:avLst/>
          </a:prstGeom>
          <a:noFill/>
          <a:ln>
            <a:noFill/>
          </a:ln>
        </p:spPr>
        <p:txBody>
          <a:bodyPr wrap="square" lIns="54000" tIns="36000" rIns="54000" bIns="36000" rtlCol="0" anchor="ctr">
            <a:spAutoFit/>
          </a:bodyPr>
          <a:lstStyle/>
          <a:p>
            <a:pPr algn="ctr"/>
            <a:r>
              <a:rPr kumimoji="1" lang="ja-JP" altLang="en-US" sz="1200" b="1" dirty="0">
                <a:solidFill>
                  <a:srgbClr val="FF0000"/>
                </a:solidFill>
                <a:latin typeface="游ゴシック" panose="020B0400000000000000" pitchFamily="50" charset="-128"/>
                <a:ea typeface="游ゴシック" panose="020B0400000000000000" pitchFamily="50" charset="-128"/>
                <a:cs typeface="メイリオ" pitchFamily="50" charset="-128"/>
              </a:rPr>
              <a:t>契約②：請負契約</a:t>
            </a:r>
            <a:endParaRPr kumimoji="1" lang="en-US" altLang="ja-JP" sz="1200" b="1" dirty="0">
              <a:solidFill>
                <a:srgbClr val="FF0000"/>
              </a:solidFill>
              <a:latin typeface="游ゴシック" panose="020B0400000000000000" pitchFamily="50" charset="-128"/>
              <a:ea typeface="游ゴシック" panose="020B0400000000000000" pitchFamily="50" charset="-128"/>
              <a:cs typeface="メイリオ" pitchFamily="50" charset="-128"/>
            </a:endParaRPr>
          </a:p>
          <a:p>
            <a:pPr algn="ctr"/>
            <a:r>
              <a:rPr kumimoji="1" lang="en-US" altLang="ja-JP" sz="1200" b="1" dirty="0">
                <a:solidFill>
                  <a:srgbClr val="FF0000"/>
                </a:solidFill>
                <a:latin typeface="游ゴシック" panose="020B0400000000000000" pitchFamily="50" charset="-128"/>
                <a:ea typeface="游ゴシック" panose="020B0400000000000000" pitchFamily="50" charset="-128"/>
                <a:cs typeface="メイリオ" pitchFamily="50" charset="-128"/>
              </a:rPr>
              <a:t>10/20</a:t>
            </a:r>
            <a:r>
              <a:rPr kumimoji="1" lang="ja-JP" altLang="en-US" sz="1200" b="1" dirty="0">
                <a:solidFill>
                  <a:srgbClr val="FF0000"/>
                </a:solidFill>
                <a:latin typeface="游ゴシック" panose="020B0400000000000000" pitchFamily="50" charset="-128"/>
                <a:ea typeface="游ゴシック" panose="020B0400000000000000" pitchFamily="50" charset="-128"/>
                <a:cs typeface="メイリオ" pitchFamily="50" charset="-128"/>
              </a:rPr>
              <a:t>～</a:t>
            </a:r>
            <a:r>
              <a:rPr kumimoji="1" lang="en-US" altLang="ja-JP" sz="1200" b="1" dirty="0">
                <a:solidFill>
                  <a:srgbClr val="FF0000"/>
                </a:solidFill>
                <a:latin typeface="游ゴシック" panose="020B0400000000000000" pitchFamily="50" charset="-128"/>
                <a:ea typeface="游ゴシック" panose="020B0400000000000000" pitchFamily="50" charset="-128"/>
                <a:cs typeface="メイリオ" pitchFamily="50" charset="-128"/>
              </a:rPr>
              <a:t>12/25</a:t>
            </a:r>
            <a:endParaRPr kumimoji="1" lang="ja-JP" altLang="en-US" sz="1200" b="1" dirty="0">
              <a:solidFill>
                <a:srgbClr val="FF0000"/>
              </a:solidFill>
              <a:latin typeface="游ゴシック" panose="020B0400000000000000" pitchFamily="50" charset="-128"/>
              <a:ea typeface="游ゴシック" panose="020B0400000000000000" pitchFamily="50" charset="-128"/>
              <a:cs typeface="メイリオ" pitchFamily="50" charset="-128"/>
            </a:endParaRPr>
          </a:p>
        </p:txBody>
      </p:sp>
      <p:cxnSp>
        <p:nvCxnSpPr>
          <p:cNvPr id="25" name="直線矢印コネクタ 24">
            <a:extLst>
              <a:ext uri="{FF2B5EF4-FFF2-40B4-BE49-F238E27FC236}">
                <a16:creationId xmlns:a16="http://schemas.microsoft.com/office/drawing/2014/main" id="{6F724102-C580-BC0F-594C-AB6463FD5783}"/>
              </a:ext>
            </a:extLst>
          </p:cNvPr>
          <p:cNvCxnSpPr>
            <a:cxnSpLocks/>
          </p:cNvCxnSpPr>
          <p:nvPr/>
        </p:nvCxnSpPr>
        <p:spPr>
          <a:xfrm>
            <a:off x="6861628" y="3206592"/>
            <a:ext cx="3387642" cy="0"/>
          </a:xfrm>
          <a:prstGeom prst="straightConnector1">
            <a:avLst/>
          </a:prstGeom>
          <a:ln w="44450">
            <a:solidFill>
              <a:srgbClr val="FF000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 name="フッター プレースホルダー 2">
            <a:extLst>
              <a:ext uri="{FF2B5EF4-FFF2-40B4-BE49-F238E27FC236}">
                <a16:creationId xmlns:a16="http://schemas.microsoft.com/office/drawing/2014/main" id="{E7A440B9-E5E3-48EF-A16E-33326F462D4A}"/>
              </a:ext>
            </a:extLst>
          </p:cNvPr>
          <p:cNvSpPr>
            <a:spLocks noGrp="1"/>
          </p:cNvSpPr>
          <p:nvPr>
            <p:ph type="ftr" sz="quarter" idx="11"/>
          </p:nvPr>
        </p:nvSpPr>
        <p:spPr/>
        <p:txBody>
          <a:bodyPr/>
          <a:lstStyle/>
          <a:p>
            <a:r>
              <a:rPr lang="en-US"/>
              <a:t>Copyright © 2025 SystemEXE,Inc All Rights Reserved.</a:t>
            </a:r>
          </a:p>
        </p:txBody>
      </p:sp>
      <p:sp>
        <p:nvSpPr>
          <p:cNvPr id="6" name="スライド番号プレースホルダー 5">
            <a:extLst>
              <a:ext uri="{FF2B5EF4-FFF2-40B4-BE49-F238E27FC236}">
                <a16:creationId xmlns:a16="http://schemas.microsoft.com/office/drawing/2014/main" id="{BCF40C9E-58CE-6635-9294-EF6092F96AD5}"/>
              </a:ext>
            </a:extLst>
          </p:cNvPr>
          <p:cNvSpPr>
            <a:spLocks noGrp="1"/>
          </p:cNvSpPr>
          <p:nvPr>
            <p:ph type="sldNum" sz="quarter" idx="12"/>
          </p:nvPr>
        </p:nvSpPr>
        <p:spPr/>
        <p:txBody>
          <a:bodyPr/>
          <a:lstStyle/>
          <a:p>
            <a:fld id="{26CA5134-5AAC-D342-B763-43605FECB385}" type="slidenum">
              <a:rPr kumimoji="1" lang="ja-JP" altLang="en-US" smtClean="0"/>
              <a:pPr/>
              <a:t>7</a:t>
            </a:fld>
            <a:endParaRPr kumimoji="1" lang="ja-JP" altLang="en-US" sz="700"/>
          </a:p>
        </p:txBody>
      </p:sp>
      <p:sp>
        <p:nvSpPr>
          <p:cNvPr id="8" name="正方形/長方形 7">
            <a:extLst>
              <a:ext uri="{FF2B5EF4-FFF2-40B4-BE49-F238E27FC236}">
                <a16:creationId xmlns:a16="http://schemas.microsoft.com/office/drawing/2014/main" id="{61E06FF7-1A14-1024-0CEB-85CC5F1FA1B9}"/>
              </a:ext>
            </a:extLst>
          </p:cNvPr>
          <p:cNvSpPr/>
          <p:nvPr/>
        </p:nvSpPr>
        <p:spPr>
          <a:xfrm>
            <a:off x="5315034" y="2638448"/>
            <a:ext cx="1540084" cy="1260000"/>
          </a:xfrm>
          <a:prstGeom prst="rect">
            <a:avLst/>
          </a:prstGeom>
          <a:solidFill>
            <a:srgbClr val="FFC000">
              <a:alpha val="30000"/>
            </a:srgbClr>
          </a:solidFill>
          <a:ln w="15875">
            <a:solidFill>
              <a:srgbClr val="FFC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30017E72-FE85-7720-814D-3BFDC9FE69B1}"/>
              </a:ext>
            </a:extLst>
          </p:cNvPr>
          <p:cNvSpPr/>
          <p:nvPr/>
        </p:nvSpPr>
        <p:spPr>
          <a:xfrm>
            <a:off x="8910989" y="362471"/>
            <a:ext cx="570370" cy="252000"/>
          </a:xfrm>
          <a:prstGeom prst="rect">
            <a:avLst/>
          </a:prstGeom>
          <a:noFill/>
          <a:ln w="317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68E2239A-6682-831E-E173-352B6F85E367}"/>
              </a:ext>
            </a:extLst>
          </p:cNvPr>
          <p:cNvSpPr txBox="1"/>
          <p:nvPr/>
        </p:nvSpPr>
        <p:spPr>
          <a:xfrm>
            <a:off x="9595241" y="362471"/>
            <a:ext cx="2020759" cy="261610"/>
          </a:xfrm>
          <a:prstGeom prst="rect">
            <a:avLst/>
          </a:prstGeom>
          <a:noFill/>
        </p:spPr>
        <p:txBody>
          <a:bodyPr wrap="square" rtlCol="0">
            <a:spAutoFit/>
          </a:bodyPr>
          <a:lstStyle/>
          <a:p>
            <a:r>
              <a:rPr kumimoji="1" lang="ja-JP" altLang="en-US" sz="1100" dirty="0">
                <a:latin typeface="游ゴシック" panose="020B0400000000000000" pitchFamily="50" charset="-128"/>
                <a:ea typeface="游ゴシック" panose="020B0400000000000000" pitchFamily="50" charset="-128"/>
              </a:rPr>
              <a:t>・・・今回のお見積もり範囲</a:t>
            </a:r>
          </a:p>
        </p:txBody>
      </p:sp>
      <p:sp>
        <p:nvSpPr>
          <p:cNvPr id="7" name="正方形/長方形 6">
            <a:extLst>
              <a:ext uri="{FF2B5EF4-FFF2-40B4-BE49-F238E27FC236}">
                <a16:creationId xmlns:a16="http://schemas.microsoft.com/office/drawing/2014/main" id="{2CEC2054-A3AC-76B6-4A8D-D9E8F302498E}"/>
              </a:ext>
            </a:extLst>
          </p:cNvPr>
          <p:cNvSpPr/>
          <p:nvPr/>
        </p:nvSpPr>
        <p:spPr>
          <a:xfrm>
            <a:off x="6861628" y="2638448"/>
            <a:ext cx="3528000" cy="1260000"/>
          </a:xfrm>
          <a:prstGeom prst="rect">
            <a:avLst/>
          </a:prstGeom>
          <a:noFill/>
          <a:ln w="317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61265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0"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６</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体制（想定）</a:t>
            </a:r>
            <a:endParaRPr kumimoji="1" lang="ja-JP" altLang="en-US"/>
          </a:p>
        </p:txBody>
      </p:sp>
      <p:sp>
        <p:nvSpPr>
          <p:cNvPr id="11" name="正方形/長方形 10">
            <a:extLst>
              <a:ext uri="{FF2B5EF4-FFF2-40B4-BE49-F238E27FC236}">
                <a16:creationId xmlns:a16="http://schemas.microsoft.com/office/drawing/2014/main" id="{C13C1A20-C252-799B-F8A0-29E661C219E7}"/>
              </a:ext>
            </a:extLst>
          </p:cNvPr>
          <p:cNvSpPr/>
          <p:nvPr/>
        </p:nvSpPr>
        <p:spPr>
          <a:xfrm>
            <a:off x="4476001" y="1167611"/>
            <a:ext cx="7019999"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476001" y="819413"/>
            <a:ext cx="7019999"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flipH="1">
            <a:off x="2581170" y="2124012"/>
            <a:ext cx="0" cy="1536468"/>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218001" y="1404012"/>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澤田 陽哉様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213170" y="3660480"/>
            <a:ext cx="2736000" cy="1018482"/>
            <a:chOff x="1213170" y="3826430"/>
            <a:chExt cx="2736000" cy="1018482"/>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3170" y="382643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dirty="0">
                  <a:ln>
                    <a:noFill/>
                  </a:ln>
                  <a:solidFill>
                    <a:prstClr val="white"/>
                  </a:solidFill>
                  <a:effectLst/>
                  <a:uLnTx/>
                  <a:uFillTx/>
                  <a:latin typeface="+mn-ea"/>
                </a:rPr>
                <a:t>プロジェクトメンバー</a:t>
              </a:r>
              <a:endParaRPr kumimoji="1" lang="ja-JP" altLang="en-US" sz="1600" b="1" i="0" u="none" strike="noStrike" kern="0" cap="none" spc="0" normalizeH="0" baseline="0" noProof="0" dirty="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3170" y="4114429"/>
              <a:ext cx="2736000" cy="730483"/>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noProof="0" dirty="0">
                  <a:ln>
                    <a:noFill/>
                  </a:ln>
                  <a:solidFill>
                    <a:prstClr val="black"/>
                  </a:solidFill>
                  <a:effectLst/>
                  <a:uLnTx/>
                  <a:uFillTx/>
                  <a:latin typeface="+mn-ea"/>
                </a:rPr>
                <a:t>東 陽介</a:t>
              </a:r>
              <a:r>
                <a:rPr kumimoji="1" lang="ja-JP" altLang="en-US" sz="1600" b="0" i="0" u="none" strike="noStrike" kern="0" cap="none" spc="0" normalizeH="0" baseline="0" noProof="0" dirty="0">
                  <a:ln>
                    <a:noFill/>
                  </a:ln>
                  <a:solidFill>
                    <a:prstClr val="black"/>
                  </a:solidFill>
                  <a:effectLst/>
                  <a:uLnTx/>
                  <a:uFillTx/>
                  <a:latin typeface="+mn-ea"/>
                </a:rPr>
                <a:t>様</a:t>
              </a:r>
              <a:endParaRPr kumimoji="1" lang="en-US" altLang="ja-JP" sz="1600" b="0" i="0" u="none" strike="noStrike" kern="0" cap="none" spc="0" normalizeH="0" baseline="0" noProof="0" dirty="0">
                <a:ln>
                  <a:noFill/>
                </a:ln>
                <a:solidFill>
                  <a:prstClr val="black"/>
                </a:solidFill>
                <a:effectLst/>
                <a:uLnTx/>
                <a:uFillTx/>
                <a:latin typeface="+mn-ea"/>
              </a:endParaRPr>
            </a:p>
            <a:p>
              <a:pPr lvl="0" algn="ctr" defTabSz="914400">
                <a:defRPr/>
              </a:pPr>
              <a:r>
                <a:rPr kumimoji="1" lang="ja-JP" altLang="en-US" sz="1600" kern="0" dirty="0">
                  <a:solidFill>
                    <a:prstClr val="black"/>
                  </a:solidFill>
                  <a:latin typeface="+mn-ea"/>
                </a:rPr>
                <a:t>吉田 奈央様</a:t>
              </a:r>
              <a:endParaRPr kumimoji="1" lang="en-US" altLang="ja-JP" sz="1600" kern="0" dirty="0">
                <a:solidFill>
                  <a:prstClr val="black"/>
                </a:solidFill>
                <a:latin typeface="+mn-ea"/>
              </a:endParaRPr>
            </a:p>
            <a:p>
              <a:pPr lvl="0" algn="ctr" defTabSz="914400">
                <a:defRPr/>
              </a:pPr>
              <a:r>
                <a:rPr kumimoji="1" lang="ja-JP" altLang="en-US" sz="1600" kern="0" dirty="0">
                  <a:solidFill>
                    <a:prstClr val="black"/>
                  </a:solidFill>
                  <a:latin typeface="+mn-ea"/>
                </a:rPr>
                <a:t>箱崎 咲里様</a:t>
              </a:r>
              <a:endParaRPr kumimoji="1" lang="en-US" altLang="ja-JP" sz="1600" b="0" i="0" u="none" strike="noStrike" kern="0" cap="none" spc="0" normalizeH="0" baseline="0" noProof="0" dirty="0">
                <a:ln>
                  <a:noFill/>
                </a:ln>
                <a:solidFill>
                  <a:prstClr val="black"/>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0"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476001" y="6048000"/>
            <a:ext cx="7020000" cy="72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708000" cy="72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5448941" y="1404012"/>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n-ea"/>
                </a:rPr>
                <a:t>川名 翔太</a:t>
              </a:r>
              <a:endParaRPr kumimoji="0" lang="ja-JP" altLang="en-US" sz="16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p:cNvCxnSpPr>
          <p:nvPr/>
        </p:nvCxnSpPr>
        <p:spPr>
          <a:xfrm>
            <a:off x="6816941" y="2124012"/>
            <a:ext cx="0" cy="2844000"/>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5437423" y="4977714"/>
            <a:ext cx="2736000" cy="825016"/>
            <a:chOff x="6852000" y="5532583"/>
            <a:chExt cx="2736000" cy="410087"/>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3"/>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プロジェクトメンバー</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214732"/>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dirty="0">
                  <a:solidFill>
                    <a:srgbClr val="333333"/>
                  </a:solidFill>
                  <a:latin typeface="游ゴシック"/>
                  <a:ea typeface="游ゴシック"/>
                </a:rPr>
                <a:t>木村・王・</a:t>
              </a:r>
              <a:r>
                <a:rPr lang="en-US" altLang="ja-JP" sz="1600" dirty="0">
                  <a:solidFill>
                    <a:srgbClr val="333333"/>
                  </a:solidFill>
                  <a:latin typeface="游ゴシック"/>
                  <a:ea typeface="游ゴシック"/>
                </a:rPr>
                <a:t>TBD</a:t>
              </a:r>
              <a:endParaRPr lang="ja-JP" altLang="en-US" sz="1600" b="0" i="0" dirty="0">
                <a:solidFill>
                  <a:srgbClr val="333333"/>
                </a:solidFill>
                <a:effectLst/>
                <a:latin typeface="游ゴシック"/>
                <a:ea typeface="游ゴシック"/>
              </a:endParaRP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6816941" y="2642634"/>
            <a:ext cx="151390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5448941" y="3051532"/>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游ゴシック"/>
                  <a:ea typeface="游ゴシック"/>
                </a:rPr>
                <a:t>髙木 義尚</a:t>
              </a:r>
              <a:endParaRPr lang="en-US" altLang="ja-JP" sz="1600">
                <a:solidFill>
                  <a:srgbClr val="333333"/>
                </a:solidFill>
                <a:latin typeface="游ゴシック"/>
                <a:ea typeface="游ゴシック"/>
              </a:endParaRP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8319332" y="2223307"/>
            <a:ext cx="2736000"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218001" y="2527781"/>
            <a:ext cx="2736000" cy="728930"/>
            <a:chOff x="8524839" y="4231002"/>
            <a:chExt cx="2736000" cy="728930"/>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dirty="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n-ea"/>
                </a:rPr>
                <a:t>星野 直道</a:t>
              </a:r>
              <a:r>
                <a:rPr kumimoji="0" lang="ja-JP" altLang="en-US" sz="1600" b="0" i="0" u="none" strike="noStrike" kern="0" cap="none" spc="0" normalizeH="0" baseline="0" noProof="0">
                  <a:ln>
                    <a:noFill/>
                  </a:ln>
                  <a:solidFill>
                    <a:prstClr val="black"/>
                  </a:solidFill>
                  <a:effectLst/>
                  <a:uLnTx/>
                  <a:uFillTx/>
                  <a:latin typeface="+mn-ea"/>
                </a:rPr>
                <a:t>様</a:t>
              </a:r>
              <a:endParaRPr kumimoji="0" lang="en-US" altLang="ja-JP" sz="1600" b="0" i="0" u="none" strike="noStrike" kern="0" cap="none" spc="0" normalizeH="0" baseline="0" noProof="0">
                <a:ln>
                  <a:noFill/>
                </a:ln>
                <a:solidFill>
                  <a:prstClr val="black"/>
                </a:solidFill>
                <a:effectLst/>
                <a:uLnTx/>
                <a:uFillTx/>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grpSp>
        <p:nvGrpSpPr>
          <p:cNvPr id="3" name="グループ化 2">
            <a:extLst>
              <a:ext uri="{FF2B5EF4-FFF2-40B4-BE49-F238E27FC236}">
                <a16:creationId xmlns:a16="http://schemas.microsoft.com/office/drawing/2014/main" id="{A9C33F0F-332A-7E87-1D08-A3001AA8C6E0}"/>
              </a:ext>
            </a:extLst>
          </p:cNvPr>
          <p:cNvGrpSpPr/>
          <p:nvPr/>
        </p:nvGrpSpPr>
        <p:grpSpPr>
          <a:xfrm>
            <a:off x="1670060" y="5082730"/>
            <a:ext cx="2279110" cy="720000"/>
            <a:chOff x="1670060" y="5082730"/>
            <a:chExt cx="2279110" cy="720000"/>
          </a:xfrm>
        </p:grpSpPr>
        <p:sp>
          <p:nvSpPr>
            <p:cNvPr id="23" name="片側の 2 つの角を丸めた四角形 15">
              <a:extLst>
                <a:ext uri="{FF2B5EF4-FFF2-40B4-BE49-F238E27FC236}">
                  <a16:creationId xmlns:a16="http://schemas.microsoft.com/office/drawing/2014/main" id="{C4C74907-76BB-E547-7A42-36F13F58EC35}"/>
                </a:ext>
              </a:extLst>
            </p:cNvPr>
            <p:cNvSpPr/>
            <p:nvPr/>
          </p:nvSpPr>
          <p:spPr>
            <a:xfrm>
              <a:off x="1670060" y="5082730"/>
              <a:ext cx="227911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4" name="正方形/長方形 23">
              <a:extLst>
                <a:ext uri="{FF2B5EF4-FFF2-40B4-BE49-F238E27FC236}">
                  <a16:creationId xmlns:a16="http://schemas.microsoft.com/office/drawing/2014/main" id="{DC1E26E9-FFEC-98F2-12D5-BC286628CEA0}"/>
                </a:ext>
              </a:extLst>
            </p:cNvPr>
            <p:cNvSpPr/>
            <p:nvPr/>
          </p:nvSpPr>
          <p:spPr>
            <a:xfrm>
              <a:off x="1670060" y="5370730"/>
              <a:ext cx="227911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dirty="0">
                  <a:ln>
                    <a:noFill/>
                  </a:ln>
                  <a:solidFill>
                    <a:prstClr val="black"/>
                  </a:solidFill>
                  <a:effectLst/>
                  <a:uLnTx/>
                  <a:uFillTx/>
                  <a:latin typeface="+mn-ea"/>
                </a:rPr>
                <a:t>現場利用者様</a:t>
              </a:r>
              <a:endParaRPr kumimoji="1" lang="en-US" altLang="ja-JP" sz="1600" b="0" i="0" u="none" strike="noStrike" kern="0" cap="none" spc="0" normalizeH="0" baseline="0" noProof="0" dirty="0">
                <a:ln>
                  <a:noFill/>
                </a:ln>
                <a:solidFill>
                  <a:prstClr val="black"/>
                </a:solidFill>
                <a:effectLst/>
                <a:uLnTx/>
                <a:uFillTx/>
                <a:latin typeface="+mn-ea"/>
              </a:endParaRPr>
            </a:p>
          </p:txBody>
        </p:sp>
      </p:grpSp>
      <p:cxnSp>
        <p:nvCxnSpPr>
          <p:cNvPr id="42" name="コネクタ: カギ線 41">
            <a:extLst>
              <a:ext uri="{FF2B5EF4-FFF2-40B4-BE49-F238E27FC236}">
                <a16:creationId xmlns:a16="http://schemas.microsoft.com/office/drawing/2014/main" id="{F1A966ED-94A3-BF90-314B-96016280AE02}"/>
              </a:ext>
            </a:extLst>
          </p:cNvPr>
          <p:cNvCxnSpPr>
            <a:cxnSpLocks/>
            <a:endCxn id="24" idx="1"/>
          </p:cNvCxnSpPr>
          <p:nvPr/>
        </p:nvCxnSpPr>
        <p:spPr>
          <a:xfrm rot="16200000" flipH="1">
            <a:off x="1132583" y="5049253"/>
            <a:ext cx="907768" cy="167185"/>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 name="グループ化 3">
            <a:extLst>
              <a:ext uri="{FF2B5EF4-FFF2-40B4-BE49-F238E27FC236}">
                <a16:creationId xmlns:a16="http://schemas.microsoft.com/office/drawing/2014/main" id="{3CC1F934-6D71-403E-0013-BCEAA8EDD9A9}"/>
              </a:ext>
            </a:extLst>
          </p:cNvPr>
          <p:cNvGrpSpPr/>
          <p:nvPr/>
        </p:nvGrpSpPr>
        <p:grpSpPr>
          <a:xfrm>
            <a:off x="8319332" y="3862360"/>
            <a:ext cx="2736000" cy="1016060"/>
            <a:chOff x="8524839" y="4231002"/>
            <a:chExt cx="2736000" cy="1016060"/>
          </a:xfrm>
        </p:grpSpPr>
        <p:sp>
          <p:nvSpPr>
            <p:cNvPr id="5" name="片側の 2 つの角を丸めた四角形 29">
              <a:extLst>
                <a:ext uri="{FF2B5EF4-FFF2-40B4-BE49-F238E27FC236}">
                  <a16:creationId xmlns:a16="http://schemas.microsoft.com/office/drawing/2014/main" id="{6FC4F9D1-1D47-B569-16E9-0FDAD10F924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kern="0">
                  <a:solidFill>
                    <a:prstClr val="white"/>
                  </a:solidFill>
                  <a:latin typeface="+mn-ea"/>
                </a:rPr>
                <a:t>保守サポート</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6" name="正方形/長方形 5">
              <a:extLst>
                <a:ext uri="{FF2B5EF4-FFF2-40B4-BE49-F238E27FC236}">
                  <a16:creationId xmlns:a16="http://schemas.microsoft.com/office/drawing/2014/main" id="{54179535-7C1B-07B6-E21C-AA7C9FD94A0E}"/>
                </a:ext>
              </a:extLst>
            </p:cNvPr>
            <p:cNvSpPr/>
            <p:nvPr/>
          </p:nvSpPr>
          <p:spPr>
            <a:xfrm>
              <a:off x="8524839" y="4505846"/>
              <a:ext cx="2736000" cy="741216"/>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marL="0" marR="0" lvl="0" indent="0" algn="ctr" defTabSz="914400">
                <a:lnSpc>
                  <a:spcPct val="100000"/>
                </a:lnSpc>
                <a:spcBef>
                  <a:spcPts val="0"/>
                </a:spcBef>
                <a:spcAft>
                  <a:spcPts val="0"/>
                </a:spcAft>
                <a:buNone/>
                <a:tabLst/>
                <a:defRPr/>
              </a:pPr>
              <a:r>
                <a:rPr kumimoji="0" lang="ja-JP" sz="1600" b="0" i="0" u="none" strike="noStrike" kern="0" cap="none" spc="0" normalizeH="0" baseline="0" noProof="0">
                  <a:ln>
                    <a:noFill/>
                  </a:ln>
                  <a:solidFill>
                    <a:prstClr val="black"/>
                  </a:solidFill>
                  <a:effectLst/>
                  <a:uLnTx/>
                  <a:uFillTx/>
                  <a:latin typeface="游ゴシック"/>
                  <a:ea typeface="游ゴシック"/>
                </a:rPr>
                <a:t>東条 美佳</a:t>
              </a:r>
              <a:endParaRPr lang="en-US" sz="1600" b="0" i="0" u="none" strike="noStrike" kern="0" cap="none" spc="0" normalizeH="0" baseline="0" noProof="0">
                <a:ln>
                  <a:noFill/>
                </a:ln>
                <a:solidFill>
                  <a:srgbClr val="323232"/>
                </a:solidFill>
                <a:effectLst/>
                <a:uLnTx/>
                <a:uFillTx/>
                <a:latin typeface="游ゴシック"/>
                <a:ea typeface="游ゴシック"/>
              </a:endParaRPr>
            </a:p>
            <a:p>
              <a:pPr algn="ctr" defTabSz="914400">
                <a:defRPr/>
              </a:pPr>
              <a:r>
                <a:rPr lang="ja-JP" sz="1600" kern="0">
                  <a:solidFill>
                    <a:prstClr val="black"/>
                  </a:solidFill>
                  <a:latin typeface="游ゴシック"/>
                  <a:ea typeface="游ゴシック"/>
                </a:rPr>
                <a:t>伊達 翔互</a:t>
              </a:r>
              <a:endParaRPr lang="ja-JP" sz="1600" kern="0">
                <a:solidFill>
                  <a:srgbClr val="323232"/>
                </a:solidFill>
                <a:latin typeface="游ゴシック"/>
                <a:ea typeface="游ゴシック"/>
              </a:endParaRPr>
            </a:p>
            <a:p>
              <a:pPr algn="ctr" defTabSz="914400">
                <a:defRPr/>
              </a:pPr>
              <a:r>
                <a:rPr lang="ja-JP" sz="1600" kern="0">
                  <a:solidFill>
                    <a:prstClr val="black"/>
                  </a:solidFill>
                  <a:latin typeface="游ゴシック"/>
                  <a:ea typeface="游ゴシック"/>
                </a:rPr>
                <a:t>篠塚 正裕</a:t>
              </a:r>
              <a:endParaRPr lang="en-US" sz="1600" kern="0">
                <a:solidFill>
                  <a:srgbClr val="323232"/>
                </a:solidFill>
                <a:latin typeface="游ゴシック"/>
                <a:ea typeface="游ゴシック"/>
              </a:endParaRPr>
            </a:p>
          </p:txBody>
        </p:sp>
      </p:grpSp>
      <p:cxnSp>
        <p:nvCxnSpPr>
          <p:cNvPr id="9" name="直線コネクタ 8">
            <a:extLst>
              <a:ext uri="{FF2B5EF4-FFF2-40B4-BE49-F238E27FC236}">
                <a16:creationId xmlns:a16="http://schemas.microsoft.com/office/drawing/2014/main" id="{FD29C68E-94DB-DE44-7571-992B9D68D4BB}"/>
              </a:ext>
            </a:extLst>
          </p:cNvPr>
          <p:cNvCxnSpPr>
            <a:cxnSpLocks/>
          </p:cNvCxnSpPr>
          <p:nvPr/>
        </p:nvCxnSpPr>
        <p:spPr>
          <a:xfrm flipH="1">
            <a:off x="6805423" y="4431362"/>
            <a:ext cx="1513909" cy="0"/>
          </a:xfrm>
          <a:prstGeom prst="line">
            <a:avLst/>
          </a:prstGeom>
          <a:noFill/>
          <a:ln w="28575" cap="flat" cmpd="sng" algn="ctr">
            <a:solidFill>
              <a:sysClr val="window" lastClr="FFFFFF">
                <a:lumMod val="75000"/>
              </a:sysClr>
            </a:solidFill>
            <a:prstDash val="solid"/>
            <a:miter lim="800000"/>
          </a:ln>
          <a:effectLst/>
        </p:spPr>
      </p:cxnSp>
      <p:sp>
        <p:nvSpPr>
          <p:cNvPr id="12" name="スライド番号プレースホルダー 11">
            <a:extLst>
              <a:ext uri="{FF2B5EF4-FFF2-40B4-BE49-F238E27FC236}">
                <a16:creationId xmlns:a16="http://schemas.microsoft.com/office/drawing/2014/main" id="{26E76910-08D0-5EFE-D88E-14BE0E9B7C05}"/>
              </a:ext>
            </a:extLst>
          </p:cNvPr>
          <p:cNvSpPr>
            <a:spLocks noGrp="1"/>
          </p:cNvSpPr>
          <p:nvPr>
            <p:ph type="sldNum" sz="quarter" idx="12"/>
          </p:nvPr>
        </p:nvSpPr>
        <p:spPr/>
        <p:txBody>
          <a:bodyPr/>
          <a:lstStyle/>
          <a:p>
            <a:fld id="{26CA5134-5AAC-D342-B763-43605FECB385}" type="slidenum">
              <a:rPr kumimoji="1" lang="ja-JP" altLang="en-US" smtClean="0"/>
              <a:pPr/>
              <a:t>8</a:t>
            </a:fld>
            <a:endParaRPr kumimoji="1" lang="ja-JP" altLang="en-US" sz="700"/>
          </a:p>
        </p:txBody>
      </p:sp>
      <p:sp>
        <p:nvSpPr>
          <p:cNvPr id="13" name="フッター プレースホルダー 2">
            <a:extLst>
              <a:ext uri="{FF2B5EF4-FFF2-40B4-BE49-F238E27FC236}">
                <a16:creationId xmlns:a16="http://schemas.microsoft.com/office/drawing/2014/main" id="{E1812AC6-0241-5A48-F9BE-7A07DF76E5B2}"/>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Tree>
    <p:extLst>
      <p:ext uri="{BB962C8B-B14F-4D97-AF65-F5344CB8AC3E}">
        <p14:creationId xmlns:p14="http://schemas.microsoft.com/office/powerpoint/2010/main" val="1851614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86709-DCBF-9717-1964-FF483F7E00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058A450-8660-900A-5F2E-D7B729F7D022}"/>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７</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お見積もり</a:t>
            </a:r>
            <a:endParaRPr kumimoji="1" lang="ja-JP" altLang="en-US" sz="2000">
              <a:latin typeface="游明朝" panose="02020400000000000000" pitchFamily="18" charset="-128"/>
              <a:ea typeface="游明朝" panose="02020400000000000000" pitchFamily="18" charset="-128"/>
            </a:endParaRPr>
          </a:p>
        </p:txBody>
      </p:sp>
      <p:sp>
        <p:nvSpPr>
          <p:cNvPr id="8" name="テキスト ボックス 7">
            <a:extLst>
              <a:ext uri="{FF2B5EF4-FFF2-40B4-BE49-F238E27FC236}">
                <a16:creationId xmlns:a16="http://schemas.microsoft.com/office/drawing/2014/main" id="{2DE02EB6-BE97-4379-24EC-1154F511290F}"/>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99F9D054-6DD8-273C-882F-53ADC430325D}"/>
              </a:ext>
            </a:extLst>
          </p:cNvPr>
          <p:cNvGraphicFramePr>
            <a:graphicFrameLocks noGrp="1"/>
          </p:cNvGraphicFramePr>
          <p:nvPr>
            <p:extLst>
              <p:ext uri="{D42A27DB-BD31-4B8C-83A1-F6EECF244321}">
                <p14:modId xmlns:p14="http://schemas.microsoft.com/office/powerpoint/2010/main" val="1502891984"/>
              </p:ext>
            </p:extLst>
          </p:nvPr>
        </p:nvGraphicFramePr>
        <p:xfrm>
          <a:off x="606000" y="865868"/>
          <a:ext cx="10979999" cy="50040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60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712587978"/>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45517169"/>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280,000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099362617"/>
                  </a:ext>
                </a:extLst>
              </a:tr>
              <a:tr h="3600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1,080,000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60000">
                <a:tc rowSpan="8">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8">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endParaRPr lang="ja-JP" altLang="en-US" sz="1600" b="0" i="0" u="none" strike="noStrike">
                        <a:solidFill>
                          <a:srgbClr val="000000"/>
                        </a:solidFill>
                        <a:effectLst/>
                        <a:latin typeface="游ゴシック" panose="020B0400000000000000" pitchFamily="50" charset="-128"/>
                        <a:ea typeface="+mn-ea"/>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8">
                  <a:txBody>
                    <a:bodyPr/>
                    <a:lstStyle/>
                    <a:p>
                      <a:pPr algn="ctr" rtl="0" fontAlgn="ctr"/>
                      <a:r>
                        <a:rPr lang="ja-JP" altLang="en-US" sz="1600" b="0" i="0" u="none" strike="noStrike">
                          <a:solidFill>
                            <a:srgbClr val="000000"/>
                          </a:solidFill>
                          <a:effectLst/>
                          <a:latin typeface="游ゴシック" panose="020B0400000000000000" pitchFamily="50" charset="-128"/>
                          <a:ea typeface="+mn-ea"/>
                        </a:rPr>
                        <a:t>開発</a:t>
                      </a:r>
                      <a:endParaRPr lang="en-US" altLang="ja-JP" sz="1600" b="0" i="0" u="none" strike="noStrike">
                        <a:solidFill>
                          <a:srgbClr val="000000"/>
                        </a:solidFill>
                        <a:effectLst/>
                        <a:latin typeface="游ゴシック" panose="020B0400000000000000" pitchFamily="50" charset="-128"/>
                        <a:ea typeface="+mn-ea"/>
                      </a:endParaRPr>
                    </a:p>
                    <a:p>
                      <a:pPr algn="ctr" rtl="0" fontAlgn="ctr"/>
                      <a:r>
                        <a:rPr lang="ja-JP" altLang="en-US" sz="1600" b="0" i="0" u="none" strike="noStrike">
                          <a:solidFill>
                            <a:srgbClr val="000000"/>
                          </a:solidFill>
                          <a:effectLst/>
                          <a:latin typeface="游ゴシック" panose="020B0400000000000000" pitchFamily="50" charset="-128"/>
                          <a:ea typeface="+mn-ea"/>
                        </a:rPr>
                        <a:t>結合テスト</a:t>
                      </a:r>
                      <a:endParaRPr lang="en-US" altLang="ja-JP" sz="1600" b="0" i="0" u="none" strike="noStrike">
                        <a:solidFill>
                          <a:srgbClr val="000000"/>
                        </a:solidFill>
                        <a:effectLst/>
                        <a:latin typeface="游ゴシック" panose="020B0400000000000000" pitchFamily="50" charset="-128"/>
                        <a:ea typeface="+mn-ea"/>
                      </a:endParaRPr>
                    </a:p>
                    <a:p>
                      <a:pPr algn="ctr" rtl="0" fontAlgn="ctr"/>
                      <a:r>
                        <a:rPr lang="ja-JP" altLang="en-US" sz="1600" b="0" i="0" u="none" strike="noStrike">
                          <a:solidFill>
                            <a:srgbClr val="000000"/>
                          </a:solidFill>
                          <a:effectLst/>
                          <a:latin typeface="游ゴシック" panose="020B0400000000000000" pitchFamily="50" charset="-128"/>
                          <a:ea typeface="+mn-ea"/>
                        </a:rPr>
                        <a:t>システムテスト</a:t>
                      </a:r>
                      <a:endParaRPr lang="en-US" altLang="ja-JP" sz="1600" b="0" i="0" u="none" strike="noStrike">
                        <a:solidFill>
                          <a:srgbClr val="000000"/>
                        </a:solidFill>
                        <a:effectLst/>
                        <a:latin typeface="游ゴシック" panose="020B0400000000000000" pitchFamily="50" charset="-128"/>
                        <a:ea typeface="+mn-ea"/>
                      </a:endParaRPr>
                    </a:p>
                    <a:p>
                      <a:pPr algn="ctr" rtl="0" fontAlgn="ctr"/>
                      <a:r>
                        <a:rPr lang="ja-JP" altLang="en-US" sz="1600" b="0" i="0" u="none" strike="noStrike">
                          <a:solidFill>
                            <a:srgbClr val="000000"/>
                          </a:solidFill>
                          <a:effectLst/>
                          <a:latin typeface="游ゴシック" panose="020B0400000000000000" pitchFamily="50" charset="-128"/>
                          <a:ea typeface="+mn-ea"/>
                        </a:rPr>
                        <a:t>本番移行</a:t>
                      </a:r>
                      <a:endParaRPr lang="en-US" altLang="ja-JP" sz="1600" b="0" i="0" u="none" strike="noStrike">
                        <a:solidFill>
                          <a:srgbClr val="000000"/>
                        </a:solidFill>
                        <a:effectLst/>
                        <a:latin typeface="游ゴシック" panose="020B0400000000000000" pitchFamily="50" charset="-128"/>
                        <a:ea typeface="+mn-ea"/>
                      </a:endParaRPr>
                    </a:p>
                    <a:p>
                      <a:pPr algn="ctr" rtl="0" fontAlgn="ctr"/>
                      <a:r>
                        <a:rPr lang="ja-JP" altLang="en-US" sz="1600" b="0" i="0" u="none" strike="noStrike">
                          <a:solidFill>
                            <a:srgbClr val="000000"/>
                          </a:solidFill>
                          <a:effectLst/>
                          <a:latin typeface="游ゴシック" panose="020B0400000000000000" pitchFamily="50" charset="-128"/>
                          <a:ea typeface="+mn-ea"/>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8">
                  <a:txBody>
                    <a:bodyPr/>
                    <a:lstStyle/>
                    <a:p>
                      <a:pPr algn="ctr" rtl="0" fontAlgn="ctr"/>
                      <a:r>
                        <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rPr>
                        <a:t>正式</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開発・環境構築</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60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2.35</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2,350,000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60000">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06017373"/>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60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0.8</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1,120,000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60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5.85</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6,170,000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60000">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6.85</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7,250,000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10" name="テキスト ボックス 9">
            <a:extLst>
              <a:ext uri="{FF2B5EF4-FFF2-40B4-BE49-F238E27FC236}">
                <a16:creationId xmlns:a16="http://schemas.microsoft.com/office/drawing/2014/main" id="{6764AE87-F78C-E2F2-4EDB-D9A6783907FC}"/>
              </a:ext>
            </a:extLst>
          </p:cNvPr>
          <p:cNvSpPr txBox="1"/>
          <p:nvPr/>
        </p:nvSpPr>
        <p:spPr>
          <a:xfrm>
            <a:off x="594814" y="6061387"/>
            <a:ext cx="10985368" cy="321884"/>
          </a:xfrm>
          <a:prstGeom prst="rect">
            <a:avLst/>
          </a:prstGeom>
          <a:noFill/>
        </p:spPr>
        <p:txBody>
          <a:bodyPr wrap="square" lIns="91440" tIns="45720" rIns="91440" bIns="45720" rtlCol="0" anchor="t">
            <a:noAutofit/>
          </a:bodyPr>
          <a:lstStyle/>
          <a:p>
            <a:r>
              <a:rPr lang="en-US" altLang="ja-JP" sz="1400" dirty="0">
                <a:latin typeface="游ゴシック"/>
                <a:ea typeface="游ゴシック"/>
                <a:cs typeface="メイリオ" pitchFamily="50" charset="-128"/>
              </a:rPr>
              <a:t>※</a:t>
            </a:r>
            <a:r>
              <a:rPr lang="ja-JP" altLang="en-US" sz="1400" dirty="0">
                <a:latin typeface="游ゴシック"/>
                <a:ea typeface="游ゴシック"/>
                <a:cs typeface="メイリオ" pitchFamily="50" charset="-128"/>
              </a:rPr>
              <a:t>開発工数に「②その他共通基盤」の変更対応は含まれていません。（「②その他共通基盤」対応が完了している前提となります。）</a:t>
            </a:r>
            <a:endParaRPr lang="en-US" altLang="ja-JP" sz="1400" dirty="0">
              <a:latin typeface="游ゴシック"/>
              <a:ea typeface="游ゴシック"/>
              <a:cs typeface="メイリオ" pitchFamily="50" charset="-128"/>
            </a:endParaRPr>
          </a:p>
        </p:txBody>
      </p:sp>
      <p:sp>
        <p:nvSpPr>
          <p:cNvPr id="3" name="フッター プレースホルダー 2">
            <a:extLst>
              <a:ext uri="{FF2B5EF4-FFF2-40B4-BE49-F238E27FC236}">
                <a16:creationId xmlns:a16="http://schemas.microsoft.com/office/drawing/2014/main" id="{73A0EB26-3581-77A0-4B7A-805C4EEE9DF0}"/>
              </a:ext>
            </a:extLst>
          </p:cNvPr>
          <p:cNvSpPr>
            <a:spLocks noGrp="1"/>
          </p:cNvSpPr>
          <p:nvPr>
            <p:ph type="ftr" sz="quarter" idx="11"/>
          </p:nvPr>
        </p:nvSpPr>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7529C448-803B-86AF-730A-9C6E4AC9979F}"/>
              </a:ext>
            </a:extLst>
          </p:cNvPr>
          <p:cNvSpPr>
            <a:spLocks noGrp="1"/>
          </p:cNvSpPr>
          <p:nvPr>
            <p:ph type="sldNum" sz="quarter" idx="12"/>
          </p:nvPr>
        </p:nvSpPr>
        <p:spPr/>
        <p:txBody>
          <a:bodyPr/>
          <a:lstStyle/>
          <a:p>
            <a:fld id="{26CA5134-5AAC-D342-B763-43605FECB385}" type="slidenum">
              <a:rPr kumimoji="1" lang="ja-JP" altLang="en-US" smtClean="0"/>
              <a:pPr/>
              <a:t>9</a:t>
            </a:fld>
            <a:endParaRPr kumimoji="1" lang="ja-JP" altLang="en-US" sz="700"/>
          </a:p>
        </p:txBody>
      </p:sp>
      <p:sp>
        <p:nvSpPr>
          <p:cNvPr id="5" name="正方形/長方形 4">
            <a:extLst>
              <a:ext uri="{FF2B5EF4-FFF2-40B4-BE49-F238E27FC236}">
                <a16:creationId xmlns:a16="http://schemas.microsoft.com/office/drawing/2014/main" id="{26C83373-E7E2-B928-3FFA-F31C29CAABE8}"/>
              </a:ext>
            </a:extLst>
          </p:cNvPr>
          <p:cNvSpPr/>
          <p:nvPr/>
        </p:nvSpPr>
        <p:spPr>
          <a:xfrm>
            <a:off x="576000" y="2570480"/>
            <a:ext cx="11168960" cy="2976880"/>
          </a:xfrm>
          <a:prstGeom prst="rect">
            <a:avLst/>
          </a:prstGeom>
          <a:noFill/>
          <a:ln w="317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1FFE2C33-961F-716C-8C69-52EE9EFBF0F0}"/>
              </a:ext>
            </a:extLst>
          </p:cNvPr>
          <p:cNvSpPr/>
          <p:nvPr/>
        </p:nvSpPr>
        <p:spPr>
          <a:xfrm>
            <a:off x="576000" y="1198027"/>
            <a:ext cx="11168960" cy="1372453"/>
          </a:xfrm>
          <a:prstGeom prst="rect">
            <a:avLst/>
          </a:prstGeom>
          <a:solidFill>
            <a:srgbClr val="FFC000">
              <a:alpha val="30000"/>
            </a:srgbClr>
          </a:solidFill>
          <a:ln w="15875">
            <a:solidFill>
              <a:srgbClr val="FFC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026C13BD-F086-4D0B-0F47-8B4920CDBFCE}"/>
              </a:ext>
            </a:extLst>
          </p:cNvPr>
          <p:cNvSpPr/>
          <p:nvPr/>
        </p:nvSpPr>
        <p:spPr>
          <a:xfrm>
            <a:off x="8910989" y="362471"/>
            <a:ext cx="570370" cy="252000"/>
          </a:xfrm>
          <a:prstGeom prst="rect">
            <a:avLst/>
          </a:prstGeom>
          <a:noFill/>
          <a:ln w="317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1D1CC776-AA8C-42DF-C04A-F8674303D380}"/>
              </a:ext>
            </a:extLst>
          </p:cNvPr>
          <p:cNvSpPr txBox="1"/>
          <p:nvPr/>
        </p:nvSpPr>
        <p:spPr>
          <a:xfrm>
            <a:off x="9595241" y="362471"/>
            <a:ext cx="2020759" cy="261610"/>
          </a:xfrm>
          <a:prstGeom prst="rect">
            <a:avLst/>
          </a:prstGeom>
          <a:noFill/>
        </p:spPr>
        <p:txBody>
          <a:bodyPr wrap="square" rtlCol="0">
            <a:spAutoFit/>
          </a:bodyPr>
          <a:lstStyle/>
          <a:p>
            <a:r>
              <a:rPr kumimoji="1" lang="ja-JP" altLang="en-US" sz="1100" dirty="0">
                <a:latin typeface="游ゴシック" panose="020B0400000000000000" pitchFamily="50" charset="-128"/>
                <a:ea typeface="游ゴシック" panose="020B0400000000000000" pitchFamily="50" charset="-128"/>
              </a:rPr>
              <a:t>・・・今回のお見積もり範囲</a:t>
            </a:r>
          </a:p>
        </p:txBody>
      </p:sp>
    </p:spTree>
    <p:extLst>
      <p:ext uri="{BB962C8B-B14F-4D97-AF65-F5344CB8AC3E}">
        <p14:creationId xmlns:p14="http://schemas.microsoft.com/office/powerpoint/2010/main" val="3750914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８</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 お見積もり前提条件</a:t>
            </a:r>
            <a:endParaRPr kumimoji="1" lang="ja-JP" altLang="en-US">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a:bodyPr>
          <a:lstStyle/>
          <a:p>
            <a:pPr marL="342900" indent="-342900">
              <a:buFont typeface="+mj-lt"/>
              <a:buAutoNum type="arabicPeriod"/>
            </a:pPr>
            <a:r>
              <a:rPr kumimoji="1" lang="ja-JP" altLang="en-US" b="0" u="none" dirty="0"/>
              <a:t>本資料記載の金額は全て税抜となります。</a:t>
            </a:r>
            <a:endParaRPr kumimoji="1" lang="en-US" altLang="ja-JP" b="0" u="none" dirty="0"/>
          </a:p>
          <a:p>
            <a:pPr marL="342900" indent="-342900">
              <a:buFont typeface="+mj-lt"/>
              <a:buAutoNum type="arabicPeriod"/>
            </a:pPr>
            <a:r>
              <a:rPr kumimoji="1" lang="ja-JP" altLang="en-US" b="0" u="none" dirty="0">
                <a:latin typeface="游ゴシック"/>
                <a:ea typeface="游ゴシック"/>
              </a:rPr>
              <a:t>本お見積りは単純移行を想定しており</a:t>
            </a:r>
            <a:r>
              <a:rPr lang="ja-JP" altLang="en-US" b="0" u="none" dirty="0">
                <a:latin typeface="游ゴシック"/>
                <a:ea typeface="游ゴシック"/>
              </a:rPr>
              <a:t>、</a:t>
            </a:r>
            <a:r>
              <a:rPr lang="ja-JP" altLang="en-US" b="0" dirty="0">
                <a:latin typeface="游ゴシック"/>
                <a:ea typeface="游ゴシック"/>
              </a:rPr>
              <a:t>24年12月3日時点のDP課様からの情報を元に算出しており</a:t>
            </a:r>
            <a:r>
              <a:rPr kumimoji="1" lang="ja-JP" altLang="en-US" b="0" dirty="0">
                <a:latin typeface="游ゴシック"/>
                <a:ea typeface="游ゴシック"/>
              </a:rPr>
              <a:t>ます</a:t>
            </a:r>
            <a:r>
              <a:rPr kumimoji="1" lang="ja-JP" altLang="en-US" b="0" u="none" dirty="0">
                <a:latin typeface="游ゴシック"/>
                <a:ea typeface="游ゴシック"/>
              </a:rPr>
              <a:t>。</a:t>
            </a:r>
            <a:endParaRPr kumimoji="1" lang="en-US" altLang="ja-JP" b="0" u="none" dirty="0">
              <a:latin typeface="游ゴシック"/>
              <a:ea typeface="游ゴシック"/>
            </a:endParaRPr>
          </a:p>
          <a:p>
            <a:pPr marL="342900" indent="-342900">
              <a:buFont typeface="+mj-lt"/>
              <a:buAutoNum type="arabicPeriod"/>
            </a:pPr>
            <a:r>
              <a:rPr lang="ja-JP" altLang="en-US" b="0" u="none" dirty="0"/>
              <a:t>作業場所は原則弊社オフィス内とします。弊社オフィス内には在宅での勤務を含みます。</a:t>
            </a:r>
            <a:endParaRPr lang="en-US" altLang="ja-JP" b="0" u="none" dirty="0"/>
          </a:p>
          <a:p>
            <a:pPr marL="342900" indent="-342900">
              <a:buFont typeface="+mj-lt"/>
              <a:buAutoNum type="arabicPeriod"/>
            </a:pPr>
            <a:r>
              <a:rPr lang="ja-JP" altLang="en-US" b="0" u="none" dirty="0">
                <a:latin typeface="游ゴシック"/>
                <a:ea typeface="游ゴシック"/>
              </a:rPr>
              <a:t>アプリケーション、ミドルウェアのライセンスやインストールは貴社にてご対応をお願いいたします。</a:t>
            </a:r>
            <a:endParaRPr lang="en-US" altLang="ja-JP" b="0" u="none" dirty="0">
              <a:latin typeface="游ゴシック"/>
              <a:ea typeface="游ゴシック"/>
            </a:endParaRPr>
          </a:p>
          <a:p>
            <a:pPr marL="342900" indent="-342900">
              <a:buFont typeface="+mj-lt"/>
              <a:buAutoNum type="arabicPeriod"/>
            </a:pPr>
            <a:r>
              <a:rPr kumimoji="1" lang="ja-JP" altLang="en-US" b="0" u="none" dirty="0"/>
              <a:t>インフラ環境の</a:t>
            </a:r>
            <a:r>
              <a:rPr lang="ja-JP" altLang="en-US" b="0" u="none" dirty="0"/>
              <a:t>調達・</a:t>
            </a:r>
            <a:r>
              <a:rPr kumimoji="1" lang="ja-JP" altLang="en-US" b="0" u="none" dirty="0"/>
              <a:t>構築は含まれておりません。</a:t>
            </a:r>
            <a:endParaRPr kumimoji="1" lang="en-US" altLang="ja-JP" b="0" u="none" dirty="0"/>
          </a:p>
          <a:p>
            <a:pPr marL="342900" indent="-342900">
              <a:buFont typeface="+mj-lt"/>
              <a:buAutoNum type="arabicPeriod"/>
            </a:pPr>
            <a:r>
              <a:rPr kumimoji="1" lang="en-US" altLang="ja-JP" b="0" u="none" dirty="0">
                <a:latin typeface="游ゴシック"/>
                <a:ea typeface="游ゴシック"/>
              </a:rPr>
              <a:t>DB</a:t>
            </a:r>
            <a:r>
              <a:rPr kumimoji="1" lang="ja-JP" altLang="en-US" b="0" u="none" dirty="0">
                <a:latin typeface="游ゴシック"/>
                <a:ea typeface="游ゴシック"/>
              </a:rPr>
              <a:t>移行先は</a:t>
            </a:r>
            <a:r>
              <a:rPr kumimoji="1" lang="en-US" altLang="ja-JP" b="0" u="none" dirty="0">
                <a:latin typeface="游ゴシック"/>
                <a:ea typeface="游ゴシック"/>
              </a:rPr>
              <a:t>Oracle</a:t>
            </a:r>
            <a:r>
              <a:rPr kumimoji="1" lang="ja-JP" altLang="en-US" b="0" u="none" dirty="0">
                <a:latin typeface="游ゴシック"/>
                <a:ea typeface="游ゴシック"/>
              </a:rPr>
              <a:t> </a:t>
            </a:r>
            <a:r>
              <a:rPr lang="en-US" altLang="ja-JP" b="0" u="none" dirty="0">
                <a:latin typeface="游ゴシック"/>
                <a:ea typeface="游ゴシック"/>
              </a:rPr>
              <a:t>Database</a:t>
            </a:r>
            <a:r>
              <a:rPr kumimoji="1" lang="ja-JP" altLang="en-US" b="0" u="none" dirty="0">
                <a:latin typeface="游ゴシック"/>
                <a:ea typeface="游ゴシック"/>
              </a:rPr>
              <a:t>を想定しております。</a:t>
            </a:r>
            <a:endParaRPr kumimoji="1" lang="en-US" altLang="ja-JP" b="0" u="none" dirty="0">
              <a:latin typeface="游ゴシック"/>
              <a:ea typeface="游ゴシック"/>
            </a:endParaRPr>
          </a:p>
          <a:p>
            <a:pPr marL="342900" indent="-342900">
              <a:buFont typeface="+mj-lt"/>
              <a:buAutoNum type="arabicPeriod"/>
            </a:pPr>
            <a:r>
              <a:rPr lang="ja-JP" altLang="en-US" b="0" u="none" dirty="0">
                <a:latin typeface="游ゴシック"/>
                <a:ea typeface="游ゴシック"/>
              </a:rPr>
              <a:t>DB移行に関する費用は含まれておりません。</a:t>
            </a:r>
            <a:endParaRPr lang="en-US" altLang="ja-JP" b="0" u="none" dirty="0">
              <a:latin typeface="游ゴシック"/>
              <a:ea typeface="游ゴシック"/>
            </a:endParaRPr>
          </a:p>
          <a:p>
            <a:pPr marL="342900" indent="-342900">
              <a:buFont typeface="+mj-lt"/>
              <a:buAutoNum type="arabicPeriod"/>
            </a:pPr>
            <a:r>
              <a:rPr lang="ja-JP" b="0" u="none" dirty="0">
                <a:latin typeface="游ゴシック"/>
                <a:ea typeface="游ゴシック"/>
                <a:cs typeface="+mn-ea"/>
              </a:rPr>
              <a:t>非互換対応</a:t>
            </a:r>
            <a:r>
              <a:rPr lang="ja-JP" altLang="en-US" b="0" u="none" dirty="0">
                <a:latin typeface="游ゴシック"/>
                <a:ea typeface="游ゴシック"/>
                <a:cs typeface="+mn-ea"/>
              </a:rPr>
              <a:t>や業務変更などのプログラム改修は想定していません。</a:t>
            </a:r>
            <a:endParaRPr lang="en-US" altLang="ja-JP" b="0" u="none" dirty="0">
              <a:latin typeface="游ゴシック"/>
              <a:ea typeface="游ゴシック"/>
              <a:cs typeface="+mn-ea"/>
            </a:endParaRPr>
          </a:p>
          <a:p>
            <a:pPr marL="342900" indent="-342900">
              <a:buFont typeface="+mj-lt"/>
              <a:buAutoNum type="arabicPeriod"/>
            </a:pPr>
            <a:r>
              <a:rPr lang="en-US" altLang="ja-JP" b="0" u="none" dirty="0" err="1">
                <a:latin typeface="游ゴシック"/>
                <a:ea typeface="游ゴシック"/>
                <a:cs typeface="+mn-ea"/>
              </a:rPr>
              <a:t>SWANシステム内の</a:t>
            </a:r>
            <a:r>
              <a:rPr lang="ja-JP" altLang="en-US" b="0" u="none" dirty="0">
                <a:latin typeface="游ゴシック"/>
                <a:ea typeface="游ゴシック"/>
                <a:cs typeface="+mn-ea"/>
              </a:rPr>
              <a:t>購買と</a:t>
            </a:r>
            <a:r>
              <a:rPr lang="en-US" altLang="ja-JP" b="0" u="none" dirty="0">
                <a:latin typeface="游ゴシック"/>
                <a:ea typeface="游ゴシック"/>
                <a:cs typeface="+mn-ea"/>
              </a:rPr>
              <a:t>LIMS</a:t>
            </a:r>
            <a:r>
              <a:rPr lang="ja-JP" altLang="en-US" b="0" u="none" dirty="0">
                <a:latin typeface="游ゴシック"/>
                <a:ea typeface="游ゴシック"/>
                <a:cs typeface="+mn-ea"/>
              </a:rPr>
              <a:t>以外の機能に関する作業は対象外となります。</a:t>
            </a:r>
            <a:endParaRPr lang="en-US" altLang="ja-JP" b="0" u="none" dirty="0">
              <a:latin typeface="游ゴシック"/>
              <a:ea typeface="游ゴシック"/>
              <a:cs typeface="+mn-ea"/>
            </a:endParaRPr>
          </a:p>
          <a:p>
            <a:pPr marL="342900" indent="-342900">
              <a:buFont typeface="+mj-lt"/>
              <a:buAutoNum type="arabicPeriod"/>
            </a:pPr>
            <a:r>
              <a:rPr lang="ja-JP" altLang="en-US" b="0" u="none" dirty="0">
                <a:latin typeface="游ゴシック"/>
                <a:ea typeface="游ゴシック"/>
                <a:cs typeface="+mn-ea"/>
              </a:rPr>
              <a:t>作業対象外とした機能については問題が発生した場合は対応の猶予をいただけること、また対応は保守対応での作業になることを想定しています。</a:t>
            </a:r>
            <a:endParaRPr lang="en-US" altLang="ja-JP" b="0" u="none" dirty="0">
              <a:latin typeface="游ゴシック"/>
              <a:ea typeface="游ゴシック"/>
              <a:cs typeface="+mn-ea"/>
            </a:endParaRPr>
          </a:p>
          <a:p>
            <a:pPr marL="342900" indent="-342900">
              <a:buFont typeface="+mj-lt"/>
              <a:buAutoNum type="arabicPeriod"/>
            </a:pPr>
            <a:r>
              <a:rPr lang="ja-JP" altLang="en-US" b="0" u="none" dirty="0">
                <a:latin typeface="游ゴシック"/>
                <a:ea typeface="游ゴシック"/>
              </a:rPr>
              <a:t>瑕疵担保責任期間は本稼働日より</a:t>
            </a:r>
            <a:r>
              <a:rPr lang="en-US" altLang="ja-JP" b="0" u="none" dirty="0">
                <a:latin typeface="游ゴシック"/>
                <a:ea typeface="游ゴシック"/>
              </a:rPr>
              <a:t>6</a:t>
            </a:r>
            <a:r>
              <a:rPr lang="ja-JP" altLang="en-US" b="0" u="none" dirty="0">
                <a:latin typeface="游ゴシック"/>
                <a:ea typeface="游ゴシック"/>
              </a:rPr>
              <a:t>ヶ月とします。</a:t>
            </a:r>
            <a:br>
              <a:rPr lang="en-US" altLang="ja-JP" b="0" u="none" dirty="0">
                <a:latin typeface="游ゴシック"/>
                <a:ea typeface="游ゴシック"/>
              </a:rPr>
            </a:br>
            <a:r>
              <a:rPr lang="ja-JP" altLang="en-US" b="0" u="none" dirty="0">
                <a:latin typeface="游ゴシック"/>
                <a:ea typeface="游ゴシック"/>
              </a:rPr>
              <a:t>（本稼働日より</a:t>
            </a:r>
            <a:r>
              <a:rPr lang="en-US" altLang="ja-JP" b="0" u="none" dirty="0">
                <a:latin typeface="游ゴシック"/>
                <a:ea typeface="游ゴシック"/>
              </a:rPr>
              <a:t>6</a:t>
            </a:r>
            <a:r>
              <a:rPr lang="ja-JP" altLang="en-US" b="0" u="none" dirty="0">
                <a:latin typeface="游ゴシック"/>
                <a:ea typeface="游ゴシック"/>
              </a:rPr>
              <a:t>ヶ月に限り契約不適合責任を追及できることとします。）</a:t>
            </a:r>
          </a:p>
          <a:p>
            <a:pPr marL="342900" indent="-342900">
              <a:buFont typeface="+mj-lt"/>
              <a:buAutoNum type="arabicPeriod"/>
            </a:pPr>
            <a:r>
              <a:rPr kumimoji="1" lang="ja-JP" altLang="en-US" b="0" u="none" dirty="0"/>
              <a:t>上記に記載のない諸条件につきましては、別途ご相談の上、決定させていただきます。</a:t>
            </a:r>
          </a:p>
        </p:txBody>
      </p:sp>
      <p:sp>
        <p:nvSpPr>
          <p:cNvPr id="3" name="フッター プレースホルダー 2">
            <a:extLst>
              <a:ext uri="{FF2B5EF4-FFF2-40B4-BE49-F238E27FC236}">
                <a16:creationId xmlns:a16="http://schemas.microsoft.com/office/drawing/2014/main" id="{30E56596-A1ED-2F69-F677-7D982007C311}"/>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4" name="スライド番号プレースホルダー 3">
            <a:extLst>
              <a:ext uri="{FF2B5EF4-FFF2-40B4-BE49-F238E27FC236}">
                <a16:creationId xmlns:a16="http://schemas.microsoft.com/office/drawing/2014/main" id="{E456C9CB-5508-25C1-DA94-312D01A44A37}"/>
              </a:ext>
            </a:extLst>
          </p:cNvPr>
          <p:cNvSpPr>
            <a:spLocks noGrp="1"/>
          </p:cNvSpPr>
          <p:nvPr>
            <p:ph type="sldNum" sz="quarter" idx="12"/>
          </p:nvPr>
        </p:nvSpPr>
        <p:spPr/>
        <p:txBody>
          <a:bodyPr/>
          <a:lstStyle/>
          <a:p>
            <a:fld id="{26CA5134-5AAC-D342-B763-43605FECB385}" type="slidenum">
              <a:rPr kumimoji="1" lang="ja-JP" altLang="en-US" smtClean="0"/>
              <a:pPr/>
              <a:t>10</a:t>
            </a:fld>
            <a:endParaRPr kumimoji="1" lang="ja-JP" altLang="en-US" sz="700"/>
          </a:p>
        </p:txBody>
      </p:sp>
    </p:spTree>
    <p:extLst>
      <p:ext uri="{BB962C8B-B14F-4D97-AF65-F5344CB8AC3E}">
        <p14:creationId xmlns:p14="http://schemas.microsoft.com/office/powerpoint/2010/main" val="2410374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dirty="0">
                <a:latin typeface="游ゴシック"/>
                <a:ea typeface="游ゴシック"/>
              </a:rPr>
              <a:t>担当：</a:t>
            </a:r>
            <a:r>
              <a:rPr lang="ja-JP" altLang="en-US" dirty="0">
                <a:latin typeface="游ゴシック"/>
                <a:ea typeface="游ゴシック"/>
              </a:rPr>
              <a:t>髙木義尚</a:t>
            </a:r>
            <a:r>
              <a:rPr kumimoji="1" lang="ja-JP" altLang="en-US" dirty="0">
                <a:latin typeface="游ゴシック"/>
                <a:ea typeface="游ゴシック"/>
              </a:rPr>
              <a:t>、髙浦祐朗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dirty="0">
                <a:latin typeface="游ゴシック"/>
                <a:ea typeface="游ゴシック"/>
              </a:rPr>
              <a:t>Mail</a:t>
            </a:r>
            <a:r>
              <a:rPr kumimoji="1" lang="ja-JP" altLang="en-US" dirty="0">
                <a:latin typeface="游ゴシック"/>
                <a:ea typeface="游ゴシック"/>
              </a:rPr>
              <a:t>：</a:t>
            </a:r>
            <a:r>
              <a:rPr lang="en-US" altLang="ja-JP" dirty="0">
                <a:latin typeface="游ゴシック"/>
                <a:ea typeface="游ゴシック"/>
              </a:rPr>
              <a:t>yoshinao.takagi@system-exe.jp</a:t>
            </a:r>
            <a:endParaRPr kumimoji="1" lang="en-US" altLang="ja-JP" dirty="0">
              <a:latin typeface="游ゴシック"/>
              <a:ea typeface="游ゴシック"/>
            </a:endParaRPr>
          </a:p>
          <a:p>
            <a:r>
              <a:rPr lang="ja-JP" altLang="en-US" dirty="0">
                <a:latin typeface="游ゴシック"/>
                <a:ea typeface="游ゴシック"/>
              </a:rPr>
              <a:t>　　　</a:t>
            </a:r>
            <a:r>
              <a:rPr kumimoji="1" lang="en-US" altLang="ja-JP" dirty="0">
                <a:latin typeface="游ゴシック"/>
                <a:ea typeface="游ゴシック"/>
              </a:rPr>
              <a:t>masaaki.takaura@system-exe.jp</a:t>
            </a:r>
            <a:endParaRPr kumimoji="1" lang="ja-JP" altLang="en-US" dirty="0">
              <a:latin typeface="游ゴシック"/>
              <a:ea typeface="游ゴシック"/>
            </a:endParaRPr>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10" name="スライド番号プレースホルダー 9">
            <a:extLst>
              <a:ext uri="{FF2B5EF4-FFF2-40B4-BE49-F238E27FC236}">
                <a16:creationId xmlns:a16="http://schemas.microsoft.com/office/drawing/2014/main" id="{4F72D725-8012-38E8-7AFF-47702D362E76}"/>
              </a:ext>
            </a:extLst>
          </p:cNvPr>
          <p:cNvSpPr>
            <a:spLocks noGrp="1"/>
          </p:cNvSpPr>
          <p:nvPr>
            <p:ph type="sldNum" sz="quarter" idx="12"/>
          </p:nvPr>
        </p:nvSpPr>
        <p:spPr/>
        <p:txBody>
          <a:bodyPr/>
          <a:lstStyle/>
          <a:p>
            <a:fld id="{26CA5134-5AAC-D342-B763-43605FECB385}" type="slidenum">
              <a:rPr kumimoji="1" lang="ja-JP" altLang="en-US" smtClean="0"/>
              <a:pPr/>
              <a:t>11</a:t>
            </a:fld>
            <a:endParaRPr kumimoji="1" lang="ja-JP" altLang="en-US" sz="533"/>
          </a:p>
        </p:txBody>
      </p:sp>
      <p:sp>
        <p:nvSpPr>
          <p:cNvPr id="11" name="フッター プレースホルダー 2">
            <a:extLst>
              <a:ext uri="{FF2B5EF4-FFF2-40B4-BE49-F238E27FC236}">
                <a16:creationId xmlns:a16="http://schemas.microsoft.com/office/drawing/2014/main" id="{4DD0AA36-94ED-0CF3-38E7-421560AF8BF7}"/>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Tree>
    <p:extLst>
      <p:ext uri="{BB962C8B-B14F-4D97-AF65-F5344CB8AC3E}">
        <p14:creationId xmlns:p14="http://schemas.microsoft.com/office/powerpoint/2010/main" val="3325638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C686709-DCBF-9717-1964-FF483F7E00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058A450-8660-900A-5F2E-D7B729F7D022}"/>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７</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お見積もり</a:t>
            </a:r>
            <a:endParaRPr kumimoji="1" lang="ja-JP" altLang="en-US" sz="2000">
              <a:latin typeface="游明朝" panose="02020400000000000000" pitchFamily="18" charset="-128"/>
              <a:ea typeface="游明朝" panose="02020400000000000000" pitchFamily="18" charset="-128"/>
            </a:endParaRPr>
          </a:p>
        </p:txBody>
      </p:sp>
      <p:sp>
        <p:nvSpPr>
          <p:cNvPr id="8" name="テキスト ボックス 7">
            <a:extLst>
              <a:ext uri="{FF2B5EF4-FFF2-40B4-BE49-F238E27FC236}">
                <a16:creationId xmlns:a16="http://schemas.microsoft.com/office/drawing/2014/main" id="{2DE02EB6-BE97-4379-24EC-1154F511290F}"/>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99F9D054-6DD8-273C-882F-53ADC430325D}"/>
              </a:ext>
            </a:extLst>
          </p:cNvPr>
          <p:cNvGraphicFramePr>
            <a:graphicFrameLocks noGrp="1"/>
          </p:cNvGraphicFramePr>
          <p:nvPr>
            <p:extLst>
              <p:ext uri="{D42A27DB-BD31-4B8C-83A1-F6EECF244321}">
                <p14:modId xmlns:p14="http://schemas.microsoft.com/office/powerpoint/2010/main" val="3036490226"/>
              </p:ext>
            </p:extLst>
          </p:nvPr>
        </p:nvGraphicFramePr>
        <p:xfrm>
          <a:off x="606000" y="865868"/>
          <a:ext cx="10979999" cy="50040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60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712587978"/>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45517169"/>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280,000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099362617"/>
                  </a:ext>
                </a:extLst>
              </a:tr>
              <a:tr h="3600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1,080,000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60000">
                <a:tc rowSpan="8">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8">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endParaRPr lang="ja-JP" altLang="en-US" sz="1600" b="0" i="0" u="none" strike="noStrike">
                        <a:solidFill>
                          <a:srgbClr val="000000"/>
                        </a:solidFill>
                        <a:effectLst/>
                        <a:latin typeface="游ゴシック" panose="020B0400000000000000" pitchFamily="50" charset="-128"/>
                        <a:ea typeface="+mn-ea"/>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8">
                  <a:txBody>
                    <a:bodyPr/>
                    <a:lstStyle/>
                    <a:p>
                      <a:pPr algn="ctr" rtl="0" fontAlgn="ctr"/>
                      <a:r>
                        <a:rPr lang="ja-JP" altLang="en-US" sz="1600" b="0" i="0" u="none" strike="noStrike">
                          <a:solidFill>
                            <a:srgbClr val="000000"/>
                          </a:solidFill>
                          <a:effectLst/>
                          <a:latin typeface="游ゴシック" panose="020B0400000000000000" pitchFamily="50" charset="-128"/>
                          <a:ea typeface="+mn-ea"/>
                        </a:rPr>
                        <a:t>開発</a:t>
                      </a:r>
                      <a:endParaRPr lang="en-US" altLang="ja-JP" sz="1600" b="0" i="0" u="none" strike="noStrike">
                        <a:solidFill>
                          <a:srgbClr val="000000"/>
                        </a:solidFill>
                        <a:effectLst/>
                        <a:latin typeface="游ゴシック" panose="020B0400000000000000" pitchFamily="50" charset="-128"/>
                        <a:ea typeface="+mn-ea"/>
                      </a:endParaRPr>
                    </a:p>
                    <a:p>
                      <a:pPr algn="ctr" rtl="0" fontAlgn="ctr"/>
                      <a:r>
                        <a:rPr lang="ja-JP" altLang="en-US" sz="1600" b="0" i="0" u="none" strike="noStrike">
                          <a:solidFill>
                            <a:srgbClr val="000000"/>
                          </a:solidFill>
                          <a:effectLst/>
                          <a:latin typeface="游ゴシック" panose="020B0400000000000000" pitchFamily="50" charset="-128"/>
                          <a:ea typeface="+mn-ea"/>
                        </a:rPr>
                        <a:t>結合テスト</a:t>
                      </a:r>
                      <a:endParaRPr lang="en-US" altLang="ja-JP" sz="1600" b="0" i="0" u="none" strike="noStrike">
                        <a:solidFill>
                          <a:srgbClr val="000000"/>
                        </a:solidFill>
                        <a:effectLst/>
                        <a:latin typeface="游ゴシック" panose="020B0400000000000000" pitchFamily="50" charset="-128"/>
                        <a:ea typeface="+mn-ea"/>
                      </a:endParaRPr>
                    </a:p>
                    <a:p>
                      <a:pPr algn="ctr" rtl="0" fontAlgn="ctr"/>
                      <a:r>
                        <a:rPr lang="ja-JP" altLang="en-US" sz="1600" b="0" i="0" u="none" strike="noStrike">
                          <a:solidFill>
                            <a:srgbClr val="000000"/>
                          </a:solidFill>
                          <a:effectLst/>
                          <a:latin typeface="游ゴシック" panose="020B0400000000000000" pitchFamily="50" charset="-128"/>
                          <a:ea typeface="+mn-ea"/>
                        </a:rPr>
                        <a:t>システムテスト</a:t>
                      </a:r>
                      <a:endParaRPr lang="en-US" altLang="ja-JP" sz="1600" b="0" i="0" u="none" strike="noStrike">
                        <a:solidFill>
                          <a:srgbClr val="000000"/>
                        </a:solidFill>
                        <a:effectLst/>
                        <a:latin typeface="游ゴシック" panose="020B0400000000000000" pitchFamily="50" charset="-128"/>
                        <a:ea typeface="+mn-ea"/>
                      </a:endParaRPr>
                    </a:p>
                    <a:p>
                      <a:pPr algn="ctr" rtl="0" fontAlgn="ctr"/>
                      <a:r>
                        <a:rPr lang="ja-JP" altLang="en-US" sz="1600" b="0" i="0" u="none" strike="noStrike">
                          <a:solidFill>
                            <a:srgbClr val="000000"/>
                          </a:solidFill>
                          <a:effectLst/>
                          <a:latin typeface="游ゴシック" panose="020B0400000000000000" pitchFamily="50" charset="-128"/>
                          <a:ea typeface="+mn-ea"/>
                        </a:rPr>
                        <a:t>本番移行</a:t>
                      </a:r>
                      <a:endParaRPr lang="en-US" altLang="ja-JP" sz="1600" b="0" i="0" u="none" strike="noStrike">
                        <a:solidFill>
                          <a:srgbClr val="000000"/>
                        </a:solidFill>
                        <a:effectLst/>
                        <a:latin typeface="游ゴシック" panose="020B0400000000000000" pitchFamily="50" charset="-128"/>
                        <a:ea typeface="+mn-ea"/>
                      </a:endParaRPr>
                    </a:p>
                    <a:p>
                      <a:pPr algn="ctr" rtl="0" fontAlgn="ctr"/>
                      <a:r>
                        <a:rPr lang="ja-JP" altLang="en-US" sz="1600" b="0" i="0" u="none" strike="noStrike">
                          <a:solidFill>
                            <a:srgbClr val="000000"/>
                          </a:solidFill>
                          <a:effectLst/>
                          <a:latin typeface="游ゴシック" panose="020B0400000000000000" pitchFamily="50" charset="-128"/>
                          <a:ea typeface="+mn-ea"/>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8">
                  <a:txBody>
                    <a:bodyPr/>
                    <a:lstStyle/>
                    <a:p>
                      <a:pPr algn="ctr" rtl="0" fontAlgn="ctr"/>
                      <a:r>
                        <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rPr>
                        <a:t>概算</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開発・環境構築</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60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r" rtl="0" fontAlgn="ctr"/>
                      <a:r>
                        <a:rPr lang="en-US" altLang="ja-JP" sz="1600" b="0" i="0" u="none" strike="noStrike">
                          <a:solidFill>
                            <a:schemeClr val="tx1"/>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60000">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06017373"/>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60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0.6</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840,000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60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5.3</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5,540,000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60000">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6.3</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6,620,000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10" name="テキスト ボックス 9">
            <a:extLst>
              <a:ext uri="{FF2B5EF4-FFF2-40B4-BE49-F238E27FC236}">
                <a16:creationId xmlns:a16="http://schemas.microsoft.com/office/drawing/2014/main" id="{6764AE87-F78C-E2F2-4EDB-D9A6783907FC}"/>
              </a:ext>
            </a:extLst>
          </p:cNvPr>
          <p:cNvSpPr txBox="1"/>
          <p:nvPr/>
        </p:nvSpPr>
        <p:spPr>
          <a:xfrm>
            <a:off x="594814" y="6061387"/>
            <a:ext cx="10985368" cy="321884"/>
          </a:xfrm>
          <a:prstGeom prst="rect">
            <a:avLst/>
          </a:prstGeom>
          <a:noFill/>
        </p:spPr>
        <p:txBody>
          <a:bodyPr wrap="square" lIns="91440" tIns="45720" rIns="91440" bIns="45720" rtlCol="0" anchor="t">
            <a:noAutofit/>
          </a:bodyPr>
          <a:lstStyle/>
          <a:p>
            <a:r>
              <a:rPr lang="en-US" altLang="ja-JP" sz="1400">
                <a:latin typeface="游ゴシック"/>
                <a:ea typeface="游ゴシック"/>
                <a:cs typeface="メイリオ" pitchFamily="50" charset="-128"/>
              </a:rPr>
              <a:t>※</a:t>
            </a:r>
            <a:r>
              <a:rPr lang="ja-JP" altLang="en-US" sz="1400">
                <a:latin typeface="游ゴシック"/>
                <a:ea typeface="游ゴシック"/>
                <a:cs typeface="メイリオ" pitchFamily="50" charset="-128"/>
              </a:rPr>
              <a:t>開発工数に「②その他共通基盤」の変更対応は含まれていません。（「②その他共通基盤」対応が完了している前提となります。）</a:t>
            </a:r>
            <a:endParaRPr lang="en-US" altLang="ja-JP" sz="1400">
              <a:latin typeface="游ゴシック"/>
              <a:ea typeface="游ゴシック"/>
              <a:cs typeface="メイリオ" pitchFamily="50" charset="-128"/>
            </a:endParaRPr>
          </a:p>
        </p:txBody>
      </p:sp>
      <p:sp>
        <p:nvSpPr>
          <p:cNvPr id="3" name="フッター プレースホルダー 2">
            <a:extLst>
              <a:ext uri="{FF2B5EF4-FFF2-40B4-BE49-F238E27FC236}">
                <a16:creationId xmlns:a16="http://schemas.microsoft.com/office/drawing/2014/main" id="{73A0EB26-3581-77A0-4B7A-805C4EEE9DF0}"/>
              </a:ext>
            </a:extLst>
          </p:cNvPr>
          <p:cNvSpPr>
            <a:spLocks noGrp="1"/>
          </p:cNvSpPr>
          <p:nvPr>
            <p:ph type="ftr" sz="quarter" idx="11"/>
          </p:nvPr>
        </p:nvSpPr>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7529C448-803B-86AF-730A-9C6E4AC9979F}"/>
              </a:ext>
            </a:extLst>
          </p:cNvPr>
          <p:cNvSpPr>
            <a:spLocks noGrp="1"/>
          </p:cNvSpPr>
          <p:nvPr>
            <p:ph type="sldNum" sz="quarter" idx="12"/>
          </p:nvPr>
        </p:nvSpPr>
        <p:spPr/>
        <p:txBody>
          <a:bodyPr/>
          <a:lstStyle/>
          <a:p>
            <a:fld id="{26CA5134-5AAC-D342-B763-43605FECB385}" type="slidenum">
              <a:rPr kumimoji="1" lang="ja-JP" altLang="en-US" smtClean="0"/>
              <a:pPr/>
              <a:t>12</a:t>
            </a:fld>
            <a:endParaRPr kumimoji="1" lang="ja-JP" altLang="en-US" sz="700"/>
          </a:p>
        </p:txBody>
      </p:sp>
    </p:spTree>
    <p:extLst>
      <p:ext uri="{BB962C8B-B14F-4D97-AF65-F5344CB8AC3E}">
        <p14:creationId xmlns:p14="http://schemas.microsoft.com/office/powerpoint/2010/main" val="3390287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C46A9E7-D25B-EBF5-21DD-84E8FFE1A56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A3EFDBD-F449-7696-9FC0-174B46EBAE0F}"/>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７</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お見積もり</a:t>
            </a:r>
            <a:endParaRPr kumimoji="1" lang="ja-JP" altLang="en-US" sz="2000">
              <a:latin typeface="游明朝" panose="02020400000000000000" pitchFamily="18" charset="-128"/>
              <a:ea typeface="游明朝" panose="02020400000000000000" pitchFamily="18" charset="-128"/>
            </a:endParaRPr>
          </a:p>
        </p:txBody>
      </p:sp>
      <p:sp>
        <p:nvSpPr>
          <p:cNvPr id="8" name="テキスト ボックス 7">
            <a:extLst>
              <a:ext uri="{FF2B5EF4-FFF2-40B4-BE49-F238E27FC236}">
                <a16:creationId xmlns:a16="http://schemas.microsoft.com/office/drawing/2014/main" id="{D7A67DB8-35A1-86C1-93FC-4CC70BBF4D7F}"/>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738AD710-12CC-5AE2-9061-9F280BA78FEC}"/>
              </a:ext>
            </a:extLst>
          </p:cNvPr>
          <p:cNvGraphicFramePr>
            <a:graphicFrameLocks noGrp="1"/>
          </p:cNvGraphicFramePr>
          <p:nvPr/>
        </p:nvGraphicFramePr>
        <p:xfrm>
          <a:off x="606000" y="865868"/>
          <a:ext cx="10979999" cy="51840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24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5517169"/>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240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24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開発・環境構築</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24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chemeClr val="tx1"/>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2400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3.8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3,920,000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24000">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游ゴシック" panose="020B0400000000000000" pitchFamily="50" charset="-128"/>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06017373"/>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24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24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1,620,000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24000">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6.3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6,620,000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10" name="テキスト ボックス 9">
            <a:extLst>
              <a:ext uri="{FF2B5EF4-FFF2-40B4-BE49-F238E27FC236}">
                <a16:creationId xmlns:a16="http://schemas.microsoft.com/office/drawing/2014/main" id="{4353DBD6-310D-690B-A3C8-2D9FE327FB84}"/>
              </a:ext>
            </a:extLst>
          </p:cNvPr>
          <p:cNvSpPr txBox="1"/>
          <p:nvPr/>
        </p:nvSpPr>
        <p:spPr>
          <a:xfrm>
            <a:off x="594814" y="6061387"/>
            <a:ext cx="10985368" cy="321884"/>
          </a:xfrm>
          <a:prstGeom prst="rect">
            <a:avLst/>
          </a:prstGeom>
          <a:noFill/>
        </p:spPr>
        <p:txBody>
          <a:bodyPr wrap="square" lIns="91440" tIns="45720" rIns="91440" bIns="45720" rtlCol="0" anchor="t">
            <a:noAutofit/>
          </a:bodyPr>
          <a:lstStyle/>
          <a:p>
            <a:r>
              <a:rPr lang="en-US" altLang="ja-JP" sz="1400">
                <a:latin typeface="游ゴシック"/>
                <a:ea typeface="游ゴシック"/>
                <a:cs typeface="メイリオ" pitchFamily="50" charset="-128"/>
              </a:rPr>
              <a:t>※</a:t>
            </a:r>
            <a:r>
              <a:rPr lang="ja-JP" altLang="en-US" sz="1400">
                <a:latin typeface="游ゴシック"/>
                <a:ea typeface="游ゴシック"/>
                <a:cs typeface="メイリオ" pitchFamily="50" charset="-128"/>
              </a:rPr>
              <a:t>開発工数に「②その他共通基盤」の変更対応は含まれていません。（「②その他共通基盤」対応が完了している前提となります。）</a:t>
            </a:r>
            <a:endParaRPr lang="en-US" altLang="ja-JP" sz="1400">
              <a:latin typeface="游ゴシック"/>
              <a:ea typeface="游ゴシック"/>
              <a:cs typeface="メイリオ" pitchFamily="50" charset="-128"/>
            </a:endParaRPr>
          </a:p>
        </p:txBody>
      </p:sp>
      <p:sp>
        <p:nvSpPr>
          <p:cNvPr id="3" name="フッター プレースホルダー 2">
            <a:extLst>
              <a:ext uri="{FF2B5EF4-FFF2-40B4-BE49-F238E27FC236}">
                <a16:creationId xmlns:a16="http://schemas.microsoft.com/office/drawing/2014/main" id="{01D64F98-43A2-990D-4350-78AAF4DC9B6A}"/>
              </a:ext>
            </a:extLst>
          </p:cNvPr>
          <p:cNvSpPr>
            <a:spLocks noGrp="1"/>
          </p:cNvSpPr>
          <p:nvPr>
            <p:ph type="ftr" sz="quarter" idx="11"/>
          </p:nvPr>
        </p:nvSpPr>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8D9C885F-3ED0-8CB1-CFCB-CE5F0A247881}"/>
              </a:ext>
            </a:extLst>
          </p:cNvPr>
          <p:cNvSpPr>
            <a:spLocks noGrp="1"/>
          </p:cNvSpPr>
          <p:nvPr>
            <p:ph type="sldNum" sz="quarter" idx="12"/>
          </p:nvPr>
        </p:nvSpPr>
        <p:spPr/>
        <p:txBody>
          <a:bodyPr/>
          <a:lstStyle/>
          <a:p>
            <a:fld id="{26CA5134-5AAC-D342-B763-43605FECB385}" type="slidenum">
              <a:rPr kumimoji="1" lang="ja-JP" altLang="en-US" smtClean="0"/>
              <a:pPr/>
              <a:t>13</a:t>
            </a:fld>
            <a:endParaRPr kumimoji="1" lang="ja-JP" altLang="en-US" sz="700"/>
          </a:p>
        </p:txBody>
      </p:sp>
    </p:spTree>
    <p:extLst>
      <p:ext uri="{BB962C8B-B14F-4D97-AF65-F5344CB8AC3E}">
        <p14:creationId xmlns:p14="http://schemas.microsoft.com/office/powerpoint/2010/main" val="4141260172"/>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E332BF2-0A3C-4B34-A48C-16084CC4E11C}">
  <ds:schemaRefs>
    <ds:schemaRef ds:uri="http://schemas.microsoft.com/sharepoint/v3/contenttype/forms"/>
  </ds:schemaRefs>
</ds:datastoreItem>
</file>

<file path=customXml/itemProps2.xml><?xml version="1.0" encoding="utf-8"?>
<ds:datastoreItem xmlns:ds="http://schemas.openxmlformats.org/officeDocument/2006/customXml" ds:itemID="{04C728C5-B22A-42B4-8163-E4A5D49941FF}">
  <ds:schemaRefs>
    <ds:schemaRef ds:uri="http://schemas.openxmlformats.org/package/2006/metadata/core-properties"/>
    <ds:schemaRef ds:uri="http://schemas.microsoft.com/office/infopath/2007/PartnerControls"/>
    <ds:schemaRef ds:uri="http://purl.org/dc/elements/1.1/"/>
    <ds:schemaRef ds:uri="http://www.w3.org/XML/1998/namespace"/>
    <ds:schemaRef ds:uri="http://purl.org/dc/terms/"/>
    <ds:schemaRef ds:uri="http://schemas.microsoft.com/office/2006/metadata/properties"/>
    <ds:schemaRef ds:uri="http://purl.org/dc/dcmitype/"/>
    <ds:schemaRef ds:uri="http://schemas.microsoft.com/office/2006/documentManagement/types"/>
    <ds:schemaRef ds:uri="2fd442da-66a9-4fa6-ba31-eb0d54ad1381"/>
  </ds:schemaRefs>
</ds:datastoreItem>
</file>

<file path=customXml/itemProps3.xml><?xml version="1.0" encoding="utf-8"?>
<ds:datastoreItem xmlns:ds="http://schemas.openxmlformats.org/officeDocument/2006/customXml" ds:itemID="{8B256114-9692-4AFD-A1B5-9478CC2F3CA7}">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0afc5a3f-0922-4aa7-a367-78e87777e348}" enabled="0" method="" siteId="{0afc5a3f-0922-4aa7-a367-78e87777e348}" removed="1"/>
</clbl:labelList>
</file>

<file path=docProps/app.xml><?xml version="1.0" encoding="utf-8"?>
<Properties xmlns="http://schemas.openxmlformats.org/officeDocument/2006/extended-properties" xmlns:vt="http://schemas.openxmlformats.org/officeDocument/2006/docPropsVTypes">
  <Template>Office Theme</Template>
  <TotalTime>170</TotalTime>
  <Words>2039</Words>
  <Application>Microsoft Office PowerPoint</Application>
  <PresentationFormat>ワイド画面</PresentationFormat>
  <Paragraphs>502</Paragraphs>
  <Slides>14</Slides>
  <Notes>3</Notes>
  <HiddenSlides>2</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14</vt:i4>
      </vt:variant>
    </vt:vector>
  </HeadingPairs>
  <TitlesOfParts>
    <vt:vector size="22" baseType="lpstr">
      <vt:lpstr>游ゴシック</vt:lpstr>
      <vt:lpstr>游ゴシック</vt:lpstr>
      <vt:lpstr>Yu Gothic Medium</vt:lpstr>
      <vt:lpstr>游明朝</vt:lpstr>
      <vt:lpstr>Arial</vt:lpstr>
      <vt:lpstr>Calibri</vt:lpstr>
      <vt:lpstr>Wingdings</vt:lpstr>
      <vt:lpstr>Office テーマ</vt:lpstr>
      <vt:lpstr>概算お見積もり(第3.1版）</vt:lpstr>
      <vt:lpstr>１. はじめに</vt:lpstr>
      <vt:lpstr>２. お見積り範囲</vt:lpstr>
      <vt:lpstr>２. システム構成（AsIs）</vt:lpstr>
      <vt:lpstr>２. システム構成（ToBe）</vt:lpstr>
      <vt:lpstr>３. 想定している作業内容と成果物</vt:lpstr>
      <vt:lpstr>４. 機能数と作業範囲</vt:lpstr>
      <vt:lpstr>５. スケジュール（想定）</vt:lpstr>
      <vt:lpstr>６. 体制（想定）</vt:lpstr>
      <vt:lpstr>７. お見積もり</vt:lpstr>
      <vt:lpstr>８. お見積もり前提条件</vt:lpstr>
      <vt:lpstr>PowerPoint プレゼンテーション</vt:lpstr>
      <vt:lpstr>７. お見積もり</vt:lpstr>
      <vt:lpstr>７. お見積もり</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髙浦祐朗</cp:lastModifiedBy>
  <cp:revision>13</cp:revision>
  <dcterms:created xsi:type="dcterms:W3CDTF">2021-02-05T06:36:21Z</dcterms:created>
  <dcterms:modified xsi:type="dcterms:W3CDTF">2025-10-14T04:20:59Z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