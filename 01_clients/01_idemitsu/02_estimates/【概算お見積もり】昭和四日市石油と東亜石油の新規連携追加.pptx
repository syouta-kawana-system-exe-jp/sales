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5"/>
  </p:notesMasterIdLst>
  <p:handoutMasterIdLst>
    <p:handoutMasterId r:id="rId16"/>
  </p:handoutMasterIdLst>
  <p:sldIdLst>
    <p:sldId id="714" r:id="rId5"/>
    <p:sldId id="756" r:id="rId6"/>
    <p:sldId id="757" r:id="rId7"/>
    <p:sldId id="765" r:id="rId8"/>
    <p:sldId id="766" r:id="rId9"/>
    <p:sldId id="932" r:id="rId10"/>
    <p:sldId id="930" r:id="rId11"/>
    <p:sldId id="923" r:id="rId12"/>
    <p:sldId id="767" r:id="rId13"/>
    <p:sldId id="74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7F0E37-F8B6-4FC3-A86D-B417526845E0}" v="69" dt="2025-07-23T01:03:42.96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228" y="-31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髙浦祐朗" userId="d6d860fe-bc64-411b-9605-a16d1ba875f6" providerId="ADAL" clId="{29F6109C-37E8-45B4-A7F0-ED8F64050743}"/>
    <pc:docChg chg="undo custSel modSld">
      <pc:chgData name="髙浦祐朗" userId="d6d860fe-bc64-411b-9605-a16d1ba875f6" providerId="ADAL" clId="{29F6109C-37E8-45B4-A7F0-ED8F64050743}" dt="2024-11-22T07:53:46.100" v="135" actId="1076"/>
      <pc:docMkLst>
        <pc:docMk/>
      </pc:docMkLst>
      <pc:sldChg chg="modSp mod">
        <pc:chgData name="髙浦祐朗" userId="d6d860fe-bc64-411b-9605-a16d1ba875f6" providerId="ADAL" clId="{29F6109C-37E8-45B4-A7F0-ED8F64050743}" dt="2024-11-22T07:53:46.100" v="135" actId="1076"/>
        <pc:sldMkLst>
          <pc:docMk/>
          <pc:sldMk cId="3201888243" sldId="714"/>
        </pc:sldMkLst>
      </pc:sldChg>
      <pc:sldChg chg="modSp mod">
        <pc:chgData name="髙浦祐朗" userId="d6d860fe-bc64-411b-9605-a16d1ba875f6" providerId="ADAL" clId="{29F6109C-37E8-45B4-A7F0-ED8F64050743}" dt="2024-11-22T07:50:43.995" v="116"/>
        <pc:sldMkLst>
          <pc:docMk/>
          <pc:sldMk cId="3660799615" sldId="757"/>
        </pc:sldMkLst>
      </pc:sldChg>
      <pc:sldChg chg="modSp mod">
        <pc:chgData name="髙浦祐朗" userId="d6d860fe-bc64-411b-9605-a16d1ba875f6" providerId="ADAL" clId="{29F6109C-37E8-45B4-A7F0-ED8F64050743}" dt="2024-11-22T07:50:50.205" v="118"/>
        <pc:sldMkLst>
          <pc:docMk/>
          <pc:sldMk cId="2453405637" sldId="923"/>
        </pc:sldMkLst>
      </pc:sldChg>
      <pc:sldChg chg="modSp mod">
        <pc:chgData name="髙浦祐朗" userId="d6d860fe-bc64-411b-9605-a16d1ba875f6" providerId="ADAL" clId="{29F6109C-37E8-45B4-A7F0-ED8F64050743}" dt="2024-11-22T07:50:51.754" v="120"/>
        <pc:sldMkLst>
          <pc:docMk/>
          <pc:sldMk cId="1471803207" sldId="929"/>
        </pc:sldMkLst>
      </pc:sldChg>
      <pc:sldChg chg="modSp mod">
        <pc:chgData name="髙浦祐朗" userId="d6d860fe-bc64-411b-9605-a16d1ba875f6" providerId="ADAL" clId="{29F6109C-37E8-45B4-A7F0-ED8F64050743}" dt="2024-11-22T07:51:33.168" v="122" actId="1076"/>
        <pc:sldMkLst>
          <pc:docMk/>
          <pc:sldMk cId="1851614100" sldId="930"/>
        </pc:sldMkLst>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福田一希" userId="S::kazuki.fukuda@system-exe.jp::fdfbe5ba-eec8-4756-aa2a-cf5b9de944cd" providerId="AD" clId="Web-{82679805-3214-4161-906E-CFDA47014C58}"/>
    <pc:docChg chg="modSld">
      <pc:chgData name="福田一希" userId="S::kazuki.fukuda@system-exe.jp::fdfbe5ba-eec8-4756-aa2a-cf5b9de944cd" providerId="AD" clId="Web-{82679805-3214-4161-906E-CFDA47014C58}" dt="2025-06-09T01:27:44.609" v="14"/>
      <pc:docMkLst>
        <pc:docMk/>
      </pc:docMkLst>
      <pc:sldChg chg="addSp modSp">
        <pc:chgData name="福田一希" userId="S::kazuki.fukuda@system-exe.jp::fdfbe5ba-eec8-4756-aa2a-cf5b9de944cd" providerId="AD" clId="Web-{82679805-3214-4161-906E-CFDA47014C58}" dt="2025-06-09T01:27:44.609" v="14"/>
        <pc:sldMkLst>
          <pc:docMk/>
          <pc:sldMk cId="3261265475" sldId="932"/>
        </pc:sldMkLst>
        <pc:spChg chg="add mod">
          <ac:chgData name="福田一希" userId="S::kazuki.fukuda@system-exe.jp::fdfbe5ba-eec8-4756-aa2a-cf5b9de944cd" providerId="AD" clId="Web-{82679805-3214-4161-906E-CFDA47014C58}" dt="2025-06-09T01:27:38.452" v="10" actId="20577"/>
          <ac:spMkLst>
            <pc:docMk/>
            <pc:sldMk cId="3261265475" sldId="932"/>
            <ac:spMk id="4" creationId="{103E610F-3705-90FE-D66D-9592E6BB5CDF}"/>
          </ac:spMkLst>
        </pc:spChg>
        <pc:spChg chg="mod">
          <ac:chgData name="福田一希" userId="S::kazuki.fukuda@system-exe.jp::fdfbe5ba-eec8-4756-aa2a-cf5b9de944cd" providerId="AD" clId="Web-{82679805-3214-4161-906E-CFDA47014C58}" dt="2025-06-09T01:27:32.921" v="8" actId="14100"/>
          <ac:spMkLst>
            <pc:docMk/>
            <pc:sldMk cId="3261265475" sldId="932"/>
            <ac:spMk id="21" creationId="{D288673B-1B1E-4C6E-BA69-E5F1FEDB27ED}"/>
          </ac:spMkLst>
        </pc:spChg>
        <pc:graphicFrameChg chg="mod modGraphic">
          <ac:chgData name="福田一希" userId="S::kazuki.fukuda@system-exe.jp::fdfbe5ba-eec8-4756-aa2a-cf5b9de944cd" providerId="AD" clId="Web-{82679805-3214-4161-906E-CFDA47014C58}" dt="2025-06-09T01:27:44.609" v="14"/>
          <ac:graphicFrameMkLst>
            <pc:docMk/>
            <pc:sldMk cId="3261265475" sldId="932"/>
            <ac:graphicFrameMk id="10" creationId="{1B9651D0-1C8B-452E-8B2F-91E497A82D84}"/>
          </ac:graphicFrameMkLst>
        </pc:graphicFrameChg>
      </pc:sldChg>
    </pc:docChg>
  </pc:docChgLst>
  <pc:docChgLst>
    <pc:chgData name="福田一希" userId="S::kazuki.fukuda@system-exe.jp::fdfbe5ba-eec8-4756-aa2a-cf5b9de944cd" providerId="AD" clId="Web-{43DF3BA7-9069-4E1D-A758-FE50466EEF75}"/>
    <pc:docChg chg="modSld">
      <pc:chgData name="福田一希" userId="S::kazuki.fukuda@system-exe.jp::fdfbe5ba-eec8-4756-aa2a-cf5b9de944cd" providerId="AD" clId="Web-{43DF3BA7-9069-4E1D-A758-FE50466EEF75}" dt="2024-11-21T09:33:27.578" v="7"/>
      <pc:docMkLst>
        <pc:docMk/>
      </pc:docMkLst>
      <pc:sldChg chg="modSp">
        <pc:chgData name="福田一希" userId="S::kazuki.fukuda@system-exe.jp::fdfbe5ba-eec8-4756-aa2a-cf5b9de944cd" providerId="AD" clId="Web-{43DF3BA7-9069-4E1D-A758-FE50466EEF75}" dt="2024-11-21T09:33:27.578" v="7"/>
        <pc:sldMkLst>
          <pc:docMk/>
          <pc:sldMk cId="3560606343" sldId="766"/>
        </pc:sldMkLst>
      </pc:sldChg>
    </pc:docChg>
  </pc:docChgLst>
  <pc:docChgLst>
    <pc:chgData name="福田一希" userId="S::kazuki.fukuda@system-exe.jp::fdfbe5ba-eec8-4756-aa2a-cf5b9de944cd" providerId="AD" clId="Web-{3B7008E8-903E-4BDC-8EAB-76D89C4F625B}"/>
    <pc:docChg chg="modSld">
      <pc:chgData name="福田一希" userId="S::kazuki.fukuda@system-exe.jp::fdfbe5ba-eec8-4756-aa2a-cf5b9de944cd" providerId="AD" clId="Web-{3B7008E8-903E-4BDC-8EAB-76D89C4F625B}" dt="2025-06-04T01:42:41.864" v="6" actId="20577"/>
      <pc:docMkLst>
        <pc:docMk/>
      </pc:docMkLst>
      <pc:sldChg chg="modSp">
        <pc:chgData name="福田一希" userId="S::kazuki.fukuda@system-exe.jp::fdfbe5ba-eec8-4756-aa2a-cf5b9de944cd" providerId="AD" clId="Web-{3B7008E8-903E-4BDC-8EAB-76D89C4F625B}" dt="2025-06-04T01:42:41.864" v="6" actId="20577"/>
        <pc:sldMkLst>
          <pc:docMk/>
          <pc:sldMk cId="3261265475" sldId="932"/>
        </pc:sldMkLst>
        <pc:spChg chg="mod">
          <ac:chgData name="福田一希" userId="S::kazuki.fukuda@system-exe.jp::fdfbe5ba-eec8-4756-aa2a-cf5b9de944cd" providerId="AD" clId="Web-{3B7008E8-903E-4BDC-8EAB-76D89C4F625B}" dt="2025-06-04T01:42:41.864" v="6" actId="20577"/>
          <ac:spMkLst>
            <pc:docMk/>
            <pc:sldMk cId="3261265475" sldId="932"/>
            <ac:spMk id="35" creationId="{3B57EEC6-A848-4914-BC9B-95C84C7B6637}"/>
          </ac:spMkLst>
        </pc:spChg>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福田一希" userId="S::kazuki.fukuda@system-exe.jp::fdfbe5ba-eec8-4756-aa2a-cf5b9de944cd" providerId="AD" clId="Web-{D24AB41C-CB45-4D90-9B98-F251A1253332}"/>
    <pc:docChg chg="modSld">
      <pc:chgData name="福田一希" userId="S::kazuki.fukuda@system-exe.jp::fdfbe5ba-eec8-4756-aa2a-cf5b9de944cd" providerId="AD" clId="Web-{D24AB41C-CB45-4D90-9B98-F251A1253332}" dt="2025-06-04T01:57:31.527" v="12"/>
      <pc:docMkLst>
        <pc:docMk/>
      </pc:docMkLst>
      <pc:sldChg chg="modSp">
        <pc:chgData name="福田一希" userId="S::kazuki.fukuda@system-exe.jp::fdfbe5ba-eec8-4756-aa2a-cf5b9de944cd" providerId="AD" clId="Web-{D24AB41C-CB45-4D90-9B98-F251A1253332}" dt="2025-06-04T01:56:11.494" v="1"/>
        <pc:sldMkLst>
          <pc:docMk/>
          <pc:sldMk cId="3560606343" sldId="766"/>
        </pc:sldMkLst>
        <pc:graphicFrameChg chg="mod modGraphic">
          <ac:chgData name="福田一希" userId="S::kazuki.fukuda@system-exe.jp::fdfbe5ba-eec8-4756-aa2a-cf5b9de944cd" providerId="AD" clId="Web-{D24AB41C-CB45-4D90-9B98-F251A1253332}" dt="2025-06-04T01:56:11.494" v="1"/>
          <ac:graphicFrameMkLst>
            <pc:docMk/>
            <pc:sldMk cId="3560606343" sldId="766"/>
            <ac:graphicFrameMk id="9" creationId="{2864E947-18B0-4839-AED3-D416F628DDF0}"/>
          </ac:graphicFrameMkLst>
        </pc:graphicFrameChg>
      </pc:sldChg>
      <pc:sldChg chg="modSp">
        <pc:chgData name="福田一希" userId="S::kazuki.fukuda@system-exe.jp::fdfbe5ba-eec8-4756-aa2a-cf5b9de944cd" providerId="AD" clId="Web-{D24AB41C-CB45-4D90-9B98-F251A1253332}" dt="2025-06-04T01:57:31.527" v="12"/>
        <pc:sldMkLst>
          <pc:docMk/>
          <pc:sldMk cId="2453405637" sldId="923"/>
        </pc:sldMkLst>
        <pc:graphicFrameChg chg="mod modGraphic">
          <ac:chgData name="福田一希" userId="S::kazuki.fukuda@system-exe.jp::fdfbe5ba-eec8-4756-aa2a-cf5b9de944cd" providerId="AD" clId="Web-{D24AB41C-CB45-4D90-9B98-F251A1253332}" dt="2025-06-04T01:57:31.527" v="12"/>
          <ac:graphicFrameMkLst>
            <pc:docMk/>
            <pc:sldMk cId="2453405637" sldId="923"/>
            <ac:graphicFrameMk id="9" creationId="{BBA8B256-12B2-6E8C-50F9-31564ECC0266}"/>
          </ac:graphicFrameMkLst>
        </pc:graphicFrameChg>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福田一希" userId="S::kazuki.fukuda@system-exe.jp::fdfbe5ba-eec8-4756-aa2a-cf5b9de944cd" providerId="AD" clId="Web-{8B3AAE2F-BB9A-41AE-9F49-72E360EEFEA4}"/>
    <pc:docChg chg="modSld">
      <pc:chgData name="福田一希" userId="S::kazuki.fukuda@system-exe.jp::fdfbe5ba-eec8-4756-aa2a-cf5b9de944cd" providerId="AD" clId="Web-{8B3AAE2F-BB9A-41AE-9F49-72E360EEFEA4}" dt="2025-06-04T01:54:41.032" v="112" actId="20577"/>
      <pc:docMkLst>
        <pc:docMk/>
      </pc:docMkLst>
      <pc:sldChg chg="modSp">
        <pc:chgData name="福田一希" userId="S::kazuki.fukuda@system-exe.jp::fdfbe5ba-eec8-4756-aa2a-cf5b9de944cd" providerId="AD" clId="Web-{8B3AAE2F-BB9A-41AE-9F49-72E360EEFEA4}" dt="2025-06-04T01:53:15.138" v="74" actId="20577"/>
        <pc:sldMkLst>
          <pc:docMk/>
          <pc:sldMk cId="3660799615" sldId="757"/>
        </pc:sldMkLst>
        <pc:spChg chg="mod">
          <ac:chgData name="福田一希" userId="S::kazuki.fukuda@system-exe.jp::fdfbe5ba-eec8-4756-aa2a-cf5b9de944cd" providerId="AD" clId="Web-{8B3AAE2F-BB9A-41AE-9F49-72E360EEFEA4}" dt="2025-06-04T01:53:15.138" v="74" actId="20577"/>
          <ac:spMkLst>
            <pc:docMk/>
            <pc:sldMk cId="3660799615" sldId="757"/>
            <ac:spMk id="5" creationId="{DDA0903F-BB0E-DF11-6A92-90C8A835A221}"/>
          </ac:spMkLst>
        </pc:spChg>
      </pc:sldChg>
      <pc:sldChg chg="modSp">
        <pc:chgData name="福田一希" userId="S::kazuki.fukuda@system-exe.jp::fdfbe5ba-eec8-4756-aa2a-cf5b9de944cd" providerId="AD" clId="Web-{8B3AAE2F-BB9A-41AE-9F49-72E360EEFEA4}" dt="2025-06-04T01:54:41.032" v="112" actId="20577"/>
        <pc:sldMkLst>
          <pc:docMk/>
          <pc:sldMk cId="2410374903" sldId="767"/>
        </pc:sldMkLst>
        <pc:spChg chg="mod">
          <ac:chgData name="福田一希" userId="S::kazuki.fukuda@system-exe.jp::fdfbe5ba-eec8-4756-aa2a-cf5b9de944cd" providerId="AD" clId="Web-{8B3AAE2F-BB9A-41AE-9F49-72E360EEFEA4}" dt="2025-06-04T01:54:41.032" v="112" actId="20577"/>
          <ac:spMkLst>
            <pc:docMk/>
            <pc:sldMk cId="2410374903" sldId="767"/>
            <ac:spMk id="5" creationId="{97E6FBE8-190C-40F0-AA01-14695A77D734}"/>
          </ac:spMkLst>
        </pc:spChg>
      </pc:sldChg>
    </pc:docChg>
  </pc:docChgLst>
  <pc:docChgLst>
    <pc:chgData name="髙浦祐朗" userId="d6d860fe-bc64-411b-9605-a16d1ba875f6" providerId="ADAL" clId="{B27F0E37-F8B6-4FC3-A86D-B417526845E0}"/>
    <pc:docChg chg="undo custSel modSld">
      <pc:chgData name="髙浦祐朗" userId="d6d860fe-bc64-411b-9605-a16d1ba875f6" providerId="ADAL" clId="{B27F0E37-F8B6-4FC3-A86D-B417526845E0}" dt="2025-07-23T01:18:45.841" v="343" actId="20577"/>
      <pc:docMkLst>
        <pc:docMk/>
      </pc:docMkLst>
      <pc:sldChg chg="modSp mod">
        <pc:chgData name="髙浦祐朗" userId="d6d860fe-bc64-411b-9605-a16d1ba875f6" providerId="ADAL" clId="{B27F0E37-F8B6-4FC3-A86D-B417526845E0}" dt="2025-07-23T00:55:50.229" v="313" actId="14100"/>
        <pc:sldMkLst>
          <pc:docMk/>
          <pc:sldMk cId="3201888243" sldId="714"/>
        </pc:sldMkLst>
        <pc:spChg chg="mod">
          <ac:chgData name="髙浦祐朗" userId="d6d860fe-bc64-411b-9605-a16d1ba875f6" providerId="ADAL" clId="{B27F0E37-F8B6-4FC3-A86D-B417526845E0}" dt="2025-07-23T00:55:50.229" v="313" actId="14100"/>
          <ac:spMkLst>
            <pc:docMk/>
            <pc:sldMk cId="3201888243" sldId="714"/>
            <ac:spMk id="4" creationId="{00000000-0000-0000-0000-000000000000}"/>
          </ac:spMkLst>
        </pc:spChg>
      </pc:sldChg>
      <pc:sldChg chg="modSp mod">
        <pc:chgData name="髙浦祐朗" userId="d6d860fe-bc64-411b-9605-a16d1ba875f6" providerId="ADAL" clId="{B27F0E37-F8B6-4FC3-A86D-B417526845E0}" dt="2025-07-23T01:18:45.841" v="343" actId="20577"/>
        <pc:sldMkLst>
          <pc:docMk/>
          <pc:sldMk cId="1395438993" sldId="765"/>
        </pc:sldMkLst>
        <pc:graphicFrameChg chg="modGraphic">
          <ac:chgData name="髙浦祐朗" userId="d6d860fe-bc64-411b-9605-a16d1ba875f6" providerId="ADAL" clId="{B27F0E37-F8B6-4FC3-A86D-B417526845E0}" dt="2025-07-23T01:18:45.841" v="343" actId="20577"/>
          <ac:graphicFrameMkLst>
            <pc:docMk/>
            <pc:sldMk cId="1395438993" sldId="765"/>
            <ac:graphicFrameMk id="7" creationId="{2864E947-18B0-4839-AED3-D416F628DDF0}"/>
          </ac:graphicFrameMkLst>
        </pc:graphicFrameChg>
      </pc:sldChg>
      <pc:sldChg chg="modSp mod">
        <pc:chgData name="髙浦祐朗" userId="d6d860fe-bc64-411b-9605-a16d1ba875f6" providerId="ADAL" clId="{B27F0E37-F8B6-4FC3-A86D-B417526845E0}" dt="2025-07-23T01:03:50.721" v="341" actId="20577"/>
        <pc:sldMkLst>
          <pc:docMk/>
          <pc:sldMk cId="2453405637" sldId="923"/>
        </pc:sldMkLst>
        <pc:graphicFrameChg chg="mod modGraphic">
          <ac:chgData name="髙浦祐朗" userId="d6d860fe-bc64-411b-9605-a16d1ba875f6" providerId="ADAL" clId="{B27F0E37-F8B6-4FC3-A86D-B417526845E0}" dt="2025-07-23T01:03:50.721" v="341" actId="20577"/>
          <ac:graphicFrameMkLst>
            <pc:docMk/>
            <pc:sldMk cId="2453405637" sldId="923"/>
            <ac:graphicFrameMk id="9" creationId="{BBA8B256-12B2-6E8C-50F9-31564ECC0266}"/>
          </ac:graphicFrameMkLst>
        </pc:graphicFrameChg>
      </pc:sldChg>
      <pc:sldChg chg="modSp mod">
        <pc:chgData name="髙浦祐朗" userId="d6d860fe-bc64-411b-9605-a16d1ba875f6" providerId="ADAL" clId="{B27F0E37-F8B6-4FC3-A86D-B417526845E0}" dt="2025-07-23T00:38:15.357" v="55" actId="2711"/>
        <pc:sldMkLst>
          <pc:docMk/>
          <pc:sldMk cId="1851614100" sldId="930"/>
        </pc:sldMkLst>
        <pc:spChg chg="mod">
          <ac:chgData name="髙浦祐朗" userId="d6d860fe-bc64-411b-9605-a16d1ba875f6" providerId="ADAL" clId="{B27F0E37-F8B6-4FC3-A86D-B417526845E0}" dt="2025-07-23T00:38:15.357" v="55" actId="2711"/>
          <ac:spMkLst>
            <pc:docMk/>
            <pc:sldMk cId="1851614100" sldId="930"/>
            <ac:spMk id="47" creationId="{C8FE3297-20F9-5980-9C9E-46C123BEB609}"/>
          </ac:spMkLst>
        </pc:spChg>
        <pc:spChg chg="mod">
          <ac:chgData name="髙浦祐朗" userId="d6d860fe-bc64-411b-9605-a16d1ba875f6" providerId="ADAL" clId="{B27F0E37-F8B6-4FC3-A86D-B417526845E0}" dt="2025-07-23T00:38:15.357" v="55" actId="2711"/>
          <ac:spMkLst>
            <pc:docMk/>
            <pc:sldMk cId="1851614100" sldId="930"/>
            <ac:spMk id="48" creationId="{10B0CD7D-A6F3-7E6D-328C-5A37E0631B7A}"/>
          </ac:spMkLst>
        </pc:spChg>
        <pc:spChg chg="mod">
          <ac:chgData name="髙浦祐朗" userId="d6d860fe-bc64-411b-9605-a16d1ba875f6" providerId="ADAL" clId="{B27F0E37-F8B6-4FC3-A86D-B417526845E0}" dt="2025-07-23T00:38:15.357" v="55" actId="2711"/>
          <ac:spMkLst>
            <pc:docMk/>
            <pc:sldMk cId="1851614100" sldId="930"/>
            <ac:spMk id="66" creationId="{C8FE3297-20F9-5980-9C9E-46C123BEB609}"/>
          </ac:spMkLst>
        </pc:spChg>
        <pc:spChg chg="mod">
          <ac:chgData name="髙浦祐朗" userId="d6d860fe-bc64-411b-9605-a16d1ba875f6" providerId="ADAL" clId="{B27F0E37-F8B6-4FC3-A86D-B417526845E0}" dt="2025-07-23T00:38:15.357" v="55" actId="2711"/>
          <ac:spMkLst>
            <pc:docMk/>
            <pc:sldMk cId="1851614100" sldId="930"/>
            <ac:spMk id="67" creationId="{10B0CD7D-A6F3-7E6D-328C-5A37E0631B7A}"/>
          </ac:spMkLst>
        </pc:spChg>
      </pc:sldChg>
      <pc:sldChg chg="addSp modSp mod">
        <pc:chgData name="髙浦祐朗" userId="d6d860fe-bc64-411b-9605-a16d1ba875f6" providerId="ADAL" clId="{B27F0E37-F8B6-4FC3-A86D-B417526845E0}" dt="2025-07-23T00:46:18.411" v="220" actId="14100"/>
        <pc:sldMkLst>
          <pc:docMk/>
          <pc:sldMk cId="3261265475" sldId="932"/>
        </pc:sldMkLst>
        <pc:spChg chg="mod">
          <ac:chgData name="髙浦祐朗" userId="d6d860fe-bc64-411b-9605-a16d1ba875f6" providerId="ADAL" clId="{B27F0E37-F8B6-4FC3-A86D-B417526845E0}" dt="2025-07-23T00:40:19.149" v="133" actId="14100"/>
          <ac:spMkLst>
            <pc:docMk/>
            <pc:sldMk cId="3261265475" sldId="932"/>
            <ac:spMk id="3" creationId="{00000000-0000-0000-0000-000000000000}"/>
          </ac:spMkLst>
        </pc:spChg>
        <pc:spChg chg="mod ord">
          <ac:chgData name="髙浦祐朗" userId="d6d860fe-bc64-411b-9605-a16d1ba875f6" providerId="ADAL" clId="{B27F0E37-F8B6-4FC3-A86D-B417526845E0}" dt="2025-07-23T00:44:57.053" v="219"/>
          <ac:spMkLst>
            <pc:docMk/>
            <pc:sldMk cId="3261265475" sldId="932"/>
            <ac:spMk id="4" creationId="{103E610F-3705-90FE-D66D-9592E6BB5CDF}"/>
          </ac:spMkLst>
        </pc:spChg>
        <pc:spChg chg="mod">
          <ac:chgData name="髙浦祐朗" userId="d6d860fe-bc64-411b-9605-a16d1ba875f6" providerId="ADAL" clId="{B27F0E37-F8B6-4FC3-A86D-B417526845E0}" dt="2025-07-23T00:39:09.853" v="77" actId="1036"/>
          <ac:spMkLst>
            <pc:docMk/>
            <pc:sldMk cId="3261265475" sldId="932"/>
            <ac:spMk id="11" creationId="{3B57EEC6-A848-4914-BC9B-95C84C7B6637}"/>
          </ac:spMkLst>
        </pc:spChg>
        <pc:spChg chg="mod">
          <ac:chgData name="髙浦祐朗" userId="d6d860fe-bc64-411b-9605-a16d1ba875f6" providerId="ADAL" clId="{B27F0E37-F8B6-4FC3-A86D-B417526845E0}" dt="2025-07-23T00:39:09.853" v="77" actId="1036"/>
          <ac:spMkLst>
            <pc:docMk/>
            <pc:sldMk cId="3261265475" sldId="932"/>
            <ac:spMk id="12" creationId="{2BED1E46-0D50-4D21-A77D-92FC258B00B7}"/>
          </ac:spMkLst>
        </pc:spChg>
        <pc:spChg chg="mod">
          <ac:chgData name="髙浦祐朗" userId="d6d860fe-bc64-411b-9605-a16d1ba875f6" providerId="ADAL" clId="{B27F0E37-F8B6-4FC3-A86D-B417526845E0}" dt="2025-07-23T00:39:09.853" v="77" actId="1036"/>
          <ac:spMkLst>
            <pc:docMk/>
            <pc:sldMk cId="3261265475" sldId="932"/>
            <ac:spMk id="13" creationId="{C37584D3-7DC1-4AF5-821B-4EB0B466578A}"/>
          </ac:spMkLst>
        </pc:spChg>
        <pc:spChg chg="mod">
          <ac:chgData name="髙浦祐朗" userId="d6d860fe-bc64-411b-9605-a16d1ba875f6" providerId="ADAL" clId="{B27F0E37-F8B6-4FC3-A86D-B417526845E0}" dt="2025-07-23T00:39:09.853" v="77" actId="1036"/>
          <ac:spMkLst>
            <pc:docMk/>
            <pc:sldMk cId="3261265475" sldId="932"/>
            <ac:spMk id="14" creationId="{5E7C7353-36D9-4E13-AE62-C6438FB175BA}"/>
          </ac:spMkLst>
        </pc:spChg>
        <pc:spChg chg="mod">
          <ac:chgData name="髙浦祐朗" userId="d6d860fe-bc64-411b-9605-a16d1ba875f6" providerId="ADAL" clId="{B27F0E37-F8B6-4FC3-A86D-B417526845E0}" dt="2025-07-23T00:40:29.818" v="145" actId="1036"/>
          <ac:spMkLst>
            <pc:docMk/>
            <pc:sldMk cId="3261265475" sldId="932"/>
            <ac:spMk id="15" creationId="{9C526A88-681C-4A44-BFD9-AF76E9622DCF}"/>
          </ac:spMkLst>
        </pc:spChg>
        <pc:spChg chg="mod">
          <ac:chgData name="髙浦祐朗" userId="d6d860fe-bc64-411b-9605-a16d1ba875f6" providerId="ADAL" clId="{B27F0E37-F8B6-4FC3-A86D-B417526845E0}" dt="2025-07-23T00:44:13.442" v="206" actId="14100"/>
          <ac:spMkLst>
            <pc:docMk/>
            <pc:sldMk cId="3261265475" sldId="932"/>
            <ac:spMk id="20" creationId="{F552483D-B47E-4672-AAB8-B1378D36B674}"/>
          </ac:spMkLst>
        </pc:spChg>
        <pc:spChg chg="mod">
          <ac:chgData name="髙浦祐朗" userId="d6d860fe-bc64-411b-9605-a16d1ba875f6" providerId="ADAL" clId="{B27F0E37-F8B6-4FC3-A86D-B417526845E0}" dt="2025-07-23T00:44:50.293" v="214"/>
          <ac:spMkLst>
            <pc:docMk/>
            <pc:sldMk cId="3261265475" sldId="932"/>
            <ac:spMk id="21" creationId="{D288673B-1B1E-4C6E-BA69-E5F1FEDB27ED}"/>
          </ac:spMkLst>
        </pc:spChg>
        <pc:spChg chg="mod">
          <ac:chgData name="髙浦祐朗" userId="d6d860fe-bc64-411b-9605-a16d1ba875f6" providerId="ADAL" clId="{B27F0E37-F8B6-4FC3-A86D-B417526845E0}" dt="2025-07-23T00:44:06.837" v="204" actId="14100"/>
          <ac:spMkLst>
            <pc:docMk/>
            <pc:sldMk cId="3261265475" sldId="932"/>
            <ac:spMk id="22" creationId="{BF31360D-FAB3-4C87-B7AB-B502DDFDA9EC}"/>
          </ac:spMkLst>
        </pc:spChg>
        <pc:spChg chg="mod">
          <ac:chgData name="髙浦祐朗" userId="d6d860fe-bc64-411b-9605-a16d1ba875f6" providerId="ADAL" clId="{B27F0E37-F8B6-4FC3-A86D-B417526845E0}" dt="2025-07-23T00:40:29.818" v="145" actId="1036"/>
          <ac:spMkLst>
            <pc:docMk/>
            <pc:sldMk cId="3261265475" sldId="932"/>
            <ac:spMk id="23" creationId="{60BE86B4-B849-422B-8758-4720CC34871C}"/>
          </ac:spMkLst>
        </pc:spChg>
        <pc:spChg chg="mod">
          <ac:chgData name="髙浦祐朗" userId="d6d860fe-bc64-411b-9605-a16d1ba875f6" providerId="ADAL" clId="{B27F0E37-F8B6-4FC3-A86D-B417526845E0}" dt="2025-07-23T00:40:29.818" v="145" actId="1036"/>
          <ac:spMkLst>
            <pc:docMk/>
            <pc:sldMk cId="3261265475" sldId="932"/>
            <ac:spMk id="24" creationId="{D2FFFA7C-8485-4FB5-B3FC-30EC4188DB9D}"/>
          </ac:spMkLst>
        </pc:spChg>
        <pc:spChg chg="mod">
          <ac:chgData name="髙浦祐朗" userId="d6d860fe-bc64-411b-9605-a16d1ba875f6" providerId="ADAL" clId="{B27F0E37-F8B6-4FC3-A86D-B417526845E0}" dt="2025-07-23T00:39:09.853" v="77" actId="1036"/>
          <ac:spMkLst>
            <pc:docMk/>
            <pc:sldMk cId="3261265475" sldId="932"/>
            <ac:spMk id="26" creationId="{AA608998-7E3E-1298-045C-A506F642ABA9}"/>
          </ac:spMkLst>
        </pc:spChg>
        <pc:spChg chg="add mod">
          <ac:chgData name="髙浦祐朗" userId="d6d860fe-bc64-411b-9605-a16d1ba875f6" providerId="ADAL" clId="{B27F0E37-F8B6-4FC3-A86D-B417526845E0}" dt="2025-07-23T00:44:35.031" v="209" actId="555"/>
          <ac:spMkLst>
            <pc:docMk/>
            <pc:sldMk cId="3261265475" sldId="932"/>
            <ac:spMk id="27" creationId="{CE83EB4E-8B41-8C33-6507-85DFC2CB6205}"/>
          </ac:spMkLst>
        </pc:spChg>
        <pc:spChg chg="mod">
          <ac:chgData name="髙浦祐朗" userId="d6d860fe-bc64-411b-9605-a16d1ba875f6" providerId="ADAL" clId="{B27F0E37-F8B6-4FC3-A86D-B417526845E0}" dt="2025-07-23T00:40:06.156" v="130" actId="552"/>
          <ac:spMkLst>
            <pc:docMk/>
            <pc:sldMk cId="3261265475" sldId="932"/>
            <ac:spMk id="28" creationId="{F552483D-B47E-4672-AAB8-B1378D36B674}"/>
          </ac:spMkLst>
        </pc:spChg>
        <pc:spChg chg="mod">
          <ac:chgData name="髙浦祐朗" userId="d6d860fe-bc64-411b-9605-a16d1ba875f6" providerId="ADAL" clId="{B27F0E37-F8B6-4FC3-A86D-B417526845E0}" dt="2025-07-23T00:39:39.128" v="106" actId="1036"/>
          <ac:spMkLst>
            <pc:docMk/>
            <pc:sldMk cId="3261265475" sldId="932"/>
            <ac:spMk id="29" creationId="{D288673B-1B1E-4C6E-BA69-E5F1FEDB27ED}"/>
          </ac:spMkLst>
        </pc:spChg>
        <pc:spChg chg="mod ord">
          <ac:chgData name="髙浦祐朗" userId="d6d860fe-bc64-411b-9605-a16d1ba875f6" providerId="ADAL" clId="{B27F0E37-F8B6-4FC3-A86D-B417526845E0}" dt="2025-07-23T00:40:29.818" v="145" actId="1036"/>
          <ac:spMkLst>
            <pc:docMk/>
            <pc:sldMk cId="3261265475" sldId="932"/>
            <ac:spMk id="30" creationId="{D2FFFA7C-8485-4FB5-B3FC-30EC4188DB9D}"/>
          </ac:spMkLst>
        </pc:spChg>
        <pc:spChg chg="mod">
          <ac:chgData name="髙浦祐朗" userId="d6d860fe-bc64-411b-9605-a16d1ba875f6" providerId="ADAL" clId="{B27F0E37-F8B6-4FC3-A86D-B417526845E0}" dt="2025-07-23T00:39:39.128" v="106" actId="1036"/>
          <ac:spMkLst>
            <pc:docMk/>
            <pc:sldMk cId="3261265475" sldId="932"/>
            <ac:spMk id="31" creationId="{60BE86B4-B849-422B-8758-4720CC34871C}"/>
          </ac:spMkLst>
        </pc:spChg>
        <pc:spChg chg="mod">
          <ac:chgData name="髙浦祐朗" userId="d6d860fe-bc64-411b-9605-a16d1ba875f6" providerId="ADAL" clId="{B27F0E37-F8B6-4FC3-A86D-B417526845E0}" dt="2025-07-23T00:39:39.128" v="106" actId="1036"/>
          <ac:spMkLst>
            <pc:docMk/>
            <pc:sldMk cId="3261265475" sldId="932"/>
            <ac:spMk id="32" creationId="{D2FFFA7C-8485-4FB5-B3FC-30EC4188DB9D}"/>
          </ac:spMkLst>
        </pc:spChg>
        <pc:spChg chg="mod">
          <ac:chgData name="髙浦祐朗" userId="d6d860fe-bc64-411b-9605-a16d1ba875f6" providerId="ADAL" clId="{B27F0E37-F8B6-4FC3-A86D-B417526845E0}" dt="2025-07-23T00:39:39.128" v="106" actId="1036"/>
          <ac:spMkLst>
            <pc:docMk/>
            <pc:sldMk cId="3261265475" sldId="932"/>
            <ac:spMk id="33" creationId="{6A2A85F1-E879-4E95-8579-1D9736F23A12}"/>
          </ac:spMkLst>
        </pc:spChg>
        <pc:spChg chg="add mod">
          <ac:chgData name="髙浦祐朗" userId="d6d860fe-bc64-411b-9605-a16d1ba875f6" providerId="ADAL" clId="{B27F0E37-F8B6-4FC3-A86D-B417526845E0}" dt="2025-07-23T00:44:35.031" v="209" actId="555"/>
          <ac:spMkLst>
            <pc:docMk/>
            <pc:sldMk cId="3261265475" sldId="932"/>
            <ac:spMk id="34" creationId="{B9F58C8B-71FF-7C9C-FC8A-16AF3B42509F}"/>
          </ac:spMkLst>
        </pc:spChg>
        <pc:spChg chg="mod">
          <ac:chgData name="髙浦祐朗" userId="d6d860fe-bc64-411b-9605-a16d1ba875f6" providerId="ADAL" clId="{B27F0E37-F8B6-4FC3-A86D-B417526845E0}" dt="2025-07-23T00:40:06.156" v="130" actId="552"/>
          <ac:spMkLst>
            <pc:docMk/>
            <pc:sldMk cId="3261265475" sldId="932"/>
            <ac:spMk id="35" creationId="{3B57EEC6-A848-4914-BC9B-95C84C7B6637}"/>
          </ac:spMkLst>
        </pc:spChg>
        <pc:spChg chg="add mod">
          <ac:chgData name="髙浦祐朗" userId="d6d860fe-bc64-411b-9605-a16d1ba875f6" providerId="ADAL" clId="{B27F0E37-F8B6-4FC3-A86D-B417526845E0}" dt="2025-07-23T00:44:35.031" v="209" actId="555"/>
          <ac:spMkLst>
            <pc:docMk/>
            <pc:sldMk cId="3261265475" sldId="932"/>
            <ac:spMk id="37" creationId="{E7D74D5E-5278-4527-6671-148629BC343F}"/>
          </ac:spMkLst>
        </pc:spChg>
        <pc:spChg chg="add mod">
          <ac:chgData name="髙浦祐朗" userId="d6d860fe-bc64-411b-9605-a16d1ba875f6" providerId="ADAL" clId="{B27F0E37-F8B6-4FC3-A86D-B417526845E0}" dt="2025-07-23T00:44:35.031" v="209" actId="555"/>
          <ac:spMkLst>
            <pc:docMk/>
            <pc:sldMk cId="3261265475" sldId="932"/>
            <ac:spMk id="38" creationId="{27023E7D-D85A-912B-56F5-997B892ECBC4}"/>
          </ac:spMkLst>
        </pc:spChg>
        <pc:graphicFrameChg chg="mod modGraphic">
          <ac:chgData name="髙浦祐朗" userId="d6d860fe-bc64-411b-9605-a16d1ba875f6" providerId="ADAL" clId="{B27F0E37-F8B6-4FC3-A86D-B417526845E0}" dt="2025-07-23T00:39:59.445" v="129"/>
          <ac:graphicFrameMkLst>
            <pc:docMk/>
            <pc:sldMk cId="3261265475" sldId="932"/>
            <ac:graphicFrameMk id="10" creationId="{1B9651D0-1C8B-452E-8B2F-91E497A82D84}"/>
          </ac:graphicFrameMkLst>
        </pc:graphicFrameChg>
        <pc:cxnChg chg="mod ord">
          <ac:chgData name="髙浦祐朗" userId="d6d860fe-bc64-411b-9605-a16d1ba875f6" providerId="ADAL" clId="{B27F0E37-F8B6-4FC3-A86D-B417526845E0}" dt="2025-07-23T00:46:18.411" v="220" actId="14100"/>
          <ac:cxnSpMkLst>
            <pc:docMk/>
            <pc:sldMk cId="3261265475" sldId="932"/>
            <ac:cxnSpMk id="6" creationId="{00000000-0000-0000-0000-000000000000}"/>
          </ac:cxnSpMkLst>
        </pc:cxnChg>
      </pc:sldChg>
    </pc:docChg>
  </pc:docChgLst>
  <pc:docChgLst>
    <pc:chgData name="髙浦祐朗" userId="d6d860fe-bc64-411b-9605-a16d1ba875f6" providerId="ADAL" clId="{2E0DB4EE-F085-4FFE-81D2-B3E4BDE20C8B}"/>
    <pc:docChg chg="modSld">
      <pc:chgData name="髙浦祐朗" userId="d6d860fe-bc64-411b-9605-a16d1ba875f6" providerId="ADAL" clId="{2E0DB4EE-F085-4FFE-81D2-B3E4BDE20C8B}" dt="2025-06-03T10:33:02.463" v="21"/>
      <pc:docMkLst>
        <pc:docMk/>
      </pc:docMkLst>
      <pc:sldChg chg="modSp mod">
        <pc:chgData name="髙浦祐朗" userId="d6d860fe-bc64-411b-9605-a16d1ba875f6" providerId="ADAL" clId="{2E0DB4EE-F085-4FFE-81D2-B3E4BDE20C8B}" dt="2025-06-03T10:33:02.463" v="21"/>
        <pc:sldMkLst>
          <pc:docMk/>
          <pc:sldMk cId="1851614100" sldId="930"/>
        </pc:sldMkLst>
        <pc:spChg chg="mod">
          <ac:chgData name="髙浦祐朗" userId="d6d860fe-bc64-411b-9605-a16d1ba875f6" providerId="ADAL" clId="{2E0DB4EE-F085-4FFE-81D2-B3E4BDE20C8B}" dt="2025-06-03T10:32:53.273" v="12"/>
          <ac:spMkLst>
            <pc:docMk/>
            <pc:sldMk cId="1851614100" sldId="930"/>
            <ac:spMk id="26" creationId="{2739018C-A453-9633-6AC1-CD6144A1460D}"/>
          </ac:spMkLst>
        </pc:spChg>
        <pc:spChg chg="mod">
          <ac:chgData name="髙浦祐朗" userId="d6d860fe-bc64-411b-9605-a16d1ba875f6" providerId="ADAL" clId="{2E0DB4EE-F085-4FFE-81D2-B3E4BDE20C8B}" dt="2025-06-03T10:32:49.865" v="2"/>
          <ac:spMkLst>
            <pc:docMk/>
            <pc:sldMk cId="1851614100" sldId="930"/>
            <ac:spMk id="55" creationId="{D0A35059-8416-A539-CCAD-988529B59C1A}"/>
          </ac:spMkLst>
        </pc:spChg>
        <pc:spChg chg="mod">
          <ac:chgData name="髙浦祐朗" userId="d6d860fe-bc64-411b-9605-a16d1ba875f6" providerId="ADAL" clId="{2E0DB4EE-F085-4FFE-81D2-B3E4BDE20C8B}" dt="2025-06-03T10:33:02.463" v="21"/>
          <ac:spMkLst>
            <pc:docMk/>
            <pc:sldMk cId="1851614100" sldId="930"/>
            <ac:spMk id="64" creationId="{14849D04-341B-82C4-CDD2-FF6C7337B30A}"/>
          </ac:spMkLst>
        </pc:spChg>
      </pc:sldChg>
    </pc:docChg>
  </pc:docChgLst>
  <pc:docChgLst>
    <pc:chgData name="福田一希" userId="S::kazuki.fukuda@system-exe.jp::fdfbe5ba-eec8-4756-aa2a-cf5b9de944cd" providerId="AD" clId="Web-{29A1F692-9BF9-46EC-BE2F-379679354E24}"/>
    <pc:docChg chg="modSld">
      <pc:chgData name="福田一希" userId="S::kazuki.fukuda@system-exe.jp::fdfbe5ba-eec8-4756-aa2a-cf5b9de944cd" providerId="AD" clId="Web-{29A1F692-9BF9-46EC-BE2F-379679354E24}" dt="2024-11-22T06:11:18.319" v="269"/>
      <pc:docMkLst>
        <pc:docMk/>
      </pc:docMkLst>
      <pc:sldChg chg="modSp">
        <pc:chgData name="福田一希" userId="S::kazuki.fukuda@system-exe.jp::fdfbe5ba-eec8-4756-aa2a-cf5b9de944cd" providerId="AD" clId="Web-{29A1F692-9BF9-46EC-BE2F-379679354E24}" dt="2024-11-22T06:11:18.319" v="269"/>
        <pc:sldMkLst>
          <pc:docMk/>
          <pc:sldMk cId="1471803207" sldId="929"/>
        </pc:sldMkLst>
      </pc:sldChg>
    </pc:docChg>
  </pc:docChgLst>
  <pc:docChgLst>
    <pc:chgData name="福田一希" userId="S::kazuki.fukuda@system-exe.jp::fdfbe5ba-eec8-4756-aa2a-cf5b9de944cd" providerId="AD" clId="Web-{2A50D26D-49C5-48E8-A6A2-AFA5C2BD475D}"/>
    <pc:docChg chg="modSld">
      <pc:chgData name="福田一希" userId="S::kazuki.fukuda@system-exe.jp::fdfbe5ba-eec8-4756-aa2a-cf5b9de944cd" providerId="AD" clId="Web-{2A50D26D-49C5-48E8-A6A2-AFA5C2BD475D}" dt="2025-06-04T02:00:07.904" v="1" actId="20577"/>
      <pc:docMkLst>
        <pc:docMk/>
      </pc:docMkLst>
      <pc:sldChg chg="modSp">
        <pc:chgData name="福田一希" userId="S::kazuki.fukuda@system-exe.jp::fdfbe5ba-eec8-4756-aa2a-cf5b9de944cd" providerId="AD" clId="Web-{2A50D26D-49C5-48E8-A6A2-AFA5C2BD475D}" dt="2025-06-04T02:00:07.904" v="1" actId="20577"/>
        <pc:sldMkLst>
          <pc:docMk/>
          <pc:sldMk cId="3660799615" sldId="757"/>
        </pc:sldMkLst>
        <pc:spChg chg="mod">
          <ac:chgData name="福田一希" userId="S::kazuki.fukuda@system-exe.jp::fdfbe5ba-eec8-4756-aa2a-cf5b9de944cd" providerId="AD" clId="Web-{2A50D26D-49C5-48E8-A6A2-AFA5C2BD475D}" dt="2025-06-04T02:00:07.904" v="1" actId="20577"/>
          <ac:spMkLst>
            <pc:docMk/>
            <pc:sldMk cId="3660799615" sldId="757"/>
            <ac:spMk id="5" creationId="{DDA0903F-BB0E-DF11-6A92-90C8A835A221}"/>
          </ac:spMkLst>
        </pc:spChg>
      </pc:sldChg>
    </pc:docChg>
  </pc:docChgLst>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2025/7/23</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2025/7/23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5</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2024/12/04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2024/12/04</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2024/12/04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3600" dirty="0"/>
              <a:t>概算お見積もり</a:t>
            </a:r>
            <a:r>
              <a:rPr kumimoji="1" lang="en-US" altLang="ja-JP" sz="2000" dirty="0"/>
              <a:t>(</a:t>
            </a:r>
            <a:r>
              <a:rPr kumimoji="1" lang="ja-JP" altLang="en-US" sz="2000" dirty="0"/>
              <a:t>第</a:t>
            </a:r>
            <a:r>
              <a:rPr lang="en-US" altLang="ja-JP" sz="2000" dirty="0"/>
              <a:t>1</a:t>
            </a:r>
            <a:r>
              <a:rPr kumimoji="1" lang="en-US" altLang="ja-JP" sz="2000" dirty="0"/>
              <a:t>.0</a:t>
            </a:r>
            <a:r>
              <a:rPr kumimoji="1" lang="ja-JP" altLang="en-US" sz="2000" dirty="0"/>
              <a:t>版）</a:t>
            </a:r>
            <a:endParaRPr kumimoji="1" lang="ja-JP" altLang="en-US" sz="3600" dirty="0"/>
          </a:p>
        </p:txBody>
      </p:sp>
      <p:sp>
        <p:nvSpPr>
          <p:cNvPr id="4" name="サブタイトル 3"/>
          <p:cNvSpPr>
            <a:spLocks noGrp="1"/>
          </p:cNvSpPr>
          <p:nvPr>
            <p:ph type="subTitle" idx="1"/>
          </p:nvPr>
        </p:nvSpPr>
        <p:spPr>
          <a:xfrm>
            <a:off x="575999" y="2567365"/>
            <a:ext cx="9634800" cy="889694"/>
          </a:xfrm>
        </p:spPr>
        <p:txBody>
          <a:bodyPr>
            <a:normAutofit/>
          </a:bodyPr>
          <a:lstStyle/>
          <a:p>
            <a:r>
              <a:rPr lang="ja-JP" altLang="en-US" sz="3200" dirty="0"/>
              <a:t>昭和四日市石油と東亜石油の新規連携追加</a:t>
            </a:r>
            <a:endParaRPr kumimoji="1" lang="en-US" altLang="ja-JP" sz="32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2025/6/2</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5999" y="936000"/>
            <a:ext cx="11108205"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■プロジェクトの背景・目的</a:t>
            </a:r>
            <a:endParaRPr lang="en-US" altLang="ja-JP">
              <a:solidFill>
                <a:srgbClr val="000000"/>
              </a:solidFill>
            </a:endParaRPr>
          </a:p>
          <a:p>
            <a:r>
              <a:rPr lang="ja-JP" altLang="en-US">
                <a:solidFill>
                  <a:srgbClr val="000000"/>
                </a:solidFill>
              </a:rPr>
              <a:t>　旧昭和シェルグループ製油所に</a:t>
            </a:r>
            <a:r>
              <a:rPr lang="en-US" altLang="ja-JP">
                <a:solidFill>
                  <a:srgbClr val="000000"/>
                </a:solidFill>
              </a:rPr>
              <a:t>Lab-Aid</a:t>
            </a:r>
            <a:r>
              <a:rPr lang="ja-JP" altLang="en-US">
                <a:solidFill>
                  <a:srgbClr val="000000"/>
                </a:solidFill>
              </a:rPr>
              <a:t>の導入を</a:t>
            </a:r>
            <a:r>
              <a:rPr lang="en-US" altLang="ja-JP">
                <a:solidFill>
                  <a:srgbClr val="000000"/>
                </a:solidFill>
              </a:rPr>
              <a:t>2026</a:t>
            </a:r>
            <a:r>
              <a:rPr lang="ja-JP" altLang="en-US">
                <a:solidFill>
                  <a:srgbClr val="000000"/>
                </a:solidFill>
              </a:rPr>
              <a:t>年</a:t>
            </a:r>
            <a:r>
              <a:rPr lang="en-US" altLang="ja-JP">
                <a:solidFill>
                  <a:srgbClr val="000000"/>
                </a:solidFill>
              </a:rPr>
              <a:t>5</a:t>
            </a:r>
            <a:r>
              <a:rPr lang="ja-JP" altLang="en-US">
                <a:solidFill>
                  <a:srgbClr val="000000"/>
                </a:solidFill>
              </a:rPr>
              <a:t>月（昭和四日市石油）、</a:t>
            </a:r>
            <a:r>
              <a:rPr lang="en-US" altLang="ja-JP">
                <a:solidFill>
                  <a:srgbClr val="000000"/>
                </a:solidFill>
              </a:rPr>
              <a:t>8</a:t>
            </a:r>
            <a:r>
              <a:rPr lang="ja-JP" altLang="en-US">
                <a:solidFill>
                  <a:srgbClr val="000000"/>
                </a:solidFill>
              </a:rPr>
              <a:t>月（東亜石油）に</a:t>
            </a:r>
            <a:endParaRPr lang="en-US" altLang="ja-JP">
              <a:solidFill>
                <a:srgbClr val="000000"/>
              </a:solidFill>
            </a:endParaRPr>
          </a:p>
          <a:p>
            <a:r>
              <a:rPr lang="ja-JP" altLang="en-US">
                <a:solidFill>
                  <a:srgbClr val="000000"/>
                </a:solidFill>
              </a:rPr>
              <a:t>　予定しています。</a:t>
            </a:r>
            <a:br>
              <a:rPr lang="en-US" altLang="ja-JP">
                <a:solidFill>
                  <a:srgbClr val="000000"/>
                </a:solidFill>
              </a:rPr>
            </a:br>
            <a:r>
              <a:rPr lang="ja-JP" altLang="en-US">
                <a:solidFill>
                  <a:srgbClr val="000000"/>
                </a:solidFill>
              </a:rPr>
              <a:t>　導入にあたり</a:t>
            </a:r>
            <a:r>
              <a:rPr lang="en-US" altLang="ja-JP">
                <a:solidFill>
                  <a:srgbClr val="000000"/>
                </a:solidFill>
              </a:rPr>
              <a:t>Lab-Aid</a:t>
            </a:r>
            <a:r>
              <a:rPr lang="ja-JP" altLang="en-US">
                <a:solidFill>
                  <a:srgbClr val="000000"/>
                </a:solidFill>
              </a:rPr>
              <a:t>と新</a:t>
            </a:r>
            <a:r>
              <a:rPr lang="en-US" altLang="ja-JP">
                <a:solidFill>
                  <a:srgbClr val="000000"/>
                </a:solidFill>
              </a:rPr>
              <a:t>IRIS</a:t>
            </a:r>
            <a:r>
              <a:rPr lang="ja-JP" altLang="en-US">
                <a:solidFill>
                  <a:srgbClr val="000000"/>
                </a:solidFill>
              </a:rPr>
              <a:t>間の連携を出光興産内の既存製油所（千葉事業所等）と同等に実施します。</a:t>
            </a:r>
            <a:endParaRPr lang="en-US" altLang="ja-JP">
              <a:solidFill>
                <a:srgbClr val="000000"/>
              </a:solidFill>
            </a:endParaRPr>
          </a:p>
          <a:p>
            <a:endParaRPr lang="en-US" altLang="ja-JP">
              <a:solidFill>
                <a:srgbClr val="000000"/>
              </a:solidFill>
            </a:endParaRPr>
          </a:p>
          <a:p>
            <a:endParaRPr lang="en-US" altLang="ja-JP">
              <a:solidFill>
                <a:srgbClr val="000000"/>
              </a:solidFill>
            </a:endParaRPr>
          </a:p>
          <a:p>
            <a:r>
              <a:rPr lang="ja-JP" altLang="en-US">
                <a:solidFill>
                  <a:srgbClr val="000000"/>
                </a:solidFill>
              </a:rPr>
              <a:t>■対象連携</a:t>
            </a:r>
            <a:endParaRPr lang="en-US" altLang="ja-JP">
              <a:solidFill>
                <a:srgbClr val="000000"/>
              </a:solidFill>
            </a:endParaRPr>
          </a:p>
          <a:p>
            <a:r>
              <a:rPr lang="ja-JP" altLang="en-US">
                <a:solidFill>
                  <a:srgbClr val="000000"/>
                </a:solidFill>
              </a:rPr>
              <a:t>　・燃料油試験結果</a:t>
            </a:r>
            <a:endParaRPr lang="en-US" altLang="ja-JP">
              <a:solidFill>
                <a:srgbClr val="000000"/>
              </a:solidFill>
            </a:endParaRPr>
          </a:p>
          <a:p>
            <a:r>
              <a:rPr lang="ja-JP" altLang="en-US">
                <a:solidFill>
                  <a:srgbClr val="000000"/>
                </a:solidFill>
              </a:rPr>
              <a:t>　・工程試験結果</a:t>
            </a:r>
            <a:endParaRPr lang="en-US" altLang="ja-JP">
              <a:solidFill>
                <a:srgbClr val="000000"/>
              </a:solidFill>
            </a:endParaRPr>
          </a:p>
          <a:p>
            <a:endParaRPr lang="en-US" altLang="ja-JP">
              <a:solidFill>
                <a:srgbClr val="000000"/>
              </a:solidFill>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latin typeface="游ゴシック"/>
                <a:ea typeface="游ゴシック"/>
              </a:rPr>
              <a:t>・オフラスの燃料油試験結果、工程試験結果と同一機能（取込機能のみ）の用意</a:t>
            </a:r>
            <a:br>
              <a:rPr lang="ja-JP" altLang="en-US"/>
            </a:br>
            <a:r>
              <a:rPr lang="ja-JP" altLang="en-US">
                <a:latin typeface="游ゴシック"/>
                <a:ea typeface="游ゴシック"/>
              </a:rPr>
              <a:t>・共通</a:t>
            </a:r>
            <a:r>
              <a:rPr lang="en-US" altLang="ja-JP">
                <a:latin typeface="游ゴシック"/>
                <a:ea typeface="游ゴシック"/>
              </a:rPr>
              <a:t>Oracle</a:t>
            </a:r>
            <a:r>
              <a:rPr lang="ja-JP" altLang="en-US">
                <a:latin typeface="游ゴシック"/>
                <a:ea typeface="游ゴシック"/>
              </a:rPr>
              <a:t>に対してテーブル作成（</a:t>
            </a:r>
            <a:r>
              <a:rPr lang="en-US" altLang="ja-JP">
                <a:latin typeface="游ゴシック"/>
                <a:ea typeface="游ゴシック"/>
              </a:rPr>
              <a:t>SK</a:t>
            </a:r>
            <a:r>
              <a:rPr lang="ja-JP" altLang="en-US">
                <a:latin typeface="游ゴシック"/>
                <a:ea typeface="游ゴシック"/>
              </a:rPr>
              <a:t>系に２所分追加）</a:t>
            </a:r>
            <a:br>
              <a:rPr lang="ja-JP" altLang="en-US"/>
            </a:br>
            <a:r>
              <a:rPr lang="ja-JP" altLang="en-US">
                <a:latin typeface="游ゴシック"/>
                <a:ea typeface="游ゴシック"/>
              </a:rPr>
              <a:t>・</a:t>
            </a:r>
            <a:r>
              <a:rPr lang="en-US" altLang="ja-JP">
                <a:latin typeface="游ゴシック"/>
                <a:ea typeface="游ゴシック"/>
              </a:rPr>
              <a:t>EAI</a:t>
            </a:r>
            <a:r>
              <a:rPr lang="ja-JP" altLang="en-US">
                <a:latin typeface="游ゴシック"/>
                <a:ea typeface="游ゴシック"/>
              </a:rPr>
              <a:t>リモートコントロールの環境構築（</a:t>
            </a:r>
            <a:r>
              <a:rPr lang="en-US" altLang="ja-JP">
                <a:latin typeface="游ゴシック"/>
                <a:ea typeface="游ゴシック"/>
              </a:rPr>
              <a:t>2</a:t>
            </a:r>
            <a:r>
              <a:rPr lang="ja-JP" altLang="en-US">
                <a:latin typeface="游ゴシック"/>
                <a:ea typeface="游ゴシック"/>
              </a:rPr>
              <a:t>所分追加）</a:t>
            </a:r>
            <a:endParaRPr lang="en-US" altLang="ja-JP">
              <a:latin typeface="游ゴシック"/>
              <a:ea typeface="游ゴシック"/>
            </a:endParaRPr>
          </a:p>
          <a:p>
            <a:r>
              <a:rPr lang="ja-JP" altLang="en-US">
                <a:latin typeface="游ゴシック" panose="020B0400000000000000" pitchFamily="50" charset="-128"/>
                <a:ea typeface="游ゴシック" panose="020B0400000000000000" pitchFamily="50" charset="-128"/>
              </a:rPr>
              <a:t>・本体プロジェクトからの依頼事項（テスト等）の対応</a:t>
            </a:r>
          </a:p>
          <a:p>
            <a:endParaRPr lang="ja-JP" altLang="en-US">
              <a:latin typeface="游ゴシック" panose="020B0400000000000000" pitchFamily="50" charset="-128"/>
              <a:ea typeface="游ゴシック" panose="020B0400000000000000" pitchFamily="50" charset="-128"/>
            </a:endParaRPr>
          </a:p>
          <a:p>
            <a:r>
              <a:rPr lang="ja-JP" altLang="en-US">
                <a:latin typeface="游ゴシック"/>
                <a:ea typeface="游ゴシック"/>
              </a:rPr>
              <a:t>&lt;お見積範囲外&gt;</a:t>
            </a:r>
          </a:p>
          <a:p>
            <a:r>
              <a:rPr lang="ja-JP" altLang="en-US">
                <a:latin typeface="游ゴシック"/>
                <a:ea typeface="游ゴシック"/>
              </a:rPr>
              <a:t>・「燃料油試験結果」、「工程試験結果」の取込結果を参照する機能</a:t>
            </a:r>
          </a:p>
          <a:p>
            <a:r>
              <a:rPr lang="ja-JP" altLang="en-US">
                <a:latin typeface="游ゴシック"/>
                <a:ea typeface="游ゴシック"/>
              </a:rPr>
              <a:t>　別紙「</a:t>
            </a:r>
            <a:r>
              <a:rPr lang="ja-JP">
                <a:latin typeface="游ゴシック"/>
                <a:ea typeface="游ゴシック"/>
                <a:cs typeface="+mn-ea"/>
              </a:rPr>
              <a:t>質問表(昭和四日市石油と東亜石油の新規連携追加).xlsx</a:t>
            </a:r>
            <a:r>
              <a:rPr lang="ja-JP" altLang="en-US">
                <a:latin typeface="游ゴシック"/>
                <a:ea typeface="游ゴシック"/>
              </a:rPr>
              <a:t>」のNo19にて記載しましたが、</a:t>
            </a:r>
          </a:p>
          <a:p>
            <a:r>
              <a:rPr lang="ja-JP" altLang="en-US">
                <a:latin typeface="游ゴシック"/>
                <a:ea typeface="游ゴシック"/>
              </a:rPr>
              <a:t>　現状の参照機能がわかりませんので、作業対象外とさせていただきます。</a:t>
            </a:r>
          </a:p>
          <a:p>
            <a:endParaRPr lang="ja-JP" altLang="en-US">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a:t>
            </a:r>
            <a:r>
              <a:rPr lang="ja-JP" altLang="en-US">
                <a:latin typeface="游明朝" panose="02020400000000000000" pitchFamily="18" charset="-128"/>
                <a:ea typeface="游明朝" panose="02020400000000000000" pitchFamily="18" charset="-128"/>
              </a:rPr>
              <a:t>作業内容と成果物</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135420895"/>
              </p:ext>
            </p:extLst>
          </p:nvPr>
        </p:nvGraphicFramePr>
        <p:xfrm>
          <a:off x="606000" y="936000"/>
          <a:ext cx="11158390" cy="412579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dirty="0">
                          <a:solidFill>
                            <a:schemeClr val="tx1"/>
                          </a:solidFill>
                          <a:latin typeface="游ゴシック"/>
                          <a:ea typeface="游ゴシック"/>
                        </a:rPr>
                        <a:t>移行計画書、</a:t>
                      </a:r>
                      <a:r>
                        <a:rPr kumimoji="1" lang="ja-JP" altLang="en-US" sz="1400" dirty="0">
                          <a:solidFill>
                            <a:schemeClr val="tx1"/>
                          </a:solidFill>
                          <a:latin typeface="游ゴシック"/>
                          <a:ea typeface="游ゴシック"/>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基本設計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設計書を作成します。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基本設計書、詳細設計書、エンティティ定義書</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開発を実施します。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環境構築も含みます。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検証環境にて動作検証を実施します。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本番環境にて</a:t>
                      </a:r>
                      <a:r>
                        <a:rPr kumimoji="0" lang="en-US" altLang="ja-JP" sz="1400" u="none" strike="noStrike" kern="1200" cap="none" normalizeH="0" baseline="0">
                          <a:ln>
                            <a:noFill/>
                          </a:ln>
                          <a:solidFill>
                            <a:schemeClr val="tx1"/>
                          </a:solidFill>
                          <a:effectLst/>
                          <a:latin typeface="游ゴシック"/>
                          <a:ea typeface="游ゴシック"/>
                          <a:cs typeface="Meiryo UI" pitchFamily="50" charset="-128"/>
                        </a:rPr>
                        <a:t>Lab-Aid</a:t>
                      </a: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との疎通</a:t>
                      </a:r>
                      <a:r>
                        <a:rPr lang="ja-JP" altLang="en-US" sz="1400">
                          <a:solidFill>
                            <a:srgbClr val="000000"/>
                          </a:solidFill>
                        </a:rPr>
                        <a:t>確認を実施します。</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システム</a:t>
                      </a:r>
                      <a:r>
                        <a:rPr kumimoji="0" lang="ja-JP" altLang="en-US" sz="14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本番環境にてアプリケーションの導入を実施します。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バッチ基盤上の</a:t>
                      </a:r>
                      <a:r>
                        <a:rPr kumimoji="0" lang="en-US" altLang="ja-JP" sz="1400">
                          <a:solidFill>
                            <a:schemeClr val="tx1"/>
                          </a:solidFill>
                          <a:latin typeface="游ゴシック"/>
                          <a:ea typeface="游ゴシック"/>
                        </a:rPr>
                        <a:t>JOB</a:t>
                      </a:r>
                      <a:r>
                        <a:rPr kumimoji="0" lang="ja-JP" altLang="en-US" sz="1400">
                          <a:solidFill>
                            <a:schemeClr val="tx1"/>
                          </a:solidFill>
                          <a:latin typeface="游ゴシック"/>
                          <a:ea typeface="游ゴシック"/>
                        </a:rPr>
                        <a:t>を現新で切り替えます。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問題管理表</a:t>
                      </a:r>
                      <a:endParaRPr kumimoji="0"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機能数と作業範囲</a:t>
            </a:r>
            <a:endParaRPr kumimoji="1" lang="ja-JP" altLang="en-US">
              <a:latin typeface="游明朝" panose="02020400000000000000" pitchFamily="18" charset="-128"/>
              <a:ea typeface="游明朝" panose="02020400000000000000" pitchFamily="18" charset="-128"/>
            </a:endParaRPr>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487274013"/>
              </p:ext>
            </p:extLst>
          </p:nvPr>
        </p:nvGraphicFramePr>
        <p:xfrm>
          <a:off x="606000" y="936000"/>
          <a:ext cx="11158389" cy="4179423"/>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1051365">
                  <a:extLst>
                    <a:ext uri="{9D8B030D-6E8A-4147-A177-3AD203B41FA5}">
                      <a16:colId xmlns:a16="http://schemas.microsoft.com/office/drawing/2014/main" val="2667349602"/>
                    </a:ext>
                  </a:extLst>
                </a:gridCol>
                <a:gridCol w="904323">
                  <a:extLst>
                    <a:ext uri="{9D8B030D-6E8A-4147-A177-3AD203B41FA5}">
                      <a16:colId xmlns:a16="http://schemas.microsoft.com/office/drawing/2014/main" val="944581160"/>
                    </a:ext>
                  </a:extLst>
                </a:gridCol>
                <a:gridCol w="5076347">
                  <a:extLst>
                    <a:ext uri="{9D8B030D-6E8A-4147-A177-3AD203B41FA5}">
                      <a16:colId xmlns:a16="http://schemas.microsoft.com/office/drawing/2014/main" val="2117318705"/>
                    </a:ext>
                  </a:extLst>
                </a:gridCol>
                <a:gridCol w="3740735">
                  <a:extLst>
                    <a:ext uri="{9D8B030D-6E8A-4147-A177-3AD203B41FA5}">
                      <a16:colId xmlns:a16="http://schemas.microsoft.com/office/drawing/2014/main" val="852570537"/>
                    </a:ext>
                  </a:extLst>
                </a:gridCol>
              </a:tblGrid>
              <a:tr h="343415">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作業範囲・想定作業</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備考</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067124">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バッチ</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既存機能（燃料油試験結果、工程試験結果）を流用し、基本設計～システムテストまで一連の作業を実施する。</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 </a:t>
                      </a:r>
                      <a:r>
                        <a:rPr kumimoji="1" lang="ja-JP" altLang="en-US" sz="1400">
                          <a:solidFill>
                            <a:schemeClr val="tx1"/>
                          </a:solidFill>
                          <a:latin typeface="游ゴシック"/>
                          <a:ea typeface="游ゴシック"/>
                        </a:rPr>
                        <a:t>進行中</a:t>
                      </a:r>
                      <a:r>
                        <a:rPr kumimoji="1" lang="en-US" altLang="ja-JP" sz="1400">
                          <a:solidFill>
                            <a:schemeClr val="tx1"/>
                          </a:solidFill>
                          <a:latin typeface="游ゴシック"/>
                          <a:ea typeface="游ゴシック"/>
                        </a:rPr>
                        <a:t>PJ</a:t>
                      </a:r>
                      <a:r>
                        <a:rPr kumimoji="1" lang="ja-JP" altLang="en-US" sz="1400">
                          <a:solidFill>
                            <a:schemeClr val="tx1"/>
                          </a:solidFill>
                          <a:latin typeface="游ゴシック"/>
                          <a:ea typeface="游ゴシック"/>
                        </a:rPr>
                        <a:t>において共通機能として開発が</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　 進められているため、追加部分の開発</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　</a:t>
                      </a:r>
                      <a:r>
                        <a:rPr kumimoji="1" lang="ja-JP" altLang="en-US" sz="1400" baseline="0">
                          <a:solidFill>
                            <a:schemeClr val="tx1"/>
                          </a:solidFill>
                          <a:latin typeface="游ゴシック"/>
                          <a:ea typeface="游ゴシック"/>
                        </a:rPr>
                        <a:t> </a:t>
                      </a:r>
                      <a:r>
                        <a:rPr kumimoji="1" lang="ja-JP" altLang="en-US" sz="1400">
                          <a:solidFill>
                            <a:schemeClr val="tx1"/>
                          </a:solidFill>
                          <a:latin typeface="游ゴシック"/>
                          <a:ea typeface="游ゴシック"/>
                        </a:rPr>
                        <a:t>のみとなる想定です。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75688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テーブル</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400">
                          <a:solidFill>
                            <a:schemeClr val="tx1"/>
                          </a:solidFill>
                          <a:latin typeface="游ゴシック"/>
                          <a:ea typeface="游ゴシック"/>
                        </a:rPr>
                        <a:t>22</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・エンティティ定義書の作成</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・テーブルの作成</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・データの投入</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 </a:t>
                      </a:r>
                      <a:r>
                        <a:rPr kumimoji="1" lang="ja-JP" altLang="en-US" sz="1400">
                          <a:solidFill>
                            <a:schemeClr val="tx1"/>
                          </a:solidFill>
                          <a:latin typeface="游ゴシック"/>
                          <a:ea typeface="游ゴシック"/>
                        </a:rPr>
                        <a:t>スキーマの作成は貴社にてお願いします。</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例）千葉オフラス：</a:t>
                      </a:r>
                      <a:r>
                        <a:rPr kumimoji="1" lang="en-US" altLang="ja-JP" sz="1400">
                          <a:solidFill>
                            <a:schemeClr val="tx1"/>
                          </a:solidFill>
                          <a:latin typeface="游ゴシック"/>
                          <a:ea typeface="游ゴシック"/>
                        </a:rPr>
                        <a:t>SK41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067124">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各周辺システムとのデータ連携を検証環境にて実施します。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各連携が正常に動作することを確認します。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※1 </a:t>
                      </a:r>
                      <a:r>
                        <a:rPr lang="ja-JP" altLang="en-US" sz="1400">
                          <a:solidFill>
                            <a:schemeClr val="tx1"/>
                          </a:solidFill>
                          <a:latin typeface="游ゴシック"/>
                          <a:ea typeface="游ゴシック"/>
                        </a:rPr>
                        <a:t>本番環境は、疎通テストとし、</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　　各システムごとに</a:t>
                      </a:r>
                      <a:r>
                        <a:rPr lang="en-US" altLang="ja-JP" sz="1400">
                          <a:solidFill>
                            <a:schemeClr val="tx1"/>
                          </a:solidFill>
                          <a:latin typeface="游ゴシック"/>
                          <a:ea typeface="游ゴシック"/>
                        </a:rPr>
                        <a:t>1</a:t>
                      </a:r>
                      <a:r>
                        <a:rPr lang="ja-JP" altLang="en-US" sz="1400">
                          <a:solidFill>
                            <a:schemeClr val="tx1"/>
                          </a:solidFill>
                          <a:latin typeface="游ゴシック"/>
                          <a:ea typeface="游ゴシック"/>
                        </a:rPr>
                        <a:t>連携を想定します。 </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※2</a:t>
                      </a:r>
                      <a:r>
                        <a:rPr lang="ja-JP" altLang="en-US" sz="1400" baseline="0">
                          <a:solidFill>
                            <a:schemeClr val="tx1"/>
                          </a:solidFill>
                          <a:latin typeface="游ゴシック"/>
                          <a:ea typeface="游ゴシック"/>
                        </a:rPr>
                        <a:t> 本体</a:t>
                      </a:r>
                      <a:r>
                        <a:rPr lang="en-US" altLang="ja-JP" sz="1400" baseline="0">
                          <a:solidFill>
                            <a:schemeClr val="tx1"/>
                          </a:solidFill>
                          <a:latin typeface="游ゴシック"/>
                          <a:ea typeface="游ゴシック"/>
                        </a:rPr>
                        <a:t>PJ</a:t>
                      </a:r>
                      <a:r>
                        <a:rPr lang="ja-JP" altLang="en-US" sz="1400" baseline="0">
                          <a:solidFill>
                            <a:schemeClr val="tx1"/>
                          </a:solidFill>
                          <a:latin typeface="游ゴシック"/>
                          <a:ea typeface="游ゴシック"/>
                        </a:rPr>
                        <a:t>側で要望がある場合は、相談</a:t>
                      </a:r>
                      <a:endParaRPr lang="en-US" altLang="ja-JP" sz="1400" baseline="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baseline="0">
                          <a:solidFill>
                            <a:schemeClr val="tx1"/>
                          </a:solidFill>
                          <a:latin typeface="游ゴシック"/>
                          <a:ea typeface="游ゴシック"/>
                        </a:rPr>
                        <a:t>　　の上、検討とさせていただきます。</a:t>
                      </a:r>
                      <a:endParaRPr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900000">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4</a:t>
                      </a:r>
                      <a:endParaRPr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全</a:t>
                      </a: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の実行確認を実施します。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・定期起動確認</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・正常系および異常系のテスト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・繰り返しテスト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 A-auto</a:t>
                      </a:r>
                      <a:r>
                        <a:rPr lang="ja-JP" altLang="en-US" sz="1400">
                          <a:solidFill>
                            <a:schemeClr val="tx1"/>
                          </a:solidFill>
                          <a:latin typeface="游ゴシック"/>
                          <a:ea typeface="游ゴシック"/>
                        </a:rPr>
                        <a:t>への</a:t>
                      </a: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登録は貴社にてお願い</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    </a:t>
                      </a:r>
                      <a:r>
                        <a:rPr lang="ja-JP" altLang="en-US" sz="1400">
                          <a:solidFill>
                            <a:schemeClr val="tx1"/>
                          </a:solidFill>
                          <a:latin typeface="游ゴシック"/>
                          <a:ea typeface="游ゴシック"/>
                        </a:rPr>
                        <a:t>します。</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1714038416"/>
              </p:ext>
            </p:extLst>
          </p:nvPr>
        </p:nvGraphicFramePr>
        <p:xfrm>
          <a:off x="576004" y="936002"/>
          <a:ext cx="11041202" cy="4219359"/>
        </p:xfrm>
        <a:graphic>
          <a:graphicData uri="http://schemas.openxmlformats.org/drawingml/2006/table">
            <a:tbl>
              <a:tblPr firstRow="1">
                <a:tableStyleId>{69012ECD-51FC-41F1-AA8D-1B2483CD663E}</a:tableStyleId>
              </a:tblPr>
              <a:tblGrid>
                <a:gridCol w="1485250">
                  <a:extLst>
                    <a:ext uri="{9D8B030D-6E8A-4147-A177-3AD203B41FA5}">
                      <a16:colId xmlns:a16="http://schemas.microsoft.com/office/drawing/2014/main" val="20001"/>
                    </a:ext>
                  </a:extLst>
                </a:gridCol>
                <a:gridCol w="597247">
                  <a:extLst>
                    <a:ext uri="{9D8B030D-6E8A-4147-A177-3AD203B41FA5}">
                      <a16:colId xmlns:a16="http://schemas.microsoft.com/office/drawing/2014/main" val="3410075611"/>
                    </a:ext>
                  </a:extLst>
                </a:gridCol>
                <a:gridCol w="597247">
                  <a:extLst>
                    <a:ext uri="{9D8B030D-6E8A-4147-A177-3AD203B41FA5}">
                      <a16:colId xmlns:a16="http://schemas.microsoft.com/office/drawing/2014/main" val="581140380"/>
                    </a:ext>
                  </a:extLst>
                </a:gridCol>
                <a:gridCol w="597247">
                  <a:extLst>
                    <a:ext uri="{9D8B030D-6E8A-4147-A177-3AD203B41FA5}">
                      <a16:colId xmlns:a16="http://schemas.microsoft.com/office/drawing/2014/main" val="2281884067"/>
                    </a:ext>
                  </a:extLst>
                </a:gridCol>
                <a:gridCol w="597247">
                  <a:extLst>
                    <a:ext uri="{9D8B030D-6E8A-4147-A177-3AD203B41FA5}">
                      <a16:colId xmlns:a16="http://schemas.microsoft.com/office/drawing/2014/main" val="3798517737"/>
                    </a:ext>
                  </a:extLst>
                </a:gridCol>
                <a:gridCol w="597247">
                  <a:extLst>
                    <a:ext uri="{9D8B030D-6E8A-4147-A177-3AD203B41FA5}">
                      <a16:colId xmlns:a16="http://schemas.microsoft.com/office/drawing/2014/main" val="3330914773"/>
                    </a:ext>
                  </a:extLst>
                </a:gridCol>
                <a:gridCol w="597247">
                  <a:extLst>
                    <a:ext uri="{9D8B030D-6E8A-4147-A177-3AD203B41FA5}">
                      <a16:colId xmlns:a16="http://schemas.microsoft.com/office/drawing/2014/main" val="20014"/>
                    </a:ext>
                  </a:extLst>
                </a:gridCol>
                <a:gridCol w="597247">
                  <a:extLst>
                    <a:ext uri="{9D8B030D-6E8A-4147-A177-3AD203B41FA5}">
                      <a16:colId xmlns:a16="http://schemas.microsoft.com/office/drawing/2014/main" val="332361526"/>
                    </a:ext>
                  </a:extLst>
                </a:gridCol>
                <a:gridCol w="597247">
                  <a:extLst>
                    <a:ext uri="{9D8B030D-6E8A-4147-A177-3AD203B41FA5}">
                      <a16:colId xmlns:a16="http://schemas.microsoft.com/office/drawing/2014/main" val="1301509302"/>
                    </a:ext>
                  </a:extLst>
                </a:gridCol>
                <a:gridCol w="597247">
                  <a:extLst>
                    <a:ext uri="{9D8B030D-6E8A-4147-A177-3AD203B41FA5}">
                      <a16:colId xmlns:a16="http://schemas.microsoft.com/office/drawing/2014/main" val="2064698816"/>
                    </a:ext>
                  </a:extLst>
                </a:gridCol>
                <a:gridCol w="597247">
                  <a:extLst>
                    <a:ext uri="{9D8B030D-6E8A-4147-A177-3AD203B41FA5}">
                      <a16:colId xmlns:a16="http://schemas.microsoft.com/office/drawing/2014/main" val="1049139473"/>
                    </a:ext>
                  </a:extLst>
                </a:gridCol>
                <a:gridCol w="597247">
                  <a:extLst>
                    <a:ext uri="{9D8B030D-6E8A-4147-A177-3AD203B41FA5}">
                      <a16:colId xmlns:a16="http://schemas.microsoft.com/office/drawing/2014/main" val="581626291"/>
                    </a:ext>
                  </a:extLst>
                </a:gridCol>
                <a:gridCol w="597247">
                  <a:extLst>
                    <a:ext uri="{9D8B030D-6E8A-4147-A177-3AD203B41FA5}">
                      <a16:colId xmlns:a16="http://schemas.microsoft.com/office/drawing/2014/main" val="1792720690"/>
                    </a:ext>
                  </a:extLst>
                </a:gridCol>
                <a:gridCol w="597247">
                  <a:extLst>
                    <a:ext uri="{9D8B030D-6E8A-4147-A177-3AD203B41FA5}">
                      <a16:colId xmlns:a16="http://schemas.microsoft.com/office/drawing/2014/main" val="1090301539"/>
                    </a:ext>
                  </a:extLst>
                </a:gridCol>
                <a:gridCol w="597247">
                  <a:extLst>
                    <a:ext uri="{9D8B030D-6E8A-4147-A177-3AD203B41FA5}">
                      <a16:colId xmlns:a16="http://schemas.microsoft.com/office/drawing/2014/main" val="4025060092"/>
                    </a:ext>
                  </a:extLst>
                </a:gridCol>
                <a:gridCol w="597247">
                  <a:extLst>
                    <a:ext uri="{9D8B030D-6E8A-4147-A177-3AD203B41FA5}">
                      <a16:colId xmlns:a16="http://schemas.microsoft.com/office/drawing/2014/main" val="526202214"/>
                    </a:ext>
                  </a:extLst>
                </a:gridCol>
                <a:gridCol w="597247">
                  <a:extLst>
                    <a:ext uri="{9D8B030D-6E8A-4147-A177-3AD203B41FA5}">
                      <a16:colId xmlns:a16="http://schemas.microsoft.com/office/drawing/2014/main" val="1794734865"/>
                    </a:ext>
                  </a:extLst>
                </a:gridCol>
              </a:tblGrid>
              <a:tr h="384764">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6">
                  <a:txBody>
                    <a:bodyPr/>
                    <a:lstStyle/>
                    <a:p>
                      <a:pPr algn="ctr"/>
                      <a:r>
                        <a:rPr lang="en-US" altLang="ja-JP" sz="1400" b="0" dirty="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gridSpan="10">
                  <a:txBody>
                    <a:bodyPr/>
                    <a:lstStyle/>
                    <a:p>
                      <a:pPr algn="ctr"/>
                      <a:r>
                        <a:rPr kumimoji="1" lang="en-US" altLang="ja-JP" sz="1600" b="0" dirty="0">
                          <a:solidFill>
                            <a:srgbClr val="FFFFFF"/>
                          </a:solidFill>
                          <a:latin typeface="游ゴシック"/>
                          <a:ea typeface="游ゴシック"/>
                          <a:cs typeface="Meiryo UI" pitchFamily="50" charset="-128"/>
                        </a:rPr>
                        <a:t>2026</a:t>
                      </a:r>
                      <a:r>
                        <a:rPr kumimoji="1" lang="ja-JP" altLang="en-US" sz="1600" b="0">
                          <a:solidFill>
                            <a:srgbClr val="FFFFFF"/>
                          </a:solidFill>
                          <a:latin typeface="游ゴシック"/>
                          <a:ea typeface="游ゴシック"/>
                          <a:cs typeface="Meiryo UI" pitchFamily="50" charset="-128"/>
                        </a:rPr>
                        <a:t>年</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606788">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dirty="0">
                          <a:solidFill>
                            <a:srgbClr val="FFFFFF"/>
                          </a:solidFill>
                          <a:latin typeface="游ゴシック"/>
                          <a:ea typeface="游ゴシック"/>
                          <a:cs typeface="Meiryo UI" pitchFamily="50" charset="-128"/>
                        </a:rPr>
                        <a:t>7</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8</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9</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5</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720000">
                <a:tc>
                  <a:txBody>
                    <a:bodyPr/>
                    <a:lstStyle/>
                    <a:p>
                      <a:pPr algn="l"/>
                      <a:r>
                        <a:rPr kumimoji="1" lang="en-US" altLang="ja-JP" sz="1200" b="1" dirty="0">
                          <a:latin typeface="游ゴシック"/>
                          <a:ea typeface="游ゴシック"/>
                          <a:cs typeface="Meiryo UI" pitchFamily="50" charset="-128"/>
                        </a:rPr>
                        <a:t>[</a:t>
                      </a:r>
                      <a:r>
                        <a:rPr kumimoji="1" lang="ja-JP" altLang="en-US" sz="1200" b="1" dirty="0">
                          <a:latin typeface="游ゴシック"/>
                          <a:ea typeface="游ゴシック"/>
                          <a:cs typeface="Meiryo UI" pitchFamily="50" charset="-128"/>
                        </a:rPr>
                        <a:t>別件</a:t>
                      </a:r>
                      <a:r>
                        <a:rPr kumimoji="1" lang="en-US" altLang="ja-JP" sz="1200" b="1" dirty="0">
                          <a:latin typeface="游ゴシック"/>
                          <a:ea typeface="游ゴシック"/>
                          <a:cs typeface="Meiryo UI" pitchFamily="50" charset="-128"/>
                        </a:rPr>
                        <a:t>]</a:t>
                      </a:r>
                    </a:p>
                    <a:p>
                      <a:pPr algn="l"/>
                      <a:r>
                        <a:rPr kumimoji="1" lang="ja-JP" altLang="en-US" sz="1200" b="0" dirty="0">
                          <a:latin typeface="游ゴシック"/>
                          <a:ea typeface="游ゴシック"/>
                          <a:cs typeface="Meiryo UI" pitchFamily="50" charset="-128"/>
                        </a:rPr>
                        <a:t>新</a:t>
                      </a:r>
                      <a:r>
                        <a:rPr kumimoji="1" lang="en-US" altLang="ja-JP" sz="1200" b="0" dirty="0">
                          <a:latin typeface="游ゴシック"/>
                          <a:ea typeface="游ゴシック"/>
                          <a:cs typeface="Meiryo UI" pitchFamily="50" charset="-128"/>
                        </a:rPr>
                        <a:t>IRIS</a:t>
                      </a:r>
                      <a:r>
                        <a:rPr kumimoji="1" lang="ja-JP" altLang="en-US" sz="1200" b="0" dirty="0">
                          <a:latin typeface="游ゴシック"/>
                          <a:ea typeface="游ゴシック"/>
                          <a:cs typeface="Meiryo UI" pitchFamily="50" charset="-128"/>
                        </a:rPr>
                        <a:t>操業品質</a:t>
                      </a:r>
                      <a:r>
                        <a:rPr kumimoji="1" lang="en-US" altLang="ja-JP" sz="1200" b="0" dirty="0">
                          <a:latin typeface="游ゴシック"/>
                          <a:ea typeface="游ゴシック"/>
                          <a:cs typeface="Meiryo UI" pitchFamily="50" charset="-128"/>
                        </a:rPr>
                        <a:t>AP</a:t>
                      </a:r>
                    </a:p>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再構築</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440000">
                <a:tc>
                  <a:txBody>
                    <a:bodyPr/>
                    <a:lstStyle/>
                    <a:p>
                      <a:pPr algn="l"/>
                      <a:r>
                        <a:rPr kumimoji="1" lang="en-US" altLang="ja-JP" sz="1200" b="1" dirty="0">
                          <a:latin typeface="游ゴシック"/>
                          <a:ea typeface="+mn-ea"/>
                          <a:cs typeface="Meiryo UI" pitchFamily="50" charset="-128"/>
                        </a:rPr>
                        <a:t>[</a:t>
                      </a:r>
                      <a:r>
                        <a:rPr kumimoji="1" lang="ja-JP" altLang="en-US" sz="1200" b="1" dirty="0">
                          <a:latin typeface="游ゴシック"/>
                          <a:ea typeface="+mn-ea"/>
                          <a:cs typeface="Meiryo UI" pitchFamily="50" charset="-128"/>
                        </a:rPr>
                        <a:t>本件</a:t>
                      </a:r>
                      <a:r>
                        <a:rPr kumimoji="1" lang="en-US" altLang="ja-JP" sz="1200" b="1" dirty="0">
                          <a:latin typeface="游ゴシック"/>
                          <a:ea typeface="+mn-ea"/>
                          <a:cs typeface="Meiryo UI" pitchFamily="50" charset="-128"/>
                        </a:rPr>
                        <a:t>]</a:t>
                      </a:r>
                    </a:p>
                    <a:p>
                      <a:pPr algn="l"/>
                      <a:r>
                        <a:rPr kumimoji="1" lang="ja-JP" altLang="en-US" sz="1200" b="0" dirty="0">
                          <a:latin typeface="游ゴシック" panose="020B0400000000000000" pitchFamily="50" charset="-128"/>
                          <a:ea typeface="+mn-ea"/>
                          <a:cs typeface="Meiryo UI" pitchFamily="50" charset="-128"/>
                        </a:rPr>
                        <a:t>昭和四日市石油と</a:t>
                      </a:r>
                      <a:endParaRPr kumimoji="1" lang="en-US" altLang="ja-JP" sz="1200" b="0" dirty="0">
                        <a:latin typeface="游ゴシック" panose="020B0400000000000000" pitchFamily="50" charset="-128"/>
                        <a:ea typeface="+mn-ea"/>
                        <a:cs typeface="Meiryo UI" pitchFamily="50" charset="-128"/>
                      </a:endParaRPr>
                    </a:p>
                    <a:p>
                      <a:pPr algn="l"/>
                      <a:r>
                        <a:rPr kumimoji="1" lang="ja-JP" altLang="en-US" sz="1200" b="0" dirty="0">
                          <a:latin typeface="游ゴシック" panose="020B0400000000000000" pitchFamily="50" charset="-128"/>
                          <a:ea typeface="+mn-ea"/>
                          <a:cs typeface="Meiryo UI" pitchFamily="50" charset="-128"/>
                        </a:rPr>
                        <a:t>東亜石油の</a:t>
                      </a:r>
                      <a:endParaRPr kumimoji="1" lang="en-US" altLang="ja-JP" sz="1200" b="0" dirty="0">
                        <a:latin typeface="游ゴシック" panose="020B0400000000000000" pitchFamily="50" charset="-128"/>
                        <a:ea typeface="+mn-ea"/>
                        <a:cs typeface="Meiryo UI" pitchFamily="50" charset="-128"/>
                      </a:endParaRPr>
                    </a:p>
                    <a:p>
                      <a:pPr algn="l"/>
                      <a:r>
                        <a:rPr kumimoji="1" lang="ja-JP" altLang="en-US" sz="1200" b="0" dirty="0">
                          <a:latin typeface="游ゴシック" panose="020B0400000000000000" pitchFamily="50" charset="-128"/>
                          <a:ea typeface="+mn-ea"/>
                          <a:cs typeface="Meiryo UI" pitchFamily="50" charset="-128"/>
                        </a:rPr>
                        <a:t>新規連携追加</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067807">
                <a:tc>
                  <a:txBody>
                    <a:bodyPr/>
                    <a:lstStyle/>
                    <a:p>
                      <a:pPr algn="l"/>
                      <a:r>
                        <a:rPr kumimoji="1" lang="en-US" altLang="ja-JP" sz="1200" b="1" dirty="0">
                          <a:latin typeface="游ゴシック"/>
                          <a:ea typeface="+mn-ea"/>
                          <a:cs typeface="Meiryo UI" pitchFamily="50" charset="-128"/>
                        </a:rPr>
                        <a:t>[Lab-Aid</a:t>
                      </a:r>
                      <a:r>
                        <a:rPr kumimoji="1" lang="ja-JP" altLang="en-US" sz="1200" b="1">
                          <a:latin typeface="游ゴシック"/>
                          <a:ea typeface="+mn-ea"/>
                          <a:cs typeface="Meiryo UI" pitchFamily="50" charset="-128"/>
                        </a:rPr>
                        <a:t>導入</a:t>
                      </a:r>
                      <a:r>
                        <a:rPr kumimoji="1" lang="en-US" altLang="ja-JP" sz="1200" b="1" dirty="0">
                          <a:latin typeface="游ゴシック"/>
                          <a:ea typeface="+mn-ea"/>
                          <a:cs typeface="Meiryo UI" pitchFamily="50" charset="-128"/>
                        </a:rPr>
                        <a:t>]</a:t>
                      </a:r>
                      <a:br>
                        <a:rPr kumimoji="1" lang="en-US" altLang="ja-JP" sz="1200" b="0" dirty="0">
                          <a:latin typeface="游ゴシック"/>
                          <a:ea typeface="+mn-ea"/>
                          <a:cs typeface="Meiryo UI" pitchFamily="50" charset="-128"/>
                        </a:rPr>
                      </a:br>
                      <a:r>
                        <a:rPr lang="ja-JP" altLang="en-US" sz="1200" b="0">
                          <a:latin typeface="游ゴシック"/>
                          <a:ea typeface="+mn-ea"/>
                          <a:cs typeface="Meiryo UI" pitchFamily="50" charset="-128"/>
                        </a:rPr>
                        <a:t>①</a:t>
                      </a:r>
                      <a:r>
                        <a:rPr kumimoji="1" lang="ja-JP" altLang="en-US" sz="1200" b="0">
                          <a:latin typeface="游ゴシック"/>
                          <a:ea typeface="+mn-ea"/>
                          <a:cs typeface="Meiryo UI" pitchFamily="50" charset="-128"/>
                        </a:rPr>
                        <a:t>昭和四日市石油</a:t>
                      </a:r>
                      <a:endParaRPr kumimoji="1" lang="en-US" altLang="ja-JP" sz="1200" b="0">
                        <a:latin typeface="游ゴシック" panose="020B0400000000000000" pitchFamily="50" charset="-128"/>
                        <a:ea typeface="+mn-ea"/>
                        <a:cs typeface="Meiryo UI" pitchFamily="50" charset="-128"/>
                      </a:endParaRPr>
                    </a:p>
                    <a:p>
                      <a:pPr algn="l"/>
                      <a:r>
                        <a:rPr lang="ja-JP" altLang="en-US" sz="1200" b="0">
                          <a:latin typeface="游ゴシック"/>
                          <a:ea typeface="+mn-ea"/>
                          <a:cs typeface="Meiryo UI" pitchFamily="50" charset="-128"/>
                        </a:rPr>
                        <a:t>②</a:t>
                      </a:r>
                      <a:r>
                        <a:rPr kumimoji="1" lang="ja-JP" altLang="en-US" sz="1200" b="0">
                          <a:latin typeface="游ゴシック"/>
                          <a:ea typeface="+mn-ea"/>
                          <a:cs typeface="Meiryo UI" pitchFamily="50" charset="-128"/>
                        </a:rPr>
                        <a:t>東亜石油</a:t>
                      </a:r>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92313"/>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5280370"/>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5280370"/>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5280370"/>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5205672"/>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2650744" y="3417998"/>
            <a:ext cx="39600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3693115" y="3417998"/>
            <a:ext cx="804740"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5954387" y="3417998"/>
            <a:ext cx="571601"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ｼｽﾃﾑ</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ﾃｽﾄ①</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3045115" y="3417998"/>
            <a:ext cx="64800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4497861" y="3417998"/>
            <a:ext cx="1025699"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8032521" y="3417998"/>
            <a:ext cx="754360"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①本番移行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26" name="テキスト ボックス 25">
            <a:extLst>
              <a:ext uri="{FF2B5EF4-FFF2-40B4-BE49-F238E27FC236}">
                <a16:creationId xmlns:a16="http://schemas.microsoft.com/office/drawing/2014/main" id="{AA608998-7E3E-1298-045C-A506F642ABA9}"/>
              </a:ext>
            </a:extLst>
          </p:cNvPr>
          <p:cNvSpPr txBox="1"/>
          <p:nvPr/>
        </p:nvSpPr>
        <p:spPr>
          <a:xfrm>
            <a:off x="461502" y="5310055"/>
            <a:ext cx="7726910" cy="971306"/>
          </a:xfrm>
          <a:prstGeom prst="rect">
            <a:avLst/>
          </a:prstGeom>
          <a:noFill/>
        </p:spPr>
        <p:txBody>
          <a:bodyPr wrap="square" rtlCol="0">
            <a:noAutofit/>
          </a:bodyPr>
          <a:lstStyle/>
          <a:p>
            <a:r>
              <a:rPr lang="en-US" altLang="ja-JP" sz="1400" dirty="0">
                <a:latin typeface="+mn-ea"/>
                <a:cs typeface="メイリオ" pitchFamily="50" charset="-128"/>
              </a:rPr>
              <a:t>※</a:t>
            </a:r>
            <a:r>
              <a:rPr lang="ja-JP" altLang="en-US" sz="1400" dirty="0">
                <a:latin typeface="+mn-ea"/>
                <a:cs typeface="メイリオ" pitchFamily="50" charset="-128"/>
              </a:rPr>
              <a:t>スケジュールは想定となりますので、正式見積もり時に改めて提示いたします。</a:t>
            </a:r>
            <a:endParaRPr lang="en-US" altLang="ja-JP" sz="1400" dirty="0">
              <a:latin typeface="+mn-ea"/>
              <a:cs typeface="メイリオ" pitchFamily="50" charset="-128"/>
            </a:endParaRPr>
          </a:p>
          <a:p>
            <a:r>
              <a:rPr lang="ja-JP" altLang="en-US" sz="1400" dirty="0">
                <a:latin typeface="+mn-ea"/>
                <a:cs typeface="メイリオ" pitchFamily="50" charset="-128"/>
              </a:rPr>
              <a:t>　昭和四日市石油と東亜石油はそれぞれ別日にてリリースを想定しています。</a:t>
            </a:r>
            <a:endParaRPr lang="en-US" altLang="ja-JP" sz="1400" dirty="0">
              <a:latin typeface="+mn-ea"/>
              <a:cs typeface="メイリオ" pitchFamily="50" charset="-128"/>
            </a:endParaRPr>
          </a:p>
        </p:txBody>
      </p:sp>
      <p:sp>
        <p:nvSpPr>
          <p:cNvPr id="28" name="正方形/長方形 27">
            <a:extLst>
              <a:ext uri="{FF2B5EF4-FFF2-40B4-BE49-F238E27FC236}">
                <a16:creationId xmlns:a16="http://schemas.microsoft.com/office/drawing/2014/main" id="{F552483D-B47E-4672-AAB8-B1378D36B674}"/>
              </a:ext>
            </a:extLst>
          </p:cNvPr>
          <p:cNvSpPr/>
          <p:nvPr/>
        </p:nvSpPr>
        <p:spPr>
          <a:xfrm>
            <a:off x="2058732" y="2014645"/>
            <a:ext cx="1491288"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詳細設計・開発</a:t>
            </a:r>
          </a:p>
        </p:txBody>
      </p:sp>
      <p:sp>
        <p:nvSpPr>
          <p:cNvPr id="29" name="正方形/長方形 28">
            <a:extLst>
              <a:ext uri="{FF2B5EF4-FFF2-40B4-BE49-F238E27FC236}">
                <a16:creationId xmlns:a16="http://schemas.microsoft.com/office/drawing/2014/main" id="{D288673B-1B1E-4C6E-BA69-E5F1FEDB27ED}"/>
              </a:ext>
            </a:extLst>
          </p:cNvPr>
          <p:cNvSpPr/>
          <p:nvPr/>
        </p:nvSpPr>
        <p:spPr>
          <a:xfrm>
            <a:off x="5047128" y="2014645"/>
            <a:ext cx="1362391"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システムテスト</a:t>
            </a:r>
          </a:p>
          <a:p>
            <a:pPr algn="ctr"/>
            <a:r>
              <a:rPr lang="ja-JP" altLang="en-US" sz="1200" dirty="0">
                <a:solidFill>
                  <a:schemeClr val="tx1"/>
                </a:solidFill>
                <a:latin typeface="游ゴシック"/>
                <a:ea typeface="游ゴシック"/>
              </a:rPr>
              <a:t>運用テスト</a:t>
            </a:r>
          </a:p>
        </p:txBody>
      </p:sp>
      <p:sp>
        <p:nvSpPr>
          <p:cNvPr id="31" name="正方形/長方形 30">
            <a:extLst>
              <a:ext uri="{FF2B5EF4-FFF2-40B4-BE49-F238E27FC236}">
                <a16:creationId xmlns:a16="http://schemas.microsoft.com/office/drawing/2014/main" id="{60BE86B4-B849-422B-8758-4720CC34871C}"/>
              </a:ext>
            </a:extLst>
          </p:cNvPr>
          <p:cNvSpPr/>
          <p:nvPr/>
        </p:nvSpPr>
        <p:spPr>
          <a:xfrm>
            <a:off x="3550024" y="2014645"/>
            <a:ext cx="1497102"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p:txBody>
      </p:sp>
      <p:sp>
        <p:nvSpPr>
          <p:cNvPr id="32" name="正方形/長方形 31">
            <a:extLst>
              <a:ext uri="{FF2B5EF4-FFF2-40B4-BE49-F238E27FC236}">
                <a16:creationId xmlns:a16="http://schemas.microsoft.com/office/drawing/2014/main" id="{D2FFFA7C-8485-4FB5-B3FC-30EC4188DB9D}"/>
              </a:ext>
            </a:extLst>
          </p:cNvPr>
          <p:cNvSpPr/>
          <p:nvPr/>
        </p:nvSpPr>
        <p:spPr>
          <a:xfrm>
            <a:off x="6409520" y="2014645"/>
            <a:ext cx="533963"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本番</a:t>
            </a:r>
            <a:endParaRPr lang="en-US" altLang="ja-JP" sz="1200">
              <a:solidFill>
                <a:schemeClr val="tx1"/>
              </a:solidFill>
              <a:latin typeface="游ゴシック"/>
              <a:ea typeface="游ゴシック"/>
            </a:endParaRPr>
          </a:p>
          <a:p>
            <a:pPr algn="ctr"/>
            <a:r>
              <a:rPr lang="ja-JP" altLang="en-US" sz="1200">
                <a:solidFill>
                  <a:schemeClr val="tx1"/>
                </a:solidFill>
                <a:latin typeface="游ゴシック"/>
                <a:ea typeface="游ゴシック"/>
              </a:rPr>
              <a:t>移行</a:t>
            </a:r>
          </a:p>
        </p:txBody>
      </p:sp>
      <p:sp>
        <p:nvSpPr>
          <p:cNvPr id="33" name="正方形/長方形 32">
            <a:extLst>
              <a:ext uri="{FF2B5EF4-FFF2-40B4-BE49-F238E27FC236}">
                <a16:creationId xmlns:a16="http://schemas.microsoft.com/office/drawing/2014/main" id="{6A2A85F1-E879-4E95-8579-1D9736F23A12}"/>
              </a:ext>
            </a:extLst>
          </p:cNvPr>
          <p:cNvSpPr/>
          <p:nvPr/>
        </p:nvSpPr>
        <p:spPr>
          <a:xfrm>
            <a:off x="6934722" y="2014645"/>
            <a:ext cx="413429"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初期</a:t>
            </a:r>
            <a:endParaRPr lang="ja-JP" dirty="0">
              <a:solidFill>
                <a:schemeClr val="tx1"/>
              </a:solidFill>
            </a:endParaRPr>
          </a:p>
          <a:p>
            <a:pPr algn="ctr"/>
            <a:r>
              <a:rPr lang="ja-JP" altLang="en-US" sz="1200" dirty="0">
                <a:solidFill>
                  <a:schemeClr val="tx1"/>
                </a:solidFill>
                <a:latin typeface="游ゴシック"/>
                <a:ea typeface="游ゴシック"/>
              </a:rPr>
              <a:t>流動</a:t>
            </a:r>
            <a:endParaRPr lang="ja-JP" dirty="0">
              <a:solidFill>
                <a:schemeClr val="tx1"/>
              </a:solidFill>
            </a:endParaRPr>
          </a:p>
        </p:txBody>
      </p:sp>
      <p:sp>
        <p:nvSpPr>
          <p:cNvPr id="3" name="正方形/長方形 2"/>
          <p:cNvSpPr/>
          <p:nvPr/>
        </p:nvSpPr>
        <p:spPr>
          <a:xfrm>
            <a:off x="576000" y="2659027"/>
            <a:ext cx="11041200" cy="1440000"/>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ホームベース 30">
            <a:extLst>
              <a:ext uri="{FF2B5EF4-FFF2-40B4-BE49-F238E27FC236}">
                <a16:creationId xmlns:a16="http://schemas.microsoft.com/office/drawing/2014/main" id="{3B57EEC6-A848-4914-BC9B-95C84C7B6637}"/>
              </a:ext>
            </a:extLst>
          </p:cNvPr>
          <p:cNvSpPr/>
          <p:nvPr/>
        </p:nvSpPr>
        <p:spPr>
          <a:xfrm>
            <a:off x="2058732" y="4442495"/>
            <a:ext cx="8946292" cy="543579"/>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45720" rIns="0" bIns="45720" rtlCol="0" anchor="ctr"/>
          <a:lstStyle/>
          <a:p>
            <a:pPr algn="ctr"/>
            <a:endParaRPr lang="ja-JP" altLang="en-US" sz="1200">
              <a:solidFill>
                <a:schemeClr val="tx1"/>
              </a:solidFill>
              <a:latin typeface="游ゴシック"/>
              <a:ea typeface="游ゴシック"/>
            </a:endParaRPr>
          </a:p>
        </p:txBody>
      </p:sp>
      <p:sp>
        <p:nvSpPr>
          <p:cNvPr id="8" name="フッター プレースホルダー 7"/>
          <p:cNvSpPr>
            <a:spLocks noGrp="1"/>
          </p:cNvSpPr>
          <p:nvPr>
            <p:ph type="ftr" sz="quarter" idx="11"/>
          </p:nvPr>
        </p:nvSpPr>
        <p:spPr/>
        <p:txBody>
          <a:bodyPr/>
          <a:lstStyle/>
          <a:p>
            <a:r>
              <a:rPr lang="en-US"/>
              <a:t>Copyright © 2025 SystemEXE,Inc All Rights Reserved.</a:t>
            </a:r>
          </a:p>
        </p:txBody>
      </p:sp>
      <p:sp>
        <p:nvSpPr>
          <p:cNvPr id="4" name="正方形/長方形 3">
            <a:extLst>
              <a:ext uri="{FF2B5EF4-FFF2-40B4-BE49-F238E27FC236}">
                <a16:creationId xmlns:a16="http://schemas.microsoft.com/office/drawing/2014/main" id="{103E610F-3705-90FE-D66D-9592E6BB5CDF}"/>
              </a:ext>
            </a:extLst>
          </p:cNvPr>
          <p:cNvSpPr/>
          <p:nvPr/>
        </p:nvSpPr>
        <p:spPr>
          <a:xfrm>
            <a:off x="9224682" y="3417998"/>
            <a:ext cx="612000"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ｼｽﾃﾑ</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ﾃｽﾄ②</a:t>
            </a:r>
          </a:p>
        </p:txBody>
      </p:sp>
      <p:sp>
        <p:nvSpPr>
          <p:cNvPr id="30" name="正方形/長方形 29">
            <a:extLst>
              <a:ext uri="{FF2B5EF4-FFF2-40B4-BE49-F238E27FC236}">
                <a16:creationId xmlns:a16="http://schemas.microsoft.com/office/drawing/2014/main" id="{D2FFFA7C-8485-4FB5-B3FC-30EC4188DB9D}"/>
              </a:ext>
            </a:extLst>
          </p:cNvPr>
          <p:cNvSpPr/>
          <p:nvPr/>
        </p:nvSpPr>
        <p:spPr>
          <a:xfrm>
            <a:off x="9827819" y="3417998"/>
            <a:ext cx="753702"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②本番移行</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初期流動</a:t>
            </a:r>
          </a:p>
        </p:txBody>
      </p:sp>
      <p:sp>
        <p:nvSpPr>
          <p:cNvPr id="27" name="矢印: 五方向 26">
            <a:extLst>
              <a:ext uri="{FF2B5EF4-FFF2-40B4-BE49-F238E27FC236}">
                <a16:creationId xmlns:a16="http://schemas.microsoft.com/office/drawing/2014/main" id="{CE83EB4E-8B41-8C33-6507-85DFC2CB6205}"/>
              </a:ext>
            </a:extLst>
          </p:cNvPr>
          <p:cNvSpPr/>
          <p:nvPr/>
        </p:nvSpPr>
        <p:spPr>
          <a:xfrm>
            <a:off x="2650744" y="2913529"/>
            <a:ext cx="1042371" cy="454158"/>
          </a:xfrm>
          <a:prstGeom prst="homePlat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0000FF"/>
                </a:solidFill>
              </a:rPr>
              <a:t>契約①</a:t>
            </a:r>
          </a:p>
        </p:txBody>
      </p:sp>
      <p:sp>
        <p:nvSpPr>
          <p:cNvPr id="34" name="矢印: 五方向 33">
            <a:extLst>
              <a:ext uri="{FF2B5EF4-FFF2-40B4-BE49-F238E27FC236}">
                <a16:creationId xmlns:a16="http://schemas.microsoft.com/office/drawing/2014/main" id="{B9F58C8B-71FF-7C9C-FC8A-16AF3B42509F}"/>
              </a:ext>
            </a:extLst>
          </p:cNvPr>
          <p:cNvSpPr/>
          <p:nvPr/>
        </p:nvSpPr>
        <p:spPr>
          <a:xfrm>
            <a:off x="3693115" y="2913529"/>
            <a:ext cx="1830445" cy="454158"/>
          </a:xfrm>
          <a:prstGeom prst="homePlat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0000FF"/>
                </a:solidFill>
              </a:rPr>
              <a:t>契約②</a:t>
            </a:r>
          </a:p>
        </p:txBody>
      </p:sp>
      <p:sp>
        <p:nvSpPr>
          <p:cNvPr id="37" name="矢印: 五方向 36">
            <a:extLst>
              <a:ext uri="{FF2B5EF4-FFF2-40B4-BE49-F238E27FC236}">
                <a16:creationId xmlns:a16="http://schemas.microsoft.com/office/drawing/2014/main" id="{E7D74D5E-5278-4527-6671-148629BC343F}"/>
              </a:ext>
            </a:extLst>
          </p:cNvPr>
          <p:cNvSpPr/>
          <p:nvPr/>
        </p:nvSpPr>
        <p:spPr>
          <a:xfrm>
            <a:off x="5954388" y="2913529"/>
            <a:ext cx="634672" cy="454158"/>
          </a:xfrm>
          <a:prstGeom prst="homePlat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0000FF"/>
                </a:solidFill>
              </a:rPr>
              <a:t>契約</a:t>
            </a:r>
            <a:endParaRPr kumimoji="1" lang="en-US" altLang="ja-JP" sz="1100" dirty="0">
              <a:solidFill>
                <a:srgbClr val="0000FF"/>
              </a:solidFill>
            </a:endParaRPr>
          </a:p>
          <a:p>
            <a:pPr algn="ctr"/>
            <a:r>
              <a:rPr kumimoji="1" lang="ja-JP" altLang="en-US" sz="1100" dirty="0">
                <a:solidFill>
                  <a:srgbClr val="0000FF"/>
                </a:solidFill>
              </a:rPr>
              <a:t>③</a:t>
            </a:r>
          </a:p>
        </p:txBody>
      </p:sp>
      <p:sp>
        <p:nvSpPr>
          <p:cNvPr id="38" name="矢印: 五方向 37">
            <a:extLst>
              <a:ext uri="{FF2B5EF4-FFF2-40B4-BE49-F238E27FC236}">
                <a16:creationId xmlns:a16="http://schemas.microsoft.com/office/drawing/2014/main" id="{27023E7D-D85A-912B-56F5-997B892ECBC4}"/>
              </a:ext>
            </a:extLst>
          </p:cNvPr>
          <p:cNvSpPr/>
          <p:nvPr/>
        </p:nvSpPr>
        <p:spPr>
          <a:xfrm>
            <a:off x="8032521" y="2913529"/>
            <a:ext cx="2549000" cy="454158"/>
          </a:xfrm>
          <a:prstGeom prst="homePlat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0000FF"/>
                </a:solidFill>
              </a:rPr>
              <a:t>契約④</a:t>
            </a:r>
          </a:p>
        </p:txBody>
      </p:sp>
      <p:cxnSp>
        <p:nvCxnSpPr>
          <p:cNvPr id="6" name="カギ線コネクタ 5"/>
          <p:cNvCxnSpPr>
            <a:cxnSpLocks/>
            <a:stCxn id="31" idx="1"/>
            <a:endCxn id="20" idx="0"/>
          </p:cNvCxnSpPr>
          <p:nvPr/>
        </p:nvCxnSpPr>
        <p:spPr>
          <a:xfrm rot="10800000" flipH="1" flipV="1">
            <a:off x="3550023" y="2284644"/>
            <a:ext cx="545461" cy="1133353"/>
          </a:xfrm>
          <a:prstGeom prst="bentConnector4">
            <a:avLst>
              <a:gd name="adj1" fmla="val -15614"/>
              <a:gd name="adj2" fmla="val 47674"/>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1265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６</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ja-JP" altLang="en-US" sz="1600" kern="0">
                  <a:solidFill>
                    <a:prstClr val="black"/>
                  </a:solidFill>
                  <a:latin typeface="+mn-ea"/>
                </a:rPr>
                <a:t>澤田 陽哉 様</a:t>
              </a:r>
              <a:endParaRPr kumimoji="1" lang="ja-JP" altLang="en-US" sz="1600" b="0" i="0" u="none" strike="noStrike" kern="0" cap="none" spc="0" normalizeH="0" baseline="0" noProof="0">
                <a:ln>
                  <a:noFill/>
                </a:ln>
                <a:solidFill>
                  <a:prstClr val="black"/>
                </a:solidFill>
                <a:effectLst/>
                <a:uLnTx/>
                <a:uFillTx/>
                <a:latin typeface="+mn-ea"/>
              </a:endParaRP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noProof="0">
                  <a:ln>
                    <a:noFill/>
                  </a:ln>
                  <a:solidFill>
                    <a:prstClr val="black"/>
                  </a:solidFill>
                  <a:effectLst/>
                  <a:uLnTx/>
                  <a:uFillTx/>
                  <a:latin typeface="+mn-ea"/>
                </a:rPr>
                <a:t> 篠崎 大地</a:t>
              </a:r>
              <a:r>
                <a:rPr kumimoji="1" lang="ja-JP" altLang="en-US" sz="1600" b="0" i="0" u="none" strike="noStrike" kern="0" cap="none" spc="0" normalizeH="0" baseline="0" noProof="0">
                  <a:ln>
                    <a:noFill/>
                  </a:ln>
                  <a:solidFill>
                    <a:prstClr val="black"/>
                  </a:solidFill>
                  <a:effectLst/>
                  <a:uLnTx/>
                  <a:uFillTx/>
                  <a:latin typeface="+mn-ea"/>
                </a:rPr>
                <a:t>様</a:t>
              </a:r>
              <a:endParaRPr kumimoji="1" lang="en-US" altLang="ja-JP" sz="1600" b="0" i="0" u="none" strike="noStrike" kern="0" cap="none" spc="0" normalizeH="0" baseline="0" noProof="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 中島 厚司</a:t>
              </a:r>
              <a:r>
                <a:rPr kumimoji="0" lang="ja-JP" altLang="en-US" sz="1600" b="0" i="0" u="none" strike="noStrike" kern="0" cap="none" spc="0" normalizeH="0" baseline="0" noProof="0">
                  <a:ln>
                    <a:noFill/>
                  </a:ln>
                  <a:solidFill>
                    <a:prstClr val="black"/>
                  </a:solidFill>
                  <a:effectLst/>
                  <a:uLnTx/>
                  <a:uFillTx/>
                  <a:latin typeface="+mn-ea"/>
                </a:rPr>
                <a:t>様</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8" name="グループ化 37">
            <a:extLst>
              <a:ext uri="{FF2B5EF4-FFF2-40B4-BE49-F238E27FC236}">
                <a16:creationId xmlns:a16="http://schemas.microsoft.com/office/drawing/2014/main" id="{65C2D6D4-217D-3CE0-4521-AB8F849BC4BC}"/>
              </a:ext>
            </a:extLst>
          </p:cNvPr>
          <p:cNvGrpSpPr/>
          <p:nvPr/>
        </p:nvGrpSpPr>
        <p:grpSpPr>
          <a:xfrm>
            <a:off x="5329355" y="1564509"/>
            <a:ext cx="2736000" cy="720000"/>
            <a:chOff x="6852000" y="1800000"/>
            <a:chExt cx="2736000" cy="720000"/>
          </a:xfrm>
        </p:grpSpPr>
        <p:sp>
          <p:nvSpPr>
            <p:cNvPr id="39"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福井 将敏</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41" name="直線コネクタ 40">
            <a:extLst>
              <a:ext uri="{FF2B5EF4-FFF2-40B4-BE49-F238E27FC236}">
                <a16:creationId xmlns:a16="http://schemas.microsoft.com/office/drawing/2014/main" id="{3E36A9D1-620F-F185-F028-0AFC6E5D9989}"/>
              </a:ext>
            </a:extLst>
          </p:cNvPr>
          <p:cNvCxnSpPr>
            <a:cxnSpLocks/>
            <a:endCxn id="57" idx="3"/>
          </p:cNvCxnSpPr>
          <p:nvPr/>
        </p:nvCxnSpPr>
        <p:spPr>
          <a:xfrm>
            <a:off x="6697355" y="2284509"/>
            <a:ext cx="0" cy="1029232"/>
          </a:xfrm>
          <a:prstGeom prst="line">
            <a:avLst/>
          </a:prstGeom>
          <a:noFill/>
          <a:ln w="28575" cap="flat" cmpd="sng" algn="ctr">
            <a:solidFill>
              <a:sysClr val="window" lastClr="FFFFFF">
                <a:lumMod val="75000"/>
              </a:sysClr>
            </a:solidFill>
            <a:prstDash val="solid"/>
            <a:miter lim="800000"/>
          </a:ln>
          <a:effectLst/>
        </p:spPr>
      </p:cxnSp>
      <p:grpSp>
        <p:nvGrpSpPr>
          <p:cNvPr id="43" name="グループ化 42">
            <a:extLst>
              <a:ext uri="{FF2B5EF4-FFF2-40B4-BE49-F238E27FC236}">
                <a16:creationId xmlns:a16="http://schemas.microsoft.com/office/drawing/2014/main" id="{44BCAC98-61A1-442A-2978-FB1E7AF56816}"/>
              </a:ext>
            </a:extLst>
          </p:cNvPr>
          <p:cNvGrpSpPr/>
          <p:nvPr/>
        </p:nvGrpSpPr>
        <p:grpSpPr>
          <a:xfrm>
            <a:off x="5329355" y="4416625"/>
            <a:ext cx="2736000" cy="1506374"/>
            <a:chOff x="6852000" y="5532586"/>
            <a:chExt cx="2736000" cy="748769"/>
          </a:xfrm>
        </p:grpSpPr>
        <p:sp>
          <p:nvSpPr>
            <p:cNvPr id="47"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24920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zh-TW" altLang="en-US" sz="1600" b="1" kern="0" dirty="0">
                  <a:solidFill>
                    <a:prstClr val="white"/>
                  </a:solidFill>
                  <a:latin typeface="游ゴシック" panose="020B0400000000000000" pitchFamily="50" charset="-128"/>
                  <a:ea typeface="游ゴシック" panose="020B0400000000000000" pitchFamily="50" charset="-128"/>
                </a:rPr>
                <a:t>新</a:t>
              </a:r>
              <a:r>
                <a:rPr kumimoji="1" lang="en-US" altLang="zh-TW" sz="1600" b="1" kern="0" dirty="0">
                  <a:solidFill>
                    <a:prstClr val="white"/>
                  </a:solidFill>
                  <a:latin typeface="游ゴシック" panose="020B0400000000000000" pitchFamily="50" charset="-128"/>
                  <a:ea typeface="游ゴシック" panose="020B0400000000000000" pitchFamily="50" charset="-128"/>
                </a:rPr>
                <a:t>IRIS</a:t>
              </a:r>
              <a:r>
                <a:rPr kumimoji="1" lang="zh-TW" altLang="en-US" sz="1600" b="1" kern="0" dirty="0">
                  <a:solidFill>
                    <a:prstClr val="white"/>
                  </a:solidFill>
                  <a:latin typeface="游ゴシック" panose="020B0400000000000000" pitchFamily="50" charset="-128"/>
                  <a:ea typeface="游ゴシック" panose="020B0400000000000000" pitchFamily="50" charset="-128"/>
                </a:rPr>
                <a:t>操業品質</a:t>
              </a:r>
              <a:r>
                <a:rPr kumimoji="1" lang="en-US" altLang="zh-TW" sz="1600" b="1" kern="0" dirty="0">
                  <a:solidFill>
                    <a:prstClr val="white"/>
                  </a:solidFill>
                  <a:latin typeface="游ゴシック" panose="020B0400000000000000" pitchFamily="50" charset="-128"/>
                  <a:ea typeface="游ゴシック" panose="020B0400000000000000" pitchFamily="50" charset="-128"/>
                </a:rPr>
                <a:t>AP</a:t>
              </a:r>
            </a:p>
            <a:p>
              <a:pPr lvl="0" algn="ctr" defTabSz="914400">
                <a:defRPr/>
              </a:pPr>
              <a:r>
                <a:rPr kumimoji="1" lang="zh-TW" altLang="en-US" sz="1600" b="1" kern="0" dirty="0">
                  <a:solidFill>
                    <a:prstClr val="white"/>
                  </a:solidFill>
                  <a:latin typeface="游ゴシック" panose="020B0400000000000000" pitchFamily="50" charset="-128"/>
                  <a:ea typeface="游ゴシック" panose="020B0400000000000000" pitchFamily="50" charset="-128"/>
                </a:rPr>
                <a:t>再構築</a:t>
              </a:r>
              <a:r>
                <a:rPr kumimoji="1" lang="ja-JP" altLang="en-US" sz="1600" b="1" i="0" u="none" strike="noStrike" kern="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rPr>
                <a:t>チーム</a:t>
              </a:r>
            </a:p>
          </p:txBody>
        </p:sp>
        <p:sp>
          <p:nvSpPr>
            <p:cNvPr id="48" name="正方形/長方形 47">
              <a:extLst>
                <a:ext uri="{FF2B5EF4-FFF2-40B4-BE49-F238E27FC236}">
                  <a16:creationId xmlns:a16="http://schemas.microsoft.com/office/drawing/2014/main" id="{10B0CD7D-A6F3-7E6D-328C-5A37E0631B7A}"/>
                </a:ext>
              </a:extLst>
            </p:cNvPr>
            <p:cNvSpPr/>
            <p:nvPr/>
          </p:nvSpPr>
          <p:spPr>
            <a:xfrm>
              <a:off x="6852000" y="5787293"/>
              <a:ext cx="2736000" cy="494062"/>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panose="020B0400000000000000" pitchFamily="50" charset="-128"/>
                  <a:ea typeface="游ゴシック" panose="020B0400000000000000" pitchFamily="50" charset="-128"/>
                </a:rPr>
                <a:t>篠塚 正裕</a:t>
              </a:r>
              <a:endParaRPr lang="en-US" altLang="ja-JP" sz="1600">
                <a:solidFill>
                  <a:srgbClr val="333333"/>
                </a:solidFill>
                <a:latin typeface="游ゴシック" panose="020B0400000000000000" pitchFamily="50" charset="-128"/>
                <a:ea typeface="游ゴシック" panose="020B0400000000000000" pitchFamily="50" charset="-128"/>
              </a:endParaRPr>
            </a:p>
            <a:p>
              <a:pPr lvl="0" algn="ctr" defTabSz="914400">
                <a:defRPr/>
              </a:pPr>
              <a:r>
                <a:rPr lang="ja-JP" altLang="en-US" sz="1600">
                  <a:latin typeface="游ゴシック" panose="020B0400000000000000" pitchFamily="50" charset="-128"/>
                  <a:ea typeface="游ゴシック" panose="020B0400000000000000" pitchFamily="50" charset="-128"/>
                </a:rPr>
                <a:t>五石 真人</a:t>
              </a:r>
              <a:endParaRPr lang="en-US" altLang="ja-JP" sz="1600">
                <a:latin typeface="游ゴシック" panose="020B0400000000000000" pitchFamily="50" charset="-128"/>
                <a:ea typeface="游ゴシック" panose="020B0400000000000000" pitchFamily="50" charset="-128"/>
              </a:endParaRPr>
            </a:p>
            <a:p>
              <a:pPr lvl="0" algn="ctr" defTabSz="914400">
                <a:defRPr/>
              </a:pPr>
              <a:r>
                <a:rPr lang="ja-JP" altLang="en-US" sz="1600">
                  <a:latin typeface="游ゴシック" panose="020B0400000000000000" pitchFamily="50" charset="-128"/>
                  <a:ea typeface="游ゴシック" panose="020B0400000000000000" pitchFamily="50" charset="-128"/>
                </a:rPr>
                <a:t>森田泰博</a:t>
              </a:r>
              <a:endParaRPr lang="en-US" altLang="ja-JP" sz="1600">
                <a:solidFill>
                  <a:srgbClr val="333333"/>
                </a:solidFill>
                <a:latin typeface="游ゴシック" panose="020B0400000000000000" pitchFamily="50" charset="-128"/>
                <a:ea typeface="游ゴシック" panose="020B0400000000000000" pitchFamily="50" charset="-128"/>
              </a:endParaRPr>
            </a:p>
            <a:p>
              <a:pPr lvl="0" algn="ctr" defTabSz="914400">
                <a:defRPr/>
              </a:pPr>
              <a:r>
                <a:rPr lang="en-US" altLang="ja-JP" sz="1600">
                  <a:solidFill>
                    <a:srgbClr val="333333"/>
                  </a:solidFill>
                  <a:latin typeface="游ゴシック" panose="020B0400000000000000" pitchFamily="50" charset="-128"/>
                  <a:ea typeface="游ゴシック" panose="020B0400000000000000" pitchFamily="50" charset="-128"/>
                </a:rPr>
                <a:t>+ </a:t>
              </a:r>
              <a:r>
                <a:rPr lang="ja-JP" altLang="en-US" sz="1600">
                  <a:solidFill>
                    <a:srgbClr val="333333"/>
                  </a:solidFill>
                  <a:latin typeface="游ゴシック" panose="020B0400000000000000" pitchFamily="50" charset="-128"/>
                  <a:ea typeface="游ゴシック" panose="020B0400000000000000" pitchFamily="50" charset="-128"/>
                </a:rPr>
                <a:t>ベトナム３名</a:t>
              </a:r>
              <a:r>
                <a:rPr lang="ja-JP" altLang="en-US" sz="1600" b="0" i="0">
                  <a:solidFill>
                    <a:srgbClr val="333333"/>
                  </a:solidFill>
                  <a:effectLst/>
                  <a:latin typeface="游ゴシック" panose="020B0400000000000000" pitchFamily="50" charset="-128"/>
                  <a:ea typeface="游ゴシック" panose="020B0400000000000000" pitchFamily="50" charset="-128"/>
                </a:rPr>
                <a:t> </a:t>
              </a:r>
            </a:p>
          </p:txBody>
        </p:sp>
      </p:grpSp>
      <p:cxnSp>
        <p:nvCxnSpPr>
          <p:cNvPr id="49" name="直線コネクタ 48">
            <a:extLst>
              <a:ext uri="{FF2B5EF4-FFF2-40B4-BE49-F238E27FC236}">
                <a16:creationId xmlns:a16="http://schemas.microsoft.com/office/drawing/2014/main" id="{1D74C627-C1B1-F67F-A7BE-2CFA25DCE2DB}"/>
              </a:ext>
            </a:extLst>
          </p:cNvPr>
          <p:cNvCxnSpPr>
            <a:cxnSpLocks/>
          </p:cNvCxnSpPr>
          <p:nvPr/>
        </p:nvCxnSpPr>
        <p:spPr>
          <a:xfrm flipH="1">
            <a:off x="6691596" y="2788509"/>
            <a:ext cx="380849" cy="0"/>
          </a:xfrm>
          <a:prstGeom prst="line">
            <a:avLst/>
          </a:prstGeom>
          <a:noFill/>
          <a:ln w="28575" cap="flat" cmpd="sng" algn="ctr">
            <a:solidFill>
              <a:sysClr val="window" lastClr="FFFFFF">
                <a:lumMod val="75000"/>
              </a:sysClr>
            </a:solidFill>
            <a:prstDash val="solid"/>
            <a:miter lim="800000"/>
          </a:ln>
          <a:effectLst/>
        </p:spPr>
      </p:cxnSp>
      <p:grpSp>
        <p:nvGrpSpPr>
          <p:cNvPr id="56" name="グループ化 55">
            <a:extLst>
              <a:ext uri="{FF2B5EF4-FFF2-40B4-BE49-F238E27FC236}">
                <a16:creationId xmlns:a16="http://schemas.microsoft.com/office/drawing/2014/main" id="{A44B6757-E569-194B-6AFF-0F61EF39B78C}"/>
              </a:ext>
            </a:extLst>
          </p:cNvPr>
          <p:cNvGrpSpPr/>
          <p:nvPr/>
        </p:nvGrpSpPr>
        <p:grpSpPr>
          <a:xfrm>
            <a:off x="5329355" y="3313741"/>
            <a:ext cx="2736000" cy="711533"/>
            <a:chOff x="6852000" y="2538555"/>
            <a:chExt cx="2736000" cy="711533"/>
          </a:xfrm>
        </p:grpSpPr>
        <p:sp>
          <p:nvSpPr>
            <p:cNvPr id="57"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58" name="正方形/長方形 57">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福田 一希</a:t>
              </a:r>
            </a:p>
          </p:txBody>
        </p:sp>
      </p:grpSp>
      <p:grpSp>
        <p:nvGrpSpPr>
          <p:cNvPr id="59" name="グループ化 58">
            <a:extLst>
              <a:ext uri="{FF2B5EF4-FFF2-40B4-BE49-F238E27FC236}">
                <a16:creationId xmlns:a16="http://schemas.microsoft.com/office/drawing/2014/main" id="{D7AA0D1B-AFDF-1367-DA18-9EE6FFBC3596}"/>
              </a:ext>
            </a:extLst>
          </p:cNvPr>
          <p:cNvGrpSpPr/>
          <p:nvPr/>
        </p:nvGrpSpPr>
        <p:grpSpPr>
          <a:xfrm>
            <a:off x="7066686" y="2434660"/>
            <a:ext cx="2084133" cy="728930"/>
            <a:chOff x="8524839" y="4231002"/>
            <a:chExt cx="2736000" cy="728930"/>
          </a:xfrm>
        </p:grpSpPr>
        <p:sp>
          <p:nvSpPr>
            <p:cNvPr id="60"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61" name="正方形/長方形 60">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62" name="グループ化 61">
            <a:extLst>
              <a:ext uri="{FF2B5EF4-FFF2-40B4-BE49-F238E27FC236}">
                <a16:creationId xmlns:a16="http://schemas.microsoft.com/office/drawing/2014/main" id="{D7AA0D1B-AFDF-1367-DA18-9EE6FFBC3596}"/>
              </a:ext>
            </a:extLst>
          </p:cNvPr>
          <p:cNvGrpSpPr/>
          <p:nvPr/>
        </p:nvGrpSpPr>
        <p:grpSpPr>
          <a:xfrm>
            <a:off x="8930051" y="1531631"/>
            <a:ext cx="2084133" cy="728930"/>
            <a:chOff x="8524839" y="4231002"/>
            <a:chExt cx="2736000" cy="728930"/>
          </a:xfrm>
        </p:grpSpPr>
        <p:sp>
          <p:nvSpPr>
            <p:cNvPr id="63"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品質保証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64" name="正方形/長方形 63">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en-US" altLang="ja-JP" sz="1600">
                  <a:latin typeface="+mn-ea"/>
                </a:rPr>
                <a:t>PJ</a:t>
              </a:r>
              <a:r>
                <a:rPr lang="ja-JP" altLang="en-US" sz="1600">
                  <a:latin typeface="+mn-ea"/>
                </a:rPr>
                <a:t>品質向上委員会</a:t>
              </a:r>
              <a:endParaRPr lang="en-US" altLang="ja-JP" sz="1600">
                <a:latin typeface="+mn-ea"/>
              </a:endParaRPr>
            </a:p>
          </p:txBody>
        </p:sp>
      </p:grpSp>
      <p:grpSp>
        <p:nvGrpSpPr>
          <p:cNvPr id="65" name="グループ化 64">
            <a:extLst>
              <a:ext uri="{FF2B5EF4-FFF2-40B4-BE49-F238E27FC236}">
                <a16:creationId xmlns:a16="http://schemas.microsoft.com/office/drawing/2014/main" id="{44BCAC98-61A1-442A-2978-FB1E7AF56816}"/>
              </a:ext>
            </a:extLst>
          </p:cNvPr>
          <p:cNvGrpSpPr/>
          <p:nvPr/>
        </p:nvGrpSpPr>
        <p:grpSpPr>
          <a:xfrm>
            <a:off x="8516806" y="4416627"/>
            <a:ext cx="2390087" cy="1506372"/>
            <a:chOff x="6852000" y="5428243"/>
            <a:chExt cx="2736000" cy="748768"/>
          </a:xfrm>
        </p:grpSpPr>
        <p:sp>
          <p:nvSpPr>
            <p:cNvPr id="66" name="片側の 2 つの角を丸めた四角形 21">
              <a:extLst>
                <a:ext uri="{FF2B5EF4-FFF2-40B4-BE49-F238E27FC236}">
                  <a16:creationId xmlns:a16="http://schemas.microsoft.com/office/drawing/2014/main" id="{C8FE3297-20F9-5980-9C9E-46C123BEB609}"/>
                </a:ext>
              </a:extLst>
            </p:cNvPr>
            <p:cNvSpPr/>
            <p:nvPr/>
          </p:nvSpPr>
          <p:spPr>
            <a:xfrm>
              <a:off x="6852000" y="5428243"/>
              <a:ext cx="2736000" cy="299693"/>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zh-TW" altLang="en-US" sz="1600" b="1" kern="0">
                  <a:solidFill>
                    <a:prstClr val="white"/>
                  </a:solidFill>
                  <a:latin typeface="游ゴシック" panose="020B0400000000000000" pitchFamily="50" charset="-128"/>
                  <a:ea typeface="游ゴシック" panose="020B0400000000000000" pitchFamily="50" charset="-128"/>
                </a:rPr>
                <a:t>新規連携追加</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rPr>
                <a:t>チーム</a:t>
              </a:r>
            </a:p>
          </p:txBody>
        </p:sp>
        <p:sp>
          <p:nvSpPr>
            <p:cNvPr id="67" name="正方形/長方形 66">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panose="020B0400000000000000" pitchFamily="50" charset="-128"/>
                  <a:ea typeface="游ゴシック" panose="020B0400000000000000" pitchFamily="50" charset="-128"/>
                </a:rPr>
                <a:t>篠塚 正裕</a:t>
              </a:r>
              <a:r>
                <a:rPr lang="en-US" altLang="ja-JP" sz="1600">
                  <a:solidFill>
                    <a:srgbClr val="333333"/>
                  </a:solidFill>
                  <a:latin typeface="游ゴシック" panose="020B0400000000000000" pitchFamily="50" charset="-128"/>
                  <a:ea typeface="游ゴシック" panose="020B0400000000000000" pitchFamily="50" charset="-128"/>
                </a:rPr>
                <a:t>(</a:t>
              </a:r>
              <a:r>
                <a:rPr lang="ja-JP" altLang="en-US" sz="1600">
                  <a:solidFill>
                    <a:srgbClr val="333333"/>
                  </a:solidFill>
                  <a:latin typeface="游ゴシック" panose="020B0400000000000000" pitchFamily="50" charset="-128"/>
                  <a:ea typeface="游ゴシック" panose="020B0400000000000000" pitchFamily="50" charset="-128"/>
                </a:rPr>
                <a:t>兼務</a:t>
              </a:r>
              <a:r>
                <a:rPr lang="en-US" altLang="ja-JP" sz="1600">
                  <a:solidFill>
                    <a:srgbClr val="333333"/>
                  </a:solidFill>
                  <a:latin typeface="游ゴシック" panose="020B0400000000000000" pitchFamily="50" charset="-128"/>
                  <a:ea typeface="游ゴシック" panose="020B0400000000000000" pitchFamily="50" charset="-128"/>
                </a:rPr>
                <a:t>)</a:t>
              </a:r>
            </a:p>
            <a:p>
              <a:pPr lvl="0" algn="ctr" defTabSz="914400">
                <a:defRPr/>
              </a:pPr>
              <a:r>
                <a:rPr lang="ja-JP" altLang="en-US" sz="1600">
                  <a:latin typeface="游ゴシック" panose="020B0400000000000000" pitchFamily="50" charset="-128"/>
                  <a:ea typeface="游ゴシック" panose="020B0400000000000000" pitchFamily="50" charset="-128"/>
                </a:rPr>
                <a:t>森田泰博</a:t>
              </a:r>
              <a:r>
                <a:rPr lang="en-US" altLang="ja-JP" sz="1600">
                  <a:latin typeface="游ゴシック" panose="020B0400000000000000" pitchFamily="50" charset="-128"/>
                  <a:ea typeface="游ゴシック" panose="020B0400000000000000" pitchFamily="50" charset="-128"/>
                </a:rPr>
                <a:t>(</a:t>
              </a:r>
              <a:r>
                <a:rPr lang="ja-JP" altLang="en-US" sz="1600">
                  <a:latin typeface="游ゴシック" panose="020B0400000000000000" pitchFamily="50" charset="-128"/>
                  <a:ea typeface="游ゴシック" panose="020B0400000000000000" pitchFamily="50" charset="-128"/>
                </a:rPr>
                <a:t>兼務</a:t>
              </a:r>
              <a:r>
                <a:rPr lang="en-US" altLang="ja-JP" sz="1600">
                  <a:latin typeface="游ゴシック" panose="020B0400000000000000" pitchFamily="50" charset="-128"/>
                  <a:ea typeface="游ゴシック" panose="020B0400000000000000" pitchFamily="50" charset="-128"/>
                </a:rPr>
                <a:t>)</a:t>
              </a:r>
              <a:endParaRPr lang="en-US" altLang="ja-JP" sz="1600">
                <a:solidFill>
                  <a:srgbClr val="333333"/>
                </a:solidFill>
                <a:latin typeface="游ゴシック" panose="020B0400000000000000" pitchFamily="50" charset="-128"/>
                <a:ea typeface="游ゴシック" panose="020B0400000000000000" pitchFamily="50" charset="-128"/>
              </a:endParaRPr>
            </a:p>
          </p:txBody>
        </p:sp>
      </p:grpSp>
      <p:cxnSp>
        <p:nvCxnSpPr>
          <p:cNvPr id="71" name="直線コネクタ 70">
            <a:extLst>
              <a:ext uri="{FF2B5EF4-FFF2-40B4-BE49-F238E27FC236}">
                <a16:creationId xmlns:a16="http://schemas.microsoft.com/office/drawing/2014/main" id="{1D74C627-C1B1-F67F-A7BE-2CFA25DCE2DB}"/>
              </a:ext>
            </a:extLst>
          </p:cNvPr>
          <p:cNvCxnSpPr>
            <a:cxnSpLocks/>
            <a:endCxn id="58" idx="3"/>
          </p:cNvCxnSpPr>
          <p:nvPr/>
        </p:nvCxnSpPr>
        <p:spPr>
          <a:xfrm flipH="1">
            <a:off x="8065355" y="3803807"/>
            <a:ext cx="1611263" cy="5467"/>
          </a:xfrm>
          <a:prstGeom prst="line">
            <a:avLst/>
          </a:prstGeom>
          <a:noFill/>
          <a:ln w="28575" cap="flat" cmpd="sng" algn="ctr">
            <a:solidFill>
              <a:sysClr val="window" lastClr="FFFFFF">
                <a:lumMod val="75000"/>
              </a:sysClr>
            </a:solidFill>
            <a:prstDash val="solid"/>
            <a:miter lim="800000"/>
          </a:ln>
          <a:effectLst/>
        </p:spPr>
      </p:cxnSp>
      <p:grpSp>
        <p:nvGrpSpPr>
          <p:cNvPr id="72" name="グループ化 71">
            <a:extLst>
              <a:ext uri="{FF2B5EF4-FFF2-40B4-BE49-F238E27FC236}">
                <a16:creationId xmlns:a16="http://schemas.microsoft.com/office/drawing/2014/main" id="{D7AA0D1B-AFDF-1367-DA18-9EE6FFBC3596}"/>
              </a:ext>
            </a:extLst>
          </p:cNvPr>
          <p:cNvGrpSpPr/>
          <p:nvPr/>
        </p:nvGrpSpPr>
        <p:grpSpPr>
          <a:xfrm>
            <a:off x="8521072" y="3304811"/>
            <a:ext cx="2385822" cy="728930"/>
            <a:chOff x="8524839" y="4231002"/>
            <a:chExt cx="2736000" cy="728930"/>
          </a:xfrm>
        </p:grpSpPr>
        <p:sp>
          <p:nvSpPr>
            <p:cNvPr id="73"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noProof="0">
                  <a:solidFill>
                    <a:prstClr val="white"/>
                  </a:solidFill>
                  <a:latin typeface="+mn-ea"/>
                </a:rPr>
                <a:t>リーダー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4" name="正方形/長方形 73">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関谷 亮</a:t>
              </a:r>
              <a:endParaRPr kumimoji="0" lang="en-US" altLang="ja-JP" sz="1600" b="0" i="0" u="none" strike="noStrike" kern="0" cap="none" spc="0" normalizeH="0" baseline="0" noProof="0">
                <a:ln>
                  <a:noFill/>
                </a:ln>
                <a:solidFill>
                  <a:prstClr val="black"/>
                </a:solidFill>
                <a:effectLst/>
                <a:uLnTx/>
                <a:uFillTx/>
                <a:latin typeface="+mn-ea"/>
              </a:endParaRPr>
            </a:p>
          </p:txBody>
        </p:sp>
      </p:grpSp>
      <p:cxnSp>
        <p:nvCxnSpPr>
          <p:cNvPr id="75" name="直線コネクタ 74">
            <a:extLst>
              <a:ext uri="{FF2B5EF4-FFF2-40B4-BE49-F238E27FC236}">
                <a16:creationId xmlns:a16="http://schemas.microsoft.com/office/drawing/2014/main" id="{3E36A9D1-620F-F185-F028-0AFC6E5D9989}"/>
              </a:ext>
            </a:extLst>
          </p:cNvPr>
          <p:cNvCxnSpPr>
            <a:cxnSpLocks/>
            <a:stCxn id="74" idx="2"/>
            <a:endCxn id="66" idx="3"/>
          </p:cNvCxnSpPr>
          <p:nvPr/>
        </p:nvCxnSpPr>
        <p:spPr>
          <a:xfrm flipH="1">
            <a:off x="9711850" y="4033741"/>
            <a:ext cx="2133" cy="382886"/>
          </a:xfrm>
          <a:prstGeom prst="line">
            <a:avLst/>
          </a:prstGeom>
          <a:noFill/>
          <a:ln w="28575" cap="flat" cmpd="sng" algn="ctr">
            <a:solidFill>
              <a:sysClr val="window" lastClr="FFFFFF">
                <a:lumMod val="75000"/>
              </a:sysClr>
            </a:solidFill>
            <a:prstDash val="solid"/>
            <a:miter lim="800000"/>
          </a:ln>
          <a:effectLst/>
        </p:spPr>
      </p:cxnSp>
      <p:cxnSp>
        <p:nvCxnSpPr>
          <p:cNvPr id="76" name="直線コネクタ 75">
            <a:extLst>
              <a:ext uri="{FF2B5EF4-FFF2-40B4-BE49-F238E27FC236}">
                <a16:creationId xmlns:a16="http://schemas.microsoft.com/office/drawing/2014/main" id="{3E36A9D1-620F-F185-F028-0AFC6E5D9989}"/>
              </a:ext>
            </a:extLst>
          </p:cNvPr>
          <p:cNvCxnSpPr>
            <a:cxnSpLocks/>
          </p:cNvCxnSpPr>
          <p:nvPr/>
        </p:nvCxnSpPr>
        <p:spPr>
          <a:xfrm>
            <a:off x="6695711" y="4025274"/>
            <a:ext cx="0" cy="391351"/>
          </a:xfrm>
          <a:prstGeom prst="line">
            <a:avLst/>
          </a:prstGeom>
          <a:noFill/>
          <a:ln w="28575" cap="flat" cmpd="sng" algn="ctr">
            <a:solidFill>
              <a:sysClr val="window" lastClr="FFFFFF">
                <a:lumMod val="75000"/>
              </a:sysClr>
            </a:solidFill>
            <a:prstDash val="solid"/>
            <a:miter lim="800000"/>
          </a:ln>
          <a:effectLst/>
        </p:spPr>
      </p:cxnSp>
      <p:sp>
        <p:nvSpPr>
          <p:cNvPr id="77" name="正方形/長方形 76"/>
          <p:cNvSpPr/>
          <p:nvPr/>
        </p:nvSpPr>
        <p:spPr>
          <a:xfrm>
            <a:off x="8344927" y="3229442"/>
            <a:ext cx="2734962" cy="2752706"/>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851614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2396618332"/>
              </p:ext>
            </p:extLst>
          </p:nvPr>
        </p:nvGraphicFramePr>
        <p:xfrm>
          <a:off x="606000" y="865868"/>
          <a:ext cx="10979999" cy="5508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a:ea typeface="游ゴシック"/>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a:ea typeface="游ゴシック"/>
                        </a:rPr>
                        <a:t>0.3</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a:ea typeface="游ゴシック"/>
                        </a:rPr>
                        <a:t>300,000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a:ea typeface="游ゴシック"/>
                        </a:rPr>
                        <a:t>0.2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a:ea typeface="游ゴシック"/>
                        </a:rPr>
                        <a:t>200,000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a:ea typeface="游ゴシック"/>
                        </a:rPr>
                        <a:t>0.1</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a:ea typeface="游ゴシック"/>
                        </a:rPr>
                        <a:t>140,000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99362617"/>
                  </a:ext>
                </a:extLst>
              </a:tr>
              <a:tr h="324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0.6</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640,000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952203023"/>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a:ea typeface="游ゴシック"/>
                        </a:rPr>
                        <a:t>1.5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a:ea typeface="游ゴシック"/>
                        </a:rPr>
                        <a:t>1,500,000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chemeClr val="tx1"/>
                          </a:solidFill>
                          <a:effectLst/>
                          <a:latin typeface="游ゴシック"/>
                          <a:ea typeface="游ゴシック"/>
                        </a:rPr>
                        <a:t>0.5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chemeClr val="tx1"/>
                          </a:solidFill>
                          <a:effectLst/>
                          <a:latin typeface="游ゴシック"/>
                          <a:ea typeface="游ゴシック"/>
                        </a:rPr>
                        <a:t>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a:ea typeface="游ゴシック"/>
                        </a:rPr>
                        <a:t>0.5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a:ea typeface="游ゴシック"/>
                        </a:rPr>
                        <a:t>700,000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324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2,700,000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324000">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システムテスト①</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システムテスト①</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86722411"/>
                  </a:ext>
                </a:extLst>
              </a:tr>
              <a:tr h="324000">
                <a:tc vMerge="1">
                  <a:txBody>
                    <a:bodyPr/>
                    <a:lstStyle/>
                    <a:p>
                      <a:pPr algn="ctr" rtl="0"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0.6</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600,000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2175920"/>
                  </a:ext>
                </a:extLst>
              </a:tr>
              <a:tr h="324000">
                <a:tc row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４</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システムテスト②</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システムテスト②</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1861176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0.5</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500,000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465942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1.0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1,400,000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255657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2.6</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3,000,000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37077344"/>
                  </a:ext>
                </a:extLst>
              </a:tr>
              <a:tr h="324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6.3</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6,940,000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53405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８</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kumimoji="1" lang="ja-JP" altLang="en-US" b="0" u="none"/>
              <a:t>本資料記載の金額は全て税抜となります。</a:t>
            </a:r>
            <a:endParaRPr kumimoji="1" lang="en-US" altLang="ja-JP" b="0" u="none"/>
          </a:p>
          <a:p>
            <a:r>
              <a:rPr lang="ja-JP" altLang="en-US" b="0" u="none"/>
              <a:t>お見積もりは概算お見積もりのため、改めて正式にお見積もりさせていただきます。</a:t>
            </a:r>
            <a:endParaRPr lang="en-US" altLang="ja-JP" b="0" u="none"/>
          </a:p>
          <a:p>
            <a:r>
              <a:rPr lang="ja-JP" altLang="en-US" b="0" u="none">
                <a:latin typeface="游ゴシック"/>
                <a:ea typeface="游ゴシック"/>
                <a:cs typeface="+mn-ea"/>
              </a:rPr>
              <a:t>業務変更などのプログラム改修は想定していません。</a:t>
            </a:r>
            <a:endParaRPr lang="en-US" altLang="ja-JP" b="0" u="none">
              <a:latin typeface="游ゴシック"/>
              <a:ea typeface="游ゴシック"/>
              <a:cs typeface="+mn-ea"/>
            </a:endParaRPr>
          </a:p>
          <a:p>
            <a:pPr marL="0" indent="0">
              <a:buNone/>
            </a:pPr>
            <a:r>
              <a:rPr lang="en-US" altLang="ja-JP" b="0" u="none">
                <a:latin typeface="游ゴシック"/>
                <a:ea typeface="游ゴシック"/>
                <a:cs typeface="+mn-ea"/>
              </a:rPr>
              <a:t>  </a:t>
            </a:r>
            <a:r>
              <a:rPr lang="ja-JP" altLang="en-US" b="0" u="none">
                <a:latin typeface="游ゴシック"/>
                <a:ea typeface="游ゴシック"/>
                <a:cs typeface="+mn-ea"/>
              </a:rPr>
              <a:t>（千葉オフラスと同等の機能とし、カスタマイズはなしとします。</a:t>
            </a:r>
            <a:r>
              <a:rPr lang="ja-JP" altLang="en-US" b="0" u="none">
                <a:latin typeface="游ゴシック"/>
                <a:ea typeface="游ゴシック"/>
              </a:rPr>
              <a:t>）</a:t>
            </a:r>
            <a:endParaRPr kumimoji="1" lang="en-US" altLang="ja-JP" b="0" u="none">
              <a:latin typeface="游ゴシック"/>
              <a:ea typeface="游ゴシック"/>
            </a:endParaRPr>
          </a:p>
          <a:p>
            <a:r>
              <a:rPr lang="ja-JP" altLang="en-US" b="0" u="none">
                <a:latin typeface="游ゴシック"/>
                <a:ea typeface="游ゴシック"/>
              </a:rPr>
              <a:t>参照機能については不明確なため、お見積対象外となっております。</a:t>
            </a:r>
            <a:endParaRPr lang="ja-JP" b="0" u="none">
              <a:latin typeface="游ゴシック"/>
              <a:ea typeface="游ゴシック"/>
            </a:endParaRPr>
          </a:p>
          <a:p>
            <a:r>
              <a:rPr lang="ja-JP" altLang="en-US" b="0" u="none">
                <a:latin typeface="游ゴシック"/>
                <a:ea typeface="游ゴシック"/>
              </a:rPr>
              <a:t>作業場所は原則弊社オフィス内とします。弊社オフィス内には在宅での勤務を含みます。</a:t>
            </a:r>
            <a:endParaRPr lang="en-US" altLang="ja-JP" b="0" u="none">
              <a:latin typeface="游ゴシック"/>
              <a:ea typeface="游ゴシック"/>
            </a:endParaRPr>
          </a:p>
          <a:p>
            <a:r>
              <a:rPr lang="ja-JP" altLang="en-US" b="0" u="none">
                <a:latin typeface="游ゴシック"/>
                <a:ea typeface="游ゴシック"/>
              </a:rPr>
              <a:t>瑕疵担保責任期間は本稼働日より１年間とします。</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r>
              <a:rPr kumimoji="1" lang="ja-JP" altLang="en-US" b="0" u="none"/>
              <a:t>インフラ環境の</a:t>
            </a:r>
            <a:r>
              <a:rPr lang="ja-JP" altLang="en-US" b="0" u="none"/>
              <a:t>調達・</a:t>
            </a:r>
            <a:r>
              <a:rPr kumimoji="1" lang="ja-JP" altLang="en-US" b="0" u="none"/>
              <a:t>構築は含まれておりません。</a:t>
            </a:r>
            <a:endParaRPr kumimoji="1" lang="en-US" altLang="ja-JP" b="0" u="none"/>
          </a:p>
          <a:p>
            <a:r>
              <a:rPr kumimoji="1" lang="en-US" altLang="ja-JP" b="0" u="none">
                <a:latin typeface="游ゴシック"/>
                <a:ea typeface="游ゴシック"/>
              </a:rPr>
              <a:t>DB</a:t>
            </a:r>
            <a:r>
              <a:rPr kumimoji="1" lang="ja-JP" altLang="en-US" b="0" u="none">
                <a:latin typeface="游ゴシック"/>
                <a:ea typeface="游ゴシック"/>
              </a:rPr>
              <a:t>は</a:t>
            </a:r>
            <a:r>
              <a:rPr kumimoji="1" lang="en-US" altLang="ja-JP" b="0" u="none">
                <a:latin typeface="游ゴシック"/>
                <a:ea typeface="游ゴシック"/>
              </a:rPr>
              <a:t>Oracle</a:t>
            </a:r>
            <a:r>
              <a:rPr kumimoji="1" lang="ja-JP" altLang="en-US" b="0" u="none">
                <a:latin typeface="游ゴシック"/>
                <a:ea typeface="游ゴシック"/>
              </a:rPr>
              <a:t> </a:t>
            </a:r>
            <a:r>
              <a:rPr lang="en-US" altLang="ja-JP" b="0" u="none">
                <a:latin typeface="游ゴシック"/>
                <a:ea typeface="游ゴシック"/>
              </a:rPr>
              <a:t>Database</a:t>
            </a:r>
            <a:r>
              <a:rPr kumimoji="1" lang="ja-JP" altLang="en-US" b="0" u="none">
                <a:latin typeface="游ゴシック"/>
                <a:ea typeface="游ゴシック"/>
              </a:rPr>
              <a:t>を想定しております。</a:t>
            </a:r>
            <a:endParaRPr kumimoji="1" lang="en-US" altLang="ja-JP" b="0" u="none">
              <a:latin typeface="游ゴシック"/>
              <a:ea typeface="游ゴシック"/>
            </a:endParaRPr>
          </a:p>
          <a:p>
            <a:r>
              <a:rPr lang="ja-JP" altLang="en-US" b="0" u="none">
                <a:latin typeface="游ゴシック"/>
                <a:ea typeface="游ゴシック"/>
              </a:rPr>
              <a:t>DB移行に関する費用は含まれておりません。</a:t>
            </a:r>
            <a:endParaRPr lang="en-US" altLang="ja-JP" b="0" u="none">
              <a:latin typeface="游ゴシック"/>
              <a:ea typeface="游ゴシック"/>
            </a:endParaRPr>
          </a:p>
          <a:p>
            <a:r>
              <a:rPr lang="ja-JP" b="0" u="none">
                <a:latin typeface="游ゴシック"/>
                <a:ea typeface="游ゴシック"/>
                <a:cs typeface="+mn-ea"/>
              </a:rPr>
              <a:t>アプリケーション、ミドルウェアのライセンス、インストーラは貴社</a:t>
            </a:r>
            <a:r>
              <a:rPr lang="ja-JP" altLang="en-US" b="0" u="none">
                <a:latin typeface="游ゴシック"/>
                <a:ea typeface="游ゴシック"/>
                <a:cs typeface="+mn-ea"/>
              </a:rPr>
              <a:t>にて</a:t>
            </a:r>
            <a:r>
              <a:rPr lang="ja-JP" b="0" u="none">
                <a:latin typeface="游ゴシック"/>
                <a:ea typeface="游ゴシック"/>
                <a:cs typeface="+mn-ea"/>
              </a:rPr>
              <a:t>ご用意</a:t>
            </a:r>
            <a:r>
              <a:rPr lang="ja-JP" altLang="en-US" b="0" u="none">
                <a:latin typeface="游ゴシック"/>
                <a:ea typeface="游ゴシック"/>
                <a:cs typeface="+mn-ea"/>
              </a:rPr>
              <a:t>をお願いいたします。</a:t>
            </a:r>
            <a:endParaRPr lang="ja-JP" altLang="en-US" b="0" u="none">
              <a:latin typeface="游ゴシック"/>
              <a:ea typeface="游ゴシック"/>
            </a:endParaRPr>
          </a:p>
          <a:p>
            <a:r>
              <a:rPr kumimoji="1" lang="ja-JP" altLang="en-US" b="0" u="none"/>
              <a:t>上記に記載のない諸条件につきましては、別途ご相談の上、決定させていただきます。</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a:t>
            </a:r>
            <a:r>
              <a:rPr lang="ja-JP" altLang="en-US"/>
              <a:t>福田一希</a:t>
            </a:r>
            <a:r>
              <a:rPr kumimoji="1" lang="ja-JP" altLang="en-US"/>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lang="en-US" altLang="ja-JP"/>
              <a:t>kazuki.fukuda@system-exe.jp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2" name="フッター プレースホルダー 1"/>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B2B559D0-B402-4AE1-9018-8CB96E7BCCFD}">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4C728C5-B22A-42B4-8163-E4A5D49941FF}">
  <ds:schemaRefs>
    <ds:schemaRef ds:uri="http://schemas.microsoft.com/office/2006/metadata/properties"/>
    <ds:schemaRef ds:uri="http://purl.org/dc/dcmitype/"/>
    <ds:schemaRef ds:uri="http://www.w3.org/XML/1998/namespace"/>
    <ds:schemaRef ds:uri="http://purl.org/dc/terms/"/>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2fd442da-66a9-4fa6-ba31-eb0d54ad1381"/>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56</TotalTime>
  <Words>1339</Words>
  <Application>Microsoft Office PowerPoint</Application>
  <PresentationFormat>ワイド画面</PresentationFormat>
  <Paragraphs>312</Paragraphs>
  <Slides>10</Slides>
  <Notes>3</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10</vt:i4>
      </vt:variant>
    </vt:vector>
  </HeadingPairs>
  <TitlesOfParts>
    <vt:vector size="18" baseType="lpstr">
      <vt:lpstr>Yu Gothic</vt:lpstr>
      <vt:lpstr>Yu Gothic</vt:lpstr>
      <vt:lpstr>Yu Gothic Medium</vt:lpstr>
      <vt:lpstr>游明朝</vt:lpstr>
      <vt:lpstr>Arial</vt:lpstr>
      <vt:lpstr>Calibri</vt:lpstr>
      <vt:lpstr>Wingdings</vt:lpstr>
      <vt:lpstr>Office テーマ</vt:lpstr>
      <vt:lpstr>概算お見積もり(第1.0版）</vt:lpstr>
      <vt:lpstr>１. はじめに</vt:lpstr>
      <vt:lpstr>２. お見積り範囲</vt:lpstr>
      <vt:lpstr>３. 想定している作業内容と成果物</vt:lpstr>
      <vt:lpstr>４. 機能数と作業範囲</vt:lpstr>
      <vt:lpstr>５. スケジュール（想定）</vt:lpstr>
      <vt:lpstr>６. 体制（想定）</vt:lpstr>
      <vt:lpstr>７. お見積もり</vt:lpstr>
      <vt:lpstr>８.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9</cp:revision>
  <dcterms:created xsi:type="dcterms:W3CDTF">2021-02-05T06:36:21Z</dcterms:created>
  <dcterms:modified xsi:type="dcterms:W3CDTF">2025-07-23T01:18:54Z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