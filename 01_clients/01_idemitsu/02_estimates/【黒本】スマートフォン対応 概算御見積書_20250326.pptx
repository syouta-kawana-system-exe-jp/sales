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5"/>
  </p:notesMasterIdLst>
  <p:handoutMasterIdLst>
    <p:handoutMasterId r:id="rId16"/>
  </p:handoutMasterIdLst>
  <p:sldIdLst>
    <p:sldId id="714" r:id="rId5"/>
    <p:sldId id="1254" r:id="rId6"/>
    <p:sldId id="1255" r:id="rId7"/>
    <p:sldId id="1102" r:id="rId8"/>
    <p:sldId id="1099" r:id="rId9"/>
    <p:sldId id="767" r:id="rId10"/>
    <p:sldId id="1256" r:id="rId11"/>
    <p:sldId id="1095" r:id="rId12"/>
    <p:sldId id="1096" r:id="rId13"/>
    <p:sldId id="65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BE3C8"/>
    <a:srgbClr val="F3A447"/>
    <a:srgbClr val="787878"/>
    <a:srgbClr val="FFFFFF"/>
    <a:srgbClr val="FDEDDA"/>
    <a:srgbClr val="FAF2D4"/>
    <a:srgbClr val="9A3B5D"/>
    <a:srgbClr val="F2F2F2"/>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2AEC13-59A0-4FC8-A2E2-8D39353A9BDC}" v="7" dt="2025-03-26T09:19:58.962"/>
    <p1510:client id="{F81C7ADE-32F1-4258-AEAD-B0E2B857908E}" v="2" dt="2025-03-26T08:27:09.65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02" y="25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桝井雄太" userId="fac6ac76-73f7-4e10-8160-1091c64a25e6" providerId="ADAL" clId="{F81C7ADE-32F1-4258-AEAD-B0E2B857908E}"/>
    <pc:docChg chg="modSld">
      <pc:chgData name="桝井雄太" userId="fac6ac76-73f7-4e10-8160-1091c64a25e6" providerId="ADAL" clId="{F81C7ADE-32F1-4258-AEAD-B0E2B857908E}" dt="2025-03-26T08:28:31.110" v="245" actId="20577"/>
      <pc:docMkLst>
        <pc:docMk/>
      </pc:docMkLst>
      <pc:sldChg chg="modSp mod">
        <pc:chgData name="桝井雄太" userId="fac6ac76-73f7-4e10-8160-1091c64a25e6" providerId="ADAL" clId="{F81C7ADE-32F1-4258-AEAD-B0E2B857908E}" dt="2025-03-26T08:28:14.136" v="239" actId="20577"/>
        <pc:sldMkLst>
          <pc:docMk/>
          <pc:sldMk cId="2513257283" sldId="1096"/>
        </pc:sldMkLst>
        <pc:spChg chg="mod">
          <ac:chgData name="桝井雄太" userId="fac6ac76-73f7-4e10-8160-1091c64a25e6" providerId="ADAL" clId="{F81C7ADE-32F1-4258-AEAD-B0E2B857908E}" dt="2025-03-26T08:28:14.136" v="239" actId="20577"/>
          <ac:spMkLst>
            <pc:docMk/>
            <pc:sldMk cId="2513257283" sldId="1096"/>
            <ac:spMk id="8" creationId="{6AE8CC45-2A20-B6E7-E20B-802E66F6B3D5}"/>
          </ac:spMkLst>
        </pc:spChg>
      </pc:sldChg>
      <pc:sldChg chg="addSp modSp mod">
        <pc:chgData name="桝井雄太" userId="fac6ac76-73f7-4e10-8160-1091c64a25e6" providerId="ADAL" clId="{F81C7ADE-32F1-4258-AEAD-B0E2B857908E}" dt="2025-03-26T08:27:04.548" v="220" actId="20577"/>
        <pc:sldMkLst>
          <pc:docMk/>
          <pc:sldMk cId="163835638" sldId="1254"/>
        </pc:sldMkLst>
        <pc:spChg chg="add mod">
          <ac:chgData name="桝井雄太" userId="fac6ac76-73f7-4e10-8160-1091c64a25e6" providerId="ADAL" clId="{F81C7ADE-32F1-4258-AEAD-B0E2B857908E}" dt="2025-03-26T08:26:51.922" v="218" actId="208"/>
          <ac:spMkLst>
            <pc:docMk/>
            <pc:sldMk cId="163835638" sldId="1254"/>
            <ac:spMk id="4" creationId="{6FD6F7FA-00E3-C32B-09D2-B71C19268423}"/>
          </ac:spMkLst>
        </pc:spChg>
        <pc:graphicFrameChg chg="modGraphic">
          <ac:chgData name="桝井雄太" userId="fac6ac76-73f7-4e10-8160-1091c64a25e6" providerId="ADAL" clId="{F81C7ADE-32F1-4258-AEAD-B0E2B857908E}" dt="2025-03-26T08:27:04.548" v="220" actId="20577"/>
          <ac:graphicFrameMkLst>
            <pc:docMk/>
            <pc:sldMk cId="163835638" sldId="1254"/>
            <ac:graphicFrameMk id="6" creationId="{AD3B78A0-1783-449D-845D-A46B0767A3FB}"/>
          </ac:graphicFrameMkLst>
        </pc:graphicFrameChg>
      </pc:sldChg>
      <pc:sldChg chg="addSp modSp mod">
        <pc:chgData name="桝井雄太" userId="fac6ac76-73f7-4e10-8160-1091c64a25e6" providerId="ADAL" clId="{F81C7ADE-32F1-4258-AEAD-B0E2B857908E}" dt="2025-03-26T08:27:15.831" v="226" actId="20577"/>
        <pc:sldMkLst>
          <pc:docMk/>
          <pc:sldMk cId="3586918158" sldId="1255"/>
        </pc:sldMkLst>
        <pc:spChg chg="add mod">
          <ac:chgData name="桝井雄太" userId="fac6ac76-73f7-4e10-8160-1091c64a25e6" providerId="ADAL" clId="{F81C7ADE-32F1-4258-AEAD-B0E2B857908E}" dt="2025-03-26T08:27:09.658" v="221"/>
          <ac:spMkLst>
            <pc:docMk/>
            <pc:sldMk cId="3586918158" sldId="1255"/>
            <ac:spMk id="4" creationId="{F451B2A8-D27C-4784-15C4-9A385B98110A}"/>
          </ac:spMkLst>
        </pc:spChg>
        <pc:graphicFrameChg chg="modGraphic">
          <ac:chgData name="桝井雄太" userId="fac6ac76-73f7-4e10-8160-1091c64a25e6" providerId="ADAL" clId="{F81C7ADE-32F1-4258-AEAD-B0E2B857908E}" dt="2025-03-26T08:27:15.831" v="226" actId="20577"/>
          <ac:graphicFrameMkLst>
            <pc:docMk/>
            <pc:sldMk cId="3586918158" sldId="1255"/>
            <ac:graphicFrameMk id="6" creationId="{9C2655A3-B43C-18AB-1F82-79E1BBD2A5A9}"/>
          </ac:graphicFrameMkLst>
        </pc:graphicFrameChg>
      </pc:sldChg>
      <pc:sldChg chg="modSp mod">
        <pc:chgData name="桝井雄太" userId="fac6ac76-73f7-4e10-8160-1091c64a25e6" providerId="ADAL" clId="{F81C7ADE-32F1-4258-AEAD-B0E2B857908E}" dt="2025-03-26T08:28:31.110" v="245" actId="20577"/>
        <pc:sldMkLst>
          <pc:docMk/>
          <pc:sldMk cId="4075388378" sldId="1256"/>
        </pc:sldMkLst>
        <pc:graphicFrameChg chg="modGraphic">
          <ac:chgData name="桝井雄太" userId="fac6ac76-73f7-4e10-8160-1091c64a25e6" providerId="ADAL" clId="{F81C7ADE-32F1-4258-AEAD-B0E2B857908E}" dt="2025-03-26T08:28:31.110" v="245" actId="20577"/>
          <ac:graphicFrameMkLst>
            <pc:docMk/>
            <pc:sldMk cId="4075388378" sldId="1256"/>
            <ac:graphicFrameMk id="7" creationId="{1569E888-3401-FBA9-8D1D-7BD973FF9215}"/>
          </ac:graphicFrameMkLst>
        </pc:graphicFrameChg>
      </pc:sldChg>
    </pc:docChg>
  </pc:docChgLst>
  <pc:docChgLst>
    <pc:chgData name="岡部裕輔" userId="d219e652-ccb3-431f-8f9b-9d0e369fb35b" providerId="ADAL" clId="{E113CA83-6C44-4E5C-842C-7226A3D7847A}"/>
    <pc:docChg chg="undo custSel delSld modSld">
      <pc:chgData name="岡部裕輔" userId="d219e652-ccb3-431f-8f9b-9d0e369fb35b" providerId="ADAL" clId="{E113CA83-6C44-4E5C-842C-7226A3D7847A}" dt="2024-12-02T08:09:38.265" v="373" actId="20577"/>
      <pc:docMkLst>
        <pc:docMk/>
      </pc:docMkLst>
      <pc:sldChg chg="modSp mod">
        <pc:chgData name="岡部裕輔" userId="d219e652-ccb3-431f-8f9b-9d0e369fb35b" providerId="ADAL" clId="{E113CA83-6C44-4E5C-842C-7226A3D7847A}" dt="2024-12-02T06:20:59.326" v="7" actId="20577"/>
        <pc:sldMkLst>
          <pc:docMk/>
          <pc:sldMk cId="3201888243" sldId="714"/>
        </pc:sldMkLst>
      </pc:sldChg>
      <pc:sldChg chg="del">
        <pc:chgData name="岡部裕輔" userId="d219e652-ccb3-431f-8f9b-9d0e369fb35b" providerId="ADAL" clId="{E113CA83-6C44-4E5C-842C-7226A3D7847A}" dt="2024-12-02T06:36:26.115" v="272" actId="47"/>
        <pc:sldMkLst>
          <pc:docMk/>
          <pc:sldMk cId="594199676" sldId="1080"/>
        </pc:sldMkLst>
      </pc:sldChg>
      <pc:sldChg chg="del">
        <pc:chgData name="岡部裕輔" userId="d219e652-ccb3-431f-8f9b-9d0e369fb35b" providerId="ADAL" clId="{E113CA83-6C44-4E5C-842C-7226A3D7847A}" dt="2024-12-02T06:36:44.632" v="273" actId="47"/>
        <pc:sldMkLst>
          <pc:docMk/>
          <pc:sldMk cId="1804346687" sldId="1097"/>
        </pc:sldMkLst>
      </pc:sldChg>
      <pc:sldChg chg="del">
        <pc:chgData name="岡部裕輔" userId="d219e652-ccb3-431f-8f9b-9d0e369fb35b" providerId="ADAL" clId="{E113CA83-6C44-4E5C-842C-7226A3D7847A}" dt="2024-12-02T06:36:44.632" v="273" actId="47"/>
        <pc:sldMkLst>
          <pc:docMk/>
          <pc:sldMk cId="1950211203" sldId="1098"/>
        </pc:sldMkLst>
      </pc:sldChg>
      <pc:sldChg chg="modSp mod">
        <pc:chgData name="岡部裕輔" userId="d219e652-ccb3-431f-8f9b-9d0e369fb35b" providerId="ADAL" clId="{E113CA83-6C44-4E5C-842C-7226A3D7847A}" dt="2024-12-02T06:28:54.769" v="126" actId="20577"/>
        <pc:sldMkLst>
          <pc:docMk/>
          <pc:sldMk cId="750407830" sldId="1099"/>
        </pc:sldMkLst>
      </pc:sldChg>
      <pc:sldChg chg="addSp modSp mod">
        <pc:chgData name="岡部裕輔" userId="d219e652-ccb3-431f-8f9b-9d0e369fb35b" providerId="ADAL" clId="{E113CA83-6C44-4E5C-842C-7226A3D7847A}" dt="2024-12-02T08:09:38.265" v="373" actId="20577"/>
        <pc:sldMkLst>
          <pc:docMk/>
          <pc:sldMk cId="1342901965" sldId="1102"/>
        </pc:sldMkLst>
      </pc:sldChg>
      <pc:sldChg chg="addSp delSp modSp mod">
        <pc:chgData name="岡部裕輔" userId="d219e652-ccb3-431f-8f9b-9d0e369fb35b" providerId="ADAL" clId="{E113CA83-6C44-4E5C-842C-7226A3D7847A}" dt="2024-12-02T06:36:16.383" v="271" actId="554"/>
        <pc:sldMkLst>
          <pc:docMk/>
          <pc:sldMk cId="2336542287" sldId="1107"/>
        </pc:sldMkLst>
      </pc:sldChg>
      <pc:sldChg chg="del">
        <pc:chgData name="岡部裕輔" userId="d219e652-ccb3-431f-8f9b-9d0e369fb35b" providerId="ADAL" clId="{E113CA83-6C44-4E5C-842C-7226A3D7847A}" dt="2024-12-02T06:27:13.697" v="117" actId="47"/>
        <pc:sldMkLst>
          <pc:docMk/>
          <pc:sldMk cId="2754241763" sldId="1108"/>
        </pc:sldMkLst>
      </pc:sldChg>
    </pc:docChg>
  </pc:docChgLst>
  <pc:docChgLst>
    <pc:chgData name="川名翔太" userId="902a1c22-1104-4fc2-ba41-1ee47f89ed5e" providerId="ADAL" clId="{6D9D2434-35D2-41E8-BBA8-D79ADC5FDCBA}"/>
    <pc:docChg chg="undo redo custSel addSld delSld modSld sldOrd">
      <pc:chgData name="川名翔太" userId="902a1c22-1104-4fc2-ba41-1ee47f89ed5e" providerId="ADAL" clId="{6D9D2434-35D2-41E8-BBA8-D79ADC5FDCBA}" dt="2025-03-12T12:33:31.204" v="943" actId="20577"/>
      <pc:docMkLst>
        <pc:docMk/>
      </pc:docMkLst>
      <pc:sldChg chg="ord">
        <pc:chgData name="川名翔太" userId="902a1c22-1104-4fc2-ba41-1ee47f89ed5e" providerId="ADAL" clId="{6D9D2434-35D2-41E8-BBA8-D79ADC5FDCBA}" dt="2025-03-11T07:51:03.082" v="9"/>
        <pc:sldMkLst>
          <pc:docMk/>
          <pc:sldMk cId="3652970849" sldId="748"/>
        </pc:sldMkLst>
      </pc:sldChg>
      <pc:sldChg chg="modSp mod">
        <pc:chgData name="川名翔太" userId="902a1c22-1104-4fc2-ba41-1ee47f89ed5e" providerId="ADAL" clId="{6D9D2434-35D2-41E8-BBA8-D79ADC5FDCBA}" dt="2025-03-12T05:17:50.701" v="24"/>
        <pc:sldMkLst>
          <pc:docMk/>
          <pc:sldMk cId="4276394440" sldId="768"/>
        </pc:sldMkLst>
      </pc:sldChg>
      <pc:sldChg chg="modSp mod">
        <pc:chgData name="川名翔太" userId="902a1c22-1104-4fc2-ba41-1ee47f89ed5e" providerId="ADAL" clId="{6D9D2434-35D2-41E8-BBA8-D79ADC5FDCBA}" dt="2025-03-12T12:04:31.963" v="443" actId="20577"/>
        <pc:sldMkLst>
          <pc:docMk/>
          <pc:sldMk cId="1343428231" sldId="1095"/>
        </pc:sldMkLst>
        <pc:graphicFrameChg chg="mod modGraphic">
          <ac:chgData name="川名翔太" userId="902a1c22-1104-4fc2-ba41-1ee47f89ed5e" providerId="ADAL" clId="{6D9D2434-35D2-41E8-BBA8-D79ADC5FDCBA}" dt="2025-03-12T12:04:31.963" v="443" actId="20577"/>
          <ac:graphicFrameMkLst>
            <pc:docMk/>
            <pc:sldMk cId="1343428231" sldId="1095"/>
            <ac:graphicFrameMk id="5" creationId="{BBA8B256-12B2-6E8C-50F9-31564ECC0266}"/>
          </ac:graphicFrameMkLst>
        </pc:graphicFrameChg>
      </pc:sldChg>
      <pc:sldChg chg="modSp mod">
        <pc:chgData name="川名翔太" userId="902a1c22-1104-4fc2-ba41-1ee47f89ed5e" providerId="ADAL" clId="{6D9D2434-35D2-41E8-BBA8-D79ADC5FDCBA}" dt="2025-03-12T12:33:31.204" v="943" actId="20577"/>
        <pc:sldMkLst>
          <pc:docMk/>
          <pc:sldMk cId="2513257283" sldId="1096"/>
        </pc:sldMkLst>
        <pc:spChg chg="mod">
          <ac:chgData name="川名翔太" userId="902a1c22-1104-4fc2-ba41-1ee47f89ed5e" providerId="ADAL" clId="{6D9D2434-35D2-41E8-BBA8-D79ADC5FDCBA}" dt="2025-03-12T12:33:31.204" v="943" actId="20577"/>
          <ac:spMkLst>
            <pc:docMk/>
            <pc:sldMk cId="2513257283" sldId="1096"/>
            <ac:spMk id="8" creationId="{6AE8CC45-2A20-B6E7-E20B-802E66F6B3D5}"/>
          </ac:spMkLst>
        </pc:spChg>
      </pc:sldChg>
      <pc:sldChg chg="modSp mod">
        <pc:chgData name="川名翔太" userId="902a1c22-1104-4fc2-ba41-1ee47f89ed5e" providerId="ADAL" clId="{6D9D2434-35D2-41E8-BBA8-D79ADC5FDCBA}" dt="2025-03-12T05:16:06.159" v="19" actId="1076"/>
        <pc:sldMkLst>
          <pc:docMk/>
          <pc:sldMk cId="750407830" sldId="1099"/>
        </pc:sldMkLst>
      </pc:sldChg>
      <pc:sldChg chg="del">
        <pc:chgData name="川名翔太" userId="902a1c22-1104-4fc2-ba41-1ee47f89ed5e" providerId="ADAL" clId="{6D9D2434-35D2-41E8-BBA8-D79ADC5FDCBA}" dt="2025-03-11T07:50:52.201" v="0" actId="2696"/>
        <pc:sldMkLst>
          <pc:docMk/>
          <pc:sldMk cId="258067534" sldId="1113"/>
        </pc:sldMkLst>
      </pc:sldChg>
      <pc:sldChg chg="add">
        <pc:chgData name="川名翔太" userId="902a1c22-1104-4fc2-ba41-1ee47f89ed5e" providerId="ADAL" clId="{6D9D2434-35D2-41E8-BBA8-D79ADC5FDCBA}" dt="2025-03-11T07:50:56.397" v="1"/>
        <pc:sldMkLst>
          <pc:docMk/>
          <pc:sldMk cId="3454037558" sldId="1113"/>
        </pc:sldMkLst>
      </pc:sldChg>
      <pc:sldChg chg="modSp mod">
        <pc:chgData name="川名翔太" userId="902a1c22-1104-4fc2-ba41-1ee47f89ed5e" providerId="ADAL" clId="{6D9D2434-35D2-41E8-BBA8-D79ADC5FDCBA}" dt="2025-03-12T07:48:01.602" v="46" actId="20577"/>
        <pc:sldMkLst>
          <pc:docMk/>
          <pc:sldMk cId="163835638" sldId="1254"/>
        </pc:sldMkLst>
        <pc:spChg chg="mod">
          <ac:chgData name="川名翔太" userId="902a1c22-1104-4fc2-ba41-1ee47f89ed5e" providerId="ADAL" clId="{6D9D2434-35D2-41E8-BBA8-D79ADC5FDCBA}" dt="2025-03-12T07:48:01.602" v="46" actId="20577"/>
          <ac:spMkLst>
            <pc:docMk/>
            <pc:sldMk cId="163835638" sldId="1254"/>
            <ac:spMk id="2" creationId="{715A1977-001A-47E2-A226-93AAC587563E}"/>
          </ac:spMkLst>
        </pc:spChg>
      </pc:sldChg>
      <pc:sldChg chg="modSp mod">
        <pc:chgData name="川名翔太" userId="902a1c22-1104-4fc2-ba41-1ee47f89ed5e" providerId="ADAL" clId="{6D9D2434-35D2-41E8-BBA8-D79ADC5FDCBA}" dt="2025-03-12T07:48:05.206" v="47"/>
        <pc:sldMkLst>
          <pc:docMk/>
          <pc:sldMk cId="2503941574" sldId="1256"/>
        </pc:sldMkLst>
      </pc:sldChg>
      <pc:sldChg chg="modSp mod">
        <pc:chgData name="川名翔太" userId="902a1c22-1104-4fc2-ba41-1ee47f89ed5e" providerId="ADAL" clId="{6D9D2434-35D2-41E8-BBA8-D79ADC5FDCBA}" dt="2025-03-12T08:05:58.457" v="205" actId="20577"/>
        <pc:sldMkLst>
          <pc:docMk/>
          <pc:sldMk cId="3215141346" sldId="1257"/>
        </pc:sldMkLst>
      </pc:sldChg>
    </pc:docChg>
  </pc:docChgLst>
  <pc:docChgLst>
    <pc:chgData name="髙浦祐朗" userId="d6d860fe-bc64-411b-9605-a16d1ba875f6" providerId="ADAL" clId="{D02AEC13-59A0-4FC8-A2E2-8D39353A9BDC}"/>
    <pc:docChg chg="undo custSel modSld">
      <pc:chgData name="髙浦祐朗" userId="d6d860fe-bc64-411b-9605-a16d1ba875f6" providerId="ADAL" clId="{D02AEC13-59A0-4FC8-A2E2-8D39353A9BDC}" dt="2025-03-26T09:20:16.204" v="56" actId="403"/>
      <pc:docMkLst>
        <pc:docMk/>
      </pc:docMkLst>
      <pc:sldChg chg="modSp mod">
        <pc:chgData name="髙浦祐朗" userId="d6d860fe-bc64-411b-9605-a16d1ba875f6" providerId="ADAL" clId="{D02AEC13-59A0-4FC8-A2E2-8D39353A9BDC}" dt="2025-03-26T09:20:16.204" v="56" actId="403"/>
        <pc:sldMkLst>
          <pc:docMk/>
          <pc:sldMk cId="3201888243" sldId="714"/>
        </pc:sldMkLst>
        <pc:spChg chg="mod">
          <ac:chgData name="髙浦祐朗" userId="d6d860fe-bc64-411b-9605-a16d1ba875f6" providerId="ADAL" clId="{D02AEC13-59A0-4FC8-A2E2-8D39353A9BDC}" dt="2025-03-26T09:20:16.204" v="56" actId="403"/>
          <ac:spMkLst>
            <pc:docMk/>
            <pc:sldMk cId="3201888243" sldId="714"/>
            <ac:spMk id="4" creationId="{00000000-0000-0000-0000-000000000000}"/>
          </ac:spMkLst>
        </pc:spChg>
      </pc:sldChg>
      <pc:sldChg chg="modSp mod">
        <pc:chgData name="髙浦祐朗" userId="d6d860fe-bc64-411b-9605-a16d1ba875f6" providerId="ADAL" clId="{D02AEC13-59A0-4FC8-A2E2-8D39353A9BDC}" dt="2025-03-26T09:18:07.674" v="23"/>
        <pc:sldMkLst>
          <pc:docMk/>
          <pc:sldMk cId="1343428231" sldId="1095"/>
        </pc:sldMkLst>
        <pc:graphicFrameChg chg="mod modGraphic">
          <ac:chgData name="髙浦祐朗" userId="d6d860fe-bc64-411b-9605-a16d1ba875f6" providerId="ADAL" clId="{D02AEC13-59A0-4FC8-A2E2-8D39353A9BDC}" dt="2025-03-26T09:18:07.674" v="23"/>
          <ac:graphicFrameMkLst>
            <pc:docMk/>
            <pc:sldMk cId="1343428231" sldId="1095"/>
            <ac:graphicFrameMk id="5" creationId="{BBA8B256-12B2-6E8C-50F9-31564ECC0266}"/>
          </ac:graphicFrameMkLst>
        </pc:graphicFrameChg>
      </pc:sldChg>
      <pc:sldChg chg="modSp mod">
        <pc:chgData name="髙浦祐朗" userId="d6d860fe-bc64-411b-9605-a16d1ba875f6" providerId="ADAL" clId="{D02AEC13-59A0-4FC8-A2E2-8D39353A9BDC}" dt="2025-03-26T09:18:38.810" v="30" actId="14100"/>
        <pc:sldMkLst>
          <pc:docMk/>
          <pc:sldMk cId="2513257283" sldId="1096"/>
        </pc:sldMkLst>
        <pc:spChg chg="mod">
          <ac:chgData name="髙浦祐朗" userId="d6d860fe-bc64-411b-9605-a16d1ba875f6" providerId="ADAL" clId="{D02AEC13-59A0-4FC8-A2E2-8D39353A9BDC}" dt="2025-03-26T09:18:38.810" v="30" actId="14100"/>
          <ac:spMkLst>
            <pc:docMk/>
            <pc:sldMk cId="2513257283" sldId="1096"/>
            <ac:spMk id="8" creationId="{6AE8CC45-2A20-B6E7-E20B-802E66F6B3D5}"/>
          </ac:spMkLst>
        </pc:spChg>
      </pc:sldChg>
      <pc:sldChg chg="modSp mod">
        <pc:chgData name="髙浦祐朗" userId="d6d860fe-bc64-411b-9605-a16d1ba875f6" providerId="ADAL" clId="{D02AEC13-59A0-4FC8-A2E2-8D39353A9BDC}" dt="2025-03-26T09:16:56.627" v="10" actId="1076"/>
        <pc:sldMkLst>
          <pc:docMk/>
          <pc:sldMk cId="750407830" sldId="1099"/>
        </pc:sldMkLst>
        <pc:spChg chg="mod">
          <ac:chgData name="髙浦祐朗" userId="d6d860fe-bc64-411b-9605-a16d1ba875f6" providerId="ADAL" clId="{D02AEC13-59A0-4FC8-A2E2-8D39353A9BDC}" dt="2025-03-26T09:16:56.627" v="10" actId="1076"/>
          <ac:spMkLst>
            <pc:docMk/>
            <pc:sldMk cId="750407830" sldId="1099"/>
            <ac:spMk id="40" creationId="{6CD68CD5-0065-0C9A-941A-94E15CBF3546}"/>
          </ac:spMkLst>
        </pc:spChg>
      </pc:sldChg>
      <pc:sldChg chg="modSp mod">
        <pc:chgData name="髙浦祐朗" userId="d6d860fe-bc64-411b-9605-a16d1ba875f6" providerId="ADAL" clId="{D02AEC13-59A0-4FC8-A2E2-8D39353A9BDC}" dt="2025-03-26T09:19:48.329" v="36" actId="1076"/>
        <pc:sldMkLst>
          <pc:docMk/>
          <pc:sldMk cId="163835638" sldId="1254"/>
        </pc:sldMkLst>
        <pc:spChg chg="mod">
          <ac:chgData name="髙浦祐朗" userId="d6d860fe-bc64-411b-9605-a16d1ba875f6" providerId="ADAL" clId="{D02AEC13-59A0-4FC8-A2E2-8D39353A9BDC}" dt="2025-03-26T09:19:48.329" v="36" actId="1076"/>
          <ac:spMkLst>
            <pc:docMk/>
            <pc:sldMk cId="163835638" sldId="1254"/>
            <ac:spMk id="4" creationId="{6FD6F7FA-00E3-C32B-09D2-B71C19268423}"/>
          </ac:spMkLst>
        </pc:spChg>
        <pc:graphicFrameChg chg="mod modGraphic">
          <ac:chgData name="髙浦祐朗" userId="d6d860fe-bc64-411b-9605-a16d1ba875f6" providerId="ADAL" clId="{D02AEC13-59A0-4FC8-A2E2-8D39353A9BDC}" dt="2025-03-26T09:19:31.158" v="32" actId="1076"/>
          <ac:graphicFrameMkLst>
            <pc:docMk/>
            <pc:sldMk cId="163835638" sldId="1254"/>
            <ac:graphicFrameMk id="6" creationId="{AD3B78A0-1783-449D-845D-A46B0767A3FB}"/>
          </ac:graphicFrameMkLst>
        </pc:graphicFrameChg>
      </pc:sldChg>
      <pc:sldChg chg="modSp mod">
        <pc:chgData name="髙浦祐朗" userId="d6d860fe-bc64-411b-9605-a16d1ba875f6" providerId="ADAL" clId="{D02AEC13-59A0-4FC8-A2E2-8D39353A9BDC}" dt="2025-03-26T09:19:42.935" v="35" actId="1076"/>
        <pc:sldMkLst>
          <pc:docMk/>
          <pc:sldMk cId="3586918158" sldId="1255"/>
        </pc:sldMkLst>
        <pc:spChg chg="mod">
          <ac:chgData name="髙浦祐朗" userId="d6d860fe-bc64-411b-9605-a16d1ba875f6" providerId="ADAL" clId="{D02AEC13-59A0-4FC8-A2E2-8D39353A9BDC}" dt="2025-03-26T09:19:42.935" v="35" actId="1076"/>
          <ac:spMkLst>
            <pc:docMk/>
            <pc:sldMk cId="3586918158" sldId="1255"/>
            <ac:spMk id="4" creationId="{F451B2A8-D27C-4784-15C4-9A385B98110A}"/>
          </ac:spMkLst>
        </pc:spChg>
        <pc:graphicFrameChg chg="mod modGraphic">
          <ac:chgData name="髙浦祐朗" userId="d6d860fe-bc64-411b-9605-a16d1ba875f6" providerId="ADAL" clId="{D02AEC13-59A0-4FC8-A2E2-8D39353A9BDC}" dt="2025-03-26T09:19:36.927" v="34" actId="1076"/>
          <ac:graphicFrameMkLst>
            <pc:docMk/>
            <pc:sldMk cId="3586918158" sldId="1255"/>
            <ac:graphicFrameMk id="6" creationId="{9C2655A3-B43C-18AB-1F82-79E1BBD2A5A9}"/>
          </ac:graphicFrameMkLst>
        </pc:graphicFrameChg>
      </pc:sldChg>
    </pc:docChg>
  </pc:docChgLst>
  <pc:docChgLst>
    <pc:chgData name="髙浦祐朗" userId="d6d860fe-bc64-411b-9605-a16d1ba875f6" providerId="ADAL" clId="{33C1071C-25C1-49A5-9CA7-4225F0E293B6}"/>
    <pc:docChg chg="undo custSel addSld modSld">
      <pc:chgData name="髙浦祐朗" userId="d6d860fe-bc64-411b-9605-a16d1ba875f6" providerId="ADAL" clId="{33C1071C-25C1-49A5-9CA7-4225F0E293B6}" dt="2025-03-07T04:28:45.626" v="1097"/>
      <pc:docMkLst>
        <pc:docMk/>
      </pc:docMkLst>
      <pc:sldChg chg="modSp mod">
        <pc:chgData name="髙浦祐朗" userId="d6d860fe-bc64-411b-9605-a16d1ba875f6" providerId="ADAL" clId="{33C1071C-25C1-49A5-9CA7-4225F0E293B6}" dt="2025-03-07T04:28:45.626" v="1097"/>
        <pc:sldMkLst>
          <pc:docMk/>
          <pc:sldMk cId="1379317982" sldId="767"/>
        </pc:sldMkLst>
        <pc:graphicFrameChg chg="mod">
          <ac:chgData name="髙浦祐朗" userId="d6d860fe-bc64-411b-9605-a16d1ba875f6" providerId="ADAL" clId="{33C1071C-25C1-49A5-9CA7-4225F0E293B6}" dt="2025-03-07T04:28:45.626" v="1097"/>
          <ac:graphicFrameMkLst>
            <pc:docMk/>
            <pc:sldMk cId="1379317982" sldId="767"/>
            <ac:graphicFrameMk id="7" creationId="{00000000-0000-0000-0000-000000000000}"/>
          </ac:graphicFrameMkLst>
        </pc:graphicFrameChg>
      </pc:sldChg>
      <pc:sldChg chg="modSp mod">
        <pc:chgData name="髙浦祐朗" userId="d6d860fe-bc64-411b-9605-a16d1ba875f6" providerId="ADAL" clId="{33C1071C-25C1-49A5-9CA7-4225F0E293B6}" dt="2025-03-07T04:28:24.025" v="1085" actId="1076"/>
        <pc:sldMkLst>
          <pc:docMk/>
          <pc:sldMk cId="4276394440" sldId="768"/>
        </pc:sldMkLst>
      </pc:sldChg>
      <pc:sldChg chg="addSp delSp modSp mod">
        <pc:chgData name="髙浦祐朗" userId="d6d860fe-bc64-411b-9605-a16d1ba875f6" providerId="ADAL" clId="{33C1071C-25C1-49A5-9CA7-4225F0E293B6}" dt="2025-03-07T04:08:07.233" v="972" actId="20577"/>
        <pc:sldMkLst>
          <pc:docMk/>
          <pc:sldMk cId="3285151704" sldId="828"/>
        </pc:sldMkLst>
      </pc:sldChg>
      <pc:sldChg chg="addSp modSp mod">
        <pc:chgData name="髙浦祐朗" userId="d6d860fe-bc64-411b-9605-a16d1ba875f6" providerId="ADAL" clId="{33C1071C-25C1-49A5-9CA7-4225F0E293B6}" dt="2025-03-07T04:08:40.692" v="974" actId="1076"/>
        <pc:sldMkLst>
          <pc:docMk/>
          <pc:sldMk cId="10589603" sldId="1092"/>
        </pc:sldMkLst>
      </pc:sldChg>
      <pc:sldChg chg="modSp mod">
        <pc:chgData name="髙浦祐朗" userId="d6d860fe-bc64-411b-9605-a16d1ba875f6" providerId="ADAL" clId="{33C1071C-25C1-49A5-9CA7-4225F0E293B6}" dt="2025-03-07T03:41:32.991" v="603" actId="408"/>
        <pc:sldMkLst>
          <pc:docMk/>
          <pc:sldMk cId="1343428231" sldId="1095"/>
        </pc:sldMkLst>
        <pc:graphicFrameChg chg="mod modGraphic">
          <ac:chgData name="髙浦祐朗" userId="d6d860fe-bc64-411b-9605-a16d1ba875f6" providerId="ADAL" clId="{33C1071C-25C1-49A5-9CA7-4225F0E293B6}" dt="2025-03-07T03:41:32.991" v="603" actId="408"/>
          <ac:graphicFrameMkLst>
            <pc:docMk/>
            <pc:sldMk cId="1343428231" sldId="1095"/>
            <ac:graphicFrameMk id="5" creationId="{BBA8B256-12B2-6E8C-50F9-31564ECC0266}"/>
          </ac:graphicFrameMkLst>
        </pc:graphicFrameChg>
      </pc:sldChg>
      <pc:sldChg chg="modSp mod">
        <pc:chgData name="髙浦祐朗" userId="d6d860fe-bc64-411b-9605-a16d1ba875f6" providerId="ADAL" clId="{33C1071C-25C1-49A5-9CA7-4225F0E293B6}" dt="2025-03-07T03:42:11.634" v="607" actId="12"/>
        <pc:sldMkLst>
          <pc:docMk/>
          <pc:sldMk cId="2513257283" sldId="1096"/>
        </pc:sldMkLst>
        <pc:spChg chg="mod">
          <ac:chgData name="髙浦祐朗" userId="d6d860fe-bc64-411b-9605-a16d1ba875f6" providerId="ADAL" clId="{33C1071C-25C1-49A5-9CA7-4225F0E293B6}" dt="2025-03-07T03:42:11.634" v="607" actId="12"/>
          <ac:spMkLst>
            <pc:docMk/>
            <pc:sldMk cId="2513257283" sldId="1096"/>
            <ac:spMk id="8" creationId="{6AE8CC45-2A20-B6E7-E20B-802E66F6B3D5}"/>
          </ac:spMkLst>
        </pc:spChg>
      </pc:sldChg>
      <pc:sldChg chg="addSp delSp modSp mod">
        <pc:chgData name="髙浦祐朗" userId="d6d860fe-bc64-411b-9605-a16d1ba875f6" providerId="ADAL" clId="{33C1071C-25C1-49A5-9CA7-4225F0E293B6}" dt="2025-03-07T04:13:31.769" v="1077" actId="1037"/>
        <pc:sldMkLst>
          <pc:docMk/>
          <pc:sldMk cId="750407830" sldId="1099"/>
        </pc:sldMkLst>
        <pc:spChg chg="add mod">
          <ac:chgData name="髙浦祐朗" userId="d6d860fe-bc64-411b-9605-a16d1ba875f6" providerId="ADAL" clId="{33C1071C-25C1-49A5-9CA7-4225F0E293B6}" dt="2025-03-07T04:04:39.104" v="862" actId="14100"/>
          <ac:spMkLst>
            <pc:docMk/>
            <pc:sldMk cId="750407830" sldId="1099"/>
            <ac:spMk id="5" creationId="{3AFCE336-4F24-3E84-91D4-78A9C5405E9E}"/>
          </ac:spMkLst>
        </pc:spChg>
        <pc:spChg chg="mod">
          <ac:chgData name="髙浦祐朗" userId="d6d860fe-bc64-411b-9605-a16d1ba875f6" providerId="ADAL" clId="{33C1071C-25C1-49A5-9CA7-4225F0E293B6}" dt="2025-03-07T04:12:48.043" v="1070" actId="207"/>
          <ac:spMkLst>
            <pc:docMk/>
            <pc:sldMk cId="750407830" sldId="1099"/>
            <ac:spMk id="39" creationId="{BE794BC6-EB53-3AAA-445E-3DC0858905D6}"/>
          </ac:spMkLst>
        </pc:spChg>
        <pc:spChg chg="mod">
          <ac:chgData name="髙浦祐朗" userId="d6d860fe-bc64-411b-9605-a16d1ba875f6" providerId="ADAL" clId="{33C1071C-25C1-49A5-9CA7-4225F0E293B6}" dt="2025-03-07T04:12:41.652" v="1068" actId="207"/>
          <ac:spMkLst>
            <pc:docMk/>
            <pc:sldMk cId="750407830" sldId="1099"/>
            <ac:spMk id="40" creationId="{6CD68CD5-0065-0C9A-941A-94E15CBF3546}"/>
          </ac:spMkLst>
        </pc:spChg>
        <pc:graphicFrameChg chg="mod">
          <ac:chgData name="髙浦祐朗" userId="d6d860fe-bc64-411b-9605-a16d1ba875f6" providerId="ADAL" clId="{33C1071C-25C1-49A5-9CA7-4225F0E293B6}" dt="2025-03-07T04:01:10.553" v="814" actId="1036"/>
          <ac:graphicFrameMkLst>
            <pc:docMk/>
            <pc:sldMk cId="750407830" sldId="1099"/>
            <ac:graphicFrameMk id="6" creationId="{067F2A02-2C22-B7B2-6A5C-CEE5CF1BA9A4}"/>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7" creationId="{40425F0B-7978-1852-2DF3-F182D07E5483}"/>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8" creationId="{DF899297-39CA-68D9-7882-DDF2777D91A0}"/>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10" creationId="{50B30260-01E5-FC2D-DA10-47530DE9CA1B}"/>
          </ac:graphicFrameMkLst>
        </pc:graphicFrameChg>
        <pc:graphicFrameChg chg="mod">
          <ac:chgData name="髙浦祐朗" userId="d6d860fe-bc64-411b-9605-a16d1ba875f6" providerId="ADAL" clId="{33C1071C-25C1-49A5-9CA7-4225F0E293B6}" dt="2025-03-07T04:13:31.769" v="1077" actId="1037"/>
          <ac:graphicFrameMkLst>
            <pc:docMk/>
            <pc:sldMk cId="750407830" sldId="1099"/>
            <ac:graphicFrameMk id="21" creationId="{F0103D76-E5FB-DA88-49A0-997C19C3E328}"/>
          </ac:graphicFrameMkLst>
        </pc:graphicFrameChg>
        <pc:cxnChg chg="mod">
          <ac:chgData name="髙浦祐朗" userId="d6d860fe-bc64-411b-9605-a16d1ba875f6" providerId="ADAL" clId="{33C1071C-25C1-49A5-9CA7-4225F0E293B6}" dt="2025-03-07T04:05:53.200" v="910" actId="1035"/>
          <ac:cxnSpMkLst>
            <pc:docMk/>
            <pc:sldMk cId="750407830" sldId="1099"/>
            <ac:cxnSpMk id="44" creationId="{C1618CE8-D021-AFDC-7AB6-68DD2FF38DE2}"/>
          </ac:cxnSpMkLst>
        </pc:cxnChg>
        <pc:cxnChg chg="mod">
          <ac:chgData name="髙浦祐朗" userId="d6d860fe-bc64-411b-9605-a16d1ba875f6" providerId="ADAL" clId="{33C1071C-25C1-49A5-9CA7-4225F0E293B6}" dt="2025-03-07T04:05:53.200" v="910" actId="1035"/>
          <ac:cxnSpMkLst>
            <pc:docMk/>
            <pc:sldMk cId="750407830" sldId="1099"/>
            <ac:cxnSpMk id="46" creationId="{4944E78B-45D3-D252-A30B-4EE3B9D76DCF}"/>
          </ac:cxnSpMkLst>
        </pc:cxnChg>
      </pc:sldChg>
      <pc:sldChg chg="addSp delSp modSp mod">
        <pc:chgData name="髙浦祐朗" userId="d6d860fe-bc64-411b-9605-a16d1ba875f6" providerId="ADAL" clId="{33C1071C-25C1-49A5-9CA7-4225F0E293B6}" dt="2025-03-07T04:11:37.077" v="1057"/>
        <pc:sldMkLst>
          <pc:docMk/>
          <pc:sldMk cId="1342901965" sldId="1102"/>
        </pc:sldMkLst>
        <pc:spChg chg="mod">
          <ac:chgData name="髙浦祐朗" userId="d6d860fe-bc64-411b-9605-a16d1ba875f6" providerId="ADAL" clId="{33C1071C-25C1-49A5-9CA7-4225F0E293B6}" dt="2025-03-07T04:10:12.586" v="1035" actId="14100"/>
          <ac:spMkLst>
            <pc:docMk/>
            <pc:sldMk cId="1342901965" sldId="1102"/>
            <ac:spMk id="24" creationId="{9981E65E-52D1-06E7-B62C-88E5C962C4BB}"/>
          </ac:spMkLst>
        </pc:spChg>
        <pc:spChg chg="mod">
          <ac:chgData name="髙浦祐朗" userId="d6d860fe-bc64-411b-9605-a16d1ba875f6" providerId="ADAL" clId="{33C1071C-25C1-49A5-9CA7-4225F0E293B6}" dt="2025-03-07T04:10:23.527" v="1036" actId="12788"/>
          <ac:spMkLst>
            <pc:docMk/>
            <pc:sldMk cId="1342901965" sldId="1102"/>
            <ac:spMk id="30" creationId="{E49C9C00-4C88-3DED-AD78-80F24A61AE28}"/>
          </ac:spMkLst>
        </pc:spChg>
        <pc:spChg chg="mod">
          <ac:chgData name="髙浦祐朗" userId="d6d860fe-bc64-411b-9605-a16d1ba875f6" providerId="ADAL" clId="{33C1071C-25C1-49A5-9CA7-4225F0E293B6}" dt="2025-03-07T04:10:43.835" v="1047" actId="1038"/>
          <ac:spMkLst>
            <pc:docMk/>
            <pc:sldMk cId="1342901965" sldId="1102"/>
            <ac:spMk id="38" creationId="{2AD9E013-F686-2FD1-698C-D175FBC3E2BC}"/>
          </ac:spMkLst>
        </pc:spChg>
        <pc:spChg chg="mod">
          <ac:chgData name="髙浦祐朗" userId="d6d860fe-bc64-411b-9605-a16d1ba875f6" providerId="ADAL" clId="{33C1071C-25C1-49A5-9CA7-4225F0E293B6}" dt="2025-03-07T04:10:43.835" v="1047" actId="1038"/>
          <ac:spMkLst>
            <pc:docMk/>
            <pc:sldMk cId="1342901965" sldId="1102"/>
            <ac:spMk id="39" creationId="{E8F7F3A3-58F5-FEA7-E58E-7F9FDD0E2C69}"/>
          </ac:spMkLst>
        </pc:spChg>
        <pc:spChg chg="mod">
          <ac:chgData name="髙浦祐朗" userId="d6d860fe-bc64-411b-9605-a16d1ba875f6" providerId="ADAL" clId="{33C1071C-25C1-49A5-9CA7-4225F0E293B6}" dt="2025-03-07T02:12:35.759" v="27" actId="20577"/>
          <ac:spMkLst>
            <pc:docMk/>
            <pc:sldMk cId="1342901965" sldId="1102"/>
            <ac:spMk id="42" creationId="{C0DF0B83-0B92-5F58-76C3-3F69C4A13F42}"/>
          </ac:spMkLst>
        </pc:spChg>
        <pc:spChg chg="mod">
          <ac:chgData name="髙浦祐朗" userId="d6d860fe-bc64-411b-9605-a16d1ba875f6" providerId="ADAL" clId="{33C1071C-25C1-49A5-9CA7-4225F0E293B6}" dt="2025-03-07T04:11:37.077" v="1057"/>
          <ac:spMkLst>
            <pc:docMk/>
            <pc:sldMk cId="1342901965" sldId="1102"/>
            <ac:spMk id="64" creationId="{E73CD72B-6DA5-068C-262A-4401C4D9DA54}"/>
          </ac:spMkLst>
        </pc:spChg>
        <pc:spChg chg="mod">
          <ac:chgData name="髙浦祐朗" userId="d6d860fe-bc64-411b-9605-a16d1ba875f6" providerId="ADAL" clId="{33C1071C-25C1-49A5-9CA7-4225F0E293B6}" dt="2025-03-07T04:11:34.258" v="1055"/>
          <ac:spMkLst>
            <pc:docMk/>
            <pc:sldMk cId="1342901965" sldId="1102"/>
            <ac:spMk id="68" creationId="{2CAD3C1A-C881-4FEF-D40C-BC2757062581}"/>
          </ac:spMkLst>
        </pc:spChg>
        <pc:spChg chg="mod">
          <ac:chgData name="髙浦祐朗" userId="d6d860fe-bc64-411b-9605-a16d1ba875f6" providerId="ADAL" clId="{33C1071C-25C1-49A5-9CA7-4225F0E293B6}" dt="2025-03-07T03:33:42.289" v="417" actId="14100"/>
          <ac:spMkLst>
            <pc:docMk/>
            <pc:sldMk cId="1342901965" sldId="1102"/>
            <ac:spMk id="71" creationId="{862FACA1-2256-DEFF-65ED-36F50C0008C3}"/>
          </ac:spMkLst>
        </pc:spChg>
        <pc:spChg chg="mod">
          <ac:chgData name="髙浦祐朗" userId="d6d860fe-bc64-411b-9605-a16d1ba875f6" providerId="ADAL" clId="{33C1071C-25C1-49A5-9CA7-4225F0E293B6}" dt="2025-03-07T03:33:45.891" v="423" actId="14100"/>
          <ac:spMkLst>
            <pc:docMk/>
            <pc:sldMk cId="1342901965" sldId="1102"/>
            <ac:spMk id="88" creationId="{358B10C0-7217-1F66-B3D7-FBF916B25408}"/>
          </ac:spMkLst>
        </pc:spChg>
        <pc:grpChg chg="mod">
          <ac:chgData name="髙浦祐朗" userId="d6d860fe-bc64-411b-9605-a16d1ba875f6" providerId="ADAL" clId="{33C1071C-25C1-49A5-9CA7-4225F0E293B6}" dt="2025-03-07T03:33:34.389" v="415" actId="554"/>
          <ac:grpSpMkLst>
            <pc:docMk/>
            <pc:sldMk cId="1342901965" sldId="1102"/>
            <ac:grpSpMk id="14" creationId="{DDA90344-18AB-3A2A-E52C-87B67DFD8143}"/>
          </ac:grpSpMkLst>
        </pc:grpChg>
        <pc:grpChg chg="mod">
          <ac:chgData name="髙浦祐朗" userId="d6d860fe-bc64-411b-9605-a16d1ba875f6" providerId="ADAL" clId="{33C1071C-25C1-49A5-9CA7-4225F0E293B6}" dt="2025-03-07T03:32:21.938" v="392" actId="554"/>
          <ac:grpSpMkLst>
            <pc:docMk/>
            <pc:sldMk cId="1342901965" sldId="1102"/>
            <ac:grpSpMk id="43" creationId="{FEA875BE-D9E8-79FD-65C7-EFEA23812683}"/>
          </ac:grpSpMkLst>
        </pc:grpChg>
        <pc:grpChg chg="mod">
          <ac:chgData name="髙浦祐朗" userId="d6d860fe-bc64-411b-9605-a16d1ba875f6" providerId="ADAL" clId="{33C1071C-25C1-49A5-9CA7-4225F0E293B6}" dt="2025-03-07T03:31:44.022" v="347" actId="1036"/>
          <ac:grpSpMkLst>
            <pc:docMk/>
            <pc:sldMk cId="1342901965" sldId="1102"/>
            <ac:grpSpMk id="56" creationId="{73ACBD6B-7455-0EDD-4932-D0A6D9353ACF}"/>
          </ac:grpSpMkLst>
        </pc:grpChg>
        <pc:grpChg chg="mod">
          <ac:chgData name="髙浦祐朗" userId="d6d860fe-bc64-411b-9605-a16d1ba875f6" providerId="ADAL" clId="{33C1071C-25C1-49A5-9CA7-4225F0E293B6}" dt="2025-03-07T04:10:23.527" v="1036" actId="12788"/>
          <ac:grpSpMkLst>
            <pc:docMk/>
            <pc:sldMk cId="1342901965" sldId="1102"/>
            <ac:grpSpMk id="61" creationId="{BF9B8D69-5C51-0F59-7C7B-B4AA7FED1961}"/>
          </ac:grpSpMkLst>
        </pc:grpChg>
        <pc:grpChg chg="mod">
          <ac:chgData name="髙浦祐朗" userId="d6d860fe-bc64-411b-9605-a16d1ba875f6" providerId="ADAL" clId="{33C1071C-25C1-49A5-9CA7-4225F0E293B6}" dt="2025-03-07T04:10:23.527" v="1036" actId="12788"/>
          <ac:grpSpMkLst>
            <pc:docMk/>
            <pc:sldMk cId="1342901965" sldId="1102"/>
            <ac:grpSpMk id="65" creationId="{862F4B9C-F012-733C-97E7-BC4BD6155E59}"/>
          </ac:grpSpMkLst>
        </pc:grpChg>
        <pc:grpChg chg="mod">
          <ac:chgData name="髙浦祐朗" userId="d6d860fe-bc64-411b-9605-a16d1ba875f6" providerId="ADAL" clId="{33C1071C-25C1-49A5-9CA7-4225F0E293B6}" dt="2025-03-07T04:10:23.527" v="1036" actId="12788"/>
          <ac:grpSpMkLst>
            <pc:docMk/>
            <pc:sldMk cId="1342901965" sldId="1102"/>
            <ac:grpSpMk id="69" creationId="{303A46D3-CF1F-B6F7-728F-CAC71250A9BE}"/>
          </ac:grpSpMkLst>
        </pc:grpChg>
        <pc:cxnChg chg="add mod">
          <ac:chgData name="髙浦祐朗" userId="d6d860fe-bc64-411b-9605-a16d1ba875f6" providerId="ADAL" clId="{33C1071C-25C1-49A5-9CA7-4225F0E293B6}" dt="2025-03-07T04:10:23.527" v="1036" actId="12788"/>
          <ac:cxnSpMkLst>
            <pc:docMk/>
            <pc:sldMk cId="1342901965" sldId="1102"/>
            <ac:cxnSpMk id="18" creationId="{96BA573D-6F8E-3CDB-2C00-3C2E1C718B23}"/>
          </ac:cxnSpMkLst>
        </pc:cxnChg>
        <pc:cxnChg chg="mod">
          <ac:chgData name="髙浦祐朗" userId="d6d860fe-bc64-411b-9605-a16d1ba875f6" providerId="ADAL" clId="{33C1071C-25C1-49A5-9CA7-4225F0E293B6}" dt="2025-03-07T04:10:28.351" v="1037" actId="14100"/>
          <ac:cxnSpMkLst>
            <pc:docMk/>
            <pc:sldMk cId="1342901965" sldId="1102"/>
            <ac:cxnSpMk id="34" creationId="{804F6137-3497-2C14-7346-DC041DFD9FE0}"/>
          </ac:cxnSpMkLst>
        </pc:cxnChg>
        <pc:cxnChg chg="mod">
          <ac:chgData name="髙浦祐朗" userId="d6d860fe-bc64-411b-9605-a16d1ba875f6" providerId="ADAL" clId="{33C1071C-25C1-49A5-9CA7-4225F0E293B6}" dt="2025-03-07T03:32:21.938" v="392" actId="554"/>
          <ac:cxnSpMkLst>
            <pc:docMk/>
            <pc:sldMk cId="1342901965" sldId="1102"/>
            <ac:cxnSpMk id="48" creationId="{B02D2D4D-3924-332F-F7F5-F534F737B379}"/>
          </ac:cxnSpMkLst>
        </pc:cxnChg>
        <pc:cxnChg chg="mod">
          <ac:chgData name="髙浦祐朗" userId="d6d860fe-bc64-411b-9605-a16d1ba875f6" providerId="ADAL" clId="{33C1071C-25C1-49A5-9CA7-4225F0E293B6}" dt="2025-03-07T03:32:21.938" v="392" actId="554"/>
          <ac:cxnSpMkLst>
            <pc:docMk/>
            <pc:sldMk cId="1342901965" sldId="1102"/>
            <ac:cxnSpMk id="59" creationId="{6C5BF4C1-2748-3C2D-D135-958049E0D3B7}"/>
          </ac:cxnSpMkLst>
        </pc:cxnChg>
        <pc:cxnChg chg="mod">
          <ac:chgData name="髙浦祐朗" userId="d6d860fe-bc64-411b-9605-a16d1ba875f6" providerId="ADAL" clId="{33C1071C-25C1-49A5-9CA7-4225F0E293B6}" dt="2025-03-07T03:31:44.022" v="347" actId="1036"/>
          <ac:cxnSpMkLst>
            <pc:docMk/>
            <pc:sldMk cId="1342901965" sldId="1102"/>
            <ac:cxnSpMk id="72" creationId="{73A7776E-EDE7-9544-B058-8773197D39DB}"/>
          </ac:cxnSpMkLst>
        </pc:cxnChg>
      </pc:sldChg>
      <pc:sldChg chg="addSp modSp mod">
        <pc:chgData name="髙浦祐朗" userId="d6d860fe-bc64-411b-9605-a16d1ba875f6" providerId="ADAL" clId="{33C1071C-25C1-49A5-9CA7-4225F0E293B6}" dt="2025-03-07T04:08:45.878" v="975" actId="1076"/>
        <pc:sldMkLst>
          <pc:docMk/>
          <pc:sldMk cId="401927681" sldId="1109"/>
        </pc:sldMkLst>
      </pc:sldChg>
      <pc:sldChg chg="addSp delSp modSp mod">
        <pc:chgData name="髙浦祐朗" userId="d6d860fe-bc64-411b-9605-a16d1ba875f6" providerId="ADAL" clId="{33C1071C-25C1-49A5-9CA7-4225F0E293B6}" dt="2025-03-07T04:08:51.090" v="977" actId="1076"/>
        <pc:sldMkLst>
          <pc:docMk/>
          <pc:sldMk cId="2752393928" sldId="1110"/>
        </pc:sldMkLst>
      </pc:sldChg>
      <pc:sldChg chg="addSp modSp mod">
        <pc:chgData name="髙浦祐朗" userId="d6d860fe-bc64-411b-9605-a16d1ba875f6" providerId="ADAL" clId="{33C1071C-25C1-49A5-9CA7-4225F0E293B6}" dt="2025-03-07T04:08:56.432" v="984" actId="1076"/>
        <pc:sldMkLst>
          <pc:docMk/>
          <pc:sldMk cId="806121115" sldId="1111"/>
        </pc:sldMkLst>
      </pc:sldChg>
      <pc:sldChg chg="mod modShow">
        <pc:chgData name="髙浦祐朗" userId="d6d860fe-bc64-411b-9605-a16d1ba875f6" providerId="ADAL" clId="{33C1071C-25C1-49A5-9CA7-4225F0E293B6}" dt="2025-03-07T04:27:51.906" v="1078" actId="729"/>
        <pc:sldMkLst>
          <pc:docMk/>
          <pc:sldMk cId="964962344" sldId="1112"/>
        </pc:sldMkLst>
      </pc:sldChg>
      <pc:sldChg chg="addSp delSp modSp add mod">
        <pc:chgData name="髙浦祐朗" userId="d6d860fe-bc64-411b-9605-a16d1ba875f6" providerId="ADAL" clId="{33C1071C-25C1-49A5-9CA7-4225F0E293B6}" dt="2025-03-07T04:09:08.203" v="988" actId="14100"/>
        <pc:sldMkLst>
          <pc:docMk/>
          <pc:sldMk cId="258067534" sldId="1113"/>
        </pc:sldMkLst>
      </pc:sldChg>
    </pc:docChg>
  </pc:docChgLst>
  <pc:docChgLst>
    <pc:chgData name="髙浦祐朗" userId="d6d860fe-bc64-411b-9605-a16d1ba875f6" providerId="ADAL" clId="{BE4908E2-4B89-456A-B75E-C5BC144E1DB5}"/>
    <pc:docChg chg="undo custSel modSld">
      <pc:chgData name="髙浦祐朗" userId="d6d860fe-bc64-411b-9605-a16d1ba875f6" providerId="ADAL" clId="{BE4908E2-4B89-456A-B75E-C5BC144E1DB5}" dt="2024-12-02T08:48:51.778" v="23" actId="1076"/>
      <pc:docMkLst>
        <pc:docMk/>
      </pc:docMkLst>
      <pc:sldChg chg="addSp delSp modSp mod">
        <pc:chgData name="髙浦祐朗" userId="d6d860fe-bc64-411b-9605-a16d1ba875f6" providerId="ADAL" clId="{BE4908E2-4B89-456A-B75E-C5BC144E1DB5}" dt="2024-12-02T08:48:51.778" v="23" actId="1076"/>
        <pc:sldMkLst>
          <pc:docMk/>
          <pc:sldMk cId="2336542287" sldId="1107"/>
        </pc:sldMkLst>
      </pc:sldChg>
    </pc:docChg>
  </pc:docChgLst>
  <pc:docChgLst>
    <pc:chgData name="福井将敏" userId="e05632b6-6aeb-41ae-8805-dae2c5f8fa6e" providerId="ADAL" clId="{6F9D9C7E-834F-431E-8AB5-6E85E426F2C8}"/>
    <pc:docChg chg="undo custSel modSld">
      <pc:chgData name="福井将敏" userId="e05632b6-6aeb-41ae-8805-dae2c5f8fa6e" providerId="ADAL" clId="{6F9D9C7E-834F-431E-8AB5-6E85E426F2C8}" dt="2025-03-07T03:06:41.597" v="365" actId="20577"/>
      <pc:docMkLst>
        <pc:docMk/>
      </pc:docMkLst>
      <pc:sldChg chg="delSp modSp mod">
        <pc:chgData name="福井将敏" userId="e05632b6-6aeb-41ae-8805-dae2c5f8fa6e" providerId="ADAL" clId="{6F9D9C7E-834F-431E-8AB5-6E85E426F2C8}" dt="2025-03-07T03:06:41.597" v="365" actId="20577"/>
        <pc:sldMkLst>
          <pc:docMk/>
          <pc:sldMk cId="1343428231" sldId="1095"/>
        </pc:sldMkLst>
        <pc:graphicFrameChg chg="mod modGraphic">
          <ac:chgData name="福井将敏" userId="e05632b6-6aeb-41ae-8805-dae2c5f8fa6e" providerId="ADAL" clId="{6F9D9C7E-834F-431E-8AB5-6E85E426F2C8}" dt="2025-03-07T03:06:41.597" v="365" actId="20577"/>
          <ac:graphicFrameMkLst>
            <pc:docMk/>
            <pc:sldMk cId="1343428231" sldId="1095"/>
            <ac:graphicFrameMk id="5" creationId="{BBA8B256-12B2-6E8C-50F9-31564ECC0266}"/>
          </ac:graphicFrameMkLst>
        </pc:graphicFrameChg>
      </pc:sldChg>
    </pc:docChg>
  </pc:docChgLst>
  <pc:docChgLst>
    <pc:chgData name="川名翔太" userId="902a1c22-1104-4fc2-ba41-1ee47f89ed5e" providerId="ADAL" clId="{F699E002-AA91-47D3-B185-A8A5243FF442}"/>
    <pc:docChg chg="undo custSel addSld delSld modSld">
      <pc:chgData name="川名翔太" userId="902a1c22-1104-4fc2-ba41-1ee47f89ed5e" providerId="ADAL" clId="{F699E002-AA91-47D3-B185-A8A5243FF442}" dt="2025-03-10T03:05:28.709" v="1633" actId="21"/>
      <pc:docMkLst>
        <pc:docMk/>
      </pc:docMkLst>
      <pc:sldChg chg="modSp mod">
        <pc:chgData name="川名翔太" userId="902a1c22-1104-4fc2-ba41-1ee47f89ed5e" providerId="ADAL" clId="{F699E002-AA91-47D3-B185-A8A5243FF442}" dt="2025-03-10T01:51:41.479" v="1164" actId="20577"/>
        <pc:sldMkLst>
          <pc:docMk/>
          <pc:sldMk cId="4015780804" sldId="744"/>
        </pc:sldMkLst>
      </pc:sldChg>
      <pc:sldChg chg="delSp modSp mod">
        <pc:chgData name="川名翔太" userId="902a1c22-1104-4fc2-ba41-1ee47f89ed5e" providerId="ADAL" clId="{F699E002-AA91-47D3-B185-A8A5243FF442}" dt="2025-03-10T01:55:10.008" v="1325" actId="20577"/>
        <pc:sldMkLst>
          <pc:docMk/>
          <pc:sldMk cId="1379317982" sldId="767"/>
        </pc:sldMkLst>
        <pc:graphicFrameChg chg="mod modGraphic">
          <ac:chgData name="川名翔太" userId="902a1c22-1104-4fc2-ba41-1ee47f89ed5e" providerId="ADAL" clId="{F699E002-AA91-47D3-B185-A8A5243FF442}" dt="2025-03-10T01:55:10.008" v="1325" actId="20577"/>
          <ac:graphicFrameMkLst>
            <pc:docMk/>
            <pc:sldMk cId="1379317982" sldId="767"/>
            <ac:graphicFrameMk id="7" creationId="{00000000-0000-0000-0000-000000000000}"/>
          </ac:graphicFrameMkLst>
        </pc:graphicFrameChg>
      </pc:sldChg>
      <pc:sldChg chg="delSp modSp mod">
        <pc:chgData name="川名翔太" userId="902a1c22-1104-4fc2-ba41-1ee47f89ed5e" providerId="ADAL" clId="{F699E002-AA91-47D3-B185-A8A5243FF442}" dt="2025-03-10T03:02:04.690" v="1405" actId="20577"/>
        <pc:sldMkLst>
          <pc:docMk/>
          <pc:sldMk cId="4276394440" sldId="768"/>
        </pc:sldMkLst>
      </pc:sldChg>
      <pc:sldChg chg="modSp mod">
        <pc:chgData name="川名翔太" userId="902a1c22-1104-4fc2-ba41-1ee47f89ed5e" providerId="ADAL" clId="{F699E002-AA91-47D3-B185-A8A5243FF442}" dt="2025-03-10T03:01:11.464" v="1401"/>
        <pc:sldMkLst>
          <pc:docMk/>
          <pc:sldMk cId="1343428231" sldId="1095"/>
        </pc:sldMkLst>
        <pc:graphicFrameChg chg="mod modGraphic">
          <ac:chgData name="川名翔太" userId="902a1c22-1104-4fc2-ba41-1ee47f89ed5e" providerId="ADAL" clId="{F699E002-AA91-47D3-B185-A8A5243FF442}" dt="2025-03-10T03:01:11.464" v="1401"/>
          <ac:graphicFrameMkLst>
            <pc:docMk/>
            <pc:sldMk cId="1343428231" sldId="1095"/>
            <ac:graphicFrameMk id="5" creationId="{BBA8B256-12B2-6E8C-50F9-31564ECC0266}"/>
          </ac:graphicFrameMkLst>
        </pc:graphicFrameChg>
      </pc:sldChg>
      <pc:sldChg chg="modSp mod">
        <pc:chgData name="川名翔太" userId="902a1c22-1104-4fc2-ba41-1ee47f89ed5e" providerId="ADAL" clId="{F699E002-AA91-47D3-B185-A8A5243FF442}" dt="2025-03-10T03:03:05.820" v="1503" actId="20577"/>
        <pc:sldMkLst>
          <pc:docMk/>
          <pc:sldMk cId="2513257283" sldId="1096"/>
        </pc:sldMkLst>
        <pc:spChg chg="mod">
          <ac:chgData name="川名翔太" userId="902a1c22-1104-4fc2-ba41-1ee47f89ed5e" providerId="ADAL" clId="{F699E002-AA91-47D3-B185-A8A5243FF442}" dt="2025-03-10T03:03:05.820" v="1503" actId="20577"/>
          <ac:spMkLst>
            <pc:docMk/>
            <pc:sldMk cId="2513257283" sldId="1096"/>
            <ac:spMk id="8" creationId="{6AE8CC45-2A20-B6E7-E20B-802E66F6B3D5}"/>
          </ac:spMkLst>
        </pc:spChg>
      </pc:sldChg>
      <pc:sldChg chg="addSp delSp modSp mod">
        <pc:chgData name="川名翔太" userId="902a1c22-1104-4fc2-ba41-1ee47f89ed5e" providerId="ADAL" clId="{F699E002-AA91-47D3-B185-A8A5243FF442}" dt="2025-03-10T03:05:28.709" v="1633" actId="21"/>
        <pc:sldMkLst>
          <pc:docMk/>
          <pc:sldMk cId="750407830" sldId="1099"/>
        </pc:sldMkLst>
      </pc:sldChg>
      <pc:sldChg chg="addSp delSp modSp mod">
        <pc:chgData name="川名翔太" userId="902a1c22-1104-4fc2-ba41-1ee47f89ed5e" providerId="ADAL" clId="{F699E002-AA91-47D3-B185-A8A5243FF442}" dt="2025-03-07T03:16:18.842" v="377" actId="21"/>
        <pc:sldMkLst>
          <pc:docMk/>
          <pc:sldMk cId="1342901965" sldId="1102"/>
        </pc:sldMkLst>
        <pc:spChg chg="mod">
          <ac:chgData name="川名翔太" userId="902a1c22-1104-4fc2-ba41-1ee47f89ed5e" providerId="ADAL" clId="{F699E002-AA91-47D3-B185-A8A5243FF442}" dt="2025-03-07T03:16:00.198" v="370" actId="20577"/>
          <ac:spMkLst>
            <pc:docMk/>
            <pc:sldMk cId="1342901965" sldId="1102"/>
            <ac:spMk id="42" creationId="{C0DF0B83-0B92-5F58-76C3-3F69C4A13F42}"/>
          </ac:spMkLst>
        </pc:spChg>
        <pc:spChg chg="mod">
          <ac:chgData name="川名翔太" userId="902a1c22-1104-4fc2-ba41-1ee47f89ed5e" providerId="ADAL" clId="{F699E002-AA91-47D3-B185-A8A5243FF442}" dt="2025-03-07T03:16:01.088" v="371" actId="20577"/>
          <ac:spMkLst>
            <pc:docMk/>
            <pc:sldMk cId="1342901965" sldId="1102"/>
            <ac:spMk id="47" creationId="{2E8D1934-EA8D-35FD-4885-FB50A09461F7}"/>
          </ac:spMkLst>
        </pc:spChg>
      </pc:sldChg>
      <pc:sldChg chg="add del">
        <pc:chgData name="川名翔太" userId="902a1c22-1104-4fc2-ba41-1ee47f89ed5e" providerId="ADAL" clId="{F699E002-AA91-47D3-B185-A8A5243FF442}" dt="2025-03-10T01:52:56.517" v="1213" actId="47"/>
        <pc:sldMkLst>
          <pc:docMk/>
          <pc:sldMk cId="964962344" sldId="1112"/>
        </pc:sldMkLst>
      </pc:sldChg>
    </pc:docChg>
  </pc:docChgLst>
  <pc:docChgLst>
    <pc:chgData name="髙浦祐朗" userId="d6d860fe-bc64-411b-9605-a16d1ba875f6" providerId="ADAL" clId="{8A64FA36-8AEB-4DFC-AF29-F763FAF503BC}"/>
    <pc:docChg chg="undo custSel addSld delSld modSld">
      <pc:chgData name="髙浦祐朗" userId="d6d860fe-bc64-411b-9605-a16d1ba875f6" providerId="ADAL" clId="{8A64FA36-8AEB-4DFC-AF29-F763FAF503BC}" dt="2025-03-06T15:00:25.727" v="1613" actId="20577"/>
      <pc:docMkLst>
        <pc:docMk/>
      </pc:docMkLst>
      <pc:sldChg chg="addSp delSp modSp mod">
        <pc:chgData name="髙浦祐朗" userId="d6d860fe-bc64-411b-9605-a16d1ba875f6" providerId="ADAL" clId="{8A64FA36-8AEB-4DFC-AF29-F763FAF503BC}" dt="2025-03-06T14:24:33.500" v="603" actId="1036"/>
        <pc:sldMkLst>
          <pc:docMk/>
          <pc:sldMk cId="3652970849" sldId="748"/>
        </pc:sldMkLst>
      </pc:sldChg>
      <pc:sldChg chg="addSp modSp mod">
        <pc:chgData name="髙浦祐朗" userId="d6d860fe-bc64-411b-9605-a16d1ba875f6" providerId="ADAL" clId="{8A64FA36-8AEB-4DFC-AF29-F763FAF503BC}" dt="2025-03-06T15:00:05.918" v="1603" actId="20577"/>
        <pc:sldMkLst>
          <pc:docMk/>
          <pc:sldMk cId="1379317982" sldId="767"/>
        </pc:sldMkLst>
      </pc:sldChg>
      <pc:sldChg chg="addSp modSp mod">
        <pc:chgData name="髙浦祐朗" userId="d6d860fe-bc64-411b-9605-a16d1ba875f6" providerId="ADAL" clId="{8A64FA36-8AEB-4DFC-AF29-F763FAF503BC}" dt="2025-03-06T15:00:17.071" v="1604"/>
        <pc:sldMkLst>
          <pc:docMk/>
          <pc:sldMk cId="4276394440" sldId="768"/>
        </pc:sldMkLst>
      </pc:sldChg>
      <pc:sldChg chg="del">
        <pc:chgData name="髙浦祐朗" userId="d6d860fe-bc64-411b-9605-a16d1ba875f6" providerId="ADAL" clId="{8A64FA36-8AEB-4DFC-AF29-F763FAF503BC}" dt="2025-03-06T14:32:57.096" v="832" actId="47"/>
        <pc:sldMkLst>
          <pc:docMk/>
          <pc:sldMk cId="662563982" sldId="1082"/>
        </pc:sldMkLst>
      </pc:sldChg>
      <pc:sldChg chg="del">
        <pc:chgData name="髙浦祐朗" userId="d6d860fe-bc64-411b-9605-a16d1ba875f6" providerId="ADAL" clId="{8A64FA36-8AEB-4DFC-AF29-F763FAF503BC}" dt="2025-03-06T14:37:00.273" v="941" actId="47"/>
        <pc:sldMkLst>
          <pc:docMk/>
          <pc:sldMk cId="3461870007" sldId="1086"/>
        </pc:sldMkLst>
      </pc:sldChg>
      <pc:sldChg chg="addSp delSp modSp mod">
        <pc:chgData name="髙浦祐朗" userId="d6d860fe-bc64-411b-9605-a16d1ba875f6" providerId="ADAL" clId="{8A64FA36-8AEB-4DFC-AF29-F763FAF503BC}" dt="2025-03-06T14:31:38.682" v="800" actId="408"/>
        <pc:sldMkLst>
          <pc:docMk/>
          <pc:sldMk cId="10589603" sldId="1092"/>
        </pc:sldMkLst>
      </pc:sldChg>
      <pc:sldChg chg="del">
        <pc:chgData name="髙浦祐朗" userId="d6d860fe-bc64-411b-9605-a16d1ba875f6" providerId="ADAL" clId="{8A64FA36-8AEB-4DFC-AF29-F763FAF503BC}" dt="2025-03-06T14:36:59.701" v="940" actId="47"/>
        <pc:sldMkLst>
          <pc:docMk/>
          <pc:sldMk cId="3285993692" sldId="1093"/>
        </pc:sldMkLst>
      </pc:sldChg>
      <pc:sldChg chg="addSp delSp modSp mod">
        <pc:chgData name="髙浦祐朗" userId="d6d860fe-bc64-411b-9605-a16d1ba875f6" providerId="ADAL" clId="{8A64FA36-8AEB-4DFC-AF29-F763FAF503BC}" dt="2025-03-06T15:00:25.727" v="1613" actId="20577"/>
        <pc:sldMkLst>
          <pc:docMk/>
          <pc:sldMk cId="1343428231" sldId="1095"/>
        </pc:sldMkLst>
        <pc:spChg chg="mod">
          <ac:chgData name="髙浦祐朗" userId="d6d860fe-bc64-411b-9605-a16d1ba875f6" providerId="ADAL" clId="{8A64FA36-8AEB-4DFC-AF29-F763FAF503BC}" dt="2025-03-06T14:36:52.336" v="938"/>
          <ac:spMkLst>
            <pc:docMk/>
            <pc:sldMk cId="1343428231" sldId="1095"/>
            <ac:spMk id="2" creationId="{D0C01A3F-B5E3-3E05-7749-FF3B28ECD05F}"/>
          </ac:spMkLst>
        </pc:spChg>
        <pc:graphicFrameChg chg="modGraphic">
          <ac:chgData name="髙浦祐朗" userId="d6d860fe-bc64-411b-9605-a16d1ba875f6" providerId="ADAL" clId="{8A64FA36-8AEB-4DFC-AF29-F763FAF503BC}" dt="2025-03-06T14:49:02.088" v="1428" actId="6549"/>
          <ac:graphicFrameMkLst>
            <pc:docMk/>
            <pc:sldMk cId="1343428231" sldId="1095"/>
            <ac:graphicFrameMk id="5" creationId="{BBA8B256-12B2-6E8C-50F9-31564ECC0266}"/>
          </ac:graphicFrameMkLst>
        </pc:graphicFrameChg>
      </pc:sldChg>
      <pc:sldChg chg="modSp mod">
        <pc:chgData name="髙浦祐朗" userId="d6d860fe-bc64-411b-9605-a16d1ba875f6" providerId="ADAL" clId="{8A64FA36-8AEB-4DFC-AF29-F763FAF503BC}" dt="2025-03-06T14:45:37.270" v="1418" actId="20577"/>
        <pc:sldMkLst>
          <pc:docMk/>
          <pc:sldMk cId="2513257283" sldId="1096"/>
        </pc:sldMkLst>
        <pc:spChg chg="mod">
          <ac:chgData name="髙浦祐朗" userId="d6d860fe-bc64-411b-9605-a16d1ba875f6" providerId="ADAL" clId="{8A64FA36-8AEB-4DFC-AF29-F763FAF503BC}" dt="2025-03-06T14:45:37.270" v="1418" actId="20577"/>
          <ac:spMkLst>
            <pc:docMk/>
            <pc:sldMk cId="2513257283" sldId="1096"/>
            <ac:spMk id="8" creationId="{6AE8CC45-2A20-B6E7-E20B-802E66F6B3D5}"/>
          </ac:spMkLst>
        </pc:spChg>
      </pc:sldChg>
      <pc:sldChg chg="addSp delSp modSp mod">
        <pc:chgData name="髙浦祐朗" userId="d6d860fe-bc64-411b-9605-a16d1ba875f6" providerId="ADAL" clId="{8A64FA36-8AEB-4DFC-AF29-F763FAF503BC}" dt="2025-03-06T14:59:27.572" v="1590" actId="14100"/>
        <pc:sldMkLst>
          <pc:docMk/>
          <pc:sldMk cId="750407830" sldId="1099"/>
        </pc:sldMkLst>
        <pc:spChg chg="add mod">
          <ac:chgData name="髙浦祐朗" userId="d6d860fe-bc64-411b-9605-a16d1ba875f6" providerId="ADAL" clId="{8A64FA36-8AEB-4DFC-AF29-F763FAF503BC}" dt="2025-03-06T14:58:30.823" v="1576" actId="14100"/>
          <ac:spMkLst>
            <pc:docMk/>
            <pc:sldMk cId="750407830" sldId="1099"/>
            <ac:spMk id="39" creationId="{BE794BC6-EB53-3AAA-445E-3DC0858905D6}"/>
          </ac:spMkLst>
        </pc:spChg>
        <pc:spChg chg="add mod">
          <ac:chgData name="髙浦祐朗" userId="d6d860fe-bc64-411b-9605-a16d1ba875f6" providerId="ADAL" clId="{8A64FA36-8AEB-4DFC-AF29-F763FAF503BC}" dt="2025-03-06T14:58:06.083" v="1570" actId="20577"/>
          <ac:spMkLst>
            <pc:docMk/>
            <pc:sldMk cId="750407830" sldId="1099"/>
            <ac:spMk id="40" creationId="{6CD68CD5-0065-0C9A-941A-94E15CBF3546}"/>
          </ac:spMkLst>
        </pc:spChg>
        <pc:graphicFrameChg chg="mod modGraphic">
          <ac:chgData name="髙浦祐朗" userId="d6d860fe-bc64-411b-9605-a16d1ba875f6" providerId="ADAL" clId="{8A64FA36-8AEB-4DFC-AF29-F763FAF503BC}" dt="2025-03-06T14:59:27.572" v="1590" actId="14100"/>
          <ac:graphicFrameMkLst>
            <pc:docMk/>
            <pc:sldMk cId="750407830" sldId="1099"/>
            <ac:graphicFrameMk id="6" creationId="{067F2A02-2C22-B7B2-6A5C-CEE5CF1BA9A4}"/>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7" creationId="{40425F0B-7978-1852-2DF3-F182D07E5483}"/>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8" creationId="{DF899297-39CA-68D9-7882-DDF2777D91A0}"/>
          </ac:graphicFrameMkLst>
        </pc:graphicFrameChg>
        <pc:graphicFrameChg chg="add del mod modGraphic">
          <ac:chgData name="髙浦祐朗" userId="d6d860fe-bc64-411b-9605-a16d1ba875f6" providerId="ADAL" clId="{8A64FA36-8AEB-4DFC-AF29-F763FAF503BC}" dt="2025-03-06T14:59:06.523" v="1583" actId="6549"/>
          <ac:graphicFrameMkLst>
            <pc:docMk/>
            <pc:sldMk cId="750407830" sldId="1099"/>
            <ac:graphicFrameMk id="9" creationId="{64E36980-A300-D1AD-F1B8-CF0CE5068A0E}"/>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10" creationId="{50B30260-01E5-FC2D-DA10-47530DE9CA1B}"/>
          </ac:graphicFrameMkLst>
        </pc:graphicFrameChg>
        <pc:graphicFrameChg chg="add mod modGraphic">
          <ac:chgData name="髙浦祐朗" userId="d6d860fe-bc64-411b-9605-a16d1ba875f6" providerId="ADAL" clId="{8A64FA36-8AEB-4DFC-AF29-F763FAF503BC}" dt="2025-03-06T14:59:27.572" v="1590" actId="14100"/>
          <ac:graphicFrameMkLst>
            <pc:docMk/>
            <pc:sldMk cId="750407830" sldId="1099"/>
            <ac:graphicFrameMk id="21" creationId="{F0103D76-E5FB-DA88-49A0-997C19C3E328}"/>
          </ac:graphicFrameMkLst>
        </pc:graphicFrameChg>
        <pc:cxnChg chg="add mod">
          <ac:chgData name="髙浦祐朗" userId="d6d860fe-bc64-411b-9605-a16d1ba875f6" providerId="ADAL" clId="{8A64FA36-8AEB-4DFC-AF29-F763FAF503BC}" dt="2025-03-06T14:58:01.275" v="1567" actId="14100"/>
          <ac:cxnSpMkLst>
            <pc:docMk/>
            <pc:sldMk cId="750407830" sldId="1099"/>
            <ac:cxnSpMk id="44" creationId="{C1618CE8-D021-AFDC-7AB6-68DD2FF38DE2}"/>
          </ac:cxnSpMkLst>
        </pc:cxnChg>
        <pc:cxnChg chg="add mod">
          <ac:chgData name="髙浦祐朗" userId="d6d860fe-bc64-411b-9605-a16d1ba875f6" providerId="ADAL" clId="{8A64FA36-8AEB-4DFC-AF29-F763FAF503BC}" dt="2025-03-06T14:58:21.654" v="1573" actId="14100"/>
          <ac:cxnSpMkLst>
            <pc:docMk/>
            <pc:sldMk cId="750407830" sldId="1099"/>
            <ac:cxnSpMk id="46" creationId="{4944E78B-45D3-D252-A30B-4EE3B9D76DCF}"/>
          </ac:cxnSpMkLst>
        </pc:cxnChg>
      </pc:sldChg>
      <pc:sldChg chg="del">
        <pc:chgData name="髙浦祐朗" userId="d6d860fe-bc64-411b-9605-a16d1ba875f6" providerId="ADAL" clId="{8A64FA36-8AEB-4DFC-AF29-F763FAF503BC}" dt="2025-03-06T14:32:58.138" v="833" actId="47"/>
        <pc:sldMkLst>
          <pc:docMk/>
          <pc:sldMk cId="1940227673" sldId="1100"/>
        </pc:sldMkLst>
      </pc:sldChg>
      <pc:sldChg chg="del">
        <pc:chgData name="髙浦祐朗" userId="d6d860fe-bc64-411b-9605-a16d1ba875f6" providerId="ADAL" clId="{8A64FA36-8AEB-4DFC-AF29-F763FAF503BC}" dt="2025-03-06T14:32:55.847" v="831" actId="47"/>
        <pc:sldMkLst>
          <pc:docMk/>
          <pc:sldMk cId="796513768" sldId="1101"/>
        </pc:sldMkLst>
      </pc:sldChg>
      <pc:sldChg chg="addSp delSp modSp mod">
        <pc:chgData name="髙浦祐朗" userId="d6d860fe-bc64-411b-9605-a16d1ba875f6" providerId="ADAL" clId="{8A64FA36-8AEB-4DFC-AF29-F763FAF503BC}" dt="2025-03-06T14:35:34.687" v="925" actId="20577"/>
        <pc:sldMkLst>
          <pc:docMk/>
          <pc:sldMk cId="1342901965" sldId="1102"/>
        </pc:sldMkLst>
        <pc:spChg chg="mod">
          <ac:chgData name="髙浦祐朗" userId="d6d860fe-bc64-411b-9605-a16d1ba875f6" providerId="ADAL" clId="{8A64FA36-8AEB-4DFC-AF29-F763FAF503BC}" dt="2025-03-06T14:35:27.520" v="924" actId="20577"/>
          <ac:spMkLst>
            <pc:docMk/>
            <pc:sldMk cId="1342901965" sldId="1102"/>
            <ac:spMk id="2" creationId="{2CBA065B-2F8B-F0D5-5B04-79E2FD7160BB}"/>
          </ac:spMkLst>
        </pc:spChg>
        <pc:spChg chg="mod">
          <ac:chgData name="髙浦祐朗" userId="d6d860fe-bc64-411b-9605-a16d1ba875f6" providerId="ADAL" clId="{8A64FA36-8AEB-4DFC-AF29-F763FAF503BC}" dt="2025-03-06T14:34:47.226" v="887" actId="1076"/>
          <ac:spMkLst>
            <pc:docMk/>
            <pc:sldMk cId="1342901965" sldId="1102"/>
            <ac:spMk id="38" creationId="{2AD9E013-F686-2FD1-698C-D175FBC3E2BC}"/>
          </ac:spMkLst>
        </pc:spChg>
        <pc:spChg chg="mod">
          <ac:chgData name="髙浦祐朗" userId="d6d860fe-bc64-411b-9605-a16d1ba875f6" providerId="ADAL" clId="{8A64FA36-8AEB-4DFC-AF29-F763FAF503BC}" dt="2025-03-06T14:33:33.662" v="856" actId="20577"/>
          <ac:spMkLst>
            <pc:docMk/>
            <pc:sldMk cId="1342901965" sldId="1102"/>
            <ac:spMk id="42" creationId="{C0DF0B83-0B92-5F58-76C3-3F69C4A13F42}"/>
          </ac:spMkLst>
        </pc:spChg>
        <pc:spChg chg="mod">
          <ac:chgData name="髙浦祐朗" userId="d6d860fe-bc64-411b-9605-a16d1ba875f6" providerId="ADAL" clId="{8A64FA36-8AEB-4DFC-AF29-F763FAF503BC}" dt="2025-03-06T14:33:57.850" v="864" actId="20577"/>
          <ac:spMkLst>
            <pc:docMk/>
            <pc:sldMk cId="1342901965" sldId="1102"/>
            <ac:spMk id="47" creationId="{2E8D1934-EA8D-35FD-4885-FB50A09461F7}"/>
          </ac:spMkLst>
        </pc:spChg>
        <pc:spChg chg="mod">
          <ac:chgData name="髙浦祐朗" userId="d6d860fe-bc64-411b-9605-a16d1ba875f6" providerId="ADAL" clId="{8A64FA36-8AEB-4DFC-AF29-F763FAF503BC}" dt="2025-03-06T14:33:15.173" v="841" actId="20577"/>
          <ac:spMkLst>
            <pc:docMk/>
            <pc:sldMk cId="1342901965" sldId="1102"/>
            <ac:spMk id="64" creationId="{E73CD72B-6DA5-068C-262A-4401C4D9DA54}"/>
          </ac:spMkLst>
        </pc:spChg>
        <pc:spChg chg="mod">
          <ac:chgData name="髙浦祐朗" userId="d6d860fe-bc64-411b-9605-a16d1ba875f6" providerId="ADAL" clId="{8A64FA36-8AEB-4DFC-AF29-F763FAF503BC}" dt="2025-03-06T14:33:20.262" v="849" actId="20577"/>
          <ac:spMkLst>
            <pc:docMk/>
            <pc:sldMk cId="1342901965" sldId="1102"/>
            <ac:spMk id="68" creationId="{2CAD3C1A-C881-4FEF-D40C-BC2757062581}"/>
          </ac:spMkLst>
        </pc:spChg>
        <pc:spChg chg="mod">
          <ac:chgData name="髙浦祐朗" userId="d6d860fe-bc64-411b-9605-a16d1ba875f6" providerId="ADAL" clId="{8A64FA36-8AEB-4DFC-AF29-F763FAF503BC}" dt="2025-03-06T14:35:34.687" v="925" actId="20577"/>
          <ac:spMkLst>
            <pc:docMk/>
            <pc:sldMk cId="1342901965" sldId="1102"/>
            <ac:spMk id="79" creationId="{B4320A7A-4E78-AB2E-0A05-B82174F939B7}"/>
          </ac:spMkLst>
        </pc:spChg>
        <pc:spChg chg="mod">
          <ac:chgData name="髙浦祐朗" userId="d6d860fe-bc64-411b-9605-a16d1ba875f6" providerId="ADAL" clId="{8A64FA36-8AEB-4DFC-AF29-F763FAF503BC}" dt="2025-03-06T14:34:18.251" v="876" actId="20577"/>
          <ac:spMkLst>
            <pc:docMk/>
            <pc:sldMk cId="1342901965" sldId="1102"/>
            <ac:spMk id="87" creationId="{E326D6E4-DC31-1435-808A-3B0131517697}"/>
          </ac:spMkLst>
        </pc:spChg>
        <pc:spChg chg="mod">
          <ac:chgData name="髙浦祐朗" userId="d6d860fe-bc64-411b-9605-a16d1ba875f6" providerId="ADAL" clId="{8A64FA36-8AEB-4DFC-AF29-F763FAF503BC}" dt="2025-03-06T14:34:27.074" v="880" actId="20577"/>
          <ac:spMkLst>
            <pc:docMk/>
            <pc:sldMk cId="1342901965" sldId="1102"/>
            <ac:spMk id="88" creationId="{358B10C0-7217-1F66-B3D7-FBF916B25408}"/>
          </ac:spMkLst>
        </pc:spChg>
        <pc:grpChg chg="mod">
          <ac:chgData name="髙浦祐朗" userId="d6d860fe-bc64-411b-9605-a16d1ba875f6" providerId="ADAL" clId="{8A64FA36-8AEB-4DFC-AF29-F763FAF503BC}" dt="2025-03-06T14:34:38.391" v="884" actId="1076"/>
          <ac:grpSpMkLst>
            <pc:docMk/>
            <pc:sldMk cId="1342901965" sldId="1102"/>
            <ac:grpSpMk id="43" creationId="{FEA875BE-D9E8-79FD-65C7-EFEA23812683}"/>
          </ac:grpSpMkLst>
        </pc:grpChg>
        <pc:grpChg chg="mod">
          <ac:chgData name="髙浦祐朗" userId="d6d860fe-bc64-411b-9605-a16d1ba875f6" providerId="ADAL" clId="{8A64FA36-8AEB-4DFC-AF29-F763FAF503BC}" dt="2025-03-06T14:34:59.783" v="908" actId="554"/>
          <ac:grpSpMkLst>
            <pc:docMk/>
            <pc:sldMk cId="1342901965" sldId="1102"/>
            <ac:grpSpMk id="56" creationId="{73ACBD6B-7455-0EDD-4932-D0A6D9353ACF}"/>
          </ac:grpSpMkLst>
        </pc:grpChg>
        <pc:cxnChg chg="mod">
          <ac:chgData name="髙浦祐朗" userId="d6d860fe-bc64-411b-9605-a16d1ba875f6" providerId="ADAL" clId="{8A64FA36-8AEB-4DFC-AF29-F763FAF503BC}" dt="2025-03-06T14:34:38.391" v="884" actId="1076"/>
          <ac:cxnSpMkLst>
            <pc:docMk/>
            <pc:sldMk cId="1342901965" sldId="1102"/>
            <ac:cxnSpMk id="48" creationId="{B02D2D4D-3924-332F-F7F5-F534F737B379}"/>
          </ac:cxnSpMkLst>
        </pc:cxnChg>
        <pc:cxnChg chg="mod">
          <ac:chgData name="髙浦祐朗" userId="d6d860fe-bc64-411b-9605-a16d1ba875f6" providerId="ADAL" clId="{8A64FA36-8AEB-4DFC-AF29-F763FAF503BC}" dt="2025-03-06T14:34:38.391" v="884" actId="1076"/>
          <ac:cxnSpMkLst>
            <pc:docMk/>
            <pc:sldMk cId="1342901965" sldId="1102"/>
            <ac:cxnSpMk id="59" creationId="{6C5BF4C1-2748-3C2D-D135-958049E0D3B7}"/>
          </ac:cxnSpMkLst>
        </pc:cxnChg>
        <pc:cxnChg chg="mod">
          <ac:chgData name="髙浦祐朗" userId="d6d860fe-bc64-411b-9605-a16d1ba875f6" providerId="ADAL" clId="{8A64FA36-8AEB-4DFC-AF29-F763FAF503BC}" dt="2025-03-06T14:34:59.783" v="908" actId="554"/>
          <ac:cxnSpMkLst>
            <pc:docMk/>
            <pc:sldMk cId="1342901965" sldId="1102"/>
            <ac:cxnSpMk id="72" creationId="{73A7776E-EDE7-9544-B058-8773197D39DB}"/>
          </ac:cxnSpMkLst>
        </pc:cxnChg>
      </pc:sldChg>
      <pc:sldChg chg="del">
        <pc:chgData name="髙浦祐朗" userId="d6d860fe-bc64-411b-9605-a16d1ba875f6" providerId="ADAL" clId="{8A64FA36-8AEB-4DFC-AF29-F763FAF503BC}" dt="2025-03-06T14:33:01.591" v="835" actId="47"/>
        <pc:sldMkLst>
          <pc:docMk/>
          <pc:sldMk cId="196492203" sldId="1103"/>
        </pc:sldMkLst>
      </pc:sldChg>
      <pc:sldChg chg="del">
        <pc:chgData name="髙浦祐朗" userId="d6d860fe-bc64-411b-9605-a16d1ba875f6" providerId="ADAL" clId="{8A64FA36-8AEB-4DFC-AF29-F763FAF503BC}" dt="2025-03-06T14:32:59.760" v="834" actId="47"/>
        <pc:sldMkLst>
          <pc:docMk/>
          <pc:sldMk cId="639158466" sldId="1104"/>
        </pc:sldMkLst>
      </pc:sldChg>
      <pc:sldChg chg="del">
        <pc:chgData name="髙浦祐朗" userId="d6d860fe-bc64-411b-9605-a16d1ba875f6" providerId="ADAL" clId="{8A64FA36-8AEB-4DFC-AF29-F763FAF503BC}" dt="2025-03-06T14:37:01.156" v="942" actId="47"/>
        <pc:sldMkLst>
          <pc:docMk/>
          <pc:sldMk cId="88234639" sldId="1105"/>
        </pc:sldMkLst>
      </pc:sldChg>
      <pc:sldChg chg="del">
        <pc:chgData name="髙浦祐朗" userId="d6d860fe-bc64-411b-9605-a16d1ba875f6" providerId="ADAL" clId="{8A64FA36-8AEB-4DFC-AF29-F763FAF503BC}" dt="2025-03-06T14:36:19.411" v="927" actId="47"/>
        <pc:sldMkLst>
          <pc:docMk/>
          <pc:sldMk cId="352309705" sldId="1106"/>
        </pc:sldMkLst>
      </pc:sldChg>
      <pc:sldChg chg="delSp del mod">
        <pc:chgData name="髙浦祐朗" userId="d6d860fe-bc64-411b-9605-a16d1ba875f6" providerId="ADAL" clId="{8A64FA36-8AEB-4DFC-AF29-F763FAF503BC}" dt="2025-03-06T14:59:49.825" v="1591" actId="47"/>
        <pc:sldMkLst>
          <pc:docMk/>
          <pc:sldMk cId="2336542287" sldId="1107"/>
        </pc:sldMkLst>
      </pc:sldChg>
      <pc:sldChg chg="modSp del mod">
        <pc:chgData name="髙浦祐朗" userId="d6d860fe-bc64-411b-9605-a16d1ba875f6" providerId="ADAL" clId="{8A64FA36-8AEB-4DFC-AF29-F763FAF503BC}" dt="2025-03-06T14:36:55.659" v="939" actId="47"/>
        <pc:sldMkLst>
          <pc:docMk/>
          <pc:sldMk cId="3075783458" sldId="1108"/>
        </pc:sldMkLst>
      </pc:sldChg>
      <pc:sldChg chg="addSp delSp modSp add mod">
        <pc:chgData name="髙浦祐朗" userId="d6d860fe-bc64-411b-9605-a16d1ba875f6" providerId="ADAL" clId="{8A64FA36-8AEB-4DFC-AF29-F763FAF503BC}" dt="2025-03-06T14:31:34.449" v="799" actId="408"/>
        <pc:sldMkLst>
          <pc:docMk/>
          <pc:sldMk cId="401927681" sldId="1109"/>
        </pc:sldMkLst>
      </pc:sldChg>
      <pc:sldChg chg="addSp delSp modSp add mod">
        <pc:chgData name="髙浦祐朗" userId="d6d860fe-bc64-411b-9605-a16d1ba875f6" providerId="ADAL" clId="{8A64FA36-8AEB-4DFC-AF29-F763FAF503BC}" dt="2025-03-06T14:31:30.510" v="798" actId="408"/>
        <pc:sldMkLst>
          <pc:docMk/>
          <pc:sldMk cId="2752393928" sldId="1110"/>
        </pc:sldMkLst>
      </pc:sldChg>
      <pc:sldChg chg="addSp delSp modSp add mod">
        <pc:chgData name="髙浦祐朗" userId="d6d860fe-bc64-411b-9605-a16d1ba875f6" providerId="ADAL" clId="{8A64FA36-8AEB-4DFC-AF29-F763FAF503BC}" dt="2025-03-06T14:32:50.189" v="830" actId="20577"/>
        <pc:sldMkLst>
          <pc:docMk/>
          <pc:sldMk cId="806121115" sldId="1111"/>
        </pc:sldMkLst>
      </pc:sldChg>
    </pc:docChg>
  </pc:docChgLst>
  <pc:docChgLst>
    <pc:chgData name="岡部裕輔" userId="d219e652-ccb3-431f-8f9b-9d0e369fb35b" providerId="ADAL" clId="{6ACAA136-7931-436C-9B0D-F7F64026D955}"/>
    <pc:docChg chg="custSel modSld">
      <pc:chgData name="岡部裕輔" userId="d219e652-ccb3-431f-8f9b-9d0e369fb35b" providerId="ADAL" clId="{6ACAA136-7931-436C-9B0D-F7F64026D955}" dt="2024-12-02T08:41:52.301" v="222" actId="20577"/>
      <pc:docMkLst>
        <pc:docMk/>
      </pc:docMkLst>
      <pc:sldChg chg="modSp mod">
        <pc:chgData name="岡部裕輔" userId="d219e652-ccb3-431f-8f9b-9d0e369fb35b" providerId="ADAL" clId="{6ACAA136-7931-436C-9B0D-F7F64026D955}" dt="2024-12-02T08:37:22.423" v="171" actId="20577"/>
        <pc:sldMkLst>
          <pc:docMk/>
          <pc:sldMk cId="3461870007" sldId="1086"/>
        </pc:sldMkLst>
      </pc:sldChg>
      <pc:sldChg chg="modSp mod">
        <pc:chgData name="岡部裕輔" userId="d219e652-ccb3-431f-8f9b-9d0e369fb35b" providerId="ADAL" clId="{6ACAA136-7931-436C-9B0D-F7F64026D955}" dt="2024-12-02T08:37:51.562" v="176" actId="20577"/>
        <pc:sldMkLst>
          <pc:docMk/>
          <pc:sldMk cId="3285993692" sldId="1093"/>
        </pc:sldMkLst>
      </pc:sldChg>
      <pc:sldChg chg="modSp mod">
        <pc:chgData name="岡部裕輔" userId="d219e652-ccb3-431f-8f9b-9d0e369fb35b" providerId="ADAL" clId="{6ACAA136-7931-436C-9B0D-F7F64026D955}" dt="2024-12-02T08:28:23.374" v="73" actId="20577"/>
        <pc:sldMkLst>
          <pc:docMk/>
          <pc:sldMk cId="1343428231" sldId="1095"/>
        </pc:sldMkLst>
      </pc:sldChg>
      <pc:sldChg chg="modSp mod">
        <pc:chgData name="岡部裕輔" userId="d219e652-ccb3-431f-8f9b-9d0e369fb35b" providerId="ADAL" clId="{6ACAA136-7931-436C-9B0D-F7F64026D955}" dt="2024-12-02T08:41:52.301" v="222" actId="20577"/>
        <pc:sldMkLst>
          <pc:docMk/>
          <pc:sldMk cId="88234639" sldId="11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2025/3/26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2025/3/26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186B-E3C8-2CCB-01B3-DDD7A2D558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83648C-BC74-16A8-B528-DC1A55FA45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0FDD05-E7BC-CA6D-B822-0C11999DCF5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B3FDCF-D3F8-5835-904B-0224F566FDD1}"/>
              </a:ext>
            </a:extLst>
          </p:cNvPr>
          <p:cNvSpPr>
            <a:spLocks noGrp="1"/>
          </p:cNvSpPr>
          <p:nvPr>
            <p:ph type="sldNum" sz="quarter" idx="10"/>
          </p:nvPr>
        </p:nvSpPr>
        <p:spPr/>
        <p:txBody>
          <a:bodyPr/>
          <a:lstStyle/>
          <a:p>
            <a:fld id="{BC57080C-E8FE-C146-B769-6100616B65A7}" type="slidenum">
              <a:rPr kumimoji="1" lang="ja-JP" altLang="en-US" smtClean="0"/>
              <a:t>4</a:t>
            </a:fld>
            <a:endParaRPr kumimoji="1" lang="ja-JP" altLang="en-US"/>
          </a:p>
        </p:txBody>
      </p:sp>
    </p:spTree>
    <p:extLst>
      <p:ext uri="{BB962C8B-B14F-4D97-AF65-F5344CB8AC3E}">
        <p14:creationId xmlns:p14="http://schemas.microsoft.com/office/powerpoint/2010/main" val="26814332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8"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480001" y="3552000"/>
            <a:ext cx="8640000" cy="768000"/>
          </a:xfrm>
        </p:spPr>
        <p:txBody>
          <a:bodyPr/>
          <a:lstStyle/>
          <a:p>
            <a:r>
              <a:rPr kumimoji="1" lang="ja-JP" altLang="en-US" dirty="0"/>
              <a:t>概算御見積書</a:t>
            </a:r>
            <a:r>
              <a:rPr lang="en-US" altLang="ja-JP" sz="2000" dirty="0"/>
              <a:t>(</a:t>
            </a:r>
            <a:r>
              <a:rPr lang="ja-JP" altLang="en-US" sz="2000" dirty="0"/>
              <a:t>第</a:t>
            </a:r>
            <a:r>
              <a:rPr lang="en-US" altLang="ja-JP" sz="2000" dirty="0"/>
              <a:t>1.0</a:t>
            </a:r>
            <a:r>
              <a:rPr lang="ja-JP" altLang="en-US" sz="2000" dirty="0"/>
              <a:t>版</a:t>
            </a:r>
            <a:r>
              <a:rPr lang="en-US" altLang="ja-JP" sz="2000" dirty="0"/>
              <a:t>)</a:t>
            </a:r>
            <a:endParaRPr kumimoji="1" lang="ja-JP" altLang="en-US" dirty="0"/>
          </a:p>
        </p:txBody>
      </p:sp>
      <p:sp>
        <p:nvSpPr>
          <p:cNvPr id="4" name="サブタイトル 3"/>
          <p:cNvSpPr>
            <a:spLocks noGrp="1"/>
          </p:cNvSpPr>
          <p:nvPr>
            <p:ph type="subTitle" idx="1"/>
          </p:nvPr>
        </p:nvSpPr>
        <p:spPr>
          <a:xfrm>
            <a:off x="480001" y="2473694"/>
            <a:ext cx="8736000" cy="954800"/>
          </a:xfrm>
        </p:spPr>
        <p:txBody>
          <a:bodyPr>
            <a:normAutofit/>
          </a:bodyPr>
          <a:lstStyle/>
          <a:p>
            <a:r>
              <a:rPr lang="ja-JP" altLang="en-US" sz="3600" dirty="0"/>
              <a:t>黒本ポータル　スマートフォン対応</a:t>
            </a:r>
            <a:endParaRPr kumimoji="1" lang="ja-JP" altLang="en-US" sz="3600" dirty="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2025/3/26</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ja-JP" altLang="en-US" dirty="0">
                <a:latin typeface="游明朝"/>
                <a:ea typeface="游明朝"/>
              </a:rPr>
              <a:t>対象画面</a:t>
            </a:r>
            <a:r>
              <a:rPr kumimoji="1" lang="ja-JP" altLang="en-US" dirty="0">
                <a:latin typeface="游明朝"/>
                <a:ea typeface="游明朝"/>
              </a:rPr>
              <a:t>一覧</a:t>
            </a:r>
            <a:endParaRPr kumimoji="1" lang="ja-JP" altLang="en-US" dirty="0"/>
          </a:p>
        </p:txBody>
      </p:sp>
      <p:graphicFrame>
        <p:nvGraphicFramePr>
          <p:cNvPr id="6" name="表 5">
            <a:extLst>
              <a:ext uri="{FF2B5EF4-FFF2-40B4-BE49-F238E27FC236}">
                <a16:creationId xmlns:a16="http://schemas.microsoft.com/office/drawing/2014/main" id="{AD3B78A0-1783-449D-845D-A46B0767A3FB}"/>
              </a:ext>
            </a:extLst>
          </p:cNvPr>
          <p:cNvGraphicFramePr>
            <a:graphicFrameLocks noGrp="1"/>
          </p:cNvGraphicFramePr>
          <p:nvPr>
            <p:extLst>
              <p:ext uri="{D42A27DB-BD31-4B8C-83A1-F6EECF244321}">
                <p14:modId xmlns:p14="http://schemas.microsoft.com/office/powerpoint/2010/main" val="1373828445"/>
              </p:ext>
            </p:extLst>
          </p:nvPr>
        </p:nvGraphicFramePr>
        <p:xfrm>
          <a:off x="575400" y="864000"/>
          <a:ext cx="7200000" cy="5148000"/>
        </p:xfrm>
        <a:graphic>
          <a:graphicData uri="http://schemas.openxmlformats.org/drawingml/2006/table">
            <a:tbl>
              <a:tblPr firstRow="1" bandRow="1">
                <a:tableStyleId>{5940675A-B579-460E-94D1-54222C63F5DA}</a:tableStyleId>
              </a:tblPr>
              <a:tblGrid>
                <a:gridCol w="4753329">
                  <a:extLst>
                    <a:ext uri="{9D8B030D-6E8A-4147-A177-3AD203B41FA5}">
                      <a16:colId xmlns:a16="http://schemas.microsoft.com/office/drawing/2014/main" val="2191046775"/>
                    </a:ext>
                  </a:extLst>
                </a:gridCol>
                <a:gridCol w="1203110">
                  <a:extLst>
                    <a:ext uri="{9D8B030D-6E8A-4147-A177-3AD203B41FA5}">
                      <a16:colId xmlns:a16="http://schemas.microsoft.com/office/drawing/2014/main" val="2023518490"/>
                    </a:ext>
                  </a:extLst>
                </a:gridCol>
                <a:gridCol w="1243561">
                  <a:extLst>
                    <a:ext uri="{9D8B030D-6E8A-4147-A177-3AD203B41FA5}">
                      <a16:colId xmlns:a16="http://schemas.microsoft.com/office/drawing/2014/main" val="2791548711"/>
                    </a:ext>
                  </a:extLst>
                </a:gridCol>
              </a:tblGrid>
              <a:tr h="360000">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画面名</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ステップ数</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難易度</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ヘッダー</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221</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604773201"/>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メニュー</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89</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24696759"/>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システム利用権限エラー</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18</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35918143"/>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毎日・毎週点検一覧</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1,381</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高</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41904601"/>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毎日・毎週点検入力</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112</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25700629"/>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毎日・毎週点検確認</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76</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93048486"/>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削除</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75</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15951310"/>
                  </a:ext>
                </a:extLst>
              </a:tr>
              <a:tr h="252000">
                <a:tc>
                  <a:txBody>
                    <a:bodyPr/>
                    <a:lstStyle/>
                    <a:p>
                      <a:pPr marL="0" algn="l" defTabSz="914400" rtl="0" eaLnBrk="1" fontAlgn="ctr" latinLnBrk="0" hangingPunct="1"/>
                      <a:r>
                        <a:rPr kumimoji="1" lang="en-US" altLang="ja-JP"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6</a:t>
                      </a:r>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ヶ月点検</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840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中</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58485156"/>
                  </a:ext>
                </a:extLst>
              </a:tr>
              <a:tr h="252000">
                <a:tc>
                  <a:txBody>
                    <a:bodyPr/>
                    <a:lstStyle/>
                    <a:p>
                      <a:pPr marL="0" algn="l" defTabSz="914400" rtl="0" eaLnBrk="1" fontAlgn="ctr" latinLnBrk="0" hangingPunct="1"/>
                      <a:r>
                        <a:rPr kumimoji="1" lang="zh-TW"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在庫管理表一覧</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1,418</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高</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64860052"/>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在庫入力</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110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08025577"/>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アラート・リマインド通知マスタ</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567</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中</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34285736"/>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アラート・リマインド通知確認</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75</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95432961"/>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メール送信先登録</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309</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575390347"/>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メール送信先マスタ</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253</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71062292"/>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メール送信先マスタ確認</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75</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20751615"/>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マスタ管理</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61</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22325541"/>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毎月点検</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984</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中</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28808705"/>
                  </a:ext>
                </a:extLst>
              </a:tr>
              <a:tr h="252000">
                <a:tc>
                  <a:txBody>
                    <a:bodyPr/>
                    <a:lstStyle/>
                    <a:p>
                      <a:pPr marL="0" algn="l" defTabSz="914400" rtl="0" eaLnBrk="1" fontAlgn="ctr" latinLnBrk="0" hangingPunct="1"/>
                      <a:r>
                        <a:rPr kumimoji="1" lang="zh-TW"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月間累計推移表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501</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中</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41191214"/>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点検結果・在庫状況</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414</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58999874"/>
                  </a:ext>
                </a:extLst>
              </a:tr>
            </a:tbl>
          </a:graphicData>
        </a:graphic>
      </p:graphicFrame>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
        <p:nvSpPr>
          <p:cNvPr id="4" name="テキスト ボックス 3">
            <a:extLst>
              <a:ext uri="{FF2B5EF4-FFF2-40B4-BE49-F238E27FC236}">
                <a16:creationId xmlns:a16="http://schemas.microsoft.com/office/drawing/2014/main" id="{6FD6F7FA-00E3-C32B-09D2-B71C19268423}"/>
              </a:ext>
            </a:extLst>
          </p:cNvPr>
          <p:cNvSpPr txBox="1"/>
          <p:nvPr/>
        </p:nvSpPr>
        <p:spPr>
          <a:xfrm>
            <a:off x="8005967" y="864000"/>
            <a:ext cx="3375498" cy="1384995"/>
          </a:xfrm>
          <a:prstGeom prst="rect">
            <a:avLst/>
          </a:prstGeom>
          <a:noFill/>
          <a:ln>
            <a:solidFill>
              <a:schemeClr val="tx1"/>
            </a:solidFill>
          </a:ln>
        </p:spPr>
        <p:txBody>
          <a:bodyPr wrap="square" rtlCol="0">
            <a:spAutoFit/>
          </a:bodyPr>
          <a:lstStyle/>
          <a:p>
            <a:r>
              <a:rPr kumimoji="1" lang="ja-JP" altLang="en-US" sz="1400" dirty="0">
                <a:latin typeface="游ゴシック" panose="020B0400000000000000" pitchFamily="50" charset="-128"/>
                <a:ea typeface="游ゴシック" panose="020B0400000000000000" pitchFamily="50" charset="-128"/>
              </a:rPr>
              <a:t>難易度 凡例</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・特低：</a:t>
            </a:r>
            <a:r>
              <a:rPr kumimoji="1" lang="en-US" altLang="ja-JP" sz="1400" dirty="0">
                <a:latin typeface="游ゴシック" panose="020B0400000000000000" pitchFamily="50" charset="-128"/>
                <a:ea typeface="游ゴシック" panose="020B0400000000000000" pitchFamily="50" charset="-128"/>
              </a:rPr>
              <a:t>200</a:t>
            </a:r>
            <a:r>
              <a:rPr kumimoji="1" lang="ja-JP" altLang="en-US" sz="1400" dirty="0">
                <a:latin typeface="游ゴシック" panose="020B0400000000000000" pitchFamily="50" charset="-128"/>
                <a:ea typeface="游ゴシック" panose="020B0400000000000000" pitchFamily="50" charset="-128"/>
              </a:rPr>
              <a:t>ステップ以下</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・低　：</a:t>
            </a:r>
            <a:r>
              <a:rPr kumimoji="1" lang="en-US" altLang="ja-JP" sz="1400" dirty="0">
                <a:latin typeface="游ゴシック" panose="020B0400000000000000" pitchFamily="50" charset="-128"/>
                <a:ea typeface="游ゴシック" panose="020B0400000000000000" pitchFamily="50" charset="-128"/>
              </a:rPr>
              <a:t>201</a:t>
            </a:r>
            <a:r>
              <a:rPr kumimoji="1" lang="ja-JP" altLang="en-US" sz="1400" dirty="0">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500</a:t>
            </a:r>
            <a:r>
              <a:rPr kumimoji="1" lang="ja-JP" altLang="en-US" sz="1400" dirty="0">
                <a:latin typeface="游ゴシック" panose="020B0400000000000000" pitchFamily="50" charset="-128"/>
                <a:ea typeface="游ゴシック" panose="020B0400000000000000" pitchFamily="50" charset="-128"/>
              </a:rPr>
              <a:t>ステップ</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・中　：</a:t>
            </a:r>
            <a:r>
              <a:rPr kumimoji="1" lang="en-US" altLang="ja-JP" sz="1400" dirty="0">
                <a:latin typeface="游ゴシック" panose="020B0400000000000000" pitchFamily="50" charset="-128"/>
                <a:ea typeface="游ゴシック" panose="020B0400000000000000" pitchFamily="50" charset="-128"/>
              </a:rPr>
              <a:t>501</a:t>
            </a:r>
            <a:r>
              <a:rPr kumimoji="1" lang="ja-JP" altLang="en-US" sz="1400" dirty="0">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1,000</a:t>
            </a:r>
            <a:r>
              <a:rPr kumimoji="1" lang="ja-JP" altLang="en-US" sz="1400" dirty="0">
                <a:latin typeface="游ゴシック" panose="020B0400000000000000" pitchFamily="50" charset="-128"/>
                <a:ea typeface="游ゴシック" panose="020B0400000000000000" pitchFamily="50" charset="-128"/>
              </a:rPr>
              <a:t>ステップ</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・高　：</a:t>
            </a:r>
            <a:r>
              <a:rPr kumimoji="1" lang="en-US" altLang="ja-JP" sz="1400" dirty="0">
                <a:latin typeface="游ゴシック" panose="020B0400000000000000" pitchFamily="50" charset="-128"/>
                <a:ea typeface="游ゴシック" panose="020B0400000000000000" pitchFamily="50" charset="-128"/>
              </a:rPr>
              <a:t>1,001</a:t>
            </a:r>
            <a:r>
              <a:rPr kumimoji="1" lang="ja-JP" altLang="en-US" sz="1400" dirty="0">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1,500</a:t>
            </a:r>
          </a:p>
          <a:p>
            <a:r>
              <a:rPr kumimoji="1" lang="ja-JP" altLang="en-US" sz="1400" dirty="0">
                <a:latin typeface="游ゴシック" panose="020B0400000000000000" pitchFamily="50" charset="-128"/>
                <a:ea typeface="游ゴシック" panose="020B0400000000000000" pitchFamily="50" charset="-128"/>
              </a:rPr>
              <a:t>・特高：</a:t>
            </a:r>
            <a:r>
              <a:rPr kumimoji="1" lang="en-US" altLang="ja-JP" sz="1400" dirty="0">
                <a:latin typeface="游ゴシック" panose="020B0400000000000000" pitchFamily="50" charset="-128"/>
                <a:ea typeface="游ゴシック" panose="020B0400000000000000" pitchFamily="50" charset="-128"/>
              </a:rPr>
              <a:t>1,501</a:t>
            </a:r>
            <a:r>
              <a:rPr kumimoji="1" lang="ja-JP" altLang="en-US" sz="1400" dirty="0">
                <a:latin typeface="游ゴシック" panose="020B0400000000000000" pitchFamily="50" charset="-128"/>
                <a:ea typeface="游ゴシック" panose="020B0400000000000000" pitchFamily="50" charset="-128"/>
              </a:rPr>
              <a:t>ステップ以上</a:t>
            </a:r>
          </a:p>
        </p:txBody>
      </p:sp>
    </p:spTree>
    <p:extLst>
      <p:ext uri="{BB962C8B-B14F-4D97-AF65-F5344CB8AC3E}">
        <p14:creationId xmlns:p14="http://schemas.microsoft.com/office/powerpoint/2010/main" val="163835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373B1-C7E7-82A1-9DDB-7212AFAE047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F58EEB-7D2A-CDDB-1D79-0A452E87E14D}"/>
              </a:ext>
            </a:extLst>
          </p:cNvPr>
          <p:cNvSpPr>
            <a:spLocks noGrp="1"/>
          </p:cNvSpPr>
          <p:nvPr>
            <p:ph type="title"/>
          </p:nvPr>
        </p:nvSpPr>
        <p:spPr/>
        <p:txBody>
          <a:bodyPr/>
          <a:lstStyle/>
          <a:p>
            <a:r>
              <a:rPr lang="ja-JP" altLang="en-US" dirty="0">
                <a:latin typeface="游明朝"/>
                <a:ea typeface="游明朝"/>
              </a:rPr>
              <a:t>対象画面</a:t>
            </a:r>
            <a:r>
              <a:rPr kumimoji="1" lang="ja-JP" altLang="en-US" dirty="0">
                <a:latin typeface="游明朝"/>
                <a:ea typeface="游明朝"/>
              </a:rPr>
              <a:t>一覧</a:t>
            </a:r>
            <a:endParaRPr kumimoji="1" lang="ja-JP" altLang="en-US" dirty="0"/>
          </a:p>
        </p:txBody>
      </p:sp>
      <p:graphicFrame>
        <p:nvGraphicFramePr>
          <p:cNvPr id="6" name="表 5">
            <a:extLst>
              <a:ext uri="{FF2B5EF4-FFF2-40B4-BE49-F238E27FC236}">
                <a16:creationId xmlns:a16="http://schemas.microsoft.com/office/drawing/2014/main" id="{9C2655A3-B43C-18AB-1F82-79E1BBD2A5A9}"/>
              </a:ext>
            </a:extLst>
          </p:cNvPr>
          <p:cNvGraphicFramePr>
            <a:graphicFrameLocks noGrp="1"/>
          </p:cNvGraphicFramePr>
          <p:nvPr>
            <p:extLst>
              <p:ext uri="{D42A27DB-BD31-4B8C-83A1-F6EECF244321}">
                <p14:modId xmlns:p14="http://schemas.microsoft.com/office/powerpoint/2010/main" val="1412958584"/>
              </p:ext>
            </p:extLst>
          </p:nvPr>
        </p:nvGraphicFramePr>
        <p:xfrm>
          <a:off x="575400" y="864000"/>
          <a:ext cx="7200000" cy="3888000"/>
        </p:xfrm>
        <a:graphic>
          <a:graphicData uri="http://schemas.openxmlformats.org/drawingml/2006/table">
            <a:tbl>
              <a:tblPr firstRow="1" bandRow="1">
                <a:tableStyleId>{5940675A-B579-460E-94D1-54222C63F5DA}</a:tableStyleId>
              </a:tblPr>
              <a:tblGrid>
                <a:gridCol w="4753330">
                  <a:extLst>
                    <a:ext uri="{9D8B030D-6E8A-4147-A177-3AD203B41FA5}">
                      <a16:colId xmlns:a16="http://schemas.microsoft.com/office/drawing/2014/main" val="2191046775"/>
                    </a:ext>
                  </a:extLst>
                </a:gridCol>
                <a:gridCol w="1203111">
                  <a:extLst>
                    <a:ext uri="{9D8B030D-6E8A-4147-A177-3AD203B41FA5}">
                      <a16:colId xmlns:a16="http://schemas.microsoft.com/office/drawing/2014/main" val="2023518490"/>
                    </a:ext>
                  </a:extLst>
                </a:gridCol>
                <a:gridCol w="1243559">
                  <a:extLst>
                    <a:ext uri="{9D8B030D-6E8A-4147-A177-3AD203B41FA5}">
                      <a16:colId xmlns:a16="http://schemas.microsoft.com/office/drawing/2014/main" val="2791548711"/>
                    </a:ext>
                  </a:extLst>
                </a:gridCol>
              </a:tblGrid>
              <a:tr h="360000">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画面名</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ステップ数</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難易度</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タンクマスタ登録</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489</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13879979"/>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タンクマスタ</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377</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37379361"/>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タンクマスタ登録確認</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75</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78221720"/>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トップ画面</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124</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6544410"/>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地下タンク検水表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370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14471195"/>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点検・確認者マスタ登録</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199</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185571837"/>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点検・確認者マスタ</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341</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3746382"/>
                  </a:ext>
                </a:extLst>
              </a:tr>
              <a:tr h="252000">
                <a:tc>
                  <a:txBody>
                    <a:bodyPr/>
                    <a:lstStyle/>
                    <a:p>
                      <a:pPr marL="0" algn="l" defTabSz="914400" rtl="0" eaLnBrk="1" fontAlgn="ctr" latinLnBrk="0" hangingPunct="1"/>
                      <a:r>
                        <a:rPr kumimoji="1" lang="zh-CN"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法定年１回点検</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311</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低</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55889808"/>
                  </a:ext>
                </a:extLst>
              </a:tr>
              <a:tr h="252000">
                <a:tc>
                  <a:txBody>
                    <a:bodyPr/>
                    <a:lstStyle/>
                    <a:p>
                      <a:pPr marL="0" algn="l" defTabSz="914400" rtl="0" eaLnBrk="1" fontAlgn="ctr" latinLnBrk="0" hangingPunct="1"/>
                      <a:r>
                        <a:rPr kumimoji="1" lang="zh-TW"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製造所等定期点検記録表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a:solidFill>
                            <a:srgbClr val="000000"/>
                          </a:solidFill>
                          <a:effectLst/>
                          <a:latin typeface="游ゴシック" panose="020B0400000000000000" pitchFamily="50" charset="-128"/>
                          <a:ea typeface="游ゴシック" panose="020B0400000000000000" pitchFamily="50" charset="-128"/>
                        </a:rPr>
                        <a:t>723</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中</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1789551"/>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給油取扱所（屋内）点検表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2,383</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特高</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47336601"/>
                  </a:ext>
                </a:extLst>
              </a:tr>
              <a:tr h="252000">
                <a:tc>
                  <a:txBody>
                    <a:bodyPr/>
                    <a:lstStyle/>
                    <a:p>
                      <a:pPr marL="0" algn="l" defTabSz="914400" rtl="0" eaLnBrk="1" fontAlgn="ctr" latinLnBrk="0" hangingPunct="1"/>
                      <a:r>
                        <a:rPr kumimoji="1" lang="zh-TW"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給油取扱所（屋外）点検表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2,238</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特高</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93075106"/>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セルフ用泡消火設備点検表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1,118</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高</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98693005"/>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顧客に自ら給油等をさせる給油取扱所（屋内）点検表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2,805</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特高</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67474152"/>
                  </a:ext>
                </a:extLst>
              </a:tr>
              <a:tr h="252000">
                <a:tc>
                  <a:txBody>
                    <a:bodyPr/>
                    <a:lstStyle/>
                    <a:p>
                      <a:pPr marL="0" algn="l" defTabSz="914400" rtl="0" eaLnBrk="1" fontAlgn="ctr" latinLnBrk="0" hangingPunct="1"/>
                      <a:r>
                        <a:rPr kumimoji="1" lang="ja-JP" altLang="en-US" sz="1400" b="0" i="0" u="none" strike="noStrike" kern="1200" dirty="0">
                          <a:solidFill>
                            <a:srgbClr val="000000"/>
                          </a:solidFill>
                          <a:effectLst/>
                          <a:latin typeface="游ゴシック" panose="020B0400000000000000" pitchFamily="50" charset="-128"/>
                          <a:ea typeface="游ゴシック" panose="020B0400000000000000" pitchFamily="50" charset="-128"/>
                          <a:cs typeface="+mn-cs"/>
                        </a:rPr>
                        <a:t>顧客に自ら給油等をさせる給油取扱所（屋外）点検表</a:t>
                      </a:r>
                    </a:p>
                  </a:txBody>
                  <a:tcPr marL="7200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ja-JP" sz="1400" b="0" i="0" u="none" strike="noStrike" dirty="0">
                          <a:solidFill>
                            <a:srgbClr val="000000"/>
                          </a:solidFill>
                          <a:effectLst/>
                          <a:latin typeface="游ゴシック" panose="020B0400000000000000" pitchFamily="50" charset="-128"/>
                          <a:ea typeface="游ゴシック" panose="020B0400000000000000" pitchFamily="50" charset="-128"/>
                        </a:rPr>
                        <a:t>2,660</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r>
                        <a:rPr lang="ja-JP" altLang="en-US" sz="1400" b="0" i="0" u="none" strike="noStrike" dirty="0">
                          <a:solidFill>
                            <a:srgbClr val="000000"/>
                          </a:solidFill>
                          <a:effectLst/>
                          <a:latin typeface="游ゴシック" panose="020B0400000000000000" pitchFamily="50" charset="-128"/>
                          <a:ea typeface="游ゴシック" panose="020B0400000000000000" pitchFamily="50" charset="-128"/>
                        </a:rPr>
                        <a:t>特高</a:t>
                      </a:r>
                    </a:p>
                  </a:txBody>
                  <a:tcPr marL="762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92291830"/>
                  </a:ext>
                </a:extLst>
              </a:tr>
            </a:tbl>
          </a:graphicData>
        </a:graphic>
      </p:graphicFrame>
      <p:sp>
        <p:nvSpPr>
          <p:cNvPr id="3" name="フッター プレースホルダー 2">
            <a:extLst>
              <a:ext uri="{FF2B5EF4-FFF2-40B4-BE49-F238E27FC236}">
                <a16:creationId xmlns:a16="http://schemas.microsoft.com/office/drawing/2014/main" id="{30821A5A-3E7C-441E-413A-C459110261E7}"/>
              </a:ext>
            </a:extLst>
          </p:cNvPr>
          <p:cNvSpPr>
            <a:spLocks noGrp="1"/>
          </p:cNvSpPr>
          <p:nvPr>
            <p:ph type="ftr" sz="quarter" idx="11"/>
          </p:nvPr>
        </p:nvSpPr>
        <p:spPr/>
        <p:txBody>
          <a:bodyPr/>
          <a:lstStyle/>
          <a:p>
            <a:r>
              <a:rPr lang="en-US"/>
              <a:t>Copyright © SystemEXE,Inc All Rights Reserved.</a:t>
            </a:r>
          </a:p>
        </p:txBody>
      </p:sp>
      <p:sp>
        <p:nvSpPr>
          <p:cNvPr id="4" name="テキスト ボックス 3">
            <a:extLst>
              <a:ext uri="{FF2B5EF4-FFF2-40B4-BE49-F238E27FC236}">
                <a16:creationId xmlns:a16="http://schemas.microsoft.com/office/drawing/2014/main" id="{F451B2A8-D27C-4784-15C4-9A385B98110A}"/>
              </a:ext>
            </a:extLst>
          </p:cNvPr>
          <p:cNvSpPr txBox="1"/>
          <p:nvPr/>
        </p:nvSpPr>
        <p:spPr>
          <a:xfrm>
            <a:off x="8015592" y="864000"/>
            <a:ext cx="3375498" cy="1384995"/>
          </a:xfrm>
          <a:prstGeom prst="rect">
            <a:avLst/>
          </a:prstGeom>
          <a:noFill/>
          <a:ln>
            <a:solidFill>
              <a:schemeClr val="tx1"/>
            </a:solidFill>
          </a:ln>
        </p:spPr>
        <p:txBody>
          <a:bodyPr wrap="square" rtlCol="0">
            <a:spAutoFit/>
          </a:bodyPr>
          <a:lstStyle/>
          <a:p>
            <a:r>
              <a:rPr kumimoji="1" lang="ja-JP" altLang="en-US" sz="1400" dirty="0">
                <a:latin typeface="游ゴシック" panose="020B0400000000000000" pitchFamily="50" charset="-128"/>
                <a:ea typeface="游ゴシック" panose="020B0400000000000000" pitchFamily="50" charset="-128"/>
              </a:rPr>
              <a:t>難易度 凡例</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・特低：</a:t>
            </a:r>
            <a:r>
              <a:rPr kumimoji="1" lang="en-US" altLang="ja-JP" sz="1400" dirty="0">
                <a:latin typeface="游ゴシック" panose="020B0400000000000000" pitchFamily="50" charset="-128"/>
                <a:ea typeface="游ゴシック" panose="020B0400000000000000" pitchFamily="50" charset="-128"/>
              </a:rPr>
              <a:t>200</a:t>
            </a:r>
            <a:r>
              <a:rPr kumimoji="1" lang="ja-JP" altLang="en-US" sz="1400" dirty="0">
                <a:latin typeface="游ゴシック" panose="020B0400000000000000" pitchFamily="50" charset="-128"/>
                <a:ea typeface="游ゴシック" panose="020B0400000000000000" pitchFamily="50" charset="-128"/>
              </a:rPr>
              <a:t>ステップ以下</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・低　：</a:t>
            </a:r>
            <a:r>
              <a:rPr kumimoji="1" lang="en-US" altLang="ja-JP" sz="1400" dirty="0">
                <a:latin typeface="游ゴシック" panose="020B0400000000000000" pitchFamily="50" charset="-128"/>
                <a:ea typeface="游ゴシック" panose="020B0400000000000000" pitchFamily="50" charset="-128"/>
              </a:rPr>
              <a:t>201</a:t>
            </a:r>
            <a:r>
              <a:rPr kumimoji="1" lang="ja-JP" altLang="en-US" sz="1400" dirty="0">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500</a:t>
            </a:r>
            <a:r>
              <a:rPr kumimoji="1" lang="ja-JP" altLang="en-US" sz="1400" dirty="0">
                <a:latin typeface="游ゴシック" panose="020B0400000000000000" pitchFamily="50" charset="-128"/>
                <a:ea typeface="游ゴシック" panose="020B0400000000000000" pitchFamily="50" charset="-128"/>
              </a:rPr>
              <a:t>ステップ</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・中　：</a:t>
            </a:r>
            <a:r>
              <a:rPr kumimoji="1" lang="en-US" altLang="ja-JP" sz="1400" dirty="0">
                <a:latin typeface="游ゴシック" panose="020B0400000000000000" pitchFamily="50" charset="-128"/>
                <a:ea typeface="游ゴシック" panose="020B0400000000000000" pitchFamily="50" charset="-128"/>
              </a:rPr>
              <a:t>501</a:t>
            </a:r>
            <a:r>
              <a:rPr kumimoji="1" lang="ja-JP" altLang="en-US" sz="1400" dirty="0">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1,000</a:t>
            </a:r>
            <a:r>
              <a:rPr kumimoji="1" lang="ja-JP" altLang="en-US" sz="1400" dirty="0">
                <a:latin typeface="游ゴシック" panose="020B0400000000000000" pitchFamily="50" charset="-128"/>
                <a:ea typeface="游ゴシック" panose="020B0400000000000000" pitchFamily="50" charset="-128"/>
              </a:rPr>
              <a:t>ステップ</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・高　：</a:t>
            </a:r>
            <a:r>
              <a:rPr kumimoji="1" lang="en-US" altLang="ja-JP" sz="1400" dirty="0">
                <a:latin typeface="游ゴシック" panose="020B0400000000000000" pitchFamily="50" charset="-128"/>
                <a:ea typeface="游ゴシック" panose="020B0400000000000000" pitchFamily="50" charset="-128"/>
              </a:rPr>
              <a:t>1,001</a:t>
            </a:r>
            <a:r>
              <a:rPr kumimoji="1" lang="ja-JP" altLang="en-US" sz="1400" dirty="0">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1,500</a:t>
            </a:r>
          </a:p>
          <a:p>
            <a:r>
              <a:rPr kumimoji="1" lang="ja-JP" altLang="en-US" sz="1400" dirty="0">
                <a:latin typeface="游ゴシック" panose="020B0400000000000000" pitchFamily="50" charset="-128"/>
                <a:ea typeface="游ゴシック" panose="020B0400000000000000" pitchFamily="50" charset="-128"/>
              </a:rPr>
              <a:t>・特高：</a:t>
            </a:r>
            <a:r>
              <a:rPr kumimoji="1" lang="en-US" altLang="ja-JP" sz="1400" dirty="0">
                <a:latin typeface="游ゴシック" panose="020B0400000000000000" pitchFamily="50" charset="-128"/>
                <a:ea typeface="游ゴシック" panose="020B0400000000000000" pitchFamily="50" charset="-128"/>
              </a:rPr>
              <a:t>1,501</a:t>
            </a:r>
            <a:r>
              <a:rPr kumimoji="1" lang="ja-JP" altLang="en-US" sz="1400" dirty="0">
                <a:latin typeface="游ゴシック" panose="020B0400000000000000" pitchFamily="50" charset="-128"/>
                <a:ea typeface="游ゴシック" panose="020B0400000000000000" pitchFamily="50" charset="-128"/>
              </a:rPr>
              <a:t>ステップ以上</a:t>
            </a:r>
          </a:p>
        </p:txBody>
      </p:sp>
    </p:spTree>
    <p:extLst>
      <p:ext uri="{BB962C8B-B14F-4D97-AF65-F5344CB8AC3E}">
        <p14:creationId xmlns:p14="http://schemas.microsoft.com/office/powerpoint/2010/main" val="3586918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kumimoji="1" lang="ja-JP" altLang="en-US"/>
              <a:t>体制（</a:t>
            </a:r>
            <a:r>
              <a:rPr lang="ja-JP" altLang="en-US"/>
              <a:t>案）</a:t>
            </a:r>
            <a:endParaRPr kumimoji="1" lang="ja-JP" altLang="en-US"/>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SystemEXE,Inc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9" y="1297411"/>
            <a:ext cx="3600000"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6000" y="937411"/>
            <a:ext cx="3600000"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游ゴシック" panose="020B0400000000000000" pitchFamily="50" charset="-128"/>
                <a:ea typeface="游ゴシック" panose="020B0400000000000000" pitchFamily="50" charset="-128"/>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67" idx="0"/>
            <a:endCxn id="64" idx="2"/>
          </p:cNvCxnSpPr>
          <p:nvPr/>
        </p:nvCxnSpPr>
        <p:spPr>
          <a:xfrm flipV="1">
            <a:off x="2376000" y="2233411"/>
            <a:ext cx="0"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4419603" y="1297410"/>
            <a:ext cx="7200000"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4419603" y="937411"/>
            <a:ext cx="7200000"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latin typeface="游ゴシック" panose="020B0400000000000000" pitchFamily="50" charset="-128"/>
                <a:ea typeface="游ゴシック" panose="020B0400000000000000" pitchFamily="50" charset="-128"/>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6217200" y="1513411"/>
            <a:ext cx="2592000" cy="72000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プロジェクト責任者</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dirty="0">
                  <a:ln>
                    <a:noFill/>
                  </a:ln>
                  <a:solidFill>
                    <a:prstClr val="black"/>
                  </a:solidFill>
                  <a:effectLst/>
                  <a:uLnTx/>
                  <a:uFillTx/>
                  <a:latin typeface="+mn-ea"/>
                </a:rPr>
                <a:t>川名 翔太</a:t>
              </a:r>
              <a:endParaRPr kumimoji="1" lang="ja-JP" altLang="en-US" sz="1400" b="0" i="0" u="none" strike="noStrike" kern="0" cap="none" spc="0" normalizeH="0" baseline="0" noProof="0" dirty="0">
                <a:ln>
                  <a:noFill/>
                </a:ln>
                <a:solidFill>
                  <a:prstClr val="black"/>
                </a:solidFill>
                <a:effectLst/>
                <a:uLnTx/>
                <a:uFillTx/>
                <a:latin typeface="+mn-ea"/>
              </a:endParaRP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6217200" y="3017008"/>
            <a:ext cx="2592000" cy="72000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プロジェクトマネージャー</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dirty="0">
                  <a:solidFill>
                    <a:srgbClr val="333333"/>
                  </a:solidFill>
                  <a:latin typeface="游ゴシック"/>
                  <a:ea typeface="游ゴシック"/>
                </a:rPr>
                <a:t>桝井 雄太</a:t>
              </a:r>
            </a:p>
          </p:txBody>
        </p:sp>
      </p:grpSp>
      <p:cxnSp>
        <p:nvCxnSpPr>
          <p:cNvPr id="48" name="直線コネクタ 47">
            <a:extLst>
              <a:ext uri="{FF2B5EF4-FFF2-40B4-BE49-F238E27FC236}">
                <a16:creationId xmlns:a16="http://schemas.microsoft.com/office/drawing/2014/main" id="{B02D2D4D-3924-332F-F7F5-F534F737B379}"/>
              </a:ext>
            </a:extLst>
          </p:cNvPr>
          <p:cNvCxnSpPr>
            <a:cxnSpLocks/>
            <a:stCxn id="42" idx="2"/>
            <a:endCxn id="44" idx="0"/>
          </p:cNvCxnSpPr>
          <p:nvPr/>
        </p:nvCxnSpPr>
        <p:spPr>
          <a:xfrm flipH="1">
            <a:off x="7513198" y="2233411"/>
            <a:ext cx="4"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321221" y="2534797"/>
            <a:ext cx="2160000" cy="72000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営業</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游ゴシック" panose="020B0400000000000000" pitchFamily="50" charset="-128"/>
                  <a:ea typeface="游ゴシック" panose="020B0400000000000000" pitchFamily="50" charset="-128"/>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endCxn id="47" idx="2"/>
          </p:cNvCxnSpPr>
          <p:nvPr/>
        </p:nvCxnSpPr>
        <p:spPr>
          <a:xfrm flipH="1" flipV="1">
            <a:off x="7513202" y="3737008"/>
            <a:ext cx="10356" cy="153010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1224000" y="1513411"/>
            <a:ext cx="2304000" cy="720000"/>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中上 陽一様</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grpSp>
        <p:nvGrpSpPr>
          <p:cNvPr id="65" name="グループ化 64">
            <a:extLst>
              <a:ext uri="{FF2B5EF4-FFF2-40B4-BE49-F238E27FC236}">
                <a16:creationId xmlns:a16="http://schemas.microsoft.com/office/drawing/2014/main" id="{862F4B9C-F012-733C-97E7-BC4BD6155E59}"/>
              </a:ext>
            </a:extLst>
          </p:cNvPr>
          <p:cNvGrpSpPr/>
          <p:nvPr/>
        </p:nvGrpSpPr>
        <p:grpSpPr>
          <a:xfrm>
            <a:off x="1224000" y="3017008"/>
            <a:ext cx="2304000" cy="720000"/>
            <a:chOff x="719999" y="2952000"/>
            <a:chExt cx="2304000" cy="720000"/>
          </a:xfrm>
        </p:grpSpPr>
        <p:sp>
          <p:nvSpPr>
            <p:cNvPr id="67" name="正方形/長方形 66">
              <a:extLst>
                <a:ext uri="{FF2B5EF4-FFF2-40B4-BE49-F238E27FC236}">
                  <a16:creationId xmlns:a16="http://schemas.microsoft.com/office/drawing/2014/main" id="{0A951824-8CC8-3E3C-1303-25EAC7814C5E}"/>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rPr>
                <a:t>プロジェクトリーダー</a:t>
              </a:r>
            </a:p>
          </p:txBody>
        </p:sp>
        <p:sp>
          <p:nvSpPr>
            <p:cNvPr id="68" name="正方形/長方形 67">
              <a:extLst>
                <a:ext uri="{FF2B5EF4-FFF2-40B4-BE49-F238E27FC236}">
                  <a16:creationId xmlns:a16="http://schemas.microsoft.com/office/drawing/2014/main" id="{2CAD3C1A-C881-4FEF-D40C-BC2757062581}"/>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dirty="0">
                  <a:solidFill>
                    <a:prstClr val="black"/>
                  </a:solidFill>
                  <a:latin typeface="+mn-ea"/>
                </a:rPr>
                <a:t>林</a:t>
              </a:r>
              <a:r>
                <a:rPr kumimoji="0" lang="ja-JP" altLang="en-US" sz="1400" b="0" i="0" u="none" strike="noStrike" kern="0" cap="none" spc="0" normalizeH="0" baseline="0" noProof="0" dirty="0">
                  <a:ln>
                    <a:noFill/>
                  </a:ln>
                  <a:solidFill>
                    <a:prstClr val="black"/>
                  </a:solidFill>
                  <a:effectLst/>
                  <a:uLnTx/>
                  <a:uFillTx/>
                  <a:latin typeface="+mn-ea"/>
                </a:rPr>
                <a:t> 三記子様</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grpSp>
        <p:nvGrpSpPr>
          <p:cNvPr id="69" name="グループ化 68">
            <a:extLst>
              <a:ext uri="{FF2B5EF4-FFF2-40B4-BE49-F238E27FC236}">
                <a16:creationId xmlns:a16="http://schemas.microsoft.com/office/drawing/2014/main" id="{303A46D3-CF1F-B6F7-728F-CAC71250A9BE}"/>
              </a:ext>
            </a:extLst>
          </p:cNvPr>
          <p:cNvGrpSpPr/>
          <p:nvPr/>
        </p:nvGrpSpPr>
        <p:grpSpPr>
          <a:xfrm>
            <a:off x="1224000" y="4520605"/>
            <a:ext cx="2304000" cy="1080000"/>
            <a:chOff x="1223999" y="4104000"/>
            <a:chExt cx="1800000" cy="1080000"/>
          </a:xfrm>
        </p:grpSpPr>
        <p:sp>
          <p:nvSpPr>
            <p:cNvPr id="70" name="正方形/長方形 69">
              <a:extLst>
                <a:ext uri="{FF2B5EF4-FFF2-40B4-BE49-F238E27FC236}">
                  <a16:creationId xmlns:a16="http://schemas.microsoft.com/office/drawing/2014/main" id="{DE9E8279-0EDD-11DD-E771-403093B7B151}"/>
                </a:ext>
              </a:extLst>
            </p:cNvPr>
            <p:cNvSpPr/>
            <p:nvPr/>
          </p:nvSpPr>
          <p:spPr>
            <a:xfrm>
              <a:off x="1223999" y="4104000"/>
              <a:ext cx="1800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メンバー</a:t>
              </a:r>
            </a:p>
          </p:txBody>
        </p:sp>
        <p:sp>
          <p:nvSpPr>
            <p:cNvPr id="71" name="正方形/長方形 70">
              <a:extLst>
                <a:ext uri="{FF2B5EF4-FFF2-40B4-BE49-F238E27FC236}">
                  <a16:creationId xmlns:a16="http://schemas.microsoft.com/office/drawing/2014/main" id="{862FACA1-2256-DEFF-65ED-36F50C0008C3}"/>
                </a:ext>
              </a:extLst>
            </p:cNvPr>
            <p:cNvSpPr/>
            <p:nvPr/>
          </p:nvSpPr>
          <p:spPr>
            <a:xfrm>
              <a:off x="1223999" y="4464000"/>
              <a:ext cx="1800000" cy="72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游ゴシック" panose="020B0400000000000000" pitchFamily="50" charset="-128"/>
                  <a:ea typeface="游ゴシック" panose="020B0400000000000000" pitchFamily="50" charset="-128"/>
                </a:rPr>
                <a:t>ご担当者様</a:t>
              </a:r>
              <a:endParaRPr lang="en-US" altLang="ja-JP" sz="1400">
                <a:solidFill>
                  <a:schemeClr val="tx1"/>
                </a:solidFill>
                <a:latin typeface="游ゴシック" panose="020B0400000000000000" pitchFamily="50" charset="-128"/>
                <a:ea typeface="游ゴシック" panose="020B0400000000000000" pitchFamily="50" charset="-128"/>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7" idx="1"/>
          </p:cNvCxnSpPr>
          <p:nvPr/>
        </p:nvCxnSpPr>
        <p:spPr>
          <a:xfrm flipV="1">
            <a:off x="7513198" y="2714797"/>
            <a:ext cx="180802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321221" y="1513411"/>
            <a:ext cx="2160000" cy="72000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游ゴシック" panose="020B0400000000000000" pitchFamily="50" charset="-128"/>
                  <a:ea typeface="游ゴシック" panose="020B0400000000000000" pitchFamily="50" charset="-128"/>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en-US" altLang="ja-JP" sz="1400">
                  <a:solidFill>
                    <a:schemeClr val="tx1"/>
                  </a:solidFill>
                  <a:latin typeface="+mn-ea"/>
                </a:rPr>
                <a:t>PJ</a:t>
              </a:r>
              <a:r>
                <a:rPr lang="ja-JP" altLang="en-US" sz="1400">
                  <a:solidFill>
                    <a:schemeClr val="tx1"/>
                  </a:solidFill>
                  <a:latin typeface="+mn-ea"/>
                </a:rPr>
                <a:t>品質保証委員会</a:t>
              </a:r>
              <a:endParaRPr lang="en-US" altLang="ja-JP" sz="140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6221210" y="4520605"/>
            <a:ext cx="2592000" cy="1080000"/>
            <a:chOff x="6221210" y="4414073"/>
            <a:chExt cx="2592000" cy="1080000"/>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3"/>
              <a:ext cx="2591996"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lang="ja-JP" altLang="en-US" sz="1400">
                  <a:solidFill>
                    <a:schemeClr val="tx1"/>
                  </a:solidFill>
                  <a:latin typeface="游ゴシック" panose="020B0400000000000000" pitchFamily="50" charset="-128"/>
                  <a:ea typeface="游ゴシック" panose="020B0400000000000000" pitchFamily="50" charset="-128"/>
                </a:rPr>
                <a:t>メンバー</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21214" y="4774073"/>
              <a:ext cx="2591996" cy="72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游ゴシック" panose="020B0400000000000000" pitchFamily="50" charset="-128"/>
                  <a:ea typeface="游ゴシック" panose="020B0400000000000000" pitchFamily="50" charset="-128"/>
                </a:rPr>
                <a:t>TBD</a:t>
              </a:r>
            </a:p>
          </p:txBody>
        </p:sp>
      </p:grpSp>
      <p:cxnSp>
        <p:nvCxnSpPr>
          <p:cNvPr id="18" name="直線コネクタ 17">
            <a:extLst>
              <a:ext uri="{FF2B5EF4-FFF2-40B4-BE49-F238E27FC236}">
                <a16:creationId xmlns:a16="http://schemas.microsoft.com/office/drawing/2014/main" id="{96BA573D-6F8E-3CDB-2C00-3C2E1C718B23}"/>
              </a:ext>
            </a:extLst>
          </p:cNvPr>
          <p:cNvCxnSpPr>
            <a:cxnSpLocks/>
            <a:stCxn id="70" idx="0"/>
            <a:endCxn id="68" idx="2"/>
          </p:cNvCxnSpPr>
          <p:nvPr/>
        </p:nvCxnSpPr>
        <p:spPr>
          <a:xfrm flipV="1">
            <a:off x="2376000" y="3737008"/>
            <a:ext cx="0"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901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9723-A3DC-6BF6-24EF-3143051676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F66C9D-7B8E-C70A-059A-B71FB9ADB8CD}"/>
              </a:ext>
            </a:extLst>
          </p:cNvPr>
          <p:cNvSpPr>
            <a:spLocks noGrp="1"/>
          </p:cNvSpPr>
          <p:nvPr>
            <p:ph type="title"/>
          </p:nvPr>
        </p:nvSpPr>
        <p:spPr/>
        <p:txBody>
          <a:bodyPr/>
          <a:lstStyle/>
          <a:p>
            <a:r>
              <a:rPr kumimoji="1" lang="ja-JP" altLang="en-US" dirty="0"/>
              <a:t>スケジュール</a:t>
            </a:r>
            <a:r>
              <a:rPr lang="ja-JP" altLang="en-US" dirty="0"/>
              <a:t>案</a:t>
            </a:r>
            <a:endParaRPr kumimoji="1" lang="ja-JP" altLang="en-US" dirty="0"/>
          </a:p>
        </p:txBody>
      </p:sp>
      <p:sp>
        <p:nvSpPr>
          <p:cNvPr id="4" name="フッター プレースホルダー 3">
            <a:extLst>
              <a:ext uri="{FF2B5EF4-FFF2-40B4-BE49-F238E27FC236}">
                <a16:creationId xmlns:a16="http://schemas.microsoft.com/office/drawing/2014/main" id="{7F6BDC12-2474-59B4-4156-B40F831BC4C0}"/>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64E36980-A300-D1AD-F1B8-CF0CE5068A0E}"/>
              </a:ext>
            </a:extLst>
          </p:cNvPr>
          <p:cNvGraphicFramePr>
            <a:graphicFrameLocks noGrp="1"/>
          </p:cNvGraphicFramePr>
          <p:nvPr>
            <p:extLst>
              <p:ext uri="{D42A27DB-BD31-4B8C-83A1-F6EECF244321}">
                <p14:modId xmlns:p14="http://schemas.microsoft.com/office/powerpoint/2010/main" val="1161034230"/>
              </p:ext>
            </p:extLst>
          </p:nvPr>
        </p:nvGraphicFramePr>
        <p:xfrm>
          <a:off x="1908692" y="1452481"/>
          <a:ext cx="8441528" cy="3474220"/>
        </p:xfrm>
        <a:graphic>
          <a:graphicData uri="http://schemas.openxmlformats.org/drawingml/2006/table">
            <a:tbl>
              <a:tblPr firstRow="1" bandRow="1">
                <a:tableStyleId>{2D5ABB26-0587-4C30-8999-92F81FD0307C}</a:tableStyleId>
              </a:tblPr>
              <a:tblGrid>
                <a:gridCol w="862728">
                  <a:extLst>
                    <a:ext uri="{9D8B030D-6E8A-4147-A177-3AD203B41FA5}">
                      <a16:colId xmlns:a16="http://schemas.microsoft.com/office/drawing/2014/main" val="390000680"/>
                    </a:ext>
                  </a:extLst>
                </a:gridCol>
                <a:gridCol w="378940">
                  <a:extLst>
                    <a:ext uri="{9D8B030D-6E8A-4147-A177-3AD203B41FA5}">
                      <a16:colId xmlns:a16="http://schemas.microsoft.com/office/drawing/2014/main" val="2810377369"/>
                    </a:ext>
                  </a:extLst>
                </a:gridCol>
                <a:gridCol w="378940">
                  <a:extLst>
                    <a:ext uri="{9D8B030D-6E8A-4147-A177-3AD203B41FA5}">
                      <a16:colId xmlns:a16="http://schemas.microsoft.com/office/drawing/2014/main" val="1394774728"/>
                    </a:ext>
                  </a:extLst>
                </a:gridCol>
                <a:gridCol w="378940">
                  <a:extLst>
                    <a:ext uri="{9D8B030D-6E8A-4147-A177-3AD203B41FA5}">
                      <a16:colId xmlns:a16="http://schemas.microsoft.com/office/drawing/2014/main" val="534760887"/>
                    </a:ext>
                  </a:extLst>
                </a:gridCol>
                <a:gridCol w="378940">
                  <a:extLst>
                    <a:ext uri="{9D8B030D-6E8A-4147-A177-3AD203B41FA5}">
                      <a16:colId xmlns:a16="http://schemas.microsoft.com/office/drawing/2014/main" val="491088751"/>
                    </a:ext>
                  </a:extLst>
                </a:gridCol>
                <a:gridCol w="378940">
                  <a:extLst>
                    <a:ext uri="{9D8B030D-6E8A-4147-A177-3AD203B41FA5}">
                      <a16:colId xmlns:a16="http://schemas.microsoft.com/office/drawing/2014/main" val="814744698"/>
                    </a:ext>
                  </a:extLst>
                </a:gridCol>
                <a:gridCol w="378940">
                  <a:extLst>
                    <a:ext uri="{9D8B030D-6E8A-4147-A177-3AD203B41FA5}">
                      <a16:colId xmlns:a16="http://schemas.microsoft.com/office/drawing/2014/main" val="611941371"/>
                    </a:ext>
                  </a:extLst>
                </a:gridCol>
                <a:gridCol w="378940">
                  <a:extLst>
                    <a:ext uri="{9D8B030D-6E8A-4147-A177-3AD203B41FA5}">
                      <a16:colId xmlns:a16="http://schemas.microsoft.com/office/drawing/2014/main" val="1302714029"/>
                    </a:ext>
                  </a:extLst>
                </a:gridCol>
                <a:gridCol w="378940">
                  <a:extLst>
                    <a:ext uri="{9D8B030D-6E8A-4147-A177-3AD203B41FA5}">
                      <a16:colId xmlns:a16="http://schemas.microsoft.com/office/drawing/2014/main" val="4050933131"/>
                    </a:ext>
                  </a:extLst>
                </a:gridCol>
                <a:gridCol w="378940">
                  <a:extLst>
                    <a:ext uri="{9D8B030D-6E8A-4147-A177-3AD203B41FA5}">
                      <a16:colId xmlns:a16="http://schemas.microsoft.com/office/drawing/2014/main" val="4066967415"/>
                    </a:ext>
                  </a:extLst>
                </a:gridCol>
                <a:gridCol w="378940">
                  <a:extLst>
                    <a:ext uri="{9D8B030D-6E8A-4147-A177-3AD203B41FA5}">
                      <a16:colId xmlns:a16="http://schemas.microsoft.com/office/drawing/2014/main" val="2818331606"/>
                    </a:ext>
                  </a:extLst>
                </a:gridCol>
                <a:gridCol w="378940">
                  <a:extLst>
                    <a:ext uri="{9D8B030D-6E8A-4147-A177-3AD203B41FA5}">
                      <a16:colId xmlns:a16="http://schemas.microsoft.com/office/drawing/2014/main" val="4146179240"/>
                    </a:ext>
                  </a:extLst>
                </a:gridCol>
                <a:gridCol w="378940">
                  <a:extLst>
                    <a:ext uri="{9D8B030D-6E8A-4147-A177-3AD203B41FA5}">
                      <a16:colId xmlns:a16="http://schemas.microsoft.com/office/drawing/2014/main" val="728973432"/>
                    </a:ext>
                  </a:extLst>
                </a:gridCol>
                <a:gridCol w="378940">
                  <a:extLst>
                    <a:ext uri="{9D8B030D-6E8A-4147-A177-3AD203B41FA5}">
                      <a16:colId xmlns:a16="http://schemas.microsoft.com/office/drawing/2014/main" val="3881238287"/>
                    </a:ext>
                  </a:extLst>
                </a:gridCol>
                <a:gridCol w="378940">
                  <a:extLst>
                    <a:ext uri="{9D8B030D-6E8A-4147-A177-3AD203B41FA5}">
                      <a16:colId xmlns:a16="http://schemas.microsoft.com/office/drawing/2014/main" val="277738048"/>
                    </a:ext>
                  </a:extLst>
                </a:gridCol>
                <a:gridCol w="378940">
                  <a:extLst>
                    <a:ext uri="{9D8B030D-6E8A-4147-A177-3AD203B41FA5}">
                      <a16:colId xmlns:a16="http://schemas.microsoft.com/office/drawing/2014/main" val="2245800188"/>
                    </a:ext>
                  </a:extLst>
                </a:gridCol>
                <a:gridCol w="378940">
                  <a:extLst>
                    <a:ext uri="{9D8B030D-6E8A-4147-A177-3AD203B41FA5}">
                      <a16:colId xmlns:a16="http://schemas.microsoft.com/office/drawing/2014/main" val="3364924607"/>
                    </a:ext>
                  </a:extLst>
                </a:gridCol>
                <a:gridCol w="378940">
                  <a:extLst>
                    <a:ext uri="{9D8B030D-6E8A-4147-A177-3AD203B41FA5}">
                      <a16:colId xmlns:a16="http://schemas.microsoft.com/office/drawing/2014/main" val="1162656261"/>
                    </a:ext>
                  </a:extLst>
                </a:gridCol>
                <a:gridCol w="378940">
                  <a:extLst>
                    <a:ext uri="{9D8B030D-6E8A-4147-A177-3AD203B41FA5}">
                      <a16:colId xmlns:a16="http://schemas.microsoft.com/office/drawing/2014/main" val="4018854686"/>
                    </a:ext>
                  </a:extLst>
                </a:gridCol>
                <a:gridCol w="378940">
                  <a:extLst>
                    <a:ext uri="{9D8B030D-6E8A-4147-A177-3AD203B41FA5}">
                      <a16:colId xmlns:a16="http://schemas.microsoft.com/office/drawing/2014/main" val="884114068"/>
                    </a:ext>
                  </a:extLst>
                </a:gridCol>
                <a:gridCol w="378940">
                  <a:extLst>
                    <a:ext uri="{9D8B030D-6E8A-4147-A177-3AD203B41FA5}">
                      <a16:colId xmlns:a16="http://schemas.microsoft.com/office/drawing/2014/main" val="3069356078"/>
                    </a:ext>
                  </a:extLst>
                </a:gridCol>
              </a:tblGrid>
              <a:tr h="426826">
                <a:tc>
                  <a:txBody>
                    <a:bodyPr/>
                    <a:lstStyle/>
                    <a:p>
                      <a:pPr algn="r"/>
                      <a:r>
                        <a:rPr kumimoji="1" lang="ja-JP" altLang="en-US" sz="1600" b="1" dirty="0">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0">
                  <a:txBody>
                    <a:bodyPr/>
                    <a:lstStyle/>
                    <a:p>
                      <a:pPr algn="ctr"/>
                      <a:r>
                        <a:rPr lang="en-US" altLang="ja-JP" sz="1600" b="1" dirty="0">
                          <a:solidFill>
                            <a:schemeClr val="bg1"/>
                          </a:solidFill>
                          <a:latin typeface="+mn-ea"/>
                          <a:ea typeface="+mn-ea"/>
                        </a:rPr>
                        <a:t>2025</a:t>
                      </a:r>
                      <a:endParaRPr kumimoji="1" lang="en-US" altLang="ja-JP" sz="1600" b="1" dirty="0">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extLst>
                  <a:ext uri="{0D108BD9-81ED-4DB2-BD59-A6C34878D82A}">
                    <a16:rowId xmlns:a16="http://schemas.microsoft.com/office/drawing/2014/main" val="964622394"/>
                  </a:ext>
                </a:extLst>
              </a:tr>
              <a:tr h="332993">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4">
                  <a:txBody>
                    <a:bodyPr/>
                    <a:lstStyle/>
                    <a:p>
                      <a:pPr algn="ctr"/>
                      <a:r>
                        <a:rPr kumimoji="1" lang="en-US" altLang="ja-JP" sz="1600" b="1" dirty="0">
                          <a:solidFill>
                            <a:schemeClr val="bg1"/>
                          </a:solidFill>
                          <a:latin typeface="+mn-ea"/>
                          <a:ea typeface="+mn-ea"/>
                        </a:rPr>
                        <a:t>n</a:t>
                      </a:r>
                      <a:endParaRPr kumimoji="1" lang="ja-JP" altLang="en-US" sz="1600" b="1" dirty="0">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600" b="1" dirty="0">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4">
                  <a:txBody>
                    <a:bodyPr/>
                    <a:lstStyle/>
                    <a:p>
                      <a:pPr algn="ctr"/>
                      <a:r>
                        <a:rPr kumimoji="1" lang="en-US" altLang="ja-JP" sz="1600" b="1" dirty="0">
                          <a:solidFill>
                            <a:schemeClr val="bg1"/>
                          </a:solidFill>
                          <a:latin typeface="+mn-ea"/>
                          <a:ea typeface="+mn-ea"/>
                        </a:rPr>
                        <a:t>n+1</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dirty="0">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4">
                  <a:txBody>
                    <a:bodyPr/>
                    <a:lstStyle/>
                    <a:p>
                      <a:pPr algn="ctr"/>
                      <a:r>
                        <a:rPr kumimoji="1" lang="en-US" altLang="ja-JP" sz="1600" b="1" dirty="0">
                          <a:solidFill>
                            <a:schemeClr val="bg1"/>
                          </a:solidFill>
                          <a:latin typeface="+mn-ea"/>
                          <a:ea typeface="+mn-ea"/>
                        </a:rPr>
                        <a:t>n+2</a:t>
                      </a: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dirty="0">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4">
                  <a:txBody>
                    <a:bodyPr/>
                    <a:lstStyle/>
                    <a:p>
                      <a:pPr lvl="0" algn="ctr">
                        <a:buNone/>
                      </a:pPr>
                      <a:r>
                        <a:rPr kumimoji="1" lang="en-US" altLang="ja-JP" sz="1600" b="1" dirty="0">
                          <a:solidFill>
                            <a:schemeClr val="bg1"/>
                          </a:solidFill>
                          <a:latin typeface="+mn-ea"/>
                          <a:ea typeface="+mn-ea"/>
                        </a:rPr>
                        <a:t>n+3</a:t>
                      </a: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lvl="0" algn="ctr">
                        <a:buNone/>
                      </a:pPr>
                      <a:endParaRPr kumimoji="1" lang="en-US" altLang="ja-JP" sz="1600" b="1" dirty="0">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4">
                  <a:txBody>
                    <a:bodyPr/>
                    <a:lstStyle/>
                    <a:p>
                      <a:pPr lvl="0" algn="ctr">
                        <a:buNone/>
                      </a:pPr>
                      <a:r>
                        <a:rPr kumimoji="1" lang="en-US" altLang="ja-JP" sz="1600" b="1" dirty="0">
                          <a:solidFill>
                            <a:schemeClr val="bg1"/>
                          </a:solidFill>
                          <a:latin typeface="+mn-ea"/>
                          <a:ea typeface="+mn-ea"/>
                        </a:rPr>
                        <a:t>n+4</a:t>
                      </a: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lvl="0" algn="ctr">
                        <a:buNone/>
                      </a:pPr>
                      <a:endParaRPr kumimoji="1" lang="en-US" altLang="ja-JP" sz="1600" b="1" dirty="0">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extLst>
                  <a:ext uri="{0D108BD9-81ED-4DB2-BD59-A6C34878D82A}">
                    <a16:rowId xmlns:a16="http://schemas.microsoft.com/office/drawing/2014/main" val="3414931248"/>
                  </a:ext>
                </a:extLst>
              </a:tr>
              <a:tr h="746367">
                <a:tc>
                  <a:txBody>
                    <a:bodyPr/>
                    <a:lstStyle/>
                    <a:p>
                      <a:r>
                        <a:rPr kumimoji="1" lang="ja-JP" altLang="en-US" sz="1200" dirty="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extLst>
                  <a:ext uri="{0D108BD9-81ED-4DB2-BD59-A6C34878D82A}">
                    <a16:rowId xmlns:a16="http://schemas.microsoft.com/office/drawing/2014/main" val="2133042941"/>
                  </a:ext>
                </a:extLst>
              </a:tr>
              <a:tr h="1965747">
                <a:tc>
                  <a:txBody>
                    <a:bodyPr/>
                    <a:lstStyle/>
                    <a:p>
                      <a:r>
                        <a:rPr kumimoji="1" lang="ja-JP" altLang="en-US" sz="1200" dirty="0">
                          <a:latin typeface="+mn-ea"/>
                          <a:ea typeface="+mn-ea"/>
                        </a:rPr>
                        <a:t>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dirty="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dirty="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extLst>
                  <a:ext uri="{0D108BD9-81ED-4DB2-BD59-A6C34878D82A}">
                    <a16:rowId xmlns:a16="http://schemas.microsoft.com/office/drawing/2014/main" val="2993275038"/>
                  </a:ext>
                </a:extLst>
              </a:tr>
            </a:tbl>
          </a:graphicData>
        </a:graphic>
      </p:graphicFrame>
      <p:graphicFrame>
        <p:nvGraphicFramePr>
          <p:cNvPr id="10" name="表 9">
            <a:extLst>
              <a:ext uri="{FF2B5EF4-FFF2-40B4-BE49-F238E27FC236}">
                <a16:creationId xmlns:a16="http://schemas.microsoft.com/office/drawing/2014/main" id="{50B30260-01E5-FC2D-DA10-47530DE9CA1B}"/>
              </a:ext>
            </a:extLst>
          </p:cNvPr>
          <p:cNvGraphicFramePr>
            <a:graphicFrameLocks noGrp="1"/>
          </p:cNvGraphicFramePr>
          <p:nvPr>
            <p:extLst>
              <p:ext uri="{D42A27DB-BD31-4B8C-83A1-F6EECF244321}">
                <p14:modId xmlns:p14="http://schemas.microsoft.com/office/powerpoint/2010/main" val="1408371951"/>
              </p:ext>
            </p:extLst>
          </p:nvPr>
        </p:nvGraphicFramePr>
        <p:xfrm>
          <a:off x="2775625" y="3776434"/>
          <a:ext cx="756000" cy="648000"/>
        </p:xfrm>
        <a:graphic>
          <a:graphicData uri="http://schemas.openxmlformats.org/drawingml/2006/table">
            <a:tbl>
              <a:tblPr firstRow="1" bandRow="1">
                <a:tableStyleId>{2D5ABB26-0587-4C30-8999-92F81FD0307C}</a:tableStyleId>
              </a:tblPr>
              <a:tblGrid>
                <a:gridCol w="756000">
                  <a:extLst>
                    <a:ext uri="{9D8B030D-6E8A-4147-A177-3AD203B41FA5}">
                      <a16:colId xmlns:a16="http://schemas.microsoft.com/office/drawing/2014/main" val="2823374101"/>
                    </a:ext>
                  </a:extLst>
                </a:gridCol>
              </a:tblGrid>
              <a:tr h="648000">
                <a:tc>
                  <a:txBody>
                    <a:bodyPr/>
                    <a:lstStyle/>
                    <a:p>
                      <a:pPr algn="ctr"/>
                      <a:r>
                        <a:rPr kumimoji="1" lang="ja-JP" altLang="en-US" sz="1100" b="0" dirty="0">
                          <a:solidFill>
                            <a:schemeClr val="tx1"/>
                          </a:solidFill>
                          <a:latin typeface="+mn-ea"/>
                          <a:ea typeface="+mn-ea"/>
                        </a:rPr>
                        <a:t>要件定義</a:t>
                      </a:r>
                      <a:endParaRPr kumimoji="1" lang="en-US" altLang="ja-JP"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pSp>
        <p:nvGrpSpPr>
          <p:cNvPr id="15" name="グループ化 14">
            <a:extLst>
              <a:ext uri="{FF2B5EF4-FFF2-40B4-BE49-F238E27FC236}">
                <a16:creationId xmlns:a16="http://schemas.microsoft.com/office/drawing/2014/main" id="{5DC777E2-F40B-0283-B3C8-FAF7F8F84C5A}"/>
              </a:ext>
            </a:extLst>
          </p:cNvPr>
          <p:cNvGrpSpPr/>
          <p:nvPr/>
        </p:nvGrpSpPr>
        <p:grpSpPr>
          <a:xfrm>
            <a:off x="6995424" y="929716"/>
            <a:ext cx="3004611" cy="372517"/>
            <a:chOff x="-374741" y="523357"/>
            <a:chExt cx="6059912" cy="360050"/>
          </a:xfrm>
        </p:grpSpPr>
        <p:sp>
          <p:nvSpPr>
            <p:cNvPr id="16" name="正方形/長方形 15">
              <a:extLst>
                <a:ext uri="{FF2B5EF4-FFF2-40B4-BE49-F238E27FC236}">
                  <a16:creationId xmlns:a16="http://schemas.microsoft.com/office/drawing/2014/main" id="{FF44804B-3C73-071E-290E-03F0ADCAED7C}"/>
                </a:ext>
              </a:extLst>
            </p:cNvPr>
            <p:cNvSpPr/>
            <p:nvPr/>
          </p:nvSpPr>
          <p:spPr>
            <a:xfrm>
              <a:off x="-374741" y="523357"/>
              <a:ext cx="6059912"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4AD75070-A563-93A7-F7D3-50DB22C8EB01}"/>
                </a:ext>
              </a:extLst>
            </p:cNvPr>
            <p:cNvSpPr>
              <a:spLocks noChangeArrowheads="1"/>
            </p:cNvSpPr>
            <p:nvPr/>
          </p:nvSpPr>
          <p:spPr bwMode="auto">
            <a:xfrm>
              <a:off x="556242" y="578440"/>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5370F356-2476-315D-FCAC-A6A9F7B3398A}"/>
                </a:ext>
              </a:extLst>
            </p:cNvPr>
            <p:cNvSpPr>
              <a:spLocks noChangeArrowheads="1"/>
            </p:cNvSpPr>
            <p:nvPr/>
          </p:nvSpPr>
          <p:spPr bwMode="auto">
            <a:xfrm>
              <a:off x="3706794" y="590107"/>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grpSp>
      <p:graphicFrame>
        <p:nvGraphicFramePr>
          <p:cNvPr id="6" name="表 5">
            <a:extLst>
              <a:ext uri="{FF2B5EF4-FFF2-40B4-BE49-F238E27FC236}">
                <a16:creationId xmlns:a16="http://schemas.microsoft.com/office/drawing/2014/main" id="{067F2A02-2C22-B7B2-6A5C-CEE5CF1BA9A4}"/>
              </a:ext>
            </a:extLst>
          </p:cNvPr>
          <p:cNvGraphicFramePr>
            <a:graphicFrameLocks noGrp="1"/>
          </p:cNvGraphicFramePr>
          <p:nvPr>
            <p:extLst>
              <p:ext uri="{D42A27DB-BD31-4B8C-83A1-F6EECF244321}">
                <p14:modId xmlns:p14="http://schemas.microsoft.com/office/powerpoint/2010/main" val="2340985640"/>
              </p:ext>
            </p:extLst>
          </p:nvPr>
        </p:nvGraphicFramePr>
        <p:xfrm>
          <a:off x="3539771" y="3776434"/>
          <a:ext cx="738048" cy="648000"/>
        </p:xfrm>
        <a:graphic>
          <a:graphicData uri="http://schemas.openxmlformats.org/drawingml/2006/table">
            <a:tbl>
              <a:tblPr firstRow="1" bandRow="1">
                <a:tableStyleId>{2D5ABB26-0587-4C30-8999-92F81FD0307C}</a:tableStyleId>
              </a:tblPr>
              <a:tblGrid>
                <a:gridCol w="738048">
                  <a:extLst>
                    <a:ext uri="{9D8B030D-6E8A-4147-A177-3AD203B41FA5}">
                      <a16:colId xmlns:a16="http://schemas.microsoft.com/office/drawing/2014/main" val="2823374101"/>
                    </a:ext>
                  </a:extLst>
                </a:gridCol>
              </a:tblGrid>
              <a:tr h="648000">
                <a:tc>
                  <a:txBody>
                    <a:bodyPr/>
                    <a:lstStyle/>
                    <a:p>
                      <a:pPr algn="ctr"/>
                      <a:r>
                        <a:rPr kumimoji="1" lang="ja-JP" altLang="en-US" sz="1100" b="0" dirty="0">
                          <a:solidFill>
                            <a:schemeClr val="tx1"/>
                          </a:solidFill>
                          <a:latin typeface="+mn-ea"/>
                          <a:ea typeface="+mn-ea"/>
                        </a:rPr>
                        <a:t>設計</a:t>
                      </a:r>
                      <a:endParaRPr kumimoji="1" lang="en-US" altLang="ja-JP"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F899297-39CA-68D9-7882-DDF2777D91A0}"/>
              </a:ext>
            </a:extLst>
          </p:cNvPr>
          <p:cNvGraphicFramePr>
            <a:graphicFrameLocks noGrp="1"/>
          </p:cNvGraphicFramePr>
          <p:nvPr>
            <p:extLst>
              <p:ext uri="{D42A27DB-BD31-4B8C-83A1-F6EECF244321}">
                <p14:modId xmlns:p14="http://schemas.microsoft.com/office/powerpoint/2010/main" val="1371388359"/>
              </p:ext>
            </p:extLst>
          </p:nvPr>
        </p:nvGraphicFramePr>
        <p:xfrm>
          <a:off x="7329241" y="3781887"/>
          <a:ext cx="1512000" cy="646559"/>
        </p:xfrm>
        <a:graphic>
          <a:graphicData uri="http://schemas.openxmlformats.org/drawingml/2006/table">
            <a:tbl>
              <a:tblPr firstRow="1" bandRow="1">
                <a:tableStyleId>{2D5ABB26-0587-4C30-8999-92F81FD0307C}</a:tableStyleId>
              </a:tblPr>
              <a:tblGrid>
                <a:gridCol w="1512000">
                  <a:extLst>
                    <a:ext uri="{9D8B030D-6E8A-4147-A177-3AD203B41FA5}">
                      <a16:colId xmlns:a16="http://schemas.microsoft.com/office/drawing/2014/main" val="1708186329"/>
                    </a:ext>
                  </a:extLst>
                </a:gridCol>
              </a:tblGrid>
              <a:tr h="646559">
                <a:tc>
                  <a:txBody>
                    <a:bodyPr/>
                    <a:lstStyle/>
                    <a:p>
                      <a:pPr algn="ctr"/>
                      <a:r>
                        <a:rPr kumimoji="1" lang="ja-JP" altLang="en-US" sz="1100" b="0" dirty="0">
                          <a:solidFill>
                            <a:schemeClr val="tx1"/>
                          </a:solidFill>
                          <a:latin typeface="+mn-ea"/>
                          <a:ea typeface="+mn-ea"/>
                        </a:rPr>
                        <a:t>結合テスト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40425F0B-7978-1852-2DF3-F182D07E5483}"/>
              </a:ext>
            </a:extLst>
          </p:cNvPr>
          <p:cNvGraphicFramePr>
            <a:graphicFrameLocks noGrp="1"/>
          </p:cNvGraphicFramePr>
          <p:nvPr>
            <p:extLst>
              <p:ext uri="{D42A27DB-BD31-4B8C-83A1-F6EECF244321}">
                <p14:modId xmlns:p14="http://schemas.microsoft.com/office/powerpoint/2010/main" val="1724896390"/>
              </p:ext>
            </p:extLst>
          </p:nvPr>
        </p:nvGraphicFramePr>
        <p:xfrm>
          <a:off x="4328910" y="3780023"/>
          <a:ext cx="1440000" cy="648423"/>
        </p:xfrm>
        <a:graphic>
          <a:graphicData uri="http://schemas.openxmlformats.org/drawingml/2006/table">
            <a:tbl>
              <a:tblPr firstRow="1" bandRow="1">
                <a:tableStyleId>{2D5ABB26-0587-4C30-8999-92F81FD0307C}</a:tableStyleId>
              </a:tblPr>
              <a:tblGrid>
                <a:gridCol w="1440000">
                  <a:extLst>
                    <a:ext uri="{9D8B030D-6E8A-4147-A177-3AD203B41FA5}">
                      <a16:colId xmlns:a16="http://schemas.microsoft.com/office/drawing/2014/main" val="1708186329"/>
                    </a:ext>
                  </a:extLst>
                </a:gridCol>
              </a:tblGrid>
              <a:tr h="648423">
                <a:tc>
                  <a:txBody>
                    <a:bodyPr/>
                    <a:lstStyle/>
                    <a:p>
                      <a:pPr algn="ctr"/>
                      <a:r>
                        <a:rPr kumimoji="1" lang="ja-JP" altLang="en-US" sz="1100" b="0" dirty="0">
                          <a:solidFill>
                            <a:schemeClr val="tx1"/>
                          </a:solidFill>
                          <a:latin typeface="+mn-ea"/>
                          <a:ea typeface="+mn-ea"/>
                        </a:rPr>
                        <a:t>製造</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F0103D76-E5FB-DA88-49A0-997C19C3E328}"/>
              </a:ext>
            </a:extLst>
          </p:cNvPr>
          <p:cNvGraphicFramePr>
            <a:graphicFrameLocks noGrp="1"/>
          </p:cNvGraphicFramePr>
          <p:nvPr>
            <p:extLst>
              <p:ext uri="{D42A27DB-BD31-4B8C-83A1-F6EECF244321}">
                <p14:modId xmlns:p14="http://schemas.microsoft.com/office/powerpoint/2010/main" val="1773340926"/>
              </p:ext>
            </p:extLst>
          </p:nvPr>
        </p:nvGraphicFramePr>
        <p:xfrm>
          <a:off x="8860102" y="3780446"/>
          <a:ext cx="828000" cy="648000"/>
        </p:xfrm>
        <a:graphic>
          <a:graphicData uri="http://schemas.openxmlformats.org/drawingml/2006/table">
            <a:tbl>
              <a:tblPr firstRow="1" bandRow="1">
                <a:tableStyleId>{2D5ABB26-0587-4C30-8999-92F81FD0307C}</a:tableStyleId>
              </a:tblPr>
              <a:tblGrid>
                <a:gridCol w="828000">
                  <a:extLst>
                    <a:ext uri="{9D8B030D-6E8A-4147-A177-3AD203B41FA5}">
                      <a16:colId xmlns:a16="http://schemas.microsoft.com/office/drawing/2014/main" val="2823374101"/>
                    </a:ext>
                  </a:extLst>
                </a:gridCol>
              </a:tblGrid>
              <a:tr h="648000">
                <a:tc>
                  <a:txBody>
                    <a:bodyPr/>
                    <a:lstStyle/>
                    <a:p>
                      <a:pPr algn="ctr"/>
                      <a:r>
                        <a:rPr kumimoji="1" lang="ja-JP" altLang="en-US" sz="1100" b="0" dirty="0">
                          <a:solidFill>
                            <a:schemeClr val="tx1"/>
                          </a:solidFill>
                          <a:latin typeface="+mn-ea"/>
                          <a:ea typeface="+mn-ea"/>
                        </a:rPr>
                        <a:t>受入</a:t>
                      </a:r>
                      <a:endParaRPr kumimoji="1" lang="en-US" altLang="ja-JP" sz="1100" b="0" dirty="0">
                        <a:solidFill>
                          <a:schemeClr val="tx1"/>
                        </a:solidFill>
                        <a:latin typeface="+mn-ea"/>
                        <a:ea typeface="+mn-ea"/>
                      </a:endParaRPr>
                    </a:p>
                    <a:p>
                      <a:pPr algn="ctr"/>
                      <a:r>
                        <a:rPr kumimoji="1" lang="ja-JP" altLang="en-US" sz="1100" b="0" dirty="0">
                          <a:solidFill>
                            <a:schemeClr val="tx1"/>
                          </a:solidFill>
                          <a:latin typeface="+mn-ea"/>
                          <a:ea typeface="+mn-ea"/>
                        </a:rPr>
                        <a:t>テスト</a:t>
                      </a:r>
                      <a:endParaRPr kumimoji="1" lang="en-US" altLang="ja-JP" sz="1100" b="0" dirty="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BE794BC6-EB53-3AAA-445E-3DC0858905D6}"/>
              </a:ext>
            </a:extLst>
          </p:cNvPr>
          <p:cNvSpPr txBox="1"/>
          <p:nvPr/>
        </p:nvSpPr>
        <p:spPr>
          <a:xfrm>
            <a:off x="3045414" y="2370052"/>
            <a:ext cx="1037618" cy="503590"/>
          </a:xfrm>
          <a:prstGeom prst="rect">
            <a:avLst/>
          </a:prstGeom>
          <a:noFill/>
          <a:ln>
            <a:noFill/>
          </a:ln>
        </p:spPr>
        <p:txBody>
          <a:bodyPr wrap="square" lIns="54000" tIns="36000" rIns="54000" bIns="36000" rtlCol="0" anchor="ctr">
            <a:spAutoFit/>
          </a:bodyPr>
          <a:lstStyle/>
          <a:p>
            <a:pPr algn="ctr"/>
            <a:r>
              <a:rPr kumimoji="1" lang="ja-JP" altLang="en-US"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p>
          <a:p>
            <a:pPr algn="ctr"/>
            <a:r>
              <a:rPr kumimoji="1" lang="ja-JP" altLang="en-US"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CD68CD5-0065-0C9A-941A-94E15CBF3546}"/>
              </a:ext>
            </a:extLst>
          </p:cNvPr>
          <p:cNvSpPr txBox="1"/>
          <p:nvPr/>
        </p:nvSpPr>
        <p:spPr>
          <a:xfrm>
            <a:off x="5149516" y="2457747"/>
            <a:ext cx="2630379" cy="288147"/>
          </a:xfrm>
          <a:prstGeom prst="rect">
            <a:avLst/>
          </a:prstGeom>
          <a:noFill/>
          <a:ln>
            <a:noFill/>
          </a:ln>
        </p:spPr>
        <p:txBody>
          <a:bodyPr wrap="square" lIns="54000" tIns="36000" rIns="54000" bIns="36000" rtlCol="0" anchor="ctr">
            <a:spAutoFit/>
          </a:bodyPr>
          <a:lstStyle/>
          <a:p>
            <a:pPr algn="ctr"/>
            <a:r>
              <a:rPr kumimoji="1" lang="ja-JP" altLang="en-US"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dirty="0">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C1618CE8-D021-AFDC-7AB6-68DD2FF38DE2}"/>
              </a:ext>
            </a:extLst>
          </p:cNvPr>
          <p:cNvCxnSpPr>
            <a:cxnSpLocks/>
          </p:cNvCxnSpPr>
          <p:nvPr/>
        </p:nvCxnSpPr>
        <p:spPr>
          <a:xfrm>
            <a:off x="2842285" y="2888950"/>
            <a:ext cx="1404000"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4944E78B-45D3-D252-A30B-4EE3B9D76DCF}"/>
              </a:ext>
            </a:extLst>
          </p:cNvPr>
          <p:cNvCxnSpPr>
            <a:cxnSpLocks/>
          </p:cNvCxnSpPr>
          <p:nvPr/>
        </p:nvCxnSpPr>
        <p:spPr>
          <a:xfrm>
            <a:off x="4382355" y="2888950"/>
            <a:ext cx="5868000"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 name="矢印: 五方向 4">
            <a:extLst>
              <a:ext uri="{FF2B5EF4-FFF2-40B4-BE49-F238E27FC236}">
                <a16:creationId xmlns:a16="http://schemas.microsoft.com/office/drawing/2014/main" id="{3AFCE336-4F24-3E84-91D4-78A9C5405E9E}"/>
              </a:ext>
            </a:extLst>
          </p:cNvPr>
          <p:cNvSpPr/>
          <p:nvPr/>
        </p:nvSpPr>
        <p:spPr>
          <a:xfrm>
            <a:off x="2777951" y="2964831"/>
            <a:ext cx="1512000" cy="79977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dirty="0">
                <a:solidFill>
                  <a:schemeClr val="tx1">
                    <a:lumMod val="75000"/>
                    <a:lumOff val="25000"/>
                  </a:schemeClr>
                </a:solidFill>
              </a:rPr>
              <a:t>要件定義・設計</a:t>
            </a:r>
            <a:endParaRPr kumimoji="1" lang="en-US" altLang="ja-JP" sz="1400" dirty="0">
              <a:solidFill>
                <a:schemeClr val="tx1">
                  <a:lumMod val="75000"/>
                  <a:lumOff val="25000"/>
                </a:schemeClr>
              </a:solidFill>
            </a:endParaRPr>
          </a:p>
          <a:p>
            <a:pPr algn="ctr"/>
            <a:r>
              <a:rPr kumimoji="1" lang="ja-JP" altLang="en-US" sz="1400" dirty="0">
                <a:solidFill>
                  <a:schemeClr val="tx1">
                    <a:lumMod val="75000"/>
                    <a:lumOff val="25000"/>
                  </a:schemeClr>
                </a:solidFill>
              </a:rPr>
              <a:t>フェーズ</a:t>
            </a:r>
          </a:p>
        </p:txBody>
      </p:sp>
      <p:sp>
        <p:nvSpPr>
          <p:cNvPr id="22" name="矢印: 五方向 21">
            <a:extLst>
              <a:ext uri="{FF2B5EF4-FFF2-40B4-BE49-F238E27FC236}">
                <a16:creationId xmlns:a16="http://schemas.microsoft.com/office/drawing/2014/main" id="{7BCA55BA-3292-7E57-CD7F-E3BECD25299F}"/>
              </a:ext>
            </a:extLst>
          </p:cNvPr>
          <p:cNvSpPr/>
          <p:nvPr/>
        </p:nvSpPr>
        <p:spPr>
          <a:xfrm>
            <a:off x="4322622" y="2960791"/>
            <a:ext cx="4500000" cy="79977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dirty="0">
                <a:solidFill>
                  <a:schemeClr val="tx1">
                    <a:lumMod val="75000"/>
                    <a:lumOff val="25000"/>
                  </a:schemeClr>
                </a:solidFill>
              </a:rPr>
              <a:t>開発フェーズ</a:t>
            </a:r>
          </a:p>
        </p:txBody>
      </p:sp>
      <p:graphicFrame>
        <p:nvGraphicFramePr>
          <p:cNvPr id="24" name="表 23">
            <a:extLst>
              <a:ext uri="{FF2B5EF4-FFF2-40B4-BE49-F238E27FC236}">
                <a16:creationId xmlns:a16="http://schemas.microsoft.com/office/drawing/2014/main" id="{89D558E7-A720-BF86-31D5-C20E99F950CB}"/>
              </a:ext>
            </a:extLst>
          </p:cNvPr>
          <p:cNvGraphicFramePr>
            <a:graphicFrameLocks noGrp="1"/>
          </p:cNvGraphicFramePr>
          <p:nvPr>
            <p:extLst>
              <p:ext uri="{D42A27DB-BD31-4B8C-83A1-F6EECF244321}">
                <p14:modId xmlns:p14="http://schemas.microsoft.com/office/powerpoint/2010/main" val="50083005"/>
              </p:ext>
            </p:extLst>
          </p:nvPr>
        </p:nvGraphicFramePr>
        <p:xfrm>
          <a:off x="5818788" y="3780023"/>
          <a:ext cx="1476000" cy="648423"/>
        </p:xfrm>
        <a:graphic>
          <a:graphicData uri="http://schemas.openxmlformats.org/drawingml/2006/table">
            <a:tbl>
              <a:tblPr firstRow="1" bandRow="1">
                <a:tableStyleId>{2D5ABB26-0587-4C30-8999-92F81FD0307C}</a:tableStyleId>
              </a:tblPr>
              <a:tblGrid>
                <a:gridCol w="1476000">
                  <a:extLst>
                    <a:ext uri="{9D8B030D-6E8A-4147-A177-3AD203B41FA5}">
                      <a16:colId xmlns:a16="http://schemas.microsoft.com/office/drawing/2014/main" val="1708186329"/>
                    </a:ext>
                  </a:extLst>
                </a:gridCol>
              </a:tblGrid>
              <a:tr h="648423">
                <a:tc>
                  <a:txBody>
                    <a:bodyPr/>
                    <a:lstStyle/>
                    <a:p>
                      <a:pPr algn="ctr"/>
                      <a:r>
                        <a:rPr kumimoji="1" lang="ja-JP" altLang="en-US" sz="1100" b="0" dirty="0">
                          <a:solidFill>
                            <a:schemeClr val="tx1"/>
                          </a:solidFill>
                          <a:latin typeface="+mn-ea"/>
                          <a:ea typeface="+mn-ea"/>
                        </a:rPr>
                        <a:t>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sp>
        <p:nvSpPr>
          <p:cNvPr id="25" name="矢印: 五方向 24">
            <a:extLst>
              <a:ext uri="{FF2B5EF4-FFF2-40B4-BE49-F238E27FC236}">
                <a16:creationId xmlns:a16="http://schemas.microsoft.com/office/drawing/2014/main" id="{87636138-7C1C-00A0-5566-3449C9AEB240}"/>
              </a:ext>
            </a:extLst>
          </p:cNvPr>
          <p:cNvSpPr/>
          <p:nvPr/>
        </p:nvSpPr>
        <p:spPr>
          <a:xfrm>
            <a:off x="8861760" y="2970519"/>
            <a:ext cx="1443159" cy="79977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dirty="0">
                <a:solidFill>
                  <a:schemeClr val="tx1">
                    <a:lumMod val="75000"/>
                    <a:lumOff val="25000"/>
                  </a:schemeClr>
                </a:solidFill>
              </a:rPr>
              <a:t>導入フェーズ</a:t>
            </a:r>
          </a:p>
        </p:txBody>
      </p:sp>
      <p:graphicFrame>
        <p:nvGraphicFramePr>
          <p:cNvPr id="26" name="表 25">
            <a:extLst>
              <a:ext uri="{FF2B5EF4-FFF2-40B4-BE49-F238E27FC236}">
                <a16:creationId xmlns:a16="http://schemas.microsoft.com/office/drawing/2014/main" id="{6F3D2900-8827-F7E7-54E4-5DD2EFD67A8F}"/>
              </a:ext>
            </a:extLst>
          </p:cNvPr>
          <p:cNvGraphicFramePr>
            <a:graphicFrameLocks noGrp="1"/>
          </p:cNvGraphicFramePr>
          <p:nvPr>
            <p:extLst>
              <p:ext uri="{D42A27DB-BD31-4B8C-83A1-F6EECF244321}">
                <p14:modId xmlns:p14="http://schemas.microsoft.com/office/powerpoint/2010/main" val="504776376"/>
              </p:ext>
            </p:extLst>
          </p:nvPr>
        </p:nvGraphicFramePr>
        <p:xfrm>
          <a:off x="9701791" y="3780446"/>
          <a:ext cx="648000" cy="646559"/>
        </p:xfrm>
        <a:graphic>
          <a:graphicData uri="http://schemas.openxmlformats.org/drawingml/2006/table">
            <a:tbl>
              <a:tblPr firstRow="1" bandRow="1">
                <a:tableStyleId>{2D5ABB26-0587-4C30-8999-92F81FD0307C}</a:tableStyleId>
              </a:tblPr>
              <a:tblGrid>
                <a:gridCol w="648000">
                  <a:extLst>
                    <a:ext uri="{9D8B030D-6E8A-4147-A177-3AD203B41FA5}">
                      <a16:colId xmlns:a16="http://schemas.microsoft.com/office/drawing/2014/main" val="1708186329"/>
                    </a:ext>
                  </a:extLst>
                </a:gridCol>
              </a:tblGrid>
              <a:tr h="646559">
                <a:tc>
                  <a:txBody>
                    <a:bodyPr/>
                    <a:lstStyle/>
                    <a:p>
                      <a:pPr algn="ctr"/>
                      <a:r>
                        <a:rPr kumimoji="1" lang="ja-JP" altLang="en-US" sz="1100" b="0" dirty="0">
                          <a:solidFill>
                            <a:schemeClr val="tx1"/>
                          </a:solidFill>
                          <a:latin typeface="+mn-ea"/>
                          <a:ea typeface="+mn-ea"/>
                        </a:rPr>
                        <a:t>リリース</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spTree>
    <p:extLst>
      <p:ext uri="{BB962C8B-B14F-4D97-AF65-F5344CB8AC3E}">
        <p14:creationId xmlns:p14="http://schemas.microsoft.com/office/powerpoint/2010/main" val="750407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工程と作業概要</a:t>
            </a:r>
            <a:endParaRPr kumimoji="1" lang="ja-JP" altLang="en-US"/>
          </a:p>
        </p:txBody>
      </p:sp>
      <p:sp>
        <p:nvSpPr>
          <p:cNvPr id="5" name="フッター プレースホルダー 4"/>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7" name="コンテンツ プレースホルダー 6"/>
          <p:cNvGraphicFramePr>
            <a:graphicFrameLocks/>
          </p:cNvGraphicFramePr>
          <p:nvPr>
            <p:extLst>
              <p:ext uri="{D42A27DB-BD31-4B8C-83A1-F6EECF244321}">
                <p14:modId xmlns:p14="http://schemas.microsoft.com/office/powerpoint/2010/main" val="1478119218"/>
              </p:ext>
            </p:extLst>
          </p:nvPr>
        </p:nvGraphicFramePr>
        <p:xfrm>
          <a:off x="576000" y="864000"/>
          <a:ext cx="11041200" cy="4389120"/>
        </p:xfrm>
        <a:graphic>
          <a:graphicData uri="http://schemas.openxmlformats.org/drawingml/2006/table">
            <a:tbl>
              <a:tblPr firstRow="1">
                <a:tableStyleId>{5C22544A-7EE6-4342-B048-85BDC9FD1C3A}</a:tableStyleId>
              </a:tblPr>
              <a:tblGrid>
                <a:gridCol w="2355839">
                  <a:extLst>
                    <a:ext uri="{9D8B030D-6E8A-4147-A177-3AD203B41FA5}">
                      <a16:colId xmlns:a16="http://schemas.microsoft.com/office/drawing/2014/main" val="20000"/>
                    </a:ext>
                  </a:extLst>
                </a:gridCol>
                <a:gridCol w="8685361">
                  <a:extLst>
                    <a:ext uri="{9D8B030D-6E8A-4147-A177-3AD203B41FA5}">
                      <a16:colId xmlns:a16="http://schemas.microsoft.com/office/drawing/2014/main" val="20001"/>
                    </a:ext>
                  </a:extLst>
                </a:gridCol>
              </a:tblGrid>
              <a:tr h="313031">
                <a:tc>
                  <a:txBody>
                    <a:bodyPr/>
                    <a:lstStyle/>
                    <a:p>
                      <a:r>
                        <a:rPr kumimoji="1" lang="ja-JP" altLang="en-US" sz="1600" dirty="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9120">
                <a:tc>
                  <a:txBody>
                    <a:bodyPr/>
                    <a:lstStyle/>
                    <a:p>
                      <a:r>
                        <a:rPr kumimoji="1" lang="ja-JP" altLang="en-US" sz="1600" dirty="0">
                          <a:latin typeface="+mn-ea"/>
                          <a:ea typeface="+mn-ea"/>
                        </a:rPr>
                        <a:t>要件定義</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要件の確認、改修対象画面のヒアリングを行います。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579120">
                <a:tc>
                  <a:txBody>
                    <a:bodyPr/>
                    <a:lstStyle/>
                    <a:p>
                      <a:r>
                        <a:rPr kumimoji="1" lang="ja-JP" altLang="en-US" sz="1600" dirty="0">
                          <a:latin typeface="+mn-ea"/>
                          <a:ea typeface="+mn-ea"/>
                        </a:rPr>
                        <a:t>設計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要件定義書の内容で既存ドキュメントを修正します。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579120">
                <a:tc>
                  <a:txBody>
                    <a:bodyPr/>
                    <a:lstStyle/>
                    <a:p>
                      <a:r>
                        <a:rPr kumimoji="1" lang="ja-JP" altLang="en-US" sz="1600" b="0" dirty="0">
                          <a:latin typeface="+mn-ea"/>
                          <a:ea typeface="+mn-ea"/>
                        </a:rPr>
                        <a:t>製造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プログラミングを実施します。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970959875"/>
                  </a:ext>
                </a:extLst>
              </a:tr>
              <a:tr h="579120">
                <a:tc>
                  <a:txBody>
                    <a:bodyPr/>
                    <a:lstStyle/>
                    <a:p>
                      <a:r>
                        <a:rPr kumimoji="1" lang="ja-JP" altLang="en-US" sz="1600" dirty="0">
                          <a:latin typeface="+mn-ea"/>
                          <a:ea typeface="+mn-ea"/>
                        </a:rPr>
                        <a:t>単体テスト</a:t>
                      </a:r>
                      <a:endParaRPr kumimoji="1" lang="en-US" altLang="ja-JP"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latinLnBrk="1"/>
                      <a:r>
                        <a:rPr kumimoji="1" lang="ja-JP" altLang="en-US" sz="1600" dirty="0">
                          <a:latin typeface="+mn-ea"/>
                          <a:ea typeface="+mn-ea"/>
                        </a:rPr>
                        <a:t>実装したプログラムが設計通りかを検証します。</a:t>
                      </a:r>
                      <a:endParaRPr lang="en-US" altLang="ja-JP" sz="1600" dirty="0">
                        <a:latin typeface="+mn-ea"/>
                        <a:ea typeface="+mn-ea"/>
                      </a:endParaRPr>
                    </a:p>
                    <a:p>
                      <a:pPr lvl="0" algn="l">
                        <a:buNone/>
                      </a:pPr>
                      <a:r>
                        <a:rPr lang="ja-JP" altLang="en-US" sz="1600" dirty="0">
                          <a:latin typeface="+mn-ea"/>
                          <a:ea typeface="+mn-ea"/>
                        </a:rPr>
                        <a:t>※</a:t>
                      </a:r>
                      <a:r>
                        <a:rPr kumimoji="1" lang="ja-JP" altLang="en-US" sz="1600" dirty="0">
                          <a:latin typeface="+mn-ea"/>
                          <a:ea typeface="+mn-ea"/>
                        </a:rPr>
                        <a:t>プログラム設計としてのドキュメント作成は実施しません。</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579120">
                <a:tc>
                  <a:txBody>
                    <a:bodyPr/>
                    <a:lstStyle/>
                    <a:p>
                      <a:r>
                        <a:rPr kumimoji="1" lang="ja-JP" altLang="en-US" sz="1600" dirty="0">
                          <a:latin typeface="+mn-ea"/>
                          <a:ea typeface="+mn-ea"/>
                        </a:rPr>
                        <a:t>結合テスト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貴社内の検証環境にて、結合テストを実施し、品質を検証します。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579120">
                <a:tc>
                  <a:txBody>
                    <a:bodyPr/>
                    <a:lstStyle/>
                    <a:p>
                      <a:r>
                        <a:rPr kumimoji="1" lang="ja-JP" altLang="en-US" sz="1600" b="0" dirty="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39893235"/>
                  </a:ext>
                </a:extLst>
              </a:tr>
              <a:tr h="579120">
                <a:tc>
                  <a:txBody>
                    <a:bodyPr/>
                    <a:lstStyle/>
                    <a:p>
                      <a:r>
                        <a:rPr kumimoji="1" lang="ja-JP" altLang="en-US" sz="1600" b="0" dirty="0">
                          <a:latin typeface="+mn-ea"/>
                          <a:ea typeface="+mn-ea"/>
                        </a:rPr>
                        <a:t>リリース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改修資産の本番反映作業を行います。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27847548"/>
                  </a:ext>
                </a:extLst>
              </a:tr>
            </a:tbl>
          </a:graphicData>
        </a:graphic>
      </p:graphicFrame>
    </p:spTree>
    <p:extLst>
      <p:ext uri="{BB962C8B-B14F-4D97-AF65-F5344CB8AC3E}">
        <p14:creationId xmlns:p14="http://schemas.microsoft.com/office/powerpoint/2010/main" val="1379317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15BC-B3F5-72AD-5418-323661935D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5854C5-B29A-C208-2124-DD9464858EE7}"/>
              </a:ext>
            </a:extLst>
          </p:cNvPr>
          <p:cNvSpPr>
            <a:spLocks noGrp="1"/>
          </p:cNvSpPr>
          <p:nvPr>
            <p:ph type="title"/>
          </p:nvPr>
        </p:nvSpPr>
        <p:spPr/>
        <p:txBody>
          <a:bodyPr/>
          <a:lstStyle/>
          <a:p>
            <a:r>
              <a:rPr lang="ja-JP" altLang="en-US" dirty="0"/>
              <a:t>納品物</a:t>
            </a:r>
            <a:endParaRPr kumimoji="1" lang="ja-JP" altLang="en-US" dirty="0"/>
          </a:p>
        </p:txBody>
      </p:sp>
      <p:sp>
        <p:nvSpPr>
          <p:cNvPr id="5" name="フッター プレースホルダー 4">
            <a:extLst>
              <a:ext uri="{FF2B5EF4-FFF2-40B4-BE49-F238E27FC236}">
                <a16:creationId xmlns:a16="http://schemas.microsoft.com/office/drawing/2014/main" id="{6689207A-6EB8-37AD-0CEE-1F5FF3D61C8C}"/>
              </a:ext>
            </a:extLst>
          </p:cNvPr>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7" name="コンテンツ プレースホルダー 6">
            <a:extLst>
              <a:ext uri="{FF2B5EF4-FFF2-40B4-BE49-F238E27FC236}">
                <a16:creationId xmlns:a16="http://schemas.microsoft.com/office/drawing/2014/main" id="{1569E888-3401-FBA9-8D1D-7BD973FF9215}"/>
              </a:ext>
            </a:extLst>
          </p:cNvPr>
          <p:cNvGraphicFramePr>
            <a:graphicFrameLocks/>
          </p:cNvGraphicFramePr>
          <p:nvPr>
            <p:extLst>
              <p:ext uri="{D42A27DB-BD31-4B8C-83A1-F6EECF244321}">
                <p14:modId xmlns:p14="http://schemas.microsoft.com/office/powerpoint/2010/main" val="4288788077"/>
              </p:ext>
            </p:extLst>
          </p:nvPr>
        </p:nvGraphicFramePr>
        <p:xfrm>
          <a:off x="576000" y="864000"/>
          <a:ext cx="11041200" cy="4389120"/>
        </p:xfrm>
        <a:graphic>
          <a:graphicData uri="http://schemas.openxmlformats.org/drawingml/2006/table">
            <a:tbl>
              <a:tblPr firstRow="1">
                <a:tableStyleId>{5C22544A-7EE6-4342-B048-85BDC9FD1C3A}</a:tableStyleId>
              </a:tblPr>
              <a:tblGrid>
                <a:gridCol w="2355839">
                  <a:extLst>
                    <a:ext uri="{9D8B030D-6E8A-4147-A177-3AD203B41FA5}">
                      <a16:colId xmlns:a16="http://schemas.microsoft.com/office/drawing/2014/main" val="20000"/>
                    </a:ext>
                  </a:extLst>
                </a:gridCol>
                <a:gridCol w="8685361">
                  <a:extLst>
                    <a:ext uri="{9D8B030D-6E8A-4147-A177-3AD203B41FA5}">
                      <a16:colId xmlns:a16="http://schemas.microsoft.com/office/drawing/2014/main" val="20001"/>
                    </a:ext>
                  </a:extLst>
                </a:gridCol>
              </a:tblGrid>
              <a:tr h="313031">
                <a:tc>
                  <a:txBody>
                    <a:bodyPr/>
                    <a:lstStyle/>
                    <a:p>
                      <a:r>
                        <a:rPr kumimoji="1" lang="ja-JP" altLang="en-US" sz="1600" dirty="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dirty="0">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9120">
                <a:tc>
                  <a:txBody>
                    <a:bodyPr/>
                    <a:lstStyle/>
                    <a:p>
                      <a:r>
                        <a:rPr kumimoji="1" lang="ja-JP" altLang="en-US" sz="1600" dirty="0">
                          <a:latin typeface="+mn-ea"/>
                          <a:ea typeface="+mn-ea"/>
                        </a:rPr>
                        <a:t>要件定義</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画面一覧</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579120">
                <a:tc>
                  <a:txBody>
                    <a:bodyPr/>
                    <a:lstStyle/>
                    <a:p>
                      <a:r>
                        <a:rPr kumimoji="1" lang="ja-JP" altLang="en-US" sz="1600" dirty="0">
                          <a:latin typeface="+mn-ea"/>
                          <a:ea typeface="+mn-ea"/>
                        </a:rPr>
                        <a:t>設計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画面仕様書、マニュアル</a:t>
                      </a:r>
                      <a:endParaRPr kumimoji="1" lang="en-US" altLang="ja-JP" sz="16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a:latin typeface="+mn-ea"/>
                          <a:ea typeface="+mn-ea"/>
                        </a:rPr>
                        <a:t>※</a:t>
                      </a:r>
                      <a:r>
                        <a:rPr kumimoji="1" lang="ja-JP" altLang="en-US" sz="1600" dirty="0">
                          <a:latin typeface="+mn-ea"/>
                          <a:ea typeface="+mn-ea"/>
                        </a:rPr>
                        <a:t>既存ドキュメントを修正したものになります。</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579120">
                <a:tc>
                  <a:txBody>
                    <a:bodyPr/>
                    <a:lstStyle/>
                    <a:p>
                      <a:r>
                        <a:rPr kumimoji="1" lang="ja-JP" altLang="en-US" sz="1600" b="0" dirty="0">
                          <a:latin typeface="+mn-ea"/>
                          <a:ea typeface="+mn-ea"/>
                        </a:rPr>
                        <a:t>製造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プログラム仕様書、プログラムソース一式</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970959875"/>
                  </a:ext>
                </a:extLst>
              </a:tr>
              <a:tr h="579120">
                <a:tc>
                  <a:txBody>
                    <a:bodyPr/>
                    <a:lstStyle/>
                    <a:p>
                      <a:r>
                        <a:rPr kumimoji="1" lang="ja-JP" altLang="en-US" sz="1600" dirty="0">
                          <a:latin typeface="+mn-ea"/>
                          <a:ea typeface="+mn-ea"/>
                        </a:rPr>
                        <a:t>単体テスト</a:t>
                      </a:r>
                      <a:endParaRPr kumimoji="1" lang="en-US" altLang="ja-JP"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latinLnBrk="1"/>
                      <a:r>
                        <a:rPr kumimoji="1" lang="ja-JP" altLang="en-US" sz="1600" dirty="0">
                          <a:latin typeface="+mn-ea"/>
                          <a:ea typeface="+mn-ea"/>
                        </a:rPr>
                        <a:t>単体テスト仕様書兼成績書</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579120">
                <a:tc>
                  <a:txBody>
                    <a:bodyPr/>
                    <a:lstStyle/>
                    <a:p>
                      <a:r>
                        <a:rPr kumimoji="1" lang="ja-JP" altLang="en-US" sz="1600" dirty="0">
                          <a:latin typeface="+mn-ea"/>
                          <a:ea typeface="+mn-ea"/>
                        </a:rPr>
                        <a:t>結合テスト</a:t>
                      </a:r>
                      <a:endParaRPr kumimoji="1" lang="ja-JP" altLang="en-US" sz="1600" b="0" dirty="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結合テスト仕様書兼成績書</a:t>
                      </a:r>
                      <a:endParaRPr kumimoji="1" lang="en-US" altLang="ja-JP" sz="1600" dirty="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579120">
                <a:tc>
                  <a:txBody>
                    <a:bodyPr/>
                    <a:lstStyle/>
                    <a:p>
                      <a:r>
                        <a:rPr kumimoji="1" lang="ja-JP" altLang="en-US" sz="1600" b="0" dirty="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受入テスト問合せ管理表</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39893235"/>
                  </a:ext>
                </a:extLst>
              </a:tr>
              <a:tr h="579120">
                <a:tc>
                  <a:txBody>
                    <a:bodyPr/>
                    <a:lstStyle/>
                    <a:p>
                      <a:r>
                        <a:rPr kumimoji="1" lang="ja-JP" altLang="en-US" sz="1600" b="0" dirty="0">
                          <a:latin typeface="+mn-ea"/>
                          <a:ea typeface="+mn-ea"/>
                        </a:rPr>
                        <a:t>リリース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dirty="0">
                          <a:latin typeface="+mn-ea"/>
                          <a:ea typeface="+mn-ea"/>
                        </a:rPr>
                        <a:t>作業手順書</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27847548"/>
                  </a:ext>
                </a:extLst>
              </a:tr>
            </a:tbl>
          </a:graphicData>
        </a:graphic>
      </p:graphicFrame>
    </p:spTree>
    <p:extLst>
      <p:ext uri="{BB962C8B-B14F-4D97-AF65-F5344CB8AC3E}">
        <p14:creationId xmlns:p14="http://schemas.microsoft.com/office/powerpoint/2010/main" val="4075388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EECE4-7308-5CFA-7244-F0FEBE612F7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C01A3F-B5E3-3E05-7749-FF3B28ECD05F}"/>
              </a:ext>
            </a:extLst>
          </p:cNvPr>
          <p:cNvSpPr>
            <a:spLocks noGrp="1"/>
          </p:cNvSpPr>
          <p:nvPr>
            <p:ph type="title"/>
          </p:nvPr>
        </p:nvSpPr>
        <p:spPr/>
        <p:txBody>
          <a:bodyPr/>
          <a:lstStyle/>
          <a:p>
            <a:r>
              <a:rPr lang="ja-JP" altLang="en-US"/>
              <a:t>概算お見積もり</a:t>
            </a:r>
            <a:endParaRPr kumimoji="1" lang="ja-JP" altLang="en-US"/>
          </a:p>
        </p:txBody>
      </p:sp>
      <p:sp>
        <p:nvSpPr>
          <p:cNvPr id="4" name="フッター プレースホルダー 3">
            <a:extLst>
              <a:ext uri="{FF2B5EF4-FFF2-40B4-BE49-F238E27FC236}">
                <a16:creationId xmlns:a16="http://schemas.microsoft.com/office/drawing/2014/main" id="{4032BFAE-C72C-383F-7A66-261BD0FD26B2}"/>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806013936"/>
              </p:ext>
            </p:extLst>
          </p:nvPr>
        </p:nvGraphicFramePr>
        <p:xfrm>
          <a:off x="575999" y="864000"/>
          <a:ext cx="11041198" cy="3600000"/>
        </p:xfrm>
        <a:graphic>
          <a:graphicData uri="http://schemas.openxmlformats.org/drawingml/2006/table">
            <a:tbl>
              <a:tblPr firstRow="1" bandRow="1">
                <a:tableStyleId>{2D5ABB26-0587-4C30-8999-92F81FD0307C}</a:tableStyleId>
              </a:tblPr>
              <a:tblGrid>
                <a:gridCol w="773503">
                  <a:extLst>
                    <a:ext uri="{9D8B030D-6E8A-4147-A177-3AD203B41FA5}">
                      <a16:colId xmlns:a16="http://schemas.microsoft.com/office/drawing/2014/main" val="233225342"/>
                    </a:ext>
                  </a:extLst>
                </a:gridCol>
                <a:gridCol w="1772853">
                  <a:extLst>
                    <a:ext uri="{9D8B030D-6E8A-4147-A177-3AD203B41FA5}">
                      <a16:colId xmlns:a16="http://schemas.microsoft.com/office/drawing/2014/main" val="568014644"/>
                    </a:ext>
                  </a:extLst>
                </a:gridCol>
                <a:gridCol w="3146182">
                  <a:extLst>
                    <a:ext uri="{9D8B030D-6E8A-4147-A177-3AD203B41FA5}">
                      <a16:colId xmlns:a16="http://schemas.microsoft.com/office/drawing/2014/main" val="3608806225"/>
                    </a:ext>
                  </a:extLst>
                </a:gridCol>
                <a:gridCol w="5348660">
                  <a:extLst>
                    <a:ext uri="{9D8B030D-6E8A-4147-A177-3AD203B41FA5}">
                      <a16:colId xmlns:a16="http://schemas.microsoft.com/office/drawing/2014/main" val="2912004341"/>
                    </a:ext>
                  </a:extLst>
                </a:gridCol>
              </a:tblGrid>
              <a:tr h="353792">
                <a:tc>
                  <a:txBody>
                    <a:bodyPr/>
                    <a:lstStyle/>
                    <a:p>
                      <a:pPr algn="ctr" rtl="0" fontAlgn="ctr"/>
                      <a:r>
                        <a:rPr lang="en-US" sz="1600" b="1" i="0" u="none" strike="noStrike" dirty="0">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dirty="0">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384832">
                <a:tc>
                  <a:txBody>
                    <a:bodyPr/>
                    <a:lstStyle/>
                    <a:p>
                      <a:pPr algn="ctr" rtl="0" fontAlgn="ctr"/>
                      <a:r>
                        <a:rPr lang="ja-JP" altLang="en-US" sz="1600" b="0" i="0" u="none" strike="noStrike" dirty="0">
                          <a:solidFill>
                            <a:srgbClr val="000000"/>
                          </a:solidFill>
                          <a:effectLst/>
                          <a:latin typeface="+mn-ea"/>
                          <a:ea typeface="+mn-ea"/>
                        </a:rPr>
                        <a:t>１</a:t>
                      </a: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2">
                  <a:txBody>
                    <a:bodyPr/>
                    <a:lstStyle/>
                    <a:p>
                      <a:pPr algn="l" rtl="0" fontAlgn="ctr"/>
                      <a:r>
                        <a:rPr lang="ja-JP" altLang="en-US" sz="1600" b="0" i="0" u="none" strike="noStrike" dirty="0">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要件定義</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690,000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384832">
                <a:tc>
                  <a:txBody>
                    <a:bodyPr/>
                    <a:lstStyle/>
                    <a:p>
                      <a:pPr algn="ctr"/>
                      <a:r>
                        <a:rPr kumimoji="1" lang="en-US" altLang="ja-JP" sz="1600" dirty="0">
                          <a:latin typeface="+mn-ea"/>
                          <a:ea typeface="+mn-ea"/>
                        </a:rPr>
                        <a:t>2</a:t>
                      </a:r>
                      <a:endParaRPr kumimoji="1" lang="ja-JP" altLang="en-US" sz="1600" dirty="0">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lang="ja-JP" altLang="en-US" sz="1600" b="0" i="0" u="none" strike="noStrike" dirty="0">
                          <a:solidFill>
                            <a:srgbClr val="000000"/>
                          </a:solidFill>
                          <a:effectLst/>
                          <a:latin typeface="+mn-ea"/>
                          <a:ea typeface="+mn-ea"/>
                        </a:rPr>
                        <a:t>設計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690,000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6240243"/>
                  </a:ext>
                </a:extLst>
              </a:tr>
              <a:tr h="353792">
                <a:tc>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dirty="0">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製造</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1,410,000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353792">
                <a:tc>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l" rtl="0" fontAlgn="ct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単体テスト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690,000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353792">
                <a:tc>
                  <a:txBody>
                    <a:bodyPr/>
                    <a:lstStyle/>
                    <a:p>
                      <a:pPr algn="ctr" rtl="0" fontAlgn="ctr"/>
                      <a:r>
                        <a:rPr lang="en-US" altLang="ja-JP" sz="1600" b="0" i="0" u="none" strike="noStrike">
                          <a:solidFill>
                            <a:srgbClr val="000000"/>
                          </a:solidFill>
                          <a:effectLst/>
                          <a:latin typeface="+mn-ea"/>
                          <a:ea typeface="+mn-ea"/>
                        </a:rPr>
                        <a:t>5</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結合テスト</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2,750,000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353792">
                <a:tc>
                  <a:txBody>
                    <a:bodyPr/>
                    <a:lstStyle/>
                    <a:p>
                      <a:pPr algn="ctr" rtl="0" fontAlgn="ctr"/>
                      <a:r>
                        <a:rPr lang="en-US" altLang="ja-JP" sz="1600" b="0" i="0" u="none" strike="noStrike">
                          <a:solidFill>
                            <a:srgbClr val="000000"/>
                          </a:solidFill>
                          <a:effectLst/>
                          <a:latin typeface="+mn-ea"/>
                          <a:ea typeface="+mn-ea"/>
                        </a:rPr>
                        <a:t>6</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受入テスト支援</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690,000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4034841"/>
                  </a:ext>
                </a:extLst>
              </a:tr>
              <a:tr h="353792">
                <a:tc>
                  <a:txBody>
                    <a:bodyPr/>
                    <a:lstStyle/>
                    <a:p>
                      <a:pPr algn="ctr" rtl="0" fontAlgn="ctr"/>
                      <a:r>
                        <a:rPr lang="en-US" altLang="ja-JP" sz="1600" b="0" i="0" u="none" strike="noStrike" dirty="0">
                          <a:solidFill>
                            <a:srgbClr val="000000"/>
                          </a:solidFill>
                          <a:effectLst/>
                          <a:latin typeface="+mn-ea"/>
                          <a:ea typeface="+mn-ea"/>
                        </a:rPr>
                        <a:t>7</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pPr algn="l" rtl="0" fontAlgn="ct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dirty="0">
                          <a:solidFill>
                            <a:srgbClr val="000000"/>
                          </a:solidFill>
                          <a:effectLst/>
                          <a:latin typeface="+mn-ea"/>
                          <a:ea typeface="+mn-ea"/>
                        </a:rPr>
                        <a:t>リリース</a:t>
                      </a: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150,000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669414"/>
                  </a:ext>
                </a:extLst>
              </a:tr>
              <a:tr h="353792">
                <a:tc gridSpan="3">
                  <a:txBody>
                    <a:bodyPr/>
                    <a:lstStyle/>
                    <a:p>
                      <a:pPr algn="ctr" rtl="0" fontAlgn="ctr"/>
                      <a:r>
                        <a:rPr lang="ja-JP" altLang="en-US" sz="1600" b="0" i="0" u="none" strike="noStrike" dirty="0">
                          <a:solidFill>
                            <a:srgbClr val="000000"/>
                          </a:solidFill>
                          <a:effectLst/>
                          <a:latin typeface="+mn-ea"/>
                          <a:ea typeface="+mn-ea"/>
                        </a:rPr>
                        <a:t>プロジェクト管理</a:t>
                      </a:r>
                      <a:endParaRPr lang="en-US" altLang="ja-JP" sz="1600" b="0" i="0" u="none" strike="noStrike" dirty="0">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l" rtl="0" fontAlgn="ctr"/>
                      <a:endParaRPr lang="ja-JP" altLang="en-US"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rtl="0" fontAlgn="ctr"/>
                      <a:endParaRPr lang="en-US" altLang="ja-JP" sz="1600" b="0" i="0" u="none" strike="noStrike" dirty="0">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dirty="0">
                          <a:solidFill>
                            <a:srgbClr val="000000"/>
                          </a:solidFill>
                          <a:effectLst/>
                          <a:latin typeface="游ゴシック" panose="020B0400000000000000" pitchFamily="50" charset="-128"/>
                          <a:ea typeface="+mn-ea"/>
                        </a:rPr>
                        <a:t>1,974,000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09687109"/>
                  </a:ext>
                </a:extLst>
              </a:tr>
              <a:tr h="353792">
                <a:tc gridSpan="3">
                  <a:txBody>
                    <a:bodyPr/>
                    <a:lstStyle/>
                    <a:p>
                      <a:pPr algn="r" rtl="0" fontAlgn="ctr"/>
                      <a:r>
                        <a:rPr lang="ja-JP" altLang="en-US" sz="1600" b="1" i="0" u="none" strike="noStrike" dirty="0">
                          <a:solidFill>
                            <a:srgbClr val="000000"/>
                          </a:solidFill>
                          <a:effectLst/>
                          <a:latin typeface="+mn-ea"/>
                          <a:ea typeface="+mn-ea"/>
                        </a:rPr>
                        <a:t>合計</a:t>
                      </a:r>
                      <a:endParaRPr lang="en-US" altLang="ja-JP" sz="1600" b="1" i="0" u="none" strike="noStrike" dirty="0">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9,044,000 </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1343428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kumimoji="1" lang="ja-JP" altLang="en-US"/>
              <a:t>お見積もり前提条件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76000" y="864000"/>
            <a:ext cx="11554080" cy="520954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お見積もり金額はすべて税抜きでの記載となります。</a:t>
            </a:r>
            <a:endParaRPr lang="en-US" altLang="ja-JP" dirty="0"/>
          </a:p>
          <a:p>
            <a:r>
              <a:rPr lang="ja-JP" altLang="en-US" dirty="0"/>
              <a:t>改修対象は本資料の対象画面一覧（</a:t>
            </a:r>
            <a:r>
              <a:rPr lang="en-US" altLang="ja-JP" dirty="0"/>
              <a:t>P.1</a:t>
            </a:r>
            <a:r>
              <a:rPr lang="ja-JP" altLang="en-US" dirty="0"/>
              <a:t>、</a:t>
            </a:r>
            <a:r>
              <a:rPr lang="en-US" altLang="ja-JP" dirty="0"/>
              <a:t>2</a:t>
            </a:r>
            <a:r>
              <a:rPr lang="ja-JP" altLang="en-US" dirty="0"/>
              <a:t>）に記載されている画面となります。</a:t>
            </a:r>
            <a:endParaRPr lang="en-US" altLang="ja-JP" dirty="0"/>
          </a:p>
          <a:p>
            <a:r>
              <a:rPr lang="ja-JP" altLang="en-US" dirty="0"/>
              <a:t>サーバ、及び画面ソースの改修（機能改修）は実施しません。</a:t>
            </a:r>
            <a:endParaRPr lang="en-US" altLang="ja-JP" dirty="0"/>
          </a:p>
          <a:p>
            <a:r>
              <a:rPr lang="ja-JP" altLang="en-US" dirty="0"/>
              <a:t>テスト対象はタブレット</a:t>
            </a:r>
            <a:r>
              <a:rPr lang="en-US" altLang="ja-JP" dirty="0"/>
              <a:t>1</a:t>
            </a:r>
            <a:r>
              <a:rPr lang="ja-JP" altLang="en-US" dirty="0"/>
              <a:t>端末（縦</a:t>
            </a:r>
            <a:r>
              <a:rPr lang="en-US" altLang="ja-JP" dirty="0"/>
              <a:t>/</a:t>
            </a:r>
            <a:r>
              <a:rPr lang="ja-JP" altLang="en-US" dirty="0"/>
              <a:t>横 画面）、スマートフォン</a:t>
            </a:r>
            <a:r>
              <a:rPr lang="en-US" altLang="ja-JP" dirty="0"/>
              <a:t>1</a:t>
            </a:r>
            <a:r>
              <a:rPr lang="ja-JP" altLang="en-US" dirty="0"/>
              <a:t>端末（縦</a:t>
            </a:r>
            <a:r>
              <a:rPr lang="en-US" altLang="ja-JP" dirty="0"/>
              <a:t>/</a:t>
            </a:r>
            <a:r>
              <a:rPr lang="ja-JP" altLang="en-US" dirty="0"/>
              <a:t>横 画面）とします。</a:t>
            </a:r>
            <a:br>
              <a:rPr lang="en-US" altLang="ja-JP" dirty="0"/>
            </a:br>
            <a:r>
              <a:rPr lang="ja-JP" altLang="en-US" dirty="0"/>
              <a:t>なお、機能改修は実施しないため、システムテストはお見積対象外としています。</a:t>
            </a:r>
            <a:endParaRPr lang="en-US" altLang="ja-JP" dirty="0"/>
          </a:p>
          <a:p>
            <a:r>
              <a:rPr lang="ja-JP" altLang="en-US" dirty="0"/>
              <a:t>テストは検証環境にアクセスできる端末が無いため、エミュレーターで実施させていただく想定です。</a:t>
            </a:r>
            <a:br>
              <a:rPr lang="en-US" altLang="ja-JP" dirty="0"/>
            </a:br>
            <a:r>
              <a:rPr lang="en-US" altLang="ja-JP" dirty="0"/>
              <a:t>※</a:t>
            </a:r>
            <a:r>
              <a:rPr lang="ja-JP" altLang="en-US" dirty="0"/>
              <a:t>実機での確認は貴社にて受入テスト時にお願いいたします。</a:t>
            </a:r>
            <a:endParaRPr lang="en-US" altLang="ja-JP" dirty="0"/>
          </a:p>
          <a:p>
            <a:r>
              <a:rPr lang="ja-JP" altLang="en-US" dirty="0"/>
              <a:t>要件定義工程でスマートフォン対応が必要な画面の精査を行い、対応不要と判断した画面は製造工程から除外させていただきます。</a:t>
            </a:r>
            <a:endParaRPr lang="en-US" altLang="ja-JP" dirty="0"/>
          </a:p>
          <a:p>
            <a:r>
              <a:rPr lang="ja-JP" altLang="en-US" dirty="0"/>
              <a:t>改修対象画面の現在のレイアウトをスマートフォン用に修正する想定でお見積を算出しています。</a:t>
            </a:r>
            <a:endParaRPr lang="en-US" altLang="ja-JP" dirty="0"/>
          </a:p>
          <a:p>
            <a:r>
              <a:rPr lang="ja-JP" altLang="en-US" dirty="0"/>
              <a:t>ドキュメントについては、基本的に既存ドキュメントの更新作業のみとして新規での作成はいたしません。</a:t>
            </a:r>
          </a:p>
          <a:p>
            <a:r>
              <a:rPr lang="ja-JP" altLang="en-US" dirty="0"/>
              <a:t>作業場所は、打合せを除き、原則弊社オフィス内（在宅勤務含む）といたします。</a:t>
            </a:r>
            <a:endParaRPr lang="en-US" altLang="ja-JP" dirty="0"/>
          </a:p>
          <a:p>
            <a:r>
              <a:rPr lang="ja-JP" altLang="en-US" dirty="0"/>
              <a:t>東京２３区以外でのオフィスや事業所等での作業につきましては、交通費・宿泊費を別途ご請求といたします。</a:t>
            </a:r>
            <a:endParaRPr lang="en-US" altLang="ja-JP" dirty="0"/>
          </a:p>
          <a:p>
            <a:r>
              <a:rPr lang="ja-JP" altLang="en-US" dirty="0"/>
              <a:t>瑕疵担保責任期間は検収日より１年間とします。（検収日より</a:t>
            </a:r>
            <a:r>
              <a:rPr lang="en-US" altLang="ja-JP" dirty="0"/>
              <a:t>1</a:t>
            </a:r>
            <a:r>
              <a:rPr lang="ja-JP" altLang="en-US" dirty="0"/>
              <a:t>年間に限り契約不適合責任を追及できることとします。）</a:t>
            </a:r>
            <a:endParaRPr lang="en-US" altLang="ja-JP" dirty="0"/>
          </a:p>
          <a:p>
            <a:r>
              <a:rPr lang="ja-JP" altLang="en-US" dirty="0"/>
              <a:t>上記諸条件および本提案書に記載のない諸条件</a:t>
            </a:r>
            <a:r>
              <a:rPr lang="en-US" altLang="ja-JP" dirty="0"/>
              <a:t>/</a:t>
            </a:r>
            <a:r>
              <a:rPr lang="ja-JP" altLang="en-US" dirty="0"/>
              <a:t>作業内容につきましては、別途ご相談の上、決定させていただきます。</a:t>
            </a:r>
            <a:endParaRPr lang="en-US" altLang="ja-JP" dirty="0"/>
          </a:p>
        </p:txBody>
      </p:sp>
    </p:spTree>
    <p:extLst>
      <p:ext uri="{BB962C8B-B14F-4D97-AF65-F5344CB8AC3E}">
        <p14:creationId xmlns:p14="http://schemas.microsoft.com/office/powerpoint/2010/main" val="2513257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6D4756C-7B3C-4F66-935C-AB37B76449CD}">
  <ds:schemaRefs>
    <ds:schemaRef ds:uri="http://schemas.openxmlformats.org/package/2006/metadata/core-properties"/>
    <ds:schemaRef ds:uri="http://schemas.microsoft.com/office/2006/documentManagement/types"/>
    <ds:schemaRef ds:uri="http://purl.org/dc/elements/1.1/"/>
    <ds:schemaRef ds:uri="http://purl.org/dc/dcmitype/"/>
    <ds:schemaRef ds:uri="2fd442da-66a9-4fa6-ba31-eb0d54ad1381"/>
    <ds:schemaRef ds:uri="http://schemas.microsoft.com/office/2006/metadata/properties"/>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26B460F5-A58E-476A-A48E-BDB354E063CC}">
  <ds:schemaRefs>
    <ds:schemaRef ds:uri="http://schemas.microsoft.com/sharepoint/v3/contenttype/forms"/>
  </ds:schemaRefs>
</ds:datastoreItem>
</file>

<file path=customXml/itemProps3.xml><?xml version="1.0" encoding="utf-8"?>
<ds:datastoreItem xmlns:ds="http://schemas.openxmlformats.org/officeDocument/2006/customXml" ds:itemID="{7A2EB6AC-545D-42A6-BD49-26EFD3E9E14C}">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605</TotalTime>
  <Words>1068</Words>
  <Application>Microsoft Office PowerPoint</Application>
  <PresentationFormat>ワイド画面</PresentationFormat>
  <Paragraphs>273</Paragraphs>
  <Slides>10</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10</vt:i4>
      </vt:variant>
    </vt:vector>
  </HeadingPairs>
  <TitlesOfParts>
    <vt:vector size="17" baseType="lpstr">
      <vt:lpstr>游ゴシック</vt:lpstr>
      <vt:lpstr>游ゴシック</vt:lpstr>
      <vt:lpstr>Yu Gothic Medium</vt:lpstr>
      <vt:lpstr>游明朝</vt:lpstr>
      <vt:lpstr>Arial</vt:lpstr>
      <vt:lpstr>Calibri</vt:lpstr>
      <vt:lpstr>Office テーマ</vt:lpstr>
      <vt:lpstr>概算御見積書(第1.0版)</vt:lpstr>
      <vt:lpstr>対象画面一覧</vt:lpstr>
      <vt:lpstr>対象画面一覧</vt:lpstr>
      <vt:lpstr>体制（案）</vt:lpstr>
      <vt:lpstr>スケジュール案</vt:lpstr>
      <vt:lpstr>工程と作業概要</vt:lpstr>
      <vt:lpstr>納品物</vt:lpstr>
      <vt:lpstr>概算お見積もり</vt:lpstr>
      <vt:lpstr>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14</cp:revision>
  <dcterms:created xsi:type="dcterms:W3CDTF">2021-02-05T06:36:21Z</dcterms:created>
  <dcterms:modified xsi:type="dcterms:W3CDTF">2025-03-26T09:20:21Z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ies>
</file>