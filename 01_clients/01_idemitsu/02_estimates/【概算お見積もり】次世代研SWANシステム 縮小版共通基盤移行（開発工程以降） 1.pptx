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757" r:id="rId7"/>
    <p:sldId id="936" r:id="rId8"/>
    <p:sldId id="935" r:id="rId9"/>
    <p:sldId id="765" r:id="rId10"/>
    <p:sldId id="766" r:id="rId11"/>
    <p:sldId id="932" r:id="rId12"/>
    <p:sldId id="930" r:id="rId13"/>
    <p:sldId id="939" r:id="rId14"/>
    <p:sldId id="767" r:id="rId15"/>
    <p:sldId id="749" r:id="rId16"/>
    <p:sldId id="937" r:id="rId17"/>
    <p:sldId id="93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7235F9BA-A425-8926-9C96-BE0E204956E1}"/>
    <pc:docChg chg="modSld sldOrd">
      <pc:chgData name="野村康二" userId="S::kouji.nomura@system-exe.jp::acaa808a-f809-4ef9-8028-a2ce14b82415" providerId="AD" clId="Web-{7235F9BA-A425-8926-9C96-BE0E204956E1}" dt="2025-06-19T04:27:22.596" v="16" actId="20577"/>
      <pc:docMkLst>
        <pc:docMk/>
      </pc:docMkLst>
      <pc:sldChg chg="modSp">
        <pc:chgData name="野村康二" userId="S::kouji.nomura@system-exe.jp::acaa808a-f809-4ef9-8028-a2ce14b82415" providerId="AD" clId="Web-{7235F9BA-A425-8926-9C96-BE0E204956E1}" dt="2025-06-19T04:04:46.250" v="5" actId="20577"/>
        <pc:sldMkLst>
          <pc:docMk/>
          <pc:sldMk cId="3660799615" sldId="757"/>
        </pc:sldMkLst>
      </pc:sldChg>
      <pc:sldChg chg="ord">
        <pc:chgData name="野村康二" userId="S::kouji.nomura@system-exe.jp::acaa808a-f809-4ef9-8028-a2ce14b82415" providerId="AD" clId="Web-{7235F9BA-A425-8926-9C96-BE0E204956E1}" dt="2025-06-19T04:06:08.065" v="13"/>
        <pc:sldMkLst>
          <pc:docMk/>
          <pc:sldMk cId="1471803207" sldId="929"/>
        </pc:sldMkLst>
      </pc:sldChg>
      <pc:sldChg chg="modSp">
        <pc:chgData name="野村康二" userId="S::kouji.nomura@system-exe.jp::acaa808a-f809-4ef9-8028-a2ce14b82415" providerId="AD" clId="Web-{7235F9BA-A425-8926-9C96-BE0E204956E1}" dt="2025-06-19T04:27:22.596" v="16" actId="20577"/>
        <pc:sldMkLst>
          <pc:docMk/>
          <pc:sldMk cId="1851614100" sldId="930"/>
        </pc:sldMkLst>
      </pc:sldChg>
      <pc:sldChg chg="delSp modSp">
        <pc:chgData name="野村康二" userId="S::kouji.nomura@system-exe.jp::acaa808a-f809-4ef9-8028-a2ce14b82415" providerId="AD" clId="Web-{7235F9BA-A425-8926-9C96-BE0E204956E1}" dt="2025-06-19T04:05:43.439" v="12"/>
        <pc:sldMkLst>
          <pc:docMk/>
          <pc:sldMk cId="3261265475" sldId="932"/>
        </pc:sldMkLst>
      </pc:sldChg>
      <pc:sldChg chg="modSp">
        <pc:chgData name="野村康二" userId="S::kouji.nomura@system-exe.jp::acaa808a-f809-4ef9-8028-a2ce14b82415" providerId="AD" clId="Web-{7235F9BA-A425-8926-9C96-BE0E204956E1}" dt="2025-06-19T04:05:33.861" v="8" actId="20577"/>
        <pc:sldMkLst>
          <pc:docMk/>
          <pc:sldMk cId="3300968202" sldId="939"/>
        </pc:sldMkLst>
      </pc:sldChg>
    </pc:docChg>
  </pc:docChgLst>
  <pc:docChgLst>
    <pc:chgData name="野村康二" userId="S::kouji.nomura@system-exe.jp::acaa808a-f809-4ef9-8028-a2ce14b82415" providerId="AD" clId="Web-{F0B17FB6-57F6-FC14-813E-DCDC5DEC068D}"/>
    <pc:docChg chg="modSld">
      <pc:chgData name="野村康二" userId="S::kouji.nomura@system-exe.jp::acaa808a-f809-4ef9-8028-a2ce14b82415" providerId="AD" clId="Web-{F0B17FB6-57F6-FC14-813E-DCDC5DEC068D}" dt="2025-06-19T06:11:42.786" v="7"/>
      <pc:docMkLst>
        <pc:docMk/>
      </pc:docMkLst>
      <pc:sldChg chg="modSp">
        <pc:chgData name="野村康二" userId="S::kouji.nomura@system-exe.jp::acaa808a-f809-4ef9-8028-a2ce14b82415" providerId="AD" clId="Web-{F0B17FB6-57F6-FC14-813E-DCDC5DEC068D}" dt="2025-06-19T06:11:42.786" v="7"/>
        <pc:sldMkLst>
          <pc:docMk/>
          <pc:sldMk cId="1395438993" sldId="765"/>
        </pc:sldMkLst>
      </pc:sldChg>
    </pc:docChg>
  </pc:docChgLst>
  <pc:docChgLst>
    <pc:chgData name="髙浦祐朗" userId="d6d860fe-bc64-411b-9605-a16d1ba875f6" providerId="ADAL" clId="{A65FDE6D-D768-44DB-ADF3-5348D2950BED}"/>
    <pc:docChg chg="modSld">
      <pc:chgData name="髙浦祐朗" userId="d6d860fe-bc64-411b-9605-a16d1ba875f6" providerId="ADAL" clId="{A65FDE6D-D768-44DB-ADF3-5348D2950BED}" dt="2025-10-02T01:30:25.995" v="0" actId="729"/>
      <pc:docMkLst>
        <pc:docMk/>
      </pc:docMkLst>
      <pc:sldChg chg="mod modShow">
        <pc:chgData name="髙浦祐朗" userId="d6d860fe-bc64-411b-9605-a16d1ba875f6" providerId="ADAL" clId="{A65FDE6D-D768-44DB-ADF3-5348D2950BED}" dt="2025-10-02T01:30:25.995" v="0" actId="729"/>
        <pc:sldMkLst>
          <pc:docMk/>
          <pc:sldMk cId="3390287274" sldId="937"/>
        </pc:sldMkLst>
      </pc:sldChg>
    </pc:docChg>
  </pc:docChgLst>
  <pc:docChgLst>
    <pc:chgData name="髙浦祐朗" userId="d6d860fe-bc64-411b-9605-a16d1ba875f6" providerId="ADAL" clId="{339FBEB4-009A-4172-863E-1EB472C38EE4}"/>
    <pc:docChg chg="undo custSel addSld modSld sldOrd">
      <pc:chgData name="髙浦祐朗" userId="d6d860fe-bc64-411b-9605-a16d1ba875f6" providerId="ADAL" clId="{339FBEB4-009A-4172-863E-1EB472C38EE4}" dt="2025-09-05T09:14:18.324" v="636" actId="20577"/>
      <pc:docMkLst>
        <pc:docMk/>
      </pc:docMkLst>
      <pc:sldChg chg="modSp mod">
        <pc:chgData name="髙浦祐朗" userId="d6d860fe-bc64-411b-9605-a16d1ba875f6" providerId="ADAL" clId="{339FBEB4-009A-4172-863E-1EB472C38EE4}" dt="2025-09-05T09:14:18.324" v="636" actId="20577"/>
        <pc:sldMkLst>
          <pc:docMk/>
          <pc:sldMk cId="3201888243" sldId="714"/>
        </pc:sldMkLst>
        <pc:spChg chg="mod">
          <ac:chgData name="髙浦祐朗" userId="d6d860fe-bc64-411b-9605-a16d1ba875f6" providerId="ADAL" clId="{339FBEB4-009A-4172-863E-1EB472C38EE4}" dt="2025-09-05T09:14:18.324" v="636" actId="20577"/>
          <ac:spMkLst>
            <pc:docMk/>
            <pc:sldMk cId="3201888243" sldId="714"/>
            <ac:spMk id="2" creationId="{B808C4E1-CAC4-709D-39C2-7E63198F1A78}"/>
          </ac:spMkLst>
        </pc:spChg>
        <pc:spChg chg="mod">
          <ac:chgData name="髙浦祐朗" userId="d6d860fe-bc64-411b-9605-a16d1ba875f6" providerId="ADAL" clId="{339FBEB4-009A-4172-863E-1EB472C38EE4}" dt="2025-09-05T07:48:58.896" v="340" actId="1076"/>
          <ac:spMkLst>
            <pc:docMk/>
            <pc:sldMk cId="3201888243" sldId="714"/>
            <ac:spMk id="3" creationId="{00000000-0000-0000-0000-000000000000}"/>
          </ac:spMkLst>
        </pc:spChg>
        <pc:spChg chg="mod">
          <ac:chgData name="髙浦祐朗" userId="d6d860fe-bc64-411b-9605-a16d1ba875f6" providerId="ADAL" clId="{339FBEB4-009A-4172-863E-1EB472C38EE4}" dt="2025-09-05T07:49:04.598" v="342" actId="1076"/>
          <ac:spMkLst>
            <pc:docMk/>
            <pc:sldMk cId="3201888243" sldId="714"/>
            <ac:spMk id="4" creationId="{00000000-0000-0000-0000-000000000000}"/>
          </ac:spMkLst>
        </pc:spChg>
      </pc:sldChg>
      <pc:sldChg chg="addSp delSp modSp mod">
        <pc:chgData name="髙浦祐朗" userId="d6d860fe-bc64-411b-9605-a16d1ba875f6" providerId="ADAL" clId="{339FBEB4-009A-4172-863E-1EB472C38EE4}" dt="2025-09-05T07:51:50.041" v="355"/>
        <pc:sldMkLst>
          <pc:docMk/>
          <pc:sldMk cId="3325638293" sldId="749"/>
        </pc:sldMkLst>
        <pc:spChg chg="add mod">
          <ac:chgData name="髙浦祐朗" userId="d6d860fe-bc64-411b-9605-a16d1ba875f6" providerId="ADAL" clId="{339FBEB4-009A-4172-863E-1EB472C38EE4}" dt="2025-09-05T07:51:50.041" v="355"/>
          <ac:spMkLst>
            <pc:docMk/>
            <pc:sldMk cId="3325638293" sldId="749"/>
            <ac:spMk id="11" creationId="{4DD0AA36-94ED-0CF3-38E7-421560AF8BF7}"/>
          </ac:spMkLst>
        </pc:spChg>
      </pc:sldChg>
      <pc:sldChg chg="addSp delSp modSp mod">
        <pc:chgData name="髙浦祐朗" userId="d6d860fe-bc64-411b-9605-a16d1ba875f6" providerId="ADAL" clId="{339FBEB4-009A-4172-863E-1EB472C38EE4}" dt="2025-09-05T07:52:42.760" v="376"/>
        <pc:sldMkLst>
          <pc:docMk/>
          <pc:sldMk cId="3773316736" sldId="756"/>
        </pc:sldMkLst>
        <pc:spChg chg="add mod">
          <ac:chgData name="髙浦祐朗" userId="d6d860fe-bc64-411b-9605-a16d1ba875f6" providerId="ADAL" clId="{339FBEB4-009A-4172-863E-1EB472C38EE4}" dt="2025-09-05T07:52:42.760" v="376"/>
          <ac:spMkLst>
            <pc:docMk/>
            <pc:sldMk cId="3773316736" sldId="756"/>
            <ac:spMk id="6" creationId="{8837CEF3-337B-8107-EEB0-0920CD0CF406}"/>
          </ac:spMkLst>
        </pc:spChg>
        <pc:spChg chg="mod">
          <ac:chgData name="髙浦祐朗" userId="d6d860fe-bc64-411b-9605-a16d1ba875f6" providerId="ADAL" clId="{339FBEB4-009A-4172-863E-1EB472C38EE4}" dt="2025-09-05T07:47:19.583" v="273"/>
          <ac:spMkLst>
            <pc:docMk/>
            <pc:sldMk cId="3773316736" sldId="756"/>
            <ac:spMk id="13" creationId="{B8B3A81D-32E4-C28F-0D4C-EB7D2165E764}"/>
          </ac:spMkLst>
        </pc:spChg>
      </pc:sldChg>
      <pc:sldChg chg="addSp delSp modSp mod">
        <pc:chgData name="髙浦祐朗" userId="d6d860fe-bc64-411b-9605-a16d1ba875f6" providerId="ADAL" clId="{339FBEB4-009A-4172-863E-1EB472C38EE4}" dt="2025-09-05T07:52:38.587" v="373"/>
        <pc:sldMkLst>
          <pc:docMk/>
          <pc:sldMk cId="3660799615" sldId="757"/>
        </pc:sldMkLst>
        <pc:spChg chg="mod">
          <ac:chgData name="髙浦祐朗" userId="d6d860fe-bc64-411b-9605-a16d1ba875f6" providerId="ADAL" clId="{339FBEB4-009A-4172-863E-1EB472C38EE4}" dt="2025-09-05T07:49:20.520" v="343" actId="2711"/>
          <ac:spMkLst>
            <pc:docMk/>
            <pc:sldMk cId="3660799615" sldId="757"/>
            <ac:spMk id="5" creationId="{DDA0903F-BB0E-DF11-6A92-90C8A835A221}"/>
          </ac:spMkLst>
        </pc:spChg>
        <pc:spChg chg="add mod">
          <ac:chgData name="髙浦祐朗" userId="d6d860fe-bc64-411b-9605-a16d1ba875f6" providerId="ADAL" clId="{339FBEB4-009A-4172-863E-1EB472C38EE4}" dt="2025-09-05T07:52:38.587" v="373"/>
          <ac:spMkLst>
            <pc:docMk/>
            <pc:sldMk cId="3660799615" sldId="757"/>
            <ac:spMk id="7" creationId="{02FB030C-40AB-168F-C840-9082C23C3AE4}"/>
          </ac:spMkLst>
        </pc:spChg>
      </pc:sldChg>
      <pc:sldChg chg="addSp delSp modSp mod">
        <pc:chgData name="髙浦祐朗" userId="d6d860fe-bc64-411b-9605-a16d1ba875f6" providerId="ADAL" clId="{339FBEB4-009A-4172-863E-1EB472C38EE4}" dt="2025-09-05T07:52:23.348" v="364"/>
        <pc:sldMkLst>
          <pc:docMk/>
          <pc:sldMk cId="1395438993" sldId="765"/>
        </pc:sldMkLst>
        <pc:spChg chg="add mod">
          <ac:chgData name="髙浦祐朗" userId="d6d860fe-bc64-411b-9605-a16d1ba875f6" providerId="ADAL" clId="{339FBEB4-009A-4172-863E-1EB472C38EE4}" dt="2025-09-05T07:52:23.348" v="364"/>
          <ac:spMkLst>
            <pc:docMk/>
            <pc:sldMk cId="1395438993" sldId="765"/>
            <ac:spMk id="6" creationId="{E16AC347-A5D0-91E5-7821-D4773F913E42}"/>
          </ac:spMkLst>
        </pc:spChg>
        <pc:graphicFrameChg chg="mod modGraphic">
          <ac:chgData name="髙浦祐朗" userId="d6d860fe-bc64-411b-9605-a16d1ba875f6" providerId="ADAL" clId="{339FBEB4-009A-4172-863E-1EB472C38EE4}" dt="2025-09-05T07:50:01.913" v="347" actId="14100"/>
          <ac:graphicFrameMkLst>
            <pc:docMk/>
            <pc:sldMk cId="1395438993" sldId="765"/>
            <ac:graphicFrameMk id="7" creationId="{2864E947-18B0-4839-AED3-D416F628DDF0}"/>
          </ac:graphicFrameMkLst>
        </pc:graphicFrameChg>
      </pc:sldChg>
      <pc:sldChg chg="addSp delSp modSp mod">
        <pc:chgData name="髙浦祐朗" userId="d6d860fe-bc64-411b-9605-a16d1ba875f6" providerId="ADAL" clId="{339FBEB4-009A-4172-863E-1EB472C38EE4}" dt="2025-09-05T07:52:15.249" v="361"/>
        <pc:sldMkLst>
          <pc:docMk/>
          <pc:sldMk cId="3560606343" sldId="766"/>
        </pc:sldMkLst>
        <pc:spChg chg="add mod">
          <ac:chgData name="髙浦祐朗" userId="d6d860fe-bc64-411b-9605-a16d1ba875f6" providerId="ADAL" clId="{339FBEB4-009A-4172-863E-1EB472C38EE4}" dt="2025-09-05T07:52:15.249" v="361"/>
          <ac:spMkLst>
            <pc:docMk/>
            <pc:sldMk cId="3560606343" sldId="766"/>
            <ac:spMk id="7" creationId="{26EBA63E-8915-2386-0110-2C5B57C814D2}"/>
          </ac:spMkLst>
        </pc:spChg>
      </pc:sldChg>
      <pc:sldChg chg="modSp mod">
        <pc:chgData name="髙浦祐朗" userId="d6d860fe-bc64-411b-9605-a16d1ba875f6" providerId="ADAL" clId="{339FBEB4-009A-4172-863E-1EB472C38EE4}" dt="2025-09-05T07:53:43.792" v="541"/>
        <pc:sldMkLst>
          <pc:docMk/>
          <pc:sldMk cId="2410374903" sldId="767"/>
        </pc:sldMkLst>
        <pc:spChg chg="mod">
          <ac:chgData name="髙浦祐朗" userId="d6d860fe-bc64-411b-9605-a16d1ba875f6" providerId="ADAL" clId="{339FBEB4-009A-4172-863E-1EB472C38EE4}" dt="2025-09-05T07:53:43.792" v="541"/>
          <ac:spMkLst>
            <pc:docMk/>
            <pc:sldMk cId="2410374903" sldId="767"/>
            <ac:spMk id="5" creationId="{97E6FBE8-190C-40F0-AA01-14695A77D734}"/>
          </ac:spMkLst>
        </pc:spChg>
      </pc:sldChg>
      <pc:sldChg chg="addSp delSp modSp mod">
        <pc:chgData name="髙浦祐朗" userId="d6d860fe-bc64-411b-9605-a16d1ba875f6" providerId="ADAL" clId="{339FBEB4-009A-4172-863E-1EB472C38EE4}" dt="2025-09-05T07:52:05.093" v="358"/>
        <pc:sldMkLst>
          <pc:docMk/>
          <pc:sldMk cId="1851614100" sldId="930"/>
        </pc:sldMkLst>
        <pc:spChg chg="add mod">
          <ac:chgData name="髙浦祐朗" userId="d6d860fe-bc64-411b-9605-a16d1ba875f6" providerId="ADAL" clId="{339FBEB4-009A-4172-863E-1EB472C38EE4}" dt="2025-09-05T07:52:05.093" v="358"/>
          <ac:spMkLst>
            <pc:docMk/>
            <pc:sldMk cId="1851614100" sldId="930"/>
            <ac:spMk id="13" creationId="{E1812AC6-0241-5A48-F9BE-7A07DF76E5B2}"/>
          </ac:spMkLst>
        </pc:spChg>
      </pc:sldChg>
      <pc:sldChg chg="addSp modSp mod">
        <pc:chgData name="髙浦祐朗" userId="d6d860fe-bc64-411b-9605-a16d1ba875f6" providerId="ADAL" clId="{339FBEB4-009A-4172-863E-1EB472C38EE4}" dt="2025-09-05T07:56:46.814" v="547" actId="555"/>
        <pc:sldMkLst>
          <pc:docMk/>
          <pc:sldMk cId="3261265475" sldId="932"/>
        </pc:sldMkLst>
        <pc:spChg chg="mod">
          <ac:chgData name="髙浦祐朗" userId="d6d860fe-bc64-411b-9605-a16d1ba875f6" providerId="ADAL" clId="{339FBEB4-009A-4172-863E-1EB472C38EE4}" dt="2025-09-03T04:36:17.008" v="161" actId="1036"/>
          <ac:spMkLst>
            <pc:docMk/>
            <pc:sldMk cId="3261265475" sldId="932"/>
            <ac:spMk id="4" creationId="{A1B67386-AD83-3967-5D45-C866A13904CF}"/>
          </ac:spMkLst>
        </pc:spChg>
        <pc:spChg chg="mod">
          <ac:chgData name="髙浦祐朗" userId="d6d860fe-bc64-411b-9605-a16d1ba875f6" providerId="ADAL" clId="{339FBEB4-009A-4172-863E-1EB472C38EE4}" dt="2025-09-05T07:56:46.814" v="547" actId="555"/>
          <ac:spMkLst>
            <pc:docMk/>
            <pc:sldMk cId="3261265475" sldId="932"/>
            <ac:spMk id="5" creationId="{4C383857-658A-27E0-C87F-6186580943F2}"/>
          </ac:spMkLst>
        </pc:spChg>
        <pc:spChg chg="mod">
          <ac:chgData name="髙浦祐朗" userId="d6d860fe-bc64-411b-9605-a16d1ba875f6" providerId="ADAL" clId="{339FBEB4-009A-4172-863E-1EB472C38EE4}" dt="2025-09-03T04:36:17.008" v="161" actId="1036"/>
          <ac:spMkLst>
            <pc:docMk/>
            <pc:sldMk cId="3261265475" sldId="932"/>
            <ac:spMk id="15" creationId="{9C526A88-681C-4A44-BFD9-AF76E9622DCF}"/>
          </ac:spMkLst>
        </pc:spChg>
        <pc:spChg chg="mod">
          <ac:chgData name="髙浦祐朗" userId="d6d860fe-bc64-411b-9605-a16d1ba875f6" providerId="ADAL" clId="{339FBEB4-009A-4172-863E-1EB472C38EE4}" dt="2025-09-05T07:56:46.814" v="547" actId="555"/>
          <ac:spMkLst>
            <pc:docMk/>
            <pc:sldMk cId="3261265475" sldId="932"/>
            <ac:spMk id="16" creationId="{5C58B4E0-435A-97E7-B757-B0DE17C1F398}"/>
          </ac:spMkLst>
        </pc:spChg>
        <pc:spChg chg="add mod">
          <ac:chgData name="髙浦祐朗" userId="d6d860fe-bc64-411b-9605-a16d1ba875f6" providerId="ADAL" clId="{339FBEB4-009A-4172-863E-1EB472C38EE4}" dt="2025-09-03T04:36:39.349" v="166" actId="404"/>
          <ac:spMkLst>
            <pc:docMk/>
            <pc:sldMk cId="3261265475" sldId="932"/>
            <ac:spMk id="18" creationId="{5B2B2F94-BDA8-634A-F523-40B53FCA279A}"/>
          </ac:spMkLst>
        </pc:spChg>
        <pc:spChg chg="add mod">
          <ac:chgData name="髙浦祐朗" userId="d6d860fe-bc64-411b-9605-a16d1ba875f6" providerId="ADAL" clId="{339FBEB4-009A-4172-863E-1EB472C38EE4}" dt="2025-09-03T04:36:46.604" v="168" actId="404"/>
          <ac:spMkLst>
            <pc:docMk/>
            <pc:sldMk cId="3261265475" sldId="932"/>
            <ac:spMk id="19" creationId="{71141E64-8092-FD1B-D0EF-695AF898DA1D}"/>
          </ac:spMkLst>
        </pc:spChg>
        <pc:spChg chg="mod">
          <ac:chgData name="髙浦祐朗" userId="d6d860fe-bc64-411b-9605-a16d1ba875f6" providerId="ADAL" clId="{339FBEB4-009A-4172-863E-1EB472C38EE4}" dt="2025-09-03T04:36:17.008" v="161" actId="1036"/>
          <ac:spMkLst>
            <pc:docMk/>
            <pc:sldMk cId="3261265475" sldId="932"/>
            <ac:spMk id="20" creationId="{F552483D-B47E-4672-AAB8-B1378D36B674}"/>
          </ac:spMkLst>
        </pc:spChg>
        <pc:spChg chg="mod">
          <ac:chgData name="髙浦祐朗" userId="d6d860fe-bc64-411b-9605-a16d1ba875f6" providerId="ADAL" clId="{339FBEB4-009A-4172-863E-1EB472C38EE4}" dt="2025-09-03T04:36:17.008" v="161" actId="1036"/>
          <ac:spMkLst>
            <pc:docMk/>
            <pc:sldMk cId="3261265475" sldId="932"/>
            <ac:spMk id="21" creationId="{D288673B-1B1E-4C6E-BA69-E5F1FEDB27ED}"/>
          </ac:spMkLst>
        </pc:spChg>
        <pc:spChg chg="mod">
          <ac:chgData name="髙浦祐朗" userId="d6d860fe-bc64-411b-9605-a16d1ba875f6" providerId="ADAL" clId="{339FBEB4-009A-4172-863E-1EB472C38EE4}" dt="2025-09-03T04:36:17.008" v="161" actId="1036"/>
          <ac:spMkLst>
            <pc:docMk/>
            <pc:sldMk cId="3261265475" sldId="932"/>
            <ac:spMk id="22" creationId="{BF31360D-FAB3-4C87-B7AB-B502DDFDA9EC}"/>
          </ac:spMkLst>
        </pc:spChg>
        <pc:spChg chg="mod">
          <ac:chgData name="髙浦祐朗" userId="d6d860fe-bc64-411b-9605-a16d1ba875f6" providerId="ADAL" clId="{339FBEB4-009A-4172-863E-1EB472C38EE4}" dt="2025-09-03T04:36:17.008" v="161" actId="1036"/>
          <ac:spMkLst>
            <pc:docMk/>
            <pc:sldMk cId="3261265475" sldId="932"/>
            <ac:spMk id="23" creationId="{60BE86B4-B849-422B-8758-4720CC34871C}"/>
          </ac:spMkLst>
        </pc:spChg>
        <pc:spChg chg="mod">
          <ac:chgData name="髙浦祐朗" userId="d6d860fe-bc64-411b-9605-a16d1ba875f6" providerId="ADAL" clId="{339FBEB4-009A-4172-863E-1EB472C38EE4}" dt="2025-09-03T04:36:17.008" v="161" actId="1036"/>
          <ac:spMkLst>
            <pc:docMk/>
            <pc:sldMk cId="3261265475" sldId="932"/>
            <ac:spMk id="24" creationId="{D2FFFA7C-8485-4FB5-B3FC-30EC4188DB9D}"/>
          </ac:spMkLst>
        </pc:spChg>
        <pc:graphicFrameChg chg="mod modGraphic">
          <ac:chgData name="髙浦祐朗" userId="d6d860fe-bc64-411b-9605-a16d1ba875f6" providerId="ADAL" clId="{339FBEB4-009A-4172-863E-1EB472C38EE4}" dt="2025-09-05T07:50:50.395" v="350" actId="572"/>
          <ac:graphicFrameMkLst>
            <pc:docMk/>
            <pc:sldMk cId="3261265475" sldId="932"/>
            <ac:graphicFrameMk id="10" creationId="{1B9651D0-1C8B-452E-8B2F-91E497A82D84}"/>
          </ac:graphicFrameMkLst>
        </pc:graphicFrameChg>
        <pc:cxnChg chg="add mod">
          <ac:chgData name="髙浦祐朗" userId="d6d860fe-bc64-411b-9605-a16d1ba875f6" providerId="ADAL" clId="{339FBEB4-009A-4172-863E-1EB472C38EE4}" dt="2025-09-03T04:36:23.147" v="162" actId="14100"/>
          <ac:cxnSpMkLst>
            <pc:docMk/>
            <pc:sldMk cId="3261265475" sldId="932"/>
            <ac:cxnSpMk id="17" creationId="{E790A065-B778-3BA9-9429-E5F10C89F2E9}"/>
          </ac:cxnSpMkLst>
        </pc:cxnChg>
        <pc:cxnChg chg="add mod">
          <ac:chgData name="髙浦祐朗" userId="d6d860fe-bc64-411b-9605-a16d1ba875f6" providerId="ADAL" clId="{339FBEB4-009A-4172-863E-1EB472C38EE4}" dt="2025-09-03T04:36:32.479" v="164" actId="14100"/>
          <ac:cxnSpMkLst>
            <pc:docMk/>
            <pc:sldMk cId="3261265475" sldId="932"/>
            <ac:cxnSpMk id="25" creationId="{6F724102-C580-BC0F-594C-AB6463FD5783}"/>
          </ac:cxnSpMkLst>
        </pc:cxnChg>
      </pc:sldChg>
      <pc:sldChg chg="addSp delSp modSp mod">
        <pc:chgData name="髙浦祐朗" userId="d6d860fe-bc64-411b-9605-a16d1ba875f6" providerId="ADAL" clId="{339FBEB4-009A-4172-863E-1EB472C38EE4}" dt="2025-09-05T09:14:09.377" v="635" actId="207"/>
        <pc:sldMkLst>
          <pc:docMk/>
          <pc:sldMk cId="1196673797" sldId="935"/>
        </pc:sldMkLst>
        <pc:spChg chg="mod">
          <ac:chgData name="髙浦祐朗" userId="d6d860fe-bc64-411b-9605-a16d1ba875f6" providerId="ADAL" clId="{339FBEB4-009A-4172-863E-1EB472C38EE4}" dt="2025-09-05T07:48:37.500" v="337" actId="2711"/>
          <ac:spMkLst>
            <pc:docMk/>
            <pc:sldMk cId="1196673797" sldId="935"/>
            <ac:spMk id="4" creationId="{03AD1FBD-E064-5A5E-096A-737261CC586A}"/>
          </ac:spMkLst>
        </pc:spChg>
        <pc:spChg chg="mod">
          <ac:chgData name="髙浦祐朗" userId="d6d860fe-bc64-411b-9605-a16d1ba875f6" providerId="ADAL" clId="{339FBEB4-009A-4172-863E-1EB472C38EE4}" dt="2025-09-05T07:48:37.500" v="337" actId="2711"/>
          <ac:spMkLst>
            <pc:docMk/>
            <pc:sldMk cId="1196673797" sldId="935"/>
            <ac:spMk id="5" creationId="{3B0307FC-4833-2B6F-0205-96FB0AD17532}"/>
          </ac:spMkLst>
        </pc:spChg>
        <pc:spChg chg="mod">
          <ac:chgData name="髙浦祐朗" userId="d6d860fe-bc64-411b-9605-a16d1ba875f6" providerId="ADAL" clId="{339FBEB4-009A-4172-863E-1EB472C38EE4}" dt="2025-09-05T07:48:37.500" v="337" actId="2711"/>
          <ac:spMkLst>
            <pc:docMk/>
            <pc:sldMk cId="1196673797" sldId="935"/>
            <ac:spMk id="10" creationId="{0E22887D-574C-F020-0578-164F965CD4B0}"/>
          </ac:spMkLst>
        </pc:spChg>
        <pc:spChg chg="add mod">
          <ac:chgData name="髙浦祐朗" userId="d6d860fe-bc64-411b-9605-a16d1ba875f6" providerId="ADAL" clId="{339FBEB4-009A-4172-863E-1EB472C38EE4}" dt="2025-09-05T07:52:29.594" v="367"/>
          <ac:spMkLst>
            <pc:docMk/>
            <pc:sldMk cId="1196673797" sldId="935"/>
            <ac:spMk id="13" creationId="{D9AEF9F4-535F-C38F-622C-3B3E48A38C31}"/>
          </ac:spMkLst>
        </pc:spChg>
        <pc:spChg chg="mod">
          <ac:chgData name="髙浦祐朗" userId="d6d860fe-bc64-411b-9605-a16d1ba875f6" providerId="ADAL" clId="{339FBEB4-009A-4172-863E-1EB472C38EE4}" dt="2025-09-05T07:48:37.500" v="337" actId="2711"/>
          <ac:spMkLst>
            <pc:docMk/>
            <pc:sldMk cId="1196673797" sldId="935"/>
            <ac:spMk id="67" creationId="{46998748-D17D-3D33-FA69-008E7082E776}"/>
          </ac:spMkLst>
        </pc:spChg>
        <pc:spChg chg="mod">
          <ac:chgData name="髙浦祐朗" userId="d6d860fe-bc64-411b-9605-a16d1ba875f6" providerId="ADAL" clId="{339FBEB4-009A-4172-863E-1EB472C38EE4}" dt="2025-09-05T08:02:35.059" v="630" actId="552"/>
          <ac:spMkLst>
            <pc:docMk/>
            <pc:sldMk cId="1196673797" sldId="935"/>
            <ac:spMk id="68" creationId="{CE29D60B-0D3B-A505-71D7-9609D0C8C49E}"/>
          </ac:spMkLst>
        </pc:spChg>
        <pc:spChg chg="mod">
          <ac:chgData name="髙浦祐朗" userId="d6d860fe-bc64-411b-9605-a16d1ba875f6" providerId="ADAL" clId="{339FBEB4-009A-4172-863E-1EB472C38EE4}" dt="2025-09-05T07:48:37.500" v="337" actId="2711"/>
          <ac:spMkLst>
            <pc:docMk/>
            <pc:sldMk cId="1196673797" sldId="935"/>
            <ac:spMk id="69" creationId="{4121C000-61DD-1411-B5AC-A3D896FAA848}"/>
          </ac:spMkLst>
        </pc:spChg>
        <pc:spChg chg="mod">
          <ac:chgData name="髙浦祐朗" userId="d6d860fe-bc64-411b-9605-a16d1ba875f6" providerId="ADAL" clId="{339FBEB4-009A-4172-863E-1EB472C38EE4}" dt="2025-09-05T08:01:39.731" v="622" actId="553"/>
          <ac:spMkLst>
            <pc:docMk/>
            <pc:sldMk cId="1196673797" sldId="935"/>
            <ac:spMk id="70" creationId="{287E3F5B-BBD3-04E6-16BD-D251320E9916}"/>
          </ac:spMkLst>
        </pc:spChg>
        <pc:spChg chg="mod">
          <ac:chgData name="髙浦祐朗" userId="d6d860fe-bc64-411b-9605-a16d1ba875f6" providerId="ADAL" clId="{339FBEB4-009A-4172-863E-1EB472C38EE4}" dt="2025-09-05T08:01:31.633" v="621" actId="14100"/>
          <ac:spMkLst>
            <pc:docMk/>
            <pc:sldMk cId="1196673797" sldId="935"/>
            <ac:spMk id="71" creationId="{AD626140-1D67-8A5C-E563-B4C0600B417A}"/>
          </ac:spMkLst>
        </pc:spChg>
        <pc:spChg chg="mod">
          <ac:chgData name="髙浦祐朗" userId="d6d860fe-bc64-411b-9605-a16d1ba875f6" providerId="ADAL" clId="{339FBEB4-009A-4172-863E-1EB472C38EE4}" dt="2025-09-05T08:01:39.731" v="622" actId="553"/>
          <ac:spMkLst>
            <pc:docMk/>
            <pc:sldMk cId="1196673797" sldId="935"/>
            <ac:spMk id="75" creationId="{F1061B1E-57A5-109D-2060-A1F52AFB3778}"/>
          </ac:spMkLst>
        </pc:spChg>
        <pc:spChg chg="mod">
          <ac:chgData name="髙浦祐朗" userId="d6d860fe-bc64-411b-9605-a16d1ba875f6" providerId="ADAL" clId="{339FBEB4-009A-4172-863E-1EB472C38EE4}" dt="2025-09-05T08:01:19.390" v="618" actId="14100"/>
          <ac:spMkLst>
            <pc:docMk/>
            <pc:sldMk cId="1196673797" sldId="935"/>
            <ac:spMk id="77" creationId="{470CCD78-1F75-A438-7730-70BE17F26C06}"/>
          </ac:spMkLst>
        </pc:spChg>
        <pc:spChg chg="mod">
          <ac:chgData name="髙浦祐朗" userId="d6d860fe-bc64-411b-9605-a16d1ba875f6" providerId="ADAL" clId="{339FBEB4-009A-4172-863E-1EB472C38EE4}" dt="2025-09-05T08:02:35.059" v="630" actId="552"/>
          <ac:spMkLst>
            <pc:docMk/>
            <pc:sldMk cId="1196673797" sldId="935"/>
            <ac:spMk id="79" creationId="{11BD2AD6-3696-740E-5062-DAE29CEF72AA}"/>
          </ac:spMkLst>
        </pc:spChg>
        <pc:spChg chg="mod">
          <ac:chgData name="髙浦祐朗" userId="d6d860fe-bc64-411b-9605-a16d1ba875f6" providerId="ADAL" clId="{339FBEB4-009A-4172-863E-1EB472C38EE4}" dt="2025-09-05T09:14:09.377" v="635" actId="207"/>
          <ac:spMkLst>
            <pc:docMk/>
            <pc:sldMk cId="1196673797" sldId="935"/>
            <ac:spMk id="82" creationId="{9B334591-F588-2F82-62ED-0C2A4920B88B}"/>
          </ac:spMkLst>
        </pc:spChg>
        <pc:spChg chg="mod">
          <ac:chgData name="髙浦祐朗" userId="d6d860fe-bc64-411b-9605-a16d1ba875f6" providerId="ADAL" clId="{339FBEB4-009A-4172-863E-1EB472C38EE4}" dt="2025-09-05T09:14:09.377" v="635" actId="207"/>
          <ac:spMkLst>
            <pc:docMk/>
            <pc:sldMk cId="1196673797" sldId="935"/>
            <ac:spMk id="84" creationId="{0CD4E8CA-D985-9AA6-2C36-57390210AF9D}"/>
          </ac:spMkLst>
        </pc:spChg>
        <pc:spChg chg="mod">
          <ac:chgData name="髙浦祐朗" userId="d6d860fe-bc64-411b-9605-a16d1ba875f6" providerId="ADAL" clId="{339FBEB4-009A-4172-863E-1EB472C38EE4}" dt="2025-09-05T07:48:37.500" v="337" actId="2711"/>
          <ac:spMkLst>
            <pc:docMk/>
            <pc:sldMk cId="1196673797" sldId="935"/>
            <ac:spMk id="85" creationId="{C8D17060-2FC9-76AB-DC12-73CBA764E83C}"/>
          </ac:spMkLst>
        </pc:spChg>
        <pc:spChg chg="mod">
          <ac:chgData name="髙浦祐朗" userId="d6d860fe-bc64-411b-9605-a16d1ba875f6" providerId="ADAL" clId="{339FBEB4-009A-4172-863E-1EB472C38EE4}" dt="2025-09-05T07:58:22.540" v="563" actId="12789"/>
          <ac:spMkLst>
            <pc:docMk/>
            <pc:sldMk cId="1196673797" sldId="935"/>
            <ac:spMk id="86" creationId="{C4713217-8A3E-5184-D128-02651791A982}"/>
          </ac:spMkLst>
        </pc:spChg>
        <pc:spChg chg="mod">
          <ac:chgData name="髙浦祐朗" userId="d6d860fe-bc64-411b-9605-a16d1ba875f6" providerId="ADAL" clId="{339FBEB4-009A-4172-863E-1EB472C38EE4}" dt="2025-09-05T07:58:22.540" v="563" actId="12789"/>
          <ac:spMkLst>
            <pc:docMk/>
            <pc:sldMk cId="1196673797" sldId="935"/>
            <ac:spMk id="87" creationId="{73A7D007-3032-31CD-E59E-BAF3E8DAE85A}"/>
          </ac:spMkLst>
        </pc:spChg>
        <pc:spChg chg="mod">
          <ac:chgData name="髙浦祐朗" userId="d6d860fe-bc64-411b-9605-a16d1ba875f6" providerId="ADAL" clId="{339FBEB4-009A-4172-863E-1EB472C38EE4}" dt="2025-09-05T07:58:25.429" v="564" actId="465"/>
          <ac:spMkLst>
            <pc:docMk/>
            <pc:sldMk cId="1196673797" sldId="935"/>
            <ac:spMk id="88" creationId="{5A123144-DF6E-11D5-3E07-D6CD2F612506}"/>
          </ac:spMkLst>
        </pc:spChg>
        <pc:spChg chg="mod">
          <ac:chgData name="髙浦祐朗" userId="d6d860fe-bc64-411b-9605-a16d1ba875f6" providerId="ADAL" clId="{339FBEB4-009A-4172-863E-1EB472C38EE4}" dt="2025-09-05T07:58:09.561" v="553" actId="14100"/>
          <ac:spMkLst>
            <pc:docMk/>
            <pc:sldMk cId="1196673797" sldId="935"/>
            <ac:spMk id="94" creationId="{978A901E-693E-A6B4-D1D8-E5C155DAF01A}"/>
          </ac:spMkLst>
        </pc:spChg>
        <pc:spChg chg="mod">
          <ac:chgData name="髙浦祐朗" userId="d6d860fe-bc64-411b-9605-a16d1ba875f6" providerId="ADAL" clId="{339FBEB4-009A-4172-863E-1EB472C38EE4}" dt="2025-09-05T09:02:57.857" v="632" actId="207"/>
          <ac:spMkLst>
            <pc:docMk/>
            <pc:sldMk cId="1196673797" sldId="935"/>
            <ac:spMk id="95" creationId="{E15B5558-6966-1DD6-B26C-7F70B4A83B54}"/>
          </ac:spMkLst>
        </pc:spChg>
        <pc:cxnChg chg="mod">
          <ac:chgData name="髙浦祐朗" userId="d6d860fe-bc64-411b-9605-a16d1ba875f6" providerId="ADAL" clId="{339FBEB4-009A-4172-863E-1EB472C38EE4}" dt="2025-09-05T08:02:35.059" v="630" actId="552"/>
          <ac:cxnSpMkLst>
            <pc:docMk/>
            <pc:sldMk cId="1196673797" sldId="935"/>
            <ac:cxnSpMk id="80" creationId="{12C23792-C1CD-4D8D-2FD2-3E47482344FF}"/>
          </ac:cxnSpMkLst>
        </pc:cxnChg>
      </pc:sldChg>
      <pc:sldChg chg="addSp delSp modSp mod">
        <pc:chgData name="髙浦祐朗" userId="d6d860fe-bc64-411b-9605-a16d1ba875f6" providerId="ADAL" clId="{339FBEB4-009A-4172-863E-1EB472C38EE4}" dt="2025-09-05T09:14:01.735" v="634" actId="207"/>
        <pc:sldMkLst>
          <pc:docMk/>
          <pc:sldMk cId="2312191491" sldId="936"/>
        </pc:sldMkLst>
        <pc:spChg chg="mod">
          <ac:chgData name="髙浦祐朗" userId="d6d860fe-bc64-411b-9605-a16d1ba875f6" providerId="ADAL" clId="{339FBEB4-009A-4172-863E-1EB472C38EE4}" dt="2025-09-05T07:48:13.393" v="331" actId="2711"/>
          <ac:spMkLst>
            <pc:docMk/>
            <pc:sldMk cId="2312191491" sldId="936"/>
            <ac:spMk id="7" creationId="{00000000-0008-0000-0400-000044000000}"/>
          </ac:spMkLst>
        </pc:spChg>
        <pc:spChg chg="mod">
          <ac:chgData name="髙浦祐朗" userId="d6d860fe-bc64-411b-9605-a16d1ba875f6" providerId="ADAL" clId="{339FBEB4-009A-4172-863E-1EB472C38EE4}" dt="2025-09-05T07:59:59.807" v="612"/>
          <ac:spMkLst>
            <pc:docMk/>
            <pc:sldMk cId="2312191491" sldId="936"/>
            <ac:spMk id="8" creationId="{4E613751-196B-4A33-A35D-A5D7682EB8C9}"/>
          </ac:spMkLst>
        </pc:spChg>
        <pc:spChg chg="mod">
          <ac:chgData name="髙浦祐朗" userId="d6d860fe-bc64-411b-9605-a16d1ba875f6" providerId="ADAL" clId="{339FBEB4-009A-4172-863E-1EB472C38EE4}" dt="2025-09-05T07:48:13.393" v="331" actId="2711"/>
          <ac:spMkLst>
            <pc:docMk/>
            <pc:sldMk cId="2312191491" sldId="936"/>
            <ac:spMk id="12" creationId="{00000000-0008-0000-0400-000053000000}"/>
          </ac:spMkLst>
        </pc:spChg>
        <pc:spChg chg="mod">
          <ac:chgData name="髙浦祐朗" userId="d6d860fe-bc64-411b-9605-a16d1ba875f6" providerId="ADAL" clId="{339FBEB4-009A-4172-863E-1EB472C38EE4}" dt="2025-09-05T07:48:13.393" v="331" actId="2711"/>
          <ac:spMkLst>
            <pc:docMk/>
            <pc:sldMk cId="2312191491" sldId="936"/>
            <ac:spMk id="13" creationId="{00000000-0008-0000-0400-000054000000}"/>
          </ac:spMkLst>
        </pc:spChg>
        <pc:spChg chg="add mod">
          <ac:chgData name="髙浦祐朗" userId="d6d860fe-bc64-411b-9605-a16d1ba875f6" providerId="ADAL" clId="{339FBEB4-009A-4172-863E-1EB472C38EE4}" dt="2025-09-05T07:52:34.443" v="370"/>
          <ac:spMkLst>
            <pc:docMk/>
            <pc:sldMk cId="2312191491" sldId="936"/>
            <ac:spMk id="17" creationId="{CC2BC5F2-36FC-06EF-12B2-0C22A9346155}"/>
          </ac:spMkLst>
        </pc:spChg>
        <pc:spChg chg="mod">
          <ac:chgData name="髙浦祐朗" userId="d6d860fe-bc64-411b-9605-a16d1ba875f6" providerId="ADAL" clId="{339FBEB4-009A-4172-863E-1EB472C38EE4}" dt="2025-09-05T07:48:13.393" v="331" actId="2711"/>
          <ac:spMkLst>
            <pc:docMk/>
            <pc:sldMk cId="2312191491" sldId="936"/>
            <ac:spMk id="18" creationId="{00000000-0008-0000-0400-0000A8000000}"/>
          </ac:spMkLst>
        </pc:spChg>
        <pc:spChg chg="mod">
          <ac:chgData name="髙浦祐朗" userId="d6d860fe-bc64-411b-9605-a16d1ba875f6" providerId="ADAL" clId="{339FBEB4-009A-4172-863E-1EB472C38EE4}" dt="2025-09-05T07:48:13.393" v="331" actId="2711"/>
          <ac:spMkLst>
            <pc:docMk/>
            <pc:sldMk cId="2312191491" sldId="936"/>
            <ac:spMk id="19" creationId="{00000000-0008-0000-0400-0000CA000000}"/>
          </ac:spMkLst>
        </pc:spChg>
        <pc:spChg chg="mod">
          <ac:chgData name="髙浦祐朗" userId="d6d860fe-bc64-411b-9605-a16d1ba875f6" providerId="ADAL" clId="{339FBEB4-009A-4172-863E-1EB472C38EE4}" dt="2025-09-05T07:58:47.372" v="567" actId="14100"/>
          <ac:spMkLst>
            <pc:docMk/>
            <pc:sldMk cId="2312191491" sldId="936"/>
            <ac:spMk id="24" creationId="{00000000-0008-0000-0400-000073000000}"/>
          </ac:spMkLst>
        </pc:spChg>
        <pc:spChg chg="mod">
          <ac:chgData name="髙浦祐朗" userId="d6d860fe-bc64-411b-9605-a16d1ba875f6" providerId="ADAL" clId="{339FBEB4-009A-4172-863E-1EB472C38EE4}" dt="2025-09-05T07:59:33.048" v="584" actId="14100"/>
          <ac:spMkLst>
            <pc:docMk/>
            <pc:sldMk cId="2312191491" sldId="936"/>
            <ac:spMk id="25" creationId="{00000000-0008-0000-0400-000074000000}"/>
          </ac:spMkLst>
        </pc:spChg>
        <pc:spChg chg="mod">
          <ac:chgData name="髙浦祐朗" userId="d6d860fe-bc64-411b-9605-a16d1ba875f6" providerId="ADAL" clId="{339FBEB4-009A-4172-863E-1EB472C38EE4}" dt="2025-09-05T07:59:05.381" v="580" actId="465"/>
          <ac:spMkLst>
            <pc:docMk/>
            <pc:sldMk cId="2312191491" sldId="936"/>
            <ac:spMk id="26" creationId="{00000000-0008-0000-0400-000075000000}"/>
          </ac:spMkLst>
        </pc:spChg>
        <pc:spChg chg="mod">
          <ac:chgData name="髙浦祐朗" userId="d6d860fe-bc64-411b-9605-a16d1ba875f6" providerId="ADAL" clId="{339FBEB4-009A-4172-863E-1EB472C38EE4}" dt="2025-09-05T07:48:13.393" v="331" actId="2711"/>
          <ac:spMkLst>
            <pc:docMk/>
            <pc:sldMk cId="2312191491" sldId="936"/>
            <ac:spMk id="42" creationId="{00000000-0008-0000-0400-000002010000}"/>
          </ac:spMkLst>
        </pc:spChg>
        <pc:spChg chg="mod">
          <ac:chgData name="髙浦祐朗" userId="d6d860fe-bc64-411b-9605-a16d1ba875f6" providerId="ADAL" clId="{339FBEB4-009A-4172-863E-1EB472C38EE4}" dt="2025-09-05T07:48:13.393" v="331" actId="2711"/>
          <ac:spMkLst>
            <pc:docMk/>
            <pc:sldMk cId="2312191491" sldId="936"/>
            <ac:spMk id="76" creationId="{4A49F36D-44D1-3E34-746D-367EE96A992C}"/>
          </ac:spMkLst>
        </pc:spChg>
        <pc:spChg chg="mod">
          <ac:chgData name="髙浦祐朗" userId="d6d860fe-bc64-411b-9605-a16d1ba875f6" providerId="ADAL" clId="{339FBEB4-009A-4172-863E-1EB472C38EE4}" dt="2025-09-05T07:48:13.393" v="331" actId="2711"/>
          <ac:spMkLst>
            <pc:docMk/>
            <pc:sldMk cId="2312191491" sldId="936"/>
            <ac:spMk id="78" creationId="{EEACD9F8-4403-3BEF-6954-42C71EBC338A}"/>
          </ac:spMkLst>
        </pc:spChg>
        <pc:spChg chg="mod">
          <ac:chgData name="髙浦祐朗" userId="d6d860fe-bc64-411b-9605-a16d1ba875f6" providerId="ADAL" clId="{339FBEB4-009A-4172-863E-1EB472C38EE4}" dt="2025-09-05T07:48:13.393" v="331" actId="2711"/>
          <ac:spMkLst>
            <pc:docMk/>
            <pc:sldMk cId="2312191491" sldId="936"/>
            <ac:spMk id="92" creationId="{E2CF0360-5F16-DC44-EB22-68418B2E92A1}"/>
          </ac:spMkLst>
        </pc:spChg>
        <pc:spChg chg="mod">
          <ac:chgData name="髙浦祐朗" userId="d6d860fe-bc64-411b-9605-a16d1ba875f6" providerId="ADAL" clId="{339FBEB4-009A-4172-863E-1EB472C38EE4}" dt="2025-09-05T09:02:52.399" v="631" actId="207"/>
          <ac:spMkLst>
            <pc:docMk/>
            <pc:sldMk cId="2312191491" sldId="936"/>
            <ac:spMk id="98" creationId="{C4942FBE-2E11-EB51-381B-B921D13CB357}"/>
          </ac:spMkLst>
        </pc:spChg>
        <pc:spChg chg="mod">
          <ac:chgData name="髙浦祐朗" userId="d6d860fe-bc64-411b-9605-a16d1ba875f6" providerId="ADAL" clId="{339FBEB4-009A-4172-863E-1EB472C38EE4}" dt="2025-09-05T07:58:56.219" v="570" actId="552"/>
          <ac:spMkLst>
            <pc:docMk/>
            <pc:sldMk cId="2312191491" sldId="936"/>
            <ac:spMk id="101" creationId="{DFD204EB-C327-EEC5-173B-CEC93CEDC56E}"/>
          </ac:spMkLst>
        </pc:spChg>
        <pc:spChg chg="mod">
          <ac:chgData name="髙浦祐朗" userId="d6d860fe-bc64-411b-9605-a16d1ba875f6" providerId="ADAL" clId="{339FBEB4-009A-4172-863E-1EB472C38EE4}" dt="2025-09-05T09:14:01.735" v="634" actId="207"/>
          <ac:spMkLst>
            <pc:docMk/>
            <pc:sldMk cId="2312191491" sldId="936"/>
            <ac:spMk id="104" creationId="{261BFEC0-D8E2-B065-7AAB-65CD21F8A642}"/>
          </ac:spMkLst>
        </pc:spChg>
        <pc:spChg chg="mod">
          <ac:chgData name="髙浦祐朗" userId="d6d860fe-bc64-411b-9605-a16d1ba875f6" providerId="ADAL" clId="{339FBEB4-009A-4172-863E-1EB472C38EE4}" dt="2025-09-05T09:14:01.735" v="634" actId="207"/>
          <ac:spMkLst>
            <pc:docMk/>
            <pc:sldMk cId="2312191491" sldId="936"/>
            <ac:spMk id="105" creationId="{3231D27E-A026-1FD5-94FB-5CEE341E235E}"/>
          </ac:spMkLst>
        </pc:spChg>
        <pc:spChg chg="mod">
          <ac:chgData name="髙浦祐朗" userId="d6d860fe-bc64-411b-9605-a16d1ba875f6" providerId="ADAL" clId="{339FBEB4-009A-4172-863E-1EB472C38EE4}" dt="2025-09-05T08:02:23.668" v="629" actId="552"/>
          <ac:spMkLst>
            <pc:docMk/>
            <pc:sldMk cId="2312191491" sldId="936"/>
            <ac:spMk id="109" creationId="{2C9F2522-E1DD-4F91-26A6-11A171F023D6}"/>
          </ac:spMkLst>
        </pc:spChg>
        <pc:spChg chg="mod">
          <ac:chgData name="髙浦祐朗" userId="d6d860fe-bc64-411b-9605-a16d1ba875f6" providerId="ADAL" clId="{339FBEB4-009A-4172-863E-1EB472C38EE4}" dt="2025-09-05T08:02:14.191" v="628" actId="553"/>
          <ac:spMkLst>
            <pc:docMk/>
            <pc:sldMk cId="2312191491" sldId="936"/>
            <ac:spMk id="110" creationId="{D4FB70DC-E528-E6F0-CD4D-09A2CD021FA0}"/>
          </ac:spMkLst>
        </pc:spChg>
        <pc:spChg chg="mod">
          <ac:chgData name="髙浦祐朗" userId="d6d860fe-bc64-411b-9605-a16d1ba875f6" providerId="ADAL" clId="{339FBEB4-009A-4172-863E-1EB472C38EE4}" dt="2025-09-05T08:02:06.291" v="627" actId="14100"/>
          <ac:spMkLst>
            <pc:docMk/>
            <pc:sldMk cId="2312191491" sldId="936"/>
            <ac:spMk id="112" creationId="{7C523CE0-C983-440C-0B4E-F46242A877C3}"/>
          </ac:spMkLst>
        </pc:spChg>
        <pc:spChg chg="mod">
          <ac:chgData name="髙浦祐朗" userId="d6d860fe-bc64-411b-9605-a16d1ba875f6" providerId="ADAL" clId="{339FBEB4-009A-4172-863E-1EB472C38EE4}" dt="2025-09-05T08:02:14.191" v="628" actId="553"/>
          <ac:spMkLst>
            <pc:docMk/>
            <pc:sldMk cId="2312191491" sldId="936"/>
            <ac:spMk id="133" creationId="{066FA90D-021B-EB9C-897E-5B8F0D79B762}"/>
          </ac:spMkLst>
        </pc:spChg>
        <pc:spChg chg="mod">
          <ac:chgData name="髙浦祐朗" userId="d6d860fe-bc64-411b-9605-a16d1ba875f6" providerId="ADAL" clId="{339FBEB4-009A-4172-863E-1EB472C38EE4}" dt="2025-09-05T08:01:54.444" v="625" actId="14100"/>
          <ac:spMkLst>
            <pc:docMk/>
            <pc:sldMk cId="2312191491" sldId="936"/>
            <ac:spMk id="134" creationId="{66FA5A9C-99AC-E63F-6F60-07285679CC80}"/>
          </ac:spMkLst>
        </pc:spChg>
        <pc:spChg chg="mod">
          <ac:chgData name="髙浦祐朗" userId="d6d860fe-bc64-411b-9605-a16d1ba875f6" providerId="ADAL" clId="{339FBEB4-009A-4172-863E-1EB472C38EE4}" dt="2025-09-05T08:02:23.668" v="629" actId="552"/>
          <ac:spMkLst>
            <pc:docMk/>
            <pc:sldMk cId="2312191491" sldId="936"/>
            <ac:spMk id="140" creationId="{8C293015-5C53-A390-A4A3-DF1C5AF868A4}"/>
          </ac:spMkLst>
        </pc:spChg>
        <pc:cxnChg chg="mod">
          <ac:chgData name="髙浦祐朗" userId="d6d860fe-bc64-411b-9605-a16d1ba875f6" providerId="ADAL" clId="{339FBEB4-009A-4172-863E-1EB472C38EE4}" dt="2025-09-05T08:02:23.668" v="629" actId="552"/>
          <ac:cxnSpMkLst>
            <pc:docMk/>
            <pc:sldMk cId="2312191491" sldId="936"/>
            <ac:cxnSpMk id="144" creationId="{B8054E75-C5A2-66BC-BC9B-B45441451F1E}"/>
          </ac:cxnSpMkLst>
        </pc:cxnChg>
      </pc:sldChg>
      <pc:sldChg chg="modSp mod">
        <pc:chgData name="髙浦祐朗" userId="d6d860fe-bc64-411b-9605-a16d1ba875f6" providerId="ADAL" clId="{339FBEB4-009A-4172-863E-1EB472C38EE4}" dt="2025-09-03T04:42:32.127" v="261"/>
        <pc:sldMkLst>
          <pc:docMk/>
          <pc:sldMk cId="3390287274" sldId="937"/>
        </pc:sldMkLst>
        <pc:graphicFrameChg chg="mod modGraphic">
          <ac:chgData name="髙浦祐朗" userId="d6d860fe-bc64-411b-9605-a16d1ba875f6" providerId="ADAL" clId="{339FBEB4-009A-4172-863E-1EB472C38EE4}" dt="2025-09-03T04:42:32.127" v="261"/>
          <ac:graphicFrameMkLst>
            <pc:docMk/>
            <pc:sldMk cId="3390287274" sldId="937"/>
            <ac:graphicFrameMk id="9" creationId="{99F9D054-6DD8-273C-882F-53ADC430325D}"/>
          </ac:graphicFrameMkLst>
        </pc:graphicFrameChg>
      </pc:sldChg>
      <pc:sldChg chg="add mod ord modShow">
        <pc:chgData name="髙浦祐朗" userId="d6d860fe-bc64-411b-9605-a16d1ba875f6" providerId="ADAL" clId="{339FBEB4-009A-4172-863E-1EB472C38EE4}" dt="2025-09-03T04:39:16.034" v="173" actId="729"/>
        <pc:sldMkLst>
          <pc:docMk/>
          <pc:sldMk cId="4141260172" sldId="938"/>
        </pc:sldMkLst>
      </pc:sldChg>
    </pc:docChg>
  </pc:docChgLst>
  <pc:docChgLst>
    <pc:chgData name="石井徹" userId="bd567184-c19d-4717-9194-a1e548d2dddf" providerId="ADAL" clId="{699FD745-D1F1-41C1-98C6-07A4CCF15363}"/>
    <pc:docChg chg="undo custSel modSld modMainMaster">
      <pc:chgData name="石井徹" userId="bd567184-c19d-4717-9194-a1e548d2dddf" providerId="ADAL" clId="{699FD745-D1F1-41C1-98C6-07A4CCF15363}" dt="2025-06-19T05:18:06.425" v="120"/>
      <pc:docMkLst>
        <pc:docMk/>
      </pc:docMkLst>
      <pc:sldChg chg="addSp modSp mod">
        <pc:chgData name="石井徹" userId="bd567184-c19d-4717-9194-a1e548d2dddf" providerId="ADAL" clId="{699FD745-D1F1-41C1-98C6-07A4CCF15363}" dt="2025-06-19T05:17:15.161" v="105"/>
        <pc:sldMkLst>
          <pc:docMk/>
          <pc:sldMk cId="3201888243" sldId="714"/>
        </pc:sldMkLst>
      </pc:sldChg>
      <pc:sldChg chg="addSp modSp">
        <pc:chgData name="石井徹" userId="bd567184-c19d-4717-9194-a1e548d2dddf" providerId="ADAL" clId="{699FD745-D1F1-41C1-98C6-07A4CCF15363}" dt="2025-06-19T05:18:06.425" v="120"/>
        <pc:sldMkLst>
          <pc:docMk/>
          <pc:sldMk cId="3325638293" sldId="749"/>
        </pc:sldMkLst>
      </pc:sldChg>
      <pc:sldChg chg="addSp modSp mod">
        <pc:chgData name="石井徹" userId="bd567184-c19d-4717-9194-a1e548d2dddf" providerId="ADAL" clId="{699FD745-D1F1-41C1-98C6-07A4CCF15363}" dt="2025-06-19T05:17:45.137" v="110"/>
        <pc:sldMkLst>
          <pc:docMk/>
          <pc:sldMk cId="3773316736" sldId="756"/>
        </pc:sldMkLst>
      </pc:sldChg>
      <pc:sldChg chg="addSp modSp">
        <pc:chgData name="石井徹" userId="bd567184-c19d-4717-9194-a1e548d2dddf" providerId="ADAL" clId="{699FD745-D1F1-41C1-98C6-07A4CCF15363}" dt="2025-06-19T05:17:49.531" v="111"/>
        <pc:sldMkLst>
          <pc:docMk/>
          <pc:sldMk cId="3660799615" sldId="757"/>
        </pc:sldMkLst>
      </pc:sldChg>
      <pc:sldChg chg="addSp modSp">
        <pc:chgData name="石井徹" userId="bd567184-c19d-4717-9194-a1e548d2dddf" providerId="ADAL" clId="{699FD745-D1F1-41C1-98C6-07A4CCF15363}" dt="2025-06-19T05:17:56.527" v="115"/>
        <pc:sldMkLst>
          <pc:docMk/>
          <pc:sldMk cId="1395438993" sldId="765"/>
        </pc:sldMkLst>
      </pc:sldChg>
      <pc:sldChg chg="addSp modSp">
        <pc:chgData name="石井徹" userId="bd567184-c19d-4717-9194-a1e548d2dddf" providerId="ADAL" clId="{699FD745-D1F1-41C1-98C6-07A4CCF15363}" dt="2025-06-19T05:17:58.226" v="116"/>
        <pc:sldMkLst>
          <pc:docMk/>
          <pc:sldMk cId="3560606343" sldId="766"/>
        </pc:sldMkLst>
      </pc:sldChg>
      <pc:sldChg chg="modSp">
        <pc:chgData name="石井徹" userId="bd567184-c19d-4717-9194-a1e548d2dddf" providerId="ADAL" clId="{699FD745-D1F1-41C1-98C6-07A4CCF15363}" dt="2025-06-19T05:16:23.610" v="97"/>
        <pc:sldMkLst>
          <pc:docMk/>
          <pc:sldMk cId="2453405637" sldId="923"/>
        </pc:sldMkLst>
      </pc:sldChg>
      <pc:sldChg chg="addSp modSp">
        <pc:chgData name="石井徹" userId="bd567184-c19d-4717-9194-a1e548d2dddf" providerId="ADAL" clId="{699FD745-D1F1-41C1-98C6-07A4CCF15363}" dt="2025-06-19T05:18:03.936" v="119"/>
        <pc:sldMkLst>
          <pc:docMk/>
          <pc:sldMk cId="1471803207" sldId="929"/>
        </pc:sldMkLst>
      </pc:sldChg>
      <pc:sldChg chg="addSp modSp">
        <pc:chgData name="石井徹" userId="bd567184-c19d-4717-9194-a1e548d2dddf" providerId="ADAL" clId="{699FD745-D1F1-41C1-98C6-07A4CCF15363}" dt="2025-06-19T05:17:59.912" v="117"/>
        <pc:sldMkLst>
          <pc:docMk/>
          <pc:sldMk cId="1851614100" sldId="930"/>
        </pc:sldMkLst>
      </pc:sldChg>
      <pc:sldChg chg="addSp modSp">
        <pc:chgData name="石井徹" userId="bd567184-c19d-4717-9194-a1e548d2dddf" providerId="ADAL" clId="{699FD745-D1F1-41C1-98C6-07A4CCF15363}" dt="2025-06-19T05:17:52.436" v="113"/>
        <pc:sldMkLst>
          <pc:docMk/>
          <pc:sldMk cId="1362728342" sldId="934"/>
        </pc:sldMkLst>
      </pc:sldChg>
      <pc:sldChg chg="addSp modSp">
        <pc:chgData name="石井徹" userId="bd567184-c19d-4717-9194-a1e548d2dddf" providerId="ADAL" clId="{699FD745-D1F1-41C1-98C6-07A4CCF15363}" dt="2025-06-19T05:17:54.387" v="114"/>
        <pc:sldMkLst>
          <pc:docMk/>
          <pc:sldMk cId="1196673797" sldId="935"/>
        </pc:sldMkLst>
      </pc:sldChg>
      <pc:sldChg chg="addSp modSp">
        <pc:chgData name="石井徹" userId="bd567184-c19d-4717-9194-a1e548d2dddf" providerId="ADAL" clId="{699FD745-D1F1-41C1-98C6-07A4CCF15363}" dt="2025-06-19T05:17:50.911" v="112"/>
        <pc:sldMkLst>
          <pc:docMk/>
          <pc:sldMk cId="2312191491" sldId="936"/>
        </pc:sldMkLst>
      </pc:sldChg>
      <pc:sldChg chg="addSp modSp">
        <pc:chgData name="石井徹" userId="bd567184-c19d-4717-9194-a1e548d2dddf" providerId="ADAL" clId="{699FD745-D1F1-41C1-98C6-07A4CCF15363}" dt="2025-06-19T05:18:02.516" v="118"/>
        <pc:sldMkLst>
          <pc:docMk/>
          <pc:sldMk cId="3300968202" sldId="939"/>
        </pc:sldMkLst>
      </pc:sldChg>
      <pc:sldMasterChg chg="modSp mod modSldLayout">
        <pc:chgData name="石井徹" userId="bd567184-c19d-4717-9194-a1e548d2dddf" providerId="ADAL" clId="{699FD745-D1F1-41C1-98C6-07A4CCF15363}" dt="2025-06-19T05:15:08.956" v="75" actId="20577"/>
        <pc:sldMasterMkLst>
          <pc:docMk/>
          <pc:sldMasterMk cId="428617888" sldId="2147483770"/>
        </pc:sldMasterMkLst>
        <pc:sldLayoutChg chg="modSp mod">
          <pc:chgData name="石井徹" userId="bd567184-c19d-4717-9194-a1e548d2dddf" providerId="ADAL" clId="{699FD745-D1F1-41C1-98C6-07A4CCF15363}" dt="2025-06-19T05:14:23.857" v="57" actId="20577"/>
          <pc:sldLayoutMkLst>
            <pc:docMk/>
            <pc:sldMasterMk cId="428617888" sldId="2147483770"/>
            <pc:sldLayoutMk cId="3009772322" sldId="2147483756"/>
          </pc:sldLayoutMkLst>
        </pc:sldLayoutChg>
        <pc:sldLayoutChg chg="modSp mod">
          <pc:chgData name="石井徹" userId="bd567184-c19d-4717-9194-a1e548d2dddf" providerId="ADAL" clId="{699FD745-D1F1-41C1-98C6-07A4CCF15363}" dt="2025-06-19T05:13:24.252" v="41" actId="20577"/>
          <pc:sldLayoutMkLst>
            <pc:docMk/>
            <pc:sldMasterMk cId="428617888" sldId="2147483770"/>
            <pc:sldLayoutMk cId="2492455557" sldId="2147483772"/>
          </pc:sldLayoutMkLst>
        </pc:sldLayoutChg>
        <pc:sldLayoutChg chg="modSp mod">
          <pc:chgData name="石井徹" userId="bd567184-c19d-4717-9194-a1e548d2dddf" providerId="ADAL" clId="{699FD745-D1F1-41C1-98C6-07A4CCF15363}" dt="2025-06-19T05:13:35.115" v="43" actId="1076"/>
          <pc:sldLayoutMkLst>
            <pc:docMk/>
            <pc:sldMasterMk cId="428617888" sldId="2147483770"/>
            <pc:sldLayoutMk cId="2077788738" sldId="2147483776"/>
          </pc:sldLayoutMkLst>
        </pc:sldLayoutChg>
        <pc:sldLayoutChg chg="modSp mod">
          <pc:chgData name="石井徹" userId="bd567184-c19d-4717-9194-a1e548d2dddf" providerId="ADAL" clId="{699FD745-D1F1-41C1-98C6-07A4CCF15363}" dt="2025-06-19T05:12:40.738" v="17" actId="20577"/>
          <pc:sldLayoutMkLst>
            <pc:docMk/>
            <pc:sldMasterMk cId="428617888" sldId="2147483770"/>
            <pc:sldLayoutMk cId="4256518594" sldId="2147483782"/>
          </pc:sldLayoutMkLst>
        </pc:sldLayoutChg>
        <pc:sldLayoutChg chg="modSp mod">
          <pc:chgData name="石井徹" userId="bd567184-c19d-4717-9194-a1e548d2dddf" providerId="ADAL" clId="{699FD745-D1F1-41C1-98C6-07A4CCF15363}" dt="2025-06-19T05:15:08.956" v="75" actId="20577"/>
          <pc:sldLayoutMkLst>
            <pc:docMk/>
            <pc:sldMasterMk cId="428617888" sldId="2147483770"/>
            <pc:sldLayoutMk cId="3288321043" sldId="2147483797"/>
          </pc:sldLayoutMkLst>
        </pc:sldLayoutChg>
        <pc:sldLayoutChg chg="modSp mod">
          <pc:chgData name="石井徹" userId="bd567184-c19d-4717-9194-a1e548d2dddf" providerId="ADAL" clId="{699FD745-D1F1-41C1-98C6-07A4CCF15363}" dt="2025-06-19T05:15:04.127" v="73" actId="20577"/>
          <pc:sldLayoutMkLst>
            <pc:docMk/>
            <pc:sldMasterMk cId="428617888" sldId="2147483770"/>
            <pc:sldLayoutMk cId="4066285894" sldId="2147483798"/>
          </pc:sldLayoutMkLst>
        </pc:sldLayoutChg>
        <pc:sldLayoutChg chg="modSp mod">
          <pc:chgData name="石井徹" userId="bd567184-c19d-4717-9194-a1e548d2dddf" providerId="ADAL" clId="{699FD745-D1F1-41C1-98C6-07A4CCF15363}" dt="2025-06-19T05:15:00.341" v="71" actId="20577"/>
          <pc:sldLayoutMkLst>
            <pc:docMk/>
            <pc:sldMasterMk cId="428617888" sldId="2147483770"/>
            <pc:sldLayoutMk cId="4056154140" sldId="2147483799"/>
          </pc:sldLayoutMkLst>
        </pc:sldLayoutChg>
        <pc:sldLayoutChg chg="modSp mod">
          <pc:chgData name="石井徹" userId="bd567184-c19d-4717-9194-a1e548d2dddf" providerId="ADAL" clId="{699FD745-D1F1-41C1-98C6-07A4CCF15363}" dt="2025-06-19T05:14:55.293" v="69" actId="20577"/>
          <pc:sldLayoutMkLst>
            <pc:docMk/>
            <pc:sldMasterMk cId="428617888" sldId="2147483770"/>
            <pc:sldLayoutMk cId="3246036308" sldId="2147483800"/>
          </pc:sldLayoutMkLst>
        </pc:sldLayoutChg>
        <pc:sldLayoutChg chg="modSp mod">
          <pc:chgData name="石井徹" userId="bd567184-c19d-4717-9194-a1e548d2dddf" providerId="ADAL" clId="{699FD745-D1F1-41C1-98C6-07A4CCF15363}" dt="2025-06-19T05:14:49.661" v="67" actId="20577"/>
          <pc:sldLayoutMkLst>
            <pc:docMk/>
            <pc:sldMasterMk cId="428617888" sldId="2147483770"/>
            <pc:sldLayoutMk cId="2431486092" sldId="2147483801"/>
          </pc:sldLayoutMkLst>
        </pc:sldLayoutChg>
        <pc:sldLayoutChg chg="modSp mod">
          <pc:chgData name="石井徹" userId="bd567184-c19d-4717-9194-a1e548d2dddf" providerId="ADAL" clId="{699FD745-D1F1-41C1-98C6-07A4CCF15363}" dt="2025-06-19T05:14:42.941" v="65" actId="20577"/>
          <pc:sldLayoutMkLst>
            <pc:docMk/>
            <pc:sldMasterMk cId="428617888" sldId="2147483770"/>
            <pc:sldLayoutMk cId="2428327026" sldId="2147483802"/>
          </pc:sldLayoutMkLst>
        </pc:sldLayoutChg>
        <pc:sldLayoutChg chg="modSp mod">
          <pc:chgData name="石井徹" userId="bd567184-c19d-4717-9194-a1e548d2dddf" providerId="ADAL" clId="{699FD745-D1F1-41C1-98C6-07A4CCF15363}" dt="2025-06-19T05:14:37.600" v="63" actId="20577"/>
          <pc:sldLayoutMkLst>
            <pc:docMk/>
            <pc:sldMasterMk cId="428617888" sldId="2147483770"/>
            <pc:sldLayoutMk cId="974318002" sldId="2147483803"/>
          </pc:sldLayoutMkLst>
        </pc:sldLayoutChg>
        <pc:sldLayoutChg chg="modSp mod">
          <pc:chgData name="石井徹" userId="bd567184-c19d-4717-9194-a1e548d2dddf" providerId="ADAL" clId="{699FD745-D1F1-41C1-98C6-07A4CCF15363}" dt="2025-06-19T05:14:33.211" v="61" actId="20577"/>
          <pc:sldLayoutMkLst>
            <pc:docMk/>
            <pc:sldMasterMk cId="428617888" sldId="2147483770"/>
            <pc:sldLayoutMk cId="1013026471" sldId="2147483804"/>
          </pc:sldLayoutMkLst>
        </pc:sldLayoutChg>
        <pc:sldLayoutChg chg="modSp mod">
          <pc:chgData name="石井徹" userId="bd567184-c19d-4717-9194-a1e548d2dddf" providerId="ADAL" clId="{699FD745-D1F1-41C1-98C6-07A4CCF15363}" dt="2025-06-19T05:14:28.198" v="59" actId="20577"/>
          <pc:sldLayoutMkLst>
            <pc:docMk/>
            <pc:sldMasterMk cId="428617888" sldId="2147483770"/>
            <pc:sldLayoutMk cId="337540560" sldId="2147483805"/>
          </pc:sldLayoutMkLst>
        </pc:sldLayoutChg>
        <pc:sldLayoutChg chg="modSp mod">
          <pc:chgData name="石井徹" userId="bd567184-c19d-4717-9194-a1e548d2dddf" providerId="ADAL" clId="{699FD745-D1F1-41C1-98C6-07A4CCF15363}" dt="2025-06-19T05:14:18.341" v="55" actId="20577"/>
          <pc:sldLayoutMkLst>
            <pc:docMk/>
            <pc:sldMasterMk cId="428617888" sldId="2147483770"/>
            <pc:sldLayoutMk cId="1296515059" sldId="2147483806"/>
          </pc:sldLayoutMkLst>
        </pc:sldLayoutChg>
      </pc:sldMasterChg>
    </pc:docChg>
  </pc:docChgLst>
  <pc:docChgLst>
    <pc:chgData name="野村康二" userId="S::kouji.nomura@system-exe.jp::acaa808a-f809-4ef9-8028-a2ce14b82415" providerId="AD" clId="Web-{17769AE1-FA31-127F-BCC0-79005D61650A}"/>
    <pc:docChg chg="modSld">
      <pc:chgData name="野村康二" userId="S::kouji.nomura@system-exe.jp::acaa808a-f809-4ef9-8028-a2ce14b82415" providerId="AD" clId="Web-{17769AE1-FA31-127F-BCC0-79005D61650A}" dt="2025-09-02T12:08:31.911" v="17" actId="20577"/>
      <pc:docMkLst>
        <pc:docMk/>
      </pc:docMkLst>
      <pc:sldChg chg="modSp">
        <pc:chgData name="野村康二" userId="S::kouji.nomura@system-exe.jp::acaa808a-f809-4ef9-8028-a2ce14b82415" providerId="AD" clId="Web-{17769AE1-FA31-127F-BCC0-79005D61650A}" dt="2025-09-02T12:05:46.610" v="9"/>
        <pc:sldMkLst>
          <pc:docMk/>
          <pc:sldMk cId="3560606343" sldId="766"/>
        </pc:sldMkLst>
        <pc:graphicFrameChg chg="mod modGraphic">
          <ac:chgData name="野村康二" userId="S::kouji.nomura@system-exe.jp::acaa808a-f809-4ef9-8028-a2ce14b82415" providerId="AD" clId="Web-{17769AE1-FA31-127F-BCC0-79005D61650A}" dt="2025-09-02T12:05:46.610" v="9"/>
          <ac:graphicFrameMkLst>
            <pc:docMk/>
            <pc:sldMk cId="3560606343" sldId="766"/>
            <ac:graphicFrameMk id="9" creationId="{2864E947-18B0-4839-AED3-D416F628DDF0}"/>
          </ac:graphicFrameMkLst>
        </pc:graphicFrameChg>
      </pc:sldChg>
      <pc:sldChg chg="modSp">
        <pc:chgData name="野村康二" userId="S::kouji.nomura@system-exe.jp::acaa808a-f809-4ef9-8028-a2ce14b82415" providerId="AD" clId="Web-{17769AE1-FA31-127F-BCC0-79005D61650A}" dt="2025-09-02T12:08:31.911" v="17" actId="20577"/>
        <pc:sldMkLst>
          <pc:docMk/>
          <pc:sldMk cId="2410374903" sldId="767"/>
        </pc:sldMkLst>
        <pc:spChg chg="mod">
          <ac:chgData name="野村康二" userId="S::kouji.nomura@system-exe.jp::acaa808a-f809-4ef9-8028-a2ce14b82415" providerId="AD" clId="Web-{17769AE1-FA31-127F-BCC0-79005D61650A}" dt="2025-09-02T12:08:31.911" v="17" actId="20577"/>
          <ac:spMkLst>
            <pc:docMk/>
            <pc:sldMk cId="2410374903" sldId="767"/>
            <ac:spMk id="5" creationId="{97E6FBE8-190C-40F0-AA01-14695A77D734}"/>
          </ac:spMkLst>
        </pc:spChg>
      </pc:sldChg>
    </pc:docChg>
  </pc:docChgLst>
  <pc:docChgLst>
    <pc:chgData name="野村康二" userId="S::kouji.nomura@system-exe.jp::acaa808a-f809-4ef9-8028-a2ce14b82415" providerId="AD" clId="Web-{1EEBDE5C-524F-E790-3F9D-D803BFA61EE2}"/>
    <pc:docChg chg="delSld">
      <pc:chgData name="野村康二" userId="S::kouji.nomura@system-exe.jp::acaa808a-f809-4ef9-8028-a2ce14b82415" providerId="AD" clId="Web-{1EEBDE5C-524F-E790-3F9D-D803BFA61EE2}" dt="2025-09-02T07:47:58.064" v="0"/>
      <pc:docMkLst>
        <pc:docMk/>
      </pc:docMkLst>
      <pc:sldChg chg="del">
        <pc:chgData name="野村康二" userId="S::kouji.nomura@system-exe.jp::acaa808a-f809-4ef9-8028-a2ce14b82415" providerId="AD" clId="Web-{1EEBDE5C-524F-E790-3F9D-D803BFA61EE2}" dt="2025-09-02T07:47:58.064" v="0"/>
        <pc:sldMkLst>
          <pc:docMk/>
          <pc:sldMk cId="3252748548" sldId="940"/>
        </pc:sldMkLst>
      </pc:sldChg>
    </pc:docChg>
  </pc:docChgLst>
  <pc:docChgLst>
    <pc:chgData name="野村康二" userId="S::kouji.nomura@system-exe.jp::acaa808a-f809-4ef9-8028-a2ce14b82415" providerId="AD" clId="Web-{281EBE9C-CE25-C753-01A4-2102C7F0594D}"/>
    <pc:docChg chg="addSld delSld modSld">
      <pc:chgData name="野村康二" userId="S::kouji.nomura@system-exe.jp::acaa808a-f809-4ef9-8028-a2ce14b82415" providerId="AD" clId="Web-{281EBE9C-CE25-C753-01A4-2102C7F0594D}" dt="2025-09-03T03:05:46.193" v="105"/>
      <pc:docMkLst>
        <pc:docMk/>
      </pc:docMkLst>
      <pc:sldChg chg="modSp del">
        <pc:chgData name="野村康二" userId="S::kouji.nomura@system-exe.jp::acaa808a-f809-4ef9-8028-a2ce14b82415" providerId="AD" clId="Web-{281EBE9C-CE25-C753-01A4-2102C7F0594D}" dt="2025-09-03T03:05:46.193" v="105"/>
        <pc:sldMkLst>
          <pc:docMk/>
          <pc:sldMk cId="2453405637" sldId="923"/>
        </pc:sldMkLst>
      </pc:sldChg>
      <pc:sldChg chg="modSp">
        <pc:chgData name="野村康二" userId="S::kouji.nomura@system-exe.jp::acaa808a-f809-4ef9-8028-a2ce14b82415" providerId="AD" clId="Web-{281EBE9C-CE25-C753-01A4-2102C7F0594D}" dt="2025-09-03T01:27:11.808" v="12" actId="1076"/>
        <pc:sldMkLst>
          <pc:docMk/>
          <pc:sldMk cId="3261265475" sldId="932"/>
        </pc:sldMkLst>
        <pc:spChg chg="mod">
          <ac:chgData name="野村康二" userId="S::kouji.nomura@system-exe.jp::acaa808a-f809-4ef9-8028-a2ce14b82415" providerId="AD" clId="Web-{281EBE9C-CE25-C753-01A4-2102C7F0594D}" dt="2025-09-03T01:27:11.793" v="11" actId="1076"/>
          <ac:spMkLst>
            <pc:docMk/>
            <pc:sldMk cId="3261265475" sldId="932"/>
            <ac:spMk id="15" creationId="{9C526A88-681C-4A44-BFD9-AF76E9622DCF}"/>
          </ac:spMkLst>
        </pc:spChg>
        <pc:spChg chg="mod">
          <ac:chgData name="野村康二" userId="S::kouji.nomura@system-exe.jp::acaa808a-f809-4ef9-8028-a2ce14b82415" providerId="AD" clId="Web-{281EBE9C-CE25-C753-01A4-2102C7F0594D}" dt="2025-09-03T01:26:37.761" v="4" actId="14100"/>
          <ac:spMkLst>
            <pc:docMk/>
            <pc:sldMk cId="3261265475" sldId="932"/>
            <ac:spMk id="20" creationId="{F552483D-B47E-4672-AAB8-B1378D36B674}"/>
          </ac:spMkLst>
        </pc:spChg>
        <pc:spChg chg="mod">
          <ac:chgData name="野村康二" userId="S::kouji.nomura@system-exe.jp::acaa808a-f809-4ef9-8028-a2ce14b82415" providerId="AD" clId="Web-{281EBE9C-CE25-C753-01A4-2102C7F0594D}" dt="2025-09-03T01:27:11.808" v="12" actId="1076"/>
          <ac:spMkLst>
            <pc:docMk/>
            <pc:sldMk cId="3261265475" sldId="932"/>
            <ac:spMk id="22" creationId="{BF31360D-FAB3-4C87-B7AB-B502DDFDA9EC}"/>
          </ac:spMkLst>
        </pc:spChg>
        <pc:spChg chg="mod">
          <ac:chgData name="野村康二" userId="S::kouji.nomura@system-exe.jp::acaa808a-f809-4ef9-8028-a2ce14b82415" providerId="AD" clId="Web-{281EBE9C-CE25-C753-01A4-2102C7F0594D}" dt="2025-09-03T01:20:59.338" v="0" actId="14100"/>
          <ac:spMkLst>
            <pc:docMk/>
            <pc:sldMk cId="3261265475" sldId="932"/>
            <ac:spMk id="23" creationId="{60BE86B4-B849-422B-8758-4720CC34871C}"/>
          </ac:spMkLst>
        </pc:spChg>
      </pc:sldChg>
      <pc:sldChg chg="add replId">
        <pc:chgData name="野村康二" userId="S::kouji.nomura@system-exe.jp::acaa808a-f809-4ef9-8028-a2ce14b82415" providerId="AD" clId="Web-{281EBE9C-CE25-C753-01A4-2102C7F0594D}" dt="2025-09-03T02:59:28.442" v="13"/>
        <pc:sldMkLst>
          <pc:docMk/>
          <pc:sldMk cId="3390287274" sldId="937"/>
        </pc:sldMkLst>
      </pc:sldChg>
    </pc:docChg>
  </pc:docChgLst>
  <pc:docChgLst>
    <pc:chgData name="野村康二" userId="S::kouji.nomura@system-exe.jp::acaa808a-f809-4ef9-8028-a2ce14b82415" providerId="AD" clId="Web-{FB9D6ED6-A029-C641-88F1-EE060325BEA0}"/>
    <pc:docChg chg="modSld">
      <pc:chgData name="野村康二" userId="S::kouji.nomura@system-exe.jp::acaa808a-f809-4ef9-8028-a2ce14b82415" providerId="AD" clId="Web-{FB9D6ED6-A029-C641-88F1-EE060325BEA0}" dt="2025-06-19T07:34:08.614" v="10" actId="20577"/>
      <pc:docMkLst>
        <pc:docMk/>
      </pc:docMkLst>
      <pc:sldChg chg="modSp">
        <pc:chgData name="野村康二" userId="S::kouji.nomura@system-exe.jp::acaa808a-f809-4ef9-8028-a2ce14b82415" providerId="AD" clId="Web-{FB9D6ED6-A029-C641-88F1-EE060325BEA0}" dt="2025-06-19T07:34:08.614" v="10" actId="20577"/>
        <pc:sldMkLst>
          <pc:docMk/>
          <pc:sldMk cId="3325638293" sldId="7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2025/06/16</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4" name="Footer Placeholder 3"/>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2025/06/16</a:t>
            </a:r>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2025/06/16</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84508" y="3715553"/>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3.0</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327365"/>
            <a:ext cx="9634800" cy="1512635"/>
          </a:xfrm>
        </p:spPr>
        <p:txBody>
          <a:bodyPr>
            <a:normAutofit/>
          </a:bodyPr>
          <a:lstStyle/>
          <a:p>
            <a:r>
              <a:rPr lang="ja-JP" altLang="en-US" sz="3600" dirty="0"/>
              <a:t>次世代研</a:t>
            </a:r>
            <a:r>
              <a:rPr lang="en-US" altLang="ja-JP" sz="3600" dirty="0"/>
              <a:t>SWAN</a:t>
            </a:r>
            <a:r>
              <a:rPr lang="ja-JP" altLang="en-US" sz="3600" dirty="0"/>
              <a:t>システム</a:t>
            </a:r>
            <a:endParaRPr lang="en-US" altLang="ja-JP" sz="3600" dirty="0"/>
          </a:p>
          <a:p>
            <a:r>
              <a:rPr lang="ja-JP" altLang="en-US" sz="3600" dirty="0"/>
              <a:t>縮小版共通基盤移行（開発工程以降）</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2025/10/1</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en-US" altLang="ja-JP"/>
              <a:t>【23-25</a:t>
            </a:r>
            <a:r>
              <a:rPr lang="ja-JP" altLang="en-US"/>
              <a:t>共通基盤更新</a:t>
            </a:r>
            <a:r>
              <a:rPr lang="en-US" altLang="ja-JP"/>
              <a:t>】</a:t>
            </a:r>
            <a:r>
              <a:rPr lang="ja-JP" altLang="en-US"/>
              <a:t>共通基盤更新プロジェクト アプリ移行に向けた見積もりのご依頼</a:t>
            </a:r>
            <a:r>
              <a:rPr lang="en-US" altLang="ja-JP"/>
              <a:t>.pptx</a:t>
            </a:r>
            <a:r>
              <a:rPr kumimoji="1" lang="ja-JP" altLang="en-US"/>
              <a:t>」の</a:t>
            </a:r>
            <a:r>
              <a:rPr lang="en-US" altLang="ja-JP">
                <a:solidFill>
                  <a:srgbClr val="000000"/>
                </a:solidFill>
              </a:rPr>
              <a:t>Azure</a:t>
            </a:r>
            <a:r>
              <a:rPr lang="ja-JP" altLang="en-US">
                <a:solidFill>
                  <a:srgbClr val="000000"/>
                </a:solidFill>
              </a:rPr>
              <a:t>移行の進め方（全体方針）に基づき、次世代研</a:t>
            </a:r>
            <a:r>
              <a:rPr lang="en-US" altLang="ja-JP">
                <a:solidFill>
                  <a:srgbClr val="000000"/>
                </a:solidFill>
              </a:rPr>
              <a:t>SWAN</a:t>
            </a:r>
            <a:r>
              <a:rPr lang="ja-JP" altLang="en-US">
                <a:solidFill>
                  <a:srgbClr val="000000"/>
                </a:solidFill>
              </a:rPr>
              <a:t>の移行に関し、参考のため概算お見積もりを行った資料です。</a:t>
            </a:r>
            <a:endParaRPr lang="ja-JP" altLang="en-US" sz="2000"/>
          </a:p>
        </p:txBody>
      </p:sp>
      <p:sp>
        <p:nvSpPr>
          <p:cNvPr id="5" name="スライド番号プレースホルダー 4">
            <a:extLst>
              <a:ext uri="{FF2B5EF4-FFF2-40B4-BE49-F238E27FC236}">
                <a16:creationId xmlns:a16="http://schemas.microsoft.com/office/drawing/2014/main" id="{786C3C93-EC27-651C-061A-DD634245322A}"/>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
        <p:nvSpPr>
          <p:cNvPr id="6" name="フッター プレースホルダー 2">
            <a:extLst>
              <a:ext uri="{FF2B5EF4-FFF2-40B4-BE49-F238E27FC236}">
                <a16:creationId xmlns:a16="http://schemas.microsoft.com/office/drawing/2014/main" id="{8837CEF3-337B-8107-EEB0-0920CD0CF406}"/>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5999" y="936000"/>
            <a:ext cx="11465927"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rPr>
            </a:br>
            <a:r>
              <a:rPr lang="en-US" altLang="ja-JP">
                <a:solidFill>
                  <a:srgbClr val="000000"/>
                </a:solidFill>
              </a:rPr>
              <a:t>     </a:t>
            </a:r>
            <a:r>
              <a:rPr lang="ja-JP" altLang="en-US" b="1">
                <a:solidFill>
                  <a:srgbClr val="000000"/>
                </a:solidFill>
              </a:rPr>
              <a:t>・縮小版共通基盤への次世代研</a:t>
            </a:r>
            <a:r>
              <a:rPr lang="en-US" altLang="ja-JP" b="1">
                <a:solidFill>
                  <a:srgbClr val="000000"/>
                </a:solidFill>
              </a:rPr>
              <a:t>SWAN</a:t>
            </a:r>
            <a:r>
              <a:rPr lang="ja-JP" altLang="en-US" b="1">
                <a:solidFill>
                  <a:srgbClr val="000000"/>
                </a:solidFill>
              </a:rPr>
              <a:t>システム資産移行及びアプリケーション構築、動作検証の実施</a:t>
            </a:r>
            <a:endParaRPr lang="en-US" altLang="ja-JP" b="1">
              <a:solidFill>
                <a:srgbClr val="000000"/>
              </a:solidFill>
            </a:endParaRPr>
          </a:p>
          <a:p>
            <a:endParaRPr lang="en-US" altLang="ja-JP">
              <a:solidFill>
                <a:srgbClr val="000000"/>
              </a:solidFill>
            </a:endParaRPr>
          </a:p>
          <a:p>
            <a:r>
              <a:rPr lang="ja-JP" altLang="en-US" strike="sngStrike">
                <a:solidFill>
                  <a:srgbClr val="000000"/>
                </a:solidFill>
              </a:rPr>
              <a:t>② その他共通基盤の環境移行に際する支援</a:t>
            </a:r>
            <a:endParaRPr lang="en-US" altLang="ja-JP" b="1" strike="sngStrike">
              <a:solidFill>
                <a:srgbClr val="000000"/>
              </a:solidFill>
            </a:endParaRPr>
          </a:p>
          <a:p>
            <a:r>
              <a:rPr lang="en-US" altLang="ja-JP" strike="sngStrike">
                <a:solidFill>
                  <a:srgbClr val="000000"/>
                </a:solidFill>
              </a:rPr>
              <a:t>      </a:t>
            </a:r>
            <a:r>
              <a:rPr lang="ja-JP" altLang="en-US" b="1" strike="sngStrike">
                <a:solidFill>
                  <a:srgbClr val="000000"/>
                </a:solidFill>
              </a:rPr>
              <a:t>・環境移行する基盤（</a:t>
            </a:r>
            <a:r>
              <a:rPr lang="en-US" altLang="ja-JP" b="1" strike="sngStrike">
                <a:solidFill>
                  <a:srgbClr val="000000"/>
                </a:solidFill>
              </a:rPr>
              <a:t>EDI</a:t>
            </a:r>
            <a:r>
              <a:rPr lang="ja-JP" altLang="en-US" b="1" strike="sngStrike">
                <a:solidFill>
                  <a:srgbClr val="000000"/>
                </a:solidFill>
              </a:rPr>
              <a:t>基盤、連携基盤</a:t>
            </a:r>
            <a:r>
              <a:rPr lang="en-US" altLang="ja-JP" b="1" strike="sngStrike">
                <a:solidFill>
                  <a:srgbClr val="000000"/>
                </a:solidFill>
              </a:rPr>
              <a:t>S/L</a:t>
            </a:r>
            <a:r>
              <a:rPr lang="ja-JP" altLang="en-US" b="1" strike="sngStrike">
                <a:solidFill>
                  <a:srgbClr val="000000"/>
                </a:solidFill>
              </a:rPr>
              <a:t>）において、</a:t>
            </a:r>
            <a:br>
              <a:rPr lang="en-US" altLang="ja-JP" b="1" strike="sngStrike">
                <a:solidFill>
                  <a:srgbClr val="000000"/>
                </a:solidFill>
              </a:rPr>
            </a:br>
            <a:r>
              <a:rPr lang="en-US" altLang="ja-JP" b="1" strike="sngStrike">
                <a:solidFill>
                  <a:srgbClr val="000000"/>
                </a:solidFill>
              </a:rPr>
              <a:t>         </a:t>
            </a:r>
            <a:r>
              <a:rPr lang="ja-JP" altLang="en-US" b="1" strike="sngStrike">
                <a:solidFill>
                  <a:srgbClr val="000000"/>
                </a:solidFill>
              </a:rPr>
              <a:t>次世代研</a:t>
            </a:r>
            <a:r>
              <a:rPr lang="en-US" altLang="ja-JP" b="1" strike="sngStrike">
                <a:solidFill>
                  <a:srgbClr val="000000"/>
                </a:solidFill>
              </a:rPr>
              <a:t>SWAN</a:t>
            </a:r>
            <a:r>
              <a:rPr lang="ja-JP" altLang="en-US" b="1" strike="sngStrike">
                <a:solidFill>
                  <a:srgbClr val="000000"/>
                </a:solidFill>
              </a:rPr>
              <a:t>システムで接続先変更や動作確認等の実施</a:t>
            </a:r>
            <a:br>
              <a:rPr lang="en-US" altLang="ja-JP" b="1">
                <a:solidFill>
                  <a:srgbClr val="000000"/>
                </a:solidFill>
              </a:rPr>
            </a:br>
            <a:r>
              <a:rPr lang="ja-JP" altLang="en-US" b="1">
                <a:solidFill>
                  <a:srgbClr val="000000"/>
                </a:solidFill>
              </a:rPr>
              <a:t>　　　</a:t>
            </a:r>
            <a:r>
              <a:rPr lang="ja-JP" altLang="en-US" b="1">
                <a:solidFill>
                  <a:srgbClr val="FF0000"/>
                </a:solidFill>
              </a:rPr>
              <a:t>⇒</a:t>
            </a:r>
            <a:r>
              <a:rPr lang="en-US" altLang="ja-JP" b="1">
                <a:solidFill>
                  <a:srgbClr val="FF0000"/>
                </a:solidFill>
              </a:rPr>
              <a:t>PI</a:t>
            </a:r>
            <a:r>
              <a:rPr lang="ja-JP" altLang="en-US" b="1">
                <a:solidFill>
                  <a:srgbClr val="FF0000"/>
                </a:solidFill>
              </a:rPr>
              <a:t>・</a:t>
            </a:r>
            <a:r>
              <a:rPr lang="en-US" altLang="ja-JP" b="1">
                <a:solidFill>
                  <a:srgbClr val="FF0000"/>
                </a:solidFill>
              </a:rPr>
              <a:t>DIH</a:t>
            </a:r>
            <a:r>
              <a:rPr lang="ja-JP" altLang="en-US" b="1">
                <a:solidFill>
                  <a:srgbClr val="FF0000"/>
                </a:solidFill>
              </a:rPr>
              <a:t>移行が</a:t>
            </a:r>
            <a:r>
              <a:rPr lang="en-US" altLang="ja-JP" b="1">
                <a:solidFill>
                  <a:srgbClr val="FF0000"/>
                </a:solidFill>
              </a:rPr>
              <a:t>8/17</a:t>
            </a:r>
            <a:r>
              <a:rPr lang="ja-JP" altLang="en-US" b="1">
                <a:solidFill>
                  <a:srgbClr val="FF0000"/>
                </a:solidFill>
              </a:rPr>
              <a:t>に実施されるため、本見積からは除外いたします。</a:t>
            </a:r>
            <a:br>
              <a:rPr lang="en-US" altLang="ja-JP" b="1">
                <a:solidFill>
                  <a:srgbClr val="FF0000"/>
                </a:solidFill>
              </a:rPr>
            </a:br>
            <a:r>
              <a:rPr lang="ja-JP" altLang="en-US" b="1">
                <a:solidFill>
                  <a:srgbClr val="FF0000"/>
                </a:solidFill>
              </a:rPr>
              <a:t>　　　　（移行における修正は不要。疎通テスト、切替後の初期流動対応は保守で対応）</a:t>
            </a:r>
            <a:endParaRPr lang="en-US" altLang="ja-JP" b="1">
              <a:solidFill>
                <a:srgbClr val="000000"/>
              </a:solidFill>
            </a:endParaRPr>
          </a:p>
          <a:p>
            <a:endParaRPr lang="en-US" altLang="ja-JP" b="1">
              <a:solidFill>
                <a:srgbClr val="000000"/>
              </a:solidFill>
            </a:endParaRPr>
          </a:p>
          <a:p>
            <a:endParaRPr lang="en-US" altLang="ja-JP" b="1">
              <a:solidFill>
                <a:srgbClr val="000000"/>
              </a:solidFill>
            </a:endParaRPr>
          </a:p>
          <a:p>
            <a:r>
              <a:rPr lang="en-US" altLang="ja-JP" b="1">
                <a:solidFill>
                  <a:srgbClr val="FF0000"/>
                </a:solidFill>
              </a:rPr>
              <a:t>※</a:t>
            </a:r>
            <a:r>
              <a:rPr lang="ja-JP" altLang="en-US" b="1">
                <a:solidFill>
                  <a:srgbClr val="FF0000"/>
                </a:solidFill>
              </a:rPr>
              <a:t>お見積り範囲外</a:t>
            </a:r>
            <a:endParaRPr lang="en-US" altLang="ja-JP" b="1">
              <a:solidFill>
                <a:srgbClr val="FF0000"/>
              </a:solidFill>
            </a:endParaRPr>
          </a:p>
          <a:p>
            <a:r>
              <a:rPr lang="ja-JP" altLang="en-US" b="1">
                <a:solidFill>
                  <a:srgbClr val="FF0000"/>
                </a:solidFill>
              </a:rPr>
              <a:t>　次世代研</a:t>
            </a:r>
            <a:r>
              <a:rPr lang="en-US" altLang="ja-JP" b="1">
                <a:solidFill>
                  <a:srgbClr val="FF0000"/>
                </a:solidFill>
              </a:rPr>
              <a:t>SWAN</a:t>
            </a:r>
            <a:r>
              <a:rPr lang="ja-JP" altLang="en-US" b="1">
                <a:solidFill>
                  <a:srgbClr val="FF0000"/>
                </a:solidFill>
              </a:rPr>
              <a:t>システム内の</a:t>
            </a:r>
            <a:r>
              <a:rPr lang="en-US" altLang="ja-JP" b="1">
                <a:solidFill>
                  <a:srgbClr val="FF0000"/>
                </a:solidFill>
              </a:rPr>
              <a:t>LIMS</a:t>
            </a:r>
            <a:r>
              <a:rPr lang="ja-JP" altLang="en-US" b="1">
                <a:solidFill>
                  <a:srgbClr val="FF0000"/>
                </a:solidFill>
              </a:rPr>
              <a:t>機能のみを移行対象とし、その他機能に関しては運用廃止のため、</a:t>
            </a:r>
            <a:br>
              <a:rPr lang="en-US" altLang="ja-JP" b="1">
                <a:solidFill>
                  <a:srgbClr val="FF0000"/>
                </a:solidFill>
              </a:rPr>
            </a:br>
            <a:r>
              <a:rPr lang="ja-JP" altLang="en-US" b="1">
                <a:solidFill>
                  <a:srgbClr val="FF0000"/>
                </a:solidFill>
              </a:rPr>
              <a:t>　改修・動作検証等の作業はいたしません。</a:t>
            </a:r>
            <a:br>
              <a:rPr lang="en-US" altLang="ja-JP" b="1">
                <a:solidFill>
                  <a:srgbClr val="FF0000"/>
                </a:solidFill>
              </a:rPr>
            </a:br>
            <a:r>
              <a:rPr lang="ja-JP" altLang="en-US" b="1">
                <a:solidFill>
                  <a:srgbClr val="FF0000"/>
                </a:solidFill>
              </a:rPr>
              <a:t>　</a:t>
            </a:r>
            <a:r>
              <a:rPr lang="en-US" altLang="ja-JP" b="1">
                <a:solidFill>
                  <a:srgbClr val="FF0000"/>
                </a:solidFill>
              </a:rPr>
              <a:t>(</a:t>
            </a:r>
            <a:r>
              <a:rPr lang="ja-JP" altLang="en-US" b="1">
                <a:solidFill>
                  <a:srgbClr val="FF0000"/>
                </a:solidFill>
              </a:rPr>
              <a:t>現行アプリケーションをそのまま移行するため、資産としては移行されますが、テスト対象外とします。</a:t>
            </a:r>
            <a:r>
              <a:rPr lang="en-US" altLang="ja-JP" b="1">
                <a:solidFill>
                  <a:srgbClr val="FF0000"/>
                </a:solidFill>
              </a:rPr>
              <a:t>)</a:t>
            </a:r>
          </a:p>
        </p:txBody>
      </p:sp>
      <p:sp>
        <p:nvSpPr>
          <p:cNvPr id="6" name="スライド番号プレースホルダー 5">
            <a:extLst>
              <a:ext uri="{FF2B5EF4-FFF2-40B4-BE49-F238E27FC236}">
                <a16:creationId xmlns:a16="http://schemas.microsoft.com/office/drawing/2014/main" id="{6761A943-443A-3826-CB1E-8583E5F9C6B5}"/>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
        <p:nvSpPr>
          <p:cNvPr id="7" name="フッター プレースホルダー 2">
            <a:extLst>
              <a:ext uri="{FF2B5EF4-FFF2-40B4-BE49-F238E27FC236}">
                <a16:creationId xmlns:a16="http://schemas.microsoft.com/office/drawing/2014/main" id="{02FB030C-40AB-168F-C840-9082C23C3AE4}"/>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latin typeface="+mn-ea"/>
            </a:endParaRPr>
          </a:p>
          <a:p>
            <a:pPr algn="ctr"/>
            <a:endParaRPr lang="ja-JP" altLang="en-US" sz="1600" b="1">
              <a:solidFill>
                <a:schemeClr val="tx1"/>
              </a:solidFill>
              <a:latin typeface="+mn-ea"/>
            </a:endParaRP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館林</a:t>
            </a:r>
            <a:r>
              <a:rPr lang="en-US" altLang="ja-JP" sz="1600" b="1">
                <a:solidFill>
                  <a:schemeClr val="tx1"/>
                </a:solidFill>
                <a:latin typeface="+mn-ea"/>
              </a:rPr>
              <a:t>DC</a:t>
            </a:r>
            <a:endParaRPr lang="ja-JP" altLang="en-US" sz="1600" b="1">
              <a:solidFill>
                <a:schemeClr val="tx1"/>
              </a:solidFill>
              <a:latin typeface="+mn-ea"/>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4033656" y="5802116"/>
            <a:ext cx="4456614" cy="60141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AsIs</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7" name="Rectangle 92">
            <a:extLst>
              <a:ext uri="{FF2B5EF4-FFF2-40B4-BE49-F238E27FC236}">
                <a16:creationId xmlns:a16="http://schemas.microsoft.com/office/drawing/2014/main" id="{00000000-0008-0000-0400-00004400000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3" name="フローチャート : 磁気ディスク 83">
            <a:extLst>
              <a:ext uri="{FF2B5EF4-FFF2-40B4-BE49-F238E27FC236}">
                <a16:creationId xmlns:a16="http://schemas.microsoft.com/office/drawing/2014/main" id="{00000000-0008-0000-0400-000054000000}"/>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sp>
        <p:nvSpPr>
          <p:cNvPr id="14" name="テキスト ボックス 85">
            <a:extLst>
              <a:ext uri="{FF2B5EF4-FFF2-40B4-BE49-F238E27FC236}">
                <a16:creationId xmlns:a16="http://schemas.microsoft.com/office/drawing/2014/main" id="{00000000-0008-0000-0400-00005600000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0000000-0008-0000-0400-000061000000}"/>
              </a:ext>
            </a:extLst>
          </p:cNvPr>
          <p:cNvCxnSpPr>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00000000-0008-0000-0400-0000D7000000}"/>
              </a:ext>
            </a:extLst>
          </p:cNvPr>
          <p:cNvCxnSpPr>
            <a:cxnSpLocks/>
            <a:stCxn id="13" idx="1"/>
            <a:endCxn id="7"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カギ線コネクタ 217">
            <a:extLst>
              <a:ext uri="{FF2B5EF4-FFF2-40B4-BE49-F238E27FC236}">
                <a16:creationId xmlns:a16="http://schemas.microsoft.com/office/drawing/2014/main" id="{00000000-0008-0000-0400-0000DA000000}"/>
              </a:ext>
            </a:extLst>
          </p:cNvPr>
          <p:cNvCxnSpPr>
            <a:cxnSpLocks/>
            <a:stCxn id="92"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9024727" y="48922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9024727" y="461794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sp>
        <p:nvSpPr>
          <p:cNvPr id="27" name="正方形/長方形 26">
            <a:extLst>
              <a:ext uri="{FF2B5EF4-FFF2-40B4-BE49-F238E27FC236}">
                <a16:creationId xmlns:a16="http://schemas.microsoft.com/office/drawing/2014/main" id="{00000000-0008-0000-0400-00000A000000}"/>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cxnSp>
        <p:nvCxnSpPr>
          <p:cNvPr id="33" name="カギ線コネクタ 89">
            <a:extLst>
              <a:ext uri="{FF2B5EF4-FFF2-40B4-BE49-F238E27FC236}">
                <a16:creationId xmlns:a16="http://schemas.microsoft.com/office/drawing/2014/main" id="{00000000-0008-0000-0400-00005A000000}"/>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4" name="カギ線コネクタ 91">
            <a:extLst>
              <a:ext uri="{FF2B5EF4-FFF2-40B4-BE49-F238E27FC236}">
                <a16:creationId xmlns:a16="http://schemas.microsoft.com/office/drawing/2014/main" id="{00000000-0008-0000-0400-00005C000000}"/>
              </a:ext>
            </a:extLst>
          </p:cNvPr>
          <p:cNvCxnSpPr>
            <a:stCxn id="18" idx="1"/>
            <a:endCxn id="9" idx="3"/>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36" name="カギ線コネクタ 147">
            <a:extLst>
              <a:ext uri="{FF2B5EF4-FFF2-40B4-BE49-F238E27FC236}">
                <a16:creationId xmlns:a16="http://schemas.microsoft.com/office/drawing/2014/main" id="{00000000-0008-0000-0400-000094000000}"/>
              </a:ext>
            </a:extLst>
          </p:cNvPr>
          <p:cNvCxnSpPr>
            <a:stCxn id="44" idx="1"/>
            <a:endCxn id="9" idx="3"/>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00000000-0008-0000-0400-000038010000}"/>
              </a:ext>
            </a:extLst>
          </p:cNvPr>
          <p:cNvCxnSpPr>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110" name="Rectangle 92">
            <a:extLst>
              <a:ext uri="{FF2B5EF4-FFF2-40B4-BE49-F238E27FC236}">
                <a16:creationId xmlns:a16="http://schemas.microsoft.com/office/drawing/2014/main" id="{D4FB70DC-E528-E6F0-CD4D-09A2CD021FA0}"/>
              </a:ext>
            </a:extLst>
          </p:cNvPr>
          <p:cNvSpPr>
            <a:spLocks noChangeArrowheads="1"/>
          </p:cNvSpPr>
          <p:nvPr/>
        </p:nvSpPr>
        <p:spPr bwMode="auto">
          <a:xfrm>
            <a:off x="4299661"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114" name="直線矢印コネクタ 113">
            <a:extLst>
              <a:ext uri="{FF2B5EF4-FFF2-40B4-BE49-F238E27FC236}">
                <a16:creationId xmlns:a16="http://schemas.microsoft.com/office/drawing/2014/main" id="{6E04242F-E3F4-5CCC-8471-01704DF30EE2}"/>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658A8F39-C4F6-173E-C956-53504149A67A}"/>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33" name="Rectangle 92">
            <a:extLst>
              <a:ext uri="{FF2B5EF4-FFF2-40B4-BE49-F238E27FC236}">
                <a16:creationId xmlns:a16="http://schemas.microsoft.com/office/drawing/2014/main" id="{066FA90D-021B-EB9C-897E-5B8F0D79B762}"/>
              </a:ext>
            </a:extLst>
          </p:cNvPr>
          <p:cNvSpPr>
            <a:spLocks noChangeArrowheads="1"/>
          </p:cNvSpPr>
          <p:nvPr/>
        </p:nvSpPr>
        <p:spPr bwMode="auto">
          <a:xfrm>
            <a:off x="4319866" y="5326983"/>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4314260" y="483415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140" name="Rectangle 92">
            <a:extLst>
              <a:ext uri="{FF2B5EF4-FFF2-40B4-BE49-F238E27FC236}">
                <a16:creationId xmlns:a16="http://schemas.microsoft.com/office/drawing/2014/main" id="{8C293015-5C53-A390-A4A3-DF1C5AF868A4}"/>
              </a:ext>
            </a:extLst>
          </p:cNvPr>
          <p:cNvSpPr>
            <a:spLocks noChangeArrowheads="1"/>
          </p:cNvSpPr>
          <p:nvPr/>
        </p:nvSpPr>
        <p:spPr bwMode="auto">
          <a:xfrm>
            <a:off x="5709393" y="483817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 name="正方形/長方形 4">
            <a:extLst>
              <a:ext uri="{FF2B5EF4-FFF2-40B4-BE49-F238E27FC236}">
                <a16:creationId xmlns:a16="http://schemas.microsoft.com/office/drawing/2014/main" id="{A2CFDE7E-5843-4912-A563-B3D77A1616C6}"/>
              </a:ext>
            </a:extLst>
          </p:cNvPr>
          <p:cNvSpPr/>
          <p:nvPr/>
        </p:nvSpPr>
        <p:spPr>
          <a:xfrm>
            <a:off x="4043595" y="4498411"/>
            <a:ext cx="3106141" cy="133564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8" name="吹き出し: 線 7">
            <a:extLst>
              <a:ext uri="{FF2B5EF4-FFF2-40B4-BE49-F238E27FC236}">
                <a16:creationId xmlns:a16="http://schemas.microsoft.com/office/drawing/2014/main" id="{4E613751-196B-4A33-A35D-A5D7682EB8C9}"/>
              </a:ext>
            </a:extLst>
          </p:cNvPr>
          <p:cNvSpPr/>
          <p:nvPr/>
        </p:nvSpPr>
        <p:spPr>
          <a:xfrm>
            <a:off x="7257267" y="4198706"/>
            <a:ext cx="1305666" cy="1227868"/>
          </a:xfrm>
          <a:prstGeom prst="borderCallout1">
            <a:avLst>
              <a:gd name="adj1" fmla="val 24591"/>
              <a:gd name="adj2" fmla="val -3957"/>
              <a:gd name="adj3" fmla="val 47690"/>
              <a:gd name="adj4" fmla="val -3633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ysClr val="windowText" lastClr="000000"/>
                </a:solidFill>
                <a:latin typeface="+mn-ea"/>
              </a:rPr>
              <a:t>8/17</a:t>
            </a:r>
          </a:p>
          <a:p>
            <a:r>
              <a:rPr kumimoji="1" lang="en-US" altLang="ja-JP" sz="1200">
                <a:solidFill>
                  <a:sysClr val="windowText" lastClr="000000"/>
                </a:solidFill>
                <a:latin typeface="+mn-ea"/>
              </a:rPr>
              <a:t>Azure</a:t>
            </a:r>
            <a:r>
              <a:rPr kumimoji="1" lang="ja-JP" altLang="en-US" sz="1200">
                <a:solidFill>
                  <a:sysClr val="windowText" lastClr="000000"/>
                </a:solidFill>
                <a:latin typeface="+mn-ea"/>
              </a:rPr>
              <a:t>移行済み</a:t>
            </a:r>
            <a:endParaRPr kumimoji="1" lang="en-US" altLang="ja-JP" sz="1200">
              <a:solidFill>
                <a:sysClr val="windowText" lastClr="000000"/>
              </a:solidFill>
              <a:latin typeface="+mn-ea"/>
            </a:endParaRPr>
          </a:p>
          <a:p>
            <a:endParaRPr kumimoji="1" lang="en-US" altLang="ja-JP" sz="1200">
              <a:solidFill>
                <a:sysClr val="windowText" lastClr="000000"/>
              </a:solidFill>
              <a:latin typeface="+mn-ea"/>
            </a:endParaRPr>
          </a:p>
          <a:p>
            <a:r>
              <a:rPr kumimoji="1" lang="en-US" altLang="ja-JP" sz="1200" b="1">
                <a:solidFill>
                  <a:sysClr val="windowText" lastClr="000000"/>
                </a:solidFill>
                <a:latin typeface="+mn-ea"/>
              </a:rPr>
              <a:t>※</a:t>
            </a:r>
            <a:r>
              <a:rPr kumimoji="1" lang="ja-JP" altLang="en-US" sz="1200" b="1">
                <a:solidFill>
                  <a:sysClr val="windowText" lastClr="000000"/>
                </a:solidFill>
                <a:latin typeface="+mn-ea"/>
              </a:rPr>
              <a:t>連携</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ja-JP" altLang="en-US" sz="1200" b="1">
                <a:solidFill>
                  <a:sysClr val="windowText" lastClr="000000"/>
                </a:solidFill>
                <a:latin typeface="+mn-ea"/>
              </a:rPr>
              <a:t>　</a:t>
            </a:r>
            <a:r>
              <a:rPr kumimoji="1" lang="en-US" altLang="ja-JP" sz="1200" b="1">
                <a:solidFill>
                  <a:sysClr val="windowText" lastClr="000000"/>
                </a:solidFill>
                <a:latin typeface="+mn-ea"/>
              </a:rPr>
              <a:t>10</a:t>
            </a:r>
            <a:r>
              <a:rPr kumimoji="1" lang="ja-JP" altLang="en-US" sz="1200" b="1">
                <a:solidFill>
                  <a:sysClr val="windowText" lastClr="000000"/>
                </a:solidFill>
                <a:latin typeface="+mn-ea"/>
              </a:rPr>
              <a:t>月移行予定</a:t>
            </a:r>
          </a:p>
        </p:txBody>
      </p:sp>
      <p:sp>
        <p:nvSpPr>
          <p:cNvPr id="16" name="スライド番号プレースホルダー 15">
            <a:extLst>
              <a:ext uri="{FF2B5EF4-FFF2-40B4-BE49-F238E27FC236}">
                <a16:creationId xmlns:a16="http://schemas.microsoft.com/office/drawing/2014/main" id="{894F4748-4FDD-5ED3-BBD9-237639CC5750}"/>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17" name="フッター プレースホルダー 2">
            <a:extLst>
              <a:ext uri="{FF2B5EF4-FFF2-40B4-BE49-F238E27FC236}">
                <a16:creationId xmlns:a16="http://schemas.microsoft.com/office/drawing/2014/main" id="{CC2BC5F2-36FC-06EF-12B2-0C22A934615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231219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3E8E-A90A-AC7C-1395-F82CD02A97F9}"/>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74428AE7-8808-F40F-88D1-8783BEBEF2E8}"/>
              </a:ext>
            </a:extLst>
          </p:cNvPr>
          <p:cNvSpPr/>
          <p:nvPr/>
        </p:nvSpPr>
        <p:spPr>
          <a:xfrm>
            <a:off x="576000" y="779709"/>
            <a:ext cx="6533613"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3" name="正方形/長方形 2">
            <a:extLst>
              <a:ext uri="{FF2B5EF4-FFF2-40B4-BE49-F238E27FC236}">
                <a16:creationId xmlns:a16="http://schemas.microsoft.com/office/drawing/2014/main" id="{A418435C-FB4E-17CD-F39C-BE4B549D9C6F}"/>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5" name="正方形/長方形 94">
            <a:extLst>
              <a:ext uri="{FF2B5EF4-FFF2-40B4-BE49-F238E27FC236}">
                <a16:creationId xmlns:a16="http://schemas.microsoft.com/office/drawing/2014/main" id="{E15B5558-6966-1DD6-B26C-7F70B4A83B54}"/>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B36B8242-62C8-BAC9-6546-282703EA3013}"/>
              </a:ext>
            </a:extLst>
          </p:cNvPr>
          <p:cNvSpPr/>
          <p:nvPr/>
        </p:nvSpPr>
        <p:spPr>
          <a:xfrm>
            <a:off x="7109614" y="766597"/>
            <a:ext cx="4456614"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A7C44E07-BDF0-05B3-D2DC-73EAEBE3CD3C}"/>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56710517-6F09-7481-8FCD-C6C2D7AEDD0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ToBe</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7" name="Rectangle 92">
            <a:extLst>
              <a:ext uri="{FF2B5EF4-FFF2-40B4-BE49-F238E27FC236}">
                <a16:creationId xmlns:a16="http://schemas.microsoft.com/office/drawing/2014/main" id="{240E7DB3-9A6E-C326-1136-6565F7BB268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36B55E3E-7291-A5D1-FD68-4A4F82F2944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E22887D-574C-F020-0578-164F965CD4B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4" name="テキスト ボックス 85">
            <a:extLst>
              <a:ext uri="{FF2B5EF4-FFF2-40B4-BE49-F238E27FC236}">
                <a16:creationId xmlns:a16="http://schemas.microsoft.com/office/drawing/2014/main" id="{A977FEAA-2082-7396-0094-6856CB85127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8D260FF-41F0-A956-CE16-C47C7A65444F}"/>
              </a:ext>
            </a:extLst>
          </p:cNvPr>
          <p:cNvCxnSpPr>
            <a:cxnSpLocks/>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201">
            <a:extLst>
              <a:ext uri="{FF2B5EF4-FFF2-40B4-BE49-F238E27FC236}">
                <a16:creationId xmlns:a16="http://schemas.microsoft.com/office/drawing/2014/main" id="{BED43D3B-286B-571F-5A40-AC394EBCBDA3}"/>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72EDCD11-3D2E-AA72-8B87-15CF0B0BCE00}"/>
              </a:ext>
            </a:extLst>
          </p:cNvPr>
          <p:cNvCxnSpPr>
            <a:cxnSpLocks/>
            <a:endCxn id="7" idx="1"/>
          </p:cNvCxnSpPr>
          <p:nvPr/>
        </p:nvCxnSpPr>
        <p:spPr>
          <a:xfrm rot="5400000" flipH="1" flipV="1">
            <a:off x="3323819" y="826041"/>
            <a:ext cx="164122" cy="2231392"/>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カギ線コネクタ 89">
            <a:extLst>
              <a:ext uri="{FF2B5EF4-FFF2-40B4-BE49-F238E27FC236}">
                <a16:creationId xmlns:a16="http://schemas.microsoft.com/office/drawing/2014/main" id="{40A9997A-39CE-3616-0935-90CC3F265F49}"/>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3F859D71-9959-6280-5905-244CD15E257B}"/>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2F5A36F2-FD23-9CA4-5F1E-D7886F88A8BC}"/>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cxnSp>
        <p:nvCxnSpPr>
          <p:cNvPr id="45" name="カギ線コネクタ 288">
            <a:extLst>
              <a:ext uri="{FF2B5EF4-FFF2-40B4-BE49-F238E27FC236}">
                <a16:creationId xmlns:a16="http://schemas.microsoft.com/office/drawing/2014/main" id="{F666D277-B5F7-09DC-1D85-D3CA6CADFB0F}"/>
              </a:ext>
            </a:extLst>
          </p:cNvPr>
          <p:cNvCxnSpPr>
            <a:cxnSpLocks/>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E972C68-F354-C239-D513-502E6E871EB5}"/>
              </a:ext>
            </a:extLst>
          </p:cNvPr>
          <p:cNvCxnSpPr>
            <a:cxnSpLocks/>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65252AC-6B49-A998-BF01-C351FEF22C3D}"/>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B6A02879-AE20-7CBD-7A0D-C9B32A22AF2A}"/>
              </a:ext>
            </a:extLst>
          </p:cNvPr>
          <p:cNvCxnSpPr>
            <a:cxnSpLocks/>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43F11569-E089-A2A4-1BD9-A27CA50905F3}"/>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C8455E2F-4C11-C482-AC8A-3A2A1CD2F170}"/>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4121C000-61DD-1411-B5AC-A3D896FAA848}"/>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4" name="フローチャート : 磁気ディスク 66">
            <a:extLst>
              <a:ext uri="{FF2B5EF4-FFF2-40B4-BE49-F238E27FC236}">
                <a16:creationId xmlns:a16="http://schemas.microsoft.com/office/drawing/2014/main" id="{03AD1FBD-E064-5A5E-096A-737261CC586A}"/>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5" name="テキスト ボックス 82">
            <a:extLst>
              <a:ext uri="{FF2B5EF4-FFF2-40B4-BE49-F238E27FC236}">
                <a16:creationId xmlns:a16="http://schemas.microsoft.com/office/drawing/2014/main" id="{3B0307FC-4833-2B6F-0205-96FB0AD17532}"/>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1" name="フローチャート : 磁気ディスク 83">
            <a:extLst>
              <a:ext uri="{FF2B5EF4-FFF2-40B4-BE49-F238E27FC236}">
                <a16:creationId xmlns:a16="http://schemas.microsoft.com/office/drawing/2014/main" id="{9424EB93-D6C9-4C7C-8AC8-2B12E22AADC1}"/>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cxnSp>
        <p:nvCxnSpPr>
          <p:cNvPr id="16" name="カギ線コネクタ 214">
            <a:extLst>
              <a:ext uri="{FF2B5EF4-FFF2-40B4-BE49-F238E27FC236}">
                <a16:creationId xmlns:a16="http://schemas.microsoft.com/office/drawing/2014/main" id="{2AC1F4FD-C9DF-99E6-1824-9740A8E3D3CA}"/>
              </a:ext>
            </a:extLst>
          </p:cNvPr>
          <p:cNvCxnSpPr>
            <a:cxnSpLocks/>
            <a:stCxn id="11"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カギ線コネクタ 217">
            <a:extLst>
              <a:ext uri="{FF2B5EF4-FFF2-40B4-BE49-F238E27FC236}">
                <a16:creationId xmlns:a16="http://schemas.microsoft.com/office/drawing/2014/main" id="{B99E26C0-6927-41BE-CF95-1A77A8EE495B}"/>
              </a:ext>
            </a:extLst>
          </p:cNvPr>
          <p:cNvCxnSpPr>
            <a:cxnSpLocks/>
            <a:stCxn id="43"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8" name="カギ線コネクタ 219">
            <a:extLst>
              <a:ext uri="{FF2B5EF4-FFF2-40B4-BE49-F238E27FC236}">
                <a16:creationId xmlns:a16="http://schemas.microsoft.com/office/drawing/2014/main" id="{2E3A539F-511B-54FA-C116-34EE4D1688EB}"/>
              </a:ext>
            </a:extLst>
          </p:cNvPr>
          <p:cNvCxnSpPr>
            <a:cxnSpLocks/>
            <a:stCxn id="43" idx="2"/>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32" name="カギ線コネクタ 226">
            <a:extLst>
              <a:ext uri="{FF2B5EF4-FFF2-40B4-BE49-F238E27FC236}">
                <a16:creationId xmlns:a16="http://schemas.microsoft.com/office/drawing/2014/main" id="{3F3C3D6D-6149-F0B4-43EE-D10533FAB617}"/>
              </a:ext>
            </a:extLst>
          </p:cNvPr>
          <p:cNvCxnSpPr>
            <a:cxnSpLocks/>
            <a:stCxn id="4" idx="4"/>
            <a:endCxn id="43"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37" name="正方形/長方形 36">
            <a:extLst>
              <a:ext uri="{FF2B5EF4-FFF2-40B4-BE49-F238E27FC236}">
                <a16:creationId xmlns:a16="http://schemas.microsoft.com/office/drawing/2014/main" id="{E9FD3C8D-B6F2-8DE5-2D3B-EABD2A634FAE}"/>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sp>
        <p:nvSpPr>
          <p:cNvPr id="43" name="正方形/長方形 42">
            <a:extLst>
              <a:ext uri="{FF2B5EF4-FFF2-40B4-BE49-F238E27FC236}">
                <a16:creationId xmlns:a16="http://schemas.microsoft.com/office/drawing/2014/main" id="{88C98868-876C-6EE8-E747-54EB5A5479E2}"/>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67" name="正方形/長方形 66">
            <a:extLst>
              <a:ext uri="{FF2B5EF4-FFF2-40B4-BE49-F238E27FC236}">
                <a16:creationId xmlns:a16="http://schemas.microsoft.com/office/drawing/2014/main" id="{46998748-D17D-3D33-FA69-008E7082E776}"/>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8" name="Rectangle 92">
            <a:extLst>
              <a:ext uri="{FF2B5EF4-FFF2-40B4-BE49-F238E27FC236}">
                <a16:creationId xmlns:a16="http://schemas.microsoft.com/office/drawing/2014/main" id="{CE29D60B-0D3B-A505-71D7-9609D0C8C49E}"/>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70" name="Rectangle 92">
            <a:extLst>
              <a:ext uri="{FF2B5EF4-FFF2-40B4-BE49-F238E27FC236}">
                <a16:creationId xmlns:a16="http://schemas.microsoft.com/office/drawing/2014/main" id="{287E3F5B-BBD3-04E6-16BD-D251320E9916}"/>
              </a:ext>
            </a:extLst>
          </p:cNvPr>
          <p:cNvSpPr>
            <a:spLocks noChangeArrowheads="1"/>
          </p:cNvSpPr>
          <p:nvPr/>
        </p:nvSpPr>
        <p:spPr bwMode="auto">
          <a:xfrm>
            <a:off x="4314259"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71" name="Rectangle 92">
            <a:extLst>
              <a:ext uri="{FF2B5EF4-FFF2-40B4-BE49-F238E27FC236}">
                <a16:creationId xmlns:a16="http://schemas.microsoft.com/office/drawing/2014/main" id="{AD626140-1D67-8A5C-E563-B4C0600B417A}"/>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72" name="直線矢印コネクタ 71">
            <a:extLst>
              <a:ext uri="{FF2B5EF4-FFF2-40B4-BE49-F238E27FC236}">
                <a16:creationId xmlns:a16="http://schemas.microsoft.com/office/drawing/2014/main" id="{FF2094F4-9621-85E7-5153-620509F0DA03}"/>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3FF98E41-EB5E-933D-6D7C-C5142F558A07}"/>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75" name="Rectangle 92">
            <a:extLst>
              <a:ext uri="{FF2B5EF4-FFF2-40B4-BE49-F238E27FC236}">
                <a16:creationId xmlns:a16="http://schemas.microsoft.com/office/drawing/2014/main" id="{F1061B1E-57A5-109D-2060-A1F52AFB3778}"/>
              </a:ext>
            </a:extLst>
          </p:cNvPr>
          <p:cNvSpPr>
            <a:spLocks noChangeArrowheads="1"/>
          </p:cNvSpPr>
          <p:nvPr/>
        </p:nvSpPr>
        <p:spPr bwMode="auto">
          <a:xfrm>
            <a:off x="4314259" y="5326983"/>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77" name="Rectangle 92">
            <a:extLst>
              <a:ext uri="{FF2B5EF4-FFF2-40B4-BE49-F238E27FC236}">
                <a16:creationId xmlns:a16="http://schemas.microsoft.com/office/drawing/2014/main" id="{470CCD78-1F75-A438-7730-70BE17F26C06}"/>
              </a:ext>
            </a:extLst>
          </p:cNvPr>
          <p:cNvSpPr>
            <a:spLocks noChangeArrowheads="1"/>
          </p:cNvSpPr>
          <p:nvPr/>
        </p:nvSpPr>
        <p:spPr bwMode="auto">
          <a:xfrm>
            <a:off x="4314259" y="483415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79" name="Rectangle 92">
            <a:extLst>
              <a:ext uri="{FF2B5EF4-FFF2-40B4-BE49-F238E27FC236}">
                <a16:creationId xmlns:a16="http://schemas.microsoft.com/office/drawing/2014/main" id="{11BD2AD6-3696-740E-5062-DAE29CEF72AA}"/>
              </a:ext>
            </a:extLst>
          </p:cNvPr>
          <p:cNvSpPr>
            <a:spLocks noChangeArrowheads="1"/>
          </p:cNvSpPr>
          <p:nvPr/>
        </p:nvSpPr>
        <p:spPr bwMode="auto">
          <a:xfrm>
            <a:off x="5709393" y="483817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80" name="直線矢印コネクタ 79">
            <a:extLst>
              <a:ext uri="{FF2B5EF4-FFF2-40B4-BE49-F238E27FC236}">
                <a16:creationId xmlns:a16="http://schemas.microsoft.com/office/drawing/2014/main" id="{12C23792-C1CD-4D8D-2FD2-3E47482344FF}"/>
              </a:ext>
            </a:extLst>
          </p:cNvPr>
          <p:cNvCxnSpPr>
            <a:cxnSpLocks/>
            <a:stCxn id="71" idx="1"/>
            <a:endCxn id="68"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81" name="正方形/長方形 80">
            <a:extLst>
              <a:ext uri="{FF2B5EF4-FFF2-40B4-BE49-F238E27FC236}">
                <a16:creationId xmlns:a16="http://schemas.microsoft.com/office/drawing/2014/main" id="{696CA295-31F6-4BC4-A0AF-6C0E400E77F8}"/>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82" name="正方形/長方形 81">
            <a:extLst>
              <a:ext uri="{FF2B5EF4-FFF2-40B4-BE49-F238E27FC236}">
                <a16:creationId xmlns:a16="http://schemas.microsoft.com/office/drawing/2014/main" id="{9B334591-F588-2F82-62ED-0C2A4920B88B}"/>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3" name="正方形/長方形 82">
            <a:extLst>
              <a:ext uri="{FF2B5EF4-FFF2-40B4-BE49-F238E27FC236}">
                <a16:creationId xmlns:a16="http://schemas.microsoft.com/office/drawing/2014/main" id="{8047CAFF-27C0-8A3A-4DE6-206301BB9896}"/>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84" name="正方形/長方形 83">
            <a:extLst>
              <a:ext uri="{FF2B5EF4-FFF2-40B4-BE49-F238E27FC236}">
                <a16:creationId xmlns:a16="http://schemas.microsoft.com/office/drawing/2014/main" id="{0CD4E8CA-D985-9AA6-2C36-57390210AF9D}"/>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5" name="テキスト ボックス 167">
            <a:extLst>
              <a:ext uri="{FF2B5EF4-FFF2-40B4-BE49-F238E27FC236}">
                <a16:creationId xmlns:a16="http://schemas.microsoft.com/office/drawing/2014/main" id="{C8D17060-2FC9-76AB-DC12-73CBA764E83C}"/>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86" name="テキスト ボックス 114">
            <a:extLst>
              <a:ext uri="{FF2B5EF4-FFF2-40B4-BE49-F238E27FC236}">
                <a16:creationId xmlns:a16="http://schemas.microsoft.com/office/drawing/2014/main" id="{C4713217-8A3E-5184-D128-02651791A982}"/>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87" name="テキスト ボックス 115">
            <a:extLst>
              <a:ext uri="{FF2B5EF4-FFF2-40B4-BE49-F238E27FC236}">
                <a16:creationId xmlns:a16="http://schemas.microsoft.com/office/drawing/2014/main" id="{73A7D007-3032-31CD-E59E-BAF3E8DAE85A}"/>
              </a:ext>
            </a:extLst>
          </p:cNvPr>
          <p:cNvSpPr txBox="1"/>
          <p:nvPr/>
        </p:nvSpPr>
        <p:spPr>
          <a:xfrm>
            <a:off x="9024727" y="489136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88" name="テキスト ボックス 116">
            <a:extLst>
              <a:ext uri="{FF2B5EF4-FFF2-40B4-BE49-F238E27FC236}">
                <a16:creationId xmlns:a16="http://schemas.microsoft.com/office/drawing/2014/main" id="{5A123144-DF6E-11D5-3E07-D6CD2F612506}"/>
              </a:ext>
            </a:extLst>
          </p:cNvPr>
          <p:cNvSpPr txBox="1"/>
          <p:nvPr/>
        </p:nvSpPr>
        <p:spPr>
          <a:xfrm>
            <a:off x="9024727" y="4622426"/>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cxnSp>
        <p:nvCxnSpPr>
          <p:cNvPr id="89" name="カギ線コネクタ 91">
            <a:extLst>
              <a:ext uri="{FF2B5EF4-FFF2-40B4-BE49-F238E27FC236}">
                <a16:creationId xmlns:a16="http://schemas.microsoft.com/office/drawing/2014/main" id="{F577A9E9-782C-BB95-799D-2FBFC9841AA8}"/>
              </a:ext>
            </a:extLst>
          </p:cNvPr>
          <p:cNvCxnSpPr>
            <a:stCxn id="85" idx="1"/>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90" name="カギ線コネクタ 147">
            <a:extLst>
              <a:ext uri="{FF2B5EF4-FFF2-40B4-BE49-F238E27FC236}">
                <a16:creationId xmlns:a16="http://schemas.microsoft.com/office/drawing/2014/main" id="{FBBE4AC8-4D68-030F-C45C-62799C0C44C3}"/>
              </a:ext>
            </a:extLst>
          </p:cNvPr>
          <p:cNvCxnSpPr>
            <a:stCxn id="91" idx="1"/>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1" name="正方形/長方形 90">
            <a:extLst>
              <a:ext uri="{FF2B5EF4-FFF2-40B4-BE49-F238E27FC236}">
                <a16:creationId xmlns:a16="http://schemas.microsoft.com/office/drawing/2014/main" id="{04D5E8A5-D091-86A6-A794-3B299510173F}"/>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93" name="直線矢印コネクタ 92">
            <a:extLst>
              <a:ext uri="{FF2B5EF4-FFF2-40B4-BE49-F238E27FC236}">
                <a16:creationId xmlns:a16="http://schemas.microsoft.com/office/drawing/2014/main" id="{78D0F96F-4F27-7C73-1D72-2C3605B1DF67}"/>
              </a:ext>
            </a:extLst>
          </p:cNvPr>
          <p:cNvCxnSpPr>
            <a:cxnSpLocks/>
            <a:stCxn id="83" idx="2"/>
            <a:endCxn id="81"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94" name="テキスト ボックス 114">
            <a:extLst>
              <a:ext uri="{FF2B5EF4-FFF2-40B4-BE49-F238E27FC236}">
                <a16:creationId xmlns:a16="http://schemas.microsoft.com/office/drawing/2014/main" id="{978A901E-693E-A6B4-D1D8-E5C155DAF01A}"/>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2" name="スライド番号プレースホルダー 11">
            <a:extLst>
              <a:ext uri="{FF2B5EF4-FFF2-40B4-BE49-F238E27FC236}">
                <a16:creationId xmlns:a16="http://schemas.microsoft.com/office/drawing/2014/main" id="{1818249B-81D1-E3C7-E8CC-B76E411E4244}"/>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
        <p:nvSpPr>
          <p:cNvPr id="13" name="フッター プレースホルダー 2">
            <a:extLst>
              <a:ext uri="{FF2B5EF4-FFF2-40B4-BE49-F238E27FC236}">
                <a16:creationId xmlns:a16="http://schemas.microsoft.com/office/drawing/2014/main" id="{D9AEF9F4-535F-C38F-622C-3B3E48A38C31}"/>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19667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56507539"/>
              </p:ext>
            </p:extLst>
          </p:nvPr>
        </p:nvGraphicFramePr>
        <p:xfrm>
          <a:off x="576000" y="936000"/>
          <a:ext cx="11041199" cy="4857313"/>
        </p:xfrm>
        <a:graphic>
          <a:graphicData uri="http://schemas.openxmlformats.org/drawingml/2006/table">
            <a:tbl>
              <a:tblPr firstRow="1" bandRow="1">
                <a:tableStyleId>{69012ECD-51FC-41F1-AA8D-1B2483CD663E}</a:tableStyleId>
              </a:tblPr>
              <a:tblGrid>
                <a:gridCol w="569739">
                  <a:extLst>
                    <a:ext uri="{9D8B030D-6E8A-4147-A177-3AD203B41FA5}">
                      <a16:colId xmlns:a16="http://schemas.microsoft.com/office/drawing/2014/main" val="820809534"/>
                    </a:ext>
                  </a:extLst>
                </a:gridCol>
                <a:gridCol w="1827764">
                  <a:extLst>
                    <a:ext uri="{9D8B030D-6E8A-4147-A177-3AD203B41FA5}">
                      <a16:colId xmlns:a16="http://schemas.microsoft.com/office/drawing/2014/main" val="2667349602"/>
                    </a:ext>
                  </a:extLst>
                </a:gridCol>
                <a:gridCol w="5444937">
                  <a:extLst>
                    <a:ext uri="{9D8B030D-6E8A-4147-A177-3AD203B41FA5}">
                      <a16:colId xmlns:a16="http://schemas.microsoft.com/office/drawing/2014/main" val="2117318705"/>
                    </a:ext>
                  </a:extLst>
                </a:gridCol>
                <a:gridCol w="3198759">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n-ea"/>
                          <a:ea typeface="+mn-ea"/>
                        </a:rPr>
                        <a:t>No</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n-ea"/>
                          <a:ea typeface="+mn-ea"/>
                        </a:rPr>
                        <a:t>主な成果物</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mn-ea"/>
                          <a:ea typeface="+mn-ea"/>
                        </a:rPr>
                        <a:t>1</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mn-ea"/>
                          <a:ea typeface="+mn-ea"/>
                        </a:rPr>
                        <a:t>要件定義</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mn-ea"/>
                          <a:ea typeface="+mn-ea"/>
                        </a:rPr>
                        <a:t>移行計画書、</a:t>
                      </a:r>
                      <a:r>
                        <a:rPr kumimoji="1" lang="ja-JP" altLang="en-US" sz="1400" dirty="0">
                          <a:solidFill>
                            <a:schemeClr val="tx1"/>
                          </a:solidFill>
                          <a:latin typeface="+mn-ea"/>
                          <a:ea typeface="+mn-ea"/>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mn-ea"/>
                          <a:ea typeface="+mn-ea"/>
                        </a:rPr>
                        <a:t>2</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基本設計</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既存設計書の修正及びテスト計画を作成します。</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概要設計書、運用設計書</a:t>
                      </a:r>
                      <a:r>
                        <a:rPr lang="ja-JP" sz="1400" b="0" i="0" u="none" strike="noStrike" noProof="0">
                          <a:solidFill>
                            <a:schemeClr val="tx1"/>
                          </a:solidFill>
                          <a:latin typeface="+mn-ea"/>
                          <a:ea typeface="+mn-ea"/>
                        </a:rPr>
                        <a:t>、全体テスト計画</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mn-ea"/>
                          <a:ea typeface="+mn-ea"/>
                        </a:rPr>
                        <a:t>3</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mn-ea"/>
                          <a:ea typeface="+mn-ea"/>
                        </a:rPr>
                        <a:t>開発</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ja-JP" sz="1400" b="0" i="0" u="none" strike="noStrike" noProof="0">
                          <a:solidFill>
                            <a:schemeClr val="tx1"/>
                          </a:solidFill>
                          <a:latin typeface="+mn-ea"/>
                          <a:ea typeface="+mn-ea"/>
                        </a:rPr>
                        <a:t>接続先の変更及び環境構築を実施します。</a:t>
                      </a:r>
                      <a:endParaRPr lang="en-US" sz="1400" b="0" i="0" u="none" strike="noStrike" noProof="0">
                        <a:latin typeface="+mn-ea"/>
                        <a:ea typeface="+mn-ea"/>
                      </a:endParaRPr>
                    </a:p>
                    <a:p>
                      <a:pPr marL="0" marR="0" lvl="0" indent="0" algn="l" defTabSz="914400">
                        <a:lnSpc>
                          <a:spcPct val="100000"/>
                        </a:lnSpc>
                        <a:spcBef>
                          <a:spcPts val="0"/>
                        </a:spcBef>
                        <a:spcAft>
                          <a:spcPts val="0"/>
                        </a:spcAft>
                        <a:buNone/>
                        <a:tabLst/>
                        <a:defRPr/>
                      </a:pPr>
                      <a:r>
                        <a:rPr lang="en-US" altLang="ja-JP" sz="1400" b="0" i="0" u="none" strike="noStrike" noProof="0">
                          <a:solidFill>
                            <a:schemeClr val="tx1"/>
                          </a:solidFill>
                          <a:latin typeface="+mn-ea"/>
                          <a:ea typeface="+mn-ea"/>
                        </a:rPr>
                        <a:t>※</a:t>
                      </a:r>
                      <a:r>
                        <a:rPr lang="ja-JP" sz="1400" b="0" i="0" u="none" strike="noStrike" noProof="0">
                          <a:solidFill>
                            <a:schemeClr val="tx1"/>
                          </a:solidFill>
                          <a:latin typeface="+mn-ea"/>
                          <a:ea typeface="+mn-ea"/>
                        </a:rPr>
                        <a:t>検証環境も含みます。</a:t>
                      </a:r>
                      <a:endParaRPr lang="en-US" sz="1400" b="0" i="0" u="none" strike="noStrike" noProof="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4</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結合テスト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検証環境にて動作検証を実施します。</a:t>
                      </a:r>
                      <a:endParaRPr lang="en-US" altLang="ja-JP" sz="1400" u="none" strike="noStrike" kern="1200" cap="none" normalizeH="0" baseline="0">
                        <a:ln>
                          <a:noFill/>
                        </a:ln>
                        <a:solidFill>
                          <a:schemeClr val="tx1"/>
                        </a:solidFill>
                        <a:effectLst/>
                        <a:latin typeface="+mn-ea"/>
                        <a:ea typeface="+mn-ea"/>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mn-ea"/>
                          <a:ea typeface="+mn-ea"/>
                        </a:rPr>
                        <a:t>※</a:t>
                      </a:r>
                      <a:r>
                        <a:rPr lang="ja-JP" altLang="en-US" sz="1400" u="none" strike="noStrike" kern="1200" cap="none" normalizeH="0" baseline="0">
                          <a:ln>
                            <a:noFill/>
                          </a:ln>
                          <a:solidFill>
                            <a:schemeClr val="tx1"/>
                          </a:solidFill>
                          <a:effectLst/>
                          <a:latin typeface="+mn-ea"/>
                          <a:ea typeface="+mn-ea"/>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5</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システムテスト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本番環境にて</a:t>
                      </a:r>
                      <a:r>
                        <a:rPr lang="ja-JP" altLang="en-US" sz="1400">
                          <a:solidFill>
                            <a:srgbClr val="000000"/>
                          </a:solidFill>
                          <a:latin typeface="+mn-ea"/>
                          <a:ea typeface="+mn-ea"/>
                        </a:rPr>
                        <a:t>その他共通基盤との連携の確認を実施します。</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システム</a:t>
                      </a:r>
                      <a:r>
                        <a:rPr kumimoji="0" lang="ja-JP" altLang="en-US" sz="1400" u="none" strike="noStrike" kern="1200" cap="none" normalizeH="0" baseline="0">
                          <a:ln>
                            <a:noFill/>
                          </a:ln>
                          <a:solidFill>
                            <a:schemeClr val="tx1"/>
                          </a:solidFill>
                          <a:effectLst/>
                          <a:latin typeface="+mn-ea"/>
                          <a:ea typeface="+mn-ea"/>
                        </a:rPr>
                        <a:t>テスト仕様書、エビデンス</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6</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運用テスト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問題管理表</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7</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本番環境にてアプリケーションの導入を実施します。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バッチ基盤上の</a:t>
                      </a:r>
                      <a:r>
                        <a:rPr kumimoji="0" lang="en-US" altLang="ja-JP" sz="1400">
                          <a:solidFill>
                            <a:schemeClr val="tx1"/>
                          </a:solidFill>
                          <a:latin typeface="+mn-ea"/>
                          <a:ea typeface="+mn-ea"/>
                        </a:rPr>
                        <a:t>JOB</a:t>
                      </a:r>
                      <a:r>
                        <a:rPr kumimoji="0" lang="ja-JP" altLang="en-US" sz="1400">
                          <a:solidFill>
                            <a:schemeClr val="tx1"/>
                          </a:solidFill>
                          <a:latin typeface="+mn-ea"/>
                          <a:ea typeface="+mn-ea"/>
                        </a:rPr>
                        <a:t>を現新で切り替えます。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rgbClr val="FF0000"/>
                          </a:solidFill>
                          <a:latin typeface="+mn-ea"/>
                          <a:ea typeface="+mn-ea"/>
                        </a:rPr>
                        <a:t>※DB</a:t>
                      </a:r>
                      <a:r>
                        <a:rPr kumimoji="0" lang="ja-JP" altLang="en-US" sz="1400">
                          <a:solidFill>
                            <a:srgbClr val="FF0000"/>
                          </a:solidFill>
                          <a:latin typeface="+mn-ea"/>
                          <a:ea typeface="+mn-ea"/>
                        </a:rPr>
                        <a:t>（データ含む）移行は貴社にてご対応お願いします。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移行手順書</a:t>
                      </a:r>
                      <a:endParaRPr kumimoji="0" lang="ja-JP" altLang="en-US"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mn-ea"/>
                          <a:ea typeface="+mn-ea"/>
                          <a:cs typeface="+mn-cs"/>
                        </a:rPr>
                        <a:t>8</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問題管理表</a:t>
                      </a:r>
                      <a:endParaRPr kumimoji="0" lang="ja-JP" altLang="en-US"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スライド番号プレースホルダー 4">
            <a:extLst>
              <a:ext uri="{FF2B5EF4-FFF2-40B4-BE49-F238E27FC236}">
                <a16:creationId xmlns:a16="http://schemas.microsoft.com/office/drawing/2014/main" id="{4B47B3EB-C154-D34D-0372-5E452C3614CE}"/>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6" name="フッター プレースホルダー 2">
            <a:extLst>
              <a:ext uri="{FF2B5EF4-FFF2-40B4-BE49-F238E27FC236}">
                <a16:creationId xmlns:a16="http://schemas.microsoft.com/office/drawing/2014/main" id="{E16AC347-A5D0-91E5-7821-D4773F913E4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正方形/長方形 2">
            <a:extLst>
              <a:ext uri="{FF2B5EF4-FFF2-40B4-BE49-F238E27FC236}">
                <a16:creationId xmlns:a16="http://schemas.microsoft.com/office/drawing/2014/main" id="{B13B3213-CCDD-28FE-0C84-64EA7DF48C43}"/>
              </a:ext>
            </a:extLst>
          </p:cNvPr>
          <p:cNvSpPr/>
          <p:nvPr/>
        </p:nvSpPr>
        <p:spPr>
          <a:xfrm>
            <a:off x="576000" y="2316480"/>
            <a:ext cx="11168960" cy="360552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27B7C808-04D0-FF87-9808-A1B6E9FB049F}"/>
              </a:ext>
            </a:extLst>
          </p:cNvPr>
          <p:cNvSpPr/>
          <p:nvPr/>
        </p:nvSpPr>
        <p:spPr>
          <a:xfrm>
            <a:off x="511520" y="1314000"/>
            <a:ext cx="11168960" cy="1002480"/>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997732798"/>
              </p:ext>
            </p:extLst>
          </p:nvPr>
        </p:nvGraphicFramePr>
        <p:xfrm>
          <a:off x="606000" y="936000"/>
          <a:ext cx="11158389" cy="4316775"/>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616529">
                  <a:extLst>
                    <a:ext uri="{9D8B030D-6E8A-4147-A177-3AD203B41FA5}">
                      <a16:colId xmlns:a16="http://schemas.microsoft.com/office/drawing/2014/main" val="944581160"/>
                    </a:ext>
                  </a:extLst>
                </a:gridCol>
                <a:gridCol w="5265964">
                  <a:extLst>
                    <a:ext uri="{9D8B030D-6E8A-4147-A177-3AD203B41FA5}">
                      <a16:colId xmlns:a16="http://schemas.microsoft.com/office/drawing/2014/main" val="2117318705"/>
                    </a:ext>
                  </a:extLst>
                </a:gridCol>
                <a:gridCol w="2963289">
                  <a:extLst>
                    <a:ext uri="{9D8B030D-6E8A-4147-A177-3AD203B41FA5}">
                      <a16:colId xmlns:a16="http://schemas.microsoft.com/office/drawing/2014/main" val="852570537"/>
                    </a:ext>
                  </a:extLst>
                </a:gridCol>
              </a:tblGrid>
              <a:tr h="343415">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067124">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画面数</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163</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a:t>
                      </a:r>
                      <a:r>
                        <a:rPr kumimoji="1" lang="en-US" altLang="ja-JP" sz="1400" dirty="0">
                          <a:solidFill>
                            <a:srgbClr val="FF0000"/>
                          </a:solidFill>
                          <a:latin typeface="游ゴシック"/>
                          <a:ea typeface="游ゴシック"/>
                        </a:rPr>
                        <a:t>70</a:t>
                      </a: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30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対象外：</a:t>
                      </a:r>
                      <a:r>
                        <a:rPr kumimoji="1" lang="en-US" altLang="ja-JP" sz="1400" dirty="0">
                          <a:solidFill>
                            <a:srgbClr val="FF0000"/>
                          </a:solidFill>
                          <a:latin typeface="游ゴシック"/>
                          <a:ea typeface="游ゴシック"/>
                        </a:rPr>
                        <a:t>93-30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SWAN</a:t>
                      </a:r>
                      <a:r>
                        <a:rPr kumimoji="1" lang="ja-JP" altLang="en-US" sz="1400" dirty="0">
                          <a:solidFill>
                            <a:schemeClr val="tx1"/>
                          </a:solidFill>
                          <a:latin typeface="游ゴシック"/>
                          <a:ea typeface="游ゴシック"/>
                        </a:rPr>
                        <a:t>システム内の</a:t>
                      </a:r>
                      <a:r>
                        <a:rPr lang="ja-JP" altLang="en-US" sz="1400" dirty="0">
                          <a:solidFill>
                            <a:schemeClr val="tx1"/>
                          </a:solidFill>
                          <a:latin typeface="游ゴシック"/>
                          <a:ea typeface="游ゴシック"/>
                        </a:rPr>
                        <a:t>LIMS機能</a:t>
                      </a:r>
                      <a:r>
                        <a:rPr kumimoji="1" lang="ja-JP" altLang="en-US" sz="1400" dirty="0">
                          <a:solidFill>
                            <a:schemeClr val="tx1"/>
                          </a:solidFill>
                          <a:latin typeface="游ゴシック"/>
                          <a:ea typeface="游ゴシック"/>
                        </a:rPr>
                        <a:t>を確認し、初期画面の描画や</a:t>
                      </a: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75688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50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a:t>
                      </a:r>
                      <a:r>
                        <a:rPr kumimoji="1" lang="en-US" altLang="ja-JP" sz="1400" dirty="0">
                          <a:solidFill>
                            <a:srgbClr val="FF0000"/>
                          </a:solidFill>
                          <a:latin typeface="游ゴシック"/>
                          <a:ea typeface="游ゴシック"/>
                        </a:rPr>
                        <a:t>34+12</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対象外：</a:t>
                      </a:r>
                      <a:r>
                        <a:rPr kumimoji="1" lang="en-US" altLang="ja-JP" sz="1400" dirty="0">
                          <a:solidFill>
                            <a:srgbClr val="FF0000"/>
                          </a:solidFill>
                          <a:latin typeface="游ゴシック"/>
                          <a:ea typeface="游ゴシック"/>
                        </a:rPr>
                        <a:t>16-12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全帳票を印刷し、帳票機能に問題ないことを確認します。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・帳票内の全項目の印字</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・複数ページ印刷</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・業務パターンのシナリオテスト</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067124">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10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a:t>
                      </a:r>
                      <a:r>
                        <a:rPr kumimoji="1" lang="en-US" altLang="ja-JP" sz="1400" dirty="0">
                          <a:solidFill>
                            <a:schemeClr val="tx1"/>
                          </a:solidFill>
                          <a:latin typeface="游ゴシック"/>
                          <a:ea typeface="游ゴシック"/>
                        </a:rPr>
                        <a:t>9</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対象外：</a:t>
                      </a:r>
                      <a:r>
                        <a:rPr kumimoji="1" lang="en-US" altLang="ja-JP" sz="1400" dirty="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00000">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8</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a:t>
                      </a:r>
                      <a:r>
                        <a:rPr kumimoji="1" lang="en-US" altLang="ja-JP" sz="1400" dirty="0">
                          <a:solidFill>
                            <a:schemeClr val="tx1"/>
                          </a:solidFill>
                          <a:latin typeface="游ゴシック"/>
                          <a:ea typeface="游ゴシック"/>
                        </a:rPr>
                        <a:t>4</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対象外：</a:t>
                      </a:r>
                      <a:r>
                        <a:rPr kumimoji="1" lang="en-US" altLang="ja-JP" sz="1400" dirty="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・繰り返しのテスト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6" name="スライド番号プレースホルダー 5">
            <a:extLst>
              <a:ext uri="{FF2B5EF4-FFF2-40B4-BE49-F238E27FC236}">
                <a16:creationId xmlns:a16="http://schemas.microsoft.com/office/drawing/2014/main" id="{BAEDDB17-1B8C-2D50-15CA-F820D3F21A56}"/>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7" name="フッター プレースホルダー 2">
            <a:extLst>
              <a:ext uri="{FF2B5EF4-FFF2-40B4-BE49-F238E27FC236}">
                <a16:creationId xmlns:a16="http://schemas.microsoft.com/office/drawing/2014/main" id="{26EBA63E-8915-2386-0110-2C5B57C814D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181845421"/>
              </p:ext>
            </p:extLst>
          </p:nvPr>
        </p:nvGraphicFramePr>
        <p:xfrm>
          <a:off x="576004" y="936001"/>
          <a:ext cx="11002890" cy="2959623"/>
        </p:xfrm>
        <a:graphic>
          <a:graphicData uri="http://schemas.openxmlformats.org/drawingml/2006/table">
            <a:tbl>
              <a:tblPr firstRow="1">
                <a:tableStyleId>{69012ECD-51FC-41F1-AA8D-1B2483CD663E}</a:tableStyleId>
              </a:tblPr>
              <a:tblGrid>
                <a:gridCol w="3010890">
                  <a:extLst>
                    <a:ext uri="{9D8B030D-6E8A-4147-A177-3AD203B41FA5}">
                      <a16:colId xmlns:a16="http://schemas.microsoft.com/office/drawing/2014/main" val="20001"/>
                    </a:ext>
                  </a:extLst>
                </a:gridCol>
                <a:gridCol w="1332000">
                  <a:extLst>
                    <a:ext uri="{9D8B030D-6E8A-4147-A177-3AD203B41FA5}">
                      <a16:colId xmlns:a16="http://schemas.microsoft.com/office/drawing/2014/main" val="332361526"/>
                    </a:ext>
                  </a:extLst>
                </a:gridCol>
                <a:gridCol w="1332000">
                  <a:extLst>
                    <a:ext uri="{9D8B030D-6E8A-4147-A177-3AD203B41FA5}">
                      <a16:colId xmlns:a16="http://schemas.microsoft.com/office/drawing/2014/main" val="1301509302"/>
                    </a:ext>
                  </a:extLst>
                </a:gridCol>
                <a:gridCol w="1332000">
                  <a:extLst>
                    <a:ext uri="{9D8B030D-6E8A-4147-A177-3AD203B41FA5}">
                      <a16:colId xmlns:a16="http://schemas.microsoft.com/office/drawing/2014/main" val="2064698816"/>
                    </a:ext>
                  </a:extLst>
                </a:gridCol>
                <a:gridCol w="1332000">
                  <a:extLst>
                    <a:ext uri="{9D8B030D-6E8A-4147-A177-3AD203B41FA5}">
                      <a16:colId xmlns:a16="http://schemas.microsoft.com/office/drawing/2014/main" val="1049139473"/>
                    </a:ext>
                  </a:extLst>
                </a:gridCol>
                <a:gridCol w="1332000">
                  <a:extLst>
                    <a:ext uri="{9D8B030D-6E8A-4147-A177-3AD203B41FA5}">
                      <a16:colId xmlns:a16="http://schemas.microsoft.com/office/drawing/2014/main" val="581626291"/>
                    </a:ext>
                  </a:extLst>
                </a:gridCol>
                <a:gridCol w="1332000">
                  <a:extLst>
                    <a:ext uri="{9D8B030D-6E8A-4147-A177-3AD203B41FA5}">
                      <a16:colId xmlns:a16="http://schemas.microsoft.com/office/drawing/2014/main" val="1794734865"/>
                    </a:ext>
                  </a:extLst>
                </a:gridCol>
              </a:tblGrid>
              <a:tr h="435052">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a:t>2025</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a:txBody>
                    <a:bodyPr/>
                    <a:lstStyle/>
                    <a:p>
                      <a:r>
                        <a:rPr kumimoji="1" lang="en-US" altLang="ja-JP"/>
                        <a:t>2026</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593201">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7137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260000">
                <a:tc>
                  <a:txBody>
                    <a:bodyPr/>
                    <a:lstStyle/>
                    <a:p>
                      <a:pPr algn="l"/>
                      <a:r>
                        <a:rPr kumimoji="1" lang="ja-JP" altLang="en-US" sz="1200" b="0">
                          <a:latin typeface="游ゴシック" panose="020B0400000000000000" pitchFamily="50" charset="-128"/>
                          <a:ea typeface="+mn-ea"/>
                          <a:cs typeface="Meiryo UI" pitchFamily="50" charset="-128"/>
                        </a:rPr>
                        <a:t>① 縮小版共通基盤へのシステム資産移行</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5555183" y="3199744"/>
            <a:ext cx="684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6861628" y="3199744"/>
            <a:ext cx="720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8918504"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ｼｽﾃﾑ</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6250809" y="3199744"/>
            <a:ext cx="61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7579994" y="3199744"/>
            <a:ext cx="1332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781270"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9390287" y="3199744"/>
            <a:ext cx="396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運用</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endParaRPr lang="en-US" altLang="ja-JP" sz="110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934087" y="2023946"/>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★検証環境構築（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7110009" y="2350281"/>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790411" y="2023946"/>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★本番切替</a:t>
            </a:r>
          </a:p>
        </p:txBody>
      </p:sp>
      <p:cxnSp>
        <p:nvCxnSpPr>
          <p:cNvPr id="17" name="直線矢印コネクタ 16">
            <a:extLst>
              <a:ext uri="{FF2B5EF4-FFF2-40B4-BE49-F238E27FC236}">
                <a16:creationId xmlns:a16="http://schemas.microsoft.com/office/drawing/2014/main" id="{E790A065-B778-3BA9-9429-E5F10C89F2E9}"/>
              </a:ext>
            </a:extLst>
          </p:cNvPr>
          <p:cNvCxnSpPr>
            <a:cxnSpLocks/>
          </p:cNvCxnSpPr>
          <p:nvPr/>
        </p:nvCxnSpPr>
        <p:spPr>
          <a:xfrm>
            <a:off x="5569007" y="3206592"/>
            <a:ext cx="1292621"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B2B2F94-BDA8-634A-F523-40B53FCA279A}"/>
              </a:ext>
            </a:extLst>
          </p:cNvPr>
          <p:cNvSpPr txBox="1"/>
          <p:nvPr/>
        </p:nvSpPr>
        <p:spPr>
          <a:xfrm>
            <a:off x="5321544" y="2920517"/>
            <a:ext cx="1540084" cy="257369"/>
          </a:xfrm>
          <a:prstGeom prst="rect">
            <a:avLst/>
          </a:prstGeom>
          <a:noFill/>
          <a:ln>
            <a:noFill/>
          </a:ln>
        </p:spPr>
        <p:txBody>
          <a:bodyPr wrap="square" lIns="54000" tIns="36000" rIns="54000" bIns="36000" rtlCol="0" anchor="ctr">
            <a:spAutoFit/>
          </a:bodyPr>
          <a:lstStyle/>
          <a:p>
            <a:pPr algn="ctr"/>
            <a:r>
              <a:rPr kumimoji="1" lang="ja-JP" altLang="en-US" sz="12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9" name="テキスト ボックス 18">
            <a:extLst>
              <a:ext uri="{FF2B5EF4-FFF2-40B4-BE49-F238E27FC236}">
                <a16:creationId xmlns:a16="http://schemas.microsoft.com/office/drawing/2014/main" id="{71141E64-8092-FD1B-D0EF-695AF898DA1D}"/>
              </a:ext>
            </a:extLst>
          </p:cNvPr>
          <p:cNvSpPr txBox="1"/>
          <p:nvPr/>
        </p:nvSpPr>
        <p:spPr>
          <a:xfrm>
            <a:off x="6974541" y="2912498"/>
            <a:ext cx="3066566" cy="257369"/>
          </a:xfrm>
          <a:prstGeom prst="rect">
            <a:avLst/>
          </a:prstGeom>
          <a:noFill/>
          <a:ln>
            <a:noFill/>
          </a:ln>
        </p:spPr>
        <p:txBody>
          <a:bodyPr wrap="square" lIns="54000" tIns="36000" rIns="54000" bIns="36000" rtlCol="0" anchor="ctr">
            <a:spAutoFit/>
          </a:bodyPr>
          <a:lstStyle/>
          <a:p>
            <a:pPr algn="ctr"/>
            <a:r>
              <a:rPr kumimoji="1" lang="ja-JP" altLang="en-US" sz="1200" b="1">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cxnSp>
        <p:nvCxnSpPr>
          <p:cNvPr id="25" name="直線矢印コネクタ 24">
            <a:extLst>
              <a:ext uri="{FF2B5EF4-FFF2-40B4-BE49-F238E27FC236}">
                <a16:creationId xmlns:a16="http://schemas.microsoft.com/office/drawing/2014/main" id="{6F724102-C580-BC0F-594C-AB6463FD5783}"/>
              </a:ext>
            </a:extLst>
          </p:cNvPr>
          <p:cNvCxnSpPr>
            <a:cxnSpLocks/>
          </p:cNvCxnSpPr>
          <p:nvPr/>
        </p:nvCxnSpPr>
        <p:spPr>
          <a:xfrm>
            <a:off x="6861628" y="3206592"/>
            <a:ext cx="3387642"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フッター プレースホルダー 2">
            <a:extLst>
              <a:ext uri="{FF2B5EF4-FFF2-40B4-BE49-F238E27FC236}">
                <a16:creationId xmlns:a16="http://schemas.microsoft.com/office/drawing/2014/main" id="{E7A440B9-E5E3-48EF-A16E-33326F462D4A}"/>
              </a:ext>
            </a:extLst>
          </p:cNvPr>
          <p:cNvSpPr>
            <a:spLocks noGrp="1"/>
          </p:cNvSpPr>
          <p:nvPr>
            <p:ph type="ftr" sz="quarter" idx="11"/>
          </p:nvPr>
        </p:nvSpPr>
        <p:spPr/>
        <p:txBody>
          <a:bodyPr/>
          <a:lstStyle/>
          <a:p>
            <a:r>
              <a:rPr lang="en-US"/>
              <a:t>Copyright © 2025 SystemEXE,Inc All Rights Reserved.</a:t>
            </a:r>
          </a:p>
        </p:txBody>
      </p:sp>
      <p:sp>
        <p:nvSpPr>
          <p:cNvPr id="6" name="スライド番号プレースホルダー 5">
            <a:extLst>
              <a:ext uri="{FF2B5EF4-FFF2-40B4-BE49-F238E27FC236}">
                <a16:creationId xmlns:a16="http://schemas.microsoft.com/office/drawing/2014/main" id="{BCF40C9E-58CE-6635-9294-EF6092F96AD5}"/>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7" name="正方形/長方形 6">
            <a:extLst>
              <a:ext uri="{FF2B5EF4-FFF2-40B4-BE49-F238E27FC236}">
                <a16:creationId xmlns:a16="http://schemas.microsoft.com/office/drawing/2014/main" id="{2CEC2054-A3AC-76B6-4A8D-D9E8F302498E}"/>
              </a:ext>
            </a:extLst>
          </p:cNvPr>
          <p:cNvSpPr/>
          <p:nvPr/>
        </p:nvSpPr>
        <p:spPr>
          <a:xfrm>
            <a:off x="6861628" y="2676616"/>
            <a:ext cx="3613332" cy="1471009"/>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1E06FF7-1A14-1024-0CEB-85CC5F1FA1B9}"/>
              </a:ext>
            </a:extLst>
          </p:cNvPr>
          <p:cNvSpPr/>
          <p:nvPr/>
        </p:nvSpPr>
        <p:spPr>
          <a:xfrm>
            <a:off x="5321543" y="2641767"/>
            <a:ext cx="1540084" cy="1505857"/>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126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noProof="0" dirty="0">
                  <a:ln>
                    <a:noFill/>
                  </a:ln>
                  <a:solidFill>
                    <a:prstClr val="black"/>
                  </a:solidFill>
                  <a:effectLst/>
                  <a:uLnTx/>
                  <a:uFillTx/>
                  <a:latin typeface="+mn-ea"/>
                </a:rPr>
                <a:t>東 陽介</a:t>
              </a:r>
              <a:r>
                <a:rPr kumimoji="1" lang="ja-JP" altLang="en-US" sz="1600" b="0" i="0" u="none" strike="noStrike" kern="0" cap="none" spc="0" normalizeH="0" baseline="0" noProof="0" dirty="0">
                  <a:ln>
                    <a:noFill/>
                  </a:ln>
                  <a:solidFill>
                    <a:prstClr val="black"/>
                  </a:solidFill>
                  <a:effectLst/>
                  <a:uLnTx/>
                  <a:uFillTx/>
                  <a:latin typeface="+mn-ea"/>
                </a:rPr>
                <a:t>様</a:t>
              </a:r>
              <a:endParaRPr kumimoji="1" lang="en-US" altLang="ja-JP" sz="1600" b="0" i="0" u="none" strike="noStrike" kern="0" cap="none" spc="0" normalizeH="0" baseline="0" noProof="0" dirty="0">
                <a:ln>
                  <a:noFill/>
                </a:ln>
                <a:solidFill>
                  <a:prstClr val="black"/>
                </a:solidFill>
                <a:effectLst/>
                <a:uLnTx/>
                <a:uFillTx/>
                <a:latin typeface="+mn-ea"/>
              </a:endParaRPr>
            </a:p>
            <a:p>
              <a:pPr lvl="0" algn="ctr" defTabSz="914400">
                <a:defRPr/>
              </a:pPr>
              <a:r>
                <a:rPr kumimoji="1" lang="ja-JP" altLang="en-US" sz="1600" kern="0" dirty="0">
                  <a:solidFill>
                    <a:prstClr val="black"/>
                  </a:solidFill>
                  <a:latin typeface="+mn-ea"/>
                </a:rPr>
                <a:t>吉田 奈央様</a:t>
              </a:r>
              <a:endParaRPr kumimoji="1" lang="en-US" altLang="ja-JP" sz="1600" kern="0" dirty="0">
                <a:solidFill>
                  <a:prstClr val="black"/>
                </a:solidFill>
                <a:latin typeface="+mn-ea"/>
              </a:endParaRPr>
            </a:p>
            <a:p>
              <a:pPr lvl="0" algn="ctr" defTabSz="914400">
                <a:defRPr/>
              </a:pPr>
              <a:r>
                <a:rPr kumimoji="1" lang="ja-JP" altLang="en-US" sz="1600" kern="0" dirty="0">
                  <a:solidFill>
                    <a:prstClr val="black"/>
                  </a:solidFill>
                  <a:latin typeface="+mn-ea"/>
                </a:rPr>
                <a:t>箱崎 咲里様</a:t>
              </a:r>
              <a:endParaRPr kumimoji="1" lang="en-US" altLang="ja-JP" sz="1600" b="0" i="0" u="none" strike="noStrike" kern="0" cap="none" spc="0" normalizeH="0" baseline="0" noProof="0" dirty="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44894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川名 翔太</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437423" y="4684387"/>
            <a:ext cx="2736000" cy="1118343"/>
            <a:chOff x="6852000" y="5532583"/>
            <a:chExt cx="2736000" cy="55589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a:solidFill>
                    <a:srgbClr val="333333"/>
                  </a:solidFill>
                  <a:latin typeface="游ゴシック"/>
                  <a:ea typeface="游ゴシック"/>
                </a:rPr>
                <a:t>TBD</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448941" y="331131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髙木 義尚</a:t>
              </a:r>
              <a:endParaRPr lang="en-US" altLang="ja-JP" sz="1600">
                <a:solidFill>
                  <a:srgbClr val="333333"/>
                </a:solidFill>
                <a:latin typeface="游ゴシック"/>
                <a:ea typeface="游ゴシック"/>
              </a:endParaRP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497316"/>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星野 直道</a:t>
              </a:r>
              <a:r>
                <a:rPr kumimoji="0" lang="ja-JP" altLang="en-US" sz="1600" b="0" i="0" u="none" strike="noStrike" kern="0" cap="none" spc="0" normalizeH="0" baseline="0" noProof="0">
                  <a:ln>
                    <a:noFill/>
                  </a:ln>
                  <a:solidFill>
                    <a:prstClr val="black"/>
                  </a:solidFill>
                  <a:effectLst/>
                  <a:uLnTx/>
                  <a:uFillTx/>
                  <a:latin typeface="+mn-ea"/>
                </a:rPr>
                <a:t>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3CC1F934-6D71-403E-0013-BCEAA8EDD9A9}"/>
              </a:ext>
            </a:extLst>
          </p:cNvPr>
          <p:cNvGrpSpPr/>
          <p:nvPr/>
        </p:nvGrpSpPr>
        <p:grpSpPr>
          <a:xfrm>
            <a:off x="8308289" y="4183367"/>
            <a:ext cx="2747043" cy="1016060"/>
            <a:chOff x="8513796" y="4231002"/>
            <a:chExt cx="2747043" cy="1016060"/>
          </a:xfrm>
        </p:grpSpPr>
        <p:sp>
          <p:nvSpPr>
            <p:cNvPr id="5" name="片側の 2 つの角を丸めた四角形 29">
              <a:extLst>
                <a:ext uri="{FF2B5EF4-FFF2-40B4-BE49-F238E27FC236}">
                  <a16:creationId xmlns:a16="http://schemas.microsoft.com/office/drawing/2014/main" id="{6FC4F9D1-1D47-B569-16E9-0FDAD10F924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 name="正方形/長方形 5">
              <a:extLst>
                <a:ext uri="{FF2B5EF4-FFF2-40B4-BE49-F238E27FC236}">
                  <a16:creationId xmlns:a16="http://schemas.microsoft.com/office/drawing/2014/main" id="{54179535-7C1B-07B6-E21C-AA7C9FD94A0E}"/>
                </a:ext>
              </a:extLst>
            </p:cNvPr>
            <p:cNvSpPr/>
            <p:nvPr/>
          </p:nvSpPr>
          <p:spPr>
            <a:xfrm>
              <a:off x="8513796" y="4505846"/>
              <a:ext cx="2747043" cy="74121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a:lnSpc>
                  <a:spcPct val="100000"/>
                </a:lnSpc>
                <a:spcBef>
                  <a:spcPts val="0"/>
                </a:spcBef>
                <a:spcAft>
                  <a:spcPts val="0"/>
                </a:spcAft>
                <a:buNone/>
                <a:tabLst/>
                <a:defRPr/>
              </a:pPr>
              <a:r>
                <a:rPr kumimoji="0" lang="ja-JP" sz="1600" b="0" i="0" u="none" strike="noStrike" kern="0" cap="none" spc="0" normalizeH="0" baseline="0" noProof="0">
                  <a:ln>
                    <a:noFill/>
                  </a:ln>
                  <a:solidFill>
                    <a:prstClr val="black"/>
                  </a:solidFill>
                  <a:effectLst/>
                  <a:uLnTx/>
                  <a:uFillTx/>
                  <a:latin typeface="游ゴシック"/>
                  <a:ea typeface="游ゴシック"/>
                </a:rPr>
                <a:t>東条 美佳</a:t>
              </a:r>
              <a:endParaRPr lang="en-US" sz="1600" b="0" i="0" u="none" strike="noStrike" kern="0" cap="none" spc="0" normalizeH="0" baseline="0" noProof="0">
                <a:ln>
                  <a:noFill/>
                </a:ln>
                <a:solidFill>
                  <a:srgbClr val="323232"/>
                </a:solidFill>
                <a:effectLst/>
                <a:uLnTx/>
                <a:uFillTx/>
                <a:latin typeface="游ゴシック"/>
                <a:ea typeface="游ゴシック"/>
              </a:endParaRPr>
            </a:p>
            <a:p>
              <a:pPr algn="ctr" defTabSz="914400">
                <a:defRPr/>
              </a:pPr>
              <a:r>
                <a:rPr lang="ja-JP" sz="1600" kern="0">
                  <a:solidFill>
                    <a:prstClr val="black"/>
                  </a:solidFill>
                  <a:latin typeface="游ゴシック"/>
                  <a:ea typeface="游ゴシック"/>
                </a:rPr>
                <a:t>伊達 翔互</a:t>
              </a:r>
              <a:endParaRPr lang="ja-JP" sz="1600" kern="0">
                <a:solidFill>
                  <a:srgbClr val="323232"/>
                </a:solidFill>
                <a:latin typeface="游ゴシック"/>
                <a:ea typeface="游ゴシック"/>
              </a:endParaRPr>
            </a:p>
            <a:p>
              <a:pPr algn="ctr" defTabSz="914400">
                <a:defRPr/>
              </a:pPr>
              <a:r>
                <a:rPr lang="ja-JP" sz="1600" kern="0">
                  <a:solidFill>
                    <a:prstClr val="black"/>
                  </a:solidFill>
                  <a:latin typeface="游ゴシック"/>
                  <a:ea typeface="游ゴシック"/>
                </a:rPr>
                <a:t>篠塚 正裕</a:t>
              </a:r>
              <a:endParaRPr lang="en-US" sz="1600" kern="0">
                <a:solidFill>
                  <a:srgbClr val="323232"/>
                </a:solidFill>
                <a:latin typeface="游ゴシック"/>
                <a:ea typeface="游ゴシック"/>
              </a:endParaRPr>
            </a:p>
          </p:txBody>
        </p:sp>
      </p:grpSp>
      <p:cxnSp>
        <p:nvCxnSpPr>
          <p:cNvPr id="9" name="直線コネクタ 8">
            <a:extLst>
              <a:ext uri="{FF2B5EF4-FFF2-40B4-BE49-F238E27FC236}">
                <a16:creationId xmlns:a16="http://schemas.microsoft.com/office/drawing/2014/main" id="{FD29C68E-94DB-DE44-7571-992B9D68D4BB}"/>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
        <p:nvSpPr>
          <p:cNvPr id="12" name="スライド番号プレースホルダー 11">
            <a:extLst>
              <a:ext uri="{FF2B5EF4-FFF2-40B4-BE49-F238E27FC236}">
                <a16:creationId xmlns:a16="http://schemas.microsoft.com/office/drawing/2014/main" id="{26E76910-08D0-5EFE-D88E-14BE0E9B7C05}"/>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
        <p:nvSpPr>
          <p:cNvPr id="13" name="フッター プレースホルダー 2">
            <a:extLst>
              <a:ext uri="{FF2B5EF4-FFF2-40B4-BE49-F238E27FC236}">
                <a16:creationId xmlns:a16="http://schemas.microsoft.com/office/drawing/2014/main" id="{E1812AC6-0241-5A48-F9BE-7A07DF76E5B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1107199945"/>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6,320,000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7,400,000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5" name="正方形/長方形 4">
            <a:extLst>
              <a:ext uri="{FF2B5EF4-FFF2-40B4-BE49-F238E27FC236}">
                <a16:creationId xmlns:a16="http://schemas.microsoft.com/office/drawing/2014/main" id="{26C83373-E7E2-B928-3FFA-F31C29CAABE8}"/>
              </a:ext>
            </a:extLst>
          </p:cNvPr>
          <p:cNvSpPr/>
          <p:nvPr/>
        </p:nvSpPr>
        <p:spPr>
          <a:xfrm>
            <a:off x="576000" y="2570480"/>
            <a:ext cx="11168960" cy="297688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1FFE2C33-961F-716C-8C69-52EE9EFBF0F0}"/>
              </a:ext>
            </a:extLst>
          </p:cNvPr>
          <p:cNvSpPr/>
          <p:nvPr/>
        </p:nvSpPr>
        <p:spPr>
          <a:xfrm>
            <a:off x="576000" y="1198027"/>
            <a:ext cx="11168960" cy="1372453"/>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5091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marL="342900" indent="-342900">
              <a:buFont typeface="+mj-lt"/>
              <a:buAutoNum type="arabicPeriod"/>
            </a:pPr>
            <a:r>
              <a:rPr kumimoji="1" lang="ja-JP" altLang="en-US" b="0" u="none" dirty="0"/>
              <a:t>本資料記載の金額は全て税抜となります。</a:t>
            </a:r>
            <a:endParaRPr kumimoji="1" lang="en-US" altLang="ja-JP" b="0" u="none" dirty="0"/>
          </a:p>
          <a:p>
            <a:pPr marL="342900" indent="-342900">
              <a:buFont typeface="+mj-lt"/>
              <a:buAutoNum type="arabicPeriod"/>
            </a:pPr>
            <a:r>
              <a:rPr kumimoji="1" lang="ja-JP" altLang="en-US" b="0" u="none" dirty="0">
                <a:latin typeface="游ゴシック"/>
                <a:ea typeface="游ゴシック"/>
              </a:rPr>
              <a:t>本お見積りは単純移行を想定しており</a:t>
            </a:r>
            <a:r>
              <a:rPr lang="ja-JP" altLang="en-US" b="0" u="none" dirty="0">
                <a:latin typeface="游ゴシック"/>
                <a:ea typeface="游ゴシック"/>
              </a:rPr>
              <a:t>、</a:t>
            </a:r>
            <a:r>
              <a:rPr lang="ja-JP" altLang="en-US" b="0" dirty="0">
                <a:latin typeface="游ゴシック"/>
                <a:ea typeface="游ゴシック"/>
              </a:rPr>
              <a:t>24年12月3日時点のDP課様からの情報を元に算出しており</a:t>
            </a:r>
            <a:r>
              <a:rPr kumimoji="1" lang="ja-JP" altLang="en-US" b="0" dirty="0">
                <a:latin typeface="游ゴシック"/>
                <a:ea typeface="游ゴシック"/>
              </a:rPr>
              <a:t>ます</a:t>
            </a:r>
            <a:r>
              <a:rPr kumimoji="1" lang="ja-JP" altLang="en-US" b="0" u="none" dirty="0">
                <a:latin typeface="游ゴシック"/>
                <a:ea typeface="游ゴシック"/>
              </a:rPr>
              <a:t>。</a:t>
            </a:r>
            <a:endParaRPr kumimoji="1" lang="en-US" altLang="ja-JP" b="0" u="none" dirty="0">
              <a:latin typeface="游ゴシック"/>
              <a:ea typeface="游ゴシック"/>
            </a:endParaRPr>
          </a:p>
          <a:p>
            <a:pPr marL="342900" indent="-342900">
              <a:buFont typeface="+mj-lt"/>
              <a:buAutoNum type="arabicPeriod"/>
            </a:pPr>
            <a:r>
              <a:rPr lang="ja-JP" altLang="en-US" b="0" u="none" dirty="0"/>
              <a:t>作業場所は原則弊社オフィス内とします。弊社オフィス内には在宅での勤務を含みます。</a:t>
            </a:r>
            <a:endParaRPr lang="en-US" altLang="ja-JP" b="0" u="none" dirty="0"/>
          </a:p>
          <a:p>
            <a:pPr marL="342900" indent="-342900">
              <a:buFont typeface="+mj-lt"/>
              <a:buAutoNum type="arabicPeriod"/>
            </a:pPr>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pPr marL="342900" indent="-342900">
              <a:buFont typeface="+mj-lt"/>
              <a:buAutoNum type="arabicPeriod"/>
            </a:pPr>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pPr marL="342900" indent="-342900">
              <a:buFont typeface="+mj-lt"/>
              <a:buAutoNum type="arabicPeriod"/>
            </a:pPr>
            <a:r>
              <a:rPr kumimoji="1" lang="en-US" altLang="ja-JP" b="0" u="none" dirty="0">
                <a:latin typeface="游ゴシック"/>
                <a:ea typeface="游ゴシック"/>
              </a:rPr>
              <a:t>DB</a:t>
            </a:r>
            <a:r>
              <a:rPr kumimoji="1" lang="ja-JP" altLang="en-US" b="0" u="none" dirty="0">
                <a:latin typeface="游ゴシック"/>
                <a:ea typeface="游ゴシック"/>
              </a:rPr>
              <a:t>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pPr marL="342900" indent="-342900">
              <a:buFont typeface="+mj-lt"/>
              <a:buAutoNum type="arabicPeriod"/>
            </a:pPr>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pPr marL="342900" indent="-342900">
              <a:buFont typeface="+mj-lt"/>
              <a:buAutoNum type="arabicPeriod"/>
            </a:pPr>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en-US" altLang="ja-JP" b="0" u="none" dirty="0">
              <a:latin typeface="游ゴシック"/>
              <a:ea typeface="游ゴシック"/>
              <a:cs typeface="+mn-ea"/>
            </a:endParaRPr>
          </a:p>
          <a:p>
            <a:pPr marL="342900" indent="-342900">
              <a:buFont typeface="+mj-lt"/>
              <a:buAutoNum type="arabicPeriod"/>
            </a:pPr>
            <a:r>
              <a:rPr lang="en-US" altLang="ja-JP" b="0" u="none" dirty="0" err="1">
                <a:latin typeface="游ゴシック"/>
                <a:ea typeface="游ゴシック"/>
                <a:cs typeface="+mn-ea"/>
              </a:rPr>
              <a:t>SWANシステム内の</a:t>
            </a:r>
            <a:r>
              <a:rPr lang="ja-JP" altLang="en-US" b="0" u="none" dirty="0">
                <a:latin typeface="游ゴシック"/>
                <a:ea typeface="游ゴシック"/>
                <a:cs typeface="+mn-ea"/>
              </a:rPr>
              <a:t>購買と</a:t>
            </a:r>
            <a:r>
              <a:rPr lang="en-US" altLang="ja-JP" b="0" u="none" dirty="0">
                <a:latin typeface="游ゴシック"/>
                <a:ea typeface="游ゴシック"/>
                <a:cs typeface="+mn-ea"/>
              </a:rPr>
              <a:t>LIMS</a:t>
            </a:r>
            <a:r>
              <a:rPr lang="ja-JP" altLang="en-US" b="0" u="none" dirty="0">
                <a:latin typeface="游ゴシック"/>
                <a:ea typeface="游ゴシック"/>
                <a:cs typeface="+mn-ea"/>
              </a:rPr>
              <a:t>以外の機能に関する作業は対象外となります。</a:t>
            </a:r>
            <a:endParaRPr lang="en-US" altLang="ja-JP" b="0" u="none" dirty="0">
              <a:latin typeface="游ゴシック"/>
              <a:ea typeface="游ゴシック"/>
              <a:cs typeface="+mn-ea"/>
            </a:endParaRPr>
          </a:p>
          <a:p>
            <a:pPr marL="342900" indent="-342900">
              <a:buFont typeface="+mj-lt"/>
              <a:buAutoNum type="arabicPeriod"/>
            </a:pPr>
            <a:r>
              <a:rPr lang="ja-JP" altLang="en-US" b="0" u="none" dirty="0">
                <a:latin typeface="游ゴシック"/>
                <a:ea typeface="游ゴシック"/>
              </a:rPr>
              <a:t>瑕疵担保責任期間は本稼働日より</a:t>
            </a:r>
            <a:r>
              <a:rPr lang="en-US" altLang="ja-JP" b="0" u="none" dirty="0">
                <a:latin typeface="游ゴシック"/>
                <a:ea typeface="游ゴシック"/>
              </a:rPr>
              <a:t>6</a:t>
            </a:r>
            <a:r>
              <a:rPr lang="ja-JP" altLang="en-US" b="0" u="none" dirty="0">
                <a:latin typeface="游ゴシック"/>
                <a:ea typeface="游ゴシック"/>
              </a:rPr>
              <a:t>ヶ月とします。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6</a:t>
            </a:r>
            <a:r>
              <a:rPr lang="ja-JP" altLang="en-US" b="0" u="none" dirty="0">
                <a:latin typeface="游ゴシック"/>
                <a:ea typeface="游ゴシック"/>
              </a:rPr>
              <a:t>ヶ月に限り契約不適合責任を追及できることとします。）</a:t>
            </a:r>
          </a:p>
          <a:p>
            <a:pPr marL="342900" indent="-342900">
              <a:buFont typeface="+mj-lt"/>
              <a:buAutoNum type="arabicPeriod"/>
            </a:pPr>
            <a:r>
              <a:rPr kumimoji="1" lang="ja-JP" altLang="en-US" b="0" u="none" dirty="0"/>
              <a:t>上記に記載のない諸条件につきましては、別途ご相談の上、決定させていただきます。</a:t>
            </a:r>
          </a:p>
        </p:txBody>
      </p:sp>
      <p:sp>
        <p:nvSpPr>
          <p:cNvPr id="3" name="フッター プレースホルダー 2">
            <a:extLst>
              <a:ext uri="{FF2B5EF4-FFF2-40B4-BE49-F238E27FC236}">
                <a16:creationId xmlns:a16="http://schemas.microsoft.com/office/drawing/2014/main" id="{30E56596-A1ED-2F69-F677-7D982007C31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E456C9CB-5508-25C1-DA94-312D01A44A37}"/>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スライド番号プレースホルダー 9">
            <a:extLst>
              <a:ext uri="{FF2B5EF4-FFF2-40B4-BE49-F238E27FC236}">
                <a16:creationId xmlns:a16="http://schemas.microsoft.com/office/drawing/2014/main" id="{4F72D725-8012-38E8-7AFF-47702D362E76}"/>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533"/>
          </a:p>
        </p:txBody>
      </p:sp>
      <p:sp>
        <p:nvSpPr>
          <p:cNvPr id="11" name="フッター プレースホルダー 2">
            <a:extLst>
              <a:ext uri="{FF2B5EF4-FFF2-40B4-BE49-F238E27FC236}">
                <a16:creationId xmlns:a16="http://schemas.microsoft.com/office/drawing/2014/main" id="{4DD0AA36-94ED-0CF3-38E7-421560AF8BF7}"/>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32563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3036490226"/>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3390287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6A9E7-D25B-EBF5-21DD-84E8FFE1A5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3EFDBD-F449-7696-9FC0-174B46EBAE0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D7A67DB8-35A1-86C1-93FC-4CC70BBF4D7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738AD710-12CC-5AE2-9061-9F280BA78FEC}"/>
              </a:ext>
            </a:extLst>
          </p:cNvPr>
          <p:cNvGraphicFramePr>
            <a:graphicFrameLocks noGrp="1"/>
          </p:cNvGraphicFramePr>
          <p:nvPr/>
        </p:nvGraphicFramePr>
        <p:xfrm>
          <a:off x="606000" y="865868"/>
          <a:ext cx="10979999" cy="518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3,920,000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4353DBD6-310D-690B-A3C8-2D9FE327FB84}"/>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01D64F98-43A2-990D-4350-78AAF4DC9B6A}"/>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8D9C885F-3ED0-8CB1-CFCB-CE5F0A247881}"/>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41260172"/>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256114-9692-4AFD-A1B5-9478CC2F3CA7}">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4C728C5-B22A-42B4-8163-E4A5D49941FF}">
  <ds:schemaRefs>
    <ds:schemaRef ds:uri="http://purl.org/dc/terms/"/>
    <ds:schemaRef ds:uri="http://purl.org/dc/dcmitype/"/>
    <ds:schemaRef ds:uri="http://purl.org/dc/elements/1.1/"/>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2fd442da-66a9-4fa6-ba31-eb0d54ad1381"/>
    <ds:schemaRef ds:uri="http://schemas.microsoft.com/office/2006/metadata/properties"/>
  </ds:schemaRefs>
</ds:datastoreItem>
</file>

<file path=customXml/itemProps3.xml><?xml version="1.0" encoding="utf-8"?>
<ds:datastoreItem xmlns:ds="http://schemas.openxmlformats.org/officeDocument/2006/customXml" ds:itemID="{AE332BF2-0A3C-4B34-A48C-16084CC4E11C}">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99</TotalTime>
  <Words>1896</Words>
  <Application>Microsoft Office PowerPoint</Application>
  <PresentationFormat>ワイド画面</PresentationFormat>
  <Paragraphs>490</Paragraphs>
  <Slides>14</Slides>
  <Notes>3</Notes>
  <HiddenSlides>2</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游ゴシック</vt:lpstr>
      <vt:lpstr>游ゴシック</vt:lpstr>
      <vt:lpstr>Yu Gothic Medium</vt:lpstr>
      <vt:lpstr>游明朝</vt:lpstr>
      <vt:lpstr>Arial</vt:lpstr>
      <vt:lpstr>Calibri</vt:lpstr>
      <vt:lpstr>Wingdings</vt:lpstr>
      <vt:lpstr>Office テーマ</vt:lpstr>
      <vt:lpstr>概算お見積もり(第3.0版）</vt:lpstr>
      <vt:lpstr>１. はじめに</vt:lpstr>
      <vt:lpstr>２. お見積り範囲</vt:lpstr>
      <vt:lpstr>２. システム構成（AsIs）</vt:lpstr>
      <vt:lpstr>２. システム構成（ToBe）</vt:lpstr>
      <vt:lpstr>３. 想定している作業内容と成果物</vt:lpstr>
      <vt:lpstr>４. 機能数と作業範囲</vt:lpstr>
      <vt:lpstr>５. スケジュール（想定）</vt:lpstr>
      <vt:lpstr>６. 体制（想定）</vt:lpstr>
      <vt:lpstr>７. お見積もり</vt:lpstr>
      <vt:lpstr>８. お見積もり前提条件</vt:lpstr>
      <vt:lpstr>PowerPoint プレゼンテーション</vt:lpstr>
      <vt:lpstr>７. お見積もり</vt:lpstr>
      <vt:lpstr>７. お見積もり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7</cp:revision>
  <dcterms:created xsi:type="dcterms:W3CDTF">2021-02-05T06:36:21Z</dcterms:created>
  <dcterms:modified xsi:type="dcterms:W3CDTF">2025-10-02T01:30:36Z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