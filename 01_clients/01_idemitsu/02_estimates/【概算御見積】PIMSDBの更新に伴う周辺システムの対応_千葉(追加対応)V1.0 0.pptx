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770" r:id="rId4"/>
  </p:sldMasterIdLst>
  <p:notesMasterIdLst>
    <p:notesMasterId r:id="rId16"/>
  </p:notesMasterIdLst>
  <p:handoutMasterIdLst>
    <p:handoutMasterId r:id="rId17"/>
  </p:handoutMasterIdLst>
  <p:sldIdLst>
    <p:sldId id="714" r:id="rId5"/>
    <p:sldId id="934" r:id="rId6"/>
    <p:sldId id="941" r:id="rId7"/>
    <p:sldId id="927" r:id="rId8"/>
    <p:sldId id="766" r:id="rId9"/>
    <p:sldId id="929" r:id="rId10"/>
    <p:sldId id="940" r:id="rId11"/>
    <p:sldId id="765" r:id="rId12"/>
    <p:sldId id="942" r:id="rId13"/>
    <p:sldId id="923" r:id="rId14"/>
    <p:sldId id="767"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D5EDEE"/>
    <a:srgbClr val="FFFFFF"/>
    <a:srgbClr val="FFFFCC"/>
    <a:srgbClr val="FAF2D4"/>
    <a:srgbClr val="9A3B5D"/>
    <a:srgbClr val="FDEDDA"/>
    <a:srgbClr val="F2F2F2"/>
    <a:srgbClr val="EDEDED"/>
    <a:srgbClr val="4B4B4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636" y="10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石井徹" userId="bd567184-c19d-4717-9194-a1e548d2dddf" providerId="ADAL" clId="{D7D537D0-A513-445F-B982-7BADD7299E9B}"/>
    <pc:docChg chg="undo custSel modSld">
      <pc:chgData name="石井徹" userId="bd567184-c19d-4717-9194-a1e548d2dddf" providerId="ADAL" clId="{D7D537D0-A513-445F-B982-7BADD7299E9B}" dt="2025-04-11T07:02:59.690" v="133" actId="12789"/>
      <pc:docMkLst>
        <pc:docMk/>
      </pc:docMkLst>
      <pc:sldChg chg="modSp mod">
        <pc:chgData name="石井徹" userId="bd567184-c19d-4717-9194-a1e548d2dddf" providerId="ADAL" clId="{D7D537D0-A513-445F-B982-7BADD7299E9B}" dt="2025-04-11T06:58:03.596" v="106" actId="20577"/>
        <pc:sldMkLst>
          <pc:docMk/>
          <pc:sldMk cId="3201888243" sldId="714"/>
        </pc:sldMkLst>
      </pc:sldChg>
      <pc:sldChg chg="addSp delSp modSp mod">
        <pc:chgData name="石井徹" userId="bd567184-c19d-4717-9194-a1e548d2dddf" providerId="ADAL" clId="{D7D537D0-A513-445F-B982-7BADD7299E9B}" dt="2025-04-11T07:02:59.690" v="133" actId="12789"/>
        <pc:sldMkLst>
          <pc:docMk/>
          <pc:sldMk cId="3560606343" sldId="766"/>
        </pc:sldMkLst>
      </pc:sldChg>
      <pc:sldChg chg="modSp mod">
        <pc:chgData name="石井徹" userId="bd567184-c19d-4717-9194-a1e548d2dddf" providerId="ADAL" clId="{D7D537D0-A513-445F-B982-7BADD7299E9B}" dt="2025-04-11T06:58:42.473" v="118" actId="20577"/>
        <pc:sldMkLst>
          <pc:docMk/>
          <pc:sldMk cId="2410374903" sldId="767"/>
        </pc:sldMkLst>
      </pc:sldChg>
      <pc:sldChg chg="modSp mod">
        <pc:chgData name="石井徹" userId="bd567184-c19d-4717-9194-a1e548d2dddf" providerId="ADAL" clId="{D7D537D0-A513-445F-B982-7BADD7299E9B}" dt="2025-04-11T06:58:32.019" v="115" actId="20577"/>
        <pc:sldMkLst>
          <pc:docMk/>
          <pc:sldMk cId="2453405637" sldId="923"/>
        </pc:sldMkLst>
      </pc:sldChg>
      <pc:sldChg chg="modSp mod">
        <pc:chgData name="石井徹" userId="bd567184-c19d-4717-9194-a1e548d2dddf" providerId="ADAL" clId="{D7D537D0-A513-445F-B982-7BADD7299E9B}" dt="2025-04-11T06:58:18.210" v="110" actId="20577"/>
        <pc:sldMkLst>
          <pc:docMk/>
          <pc:sldMk cId="286748565" sldId="927"/>
        </pc:sldMkLst>
      </pc:sldChg>
      <pc:sldChg chg="modSp mod">
        <pc:chgData name="石井徹" userId="bd567184-c19d-4717-9194-a1e548d2dddf" providerId="ADAL" clId="{D7D537D0-A513-445F-B982-7BADD7299E9B}" dt="2025-04-11T06:58:24.008" v="112" actId="20577"/>
        <pc:sldMkLst>
          <pc:docMk/>
          <pc:sldMk cId="2399073518" sldId="929"/>
        </pc:sldMkLst>
      </pc:sldChg>
      <pc:sldChg chg="modSp mod">
        <pc:chgData name="石井徹" userId="bd567184-c19d-4717-9194-a1e548d2dddf" providerId="ADAL" clId="{D7D537D0-A513-445F-B982-7BADD7299E9B}" dt="2025-04-11T06:58:12.709" v="108" actId="20577"/>
        <pc:sldMkLst>
          <pc:docMk/>
          <pc:sldMk cId="804980288" sldId="932"/>
        </pc:sldMkLst>
      </pc:sldChg>
      <pc:sldChg chg="modSp mod">
        <pc:chgData name="石井徹" userId="bd567184-c19d-4717-9194-a1e548d2dddf" providerId="ADAL" clId="{D7D537D0-A513-445F-B982-7BADD7299E9B}" dt="2025-04-11T06:58:08.903" v="107" actId="20577"/>
        <pc:sldMkLst>
          <pc:docMk/>
          <pc:sldMk cId="792472682" sldId="934"/>
        </pc:sldMkLst>
      </pc:sldChg>
      <pc:sldChg chg="modSp mod">
        <pc:chgData name="石井徹" userId="bd567184-c19d-4717-9194-a1e548d2dddf" providerId="ADAL" clId="{D7D537D0-A513-445F-B982-7BADD7299E9B}" dt="2025-04-11T06:58:40.104" v="117" actId="20577"/>
        <pc:sldMkLst>
          <pc:docMk/>
          <pc:sldMk cId="1534908909" sldId="938"/>
        </pc:sldMkLst>
      </pc:sldChg>
      <pc:sldChg chg="modSp mod">
        <pc:chgData name="石井徹" userId="bd567184-c19d-4717-9194-a1e548d2dddf" providerId="ADAL" clId="{D7D537D0-A513-445F-B982-7BADD7299E9B}" dt="2025-04-11T06:58:36.411" v="116" actId="20577"/>
        <pc:sldMkLst>
          <pc:docMk/>
          <pc:sldMk cId="1416581463" sldId="939"/>
        </pc:sldMkLst>
      </pc:sldChg>
      <pc:sldChg chg="modSp mod">
        <pc:chgData name="石井徹" userId="bd567184-c19d-4717-9194-a1e548d2dddf" providerId="ADAL" clId="{D7D537D0-A513-445F-B982-7BADD7299E9B}" dt="2025-04-11T06:58:25.964" v="113" actId="20577"/>
        <pc:sldMkLst>
          <pc:docMk/>
          <pc:sldMk cId="3230787738" sldId="940"/>
        </pc:sldMkLst>
      </pc:sldChg>
      <pc:sldChg chg="modSp mod">
        <pc:chgData name="石井徹" userId="bd567184-c19d-4717-9194-a1e548d2dddf" providerId="ADAL" clId="{D7D537D0-A513-445F-B982-7BADD7299E9B}" dt="2025-04-11T06:58:15.447" v="109" actId="20577"/>
        <pc:sldMkLst>
          <pc:docMk/>
          <pc:sldMk cId="224871382" sldId="941"/>
        </pc:sldMkLst>
      </pc:sldChg>
      <pc:sldChg chg="modSp mod">
        <pc:chgData name="石井徹" userId="bd567184-c19d-4717-9194-a1e548d2dddf" providerId="ADAL" clId="{D7D537D0-A513-445F-B982-7BADD7299E9B}" dt="2025-04-11T06:58:28.019" v="114" actId="20577"/>
        <pc:sldMkLst>
          <pc:docMk/>
          <pc:sldMk cId="1134005045" sldId="942"/>
        </pc:sldMkLst>
      </pc:sldChg>
    </pc:docChg>
  </pc:docChgLst>
  <pc:docChgLst>
    <pc:chgData name="野村康二" userId="S::kouji.nomura@system-exe.jp::acaa808a-f809-4ef9-8028-a2ce14b82415" providerId="AD" clId="Web-{D4BDF27A-8A97-12C1-0CA3-36DDC7FCA8D5}"/>
    <pc:docChg chg="modSld">
      <pc:chgData name="野村康二" userId="S::kouji.nomura@system-exe.jp::acaa808a-f809-4ef9-8028-a2ce14b82415" providerId="AD" clId="Web-{D4BDF27A-8A97-12C1-0CA3-36DDC7FCA8D5}" dt="2025-08-12T04:59:14.764" v="1" actId="20577"/>
      <pc:docMkLst>
        <pc:docMk/>
      </pc:docMkLst>
      <pc:sldChg chg="modSp">
        <pc:chgData name="野村康二" userId="S::kouji.nomura@system-exe.jp::acaa808a-f809-4ef9-8028-a2ce14b82415" providerId="AD" clId="Web-{D4BDF27A-8A97-12C1-0CA3-36DDC7FCA8D5}" dt="2025-08-12T04:59:14.764" v="1" actId="20577"/>
        <pc:sldMkLst>
          <pc:docMk/>
          <pc:sldMk cId="792472682" sldId="934"/>
        </pc:sldMkLst>
        <pc:spChg chg="mod">
          <ac:chgData name="野村康二" userId="S::kouji.nomura@system-exe.jp::acaa808a-f809-4ef9-8028-a2ce14b82415" providerId="AD" clId="Web-{D4BDF27A-8A97-12C1-0CA3-36DDC7FCA8D5}" dt="2025-08-12T04:59:14.764" v="1" actId="20577"/>
          <ac:spMkLst>
            <pc:docMk/>
            <pc:sldMk cId="792472682" sldId="934"/>
            <ac:spMk id="13" creationId="{B8B3A81D-32E4-C28F-0D4C-EB7D2165E764}"/>
          </ac:spMkLst>
        </pc:spChg>
      </pc:sldChg>
    </pc:docChg>
  </pc:docChgLst>
  <pc:docChgLst>
    <pc:chgData name="石井徹" userId="bd567184-c19d-4717-9194-a1e548d2dddf" providerId="ADAL" clId="{B0F4259C-A29F-4C51-9D01-FDA0F9FA9D31}"/>
    <pc:docChg chg="undo custSel modSld">
      <pc:chgData name="石井徹" userId="bd567184-c19d-4717-9194-a1e548d2dddf" providerId="ADAL" clId="{B0F4259C-A29F-4C51-9D01-FDA0F9FA9D31}" dt="2025-08-13T01:54:49.363" v="536" actId="20577"/>
      <pc:docMkLst>
        <pc:docMk/>
      </pc:docMkLst>
      <pc:sldChg chg="modSp mod">
        <pc:chgData name="石井徹" userId="bd567184-c19d-4717-9194-a1e548d2dddf" providerId="ADAL" clId="{B0F4259C-A29F-4C51-9D01-FDA0F9FA9D31}" dt="2025-08-13T01:54:49.363" v="536" actId="20577"/>
        <pc:sldMkLst>
          <pc:docMk/>
          <pc:sldMk cId="1395438993" sldId="765"/>
        </pc:sldMkLst>
        <pc:graphicFrameChg chg="mod modGraphic">
          <ac:chgData name="石井徹" userId="bd567184-c19d-4717-9194-a1e548d2dddf" providerId="ADAL" clId="{B0F4259C-A29F-4C51-9D01-FDA0F9FA9D31}" dt="2025-08-13T01:54:49.363" v="536" actId="20577"/>
          <ac:graphicFrameMkLst>
            <pc:docMk/>
            <pc:sldMk cId="1395438993" sldId="765"/>
            <ac:graphicFrameMk id="7" creationId="{2864E947-18B0-4839-AED3-D416F628DDF0}"/>
          </ac:graphicFrameMkLst>
        </pc:graphicFrameChg>
      </pc:sldChg>
      <pc:sldChg chg="modSp mod">
        <pc:chgData name="石井徹" userId="bd567184-c19d-4717-9194-a1e548d2dddf" providerId="ADAL" clId="{B0F4259C-A29F-4C51-9D01-FDA0F9FA9D31}" dt="2025-08-12T05:40:34.898" v="48" actId="1076"/>
        <pc:sldMkLst>
          <pc:docMk/>
          <pc:sldMk cId="3560606343" sldId="766"/>
        </pc:sldMkLst>
        <pc:spChg chg="mod">
          <ac:chgData name="石井徹" userId="bd567184-c19d-4717-9194-a1e548d2dddf" providerId="ADAL" clId="{B0F4259C-A29F-4C51-9D01-FDA0F9FA9D31}" dt="2025-08-12T05:40:31.821" v="47" actId="14100"/>
          <ac:spMkLst>
            <pc:docMk/>
            <pc:sldMk cId="3560606343" sldId="766"/>
            <ac:spMk id="12" creationId="{89D44248-7E62-420A-ABC1-1DB250A810A3}"/>
          </ac:spMkLst>
        </pc:spChg>
        <pc:spChg chg="mod">
          <ac:chgData name="石井徹" userId="bd567184-c19d-4717-9194-a1e548d2dddf" providerId="ADAL" clId="{B0F4259C-A29F-4C51-9D01-FDA0F9FA9D31}" dt="2025-08-12T05:40:34.898" v="48" actId="1076"/>
          <ac:spMkLst>
            <pc:docMk/>
            <pc:sldMk cId="3560606343" sldId="766"/>
            <ac:spMk id="18" creationId="{7D8758E2-AF41-662C-8D51-9724F1F91AC4}"/>
          </ac:spMkLst>
        </pc:spChg>
      </pc:sldChg>
      <pc:sldChg chg="modSp mod">
        <pc:chgData name="石井徹" userId="bd567184-c19d-4717-9194-a1e548d2dddf" providerId="ADAL" clId="{B0F4259C-A29F-4C51-9D01-FDA0F9FA9D31}" dt="2025-08-12T06:02:35.434" v="498" actId="20577"/>
        <pc:sldMkLst>
          <pc:docMk/>
          <pc:sldMk cId="2410374903" sldId="767"/>
        </pc:sldMkLst>
        <pc:spChg chg="mod">
          <ac:chgData name="石井徹" userId="bd567184-c19d-4717-9194-a1e548d2dddf" providerId="ADAL" clId="{B0F4259C-A29F-4C51-9D01-FDA0F9FA9D31}" dt="2025-08-12T06:02:35.434" v="498" actId="20577"/>
          <ac:spMkLst>
            <pc:docMk/>
            <pc:sldMk cId="2410374903" sldId="767"/>
            <ac:spMk id="5" creationId="{97E6FBE8-190C-40F0-AA01-14695A77D734}"/>
          </ac:spMkLst>
        </pc:spChg>
      </pc:sldChg>
      <pc:sldChg chg="modSp mod">
        <pc:chgData name="石井徹" userId="bd567184-c19d-4717-9194-a1e548d2dddf" providerId="ADAL" clId="{B0F4259C-A29F-4C51-9D01-FDA0F9FA9D31}" dt="2025-08-12T05:30:12.234" v="46" actId="113"/>
        <pc:sldMkLst>
          <pc:docMk/>
          <pc:sldMk cId="2453405637" sldId="923"/>
        </pc:sldMkLst>
        <pc:graphicFrameChg chg="modGraphic">
          <ac:chgData name="石井徹" userId="bd567184-c19d-4717-9194-a1e548d2dddf" providerId="ADAL" clId="{B0F4259C-A29F-4C51-9D01-FDA0F9FA9D31}" dt="2025-08-12T05:30:12.234" v="46" actId="113"/>
          <ac:graphicFrameMkLst>
            <pc:docMk/>
            <pc:sldMk cId="2453405637" sldId="923"/>
            <ac:graphicFrameMk id="9" creationId="{BBA8B256-12B2-6E8C-50F9-31564ECC0266}"/>
          </ac:graphicFrameMkLst>
        </pc:graphicFrameChg>
      </pc:sldChg>
      <pc:sldChg chg="modSp mod">
        <pc:chgData name="石井徹" userId="bd567184-c19d-4717-9194-a1e548d2dddf" providerId="ADAL" clId="{B0F4259C-A29F-4C51-9D01-FDA0F9FA9D31}" dt="2025-08-13T01:54:17.264" v="531"/>
        <pc:sldMkLst>
          <pc:docMk/>
          <pc:sldMk cId="3230787738" sldId="940"/>
        </pc:sldMkLst>
        <pc:graphicFrameChg chg="mod modGraphic">
          <ac:chgData name="石井徹" userId="bd567184-c19d-4717-9194-a1e548d2dddf" providerId="ADAL" clId="{B0F4259C-A29F-4C51-9D01-FDA0F9FA9D31}" dt="2025-08-13T01:54:17.264" v="531"/>
          <ac:graphicFrameMkLst>
            <pc:docMk/>
            <pc:sldMk cId="3230787738" sldId="940"/>
            <ac:graphicFrameMk id="7" creationId="{2864E947-18B0-4839-AED3-D416F628DDF0}"/>
          </ac:graphicFrameMkLst>
        </pc:graphicFrameChg>
      </pc:sldChg>
    </pc:docChg>
  </pc:docChgLst>
  <pc:docChgLst>
    <pc:chgData name="福田一希" userId="S::kazuki.fukuda@system-exe.jp::fdfbe5ba-eec8-4756-aa2a-cf5b9de944cd" providerId="AD" clId="Web-{40F0A14A-1B3A-4DD8-A80B-19859D4D7F2B}"/>
    <pc:docChg chg="modSld">
      <pc:chgData name="福田一希" userId="S::kazuki.fukuda@system-exe.jp::fdfbe5ba-eec8-4756-aa2a-cf5b9de944cd" providerId="AD" clId="Web-{40F0A14A-1B3A-4DD8-A80B-19859D4D7F2B}" dt="2025-03-27T09:52:42.889" v="83"/>
      <pc:docMkLst>
        <pc:docMk/>
      </pc:docMkLst>
      <pc:sldChg chg="modSp">
        <pc:chgData name="福田一希" userId="S::kazuki.fukuda@system-exe.jp::fdfbe5ba-eec8-4756-aa2a-cf5b9de944cd" providerId="AD" clId="Web-{40F0A14A-1B3A-4DD8-A80B-19859D4D7F2B}" dt="2025-03-27T09:52:42.889" v="83"/>
        <pc:sldMkLst>
          <pc:docMk/>
          <pc:sldMk cId="1395438993" sldId="765"/>
        </pc:sldMkLst>
      </pc:sldChg>
      <pc:sldChg chg="modSp">
        <pc:chgData name="福田一希" userId="S::kazuki.fukuda@system-exe.jp::fdfbe5ba-eec8-4756-aa2a-cf5b9de944cd" providerId="AD" clId="Web-{40F0A14A-1B3A-4DD8-A80B-19859D4D7F2B}" dt="2025-03-27T09:49:47.213" v="30" actId="1076"/>
        <pc:sldMkLst>
          <pc:docMk/>
          <pc:sldMk cId="3560606343" sldId="766"/>
        </pc:sldMkLst>
      </pc:sldChg>
    </pc:docChg>
  </pc:docChgLst>
  <pc:docChgLst>
    <pc:chgData name="髙浦祐朗" userId="d6d860fe-bc64-411b-9605-a16d1ba875f6" providerId="ADAL" clId="{014DE8E4-4702-47D4-A25F-9B3C85D89FC8}"/>
    <pc:docChg chg="modSld">
      <pc:chgData name="髙浦祐朗" userId="d6d860fe-bc64-411b-9605-a16d1ba875f6" providerId="ADAL" clId="{014DE8E4-4702-47D4-A25F-9B3C85D89FC8}" dt="2025-08-18T08:47:16.801" v="6" actId="20577"/>
      <pc:docMkLst>
        <pc:docMk/>
      </pc:docMkLst>
      <pc:sldChg chg="modSp mod">
        <pc:chgData name="髙浦祐朗" userId="d6d860fe-bc64-411b-9605-a16d1ba875f6" providerId="ADAL" clId="{014DE8E4-4702-47D4-A25F-9B3C85D89FC8}" dt="2025-08-18T08:47:16.801" v="6" actId="20577"/>
        <pc:sldMkLst>
          <pc:docMk/>
          <pc:sldMk cId="3560606343" sldId="766"/>
        </pc:sldMkLst>
        <pc:spChg chg="mod">
          <ac:chgData name="髙浦祐朗" userId="d6d860fe-bc64-411b-9605-a16d1ba875f6" providerId="ADAL" clId="{014DE8E4-4702-47D4-A25F-9B3C85D89FC8}" dt="2025-08-18T08:47:16.801" v="6" actId="20577"/>
          <ac:spMkLst>
            <pc:docMk/>
            <pc:sldMk cId="3560606343" sldId="766"/>
            <ac:spMk id="20" creationId="{3D77E4B4-4D4E-36F7-3776-E8AC78B93A11}"/>
          </ac:spMkLst>
        </pc:spChg>
      </pc:sldChg>
    </pc:docChg>
  </pc:docChgLst>
  <pc:docChgLst>
    <pc:chgData name="伊達翔互" userId="S::syougo.date@system-exe.jp::482fa4e7-09c4-45af-9097-0faa2ac4cef8" providerId="AD" clId="Web-{A3E97641-0F0E-44CB-B8DA-82D1212A055C}"/>
    <pc:docChg chg="modSld">
      <pc:chgData name="伊達翔互" userId="S::syougo.date@system-exe.jp::482fa4e7-09c4-45af-9097-0faa2ac4cef8" providerId="AD" clId="Web-{A3E97641-0F0E-44CB-B8DA-82D1212A055C}" dt="2025-04-09T07:44:01.688" v="49"/>
      <pc:docMkLst>
        <pc:docMk/>
      </pc:docMkLst>
      <pc:sldChg chg="modSp">
        <pc:chgData name="伊達翔互" userId="S::syougo.date@system-exe.jp::482fa4e7-09c4-45af-9097-0faa2ac4cef8" providerId="AD" clId="Web-{A3E97641-0F0E-44CB-B8DA-82D1212A055C}" dt="2025-04-09T07:44:01.688" v="49"/>
        <pc:sldMkLst>
          <pc:docMk/>
          <pc:sldMk cId="1395438993" sldId="765"/>
        </pc:sldMkLst>
      </pc:sldChg>
      <pc:sldChg chg="modSp">
        <pc:chgData name="伊達翔互" userId="S::syougo.date@system-exe.jp::482fa4e7-09c4-45af-9097-0faa2ac4cef8" providerId="AD" clId="Web-{A3E97641-0F0E-44CB-B8DA-82D1212A055C}" dt="2025-04-09T07:43:26.187" v="45" actId="1076"/>
        <pc:sldMkLst>
          <pc:docMk/>
          <pc:sldMk cId="3230787738" sldId="940"/>
        </pc:sldMkLst>
      </pc:sldChg>
    </pc:docChg>
  </pc:docChgLst>
  <pc:docChgLst>
    <pc:chgData name="野村康二" userId="S::kouji.nomura@system-exe.jp::acaa808a-f809-4ef9-8028-a2ce14b82415" providerId="AD" clId="Web-{8545228B-490A-E311-D8A0-009DA13C96EB}"/>
    <pc:docChg chg="modSld">
      <pc:chgData name="野村康二" userId="S::kouji.nomura@system-exe.jp::acaa808a-f809-4ef9-8028-a2ce14b82415" providerId="AD" clId="Web-{8545228B-490A-E311-D8A0-009DA13C96EB}" dt="2025-04-11T05:46:33.231" v="52" actId="20577"/>
      <pc:docMkLst>
        <pc:docMk/>
      </pc:docMkLst>
      <pc:sldChg chg="modSp">
        <pc:chgData name="野村康二" userId="S::kouji.nomura@system-exe.jp::acaa808a-f809-4ef9-8028-a2ce14b82415" providerId="AD" clId="Web-{8545228B-490A-E311-D8A0-009DA13C96EB}" dt="2025-04-11T05:46:33.231" v="52" actId="20577"/>
        <pc:sldMkLst>
          <pc:docMk/>
          <pc:sldMk cId="2410374903" sldId="767"/>
        </pc:sldMkLst>
      </pc:sldChg>
      <pc:sldChg chg="modSp">
        <pc:chgData name="野村康二" userId="S::kouji.nomura@system-exe.jp::acaa808a-f809-4ef9-8028-a2ce14b82415" providerId="AD" clId="Web-{8545228B-490A-E311-D8A0-009DA13C96EB}" dt="2025-04-11T05:31:57.505" v="8"/>
        <pc:sldMkLst>
          <pc:docMk/>
          <pc:sldMk cId="286748565" sldId="927"/>
        </pc:sldMkLst>
      </pc:sldChg>
    </pc:docChg>
  </pc:docChgLst>
  <pc:docChgLst>
    <pc:chgData name="石井徹" userId="bd567184-c19d-4717-9194-a1e548d2dddf" providerId="ADAL" clId="{9469AC56-5F9C-495C-8544-1AC58B06B76B}"/>
    <pc:docChg chg="undo custSel modSld">
      <pc:chgData name="石井徹" userId="bd567184-c19d-4717-9194-a1e548d2dddf" providerId="ADAL" clId="{9469AC56-5F9C-495C-8544-1AC58B06B76B}" dt="2025-07-10T07:17:41.395" v="109" actId="20577"/>
      <pc:docMkLst>
        <pc:docMk/>
      </pc:docMkLst>
      <pc:sldChg chg="modSp mod">
        <pc:chgData name="石井徹" userId="bd567184-c19d-4717-9194-a1e548d2dddf" providerId="ADAL" clId="{9469AC56-5F9C-495C-8544-1AC58B06B76B}" dt="2025-07-10T06:17:22.937" v="69" actId="20577"/>
        <pc:sldMkLst>
          <pc:docMk/>
          <pc:sldMk cId="3201888243" sldId="714"/>
        </pc:sldMkLst>
      </pc:sldChg>
      <pc:sldChg chg="modSp mod">
        <pc:chgData name="石井徹" userId="bd567184-c19d-4717-9194-a1e548d2dddf" providerId="ADAL" clId="{9469AC56-5F9C-495C-8544-1AC58B06B76B}" dt="2025-07-10T06:18:17.223" v="97" actId="20577"/>
        <pc:sldMkLst>
          <pc:docMk/>
          <pc:sldMk cId="1395438993" sldId="765"/>
        </pc:sldMkLst>
      </pc:sldChg>
      <pc:sldChg chg="modSp mod">
        <pc:chgData name="石井徹" userId="bd567184-c19d-4717-9194-a1e548d2dddf" providerId="ADAL" clId="{9469AC56-5F9C-495C-8544-1AC58B06B76B}" dt="2025-07-10T06:17:56.508" v="85" actId="20577"/>
        <pc:sldMkLst>
          <pc:docMk/>
          <pc:sldMk cId="3560606343" sldId="766"/>
        </pc:sldMkLst>
      </pc:sldChg>
      <pc:sldChg chg="modSp mod">
        <pc:chgData name="石井徹" userId="bd567184-c19d-4717-9194-a1e548d2dddf" providerId="ADAL" clId="{9469AC56-5F9C-495C-8544-1AC58B06B76B}" dt="2025-07-10T07:17:41.395" v="109" actId="20577"/>
        <pc:sldMkLst>
          <pc:docMk/>
          <pc:sldMk cId="2410374903" sldId="767"/>
        </pc:sldMkLst>
      </pc:sldChg>
      <pc:sldChg chg="modSp mod">
        <pc:chgData name="石井徹" userId="bd567184-c19d-4717-9194-a1e548d2dddf" providerId="ADAL" clId="{9469AC56-5F9C-495C-8544-1AC58B06B76B}" dt="2025-07-10T02:40:14.880" v="60" actId="20577"/>
        <pc:sldMkLst>
          <pc:docMk/>
          <pc:sldMk cId="2453405637" sldId="923"/>
        </pc:sldMkLst>
      </pc:sldChg>
      <pc:sldChg chg="modSp mod">
        <pc:chgData name="石井徹" userId="bd567184-c19d-4717-9194-a1e548d2dddf" providerId="ADAL" clId="{9469AC56-5F9C-495C-8544-1AC58B06B76B}" dt="2025-07-10T06:17:47.555" v="81" actId="20577"/>
        <pc:sldMkLst>
          <pc:docMk/>
          <pc:sldMk cId="286748565" sldId="927"/>
        </pc:sldMkLst>
      </pc:sldChg>
      <pc:sldChg chg="modSp mod">
        <pc:chgData name="石井徹" userId="bd567184-c19d-4717-9194-a1e548d2dddf" providerId="ADAL" clId="{9469AC56-5F9C-495C-8544-1AC58B06B76B}" dt="2025-07-10T06:18:04.191" v="89" actId="20577"/>
        <pc:sldMkLst>
          <pc:docMk/>
          <pc:sldMk cId="2399073518" sldId="929"/>
        </pc:sldMkLst>
      </pc:sldChg>
      <pc:sldChg chg="modSp mod">
        <pc:chgData name="石井徹" userId="bd567184-c19d-4717-9194-a1e548d2dddf" providerId="ADAL" clId="{9469AC56-5F9C-495C-8544-1AC58B06B76B}" dt="2025-07-10T06:17:31.793" v="73" actId="20577"/>
        <pc:sldMkLst>
          <pc:docMk/>
          <pc:sldMk cId="792472682" sldId="934"/>
        </pc:sldMkLst>
      </pc:sldChg>
      <pc:sldChg chg="modSp mod">
        <pc:chgData name="石井徹" userId="bd567184-c19d-4717-9194-a1e548d2dddf" providerId="ADAL" clId="{9469AC56-5F9C-495C-8544-1AC58B06B76B}" dt="2025-07-10T06:18:10.454" v="93" actId="20577"/>
        <pc:sldMkLst>
          <pc:docMk/>
          <pc:sldMk cId="3230787738" sldId="940"/>
        </pc:sldMkLst>
      </pc:sldChg>
      <pc:sldChg chg="modSp mod">
        <pc:chgData name="石井徹" userId="bd567184-c19d-4717-9194-a1e548d2dddf" providerId="ADAL" clId="{9469AC56-5F9C-495C-8544-1AC58B06B76B}" dt="2025-07-10T06:17:38.674" v="77" actId="20577"/>
        <pc:sldMkLst>
          <pc:docMk/>
          <pc:sldMk cId="224871382" sldId="941"/>
        </pc:sldMkLst>
      </pc:sldChg>
      <pc:sldChg chg="modSp mod">
        <pc:chgData name="石井徹" userId="bd567184-c19d-4717-9194-a1e548d2dddf" providerId="ADAL" clId="{9469AC56-5F9C-495C-8544-1AC58B06B76B}" dt="2025-07-10T06:18:23.707" v="101" actId="20577"/>
        <pc:sldMkLst>
          <pc:docMk/>
          <pc:sldMk cId="1134005045" sldId="942"/>
        </pc:sldMkLst>
      </pc:sldChg>
      <pc:sldChg chg="modSp mod">
        <pc:chgData name="石井徹" userId="bd567184-c19d-4717-9194-a1e548d2dddf" providerId="ADAL" clId="{9469AC56-5F9C-495C-8544-1AC58B06B76B}" dt="2025-07-10T06:26:31.207" v="103" actId="20577"/>
        <pc:sldMkLst>
          <pc:docMk/>
          <pc:sldMk cId="1436132814" sldId="943"/>
        </pc:sldMkLst>
      </pc:sldChg>
    </pc:docChg>
  </pc:docChgLst>
  <pc:docChgLst>
    <pc:chgData name="石井徹" userId="bd567184-c19d-4717-9194-a1e548d2dddf" providerId="ADAL" clId="{A6E109B0-45E6-40CB-804F-26263FA2468D}"/>
    <pc:docChg chg="undo custSel modSld">
      <pc:chgData name="石井徹" userId="bd567184-c19d-4717-9194-a1e548d2dddf" providerId="ADAL" clId="{A6E109B0-45E6-40CB-804F-26263FA2468D}" dt="2025-06-11T04:44:13.616" v="848" actId="20577"/>
      <pc:docMkLst>
        <pc:docMk/>
      </pc:docMkLst>
      <pc:sldChg chg="modSp mod">
        <pc:chgData name="石井徹" userId="bd567184-c19d-4717-9194-a1e548d2dddf" providerId="ADAL" clId="{A6E109B0-45E6-40CB-804F-26263FA2468D}" dt="2025-06-11T04:30:20.005" v="392" actId="20577"/>
        <pc:sldMkLst>
          <pc:docMk/>
          <pc:sldMk cId="1395438993" sldId="765"/>
        </pc:sldMkLst>
      </pc:sldChg>
      <pc:sldChg chg="addSp delSp modSp mod">
        <pc:chgData name="石井徹" userId="bd567184-c19d-4717-9194-a1e548d2dddf" providerId="ADAL" clId="{A6E109B0-45E6-40CB-804F-26263FA2468D}" dt="2025-06-11T04:41:34.061" v="760" actId="14100"/>
        <pc:sldMkLst>
          <pc:docMk/>
          <pc:sldMk cId="3560606343" sldId="766"/>
        </pc:sldMkLst>
      </pc:sldChg>
      <pc:sldChg chg="modSp mod">
        <pc:chgData name="石井徹" userId="bd567184-c19d-4717-9194-a1e548d2dddf" providerId="ADAL" clId="{A6E109B0-45E6-40CB-804F-26263FA2468D}" dt="2025-06-11T04:29:17.526" v="355" actId="20577"/>
        <pc:sldMkLst>
          <pc:docMk/>
          <pc:sldMk cId="286748565" sldId="927"/>
        </pc:sldMkLst>
      </pc:sldChg>
      <pc:sldChg chg="modSp mod">
        <pc:chgData name="石井徹" userId="bd567184-c19d-4717-9194-a1e548d2dddf" providerId="ADAL" clId="{A6E109B0-45E6-40CB-804F-26263FA2468D}" dt="2025-06-11T04:29:28.801" v="363" actId="20577"/>
        <pc:sldMkLst>
          <pc:docMk/>
          <pc:sldMk cId="2399073518" sldId="929"/>
        </pc:sldMkLst>
      </pc:sldChg>
      <pc:sldChg chg="addSp modSp mod">
        <pc:chgData name="石井徹" userId="bd567184-c19d-4717-9194-a1e548d2dddf" providerId="ADAL" clId="{A6E109B0-45E6-40CB-804F-26263FA2468D}" dt="2025-06-11T04:38:03.531" v="755" actId="1076"/>
        <pc:sldMkLst>
          <pc:docMk/>
          <pc:sldMk cId="792472682" sldId="934"/>
        </pc:sldMkLst>
      </pc:sldChg>
      <pc:sldChg chg="modSp mod">
        <pc:chgData name="石井徹" userId="bd567184-c19d-4717-9194-a1e548d2dddf" providerId="ADAL" clId="{A6E109B0-45E6-40CB-804F-26263FA2468D}" dt="2025-06-11T04:29:34.212" v="367" actId="20577"/>
        <pc:sldMkLst>
          <pc:docMk/>
          <pc:sldMk cId="3230787738" sldId="940"/>
        </pc:sldMkLst>
      </pc:sldChg>
      <pc:sldChg chg="modSp mod">
        <pc:chgData name="石井徹" userId="bd567184-c19d-4717-9194-a1e548d2dddf" providerId="ADAL" clId="{A6E109B0-45E6-40CB-804F-26263FA2468D}" dt="2025-06-11T04:37:28.262" v="752"/>
        <pc:sldMkLst>
          <pc:docMk/>
          <pc:sldMk cId="224871382" sldId="941"/>
        </pc:sldMkLst>
      </pc:sldChg>
      <pc:sldChg chg="modSp mod">
        <pc:chgData name="石井徹" userId="bd567184-c19d-4717-9194-a1e548d2dddf" providerId="ADAL" clId="{A6E109B0-45E6-40CB-804F-26263FA2468D}" dt="2025-06-11T04:44:13.616" v="848" actId="20577"/>
        <pc:sldMkLst>
          <pc:docMk/>
          <pc:sldMk cId="1134005045" sldId="942"/>
        </pc:sldMkLst>
      </pc:sldChg>
    </pc:docChg>
  </pc:docChgLst>
  <pc:docChgLst>
    <pc:chgData name="野村康二" userId="S::kouji.nomura@system-exe.jp::acaa808a-f809-4ef9-8028-a2ce14b82415" providerId="AD" clId="Web-{94BEFC35-8C34-5465-03D6-7AA3E29B0A95}"/>
    <pc:docChg chg="modSld">
      <pc:chgData name="野村康二" userId="S::kouji.nomura@system-exe.jp::acaa808a-f809-4ef9-8028-a2ce14b82415" providerId="AD" clId="Web-{94BEFC35-8C34-5465-03D6-7AA3E29B0A95}" dt="2025-04-09T03:05:40.839" v="137" actId="20577"/>
      <pc:docMkLst>
        <pc:docMk/>
      </pc:docMkLst>
      <pc:sldChg chg="modSp">
        <pc:chgData name="野村康二" userId="S::kouji.nomura@system-exe.jp::acaa808a-f809-4ef9-8028-a2ce14b82415" providerId="AD" clId="Web-{94BEFC35-8C34-5465-03D6-7AA3E29B0A95}" dt="2025-04-09T02:42:25.776" v="84"/>
        <pc:sldMkLst>
          <pc:docMk/>
          <pc:sldMk cId="1395438993" sldId="765"/>
        </pc:sldMkLst>
      </pc:sldChg>
      <pc:sldChg chg="modSp">
        <pc:chgData name="野村康二" userId="S::kouji.nomura@system-exe.jp::acaa808a-f809-4ef9-8028-a2ce14b82415" providerId="AD" clId="Web-{94BEFC35-8C34-5465-03D6-7AA3E29B0A95}" dt="2025-04-09T02:59:13.248" v="109" actId="20577"/>
        <pc:sldMkLst>
          <pc:docMk/>
          <pc:sldMk cId="2410374903" sldId="767"/>
        </pc:sldMkLst>
      </pc:sldChg>
      <pc:sldChg chg="addSp delSp modSp">
        <pc:chgData name="野村康二" userId="S::kouji.nomura@system-exe.jp::acaa808a-f809-4ef9-8028-a2ce14b82415" providerId="AD" clId="Web-{94BEFC35-8C34-5465-03D6-7AA3E29B0A95}" dt="2025-04-09T03:04:36.790" v="126" actId="20577"/>
        <pc:sldMkLst>
          <pc:docMk/>
          <pc:sldMk cId="804980288" sldId="932"/>
        </pc:sldMkLst>
      </pc:sldChg>
      <pc:sldChg chg="modSp">
        <pc:chgData name="野村康二" userId="S::kouji.nomura@system-exe.jp::acaa808a-f809-4ef9-8028-a2ce14b82415" providerId="AD" clId="Web-{94BEFC35-8C34-5465-03D6-7AA3E29B0A95}" dt="2025-04-09T03:04:29.977" v="125" actId="20577"/>
        <pc:sldMkLst>
          <pc:docMk/>
          <pc:sldMk cId="792472682" sldId="934"/>
        </pc:sldMkLst>
      </pc:sldChg>
      <pc:sldChg chg="addSp delSp modSp">
        <pc:chgData name="野村康二" userId="S::kouji.nomura@system-exe.jp::acaa808a-f809-4ef9-8028-a2ce14b82415" providerId="AD" clId="Web-{94BEFC35-8C34-5465-03D6-7AA3E29B0A95}" dt="2025-04-09T03:05:40.839" v="137" actId="20577"/>
        <pc:sldMkLst>
          <pc:docMk/>
          <pc:sldMk cId="523850203" sldId="937"/>
        </pc:sldMkLst>
      </pc:sldChg>
    </pc:docChg>
  </pc:docChgLst>
  <pc:docChgLst>
    <pc:chgData name="髙浦祐朗" userId="d6d860fe-bc64-411b-9605-a16d1ba875f6" providerId="ADAL" clId="{5409C2BA-C2FD-4738-BE61-A0F02FB7E697}"/>
    <pc:docChg chg="custSel modSld">
      <pc:chgData name="髙浦祐朗" userId="d6d860fe-bc64-411b-9605-a16d1ba875f6" providerId="ADAL" clId="{5409C2BA-C2FD-4738-BE61-A0F02FB7E697}" dt="2025-03-27T07:12:53.067" v="2" actId="207"/>
      <pc:docMkLst>
        <pc:docMk/>
      </pc:docMkLst>
      <pc:sldChg chg="modSp mod">
        <pc:chgData name="髙浦祐朗" userId="d6d860fe-bc64-411b-9605-a16d1ba875f6" providerId="ADAL" clId="{5409C2BA-C2FD-4738-BE61-A0F02FB7E697}" dt="2025-03-27T07:12:53.067" v="2" actId="207"/>
        <pc:sldMkLst>
          <pc:docMk/>
          <pc:sldMk cId="286748565" sldId="927"/>
        </pc:sldMkLst>
      </pc:sldChg>
      <pc:sldChg chg="modSp mod">
        <pc:chgData name="髙浦祐朗" userId="d6d860fe-bc64-411b-9605-a16d1ba875f6" providerId="ADAL" clId="{5409C2BA-C2FD-4738-BE61-A0F02FB7E697}" dt="2025-03-27T07:11:40.640" v="0" actId="404"/>
        <pc:sldMkLst>
          <pc:docMk/>
          <pc:sldMk cId="2399073518" sldId="929"/>
        </pc:sldMkLst>
      </pc:sldChg>
    </pc:docChg>
  </pc:docChgLst>
  <pc:docChgLst>
    <pc:chgData name="野村康二" userId="S::kouji.nomura@system-exe.jp::acaa808a-f809-4ef9-8028-a2ce14b82415" providerId="AD" clId="Web-{4FB89DA9-CB0A-9099-5332-82652819B394}"/>
    <pc:docChg chg="addSld modSld">
      <pc:chgData name="野村康二" userId="S::kouji.nomura@system-exe.jp::acaa808a-f809-4ef9-8028-a2ce14b82415" providerId="AD" clId="Web-{4FB89DA9-CB0A-9099-5332-82652819B394}" dt="2025-04-09T07:34:14.663" v="306"/>
      <pc:docMkLst>
        <pc:docMk/>
      </pc:docMkLst>
      <pc:sldChg chg="addSp delSp modSp add replId">
        <pc:chgData name="野村康二" userId="S::kouji.nomura@system-exe.jp::acaa808a-f809-4ef9-8028-a2ce14b82415" providerId="AD" clId="Web-{4FB89DA9-CB0A-9099-5332-82652819B394}" dt="2025-04-09T07:34:14.663" v="306"/>
        <pc:sldMkLst>
          <pc:docMk/>
          <pc:sldMk cId="1134005045" sldId="942"/>
        </pc:sldMkLst>
      </pc:sldChg>
    </pc:docChg>
  </pc:docChgLst>
  <pc:docChgLst>
    <pc:chgData name="野村康二" userId="S::kouji.nomura@system-exe.jp::acaa808a-f809-4ef9-8028-a2ce14b82415" providerId="AD" clId="Web-{82483AF7-0EE6-A63D-7784-04ACD301D2C7}"/>
    <pc:docChg chg="modSld">
      <pc:chgData name="野村康二" userId="S::kouji.nomura@system-exe.jp::acaa808a-f809-4ef9-8028-a2ce14b82415" providerId="AD" clId="Web-{82483AF7-0EE6-A63D-7784-04ACD301D2C7}" dt="2025-04-11T08:25:25.516" v="40" actId="20577"/>
      <pc:docMkLst>
        <pc:docMk/>
      </pc:docMkLst>
      <pc:sldChg chg="modSp">
        <pc:chgData name="野村康二" userId="S::kouji.nomura@system-exe.jp::acaa808a-f809-4ef9-8028-a2ce14b82415" providerId="AD" clId="Web-{82483AF7-0EE6-A63D-7784-04ACD301D2C7}" dt="2025-04-11T08:25:25.516" v="40" actId="20577"/>
        <pc:sldMkLst>
          <pc:docMk/>
          <pc:sldMk cId="2410374903" sldId="767"/>
        </pc:sldMkLst>
      </pc:sldChg>
      <pc:sldChg chg="modSp">
        <pc:chgData name="野村康二" userId="S::kouji.nomura@system-exe.jp::acaa808a-f809-4ef9-8028-a2ce14b82415" providerId="AD" clId="Web-{82483AF7-0EE6-A63D-7784-04ACD301D2C7}" dt="2025-04-11T08:24:01.045" v="15"/>
        <pc:sldMkLst>
          <pc:docMk/>
          <pc:sldMk cId="3230787738" sldId="940"/>
        </pc:sldMkLst>
      </pc:sldChg>
    </pc:docChg>
  </pc:docChgLst>
  <pc:docChgLst>
    <pc:chgData name="康二 野村" userId="acaa808a-f809-4ef9-8028-a2ce14b82415" providerId="ADAL" clId="{D5ACC3A6-126D-408E-890A-175055D8E9AA}"/>
    <pc:docChg chg="undo custSel addSld delSld modSld">
      <pc:chgData name="康二 野村" userId="acaa808a-f809-4ef9-8028-a2ce14b82415" providerId="ADAL" clId="{D5ACC3A6-126D-408E-890A-175055D8E9AA}" dt="2025-04-09T07:40:33.878" v="507" actId="20577"/>
      <pc:docMkLst>
        <pc:docMk/>
      </pc:docMkLst>
      <pc:sldChg chg="modSp">
        <pc:chgData name="康二 野村" userId="acaa808a-f809-4ef9-8028-a2ce14b82415" providerId="ADAL" clId="{D5ACC3A6-126D-408E-890A-175055D8E9AA}" dt="2025-04-09T07:40:18.923" v="497" actId="20577"/>
        <pc:sldMkLst>
          <pc:docMk/>
          <pc:sldMk cId="1395438993" sldId="765"/>
        </pc:sldMkLst>
      </pc:sldChg>
      <pc:sldChg chg="modSp">
        <pc:chgData name="康二 野村" userId="acaa808a-f809-4ef9-8028-a2ce14b82415" providerId="ADAL" clId="{D5ACC3A6-126D-408E-890A-175055D8E9AA}" dt="2025-04-09T07:40:28.709" v="504" actId="20577"/>
        <pc:sldMkLst>
          <pc:docMk/>
          <pc:sldMk cId="2453405637" sldId="923"/>
        </pc:sldMkLst>
      </pc:sldChg>
      <pc:sldChg chg="addSp delSp modSp">
        <pc:chgData name="康二 野村" userId="acaa808a-f809-4ef9-8028-a2ce14b82415" providerId="ADAL" clId="{D5ACC3A6-126D-408E-890A-175055D8E9AA}" dt="2025-04-09T04:58:37.576" v="53" actId="166"/>
        <pc:sldMkLst>
          <pc:docMk/>
          <pc:sldMk cId="804980288" sldId="932"/>
        </pc:sldMkLst>
      </pc:sldChg>
      <pc:sldChg chg="delSp modSp del">
        <pc:chgData name="康二 野村" userId="acaa808a-f809-4ef9-8028-a2ce14b82415" providerId="ADAL" clId="{D5ACC3A6-126D-408E-890A-175055D8E9AA}" dt="2025-04-09T05:00:31.828" v="68" actId="2696"/>
        <pc:sldMkLst>
          <pc:docMk/>
          <pc:sldMk cId="523850203" sldId="937"/>
        </pc:sldMkLst>
      </pc:sldChg>
      <pc:sldChg chg="modSp">
        <pc:chgData name="康二 野村" userId="acaa808a-f809-4ef9-8028-a2ce14b82415" providerId="ADAL" clId="{D5ACC3A6-126D-408E-890A-175055D8E9AA}" dt="2025-04-09T07:40:33.878" v="507" actId="20577"/>
        <pc:sldMkLst>
          <pc:docMk/>
          <pc:sldMk cId="1416581463" sldId="939"/>
        </pc:sldMkLst>
      </pc:sldChg>
      <pc:sldChg chg="addSp delSp modSp add">
        <pc:chgData name="康二 野村" userId="acaa808a-f809-4ef9-8028-a2ce14b82415" providerId="ADAL" clId="{D5ACC3A6-126D-408E-890A-175055D8E9AA}" dt="2025-04-09T05:00:36.707" v="69" actId="20577"/>
        <pc:sldMkLst>
          <pc:docMk/>
          <pc:sldMk cId="224871382" sldId="941"/>
        </pc:sldMkLst>
      </pc:sldChg>
      <pc:sldChg chg="addSp modSp">
        <pc:chgData name="康二 野村" userId="acaa808a-f809-4ef9-8028-a2ce14b82415" providerId="ADAL" clId="{D5ACC3A6-126D-408E-890A-175055D8E9AA}" dt="2025-04-09T07:40:08.276" v="490" actId="20577"/>
        <pc:sldMkLst>
          <pc:docMk/>
          <pc:sldMk cId="1134005045" sldId="942"/>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8B81E3-04FF-4B3A-91A3-0B9D6F284D31}" type="datetimeFigureOut">
              <a:rPr kumimoji="1" lang="ja-JP" altLang="en-US" smtClean="0"/>
              <a:t>2025/8/18</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4EA281C-6E67-4E22-BEFF-238CFBDEFD06}" type="slidenum">
              <a:rPr kumimoji="1" lang="ja-JP" altLang="en-US" smtClean="0"/>
              <a:t>‹#›</a:t>
            </a:fld>
            <a:endParaRPr kumimoji="1" lang="ja-JP" altLang="en-US"/>
          </a:p>
        </p:txBody>
      </p:sp>
    </p:spTree>
    <p:extLst>
      <p:ext uri="{BB962C8B-B14F-4D97-AF65-F5344CB8AC3E}">
        <p14:creationId xmlns:p14="http://schemas.microsoft.com/office/powerpoint/2010/main" val="792695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224887-F90F-3047-8721-5156A8E1A469}" type="datetimeFigureOut">
              <a:rPr kumimoji="1" lang="ja-JP" altLang="en-US" smtClean="0"/>
              <a:t>2025/8/18</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57080C-E8FE-C146-B769-6100616B65A7}" type="slidenum">
              <a:rPr kumimoji="1" lang="ja-JP" altLang="en-US" smtClean="0"/>
              <a:t>‹#›</a:t>
            </a:fld>
            <a:endParaRPr kumimoji="1" lang="ja-JP" altLang="en-US"/>
          </a:p>
        </p:txBody>
      </p:sp>
    </p:spTree>
    <p:extLst>
      <p:ext uri="{BB962C8B-B14F-4D97-AF65-F5344CB8AC3E}">
        <p14:creationId xmlns:p14="http://schemas.microsoft.com/office/powerpoint/2010/main" val="121283509"/>
      </p:ext>
    </p:extLst>
  </p:cSld>
  <p:clrMap bg1="lt1" tx1="dk1" bg2="lt2" tx2="dk2" accent1="accent1" accent2="accent2" accent3="accent3" accent4="accent4" accent5="accent5" accent6="accent6" hlink="hlink" folHlink="folHlink"/>
  <p:notesStyle>
    <a:lvl1pPr marL="0" algn="l" defTabSz="1219075" rtl="0" eaLnBrk="1" latinLnBrk="0" hangingPunct="1">
      <a:defRPr kumimoji="1" sz="1600" kern="1200">
        <a:solidFill>
          <a:schemeClr val="tx1"/>
        </a:solidFill>
        <a:latin typeface="+mn-lt"/>
        <a:ea typeface="+mn-ea"/>
        <a:cs typeface="+mn-cs"/>
      </a:defRPr>
    </a:lvl1pPr>
    <a:lvl2pPr marL="609537" algn="l" defTabSz="1219075" rtl="0" eaLnBrk="1" latinLnBrk="0" hangingPunct="1">
      <a:defRPr kumimoji="1" sz="1600" kern="1200">
        <a:solidFill>
          <a:schemeClr val="tx1"/>
        </a:solidFill>
        <a:latin typeface="+mn-lt"/>
        <a:ea typeface="+mn-ea"/>
        <a:cs typeface="+mn-cs"/>
      </a:defRPr>
    </a:lvl2pPr>
    <a:lvl3pPr marL="1219075" algn="l" defTabSz="1219075" rtl="0" eaLnBrk="1" latinLnBrk="0" hangingPunct="1">
      <a:defRPr kumimoji="1" sz="1600" kern="1200">
        <a:solidFill>
          <a:schemeClr val="tx1"/>
        </a:solidFill>
        <a:latin typeface="+mn-lt"/>
        <a:ea typeface="+mn-ea"/>
        <a:cs typeface="+mn-cs"/>
      </a:defRPr>
    </a:lvl3pPr>
    <a:lvl4pPr marL="1828612" algn="l" defTabSz="1219075" rtl="0" eaLnBrk="1" latinLnBrk="0" hangingPunct="1">
      <a:defRPr kumimoji="1" sz="1600" kern="1200">
        <a:solidFill>
          <a:schemeClr val="tx1"/>
        </a:solidFill>
        <a:latin typeface="+mn-lt"/>
        <a:ea typeface="+mn-ea"/>
        <a:cs typeface="+mn-cs"/>
      </a:defRPr>
    </a:lvl4pPr>
    <a:lvl5pPr marL="2438148" algn="l" defTabSz="1219075" rtl="0" eaLnBrk="1" latinLnBrk="0" hangingPunct="1">
      <a:defRPr kumimoji="1" sz="1600" kern="1200">
        <a:solidFill>
          <a:schemeClr val="tx1"/>
        </a:solidFill>
        <a:latin typeface="+mn-lt"/>
        <a:ea typeface="+mn-ea"/>
        <a:cs typeface="+mn-cs"/>
      </a:defRPr>
    </a:lvl5pPr>
    <a:lvl6pPr marL="3047686" algn="l" defTabSz="1219075" rtl="0" eaLnBrk="1" latinLnBrk="0" hangingPunct="1">
      <a:defRPr kumimoji="1" sz="1600" kern="1200">
        <a:solidFill>
          <a:schemeClr val="tx1"/>
        </a:solidFill>
        <a:latin typeface="+mn-lt"/>
        <a:ea typeface="+mn-ea"/>
        <a:cs typeface="+mn-cs"/>
      </a:defRPr>
    </a:lvl6pPr>
    <a:lvl7pPr marL="3657223" algn="l" defTabSz="1219075" rtl="0" eaLnBrk="1" latinLnBrk="0" hangingPunct="1">
      <a:defRPr kumimoji="1" sz="1600" kern="1200">
        <a:solidFill>
          <a:schemeClr val="tx1"/>
        </a:solidFill>
        <a:latin typeface="+mn-lt"/>
        <a:ea typeface="+mn-ea"/>
        <a:cs typeface="+mn-cs"/>
      </a:defRPr>
    </a:lvl7pPr>
    <a:lvl8pPr marL="4266761" algn="l" defTabSz="1219075" rtl="0" eaLnBrk="1" latinLnBrk="0" hangingPunct="1">
      <a:defRPr kumimoji="1" sz="1600" kern="1200">
        <a:solidFill>
          <a:schemeClr val="tx1"/>
        </a:solidFill>
        <a:latin typeface="+mn-lt"/>
        <a:ea typeface="+mn-ea"/>
        <a:cs typeface="+mn-cs"/>
      </a:defRPr>
    </a:lvl8pPr>
    <a:lvl9pPr marL="4876298" algn="l" defTabSz="1219075" rtl="0" eaLnBrk="1" latinLnBrk="0" hangingPunct="1">
      <a:defRPr kumimoji="1"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4</a:t>
            </a:fld>
            <a:endParaRPr kumimoji="1" lang="ja-JP" altLang="en-US"/>
          </a:p>
        </p:txBody>
      </p:sp>
    </p:spTree>
    <p:extLst>
      <p:ext uri="{BB962C8B-B14F-4D97-AF65-F5344CB8AC3E}">
        <p14:creationId xmlns:p14="http://schemas.microsoft.com/office/powerpoint/2010/main" val="81590979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10453C54-7F3F-5842-8AEE-825191D5B6E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1" y="0"/>
            <a:ext cx="12189739" cy="6858000"/>
          </a:xfrm>
          <a:prstGeom prst="rect">
            <a:avLst/>
          </a:prstGeom>
        </p:spPr>
      </p:pic>
      <p:sp>
        <p:nvSpPr>
          <p:cNvPr id="5" name="Footer Placeholder 4"/>
          <p:cNvSpPr>
            <a:spLocks noGrp="1"/>
          </p:cNvSpPr>
          <p:nvPr>
            <p:ph type="ftr" sz="quarter" idx="11"/>
          </p:nvPr>
        </p:nvSpPr>
        <p:spPr/>
        <p:txBody>
          <a:bodyPr/>
          <a:lstStyle/>
          <a:p>
            <a:r>
              <a:rPr lang="en-US"/>
              <a:t>Copyright © 2025 SystemEXE,Inc All Rights Reserved.</a:t>
            </a:r>
          </a:p>
        </p:txBody>
      </p:sp>
      <p:sp>
        <p:nvSpPr>
          <p:cNvPr id="8" name="Rectangle 116">
            <a:extLst>
              <a:ext uri="{FF2B5EF4-FFF2-40B4-BE49-F238E27FC236}">
                <a16:creationId xmlns:a16="http://schemas.microsoft.com/office/drawing/2014/main" id="{63CB7166-763A-834A-BD8F-32568DB92384}"/>
              </a:ext>
            </a:extLst>
          </p:cNvPr>
          <p:cNvSpPr/>
          <p:nvPr userDrawn="1"/>
        </p:nvSpPr>
        <p:spPr bwMode="auto">
          <a:xfrm>
            <a:off x="0" y="2403368"/>
            <a:ext cx="12192000" cy="2051264"/>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sp>
        <p:nvSpPr>
          <p:cNvPr id="2" name="Title 1"/>
          <p:cNvSpPr>
            <a:spLocks noGrp="1"/>
          </p:cNvSpPr>
          <p:nvPr>
            <p:ph type="ctrTitle"/>
          </p:nvPr>
        </p:nvSpPr>
        <p:spPr>
          <a:xfrm>
            <a:off x="576000" y="3312000"/>
            <a:ext cx="8640000" cy="768000"/>
          </a:xfrm>
        </p:spPr>
        <p:txBody>
          <a:bodyPr anchor="ctr">
            <a:noAutofit/>
          </a:bodyPr>
          <a:lstStyle>
            <a:lvl1pPr algn="l">
              <a:lnSpc>
                <a:spcPct val="100000"/>
              </a:lnSpc>
              <a:defRPr sz="4400" b="1">
                <a:solidFill>
                  <a:srgbClr val="9A3B5D"/>
                </a:solidFill>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3" name="Subtitle 2"/>
          <p:cNvSpPr>
            <a:spLocks noGrp="1"/>
          </p:cNvSpPr>
          <p:nvPr>
            <p:ph type="subTitle" idx="1"/>
          </p:nvPr>
        </p:nvSpPr>
        <p:spPr>
          <a:xfrm>
            <a:off x="576000" y="2784000"/>
            <a:ext cx="8640000" cy="480000"/>
          </a:xfrm>
        </p:spPr>
        <p:txBody>
          <a:bodyPr anchor="ctr"/>
          <a:lstStyle>
            <a:lvl1pPr marL="0" indent="0" algn="l">
              <a:lnSpc>
                <a:spcPct val="100000"/>
              </a:lnSpc>
              <a:spcBef>
                <a:spcPts val="0"/>
              </a:spcBef>
              <a:buNone/>
              <a:defRPr sz="2400" b="1">
                <a:solidFill>
                  <a:srgbClr val="9A3B5D"/>
                </a:solidFill>
                <a:latin typeface="游明朝" panose="02020400000000000000" pitchFamily="18" charset="-128"/>
                <a:ea typeface="游明朝" panose="02020400000000000000" pitchFamily="18" charset="-128"/>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ja-JP" altLang="en-US"/>
              <a:t>マスター サブタイトルの書式設定</a:t>
            </a:r>
            <a:endParaRPr lang="en-US"/>
          </a:p>
        </p:txBody>
      </p:sp>
      <p:pic>
        <p:nvPicPr>
          <p:cNvPr id="9" name="図 8">
            <a:extLst>
              <a:ext uri="{FF2B5EF4-FFF2-40B4-BE49-F238E27FC236}">
                <a16:creationId xmlns:a16="http://schemas.microsoft.com/office/drawing/2014/main" id="{49B378A5-FEEF-5D48-AD7F-5344F238A17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28710" y="3024001"/>
            <a:ext cx="1646580" cy="428111"/>
          </a:xfrm>
          <a:prstGeom prst="rect">
            <a:avLst/>
          </a:prstGeom>
        </p:spPr>
      </p:pic>
      <p:sp>
        <p:nvSpPr>
          <p:cNvPr id="11" name="テキスト プレースホルダー 10"/>
          <p:cNvSpPr>
            <a:spLocks noGrp="1"/>
          </p:cNvSpPr>
          <p:nvPr>
            <p:ph type="body" sz="quarter" idx="13" hasCustomPrompt="1"/>
          </p:nvPr>
        </p:nvSpPr>
        <p:spPr>
          <a:xfrm>
            <a:off x="9407999" y="3552000"/>
            <a:ext cx="2688000" cy="288000"/>
          </a:xfrm>
        </p:spPr>
        <p:txBody>
          <a:bodyPr anchor="ctr">
            <a:noAutofit/>
          </a:bodyPr>
          <a:lstStyle>
            <a:lvl1pPr marL="0" indent="0" algn="ctr">
              <a:lnSpc>
                <a:spcPct val="100000"/>
              </a:lnSpc>
              <a:spcBef>
                <a:spcPts val="0"/>
              </a:spcBef>
              <a:buNone/>
              <a:defRPr sz="1067">
                <a:latin typeface="游明朝" panose="02020400000000000000" pitchFamily="18" charset="-128"/>
                <a:ea typeface="游明朝" panose="02020400000000000000" pitchFamily="18" charset="-128"/>
              </a:defRPr>
            </a:lvl1pPr>
          </a:lstStyle>
          <a:p>
            <a:pPr lvl="0"/>
            <a:r>
              <a:rPr kumimoji="1" lang="ja-JP" altLang="en-US"/>
              <a:t>○○本部</a:t>
            </a:r>
          </a:p>
        </p:txBody>
      </p:sp>
      <p:sp>
        <p:nvSpPr>
          <p:cNvPr id="4" name="Date Placeholder 3"/>
          <p:cNvSpPr>
            <a:spLocks noGrp="1"/>
          </p:cNvSpPr>
          <p:nvPr>
            <p:ph type="dt" sz="half" idx="10"/>
          </p:nvPr>
        </p:nvSpPr>
        <p:spPr>
          <a:xfrm>
            <a:off x="9791999" y="3840000"/>
            <a:ext cx="1920000" cy="288000"/>
          </a:xfrm>
          <a:prstGeom prst="rect">
            <a:avLst/>
          </a:prstGeom>
        </p:spPr>
        <p:txBody>
          <a:bodyPr/>
          <a:lstStyle>
            <a:lvl1pPr algn="ctr">
              <a:defRPr>
                <a:solidFill>
                  <a:srgbClr val="323232"/>
                </a:solidFill>
              </a:defRPr>
            </a:lvl1pPr>
          </a:lstStyle>
          <a:p>
            <a:r>
              <a:rPr lang="en-US" altLang="ja-JP"/>
              <a:t>2025/4/1</a:t>
            </a:r>
            <a:endParaRPr lang="en-US"/>
          </a:p>
        </p:txBody>
      </p:sp>
      <p:sp>
        <p:nvSpPr>
          <p:cNvPr id="13" name="テキスト プレースホルダー 12"/>
          <p:cNvSpPr>
            <a:spLocks noGrp="1"/>
          </p:cNvSpPr>
          <p:nvPr>
            <p:ph type="body" sz="quarter" idx="14" hasCustomPrompt="1"/>
          </p:nvPr>
        </p:nvSpPr>
        <p:spPr>
          <a:xfrm>
            <a:off x="576000" y="384000"/>
            <a:ext cx="3072000" cy="336000"/>
          </a:xfrm>
        </p:spPr>
        <p:txBody>
          <a:bodyPr anchor="ctr">
            <a:normAutofit/>
          </a:bodyPr>
          <a:lstStyle>
            <a:lvl1pPr>
              <a:lnSpc>
                <a:spcPct val="100000"/>
              </a:lnSpc>
              <a:spcBef>
                <a:spcPts val="0"/>
              </a:spcBef>
              <a:defRPr sz="1600" b="1">
                <a:solidFill>
                  <a:schemeClr val="bg1"/>
                </a:solidFill>
                <a:latin typeface="游明朝" panose="02020400000000000000" pitchFamily="18" charset="-128"/>
                <a:ea typeface="游明朝" panose="02020400000000000000" pitchFamily="18" charset="-128"/>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kumimoji="1" lang="ja-JP" altLang="en-US"/>
              <a:t>○○株式会社 御中</a:t>
            </a:r>
          </a:p>
        </p:txBody>
      </p:sp>
    </p:spTree>
    <p:extLst>
      <p:ext uri="{BB962C8B-B14F-4D97-AF65-F5344CB8AC3E}">
        <p14:creationId xmlns:p14="http://schemas.microsoft.com/office/powerpoint/2010/main" val="4256518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游ゴシック" panose="020B0400000000000000" pitchFamily="50" charset="-128"/>
                <a:ea typeface="游ゴシック" panose="020B0400000000000000" pitchFamily="50" charset="-128"/>
              </a:defRPr>
            </a:lvl1pPr>
          </a:lstStyle>
          <a:p>
            <a:r>
              <a:rPr lang="ja-JP" altLang="en-US"/>
              <a:t>マスター タイトルの書式設定</a:t>
            </a:r>
            <a:endParaRPr lang="en-US"/>
          </a:p>
        </p:txBody>
      </p:sp>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
        <p:nvSpPr>
          <p:cNvPr id="10" name="テキスト プレースホルダー 9">
            <a:extLst>
              <a:ext uri="{FF2B5EF4-FFF2-40B4-BE49-F238E27FC236}">
                <a16:creationId xmlns:a16="http://schemas.microsoft.com/office/drawing/2014/main" id="{E583FF8A-E87D-4283-8A63-91BC318560C7}"/>
              </a:ext>
            </a:extLst>
          </p:cNvPr>
          <p:cNvSpPr>
            <a:spLocks noGrp="1"/>
          </p:cNvSpPr>
          <p:nvPr>
            <p:ph type="body" sz="quarter" idx="13"/>
          </p:nvPr>
        </p:nvSpPr>
        <p:spPr>
          <a:xfrm>
            <a:off x="576000" y="936000"/>
            <a:ext cx="11040000" cy="5350500"/>
          </a:xfrm>
        </p:spPr>
        <p:txBody>
          <a:bodyPr>
            <a:normAutofit/>
          </a:bodyPr>
          <a:lstStyle>
            <a:lvl1pPr marL="273050" indent="-273050">
              <a:buFont typeface="Wingdings" panose="05000000000000000000" pitchFamily="2" charset="2"/>
              <a:buChar char="n"/>
              <a:defRPr sz="1800" b="1" u="sng">
                <a:latin typeface="+mn-ea"/>
                <a:ea typeface="+mn-ea"/>
              </a:defRPr>
            </a:lvl1pPr>
            <a:lvl2pPr marL="360363" indent="-184150">
              <a:buFont typeface="Arial" panose="020B0604020202020204" pitchFamily="34" charset="0"/>
              <a:buChar char="•"/>
              <a:defRPr sz="1800">
                <a:latin typeface="+mn-ea"/>
                <a:ea typeface="+mn-ea"/>
              </a:defRPr>
            </a:lvl2pPr>
            <a:lvl3pPr marL="536575" indent="-176213">
              <a:buFont typeface="Arial" panose="020B0604020202020204" pitchFamily="34" charset="0"/>
              <a:buChar char="•"/>
              <a:defRPr sz="1800">
                <a:latin typeface="+mn-ea"/>
                <a:ea typeface="+mn-ea"/>
              </a:defRPr>
            </a:lvl3pPr>
            <a:lvl4pPr marL="720725" indent="-184150">
              <a:buFont typeface="Arial" panose="020B0604020202020204" pitchFamily="34" charset="0"/>
              <a:buChar char="•"/>
              <a:defRPr sz="1800">
                <a:latin typeface="+mn-ea"/>
                <a:ea typeface="+mn-ea"/>
              </a:defRPr>
            </a:lvl4pPr>
            <a:lvl5pPr marL="896938" indent="-176213">
              <a:defRPr sz="1800">
                <a:latin typeface="+mn-ea"/>
                <a:ea typeface="+mn-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4924555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Date Placeholder 2"/>
          <p:cNvSpPr>
            <a:spLocks noGrp="1"/>
          </p:cNvSpPr>
          <p:nvPr>
            <p:ph type="dt" sz="half" idx="10"/>
          </p:nvPr>
        </p:nvSpPr>
        <p:spPr>
          <a:xfrm>
            <a:off x="0" y="6552000"/>
            <a:ext cx="1440000" cy="216000"/>
          </a:xfrm>
          <a:prstGeom prst="rect">
            <a:avLst/>
          </a:prstGeom>
        </p:spPr>
        <p:txBody>
          <a:bodyPr/>
          <a:lstStyle/>
          <a:p>
            <a:r>
              <a:rPr lang="en-US" altLang="ja-JP"/>
              <a:t>2025/4/1</a:t>
            </a:r>
            <a:endParaRPr lang="en-US"/>
          </a:p>
        </p:txBody>
      </p:sp>
      <p:sp>
        <p:nvSpPr>
          <p:cNvPr id="4" name="Footer Placeholder 3"/>
          <p:cNvSpPr>
            <a:spLocks noGrp="1"/>
          </p:cNvSpPr>
          <p:nvPr>
            <p:ph type="ftr" sz="quarter" idx="11"/>
          </p:nvPr>
        </p:nvSpPr>
        <p:spPr/>
        <p:txBody>
          <a:bodyPr/>
          <a:lstStyle/>
          <a:p>
            <a:r>
              <a:rPr lang="en-US"/>
              <a:t>Copyright © 2025 SystemEXE,Inc All Rights Reserved.</a:t>
            </a:r>
          </a:p>
        </p:txBody>
      </p:sp>
      <p:sp>
        <p:nvSpPr>
          <p:cNvPr id="5" name="Slide Number Placeholder 4"/>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6" name="直線コネクタ 5">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77887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セクション見出し_1">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sp>
        <p:nvSpPr>
          <p:cNvPr id="21" name="正方形/長方形 20">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23"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pic>
        <p:nvPicPr>
          <p:cNvPr id="24" name="図 23">
            <a:extLst>
              <a:ext uri="{FF2B5EF4-FFF2-40B4-BE49-F238E27FC236}">
                <a16:creationId xmlns:a16="http://schemas.microsoft.com/office/drawing/2014/main" id="{F46E3783-8969-F042-AEFB-E6C22717CB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7"/>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Tree>
    <p:extLst>
      <p:ext uri="{BB962C8B-B14F-4D97-AF65-F5344CB8AC3E}">
        <p14:creationId xmlns:p14="http://schemas.microsoft.com/office/powerpoint/2010/main" val="32883210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セクション見出し_2">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055D30C4-CAC8-2E43-8AC9-139C13DA26B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66285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セクション見出し_3">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EFCF8B92-5079-A849-A76B-B3D7BB9532AA}"/>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7909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561541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セクション見出し_4">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7D795D9-D515-7943-A185-DDAE04C1D38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4"/>
            <a:ext cx="37592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2460363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セクション見出し_5">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6EDF2FC6-1D05-234D-BFDB-6C1848F0C40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8290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31486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セクション見出し_6">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A88F7372-C6AD-A745-ADD5-0755C27AAF7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283270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セクション見出し_7">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5B467C42-11F0-014D-BB0B-3726E4832A4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974318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セクション見出し_8">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62F1E800-89BC-AC4A-B7B7-9C3612421E2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77825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0130264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セクション見出し_9">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123C138A-4F38-464A-8513-3908AEB3E066}"/>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375405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セクション見出し_10">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372B925-BE4F-654A-B108-6CD7680708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0097723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CF4BB5A5-0C5E-43FB-8F22-201F5BB496B1}"/>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colorTemperature colorTemp="2835"/>
                    </a14:imgEffect>
                    <a14:imgEffect>
                      <a14:saturation sat="0"/>
                    </a14:imgEffect>
                  </a14:imgLayer>
                </a14:imgProps>
              </a:ext>
              <a:ext uri="{28A0092B-C50C-407E-A947-70E740481C1C}">
                <a14:useLocalDpi xmlns:a14="http://schemas.microsoft.com/office/drawing/2010/main"/>
              </a:ext>
            </a:extLst>
          </a:blip>
          <a:stretch>
            <a:fillRect/>
          </a:stretch>
        </p:blipFill>
        <p:spPr>
          <a:xfrm>
            <a:off x="0" y="0"/>
            <a:ext cx="12189739" cy="6858000"/>
          </a:xfrm>
          <a:prstGeom prst="rect">
            <a:avLst/>
          </a:prstGeom>
        </p:spPr>
      </p:pic>
      <p:sp>
        <p:nvSpPr>
          <p:cNvPr id="3" name="日付プレースホルダー 2">
            <a:extLst>
              <a:ext uri="{FF2B5EF4-FFF2-40B4-BE49-F238E27FC236}">
                <a16:creationId xmlns:a16="http://schemas.microsoft.com/office/drawing/2014/main" id="{FDE89D48-A4F0-4993-B831-50E25040F2C2}"/>
              </a:ext>
            </a:extLst>
          </p:cNvPr>
          <p:cNvSpPr>
            <a:spLocks noGrp="1"/>
          </p:cNvSpPr>
          <p:nvPr>
            <p:ph type="dt" sz="half" idx="10"/>
          </p:nvPr>
        </p:nvSpPr>
        <p:spPr/>
        <p:txBody>
          <a:bodyPr/>
          <a:lstStyle/>
          <a:p>
            <a:r>
              <a:rPr lang="en-US" altLang="ja-JP"/>
              <a:t>2025/4/1</a:t>
            </a:r>
            <a:endParaRPr lang="en-US"/>
          </a:p>
        </p:txBody>
      </p:sp>
      <p:sp>
        <p:nvSpPr>
          <p:cNvPr id="4" name="フッター プレースホルダー 3">
            <a:extLst>
              <a:ext uri="{FF2B5EF4-FFF2-40B4-BE49-F238E27FC236}">
                <a16:creationId xmlns:a16="http://schemas.microsoft.com/office/drawing/2014/main" id="{EAEB9262-536B-4034-B47F-1FC1B4A65DDA}"/>
              </a:ext>
            </a:extLst>
          </p:cNvPr>
          <p:cNvSpPr>
            <a:spLocks noGrp="1"/>
          </p:cNvSpPr>
          <p:nvPr>
            <p:ph type="ftr" sz="quarter" idx="11"/>
          </p:nvPr>
        </p:nvSpPr>
        <p:spPr/>
        <p:txBody>
          <a:bodyPr/>
          <a:lstStyle/>
          <a:p>
            <a:r>
              <a:rPr lang="en-US"/>
              <a:t>Copyright © 2025 SystemEXE,Inc All Rights Reserved.</a:t>
            </a:r>
          </a:p>
        </p:txBody>
      </p:sp>
      <p:sp>
        <p:nvSpPr>
          <p:cNvPr id="5" name="スライド番号プレースホルダー 4">
            <a:extLst>
              <a:ext uri="{FF2B5EF4-FFF2-40B4-BE49-F238E27FC236}">
                <a16:creationId xmlns:a16="http://schemas.microsoft.com/office/drawing/2014/main" id="{FFE4DFCE-92FE-4A01-8877-9DB291BB82E9}"/>
              </a:ext>
            </a:extLst>
          </p:cNvPr>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533"/>
          </a:p>
        </p:txBody>
      </p:sp>
      <p:sp>
        <p:nvSpPr>
          <p:cNvPr id="7" name="タイトル 1">
            <a:extLst>
              <a:ext uri="{FF2B5EF4-FFF2-40B4-BE49-F238E27FC236}">
                <a16:creationId xmlns:a16="http://schemas.microsoft.com/office/drawing/2014/main" id="{D108FCCF-060B-4D40-82A7-286882C33CC3}"/>
              </a:ext>
            </a:extLst>
          </p:cNvPr>
          <p:cNvSpPr txBox="1">
            <a:spLocks/>
          </p:cNvSpPr>
          <p:nvPr userDrawn="1"/>
        </p:nvSpPr>
        <p:spPr>
          <a:xfrm>
            <a:off x="1583797" y="940802"/>
            <a:ext cx="9024409" cy="399189"/>
          </a:xfrm>
          <a:prstGeom prst="rect">
            <a:avLst/>
          </a:prstGeom>
        </p:spPr>
        <p:txBody>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ja-JP" altLang="en-US" sz="2800" b="1" spc="300">
                <a:solidFill>
                  <a:schemeClr val="bg1"/>
                </a:solidFill>
                <a:latin typeface="Yu Gothic" panose="020B0400000000000000" pitchFamily="34" charset="-128"/>
                <a:ea typeface="Yu Gothic" panose="020B0400000000000000" pitchFamily="34" charset="-128"/>
              </a:rPr>
              <a:t>ご高覧ありがとうございました</a:t>
            </a:r>
          </a:p>
        </p:txBody>
      </p:sp>
      <p:sp>
        <p:nvSpPr>
          <p:cNvPr id="8" name="Rectangle 116">
            <a:extLst>
              <a:ext uri="{FF2B5EF4-FFF2-40B4-BE49-F238E27FC236}">
                <a16:creationId xmlns:a16="http://schemas.microsoft.com/office/drawing/2014/main" id="{3A884843-CC48-4E8C-B0ED-C5B85841284B}"/>
              </a:ext>
            </a:extLst>
          </p:cNvPr>
          <p:cNvSpPr/>
          <p:nvPr userDrawn="1"/>
        </p:nvSpPr>
        <p:spPr bwMode="auto">
          <a:xfrm>
            <a:off x="1583797" y="1879600"/>
            <a:ext cx="9024409" cy="4070351"/>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9" name="図 8">
            <a:extLst>
              <a:ext uri="{FF2B5EF4-FFF2-40B4-BE49-F238E27FC236}">
                <a16:creationId xmlns:a16="http://schemas.microsoft.com/office/drawing/2014/main" id="{A8796B8E-7484-43A2-8FD4-FA416E60C4F5}"/>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377672" y="5424001"/>
            <a:ext cx="1436659" cy="373532"/>
          </a:xfrm>
          <a:prstGeom prst="rect">
            <a:avLst/>
          </a:prstGeom>
        </p:spPr>
      </p:pic>
      <p:graphicFrame>
        <p:nvGraphicFramePr>
          <p:cNvPr id="10" name="表 9">
            <a:extLst>
              <a:ext uri="{FF2B5EF4-FFF2-40B4-BE49-F238E27FC236}">
                <a16:creationId xmlns:a16="http://schemas.microsoft.com/office/drawing/2014/main" id="{BC09E805-51FF-4059-8759-0CFD4628AFB1}"/>
              </a:ext>
            </a:extLst>
          </p:cNvPr>
          <p:cNvGraphicFramePr>
            <a:graphicFrameLocks noGrp="1"/>
          </p:cNvGraphicFramePr>
          <p:nvPr userDrawn="1">
            <p:extLst>
              <p:ext uri="{D42A27DB-BD31-4B8C-83A1-F6EECF244321}">
                <p14:modId xmlns:p14="http://schemas.microsoft.com/office/powerpoint/2010/main" val="2321062931"/>
              </p:ext>
            </p:extLst>
          </p:nvPr>
        </p:nvGraphicFramePr>
        <p:xfrm>
          <a:off x="1920000" y="2700000"/>
          <a:ext cx="3936000" cy="2520000"/>
        </p:xfrm>
        <a:graphic>
          <a:graphicData uri="http://schemas.openxmlformats.org/drawingml/2006/table">
            <a:tbl>
              <a:tblPr firstRow="1" bandRow="1">
                <a:tableStyleId>{5C22544A-7EE6-4342-B048-85BDC9FD1C3A}</a:tableStyleId>
              </a:tblPr>
              <a:tblGrid>
                <a:gridCol w="3936000">
                  <a:extLst>
                    <a:ext uri="{9D8B030D-6E8A-4147-A177-3AD203B41FA5}">
                      <a16:colId xmlns:a16="http://schemas.microsoft.com/office/drawing/2014/main" val="2827529615"/>
                    </a:ext>
                  </a:extLst>
                </a:gridCol>
              </a:tblGrid>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mpd="sng">
                      <a:noFill/>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2539194732"/>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93282665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261610194"/>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394578234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988007701"/>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38100" cap="flat" cmpd="sng" algn="ctr">
                      <a:noFill/>
                      <a:prstDash val="solid"/>
                      <a:round/>
                      <a:headEnd type="none" w="med" len="med"/>
                      <a:tailEnd type="none" w="med" len="med"/>
                    </a:lnB>
                    <a:noFill/>
                  </a:tcPr>
                </a:tc>
                <a:extLst>
                  <a:ext uri="{0D108BD9-81ED-4DB2-BD59-A6C34878D82A}">
                    <a16:rowId xmlns:a16="http://schemas.microsoft.com/office/drawing/2014/main" val="1683233331"/>
                  </a:ext>
                </a:extLst>
              </a:tr>
            </a:tbl>
          </a:graphicData>
        </a:graphic>
      </p:graphicFrame>
      <p:sp>
        <p:nvSpPr>
          <p:cNvPr id="11" name="テキスト ボックス 10">
            <a:extLst>
              <a:ext uri="{FF2B5EF4-FFF2-40B4-BE49-F238E27FC236}">
                <a16:creationId xmlns:a16="http://schemas.microsoft.com/office/drawing/2014/main" id="{F59FCD42-5CC0-4223-9A56-3FF27118A69A}"/>
              </a:ext>
            </a:extLst>
          </p:cNvPr>
          <p:cNvSpPr txBox="1"/>
          <p:nvPr userDrawn="1"/>
        </p:nvSpPr>
        <p:spPr>
          <a:xfrm>
            <a:off x="6384000" y="2699999"/>
            <a:ext cx="3936000" cy="2559419"/>
          </a:xfrm>
          <a:prstGeom prst="rect">
            <a:avLst/>
          </a:prstGeom>
          <a:noFill/>
        </p:spPr>
        <p:txBody>
          <a:bodyPr wrap="square" rtlCol="0">
            <a:spAutoFit/>
          </a:bodyPr>
          <a:lstStyle/>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本文に記載されている商品名、社名は、各社の商標および登録商標の場合があります。</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本資料には当社の機密情報が含まれておりますので、当社の書面による承諾なく第三者に開示することはできません。</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また、当社の承諾を得た場合であっても、本技術情報は外国為替及び外国貿易管理法の定める特定技術に該当するため、非居住者に提供する場合には同法に基づく許可を要することがあります。</a:t>
            </a:r>
          </a:p>
        </p:txBody>
      </p:sp>
      <p:cxnSp>
        <p:nvCxnSpPr>
          <p:cNvPr id="12" name="直線コネクタ 11">
            <a:extLst>
              <a:ext uri="{FF2B5EF4-FFF2-40B4-BE49-F238E27FC236}">
                <a16:creationId xmlns:a16="http://schemas.microsoft.com/office/drawing/2014/main" id="{7509048C-A9F2-49EC-8D5F-EB5445CA53E6}"/>
              </a:ext>
            </a:extLst>
          </p:cNvPr>
          <p:cNvCxnSpPr>
            <a:cxnSpLocks/>
          </p:cNvCxnSpPr>
          <p:nvPr userDrawn="1"/>
        </p:nvCxnSpPr>
        <p:spPr>
          <a:xfrm>
            <a:off x="6096000" y="2718057"/>
            <a:ext cx="0" cy="2448000"/>
          </a:xfrm>
          <a:prstGeom prst="line">
            <a:avLst/>
          </a:prstGeom>
          <a:ln>
            <a:solidFill>
              <a:srgbClr val="787878"/>
            </a:solidFill>
          </a:ln>
        </p:spPr>
        <p:style>
          <a:lnRef idx="1">
            <a:schemeClr val="accent1"/>
          </a:lnRef>
          <a:fillRef idx="0">
            <a:schemeClr val="accent1"/>
          </a:fillRef>
          <a:effectRef idx="0">
            <a:schemeClr val="accent1"/>
          </a:effectRef>
          <a:fontRef idx="minor">
            <a:schemeClr val="tx1"/>
          </a:fontRef>
        </p:style>
      </p:cxnSp>
      <p:sp>
        <p:nvSpPr>
          <p:cNvPr id="13" name="正方形/長方形 12">
            <a:extLst>
              <a:ext uri="{FF2B5EF4-FFF2-40B4-BE49-F238E27FC236}">
                <a16:creationId xmlns:a16="http://schemas.microsoft.com/office/drawing/2014/main" id="{89B9FAE6-6A5B-4611-A9D0-990EC550AF49}"/>
              </a:ext>
            </a:extLst>
          </p:cNvPr>
          <p:cNvSpPr/>
          <p:nvPr userDrawn="1"/>
        </p:nvSpPr>
        <p:spPr>
          <a:xfrm>
            <a:off x="2772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本書に関するお問い合わせ先</a:t>
            </a:r>
          </a:p>
        </p:txBody>
      </p:sp>
      <p:sp>
        <p:nvSpPr>
          <p:cNvPr id="14" name="正方形/長方形 13">
            <a:extLst>
              <a:ext uri="{FF2B5EF4-FFF2-40B4-BE49-F238E27FC236}">
                <a16:creationId xmlns:a16="http://schemas.microsoft.com/office/drawing/2014/main" id="{C8B7B5A6-C08F-4396-B875-92CEEC461FE6}"/>
              </a:ext>
            </a:extLst>
          </p:cNvPr>
          <p:cNvSpPr/>
          <p:nvPr userDrawn="1"/>
        </p:nvSpPr>
        <p:spPr>
          <a:xfrm>
            <a:off x="7236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登録商標</a:t>
            </a:r>
          </a:p>
        </p:txBody>
      </p:sp>
      <p:sp>
        <p:nvSpPr>
          <p:cNvPr id="15" name="テキスト プレースホルダー 6">
            <a:extLst>
              <a:ext uri="{FF2B5EF4-FFF2-40B4-BE49-F238E27FC236}">
                <a16:creationId xmlns:a16="http://schemas.microsoft.com/office/drawing/2014/main" id="{D430BC1B-CF97-4CBC-A073-09438DBF70C3}"/>
              </a:ext>
            </a:extLst>
          </p:cNvPr>
          <p:cNvSpPr>
            <a:spLocks noGrp="1"/>
          </p:cNvSpPr>
          <p:nvPr>
            <p:ph type="body" sz="quarter" idx="13"/>
          </p:nvPr>
        </p:nvSpPr>
        <p:spPr>
          <a:xfrm>
            <a:off x="1920000" y="278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6" name="テキスト プレースホルダー 6">
            <a:extLst>
              <a:ext uri="{FF2B5EF4-FFF2-40B4-BE49-F238E27FC236}">
                <a16:creationId xmlns:a16="http://schemas.microsoft.com/office/drawing/2014/main" id="{C15A8F8A-24D0-44A8-A357-E8BB9CA91827}"/>
              </a:ext>
            </a:extLst>
          </p:cNvPr>
          <p:cNvSpPr>
            <a:spLocks noGrp="1"/>
          </p:cNvSpPr>
          <p:nvPr>
            <p:ph type="body" sz="quarter" idx="14"/>
          </p:nvPr>
        </p:nvSpPr>
        <p:spPr>
          <a:xfrm>
            <a:off x="1920000" y="3216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7" name="テキスト プレースホルダー 6">
            <a:extLst>
              <a:ext uri="{FF2B5EF4-FFF2-40B4-BE49-F238E27FC236}">
                <a16:creationId xmlns:a16="http://schemas.microsoft.com/office/drawing/2014/main" id="{CAA5A7BA-D323-4165-80B7-F4F1D64D5FE2}"/>
              </a:ext>
            </a:extLst>
          </p:cNvPr>
          <p:cNvSpPr>
            <a:spLocks noGrp="1"/>
          </p:cNvSpPr>
          <p:nvPr>
            <p:ph type="body" sz="quarter" idx="15"/>
          </p:nvPr>
        </p:nvSpPr>
        <p:spPr>
          <a:xfrm>
            <a:off x="1920000" y="3648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8" name="テキスト プレースホルダー 6">
            <a:extLst>
              <a:ext uri="{FF2B5EF4-FFF2-40B4-BE49-F238E27FC236}">
                <a16:creationId xmlns:a16="http://schemas.microsoft.com/office/drawing/2014/main" id="{220A449D-0D72-4A92-9F2C-0088923B6FFB}"/>
              </a:ext>
            </a:extLst>
          </p:cNvPr>
          <p:cNvSpPr>
            <a:spLocks noGrp="1"/>
          </p:cNvSpPr>
          <p:nvPr>
            <p:ph type="body" sz="quarter" idx="16"/>
          </p:nvPr>
        </p:nvSpPr>
        <p:spPr>
          <a:xfrm>
            <a:off x="1920000" y="4080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9" name="テキスト プレースホルダー 6">
            <a:extLst>
              <a:ext uri="{FF2B5EF4-FFF2-40B4-BE49-F238E27FC236}">
                <a16:creationId xmlns:a16="http://schemas.microsoft.com/office/drawing/2014/main" id="{3F2DBE48-626E-4F30-A826-B0954189D61D}"/>
              </a:ext>
            </a:extLst>
          </p:cNvPr>
          <p:cNvSpPr>
            <a:spLocks noGrp="1"/>
          </p:cNvSpPr>
          <p:nvPr>
            <p:ph type="body" sz="quarter" idx="17"/>
          </p:nvPr>
        </p:nvSpPr>
        <p:spPr>
          <a:xfrm>
            <a:off x="1920000" y="4512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0" name="テキスト プレースホルダー 6">
            <a:extLst>
              <a:ext uri="{FF2B5EF4-FFF2-40B4-BE49-F238E27FC236}">
                <a16:creationId xmlns:a16="http://schemas.microsoft.com/office/drawing/2014/main" id="{AA345CF8-EE14-40AE-A443-B9A4548C5FA5}"/>
              </a:ext>
            </a:extLst>
          </p:cNvPr>
          <p:cNvSpPr>
            <a:spLocks noGrp="1"/>
          </p:cNvSpPr>
          <p:nvPr>
            <p:ph type="body" sz="quarter" idx="18"/>
          </p:nvPr>
        </p:nvSpPr>
        <p:spPr>
          <a:xfrm>
            <a:off x="1920000" y="494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Tree>
    <p:extLst>
      <p:ext uri="{BB962C8B-B14F-4D97-AF65-F5344CB8AC3E}">
        <p14:creationId xmlns:p14="http://schemas.microsoft.com/office/powerpoint/2010/main" val="12965150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000" y="180000"/>
            <a:ext cx="11041200" cy="504000"/>
          </a:xfrm>
          <a:prstGeom prst="rect">
            <a:avLst/>
          </a:prstGeom>
        </p:spPr>
        <p:txBody>
          <a:bodyPr vert="horz" wrap="none" lIns="91440" tIns="45720" rIns="91440" bIns="45720" rtlCol="0" anchor="ctr">
            <a:noAutofit/>
          </a:bodyPr>
          <a:lstStyle/>
          <a:p>
            <a:r>
              <a:rPr lang="ja-JP" altLang="en-US"/>
              <a:t>マスター タイトルの書式設定</a:t>
            </a:r>
            <a:endParaRPr lang="en-US"/>
          </a:p>
        </p:txBody>
      </p:sp>
      <p:sp>
        <p:nvSpPr>
          <p:cNvPr id="3" name="Text Placeholder 2"/>
          <p:cNvSpPr>
            <a:spLocks noGrp="1"/>
          </p:cNvSpPr>
          <p:nvPr>
            <p:ph type="body" idx="1"/>
          </p:nvPr>
        </p:nvSpPr>
        <p:spPr>
          <a:xfrm>
            <a:off x="576000" y="936000"/>
            <a:ext cx="11041200" cy="5328000"/>
          </a:xfrm>
          <a:prstGeom prst="rect">
            <a:avLst/>
          </a:prstGeom>
        </p:spPr>
        <p:txBody>
          <a:bodyPr vert="horz" lIns="91440" tIns="45720" rIns="91440" bIns="45720" rtlCol="0">
            <a:normAutofit/>
          </a:bodyPr>
          <a:lstStyle/>
          <a:p>
            <a:pPr lvl="0"/>
            <a:r>
              <a:rPr lang="ja-JP" altLang="en-US"/>
              <a:t>マスター テキストの書式設定</a:t>
            </a:r>
          </a:p>
        </p:txBody>
      </p:sp>
      <p:sp>
        <p:nvSpPr>
          <p:cNvPr id="7" name="Shape 20">
            <a:extLst>
              <a:ext uri="{FF2B5EF4-FFF2-40B4-BE49-F238E27FC236}">
                <a16:creationId xmlns:a16="http://schemas.microsoft.com/office/drawing/2014/main" id="{31B2DB08-A49E-1A4A-90DB-D7A431943820}"/>
              </a:ext>
            </a:extLst>
          </p:cNvPr>
          <p:cNvSpPr/>
          <p:nvPr userDrawn="1"/>
        </p:nvSpPr>
        <p:spPr>
          <a:xfrm>
            <a:off x="0" y="6493898"/>
            <a:ext cx="12193200" cy="360000"/>
          </a:xfrm>
          <a:prstGeom prst="rect">
            <a:avLst/>
          </a:prstGeom>
          <a:solidFill>
            <a:srgbClr val="4B4B4B"/>
          </a:solidFill>
          <a:ln w="12700">
            <a:noFill/>
            <a:miter lim="400000"/>
          </a:ln>
          <a:effectLst>
            <a:outerShdw sx="1000" sy="1000" algn="ctr" rotWithShape="0">
              <a:prstClr val="black"/>
            </a:outerShdw>
          </a:effectLst>
        </p:spPr>
        <p:txBody>
          <a:bodyPr lIns="0" tIns="0" rIns="0" bIns="0"/>
          <a:lstStyle>
            <a:lvl1pPr defTabSz="2177277">
              <a:spcBef>
                <a:spcPts val="400"/>
              </a:spcBef>
              <a:defRPr>
                <a:solidFill>
                  <a:srgbClr val="FFFFFF"/>
                </a:solidFill>
                <a:latin typeface="Calibri"/>
                <a:ea typeface="Calibri"/>
                <a:cs typeface="Calibri"/>
                <a:sym typeface="Calibri"/>
              </a:defRPr>
            </a:lvl1pPr>
            <a:lvl2pPr indent="1088448" defTabSz="2177277">
              <a:spcBef>
                <a:spcPts val="400"/>
              </a:spcBef>
              <a:defRPr>
                <a:solidFill>
                  <a:srgbClr val="FFFFFF"/>
                </a:solidFill>
                <a:latin typeface="Calibri"/>
                <a:ea typeface="Calibri"/>
                <a:cs typeface="Calibri"/>
                <a:sym typeface="Calibri"/>
              </a:defRPr>
            </a:lvl2pPr>
            <a:lvl3pPr indent="2176894" defTabSz="2177277">
              <a:spcBef>
                <a:spcPts val="400"/>
              </a:spcBef>
              <a:defRPr>
                <a:solidFill>
                  <a:srgbClr val="FFFFFF"/>
                </a:solidFill>
                <a:latin typeface="Calibri"/>
                <a:ea typeface="Calibri"/>
                <a:cs typeface="Calibri"/>
                <a:sym typeface="Calibri"/>
              </a:defRPr>
            </a:lvl3pPr>
            <a:lvl4pPr indent="3265342" defTabSz="2177277">
              <a:spcBef>
                <a:spcPts val="400"/>
              </a:spcBef>
              <a:defRPr>
                <a:solidFill>
                  <a:srgbClr val="FFFFFF"/>
                </a:solidFill>
                <a:latin typeface="Calibri"/>
                <a:ea typeface="Calibri"/>
                <a:cs typeface="Calibri"/>
                <a:sym typeface="Calibri"/>
              </a:defRPr>
            </a:lvl4pPr>
            <a:lvl5pPr indent="4353788" defTabSz="2177277">
              <a:spcBef>
                <a:spcPts val="400"/>
              </a:spcBef>
              <a:defRPr>
                <a:solidFill>
                  <a:srgbClr val="FFFFFF"/>
                </a:solidFill>
                <a:latin typeface="Calibri"/>
                <a:ea typeface="Calibri"/>
                <a:cs typeface="Calibri"/>
                <a:sym typeface="Calibri"/>
              </a:defRPr>
            </a:lvl5pPr>
            <a:lvl6pPr indent="5442237" defTabSz="2177277">
              <a:spcBef>
                <a:spcPts val="400"/>
              </a:spcBef>
              <a:defRPr>
                <a:solidFill>
                  <a:srgbClr val="FFFFFF"/>
                </a:solidFill>
                <a:latin typeface="Calibri"/>
                <a:ea typeface="Calibri"/>
                <a:cs typeface="Calibri"/>
                <a:sym typeface="Calibri"/>
              </a:defRPr>
            </a:lvl6pPr>
            <a:lvl7pPr indent="6530682" defTabSz="2177277">
              <a:spcBef>
                <a:spcPts val="400"/>
              </a:spcBef>
              <a:defRPr>
                <a:solidFill>
                  <a:srgbClr val="FFFFFF"/>
                </a:solidFill>
                <a:latin typeface="Calibri"/>
                <a:ea typeface="Calibri"/>
                <a:cs typeface="Calibri"/>
                <a:sym typeface="Calibri"/>
              </a:defRPr>
            </a:lvl7pPr>
            <a:lvl8pPr indent="7619128" defTabSz="2177277">
              <a:spcBef>
                <a:spcPts val="400"/>
              </a:spcBef>
              <a:defRPr>
                <a:solidFill>
                  <a:srgbClr val="FFFFFF"/>
                </a:solidFill>
                <a:latin typeface="Calibri"/>
                <a:ea typeface="Calibri"/>
                <a:cs typeface="Calibri"/>
                <a:sym typeface="Calibri"/>
              </a:defRPr>
            </a:lvl8pPr>
            <a:lvl9pPr indent="8707577" defTabSz="2177277">
              <a:spcBef>
                <a:spcPts val="400"/>
              </a:spcBef>
              <a:defRPr>
                <a:solidFill>
                  <a:srgbClr val="FFFFFF"/>
                </a:solidFill>
                <a:latin typeface="Calibri"/>
                <a:ea typeface="Calibri"/>
                <a:cs typeface="Calibri"/>
                <a:sym typeface="Calibri"/>
              </a:defRPr>
            </a:lvl9pPr>
          </a:lstStyle>
          <a:p>
            <a:pPr lvl="0" algn="ctr" defTabSz="884127">
              <a:spcBef>
                <a:spcPts val="0"/>
              </a:spcBef>
              <a:defRPr sz="4300">
                <a:solidFill>
                  <a:srgbClr val="000000"/>
                </a:solidFill>
              </a:defRPr>
            </a:pPr>
            <a:endParaRPr sz="1747">
              <a:solidFill>
                <a:schemeClr val="bg1"/>
              </a:solidFill>
            </a:endParaRPr>
          </a:p>
        </p:txBody>
      </p:sp>
      <p:cxnSp>
        <p:nvCxnSpPr>
          <p:cNvPr id="8" name="直線コネクタ 7">
            <a:extLst>
              <a:ext uri="{FF2B5EF4-FFF2-40B4-BE49-F238E27FC236}">
                <a16:creationId xmlns:a16="http://schemas.microsoft.com/office/drawing/2014/main" id="{7D91C2AF-B556-A24B-9BE1-1CF44516E0D0}"/>
              </a:ext>
            </a:extLst>
          </p:cNvPr>
          <p:cNvCxnSpPr>
            <a:cxnSpLocks/>
          </p:cNvCxnSpPr>
          <p:nvPr userDrawn="1"/>
        </p:nvCxnSpPr>
        <p:spPr>
          <a:xfrm>
            <a:off x="0" y="6498000"/>
            <a:ext cx="12192000" cy="0"/>
          </a:xfrm>
          <a:prstGeom prst="line">
            <a:avLst/>
          </a:prstGeom>
          <a:ln w="34925">
            <a:solidFill>
              <a:srgbClr val="9A3B5D"/>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E320A192-F81A-DE46-BFE4-F9AFCC5612A5}"/>
              </a:ext>
            </a:extLst>
          </p:cNvPr>
          <p:cNvCxnSpPr>
            <a:cxnSpLocks/>
          </p:cNvCxnSpPr>
          <p:nvPr userDrawn="1"/>
        </p:nvCxnSpPr>
        <p:spPr>
          <a:xfrm>
            <a:off x="0" y="0"/>
            <a:ext cx="12192000" cy="0"/>
          </a:xfrm>
          <a:prstGeom prst="line">
            <a:avLst/>
          </a:prstGeom>
          <a:ln w="25400">
            <a:solidFill>
              <a:srgbClr val="9A3B5D"/>
            </a:solidFill>
          </a:ln>
        </p:spPr>
        <p:style>
          <a:lnRef idx="1">
            <a:schemeClr val="accent1"/>
          </a:lnRef>
          <a:fillRef idx="0">
            <a:schemeClr val="accent1"/>
          </a:fillRef>
          <a:effectRef idx="0">
            <a:schemeClr val="accent1"/>
          </a:effectRef>
          <a:fontRef idx="minor">
            <a:schemeClr val="tx1"/>
          </a:fontRef>
        </p:style>
      </p:cxnSp>
      <p:pic>
        <p:nvPicPr>
          <p:cNvPr id="10" name="Picture 17" descr="C:\Documents and Settings\sysexe\デスクトップ\SystemEXEロゴ_120329\SystemEXEロゴ_印刷用.png">
            <a:extLst>
              <a:ext uri="{FF2B5EF4-FFF2-40B4-BE49-F238E27FC236}">
                <a16:creationId xmlns:a16="http://schemas.microsoft.com/office/drawing/2014/main" id="{1919A988-D9C7-F241-86D5-3FF4C05E34A4}"/>
              </a:ext>
            </a:extLst>
          </p:cNvPr>
          <p:cNvPicPr>
            <a:picLocks noChangeAspect="1" noChangeArrowheads="1"/>
          </p:cNvPicPr>
          <p:nvPr userDrawn="1"/>
        </p:nvPicPr>
        <p:blipFill rotWithShape="1">
          <a:blip r:embed="rId16" cstate="screen">
            <a:alphaModFix amt="50000"/>
            <a:extLst>
              <a:ext uri="{28A0092B-C50C-407E-A947-70E740481C1C}">
                <a14:useLocalDpi xmlns:a14="http://schemas.microsoft.com/office/drawing/2010/main"/>
              </a:ext>
            </a:extLst>
          </a:blip>
          <a:srcRect/>
          <a:stretch/>
        </p:blipFill>
        <p:spPr bwMode="auto">
          <a:xfrm>
            <a:off x="11812450" y="99099"/>
            <a:ext cx="355685" cy="196135"/>
          </a:xfrm>
          <a:prstGeom prst="rect">
            <a:avLst/>
          </a:prstGeom>
          <a:noFill/>
        </p:spPr>
      </p:pic>
      <p:sp>
        <p:nvSpPr>
          <p:cNvPr id="4" name="Date Placeholder 3"/>
          <p:cNvSpPr>
            <a:spLocks noGrp="1"/>
          </p:cNvSpPr>
          <p:nvPr>
            <p:ph type="dt" sz="half" idx="2"/>
          </p:nvPr>
        </p:nvSpPr>
        <p:spPr>
          <a:xfrm>
            <a:off x="0" y="6552000"/>
            <a:ext cx="1440000" cy="216000"/>
          </a:xfrm>
          <a:prstGeom prst="rect">
            <a:avLst/>
          </a:prstGeom>
        </p:spPr>
        <p:txBody>
          <a:bodyPr vert="horz" lIns="91440" tIns="45720" rIns="91440" bIns="45720" rtlCol="0" anchor="ctr"/>
          <a:lstStyle>
            <a:lvl1pPr algn="l">
              <a:defRPr sz="1200">
                <a:solidFill>
                  <a:schemeClr val="bg1"/>
                </a:solidFill>
                <a:latin typeface="游ゴシック" panose="020B0400000000000000" pitchFamily="50" charset="-128"/>
                <a:ea typeface="游ゴシック" panose="020B0400000000000000" pitchFamily="50" charset="-128"/>
              </a:defRPr>
            </a:lvl1pPr>
          </a:lstStyle>
          <a:p>
            <a:r>
              <a:rPr lang="en-US" altLang="ja-JP"/>
              <a:t>2025/4/1</a:t>
            </a:r>
            <a:endParaRPr lang="en-US"/>
          </a:p>
        </p:txBody>
      </p:sp>
      <p:sp>
        <p:nvSpPr>
          <p:cNvPr id="5" name="Footer Placeholder 4"/>
          <p:cNvSpPr>
            <a:spLocks noGrp="1"/>
          </p:cNvSpPr>
          <p:nvPr>
            <p:ph type="ftr" sz="quarter" idx="3"/>
          </p:nvPr>
        </p:nvSpPr>
        <p:spPr>
          <a:xfrm>
            <a:off x="3036000" y="6552000"/>
            <a:ext cx="6120000" cy="216000"/>
          </a:xfrm>
          <a:prstGeom prst="rect">
            <a:avLst/>
          </a:prstGeom>
        </p:spPr>
        <p:txBody>
          <a:bodyPr vert="horz" lIns="91440" tIns="45720" rIns="91440" bIns="45720" rtlCol="0" anchor="ctr"/>
          <a:lstStyle>
            <a:lvl1pPr algn="ctr">
              <a:defRPr sz="1200">
                <a:solidFill>
                  <a:schemeClr val="bg1"/>
                </a:solidFill>
                <a:latin typeface="游ゴシック" panose="020B0400000000000000" pitchFamily="50" charset="-128"/>
                <a:ea typeface="游ゴシック" panose="020B0400000000000000" pitchFamily="50" charset="-128"/>
              </a:defRPr>
            </a:lvl1pPr>
          </a:lstStyle>
          <a:p>
            <a:r>
              <a:rPr lang="en-US"/>
              <a:t>Copyright © 2025 SystemEXE,Inc All Rights Reserved.</a:t>
            </a:r>
          </a:p>
        </p:txBody>
      </p:sp>
      <p:sp>
        <p:nvSpPr>
          <p:cNvPr id="6" name="Slide Number Placeholder 5"/>
          <p:cNvSpPr>
            <a:spLocks noGrp="1"/>
          </p:cNvSpPr>
          <p:nvPr>
            <p:ph type="sldNum" sz="quarter" idx="4"/>
          </p:nvPr>
        </p:nvSpPr>
        <p:spPr>
          <a:xfrm>
            <a:off x="10752000" y="6552000"/>
            <a:ext cx="1440000" cy="216000"/>
          </a:xfrm>
          <a:prstGeom prst="rect">
            <a:avLst/>
          </a:prstGeom>
        </p:spPr>
        <p:txBody>
          <a:bodyPr vert="horz" lIns="91440" tIns="45720" rIns="91440" bIns="45720" rtlCol="0" anchor="ctr"/>
          <a:lstStyle>
            <a:lvl1pPr algn="r">
              <a:defRPr sz="1200">
                <a:solidFill>
                  <a:schemeClr val="bg1"/>
                </a:solidFill>
                <a:latin typeface="游ゴシック" panose="020B0400000000000000" pitchFamily="50" charset="-128"/>
                <a:ea typeface="游ゴシック" panose="020B0400000000000000" pitchFamily="50" charset="-128"/>
              </a:defRPr>
            </a:lvl1p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428617888"/>
      </p:ext>
    </p:extLst>
  </p:cSld>
  <p:clrMap bg1="lt1" tx1="dk1" bg2="lt2" tx2="dk2" accent1="accent1" accent2="accent2" accent3="accent3" accent4="accent4" accent5="accent5" accent6="accent6" hlink="hlink" folHlink="folHlink"/>
  <p:sldLayoutIdLst>
    <p:sldLayoutId id="2147483782" r:id="rId1"/>
    <p:sldLayoutId id="2147483772" r:id="rId2"/>
    <p:sldLayoutId id="2147483776" r:id="rId3"/>
    <p:sldLayoutId id="2147483797" r:id="rId4"/>
    <p:sldLayoutId id="2147483798" r:id="rId5"/>
    <p:sldLayoutId id="2147483799" r:id="rId6"/>
    <p:sldLayoutId id="2147483800" r:id="rId7"/>
    <p:sldLayoutId id="2147483801" r:id="rId8"/>
    <p:sldLayoutId id="2147483802" r:id="rId9"/>
    <p:sldLayoutId id="2147483803" r:id="rId10"/>
    <p:sldLayoutId id="2147483804" r:id="rId11"/>
    <p:sldLayoutId id="2147483805" r:id="rId12"/>
    <p:sldLayoutId id="2147483756" r:id="rId13"/>
    <p:sldLayoutId id="2147483806" r:id="rId14"/>
  </p:sldLayoutIdLst>
  <p:hf sldNum="0" hdr="0"/>
  <p:txStyles>
    <p:titleStyle>
      <a:lvl1pPr algn="l" defTabSz="914400" rtl="0" eaLnBrk="1" latinLnBrk="0" hangingPunct="1">
        <a:lnSpc>
          <a:spcPct val="100000"/>
        </a:lnSpc>
        <a:spcBef>
          <a:spcPct val="0"/>
        </a:spcBef>
        <a:buNone/>
        <a:defRPr kumimoji="1" sz="2400" b="0" kern="1200">
          <a:solidFill>
            <a:srgbClr val="9A3B5D"/>
          </a:solidFill>
          <a:latin typeface="游ゴシック" panose="020B0400000000000000" pitchFamily="50" charset="-128"/>
          <a:ea typeface="游ゴシック" panose="020B0400000000000000" pitchFamily="50" charset="-128"/>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ctrTitle"/>
          </p:nvPr>
        </p:nvSpPr>
        <p:spPr/>
        <p:txBody>
          <a:bodyPr>
            <a:noAutofit/>
          </a:bodyPr>
          <a:lstStyle/>
          <a:p>
            <a:r>
              <a:rPr lang="ja-JP" altLang="en-US"/>
              <a:t>概算御見積</a:t>
            </a:r>
            <a:r>
              <a:rPr kumimoji="1" lang="en-US" altLang="ja-JP" sz="2800"/>
              <a:t>(</a:t>
            </a:r>
            <a:r>
              <a:rPr kumimoji="1" lang="ja-JP" altLang="en-US" sz="2800"/>
              <a:t>第</a:t>
            </a:r>
            <a:r>
              <a:rPr kumimoji="1" lang="en-US" altLang="ja-JP" sz="2800"/>
              <a:t>1.0</a:t>
            </a:r>
            <a:r>
              <a:rPr kumimoji="1" lang="ja-JP" altLang="en-US" sz="2800"/>
              <a:t>版）</a:t>
            </a:r>
            <a:endParaRPr kumimoji="1" lang="ja-JP" altLang="en-US" sz="4400"/>
          </a:p>
        </p:txBody>
      </p:sp>
      <p:sp>
        <p:nvSpPr>
          <p:cNvPr id="4" name="サブタイトル 3"/>
          <p:cNvSpPr>
            <a:spLocks noGrp="1"/>
          </p:cNvSpPr>
          <p:nvPr>
            <p:ph type="subTitle" idx="1"/>
          </p:nvPr>
        </p:nvSpPr>
        <p:spPr>
          <a:xfrm>
            <a:off x="576000" y="2562045"/>
            <a:ext cx="8640000" cy="701955"/>
          </a:xfrm>
        </p:spPr>
        <p:txBody>
          <a:bodyPr>
            <a:normAutofit fontScale="70000" lnSpcReduction="20000"/>
          </a:bodyPr>
          <a:lstStyle/>
          <a:p>
            <a:r>
              <a:rPr lang="en-US" altLang="ja-JP" sz="3200"/>
              <a:t>PIMSDB</a:t>
            </a:r>
            <a:r>
              <a:rPr lang="ja-JP" altLang="en-US" sz="3200"/>
              <a:t>更新に伴う周辺システムの対応（千葉）</a:t>
            </a:r>
            <a:endParaRPr lang="en-US" altLang="ja-JP" sz="3200"/>
          </a:p>
          <a:p>
            <a:r>
              <a:rPr kumimoji="1" lang="ja-JP" altLang="en-US" sz="3200"/>
              <a:t>追加改修対応</a:t>
            </a:r>
          </a:p>
        </p:txBody>
      </p:sp>
      <p:sp>
        <p:nvSpPr>
          <p:cNvPr id="7" name="テキスト プレースホルダー 6"/>
          <p:cNvSpPr>
            <a:spLocks noGrp="1"/>
          </p:cNvSpPr>
          <p:nvPr>
            <p:ph type="body" sz="quarter" idx="14"/>
          </p:nvPr>
        </p:nvSpPr>
        <p:spPr>
          <a:xfrm>
            <a:off x="575999" y="384000"/>
            <a:ext cx="4328509" cy="336000"/>
          </a:xfrm>
        </p:spPr>
        <p:txBody>
          <a:bodyPr>
            <a:noAutofit/>
          </a:bodyPr>
          <a:lstStyle/>
          <a:p>
            <a:r>
              <a:rPr kumimoji="1" lang="ja-JP" altLang="en-US"/>
              <a:t>出光興産株式会社　御中</a:t>
            </a:r>
          </a:p>
        </p:txBody>
      </p:sp>
      <p:sp>
        <p:nvSpPr>
          <p:cNvPr id="10" name="テキスト プレースホルダー 4">
            <a:extLst>
              <a:ext uri="{FF2B5EF4-FFF2-40B4-BE49-F238E27FC236}">
                <a16:creationId xmlns:a16="http://schemas.microsoft.com/office/drawing/2014/main" id="{24A1B6FF-4F95-C178-9DEA-567571794C2A}"/>
              </a:ext>
            </a:extLst>
          </p:cNvPr>
          <p:cNvSpPr>
            <a:spLocks noGrp="1"/>
          </p:cNvSpPr>
          <p:nvPr>
            <p:ph type="body" sz="quarter" idx="13"/>
          </p:nvPr>
        </p:nvSpPr>
        <p:spPr>
          <a:xfrm>
            <a:off x="9407999" y="3552000"/>
            <a:ext cx="2688000" cy="288000"/>
          </a:xfrm>
        </p:spPr>
        <p:txBody>
          <a:bodyPr/>
          <a:lstStyle/>
          <a:p>
            <a:pPr algn="r"/>
            <a:r>
              <a:rPr kumimoji="1" lang="ja-JP" altLang="en-US"/>
              <a:t>システムソリューション本部</a:t>
            </a:r>
            <a:endParaRPr kumimoji="1" lang="en-US" altLang="ja-JP"/>
          </a:p>
          <a:p>
            <a:pPr algn="r"/>
            <a:r>
              <a:rPr lang="ja-JP" altLang="en-US"/>
              <a:t>営業本部</a:t>
            </a:r>
            <a:endParaRPr kumimoji="1" lang="ja-JP" altLang="en-US"/>
          </a:p>
        </p:txBody>
      </p:sp>
      <p:sp>
        <p:nvSpPr>
          <p:cNvPr id="2" name="テキスト プレースホルダー 4">
            <a:extLst>
              <a:ext uri="{FF2B5EF4-FFF2-40B4-BE49-F238E27FC236}">
                <a16:creationId xmlns:a16="http://schemas.microsoft.com/office/drawing/2014/main" id="{B808C4E1-CAC4-709D-39C2-7E63198F1A78}"/>
              </a:ext>
            </a:extLst>
          </p:cNvPr>
          <p:cNvSpPr txBox="1">
            <a:spLocks/>
          </p:cNvSpPr>
          <p:nvPr/>
        </p:nvSpPr>
        <p:spPr>
          <a:xfrm>
            <a:off x="9407999" y="4080000"/>
            <a:ext cx="2688000" cy="288000"/>
          </a:xfrm>
          <a:prstGeom prst="rect">
            <a:avLst/>
          </a:prstGeom>
        </p:spPr>
        <p:txBody>
          <a:bodyPr vert="horz" lIns="91440" tIns="45720" rIns="91440" bIns="45720" rtlCol="0" anchor="ctr">
            <a:noAutofit/>
          </a:bodyPr>
          <a:lstStyle>
            <a:lvl1pPr marL="0" indent="0" algn="ctr" defTabSz="914400" rtl="0" eaLnBrk="1" latinLnBrk="0" hangingPunct="1">
              <a:lnSpc>
                <a:spcPct val="100000"/>
              </a:lnSpc>
              <a:spcBef>
                <a:spcPts val="0"/>
              </a:spcBef>
              <a:buFont typeface="Arial" panose="020B0604020202020204" pitchFamily="34" charset="0"/>
              <a:buNone/>
              <a:defRPr kumimoji="1" sz="1067" kern="1200">
                <a:solidFill>
                  <a:schemeClr val="tx1"/>
                </a:solidFill>
                <a:latin typeface="游明朝" panose="02020400000000000000" pitchFamily="18" charset="-128"/>
                <a:ea typeface="游明朝" panose="02020400000000000000" pitchFamily="18" charset="-128"/>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r"/>
            <a:r>
              <a:rPr lang="en-US" altLang="ja-JP"/>
              <a:t>2025/8/12</a:t>
            </a:r>
            <a:endParaRPr lang="ja-JP" altLang="en-US"/>
          </a:p>
        </p:txBody>
      </p:sp>
    </p:spTree>
    <p:extLst>
      <p:ext uri="{BB962C8B-B14F-4D97-AF65-F5344CB8AC3E}">
        <p14:creationId xmlns:p14="http://schemas.microsoft.com/office/powerpoint/2010/main" val="32018882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77D6AE7-A869-482E-A062-B5C3EDBB82F2}"/>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１</a:t>
            </a:r>
            <a:r>
              <a:rPr kumimoji="1" lang="en-US" altLang="ja-JP">
                <a:latin typeface="游明朝" panose="02020400000000000000" pitchFamily="18" charset="-128"/>
                <a:ea typeface="游明朝" panose="02020400000000000000" pitchFamily="18" charset="-128"/>
              </a:rPr>
              <a:t>. </a:t>
            </a:r>
            <a:r>
              <a:rPr kumimoji="1" lang="ja-JP" altLang="en-US">
                <a:latin typeface="游明朝" panose="02020400000000000000" pitchFamily="18" charset="-128"/>
                <a:ea typeface="游明朝" panose="02020400000000000000" pitchFamily="18" charset="-128"/>
              </a:rPr>
              <a:t>プロジェクトの背景と目的</a:t>
            </a:r>
          </a:p>
        </p:txBody>
      </p:sp>
      <p:sp>
        <p:nvSpPr>
          <p:cNvPr id="12" name="日付プレースホルダー 11">
            <a:extLst>
              <a:ext uri="{FF2B5EF4-FFF2-40B4-BE49-F238E27FC236}">
                <a16:creationId xmlns:a16="http://schemas.microsoft.com/office/drawing/2014/main" id="{FB9395C0-3B33-2DF1-D93D-2AF5019AB575}"/>
              </a:ext>
            </a:extLst>
          </p:cNvPr>
          <p:cNvSpPr>
            <a:spLocks noGrp="1"/>
          </p:cNvSpPr>
          <p:nvPr>
            <p:ph type="dt" sz="half" idx="10"/>
          </p:nvPr>
        </p:nvSpPr>
        <p:spPr/>
        <p:txBody>
          <a:bodyPr/>
          <a:lstStyle/>
          <a:p>
            <a:r>
              <a:rPr lang="en-US" altLang="ja-JP"/>
              <a:t>2025/8/12</a:t>
            </a:r>
            <a:endParaRPr lang="en-US"/>
          </a:p>
        </p:txBody>
      </p:sp>
      <p:sp>
        <p:nvSpPr>
          <p:cNvPr id="13" name="テキスト プレースホルダー 4">
            <a:extLst>
              <a:ext uri="{FF2B5EF4-FFF2-40B4-BE49-F238E27FC236}">
                <a16:creationId xmlns:a16="http://schemas.microsoft.com/office/drawing/2014/main" id="{B8B3A81D-32E4-C28F-0D4C-EB7D2165E764}"/>
              </a:ext>
            </a:extLst>
          </p:cNvPr>
          <p:cNvSpPr txBox="1">
            <a:spLocks/>
          </p:cNvSpPr>
          <p:nvPr/>
        </p:nvSpPr>
        <p:spPr>
          <a:xfrm>
            <a:off x="637200" y="935143"/>
            <a:ext cx="10980000" cy="5376321"/>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b="1"/>
              <a:t>■プロジェクトの背景</a:t>
            </a:r>
            <a:endParaRPr lang="en-US" altLang="ja-JP" b="1"/>
          </a:p>
          <a:p>
            <a:r>
              <a:rPr lang="ja-JP" altLang="en-US">
                <a:latin typeface="游ゴシック"/>
                <a:ea typeface="游ゴシック"/>
              </a:rPr>
              <a:t>　「情報系</a:t>
            </a:r>
            <a:r>
              <a:rPr lang="en-US" altLang="ja-JP">
                <a:latin typeface="游ゴシック"/>
                <a:ea typeface="游ゴシック"/>
              </a:rPr>
              <a:t>PIMS</a:t>
            </a:r>
            <a:r>
              <a:rPr lang="ja-JP" altLang="en-US">
                <a:latin typeface="游ゴシック"/>
                <a:ea typeface="游ゴシック"/>
              </a:rPr>
              <a:t>サーバ」は、館林データセンター内に構築されており</a:t>
            </a:r>
            <a:r>
              <a:rPr lang="en-US" altLang="ja-JP">
                <a:latin typeface="游ゴシック"/>
                <a:ea typeface="游ゴシック"/>
              </a:rPr>
              <a:t>2026年1</a:t>
            </a:r>
            <a:r>
              <a:rPr lang="ja-JP" altLang="en-US">
                <a:latin typeface="游ゴシック"/>
                <a:ea typeface="游ゴシック"/>
              </a:rPr>
              <a:t>月までに</a:t>
            </a:r>
            <a:endParaRPr lang="en-US" altLang="ja-JP">
              <a:latin typeface="游ゴシック"/>
              <a:ea typeface="游ゴシック"/>
            </a:endParaRPr>
          </a:p>
          <a:p>
            <a:r>
              <a:rPr lang="ja-JP" altLang="en-US">
                <a:latin typeface="游ゴシック"/>
                <a:ea typeface="游ゴシック"/>
              </a:rPr>
              <a:t>　</a:t>
            </a:r>
            <a:r>
              <a:rPr lang="en-US" altLang="ja-JP">
                <a:latin typeface="游ゴシック"/>
                <a:ea typeface="游ゴシック"/>
              </a:rPr>
              <a:t>Azure</a:t>
            </a:r>
            <a:r>
              <a:rPr lang="ja-JP" altLang="en-US">
                <a:latin typeface="游ゴシック"/>
                <a:ea typeface="游ゴシック"/>
              </a:rPr>
              <a:t>環境へサーバ移設予定となっている。</a:t>
            </a:r>
            <a:br>
              <a:rPr lang="en-US" altLang="ja-JP"/>
            </a:br>
            <a:r>
              <a:rPr lang="ja-JP" altLang="en-US">
                <a:latin typeface="游ゴシック"/>
                <a:ea typeface="游ゴシック"/>
              </a:rPr>
              <a:t>　それに伴い、以下の</a:t>
            </a:r>
            <a:r>
              <a:rPr lang="en-US" altLang="ja-JP">
                <a:latin typeface="游ゴシック"/>
                <a:ea typeface="游ゴシック"/>
              </a:rPr>
              <a:t>PIMS</a:t>
            </a:r>
            <a:r>
              <a:rPr lang="ja-JP" altLang="en-US">
                <a:latin typeface="游ゴシック"/>
                <a:ea typeface="游ゴシック"/>
              </a:rPr>
              <a:t>へデータアクセスしているシステムの接続先変更が必要となる。</a:t>
            </a:r>
            <a:br>
              <a:rPr lang="en-US" altLang="ja-JP"/>
            </a:br>
            <a:r>
              <a:rPr lang="ja-JP" altLang="en-US">
                <a:latin typeface="游ゴシック"/>
                <a:ea typeface="游ゴシック"/>
              </a:rPr>
              <a:t>　・</a:t>
            </a:r>
            <a:r>
              <a:rPr lang="en-US" altLang="ja-JP" err="1">
                <a:latin typeface="游ゴシック"/>
                <a:ea typeface="游ゴシック"/>
              </a:rPr>
              <a:t>XenAPP</a:t>
            </a:r>
            <a:r>
              <a:rPr lang="ja-JP" altLang="en-US">
                <a:latin typeface="游ゴシック"/>
                <a:ea typeface="游ゴシック"/>
              </a:rPr>
              <a:t>（</a:t>
            </a:r>
            <a:r>
              <a:rPr lang="en-US" altLang="ja-JP">
                <a:latin typeface="游ゴシック"/>
                <a:ea typeface="游ゴシック"/>
              </a:rPr>
              <a:t>XenApp</a:t>
            </a:r>
            <a:r>
              <a:rPr lang="ja-JP" altLang="en-US">
                <a:latin typeface="游ゴシック"/>
                <a:ea typeface="游ゴシック"/>
              </a:rPr>
              <a:t>内で使用している千葉</a:t>
            </a:r>
            <a:r>
              <a:rPr lang="en-US" altLang="ja-JP">
                <a:latin typeface="游ゴシック"/>
                <a:ea typeface="游ゴシック"/>
              </a:rPr>
              <a:t>Excel</a:t>
            </a:r>
            <a:r>
              <a:rPr lang="ja-JP" altLang="en-US">
                <a:latin typeface="游ゴシック"/>
                <a:ea typeface="游ゴシック"/>
              </a:rPr>
              <a:t>マクロ）</a:t>
            </a:r>
            <a:endParaRPr lang="en-US" altLang="ja-JP"/>
          </a:p>
          <a:p>
            <a:r>
              <a:rPr lang="ja-JP" altLang="en-US" b="1"/>
              <a:t>■プロジェクトの目的、作業内容</a:t>
            </a:r>
            <a:endParaRPr lang="en-US" altLang="ja-JP" b="1"/>
          </a:p>
          <a:p>
            <a:r>
              <a:rPr lang="ja-JP" altLang="en-US">
                <a:latin typeface="游ゴシック"/>
                <a:ea typeface="游ゴシック"/>
              </a:rPr>
              <a:t>　</a:t>
            </a:r>
            <a:r>
              <a:rPr lang="en-US" altLang="ja-JP"/>
              <a:t>PIMSDB</a:t>
            </a:r>
            <a:r>
              <a:rPr lang="ja-JP" altLang="en-US"/>
              <a:t>の更新に伴う周辺システムの対応（開発フェーズ）千葉として発注いただいておりますが、</a:t>
            </a:r>
            <a:endParaRPr lang="en-US" altLang="ja-JP"/>
          </a:p>
          <a:p>
            <a:r>
              <a:rPr lang="ja-JP" altLang="en-US"/>
              <a:t>　追加エクセル</a:t>
            </a:r>
            <a:r>
              <a:rPr lang="en-US" altLang="ja-JP"/>
              <a:t>(3540</a:t>
            </a:r>
            <a:r>
              <a:rPr lang="ja-JP" altLang="en-US"/>
              <a:t>本</a:t>
            </a:r>
            <a:r>
              <a:rPr lang="en-US" altLang="ja-JP"/>
              <a:t>)</a:t>
            </a:r>
            <a:r>
              <a:rPr lang="ja-JP" altLang="en-US"/>
              <a:t>ご要望があり</a:t>
            </a:r>
            <a:r>
              <a:rPr lang="ja-JP" altLang="en-US">
                <a:latin typeface="游ゴシック"/>
                <a:ea typeface="游ゴシック"/>
              </a:rPr>
              <a:t>、追加対応として作業をいたします。</a:t>
            </a:r>
            <a:endParaRPr lang="en-US" altLang="ja-JP">
              <a:latin typeface="游ゴシック"/>
              <a:ea typeface="游ゴシック"/>
            </a:endParaRPr>
          </a:p>
          <a:p>
            <a:r>
              <a:rPr lang="ja-JP" altLang="en-US">
                <a:latin typeface="游ゴシック"/>
                <a:ea typeface="游ゴシック"/>
              </a:rPr>
              <a:t>　対象のファイルは、受領資料「</a:t>
            </a:r>
            <a:r>
              <a:rPr lang="en-US" altLang="ja-JP">
                <a:latin typeface="游ゴシック"/>
                <a:ea typeface="游ゴシック"/>
              </a:rPr>
              <a:t>0725</a:t>
            </a:r>
            <a:r>
              <a:rPr lang="ja-JP" altLang="en-US">
                <a:latin typeface="游ゴシック"/>
                <a:ea typeface="游ゴシック"/>
              </a:rPr>
              <a:t>差分精査</a:t>
            </a:r>
            <a:r>
              <a:rPr lang="en-US" altLang="ja-JP">
                <a:latin typeface="游ゴシック"/>
                <a:ea typeface="游ゴシック"/>
              </a:rPr>
              <a:t>_COMMON$</a:t>
            </a:r>
            <a:r>
              <a:rPr lang="ja-JP" altLang="en-US">
                <a:latin typeface="游ゴシック"/>
                <a:ea typeface="游ゴシック"/>
              </a:rPr>
              <a:t>配下フォルダ調査</a:t>
            </a:r>
            <a:r>
              <a:rPr lang="en-US" altLang="ja-JP">
                <a:latin typeface="游ゴシック"/>
                <a:ea typeface="游ゴシック"/>
              </a:rPr>
              <a:t>.xlsx</a:t>
            </a:r>
            <a:r>
              <a:rPr lang="ja-JP" altLang="en-US">
                <a:latin typeface="游ゴシック"/>
                <a:ea typeface="游ゴシック"/>
              </a:rPr>
              <a:t>」といたします。</a:t>
            </a:r>
            <a:endParaRPr lang="en-US" altLang="ja-JP">
              <a:latin typeface="游ゴシック"/>
              <a:ea typeface="游ゴシック"/>
            </a:endParaRPr>
          </a:p>
          <a:p>
            <a:r>
              <a:rPr lang="ja-JP" altLang="en-US">
                <a:latin typeface="游ゴシック"/>
                <a:ea typeface="游ゴシック"/>
              </a:rPr>
              <a:t>　</a:t>
            </a:r>
            <a:endParaRPr lang="en-US" altLang="ja-JP">
              <a:latin typeface="游ゴシック"/>
              <a:ea typeface="游ゴシック"/>
            </a:endParaRPr>
          </a:p>
          <a:p>
            <a:r>
              <a:rPr lang="ja-JP" altLang="en-US"/>
              <a:t>　・</a:t>
            </a:r>
            <a:r>
              <a:rPr lang="en-US" altLang="ja-JP">
                <a:latin typeface="游ゴシック"/>
                <a:ea typeface="游ゴシック"/>
              </a:rPr>
              <a:t>Excel</a:t>
            </a:r>
            <a:r>
              <a:rPr lang="ja-JP" altLang="en-US"/>
              <a:t>マクロ</a:t>
            </a:r>
            <a:r>
              <a:rPr lang="en-US" altLang="ja-JP"/>
              <a:t>(</a:t>
            </a:r>
            <a:r>
              <a:rPr lang="ja-JP" altLang="en-US"/>
              <a:t>千葉</a:t>
            </a:r>
            <a:r>
              <a:rPr lang="en-US" altLang="ja-JP"/>
              <a:t>)</a:t>
            </a:r>
            <a:r>
              <a:rPr lang="ja-JP" altLang="en-US"/>
              <a:t>の</a:t>
            </a:r>
            <a:r>
              <a:rPr lang="en-US" altLang="ja-JP"/>
              <a:t>PIMS</a:t>
            </a:r>
            <a:r>
              <a:rPr lang="ja-JP" altLang="en-US"/>
              <a:t>接続設定を変更</a:t>
            </a:r>
            <a:br>
              <a:rPr lang="en-US" altLang="ja-JP"/>
            </a:br>
            <a:r>
              <a:rPr lang="ja-JP" altLang="en-US"/>
              <a:t>　　</a:t>
            </a:r>
            <a:r>
              <a:rPr lang="en-US" altLang="ja-JP"/>
              <a:t>※</a:t>
            </a:r>
            <a:r>
              <a:rPr lang="ja-JP" altLang="en-US"/>
              <a:t>追加エクセルについては向き先変更の対応までとし、ユーザ様にてテストを実施いただく。</a:t>
            </a:r>
            <a:br>
              <a:rPr lang="en-US" altLang="ja-JP"/>
            </a:br>
            <a:r>
              <a:rPr lang="ja-JP" altLang="en-US"/>
              <a:t>　　　ユーザ様テストにて問題が発生した場合は問合せ対応として調査をいたします。</a:t>
            </a:r>
            <a:br>
              <a:rPr lang="en-US" altLang="ja-JP"/>
            </a:br>
            <a:r>
              <a:rPr lang="ja-JP" altLang="en-US"/>
              <a:t>　　</a:t>
            </a:r>
            <a:r>
              <a:rPr lang="en-US" altLang="ja-JP"/>
              <a:t>※</a:t>
            </a:r>
            <a:r>
              <a:rPr lang="en-US" altLang="ja-JP">
                <a:latin typeface="游ゴシック"/>
                <a:ea typeface="游ゴシック"/>
              </a:rPr>
              <a:t>Excel</a:t>
            </a:r>
            <a:r>
              <a:rPr lang="ja-JP" altLang="en-US"/>
              <a:t>マクロ</a:t>
            </a:r>
            <a:r>
              <a:rPr lang="en-US" altLang="ja-JP"/>
              <a:t>(</a:t>
            </a:r>
            <a:r>
              <a:rPr lang="ja-JP" altLang="en-US"/>
              <a:t>千葉</a:t>
            </a:r>
            <a:r>
              <a:rPr lang="en-US" altLang="ja-JP"/>
              <a:t>)</a:t>
            </a:r>
            <a:r>
              <a:rPr lang="ja-JP" altLang="en-US"/>
              <a:t>の原本は</a:t>
            </a:r>
            <a:r>
              <a:rPr lang="en-US" altLang="ja-JP"/>
              <a:t>8/15</a:t>
            </a:r>
            <a:r>
              <a:rPr lang="ja-JP" altLang="en-US"/>
              <a:t>以降に取得とし、本番環境の原本エクセルファイルの更新は実施</a:t>
            </a:r>
            <a:endParaRPr lang="en-US" altLang="ja-JP"/>
          </a:p>
          <a:p>
            <a:r>
              <a:rPr lang="ja-JP" altLang="en-US"/>
              <a:t>　　　いただかないこととします。（ファイル更新があった場合は取込をいたしません）</a:t>
            </a:r>
            <a:endParaRPr lang="en-US" altLang="ja-JP"/>
          </a:p>
          <a:p>
            <a:r>
              <a:rPr lang="ja-JP" altLang="en-US"/>
              <a:t>　　</a:t>
            </a:r>
            <a:r>
              <a:rPr lang="en-US" altLang="ja-JP"/>
              <a:t>※</a:t>
            </a:r>
            <a:r>
              <a:rPr lang="ja-JP" altLang="en-US"/>
              <a:t>ユーザ様へのテスト依頼は対応が完了したものから随時ご依頼をさせていただきます。</a:t>
            </a:r>
          </a:p>
          <a:p>
            <a:r>
              <a:rPr lang="ja-JP" altLang="en-US">
                <a:latin typeface="游ゴシック"/>
                <a:ea typeface="游ゴシック"/>
              </a:rPr>
              <a:t>　</a:t>
            </a:r>
            <a:endParaRPr lang="en-US" altLang="ja-JP">
              <a:latin typeface="游ゴシック"/>
              <a:ea typeface="游ゴシック"/>
            </a:endParaRPr>
          </a:p>
        </p:txBody>
      </p:sp>
      <p:sp>
        <p:nvSpPr>
          <p:cNvPr id="3" name="フッター プレースホルダー 2"/>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7924726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3F9F5A-C327-E9C3-7626-5F0B1E1EBF00}"/>
            </a:ext>
          </a:extLst>
        </p:cNvPr>
        <p:cNvGrpSpPr/>
        <p:nvPr/>
      </p:nvGrpSpPr>
      <p:grpSpPr>
        <a:xfrm>
          <a:off x="0" y="0"/>
          <a:ext cx="0" cy="0"/>
          <a:chOff x="0" y="0"/>
          <a:chExt cx="0" cy="0"/>
        </a:xfrm>
      </p:grpSpPr>
      <p:sp>
        <p:nvSpPr>
          <p:cNvPr id="4" name="角丸四角形 32">
            <a:extLst>
              <a:ext uri="{FF2B5EF4-FFF2-40B4-BE49-F238E27FC236}">
                <a16:creationId xmlns:a16="http://schemas.microsoft.com/office/drawing/2014/main" id="{77C3460A-9E4B-0DB8-F184-4331AD716EAE}"/>
              </a:ext>
            </a:extLst>
          </p:cNvPr>
          <p:cNvSpPr/>
          <p:nvPr/>
        </p:nvSpPr>
        <p:spPr>
          <a:xfrm>
            <a:off x="320511" y="5364453"/>
            <a:ext cx="2828683" cy="1061387"/>
          </a:xfrm>
          <a:prstGeom prst="roundRect">
            <a:avLst>
              <a:gd name="adj" fmla="val 8819"/>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ヤード操業サーバ（徳山）</a:t>
            </a:r>
          </a:p>
        </p:txBody>
      </p:sp>
      <p:sp>
        <p:nvSpPr>
          <p:cNvPr id="2" name="タイトル 1">
            <a:extLst>
              <a:ext uri="{FF2B5EF4-FFF2-40B4-BE49-F238E27FC236}">
                <a16:creationId xmlns:a16="http://schemas.microsoft.com/office/drawing/2014/main" id="{88EC537F-F016-D93C-B0C9-938C9F245C8F}"/>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２</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システム構成</a:t>
            </a:r>
            <a:endParaRPr kumimoji="1" lang="ja-JP" altLang="en-US"/>
          </a:p>
        </p:txBody>
      </p:sp>
      <p:sp>
        <p:nvSpPr>
          <p:cNvPr id="30" name="日付プレースホルダー 29">
            <a:extLst>
              <a:ext uri="{FF2B5EF4-FFF2-40B4-BE49-F238E27FC236}">
                <a16:creationId xmlns:a16="http://schemas.microsoft.com/office/drawing/2014/main" id="{67BF35A6-89A9-CCA6-81CA-071B8A3D2D35}"/>
              </a:ext>
            </a:extLst>
          </p:cNvPr>
          <p:cNvSpPr>
            <a:spLocks noGrp="1"/>
          </p:cNvSpPr>
          <p:nvPr>
            <p:ph type="dt" sz="half" idx="10"/>
          </p:nvPr>
        </p:nvSpPr>
        <p:spPr/>
        <p:txBody>
          <a:bodyPr/>
          <a:lstStyle/>
          <a:p>
            <a:r>
              <a:rPr lang="en-US" altLang="ja-JP"/>
              <a:t>2025/8/12</a:t>
            </a:r>
            <a:endParaRPr lang="en-US"/>
          </a:p>
        </p:txBody>
      </p:sp>
      <p:sp>
        <p:nvSpPr>
          <p:cNvPr id="95" name="角丸四角形 94"/>
          <p:cNvSpPr/>
          <p:nvPr/>
        </p:nvSpPr>
        <p:spPr>
          <a:xfrm>
            <a:off x="8557207" y="1102923"/>
            <a:ext cx="3634793" cy="5317332"/>
          </a:xfrm>
          <a:prstGeom prst="roundRect">
            <a:avLst>
              <a:gd name="adj" fmla="val 4488"/>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t"/>
          <a:lstStyle/>
          <a:p>
            <a:r>
              <a:rPr kumimoji="1" lang="ja-JP" altLang="en-US" sz="1600" b="1">
                <a:solidFill>
                  <a:schemeClr val="tx1"/>
                </a:solidFill>
                <a:latin typeface="游ゴシック" panose="020B0400000000000000" pitchFamily="50" charset="-128"/>
                <a:ea typeface="游ゴシック" panose="020B0400000000000000" pitchFamily="50" charset="-128"/>
              </a:rPr>
              <a:t>各所</a:t>
            </a:r>
          </a:p>
        </p:txBody>
      </p:sp>
      <p:sp>
        <p:nvSpPr>
          <p:cNvPr id="96" name="角丸四角形 95"/>
          <p:cNvSpPr/>
          <p:nvPr/>
        </p:nvSpPr>
        <p:spPr>
          <a:xfrm>
            <a:off x="5200650" y="1102923"/>
            <a:ext cx="3143249" cy="5317332"/>
          </a:xfrm>
          <a:prstGeom prst="roundRect">
            <a:avLst>
              <a:gd name="adj" fmla="val 1800"/>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en-US" altLang="ja-JP" sz="1600" b="1">
                <a:solidFill>
                  <a:srgbClr val="FF0000"/>
                </a:solidFill>
                <a:latin typeface="游ゴシック" panose="020B0400000000000000" pitchFamily="50" charset="-128"/>
              </a:rPr>
              <a:t>Azure</a:t>
            </a:r>
            <a:endParaRPr kumimoji="1" lang="ja-JP" altLang="en-US" sz="1600" b="1">
              <a:solidFill>
                <a:schemeClr val="tx1"/>
              </a:solidFill>
              <a:latin typeface="游ゴシック" panose="020B0400000000000000" pitchFamily="50" charset="-128"/>
              <a:ea typeface="游ゴシック" panose="020B0400000000000000" pitchFamily="50" charset="-128"/>
            </a:endParaRPr>
          </a:p>
        </p:txBody>
      </p:sp>
      <p:sp>
        <p:nvSpPr>
          <p:cNvPr id="32" name="角丸四角形 31"/>
          <p:cNvSpPr/>
          <p:nvPr/>
        </p:nvSpPr>
        <p:spPr>
          <a:xfrm>
            <a:off x="320512" y="1194921"/>
            <a:ext cx="2828682" cy="1501727"/>
          </a:xfrm>
          <a:prstGeom prst="roundRect">
            <a:avLst>
              <a:gd name="adj" fmla="val 8819"/>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algn="ctr"/>
            <a:r>
              <a:rPr kumimoji="1" lang="en-US" altLang="ja-JP" sz="1600" b="1" err="1">
                <a:solidFill>
                  <a:schemeClr val="tx1"/>
                </a:solidFill>
                <a:latin typeface="游ゴシック" panose="020B0400000000000000" pitchFamily="50" charset="-128"/>
                <a:ea typeface="游ゴシック" panose="020B0400000000000000" pitchFamily="50" charset="-128"/>
              </a:rPr>
              <a:t>XenAPP</a:t>
            </a:r>
            <a:r>
              <a:rPr kumimoji="1" lang="ja-JP" altLang="en-US" sz="1600" b="1">
                <a:solidFill>
                  <a:schemeClr val="tx1"/>
                </a:solidFill>
                <a:latin typeface="游ゴシック" panose="020B0400000000000000" pitchFamily="50" charset="-128"/>
                <a:ea typeface="游ゴシック" panose="020B0400000000000000" pitchFamily="50" charset="-128"/>
              </a:rPr>
              <a:t>サーバ</a:t>
            </a:r>
            <a:endParaRPr kumimoji="1" lang="en-US" altLang="ja-JP" sz="1600" b="1">
              <a:solidFill>
                <a:schemeClr val="tx1"/>
              </a:solidFill>
              <a:latin typeface="游ゴシック" panose="020B0400000000000000" pitchFamily="50" charset="-128"/>
              <a:ea typeface="游ゴシック" panose="020B0400000000000000" pitchFamily="50" charset="-128"/>
            </a:endParaRP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a:t>
            </a:r>
            <a:r>
              <a:rPr kumimoji="1" lang="en-US" altLang="ja-JP" sz="1600" b="1">
                <a:solidFill>
                  <a:schemeClr val="tx1"/>
                </a:solidFill>
                <a:latin typeface="游ゴシック" panose="020B0400000000000000" pitchFamily="50" charset="-128"/>
                <a:ea typeface="游ゴシック" panose="020B0400000000000000" pitchFamily="50" charset="-128"/>
              </a:rPr>
              <a:t>Excel</a:t>
            </a:r>
            <a:r>
              <a:rPr kumimoji="1" lang="ja-JP" altLang="en-US" sz="1600" b="1">
                <a:solidFill>
                  <a:schemeClr val="tx1"/>
                </a:solidFill>
                <a:latin typeface="游ゴシック" panose="020B0400000000000000" pitchFamily="50" charset="-128"/>
                <a:ea typeface="游ゴシック" panose="020B0400000000000000" pitchFamily="50" charset="-128"/>
              </a:rPr>
              <a:t>マクロ 愛知）</a:t>
            </a:r>
          </a:p>
        </p:txBody>
      </p:sp>
      <p:sp>
        <p:nvSpPr>
          <p:cNvPr id="33" name="角丸四角形 32"/>
          <p:cNvSpPr/>
          <p:nvPr/>
        </p:nvSpPr>
        <p:spPr>
          <a:xfrm>
            <a:off x="320511" y="2822808"/>
            <a:ext cx="2828683" cy="1210543"/>
          </a:xfrm>
          <a:prstGeom prst="roundRect">
            <a:avLst>
              <a:gd name="adj" fmla="val 8819"/>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ヤード操業サーバ（千葉）</a:t>
            </a:r>
          </a:p>
        </p:txBody>
      </p:sp>
      <p:cxnSp>
        <p:nvCxnSpPr>
          <p:cNvPr id="36" name="直線矢印コネクタ 160"/>
          <p:cNvCxnSpPr>
            <a:cxnSpLocks/>
            <a:stCxn id="47" idx="1"/>
          </p:cNvCxnSpPr>
          <p:nvPr/>
        </p:nvCxnSpPr>
        <p:spPr>
          <a:xfrm rot="10800000" flipV="1">
            <a:off x="3014991" y="1764314"/>
            <a:ext cx="3097444" cy="468224"/>
          </a:xfrm>
          <a:prstGeom prst="bentConnector3">
            <a:avLst>
              <a:gd name="adj1" fmla="val 50000"/>
            </a:avLst>
          </a:prstGeom>
          <a:ln w="38100">
            <a:solidFill>
              <a:schemeClr val="accent3"/>
            </a:solidFill>
            <a:headEnd type="triangle"/>
            <a:tailEnd type="none"/>
          </a:ln>
        </p:spPr>
        <p:style>
          <a:lnRef idx="1">
            <a:schemeClr val="accent3"/>
          </a:lnRef>
          <a:fillRef idx="0">
            <a:schemeClr val="accent3"/>
          </a:fillRef>
          <a:effectRef idx="0">
            <a:schemeClr val="accent3"/>
          </a:effectRef>
          <a:fontRef idx="minor">
            <a:schemeClr val="tx1"/>
          </a:fontRef>
        </p:style>
      </p:cxnSp>
      <p:sp>
        <p:nvSpPr>
          <p:cNvPr id="46" name="角丸四角形 45"/>
          <p:cNvSpPr/>
          <p:nvPr/>
        </p:nvSpPr>
        <p:spPr>
          <a:xfrm>
            <a:off x="329295" y="4142680"/>
            <a:ext cx="2828684" cy="1061387"/>
          </a:xfrm>
          <a:prstGeom prst="roundRect">
            <a:avLst>
              <a:gd name="adj" fmla="val 8819"/>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algn="ctr"/>
            <a:r>
              <a:rPr kumimoji="1" lang="en-US" altLang="ja-JP" sz="1600" b="1">
                <a:solidFill>
                  <a:schemeClr val="tx1"/>
                </a:solidFill>
                <a:latin typeface="游ゴシック" panose="020B0400000000000000" pitchFamily="50" charset="-128"/>
                <a:ea typeface="游ゴシック" panose="020B0400000000000000" pitchFamily="50" charset="-128"/>
              </a:rPr>
              <a:t>PRM</a:t>
            </a:r>
            <a:r>
              <a:rPr kumimoji="1" lang="ja-JP" altLang="en-US" sz="1600" b="1">
                <a:solidFill>
                  <a:schemeClr val="tx1"/>
                </a:solidFill>
                <a:latin typeface="游ゴシック" panose="020B0400000000000000" pitchFamily="50" charset="-128"/>
                <a:ea typeface="游ゴシック" panose="020B0400000000000000" pitchFamily="50" charset="-128"/>
              </a:rPr>
              <a:t>サーバ</a:t>
            </a:r>
          </a:p>
        </p:txBody>
      </p:sp>
      <p:sp>
        <p:nvSpPr>
          <p:cNvPr id="3" name="フッター プレースホルダー 2"/>
          <p:cNvSpPr>
            <a:spLocks noGrp="1"/>
          </p:cNvSpPr>
          <p:nvPr>
            <p:ph type="ftr" sz="quarter" idx="11"/>
          </p:nvPr>
        </p:nvSpPr>
        <p:spPr/>
        <p:txBody>
          <a:bodyPr/>
          <a:lstStyle/>
          <a:p>
            <a:r>
              <a:rPr lang="en-US"/>
              <a:t>Copyright © 2025 SystemEXE,Inc All Rights Reserved.</a:t>
            </a:r>
          </a:p>
        </p:txBody>
      </p:sp>
      <p:pic>
        <p:nvPicPr>
          <p:cNvPr id="6" name="図 5">
            <a:extLst>
              <a:ext uri="{FF2B5EF4-FFF2-40B4-BE49-F238E27FC236}">
                <a16:creationId xmlns:a16="http://schemas.microsoft.com/office/drawing/2014/main" id="{A895CE66-913A-449D-BCBC-86D44E8A1EFF}"/>
              </a:ext>
            </a:extLst>
          </p:cNvPr>
          <p:cNvPicPr>
            <a:picLocks noChangeAspect="1"/>
          </p:cNvPicPr>
          <p:nvPr/>
        </p:nvPicPr>
        <p:blipFill>
          <a:blip r:embed="rId2"/>
          <a:stretch>
            <a:fillRect/>
          </a:stretch>
        </p:blipFill>
        <p:spPr>
          <a:xfrm>
            <a:off x="840459" y="1682414"/>
            <a:ext cx="783492" cy="783492"/>
          </a:xfrm>
          <a:prstGeom prst="rect">
            <a:avLst/>
          </a:prstGeom>
        </p:spPr>
      </p:pic>
      <p:pic>
        <p:nvPicPr>
          <p:cNvPr id="54" name="図 53">
            <a:extLst>
              <a:ext uri="{FF2B5EF4-FFF2-40B4-BE49-F238E27FC236}">
                <a16:creationId xmlns:a16="http://schemas.microsoft.com/office/drawing/2014/main" id="{7833F90C-0FD2-446F-803E-109EDEFA3944}"/>
              </a:ext>
            </a:extLst>
          </p:cNvPr>
          <p:cNvPicPr>
            <a:picLocks noChangeAspect="1"/>
          </p:cNvPicPr>
          <p:nvPr/>
        </p:nvPicPr>
        <p:blipFill>
          <a:blip r:embed="rId2"/>
          <a:stretch>
            <a:fillRect/>
          </a:stretch>
        </p:blipFill>
        <p:spPr>
          <a:xfrm>
            <a:off x="992859" y="1834814"/>
            <a:ext cx="783492" cy="783492"/>
          </a:xfrm>
          <a:prstGeom prst="rect">
            <a:avLst/>
          </a:prstGeom>
        </p:spPr>
      </p:pic>
      <p:pic>
        <p:nvPicPr>
          <p:cNvPr id="55" name="図 54">
            <a:extLst>
              <a:ext uri="{FF2B5EF4-FFF2-40B4-BE49-F238E27FC236}">
                <a16:creationId xmlns:a16="http://schemas.microsoft.com/office/drawing/2014/main" id="{BAC559C4-335B-4F00-8BD2-BA3CEDB0845E}"/>
              </a:ext>
            </a:extLst>
          </p:cNvPr>
          <p:cNvPicPr>
            <a:picLocks noChangeAspect="1"/>
          </p:cNvPicPr>
          <p:nvPr/>
        </p:nvPicPr>
        <p:blipFill>
          <a:blip r:embed="rId2"/>
          <a:stretch>
            <a:fillRect/>
          </a:stretch>
        </p:blipFill>
        <p:spPr>
          <a:xfrm>
            <a:off x="1145259" y="1987214"/>
            <a:ext cx="783492" cy="783492"/>
          </a:xfrm>
          <a:prstGeom prst="rect">
            <a:avLst/>
          </a:prstGeom>
        </p:spPr>
      </p:pic>
      <p:sp>
        <p:nvSpPr>
          <p:cNvPr id="56" name="角丸四角形 40">
            <a:extLst>
              <a:ext uri="{FF2B5EF4-FFF2-40B4-BE49-F238E27FC236}">
                <a16:creationId xmlns:a16="http://schemas.microsoft.com/office/drawing/2014/main" id="{562D5694-4A6D-45A8-8671-782C691B50D0}"/>
              </a:ext>
            </a:extLst>
          </p:cNvPr>
          <p:cNvSpPr/>
          <p:nvPr/>
        </p:nvSpPr>
        <p:spPr>
          <a:xfrm>
            <a:off x="410180" y="3231880"/>
            <a:ext cx="1763664" cy="625803"/>
          </a:xfrm>
          <a:prstGeom prst="roundRect">
            <a:avLst>
              <a:gd name="adj" fmla="val 2151"/>
            </a:avLst>
          </a:prstGeom>
          <a:solidFill>
            <a:schemeClr val="accent2">
              <a:lumMod val="40000"/>
              <a:lumOff val="6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200" b="1">
                <a:solidFill>
                  <a:schemeClr val="tx1"/>
                </a:solidFill>
                <a:latin typeface="游ゴシック" panose="020B0400000000000000" pitchFamily="50" charset="-128"/>
                <a:ea typeface="游ゴシック" panose="020B0400000000000000" pitchFamily="50" charset="-128"/>
              </a:rPr>
              <a:t>数量確定用</a:t>
            </a:r>
            <a:endParaRPr kumimoji="1" lang="en-US" altLang="ja-JP" sz="1200" b="1">
              <a:solidFill>
                <a:schemeClr val="tx1"/>
              </a:solidFill>
              <a:latin typeface="游ゴシック" panose="020B0400000000000000" pitchFamily="50" charset="-128"/>
              <a:ea typeface="游ゴシック" panose="020B0400000000000000" pitchFamily="50" charset="-128"/>
            </a:endParaRPr>
          </a:p>
          <a:p>
            <a:pPr algn="ctr"/>
            <a:r>
              <a:rPr kumimoji="1" lang="en-US" altLang="ja-JP" sz="1200" b="1">
                <a:solidFill>
                  <a:schemeClr val="tx1"/>
                </a:solidFill>
                <a:latin typeface="游ゴシック" panose="020B0400000000000000" pitchFamily="50" charset="-128"/>
                <a:ea typeface="游ゴシック" panose="020B0400000000000000" pitchFamily="50" charset="-128"/>
              </a:rPr>
              <a:t>PIMS</a:t>
            </a:r>
            <a:r>
              <a:rPr kumimoji="1" lang="ja-JP" altLang="en-US" sz="1200" b="1">
                <a:solidFill>
                  <a:schemeClr val="tx1"/>
                </a:solidFill>
                <a:latin typeface="游ゴシック" panose="020B0400000000000000" pitchFamily="50" charset="-128"/>
                <a:ea typeface="游ゴシック" panose="020B0400000000000000" pitchFamily="50" charset="-128"/>
              </a:rPr>
              <a:t>取込モジュール</a:t>
            </a:r>
            <a:endParaRPr kumimoji="1" lang="en-US" altLang="ja-JP" sz="1200" b="1">
              <a:solidFill>
                <a:schemeClr val="tx1"/>
              </a:solidFill>
              <a:latin typeface="游ゴシック" panose="020B0400000000000000" pitchFamily="50" charset="-128"/>
              <a:ea typeface="游ゴシック" panose="020B0400000000000000" pitchFamily="50" charset="-128"/>
            </a:endParaRPr>
          </a:p>
        </p:txBody>
      </p:sp>
      <p:sp>
        <p:nvSpPr>
          <p:cNvPr id="57" name="角丸四角形 40">
            <a:extLst>
              <a:ext uri="{FF2B5EF4-FFF2-40B4-BE49-F238E27FC236}">
                <a16:creationId xmlns:a16="http://schemas.microsoft.com/office/drawing/2014/main" id="{952A9A4D-6DEF-4C06-ACAC-C8206B17235E}"/>
              </a:ext>
            </a:extLst>
          </p:cNvPr>
          <p:cNvSpPr/>
          <p:nvPr/>
        </p:nvSpPr>
        <p:spPr>
          <a:xfrm>
            <a:off x="399448" y="4502553"/>
            <a:ext cx="1774396" cy="625803"/>
          </a:xfrm>
          <a:prstGeom prst="roundRect">
            <a:avLst>
              <a:gd name="adj" fmla="val 2151"/>
            </a:avLst>
          </a:prstGeom>
          <a:solidFill>
            <a:schemeClr val="accent2">
              <a:lumMod val="40000"/>
              <a:lumOff val="6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a:solidFill>
                  <a:schemeClr val="tx1"/>
                </a:solidFill>
                <a:latin typeface="游ゴシック" panose="020B0400000000000000" pitchFamily="50" charset="-128"/>
                <a:ea typeface="游ゴシック" panose="020B0400000000000000" pitchFamily="50" charset="-128"/>
              </a:rPr>
              <a:t>数量確定ポリマー</a:t>
            </a:r>
            <a:endParaRPr kumimoji="1" lang="en-US" altLang="ja-JP" sz="1200" b="1">
              <a:solidFill>
                <a:schemeClr val="tx1"/>
              </a:solidFill>
              <a:latin typeface="游ゴシック" panose="020B0400000000000000" pitchFamily="50" charset="-128"/>
              <a:ea typeface="游ゴシック" panose="020B0400000000000000" pitchFamily="50" charset="-128"/>
            </a:endParaRPr>
          </a:p>
        </p:txBody>
      </p:sp>
      <p:sp>
        <p:nvSpPr>
          <p:cNvPr id="69" name="角丸四角形 46">
            <a:extLst>
              <a:ext uri="{FF2B5EF4-FFF2-40B4-BE49-F238E27FC236}">
                <a16:creationId xmlns:a16="http://schemas.microsoft.com/office/drawing/2014/main" id="{CEBD7B7B-A372-4A21-B90D-BD3E1709AFAE}"/>
              </a:ext>
            </a:extLst>
          </p:cNvPr>
          <p:cNvSpPr/>
          <p:nvPr/>
        </p:nvSpPr>
        <p:spPr>
          <a:xfrm>
            <a:off x="6101140" y="2196937"/>
            <a:ext cx="1508624" cy="647841"/>
          </a:xfrm>
          <a:prstGeom prst="roundRect">
            <a:avLst>
              <a:gd name="adj" fmla="val 2151"/>
            </a:avLst>
          </a:prstGeom>
          <a:solidFill>
            <a:schemeClr val="accent4">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情報系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愛知</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71" name="角丸四角形 46">
            <a:extLst>
              <a:ext uri="{FF2B5EF4-FFF2-40B4-BE49-F238E27FC236}">
                <a16:creationId xmlns:a16="http://schemas.microsoft.com/office/drawing/2014/main" id="{43DCF1E5-0EAD-479C-B96F-BC9767304AA7}"/>
              </a:ext>
            </a:extLst>
          </p:cNvPr>
          <p:cNvSpPr/>
          <p:nvPr/>
        </p:nvSpPr>
        <p:spPr>
          <a:xfrm>
            <a:off x="6121522" y="3647682"/>
            <a:ext cx="1454189" cy="647841"/>
          </a:xfrm>
          <a:prstGeom prst="roundRect">
            <a:avLst>
              <a:gd name="adj" fmla="val 2151"/>
            </a:avLst>
          </a:prstGeom>
          <a:solidFill>
            <a:schemeClr val="accent4">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情報系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北海道</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72" name="角丸四角形 46">
            <a:extLst>
              <a:ext uri="{FF2B5EF4-FFF2-40B4-BE49-F238E27FC236}">
                <a16:creationId xmlns:a16="http://schemas.microsoft.com/office/drawing/2014/main" id="{4EB23024-299F-42F8-ADDF-011FB300D650}"/>
              </a:ext>
            </a:extLst>
          </p:cNvPr>
          <p:cNvSpPr/>
          <p:nvPr/>
        </p:nvSpPr>
        <p:spPr>
          <a:xfrm>
            <a:off x="6121522" y="4393176"/>
            <a:ext cx="1457610" cy="647841"/>
          </a:xfrm>
          <a:prstGeom prst="roundRect">
            <a:avLst>
              <a:gd name="adj" fmla="val 2151"/>
            </a:avLst>
          </a:prstGeom>
          <a:solidFill>
            <a:schemeClr val="accent4">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情報系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lang="ja-JP" altLang="en-US" sz="1600" b="1">
                <a:solidFill>
                  <a:schemeClr val="tx1"/>
                </a:solidFill>
                <a:latin typeface="游ゴシック" panose="020B0400000000000000" pitchFamily="50" charset="-128"/>
                <a:ea typeface="游ゴシック" panose="020B0400000000000000" pitchFamily="50" charset="-128"/>
              </a:rPr>
              <a:t>四日市</a:t>
            </a:r>
          </a:p>
        </p:txBody>
      </p:sp>
      <p:sp>
        <p:nvSpPr>
          <p:cNvPr id="73" name="角丸四角形 46">
            <a:extLst>
              <a:ext uri="{FF2B5EF4-FFF2-40B4-BE49-F238E27FC236}">
                <a16:creationId xmlns:a16="http://schemas.microsoft.com/office/drawing/2014/main" id="{007706AA-09D5-4B1C-A632-1E08EF3748C2}"/>
              </a:ext>
            </a:extLst>
          </p:cNvPr>
          <p:cNvSpPr/>
          <p:nvPr/>
        </p:nvSpPr>
        <p:spPr>
          <a:xfrm>
            <a:off x="10543315" y="1440393"/>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制御系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千葉</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75" name="角丸四角形 46">
            <a:extLst>
              <a:ext uri="{FF2B5EF4-FFF2-40B4-BE49-F238E27FC236}">
                <a16:creationId xmlns:a16="http://schemas.microsoft.com/office/drawing/2014/main" id="{8334C7BA-6DC4-4225-BFEC-F0B45FA0DD65}"/>
              </a:ext>
            </a:extLst>
          </p:cNvPr>
          <p:cNvSpPr/>
          <p:nvPr/>
        </p:nvSpPr>
        <p:spPr>
          <a:xfrm>
            <a:off x="10532020" y="2196937"/>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制御系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愛知</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76" name="角丸四角形 46">
            <a:extLst>
              <a:ext uri="{FF2B5EF4-FFF2-40B4-BE49-F238E27FC236}">
                <a16:creationId xmlns:a16="http://schemas.microsoft.com/office/drawing/2014/main" id="{4F9DA929-0686-4582-B862-07F9D620F55F}"/>
              </a:ext>
            </a:extLst>
          </p:cNvPr>
          <p:cNvSpPr/>
          <p:nvPr/>
        </p:nvSpPr>
        <p:spPr>
          <a:xfrm>
            <a:off x="10511127" y="2932200"/>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制御系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徳山</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77" name="角丸四角形 46">
            <a:extLst>
              <a:ext uri="{FF2B5EF4-FFF2-40B4-BE49-F238E27FC236}">
                <a16:creationId xmlns:a16="http://schemas.microsoft.com/office/drawing/2014/main" id="{A2A063D9-0540-469E-9C8D-9A5911B57913}"/>
              </a:ext>
            </a:extLst>
          </p:cNvPr>
          <p:cNvSpPr/>
          <p:nvPr/>
        </p:nvSpPr>
        <p:spPr>
          <a:xfrm>
            <a:off x="10497968" y="3647682"/>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制御系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北海道</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78" name="角丸四角形 46">
            <a:extLst>
              <a:ext uri="{FF2B5EF4-FFF2-40B4-BE49-F238E27FC236}">
                <a16:creationId xmlns:a16="http://schemas.microsoft.com/office/drawing/2014/main" id="{1C68C8E9-9B4E-41F1-8E19-3D02385921C9}"/>
              </a:ext>
            </a:extLst>
          </p:cNvPr>
          <p:cNvSpPr/>
          <p:nvPr/>
        </p:nvSpPr>
        <p:spPr>
          <a:xfrm>
            <a:off x="10501388" y="4393176"/>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制御系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lang="ja-JP" altLang="en-US" sz="1600" b="1">
                <a:solidFill>
                  <a:schemeClr val="tx1"/>
                </a:solidFill>
                <a:latin typeface="游ゴシック" panose="020B0400000000000000" pitchFamily="50" charset="-128"/>
                <a:ea typeface="游ゴシック" panose="020B0400000000000000" pitchFamily="50" charset="-128"/>
              </a:rPr>
              <a:t>四日市</a:t>
            </a:r>
          </a:p>
        </p:txBody>
      </p:sp>
      <p:sp>
        <p:nvSpPr>
          <p:cNvPr id="90" name="角丸四角形 46">
            <a:extLst>
              <a:ext uri="{FF2B5EF4-FFF2-40B4-BE49-F238E27FC236}">
                <a16:creationId xmlns:a16="http://schemas.microsoft.com/office/drawing/2014/main" id="{A4264073-60BD-40F2-A2F6-6C751B38ECF6}"/>
              </a:ext>
            </a:extLst>
          </p:cNvPr>
          <p:cNvSpPr/>
          <p:nvPr/>
        </p:nvSpPr>
        <p:spPr>
          <a:xfrm>
            <a:off x="8778740" y="1434104"/>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ja-JP" sz="1600" b="1">
                <a:solidFill>
                  <a:schemeClr val="tx1"/>
                </a:solidFill>
                <a:latin typeface="游ゴシック" panose="020B0400000000000000" pitchFamily="50" charset="-128"/>
                <a:ea typeface="游ゴシック" panose="020B0400000000000000" pitchFamily="50" charset="-128"/>
              </a:rPr>
              <a:t>L3.5PIMS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千葉</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91" name="角丸四角形 46">
            <a:extLst>
              <a:ext uri="{FF2B5EF4-FFF2-40B4-BE49-F238E27FC236}">
                <a16:creationId xmlns:a16="http://schemas.microsoft.com/office/drawing/2014/main" id="{69DB1AA4-9BC9-40AC-BF92-EC6A2C93A1DF}"/>
              </a:ext>
            </a:extLst>
          </p:cNvPr>
          <p:cNvSpPr/>
          <p:nvPr/>
        </p:nvSpPr>
        <p:spPr>
          <a:xfrm>
            <a:off x="8767445" y="2190648"/>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ja-JP" sz="1600" b="1">
                <a:solidFill>
                  <a:schemeClr val="tx1"/>
                </a:solidFill>
                <a:latin typeface="游ゴシック" panose="020B0400000000000000" pitchFamily="50" charset="-128"/>
                <a:ea typeface="游ゴシック" panose="020B0400000000000000" pitchFamily="50" charset="-128"/>
              </a:rPr>
              <a:t>L3.5PIMS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愛知</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92" name="角丸四角形 46">
            <a:extLst>
              <a:ext uri="{FF2B5EF4-FFF2-40B4-BE49-F238E27FC236}">
                <a16:creationId xmlns:a16="http://schemas.microsoft.com/office/drawing/2014/main" id="{2A5D78C9-6CC9-4A9B-92EF-1F2527DAD377}"/>
              </a:ext>
            </a:extLst>
          </p:cNvPr>
          <p:cNvSpPr/>
          <p:nvPr/>
        </p:nvSpPr>
        <p:spPr>
          <a:xfrm>
            <a:off x="8746552" y="2925911"/>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ja-JP" sz="1600" b="1">
                <a:solidFill>
                  <a:schemeClr val="tx1"/>
                </a:solidFill>
                <a:latin typeface="游ゴシック" panose="020B0400000000000000" pitchFamily="50" charset="-128"/>
                <a:ea typeface="游ゴシック" panose="020B0400000000000000" pitchFamily="50" charset="-128"/>
              </a:rPr>
              <a:t>L3.5PIMS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徳山</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93" name="角丸四角形 46">
            <a:extLst>
              <a:ext uri="{FF2B5EF4-FFF2-40B4-BE49-F238E27FC236}">
                <a16:creationId xmlns:a16="http://schemas.microsoft.com/office/drawing/2014/main" id="{DC23AFC3-418A-446C-972F-259AE71B1D27}"/>
              </a:ext>
            </a:extLst>
          </p:cNvPr>
          <p:cNvSpPr/>
          <p:nvPr/>
        </p:nvSpPr>
        <p:spPr>
          <a:xfrm>
            <a:off x="8733393" y="3641393"/>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ja-JP" sz="1600" b="1">
                <a:solidFill>
                  <a:schemeClr val="tx1"/>
                </a:solidFill>
                <a:latin typeface="游ゴシック" panose="020B0400000000000000" pitchFamily="50" charset="-128"/>
                <a:ea typeface="游ゴシック" panose="020B0400000000000000" pitchFamily="50" charset="-128"/>
              </a:rPr>
              <a:t>L3.5PIMS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北海道</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94" name="角丸四角形 46">
            <a:extLst>
              <a:ext uri="{FF2B5EF4-FFF2-40B4-BE49-F238E27FC236}">
                <a16:creationId xmlns:a16="http://schemas.microsoft.com/office/drawing/2014/main" id="{036F814B-AB10-43A5-9EAB-8EB68C690F19}"/>
              </a:ext>
            </a:extLst>
          </p:cNvPr>
          <p:cNvSpPr/>
          <p:nvPr/>
        </p:nvSpPr>
        <p:spPr>
          <a:xfrm>
            <a:off x="8736813" y="4386887"/>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r>
              <a:rPr kumimoji="1" lang="en-US" altLang="ja-JP" sz="1600" b="1">
                <a:solidFill>
                  <a:schemeClr val="tx1"/>
                </a:solidFill>
                <a:latin typeface="游ゴシック" panose="020B0400000000000000" pitchFamily="50" charset="-128"/>
                <a:ea typeface="游ゴシック" panose="020B0400000000000000" pitchFamily="50" charset="-128"/>
              </a:rPr>
              <a:t>L3.5PIMS</a:t>
            </a:r>
          </a:p>
          <a:p>
            <a:pPr algn="ctr"/>
            <a:r>
              <a:rPr lang="ja-JP" altLang="en-US" sz="1600" b="1">
                <a:solidFill>
                  <a:schemeClr val="tx1"/>
                </a:solidFill>
                <a:latin typeface="游ゴシック" panose="020B0400000000000000" pitchFamily="50" charset="-128"/>
                <a:ea typeface="游ゴシック" panose="020B0400000000000000" pitchFamily="50" charset="-128"/>
              </a:rPr>
              <a:t>四日市</a:t>
            </a:r>
          </a:p>
        </p:txBody>
      </p:sp>
      <p:cxnSp>
        <p:nvCxnSpPr>
          <p:cNvPr id="98" name="直線矢印コネクタ 160">
            <a:extLst>
              <a:ext uri="{FF2B5EF4-FFF2-40B4-BE49-F238E27FC236}">
                <a16:creationId xmlns:a16="http://schemas.microsoft.com/office/drawing/2014/main" id="{A436BAA2-2FAA-45BB-94DB-EE8245C72C00}"/>
              </a:ext>
            </a:extLst>
          </p:cNvPr>
          <p:cNvCxnSpPr>
            <a:cxnSpLocks/>
            <a:stCxn id="73" idx="1"/>
            <a:endCxn id="90" idx="3"/>
          </p:cNvCxnSpPr>
          <p:nvPr/>
        </p:nvCxnSpPr>
        <p:spPr>
          <a:xfrm rot="10800000">
            <a:off x="10287365" y="1758026"/>
            <a:ext cx="255951" cy="6289"/>
          </a:xfrm>
          <a:prstGeom prst="bentConnector3">
            <a:avLst>
              <a:gd name="adj1" fmla="val 50000"/>
            </a:avLst>
          </a:prstGeom>
          <a:ln w="38100">
            <a:solidFill>
              <a:schemeClr val="tx1"/>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99" name="直線矢印コネクタ 160">
            <a:extLst>
              <a:ext uri="{FF2B5EF4-FFF2-40B4-BE49-F238E27FC236}">
                <a16:creationId xmlns:a16="http://schemas.microsoft.com/office/drawing/2014/main" id="{C64878AA-CAED-49F2-B11E-F8D306A39E1F}"/>
              </a:ext>
            </a:extLst>
          </p:cNvPr>
          <p:cNvCxnSpPr>
            <a:cxnSpLocks/>
            <a:stCxn id="90" idx="1"/>
            <a:endCxn id="47" idx="3"/>
          </p:cNvCxnSpPr>
          <p:nvPr/>
        </p:nvCxnSpPr>
        <p:spPr>
          <a:xfrm rot="10800000" flipV="1">
            <a:off x="7621060" y="1758024"/>
            <a:ext cx="1157681" cy="6289"/>
          </a:xfrm>
          <a:prstGeom prst="bentConnector3">
            <a:avLst>
              <a:gd name="adj1" fmla="val 50000"/>
            </a:avLst>
          </a:prstGeom>
          <a:ln w="38100">
            <a:solidFill>
              <a:schemeClr val="accent3"/>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100" name="直線矢印コネクタ 160">
            <a:extLst>
              <a:ext uri="{FF2B5EF4-FFF2-40B4-BE49-F238E27FC236}">
                <a16:creationId xmlns:a16="http://schemas.microsoft.com/office/drawing/2014/main" id="{C69FF600-93B5-4A42-B69C-76021B3501B7}"/>
              </a:ext>
            </a:extLst>
          </p:cNvPr>
          <p:cNvCxnSpPr>
            <a:cxnSpLocks/>
            <a:stCxn id="75" idx="1"/>
            <a:endCxn id="91" idx="3"/>
          </p:cNvCxnSpPr>
          <p:nvPr/>
        </p:nvCxnSpPr>
        <p:spPr>
          <a:xfrm rot="10800000">
            <a:off x="10276070" y="2514570"/>
            <a:ext cx="255951" cy="6289"/>
          </a:xfrm>
          <a:prstGeom prst="bentConnector3">
            <a:avLst>
              <a:gd name="adj1" fmla="val 50000"/>
            </a:avLst>
          </a:prstGeom>
          <a:ln w="38100">
            <a:solidFill>
              <a:schemeClr val="tx1"/>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101" name="直線矢印コネクタ 160">
            <a:extLst>
              <a:ext uri="{FF2B5EF4-FFF2-40B4-BE49-F238E27FC236}">
                <a16:creationId xmlns:a16="http://schemas.microsoft.com/office/drawing/2014/main" id="{3ACC45DF-78B0-4800-A6F7-299D7A2777EC}"/>
              </a:ext>
            </a:extLst>
          </p:cNvPr>
          <p:cNvCxnSpPr>
            <a:cxnSpLocks/>
            <a:stCxn id="91" idx="1"/>
            <a:endCxn id="69" idx="3"/>
          </p:cNvCxnSpPr>
          <p:nvPr/>
        </p:nvCxnSpPr>
        <p:spPr>
          <a:xfrm rot="10800000" flipV="1">
            <a:off x="7609765" y="2514568"/>
            <a:ext cx="1157681" cy="6289"/>
          </a:xfrm>
          <a:prstGeom prst="bentConnector3">
            <a:avLst>
              <a:gd name="adj1" fmla="val 50000"/>
            </a:avLst>
          </a:prstGeom>
          <a:ln w="38100">
            <a:solidFill>
              <a:schemeClr val="accent3"/>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102" name="直線矢印コネクタ 160">
            <a:extLst>
              <a:ext uri="{FF2B5EF4-FFF2-40B4-BE49-F238E27FC236}">
                <a16:creationId xmlns:a16="http://schemas.microsoft.com/office/drawing/2014/main" id="{4C384EC2-1A22-46F3-8569-AE709FEF8FC3}"/>
              </a:ext>
            </a:extLst>
          </p:cNvPr>
          <p:cNvCxnSpPr>
            <a:cxnSpLocks/>
            <a:stCxn id="92" idx="1"/>
            <a:endCxn id="70" idx="3"/>
          </p:cNvCxnSpPr>
          <p:nvPr/>
        </p:nvCxnSpPr>
        <p:spPr>
          <a:xfrm rot="10800000" flipV="1">
            <a:off x="7588870" y="3249831"/>
            <a:ext cx="1157682" cy="6289"/>
          </a:xfrm>
          <a:prstGeom prst="bentConnector3">
            <a:avLst>
              <a:gd name="adj1" fmla="val 50000"/>
            </a:avLst>
          </a:prstGeom>
          <a:ln w="38100">
            <a:solidFill>
              <a:schemeClr val="accent3"/>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103" name="直線矢印コネクタ 160">
            <a:extLst>
              <a:ext uri="{FF2B5EF4-FFF2-40B4-BE49-F238E27FC236}">
                <a16:creationId xmlns:a16="http://schemas.microsoft.com/office/drawing/2014/main" id="{BAEC69B5-DF88-4392-9497-CBDE2BC70A10}"/>
              </a:ext>
            </a:extLst>
          </p:cNvPr>
          <p:cNvCxnSpPr>
            <a:cxnSpLocks/>
            <a:stCxn id="93" idx="1"/>
            <a:endCxn id="71" idx="3"/>
          </p:cNvCxnSpPr>
          <p:nvPr/>
        </p:nvCxnSpPr>
        <p:spPr>
          <a:xfrm rot="10800000" flipV="1">
            <a:off x="7575711" y="3965313"/>
            <a:ext cx="1157682" cy="6289"/>
          </a:xfrm>
          <a:prstGeom prst="bentConnector3">
            <a:avLst>
              <a:gd name="adj1" fmla="val 50000"/>
            </a:avLst>
          </a:prstGeom>
          <a:ln w="38100">
            <a:solidFill>
              <a:schemeClr val="accent3"/>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104" name="直線矢印コネクタ 160">
            <a:extLst>
              <a:ext uri="{FF2B5EF4-FFF2-40B4-BE49-F238E27FC236}">
                <a16:creationId xmlns:a16="http://schemas.microsoft.com/office/drawing/2014/main" id="{7AD78A2E-743D-466A-96CA-C24D17232076}"/>
              </a:ext>
            </a:extLst>
          </p:cNvPr>
          <p:cNvCxnSpPr>
            <a:cxnSpLocks/>
            <a:stCxn id="94" idx="1"/>
            <a:endCxn id="72" idx="3"/>
          </p:cNvCxnSpPr>
          <p:nvPr/>
        </p:nvCxnSpPr>
        <p:spPr>
          <a:xfrm rot="10800000" flipV="1">
            <a:off x="7579133" y="4710807"/>
            <a:ext cx="1157681" cy="6289"/>
          </a:xfrm>
          <a:prstGeom prst="bentConnector3">
            <a:avLst>
              <a:gd name="adj1" fmla="val 50000"/>
            </a:avLst>
          </a:prstGeom>
          <a:ln w="38100">
            <a:solidFill>
              <a:schemeClr val="accent3"/>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108" name="直線矢印コネクタ 160">
            <a:extLst>
              <a:ext uri="{FF2B5EF4-FFF2-40B4-BE49-F238E27FC236}">
                <a16:creationId xmlns:a16="http://schemas.microsoft.com/office/drawing/2014/main" id="{7474FCF4-B25E-4DB6-851F-8D12868B862D}"/>
              </a:ext>
            </a:extLst>
          </p:cNvPr>
          <p:cNvCxnSpPr>
            <a:cxnSpLocks/>
            <a:stCxn id="76" idx="1"/>
            <a:endCxn id="92" idx="3"/>
          </p:cNvCxnSpPr>
          <p:nvPr/>
        </p:nvCxnSpPr>
        <p:spPr>
          <a:xfrm rot="10800000">
            <a:off x="10255177" y="3249833"/>
            <a:ext cx="255951" cy="6289"/>
          </a:xfrm>
          <a:prstGeom prst="bentConnector3">
            <a:avLst>
              <a:gd name="adj1" fmla="val 50000"/>
            </a:avLst>
          </a:prstGeom>
          <a:ln w="38100">
            <a:solidFill>
              <a:schemeClr val="tx1"/>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109" name="直線矢印コネクタ 160">
            <a:extLst>
              <a:ext uri="{FF2B5EF4-FFF2-40B4-BE49-F238E27FC236}">
                <a16:creationId xmlns:a16="http://schemas.microsoft.com/office/drawing/2014/main" id="{180E94F8-6EE4-4DAA-9E40-047ADF5F2500}"/>
              </a:ext>
            </a:extLst>
          </p:cNvPr>
          <p:cNvCxnSpPr>
            <a:cxnSpLocks/>
            <a:stCxn id="77" idx="1"/>
            <a:endCxn id="93" idx="3"/>
          </p:cNvCxnSpPr>
          <p:nvPr/>
        </p:nvCxnSpPr>
        <p:spPr>
          <a:xfrm rot="10800000">
            <a:off x="10242018" y="3965315"/>
            <a:ext cx="255951" cy="6289"/>
          </a:xfrm>
          <a:prstGeom prst="bentConnector3">
            <a:avLst>
              <a:gd name="adj1" fmla="val 50000"/>
            </a:avLst>
          </a:prstGeom>
          <a:ln w="38100">
            <a:solidFill>
              <a:schemeClr val="tx1"/>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110" name="直線矢印コネクタ 160">
            <a:extLst>
              <a:ext uri="{FF2B5EF4-FFF2-40B4-BE49-F238E27FC236}">
                <a16:creationId xmlns:a16="http://schemas.microsoft.com/office/drawing/2014/main" id="{5714E3B9-8D34-43E9-B7DA-90C799A99A20}"/>
              </a:ext>
            </a:extLst>
          </p:cNvPr>
          <p:cNvCxnSpPr>
            <a:cxnSpLocks/>
            <a:stCxn id="78" idx="1"/>
            <a:endCxn id="94" idx="3"/>
          </p:cNvCxnSpPr>
          <p:nvPr/>
        </p:nvCxnSpPr>
        <p:spPr>
          <a:xfrm rot="10800000">
            <a:off x="10245438" y="4710809"/>
            <a:ext cx="255951" cy="6289"/>
          </a:xfrm>
          <a:prstGeom prst="bentConnector3">
            <a:avLst>
              <a:gd name="adj1" fmla="val 50000"/>
            </a:avLst>
          </a:prstGeom>
          <a:ln w="38100">
            <a:solidFill>
              <a:schemeClr val="tx1"/>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128" name="直線矢印コネクタ 160">
            <a:extLst>
              <a:ext uri="{FF2B5EF4-FFF2-40B4-BE49-F238E27FC236}">
                <a16:creationId xmlns:a16="http://schemas.microsoft.com/office/drawing/2014/main" id="{01A96D62-ACB1-47D7-8EEA-B1B745035040}"/>
              </a:ext>
            </a:extLst>
          </p:cNvPr>
          <p:cNvCxnSpPr>
            <a:cxnSpLocks/>
            <a:stCxn id="69" idx="1"/>
          </p:cNvCxnSpPr>
          <p:nvPr/>
        </p:nvCxnSpPr>
        <p:spPr>
          <a:xfrm rot="10800000">
            <a:off x="3014992" y="2232538"/>
            <a:ext cx="3086149" cy="288320"/>
          </a:xfrm>
          <a:prstGeom prst="bentConnector3">
            <a:avLst>
              <a:gd name="adj1" fmla="val 50000"/>
            </a:avLst>
          </a:prstGeom>
          <a:ln w="38100">
            <a:solidFill>
              <a:schemeClr val="accent3"/>
            </a:solidFill>
            <a:headEnd type="triangle"/>
            <a:tailEnd type="none"/>
          </a:ln>
        </p:spPr>
        <p:style>
          <a:lnRef idx="1">
            <a:schemeClr val="accent3"/>
          </a:lnRef>
          <a:fillRef idx="0">
            <a:schemeClr val="accent3"/>
          </a:fillRef>
          <a:effectRef idx="0">
            <a:schemeClr val="accent3"/>
          </a:effectRef>
          <a:fontRef idx="minor">
            <a:schemeClr val="tx1"/>
          </a:fontRef>
        </p:style>
      </p:cxnSp>
      <p:cxnSp>
        <p:nvCxnSpPr>
          <p:cNvPr id="130" name="直線矢印コネクタ 160">
            <a:extLst>
              <a:ext uri="{FF2B5EF4-FFF2-40B4-BE49-F238E27FC236}">
                <a16:creationId xmlns:a16="http://schemas.microsoft.com/office/drawing/2014/main" id="{A0D5141F-42DF-497E-A437-8EC7DBA383E3}"/>
              </a:ext>
            </a:extLst>
          </p:cNvPr>
          <p:cNvCxnSpPr>
            <a:cxnSpLocks/>
            <a:stCxn id="70" idx="1"/>
          </p:cNvCxnSpPr>
          <p:nvPr/>
        </p:nvCxnSpPr>
        <p:spPr>
          <a:xfrm rot="10800000">
            <a:off x="3024079" y="2232539"/>
            <a:ext cx="3097444" cy="1023583"/>
          </a:xfrm>
          <a:prstGeom prst="bentConnector3">
            <a:avLst>
              <a:gd name="adj1" fmla="val 50000"/>
            </a:avLst>
          </a:prstGeom>
          <a:ln w="38100">
            <a:solidFill>
              <a:schemeClr val="accent3"/>
            </a:solidFill>
            <a:headEnd type="triangle"/>
            <a:tailEnd type="none"/>
          </a:ln>
        </p:spPr>
        <p:style>
          <a:lnRef idx="1">
            <a:schemeClr val="accent3"/>
          </a:lnRef>
          <a:fillRef idx="0">
            <a:schemeClr val="accent3"/>
          </a:fillRef>
          <a:effectRef idx="0">
            <a:schemeClr val="accent3"/>
          </a:effectRef>
          <a:fontRef idx="minor">
            <a:schemeClr val="tx1"/>
          </a:fontRef>
        </p:style>
      </p:cxnSp>
      <p:sp>
        <p:nvSpPr>
          <p:cNvPr id="139" name="角丸四角形 40">
            <a:extLst>
              <a:ext uri="{FF2B5EF4-FFF2-40B4-BE49-F238E27FC236}">
                <a16:creationId xmlns:a16="http://schemas.microsoft.com/office/drawing/2014/main" id="{C4C1BFEA-A75C-4F33-B85C-95CD7F3D5A24}"/>
              </a:ext>
            </a:extLst>
          </p:cNvPr>
          <p:cNvSpPr/>
          <p:nvPr/>
        </p:nvSpPr>
        <p:spPr>
          <a:xfrm>
            <a:off x="401090" y="5681800"/>
            <a:ext cx="1763664" cy="625803"/>
          </a:xfrm>
          <a:prstGeom prst="roundRect">
            <a:avLst>
              <a:gd name="adj" fmla="val 2151"/>
            </a:avLst>
          </a:prstGeom>
          <a:solidFill>
            <a:schemeClr val="accent2">
              <a:lumMod val="40000"/>
              <a:lumOff val="6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200" b="1">
                <a:solidFill>
                  <a:schemeClr val="tx1"/>
                </a:solidFill>
                <a:latin typeface="游ゴシック" panose="020B0400000000000000" pitchFamily="50" charset="-128"/>
                <a:ea typeface="游ゴシック" panose="020B0400000000000000" pitchFamily="50" charset="-128"/>
              </a:rPr>
              <a:t>数量確定用</a:t>
            </a:r>
            <a:endParaRPr kumimoji="1" lang="en-US" altLang="ja-JP" sz="1200" b="1">
              <a:solidFill>
                <a:schemeClr val="tx1"/>
              </a:solidFill>
              <a:latin typeface="游ゴシック" panose="020B0400000000000000" pitchFamily="50" charset="-128"/>
              <a:ea typeface="游ゴシック" panose="020B0400000000000000" pitchFamily="50" charset="-128"/>
            </a:endParaRPr>
          </a:p>
          <a:p>
            <a:pPr algn="ctr"/>
            <a:r>
              <a:rPr kumimoji="1" lang="en-US" altLang="ja-JP" sz="1200" b="1">
                <a:solidFill>
                  <a:schemeClr val="tx1"/>
                </a:solidFill>
                <a:latin typeface="游ゴシック" panose="020B0400000000000000" pitchFamily="50" charset="-128"/>
                <a:ea typeface="游ゴシック" panose="020B0400000000000000" pitchFamily="50" charset="-128"/>
              </a:rPr>
              <a:t>PIMS</a:t>
            </a:r>
            <a:r>
              <a:rPr kumimoji="1" lang="ja-JP" altLang="en-US" sz="1200" b="1">
                <a:solidFill>
                  <a:schemeClr val="tx1"/>
                </a:solidFill>
                <a:latin typeface="游ゴシック" panose="020B0400000000000000" pitchFamily="50" charset="-128"/>
                <a:ea typeface="游ゴシック" panose="020B0400000000000000" pitchFamily="50" charset="-128"/>
              </a:rPr>
              <a:t>取込モジュール</a:t>
            </a:r>
            <a:endParaRPr kumimoji="1" lang="en-US" altLang="ja-JP" sz="1200" b="1">
              <a:solidFill>
                <a:schemeClr val="tx1"/>
              </a:solidFill>
              <a:latin typeface="游ゴシック" panose="020B0400000000000000" pitchFamily="50" charset="-128"/>
              <a:ea typeface="游ゴシック" panose="020B0400000000000000" pitchFamily="50" charset="-128"/>
            </a:endParaRPr>
          </a:p>
        </p:txBody>
      </p:sp>
      <p:cxnSp>
        <p:nvCxnSpPr>
          <p:cNvPr id="141" name="直線矢印コネクタ 160">
            <a:extLst>
              <a:ext uri="{FF2B5EF4-FFF2-40B4-BE49-F238E27FC236}">
                <a16:creationId xmlns:a16="http://schemas.microsoft.com/office/drawing/2014/main" id="{F9E06343-6328-4638-9D7A-ADA7989994D4}"/>
              </a:ext>
            </a:extLst>
          </p:cNvPr>
          <p:cNvCxnSpPr>
            <a:cxnSpLocks/>
            <a:stCxn id="71" idx="1"/>
          </p:cNvCxnSpPr>
          <p:nvPr/>
        </p:nvCxnSpPr>
        <p:spPr>
          <a:xfrm rot="10800000">
            <a:off x="3014992" y="2232539"/>
            <a:ext cx="3106531" cy="1739065"/>
          </a:xfrm>
          <a:prstGeom prst="bentConnector3">
            <a:avLst>
              <a:gd name="adj1" fmla="val 50000"/>
            </a:avLst>
          </a:prstGeom>
          <a:ln w="38100">
            <a:solidFill>
              <a:schemeClr val="accent3"/>
            </a:solidFill>
            <a:headEnd type="triangle"/>
            <a:tailEnd type="none"/>
          </a:ln>
        </p:spPr>
        <p:style>
          <a:lnRef idx="1">
            <a:schemeClr val="accent3"/>
          </a:lnRef>
          <a:fillRef idx="0">
            <a:schemeClr val="accent3"/>
          </a:fillRef>
          <a:effectRef idx="0">
            <a:schemeClr val="accent3"/>
          </a:effectRef>
          <a:fontRef idx="minor">
            <a:schemeClr val="tx1"/>
          </a:fontRef>
        </p:style>
      </p:cxnSp>
      <p:cxnSp>
        <p:nvCxnSpPr>
          <p:cNvPr id="147" name="直線矢印コネクタ 160">
            <a:extLst>
              <a:ext uri="{FF2B5EF4-FFF2-40B4-BE49-F238E27FC236}">
                <a16:creationId xmlns:a16="http://schemas.microsoft.com/office/drawing/2014/main" id="{1D05E325-DC07-4D4A-90A2-EC969D1C9FA3}"/>
              </a:ext>
            </a:extLst>
          </p:cNvPr>
          <p:cNvCxnSpPr>
            <a:cxnSpLocks/>
            <a:stCxn id="72" idx="1"/>
          </p:cNvCxnSpPr>
          <p:nvPr/>
        </p:nvCxnSpPr>
        <p:spPr>
          <a:xfrm rot="10800000">
            <a:off x="3014992" y="2232539"/>
            <a:ext cx="3106531" cy="2484559"/>
          </a:xfrm>
          <a:prstGeom prst="bentConnector3">
            <a:avLst>
              <a:gd name="adj1" fmla="val 50000"/>
            </a:avLst>
          </a:prstGeom>
          <a:ln w="38100">
            <a:solidFill>
              <a:schemeClr val="accent3"/>
            </a:solidFill>
            <a:headEnd type="triangle"/>
            <a:tailEnd type="none"/>
          </a:ln>
        </p:spPr>
        <p:style>
          <a:lnRef idx="1">
            <a:schemeClr val="accent3"/>
          </a:lnRef>
          <a:fillRef idx="0">
            <a:schemeClr val="accent3"/>
          </a:fillRef>
          <a:effectRef idx="0">
            <a:schemeClr val="accent3"/>
          </a:effectRef>
          <a:fontRef idx="minor">
            <a:schemeClr val="tx1"/>
          </a:fontRef>
        </p:style>
      </p:cxnSp>
      <p:cxnSp>
        <p:nvCxnSpPr>
          <p:cNvPr id="150" name="直線矢印コネクタ 160">
            <a:extLst>
              <a:ext uri="{FF2B5EF4-FFF2-40B4-BE49-F238E27FC236}">
                <a16:creationId xmlns:a16="http://schemas.microsoft.com/office/drawing/2014/main" id="{049D88BD-70C3-4C14-B9DD-0D0263B68E6C}"/>
              </a:ext>
            </a:extLst>
          </p:cNvPr>
          <p:cNvCxnSpPr>
            <a:cxnSpLocks/>
            <a:stCxn id="5" idx="1"/>
          </p:cNvCxnSpPr>
          <p:nvPr/>
        </p:nvCxnSpPr>
        <p:spPr>
          <a:xfrm rot="10800000" flipV="1">
            <a:off x="3024082" y="1592272"/>
            <a:ext cx="3097441" cy="1952509"/>
          </a:xfrm>
          <a:prstGeom prst="bentConnector3">
            <a:avLst>
              <a:gd name="adj1" fmla="val 84441"/>
            </a:avLst>
          </a:prstGeom>
          <a:ln w="38100">
            <a:solidFill>
              <a:schemeClr val="accent5"/>
            </a:solidFill>
            <a:headEnd type="triangle"/>
            <a:tailEnd type="none"/>
          </a:ln>
        </p:spPr>
        <p:style>
          <a:lnRef idx="1">
            <a:schemeClr val="accent3"/>
          </a:lnRef>
          <a:fillRef idx="0">
            <a:schemeClr val="accent3"/>
          </a:fillRef>
          <a:effectRef idx="0">
            <a:schemeClr val="accent3"/>
          </a:effectRef>
          <a:fontRef idx="minor">
            <a:schemeClr val="tx1"/>
          </a:fontRef>
        </p:style>
      </p:cxnSp>
      <p:cxnSp>
        <p:nvCxnSpPr>
          <p:cNvPr id="154" name="直線矢印コネクタ 160">
            <a:extLst>
              <a:ext uri="{FF2B5EF4-FFF2-40B4-BE49-F238E27FC236}">
                <a16:creationId xmlns:a16="http://schemas.microsoft.com/office/drawing/2014/main" id="{F02B60E6-5B8A-446B-9805-FE9DBF5DCE28}"/>
              </a:ext>
            </a:extLst>
          </p:cNvPr>
          <p:cNvCxnSpPr>
            <a:cxnSpLocks/>
            <a:stCxn id="5" idx="1"/>
          </p:cNvCxnSpPr>
          <p:nvPr/>
        </p:nvCxnSpPr>
        <p:spPr>
          <a:xfrm rot="10800000" flipV="1">
            <a:off x="3024082" y="1592272"/>
            <a:ext cx="3097441" cy="3226043"/>
          </a:xfrm>
          <a:prstGeom prst="bentConnector3">
            <a:avLst>
              <a:gd name="adj1" fmla="val 84441"/>
            </a:avLst>
          </a:prstGeom>
          <a:ln w="38100">
            <a:solidFill>
              <a:schemeClr val="accent5"/>
            </a:solidFill>
            <a:headEnd type="triangle"/>
            <a:tailEnd type="none"/>
          </a:ln>
        </p:spPr>
        <p:style>
          <a:lnRef idx="1">
            <a:schemeClr val="accent3"/>
          </a:lnRef>
          <a:fillRef idx="0">
            <a:schemeClr val="accent3"/>
          </a:fillRef>
          <a:effectRef idx="0">
            <a:schemeClr val="accent3"/>
          </a:effectRef>
          <a:fontRef idx="minor">
            <a:schemeClr val="tx1"/>
          </a:fontRef>
        </p:style>
      </p:cxnSp>
      <p:cxnSp>
        <p:nvCxnSpPr>
          <p:cNvPr id="186" name="直線矢印コネクタ 160">
            <a:extLst>
              <a:ext uri="{FF2B5EF4-FFF2-40B4-BE49-F238E27FC236}">
                <a16:creationId xmlns:a16="http://schemas.microsoft.com/office/drawing/2014/main" id="{BEF3BBE4-DD8D-4B48-B219-7A8DED811766}"/>
              </a:ext>
            </a:extLst>
          </p:cNvPr>
          <p:cNvCxnSpPr>
            <a:cxnSpLocks/>
            <a:stCxn id="63" idx="1"/>
          </p:cNvCxnSpPr>
          <p:nvPr/>
        </p:nvCxnSpPr>
        <p:spPr>
          <a:xfrm rot="10800000" flipV="1">
            <a:off x="3014992" y="3408546"/>
            <a:ext cx="3106531" cy="2586155"/>
          </a:xfrm>
          <a:prstGeom prst="bentConnector3">
            <a:avLst>
              <a:gd name="adj1" fmla="val 66737"/>
            </a:avLst>
          </a:prstGeom>
          <a:ln w="38100">
            <a:solidFill>
              <a:schemeClr val="accent5"/>
            </a:solidFill>
            <a:headEnd type="triangle"/>
            <a:tailEnd type="none"/>
          </a:ln>
        </p:spPr>
        <p:style>
          <a:lnRef idx="1">
            <a:schemeClr val="accent3"/>
          </a:lnRef>
          <a:fillRef idx="0">
            <a:schemeClr val="accent3"/>
          </a:fillRef>
          <a:effectRef idx="0">
            <a:schemeClr val="accent3"/>
          </a:effectRef>
          <a:fontRef idx="minor">
            <a:schemeClr val="tx1"/>
          </a:fontRef>
        </p:style>
      </p:cxnSp>
      <p:sp>
        <p:nvSpPr>
          <p:cNvPr id="5" name="正方形/長方形 4">
            <a:extLst>
              <a:ext uri="{FF2B5EF4-FFF2-40B4-BE49-F238E27FC236}">
                <a16:creationId xmlns:a16="http://schemas.microsoft.com/office/drawing/2014/main" id="{7C5F2DCA-1F0F-42E5-8D4A-97FBC3AAA14E}"/>
              </a:ext>
            </a:extLst>
          </p:cNvPr>
          <p:cNvSpPr/>
          <p:nvPr/>
        </p:nvSpPr>
        <p:spPr>
          <a:xfrm>
            <a:off x="6121522" y="1434104"/>
            <a:ext cx="251011" cy="316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3" name="正方形/長方形 62">
            <a:extLst>
              <a:ext uri="{FF2B5EF4-FFF2-40B4-BE49-F238E27FC236}">
                <a16:creationId xmlns:a16="http://schemas.microsoft.com/office/drawing/2014/main" id="{89DEBC2E-8452-4AA0-92FA-2E36809BBC90}"/>
              </a:ext>
            </a:extLst>
          </p:cNvPr>
          <p:cNvSpPr/>
          <p:nvPr/>
        </p:nvSpPr>
        <p:spPr>
          <a:xfrm>
            <a:off x="6121522" y="3250378"/>
            <a:ext cx="251011" cy="316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角丸四角形 46"/>
          <p:cNvSpPr/>
          <p:nvPr/>
        </p:nvSpPr>
        <p:spPr>
          <a:xfrm>
            <a:off x="6112435" y="1440393"/>
            <a:ext cx="1508624" cy="647841"/>
          </a:xfrm>
          <a:prstGeom prst="roundRect">
            <a:avLst>
              <a:gd name="adj" fmla="val 2151"/>
            </a:avLst>
          </a:prstGeom>
          <a:solidFill>
            <a:schemeClr val="accent4">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情報系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千葉</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70" name="角丸四角形 46">
            <a:extLst>
              <a:ext uri="{FF2B5EF4-FFF2-40B4-BE49-F238E27FC236}">
                <a16:creationId xmlns:a16="http://schemas.microsoft.com/office/drawing/2014/main" id="{A3110C0A-7093-4E60-AE69-1F90329864A9}"/>
              </a:ext>
            </a:extLst>
          </p:cNvPr>
          <p:cNvSpPr/>
          <p:nvPr/>
        </p:nvSpPr>
        <p:spPr>
          <a:xfrm>
            <a:off x="6121523" y="2932200"/>
            <a:ext cx="1467347" cy="647841"/>
          </a:xfrm>
          <a:prstGeom prst="roundRect">
            <a:avLst>
              <a:gd name="adj" fmla="val 2151"/>
            </a:avLst>
          </a:prstGeom>
          <a:solidFill>
            <a:schemeClr val="accent4">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情報系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徳山</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79" name="吹き出し: 線 (枠付き、強調線付き) 78">
            <a:extLst>
              <a:ext uri="{FF2B5EF4-FFF2-40B4-BE49-F238E27FC236}">
                <a16:creationId xmlns:a16="http://schemas.microsoft.com/office/drawing/2014/main" id="{5BA756D4-5E04-4D3E-8DA2-10F30FB6CF9C}"/>
              </a:ext>
            </a:extLst>
          </p:cNvPr>
          <p:cNvSpPr/>
          <p:nvPr/>
        </p:nvSpPr>
        <p:spPr>
          <a:xfrm>
            <a:off x="3229583" y="875489"/>
            <a:ext cx="1527243" cy="713036"/>
          </a:xfrm>
          <a:prstGeom prst="accentBorderCallout1">
            <a:avLst>
              <a:gd name="adj1" fmla="val 18750"/>
              <a:gd name="adj2" fmla="val -8333"/>
              <a:gd name="adj3" fmla="val 48380"/>
              <a:gd name="adj4" fmla="val -73365"/>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200">
                <a:solidFill>
                  <a:srgbClr val="FF0000"/>
                </a:solidFill>
              </a:rPr>
              <a:t>Azure</a:t>
            </a:r>
            <a:r>
              <a:rPr kumimoji="1" lang="ja-JP" altLang="en-US" sz="1200">
                <a:solidFill>
                  <a:srgbClr val="FF0000"/>
                </a:solidFill>
              </a:rPr>
              <a:t>環境</a:t>
            </a:r>
            <a:r>
              <a:rPr kumimoji="1" lang="en-US" altLang="ja-JP" sz="1200">
                <a:solidFill>
                  <a:srgbClr val="FF0000"/>
                </a:solidFill>
              </a:rPr>
              <a:t>PIMS</a:t>
            </a:r>
            <a:r>
              <a:rPr kumimoji="1" lang="ja-JP" altLang="en-US" sz="1200">
                <a:solidFill>
                  <a:srgbClr val="FF0000"/>
                </a:solidFill>
              </a:rPr>
              <a:t>へ接続先変更</a:t>
            </a:r>
          </a:p>
        </p:txBody>
      </p:sp>
      <p:sp>
        <p:nvSpPr>
          <p:cNvPr id="80" name="四角形: 角を丸くする 79">
            <a:extLst>
              <a:ext uri="{FF2B5EF4-FFF2-40B4-BE49-F238E27FC236}">
                <a16:creationId xmlns:a16="http://schemas.microsoft.com/office/drawing/2014/main" id="{59CF7C4D-7BF9-4288-BCAB-177323820648}"/>
              </a:ext>
            </a:extLst>
          </p:cNvPr>
          <p:cNvSpPr/>
          <p:nvPr/>
        </p:nvSpPr>
        <p:spPr>
          <a:xfrm>
            <a:off x="311421" y="1102923"/>
            <a:ext cx="1862423" cy="1644174"/>
          </a:xfrm>
          <a:prstGeom prst="round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3" name="角丸四角形 40">
            <a:extLst>
              <a:ext uri="{FF2B5EF4-FFF2-40B4-BE49-F238E27FC236}">
                <a16:creationId xmlns:a16="http://schemas.microsoft.com/office/drawing/2014/main" id="{82B7E9AA-1A4F-4048-88AF-9E7054D9DB48}"/>
              </a:ext>
            </a:extLst>
          </p:cNvPr>
          <p:cNvSpPr/>
          <p:nvPr/>
        </p:nvSpPr>
        <p:spPr>
          <a:xfrm>
            <a:off x="2224604" y="1919636"/>
            <a:ext cx="790387" cy="625803"/>
          </a:xfrm>
          <a:prstGeom prst="roundRect">
            <a:avLst>
              <a:gd name="adj" fmla="val 2151"/>
            </a:avLst>
          </a:prstGeom>
          <a:solidFill>
            <a:schemeClr val="accent2">
              <a:lumMod val="40000"/>
              <a:lumOff val="6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r>
              <a:rPr kumimoji="1" lang="ja-JP" altLang="en-US" sz="800" b="1">
                <a:solidFill>
                  <a:schemeClr val="tx1"/>
                </a:solidFill>
                <a:latin typeface="游ゴシック" panose="020B0400000000000000" pitchFamily="50" charset="-128"/>
                <a:ea typeface="游ゴシック" panose="020B0400000000000000" pitchFamily="50" charset="-128"/>
              </a:rPr>
              <a:t>ヒストリデータクライアント</a:t>
            </a:r>
            <a:endParaRPr kumimoji="1" lang="en-US" altLang="ja-JP" sz="800" b="1">
              <a:solidFill>
                <a:schemeClr val="tx1"/>
              </a:solidFill>
              <a:latin typeface="游ゴシック" panose="020B0400000000000000" pitchFamily="50" charset="-128"/>
              <a:ea typeface="游ゴシック" panose="020B0400000000000000" pitchFamily="50" charset="-128"/>
            </a:endParaRPr>
          </a:p>
          <a:p>
            <a:pPr algn="ctr"/>
            <a:r>
              <a:rPr kumimoji="1" lang="en-US" altLang="ja-JP" sz="800" b="1">
                <a:solidFill>
                  <a:srgbClr val="FF0000"/>
                </a:solidFill>
                <a:latin typeface="游ゴシック"/>
                <a:ea typeface="游ゴシック"/>
              </a:rPr>
              <a:t>330.0.0</a:t>
            </a:r>
            <a:endParaRPr lang="en-US" altLang="ja-JP" sz="800" b="1">
              <a:solidFill>
                <a:srgbClr val="FF0000"/>
              </a:solidFill>
              <a:latin typeface="游ゴシック" panose="020B0400000000000000" pitchFamily="50" charset="-128"/>
              <a:ea typeface="游ゴシック" panose="020B0400000000000000" pitchFamily="50" charset="-128"/>
            </a:endParaRPr>
          </a:p>
        </p:txBody>
      </p:sp>
      <p:sp>
        <p:nvSpPr>
          <p:cNvPr id="84" name="角丸四角形 40">
            <a:extLst>
              <a:ext uri="{FF2B5EF4-FFF2-40B4-BE49-F238E27FC236}">
                <a16:creationId xmlns:a16="http://schemas.microsoft.com/office/drawing/2014/main" id="{478E4341-3E82-4561-A485-CB47B89DAB20}"/>
              </a:ext>
            </a:extLst>
          </p:cNvPr>
          <p:cNvSpPr/>
          <p:nvPr/>
        </p:nvSpPr>
        <p:spPr>
          <a:xfrm>
            <a:off x="2239186" y="3231880"/>
            <a:ext cx="784895" cy="625803"/>
          </a:xfrm>
          <a:prstGeom prst="roundRect">
            <a:avLst>
              <a:gd name="adj" fmla="val 2151"/>
            </a:avLst>
          </a:prstGeom>
          <a:solidFill>
            <a:schemeClr val="accent2">
              <a:lumMod val="40000"/>
              <a:lumOff val="6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r>
              <a:rPr kumimoji="1" lang="ja-JP" altLang="en-US" sz="800" b="1">
                <a:solidFill>
                  <a:schemeClr val="tx1"/>
                </a:solidFill>
                <a:latin typeface="游ゴシック" panose="020B0400000000000000" pitchFamily="50" charset="-128"/>
                <a:ea typeface="游ゴシック" panose="020B0400000000000000" pitchFamily="50" charset="-128"/>
              </a:rPr>
              <a:t>ヒストリデータクライアント</a:t>
            </a:r>
            <a:endParaRPr kumimoji="1" lang="en-US" altLang="ja-JP" sz="800" b="1">
              <a:solidFill>
                <a:schemeClr val="tx1"/>
              </a:solidFill>
              <a:latin typeface="游ゴシック" panose="020B0400000000000000" pitchFamily="50" charset="-128"/>
              <a:ea typeface="游ゴシック" panose="020B0400000000000000" pitchFamily="50" charset="-128"/>
            </a:endParaRPr>
          </a:p>
          <a:p>
            <a:pPr algn="ctr"/>
            <a:r>
              <a:rPr kumimoji="1" lang="en-US" sz="800" b="1">
                <a:solidFill>
                  <a:srgbClr val="FF0000"/>
                </a:solidFill>
                <a:latin typeface="游ゴシック"/>
                <a:ea typeface="游ゴシック"/>
              </a:rPr>
              <a:t>330.0.0</a:t>
            </a:r>
            <a:endParaRPr lang="en-US"/>
          </a:p>
        </p:txBody>
      </p:sp>
      <p:sp>
        <p:nvSpPr>
          <p:cNvPr id="85" name="角丸四角形 40">
            <a:extLst>
              <a:ext uri="{FF2B5EF4-FFF2-40B4-BE49-F238E27FC236}">
                <a16:creationId xmlns:a16="http://schemas.microsoft.com/office/drawing/2014/main" id="{B253D000-EE1B-4923-9494-EB0401AAFD2F}"/>
              </a:ext>
            </a:extLst>
          </p:cNvPr>
          <p:cNvSpPr/>
          <p:nvPr/>
        </p:nvSpPr>
        <p:spPr>
          <a:xfrm>
            <a:off x="2239186" y="4505414"/>
            <a:ext cx="784895" cy="625803"/>
          </a:xfrm>
          <a:prstGeom prst="roundRect">
            <a:avLst>
              <a:gd name="adj" fmla="val 2151"/>
            </a:avLst>
          </a:prstGeom>
          <a:solidFill>
            <a:schemeClr val="accent2">
              <a:lumMod val="40000"/>
              <a:lumOff val="6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r>
              <a:rPr kumimoji="1" lang="ja-JP" altLang="en-US" sz="800" b="1">
                <a:solidFill>
                  <a:schemeClr val="tx1"/>
                </a:solidFill>
                <a:latin typeface="游ゴシック" panose="020B0400000000000000" pitchFamily="50" charset="-128"/>
                <a:ea typeface="游ゴシック" panose="020B0400000000000000" pitchFamily="50" charset="-128"/>
              </a:rPr>
              <a:t>ヒストリデータクライアント</a:t>
            </a:r>
            <a:endParaRPr kumimoji="1" lang="en-US" altLang="ja-JP" sz="800" b="1">
              <a:solidFill>
                <a:schemeClr val="tx1"/>
              </a:solidFill>
              <a:latin typeface="游ゴシック" panose="020B0400000000000000" pitchFamily="50" charset="-128"/>
              <a:ea typeface="游ゴシック" panose="020B0400000000000000" pitchFamily="50" charset="-128"/>
            </a:endParaRPr>
          </a:p>
          <a:p>
            <a:pPr algn="ctr"/>
            <a:r>
              <a:rPr lang="en-US" sz="800" b="1">
                <a:solidFill>
                  <a:srgbClr val="FF0000"/>
                </a:solidFill>
                <a:latin typeface="游ゴシック" panose="020B0400000000000000" pitchFamily="50" charset="-128"/>
                <a:ea typeface="游ゴシック" panose="020B0400000000000000" pitchFamily="50" charset="-128"/>
              </a:rPr>
              <a:t>330.0.0</a:t>
            </a:r>
            <a:endParaRPr lang="en-US"/>
          </a:p>
        </p:txBody>
      </p:sp>
      <p:sp>
        <p:nvSpPr>
          <p:cNvPr id="86" name="角丸四角形 40">
            <a:extLst>
              <a:ext uri="{FF2B5EF4-FFF2-40B4-BE49-F238E27FC236}">
                <a16:creationId xmlns:a16="http://schemas.microsoft.com/office/drawing/2014/main" id="{A9650D9B-E994-4CF5-9466-258677DC8D6F}"/>
              </a:ext>
            </a:extLst>
          </p:cNvPr>
          <p:cNvSpPr/>
          <p:nvPr/>
        </p:nvSpPr>
        <p:spPr>
          <a:xfrm>
            <a:off x="2230096" y="5681800"/>
            <a:ext cx="784895" cy="625803"/>
          </a:xfrm>
          <a:prstGeom prst="roundRect">
            <a:avLst>
              <a:gd name="adj" fmla="val 2151"/>
            </a:avLst>
          </a:prstGeom>
          <a:solidFill>
            <a:schemeClr val="accent2">
              <a:lumMod val="40000"/>
              <a:lumOff val="6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r>
              <a:rPr kumimoji="1" lang="ja-JP" altLang="en-US" sz="800" b="1">
                <a:solidFill>
                  <a:schemeClr val="tx1"/>
                </a:solidFill>
                <a:latin typeface="游ゴシック" panose="020B0400000000000000" pitchFamily="50" charset="-128"/>
                <a:ea typeface="游ゴシック" panose="020B0400000000000000" pitchFamily="50" charset="-128"/>
              </a:rPr>
              <a:t>ヒストリデータクライアント</a:t>
            </a:r>
            <a:endParaRPr kumimoji="1" lang="en-US" altLang="ja-JP" sz="800" b="1">
              <a:solidFill>
                <a:schemeClr val="tx1"/>
              </a:solidFill>
              <a:latin typeface="游ゴシック" panose="020B0400000000000000" pitchFamily="50" charset="-128"/>
              <a:ea typeface="游ゴシック" panose="020B0400000000000000" pitchFamily="50" charset="-128"/>
            </a:endParaRPr>
          </a:p>
          <a:p>
            <a:pPr algn="ctr"/>
            <a:r>
              <a:rPr lang="en-US" sz="800" b="1">
                <a:solidFill>
                  <a:srgbClr val="FF0000"/>
                </a:solidFill>
                <a:latin typeface="游ゴシック"/>
                <a:ea typeface="游ゴシック"/>
              </a:rPr>
              <a:t>330.0.0</a:t>
            </a:r>
            <a:endParaRPr lang="en-US">
              <a:latin typeface="游ゴシック"/>
              <a:ea typeface="游ゴシック"/>
            </a:endParaRPr>
          </a:p>
        </p:txBody>
      </p:sp>
      <p:sp>
        <p:nvSpPr>
          <p:cNvPr id="8" name="四角形: 角を丸くする 7">
            <a:extLst>
              <a:ext uri="{FF2B5EF4-FFF2-40B4-BE49-F238E27FC236}">
                <a16:creationId xmlns:a16="http://schemas.microsoft.com/office/drawing/2014/main" id="{162DDAB1-30FB-5862-5085-9D9053E925EE}"/>
              </a:ext>
            </a:extLst>
          </p:cNvPr>
          <p:cNvSpPr/>
          <p:nvPr/>
        </p:nvSpPr>
        <p:spPr>
          <a:xfrm>
            <a:off x="151356" y="2796217"/>
            <a:ext cx="3329421" cy="3563524"/>
          </a:xfrm>
          <a:prstGeom prst="roundRect">
            <a:avLst/>
          </a:prstGeom>
          <a:solidFill>
            <a:schemeClr val="bg1">
              <a:lumMod val="65000"/>
              <a:alpha val="64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800" b="1"/>
              <a:t>今回のお見積もり</a:t>
            </a:r>
            <a:endParaRPr kumimoji="1" lang="en-US" altLang="ja-JP" sz="2800" b="1"/>
          </a:p>
          <a:p>
            <a:pPr algn="ctr"/>
            <a:r>
              <a:rPr kumimoji="1" lang="ja-JP" altLang="en-US" sz="2800" b="1"/>
              <a:t>範囲外</a:t>
            </a:r>
          </a:p>
        </p:txBody>
      </p:sp>
      <p:sp>
        <p:nvSpPr>
          <p:cNvPr id="10" name="四角形: 角を丸くする 9">
            <a:extLst>
              <a:ext uri="{FF2B5EF4-FFF2-40B4-BE49-F238E27FC236}">
                <a16:creationId xmlns:a16="http://schemas.microsoft.com/office/drawing/2014/main" id="{DCAC9ACA-5423-B0AC-DE23-A6460180AF1D}"/>
              </a:ext>
            </a:extLst>
          </p:cNvPr>
          <p:cNvSpPr/>
          <p:nvPr/>
        </p:nvSpPr>
        <p:spPr>
          <a:xfrm>
            <a:off x="5700687" y="2117547"/>
            <a:ext cx="6525671" cy="3086520"/>
          </a:xfrm>
          <a:prstGeom prst="roundRect">
            <a:avLst/>
          </a:prstGeom>
          <a:solidFill>
            <a:schemeClr val="bg1">
              <a:lumMod val="65000"/>
              <a:alpha val="64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800" b="1"/>
              <a:t>今回のお見積もり</a:t>
            </a:r>
            <a:endParaRPr kumimoji="1" lang="en-US" altLang="ja-JP" sz="2800" b="1"/>
          </a:p>
          <a:p>
            <a:pPr algn="ctr"/>
            <a:r>
              <a:rPr kumimoji="1" lang="ja-JP" altLang="en-US" sz="2800" b="1"/>
              <a:t>範囲外</a:t>
            </a:r>
          </a:p>
        </p:txBody>
      </p:sp>
    </p:spTree>
    <p:extLst>
      <p:ext uri="{BB962C8B-B14F-4D97-AF65-F5344CB8AC3E}">
        <p14:creationId xmlns:p14="http://schemas.microsoft.com/office/powerpoint/2010/main" val="2248713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３</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対象機能数</a:t>
            </a:r>
            <a:endParaRPr kumimoji="1" lang="ja-JP" altLang="en-US"/>
          </a:p>
        </p:txBody>
      </p:sp>
      <p:sp>
        <p:nvSpPr>
          <p:cNvPr id="3" name="日付プレースホルダー 2"/>
          <p:cNvSpPr>
            <a:spLocks noGrp="1"/>
          </p:cNvSpPr>
          <p:nvPr>
            <p:ph type="dt" sz="half" idx="10"/>
          </p:nvPr>
        </p:nvSpPr>
        <p:spPr/>
        <p:txBody>
          <a:bodyPr/>
          <a:lstStyle/>
          <a:p>
            <a:r>
              <a:rPr lang="en-US" altLang="ja-JP"/>
              <a:t>2025/8/12</a:t>
            </a:r>
          </a:p>
        </p:txBody>
      </p:sp>
      <p:graphicFrame>
        <p:nvGraphicFramePr>
          <p:cNvPr id="7" name="表 6">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398801280"/>
              </p:ext>
            </p:extLst>
          </p:nvPr>
        </p:nvGraphicFramePr>
        <p:xfrm>
          <a:off x="606000" y="936000"/>
          <a:ext cx="10629349" cy="1138800"/>
        </p:xfrm>
        <a:graphic>
          <a:graphicData uri="http://schemas.openxmlformats.org/drawingml/2006/table">
            <a:tbl>
              <a:tblPr firstRow="1" bandRow="1">
                <a:tableStyleId>{69012ECD-51FC-41F1-AA8D-1B2483CD663E}</a:tableStyleId>
              </a:tblPr>
              <a:tblGrid>
                <a:gridCol w="343008">
                  <a:extLst>
                    <a:ext uri="{9D8B030D-6E8A-4147-A177-3AD203B41FA5}">
                      <a16:colId xmlns:a16="http://schemas.microsoft.com/office/drawing/2014/main" val="820809534"/>
                    </a:ext>
                  </a:extLst>
                </a:gridCol>
                <a:gridCol w="2340773">
                  <a:extLst>
                    <a:ext uri="{9D8B030D-6E8A-4147-A177-3AD203B41FA5}">
                      <a16:colId xmlns:a16="http://schemas.microsoft.com/office/drawing/2014/main" val="2667349602"/>
                    </a:ext>
                  </a:extLst>
                </a:gridCol>
                <a:gridCol w="4088793">
                  <a:extLst>
                    <a:ext uri="{9D8B030D-6E8A-4147-A177-3AD203B41FA5}">
                      <a16:colId xmlns:a16="http://schemas.microsoft.com/office/drawing/2014/main" val="852570537"/>
                    </a:ext>
                  </a:extLst>
                </a:gridCol>
                <a:gridCol w="3856775">
                  <a:extLst>
                    <a:ext uri="{9D8B030D-6E8A-4147-A177-3AD203B41FA5}">
                      <a16:colId xmlns:a16="http://schemas.microsoft.com/office/drawing/2014/main" val="922789385"/>
                    </a:ext>
                  </a:extLst>
                </a:gridCol>
              </a:tblGrid>
              <a:tr h="345793">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panose="020B0400000000000000" pitchFamily="50" charset="-128"/>
                          <a:ea typeface="游ゴシック" panose="020B0400000000000000" pitchFamily="50" charset="-128"/>
                        </a:rPr>
                        <a:t>分類</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追加エクセル</a:t>
                      </a:r>
                      <a:endParaRPr kumimoji="1" lang="en-US" altLang="ja-JP"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備考</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600" kern="1200">
                          <a:solidFill>
                            <a:schemeClr val="dk1"/>
                          </a:solidFill>
                          <a:latin typeface="游ゴシック"/>
                          <a:ea typeface="游ゴシック"/>
                        </a:rPr>
                        <a:t>1</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600">
                          <a:solidFill>
                            <a:schemeClr val="tx1"/>
                          </a:solidFill>
                          <a:latin typeface="游ゴシック" panose="020B0400000000000000" pitchFamily="50" charset="-128"/>
                          <a:ea typeface="游ゴシック" panose="020B0400000000000000" pitchFamily="50" charset="-128"/>
                        </a:rPr>
                        <a:t>エクセルマクロ</a:t>
                      </a:r>
                      <a:endParaRPr kumimoji="1" lang="en-US" altLang="ja-JP" sz="1600">
                        <a:solidFill>
                          <a:schemeClr val="tx1"/>
                        </a:solidFill>
                        <a:latin typeface="游ゴシック" panose="020B0400000000000000" pitchFamily="50" charset="-128"/>
                        <a:ea typeface="游ゴシック" panose="020B0400000000000000" pitchFamily="50" charset="-128"/>
                      </a:endParaRPr>
                    </a:p>
                    <a:p>
                      <a:pPr marL="0" lvl="0" indent="0">
                        <a:buFont typeface="Arial" pitchFamily="34" charset="0"/>
                        <a:buNone/>
                      </a:pPr>
                      <a:r>
                        <a:rPr kumimoji="1" lang="en-US" altLang="ja-JP" sz="1600">
                          <a:solidFill>
                            <a:schemeClr val="tx1"/>
                          </a:solidFill>
                          <a:latin typeface="游ゴシック" panose="020B0400000000000000" pitchFamily="50" charset="-128"/>
                          <a:ea typeface="游ゴシック" panose="020B0400000000000000" pitchFamily="50" charset="-128"/>
                        </a:rPr>
                        <a:t>(</a:t>
                      </a:r>
                      <a:r>
                        <a:rPr kumimoji="1" lang="ja-JP" altLang="en-US" sz="1600">
                          <a:solidFill>
                            <a:schemeClr val="tx1"/>
                          </a:solidFill>
                          <a:latin typeface="游ゴシック" panose="020B0400000000000000" pitchFamily="50" charset="-128"/>
                          <a:ea typeface="游ゴシック" panose="020B0400000000000000" pitchFamily="50" charset="-128"/>
                        </a:rPr>
                        <a:t>千葉</a:t>
                      </a:r>
                      <a:r>
                        <a:rPr kumimoji="1" lang="en-US" altLang="ja-JP" sz="1600">
                          <a:solidFill>
                            <a:schemeClr val="tx1"/>
                          </a:solidFill>
                          <a:latin typeface="游ゴシック" panose="020B0400000000000000" pitchFamily="50" charset="-128"/>
                          <a:ea typeface="游ゴシック" panose="020B0400000000000000" pitchFamily="50" charset="-128"/>
                        </a:rPr>
                        <a:t>)</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r">
                        <a:buFont typeface="Arial" pitchFamily="34" charset="0"/>
                        <a:buNone/>
                      </a:pPr>
                      <a:r>
                        <a:rPr kumimoji="1" lang="en-US" altLang="ja-JP" sz="1600" b="0">
                          <a:solidFill>
                            <a:schemeClr val="tx1"/>
                          </a:solidFill>
                          <a:latin typeface="游ゴシック"/>
                          <a:ea typeface="游ゴシック"/>
                        </a:rPr>
                        <a:t>3540</a:t>
                      </a:r>
                      <a:endParaRPr kumimoji="1" lang="ja-JP" altLang="en-US" sz="1600" b="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lang="ja-JP" altLang="en-US" sz="1600"/>
                        <a:t>向き先変更の対応までとし、ユーザ様にてテストを実施。</a:t>
                      </a:r>
                      <a:endParaRPr kumimoji="1" lang="ja-JP" altLang="en-US" sz="1600">
                        <a:solidFill>
                          <a:schemeClr val="tx1"/>
                        </a:solidFill>
                        <a:latin typeface="游ゴシック"/>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bl>
          </a:graphicData>
        </a:graphic>
      </p:graphicFrame>
      <p:sp>
        <p:nvSpPr>
          <p:cNvPr id="4" name="フッター プレースホルダー 3"/>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2867485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3321EC-2147-45BB-B770-D5BC2C3DDA15}"/>
              </a:ext>
            </a:extLst>
          </p:cNvPr>
          <p:cNvSpPr>
            <a:spLocks noGrp="1"/>
          </p:cNvSpPr>
          <p:nvPr>
            <p:ph type="title"/>
          </p:nvPr>
        </p:nvSpPr>
        <p:spPr/>
        <p:txBody>
          <a:bodyPr/>
          <a:lstStyle/>
          <a:p>
            <a:r>
              <a:rPr kumimoji="1" lang="ja-JP" altLang="en-US">
                <a:latin typeface="游明朝" panose="02020400000000000000" pitchFamily="18" charset="-128"/>
                <a:ea typeface="游明朝" panose="02020400000000000000" pitchFamily="18" charset="-128"/>
              </a:rPr>
              <a:t>４</a:t>
            </a:r>
            <a:r>
              <a:rPr kumimoji="1" lang="en-US" altLang="ja-JP">
                <a:latin typeface="游明朝" panose="02020400000000000000" pitchFamily="18" charset="-128"/>
                <a:ea typeface="游明朝" panose="02020400000000000000" pitchFamily="18" charset="-128"/>
              </a:rPr>
              <a:t>. </a:t>
            </a:r>
            <a:r>
              <a:rPr kumimoji="1" lang="ja-JP" altLang="en-US">
                <a:latin typeface="游明朝" panose="02020400000000000000" pitchFamily="18" charset="-128"/>
                <a:ea typeface="游明朝" panose="02020400000000000000" pitchFamily="18" charset="-128"/>
              </a:rPr>
              <a:t>スケジュール（想定）</a:t>
            </a:r>
          </a:p>
        </p:txBody>
      </p:sp>
      <p:graphicFrame>
        <p:nvGraphicFramePr>
          <p:cNvPr id="6" name="表 5">
            <a:extLst>
              <a:ext uri="{FF2B5EF4-FFF2-40B4-BE49-F238E27FC236}">
                <a16:creationId xmlns:a16="http://schemas.microsoft.com/office/drawing/2014/main" id="{1B9651D0-1C8B-452E-8B2F-91E497A82D84}"/>
              </a:ext>
            </a:extLst>
          </p:cNvPr>
          <p:cNvGraphicFramePr>
            <a:graphicFrameLocks noGrp="1"/>
          </p:cNvGraphicFramePr>
          <p:nvPr>
            <p:extLst>
              <p:ext uri="{D42A27DB-BD31-4B8C-83A1-F6EECF244321}">
                <p14:modId xmlns:p14="http://schemas.microsoft.com/office/powerpoint/2010/main" val="12647068"/>
              </p:ext>
            </p:extLst>
          </p:nvPr>
        </p:nvGraphicFramePr>
        <p:xfrm>
          <a:off x="888448" y="755856"/>
          <a:ext cx="9746084" cy="4762144"/>
        </p:xfrm>
        <a:graphic>
          <a:graphicData uri="http://schemas.openxmlformats.org/drawingml/2006/table">
            <a:tbl>
              <a:tblPr firstRow="1">
                <a:tableStyleId>{69012ECD-51FC-41F1-AA8D-1B2483CD663E}</a:tableStyleId>
              </a:tblPr>
              <a:tblGrid>
                <a:gridCol w="974485">
                  <a:extLst>
                    <a:ext uri="{9D8B030D-6E8A-4147-A177-3AD203B41FA5}">
                      <a16:colId xmlns:a16="http://schemas.microsoft.com/office/drawing/2014/main" val="20001"/>
                    </a:ext>
                  </a:extLst>
                </a:gridCol>
                <a:gridCol w="974485">
                  <a:extLst>
                    <a:ext uri="{9D8B030D-6E8A-4147-A177-3AD203B41FA5}">
                      <a16:colId xmlns:a16="http://schemas.microsoft.com/office/drawing/2014/main" val="2565116541"/>
                    </a:ext>
                  </a:extLst>
                </a:gridCol>
                <a:gridCol w="866346">
                  <a:extLst>
                    <a:ext uri="{9D8B030D-6E8A-4147-A177-3AD203B41FA5}">
                      <a16:colId xmlns:a16="http://schemas.microsoft.com/office/drawing/2014/main" val="20014"/>
                    </a:ext>
                  </a:extLst>
                </a:gridCol>
                <a:gridCol w="866346">
                  <a:extLst>
                    <a:ext uri="{9D8B030D-6E8A-4147-A177-3AD203B41FA5}">
                      <a16:colId xmlns:a16="http://schemas.microsoft.com/office/drawing/2014/main" val="332361526"/>
                    </a:ext>
                  </a:extLst>
                </a:gridCol>
                <a:gridCol w="866346">
                  <a:extLst>
                    <a:ext uri="{9D8B030D-6E8A-4147-A177-3AD203B41FA5}">
                      <a16:colId xmlns:a16="http://schemas.microsoft.com/office/drawing/2014/main" val="1301509302"/>
                    </a:ext>
                  </a:extLst>
                </a:gridCol>
                <a:gridCol w="866346">
                  <a:extLst>
                    <a:ext uri="{9D8B030D-6E8A-4147-A177-3AD203B41FA5}">
                      <a16:colId xmlns:a16="http://schemas.microsoft.com/office/drawing/2014/main" val="2064698816"/>
                    </a:ext>
                  </a:extLst>
                </a:gridCol>
                <a:gridCol w="866346">
                  <a:extLst>
                    <a:ext uri="{9D8B030D-6E8A-4147-A177-3AD203B41FA5}">
                      <a16:colId xmlns:a16="http://schemas.microsoft.com/office/drawing/2014/main" val="1049139473"/>
                    </a:ext>
                  </a:extLst>
                </a:gridCol>
                <a:gridCol w="866346">
                  <a:extLst>
                    <a:ext uri="{9D8B030D-6E8A-4147-A177-3AD203B41FA5}">
                      <a16:colId xmlns:a16="http://schemas.microsoft.com/office/drawing/2014/main" val="581626291"/>
                    </a:ext>
                  </a:extLst>
                </a:gridCol>
                <a:gridCol w="866346">
                  <a:extLst>
                    <a:ext uri="{9D8B030D-6E8A-4147-A177-3AD203B41FA5}">
                      <a16:colId xmlns:a16="http://schemas.microsoft.com/office/drawing/2014/main" val="1794734865"/>
                    </a:ext>
                  </a:extLst>
                </a:gridCol>
                <a:gridCol w="866346">
                  <a:extLst>
                    <a:ext uri="{9D8B030D-6E8A-4147-A177-3AD203B41FA5}">
                      <a16:colId xmlns:a16="http://schemas.microsoft.com/office/drawing/2014/main" val="749056113"/>
                    </a:ext>
                  </a:extLst>
                </a:gridCol>
                <a:gridCol w="866346">
                  <a:extLst>
                    <a:ext uri="{9D8B030D-6E8A-4147-A177-3AD203B41FA5}">
                      <a16:colId xmlns:a16="http://schemas.microsoft.com/office/drawing/2014/main" val="2894799342"/>
                    </a:ext>
                  </a:extLst>
                </a:gridCol>
              </a:tblGrid>
              <a:tr h="340535">
                <a:tc rowSpan="2" gridSpan="2">
                  <a:txBody>
                    <a:bodyPr/>
                    <a:lstStyle/>
                    <a:p>
                      <a:pPr algn="ctr"/>
                      <a:endParaRPr kumimoji="1" lang="ja-JP" altLang="en-US" sz="12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hMerge="1">
                  <a:txBody>
                    <a:bodyPr/>
                    <a:lstStyle/>
                    <a:p>
                      <a:endParaRPr kumimoji="1" lang="ja-JP" altLang="en-US"/>
                    </a:p>
                  </a:txBody>
                  <a:tcPr/>
                </a:tc>
                <a:tc gridSpan="7">
                  <a:txBody>
                    <a:bodyPr/>
                    <a:lstStyle/>
                    <a:p>
                      <a:pPr algn="ctr"/>
                      <a:endParaRPr kumimoji="1" lang="ja-JP" altLang="en-US" sz="1000" b="1">
                        <a:latin typeface="Meiryo UI" pitchFamily="50" charset="-128"/>
                        <a:ea typeface="Meiryo UI" pitchFamily="50" charset="-128"/>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ysDot"/>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tc>
                <a:tc gridSpan="2">
                  <a:txBody>
                    <a:bodyPr/>
                    <a:lstStyle/>
                    <a:p>
                      <a:pPr algn="ctr"/>
                      <a:r>
                        <a:rPr lang="en-US" altLang="ja-JP" sz="1400" b="0">
                          <a:solidFill>
                            <a:srgbClr val="FFFFFF"/>
                          </a:solidFill>
                          <a:latin typeface="游ゴシック"/>
                          <a:ea typeface="游ゴシック"/>
                        </a:rPr>
                        <a:t>2026</a:t>
                      </a:r>
                      <a:r>
                        <a:rPr kumimoji="1" lang="ja-JP" altLang="en-US" sz="1400" b="0">
                          <a:solidFill>
                            <a:srgbClr val="FFFFFF"/>
                          </a:solidFill>
                          <a:latin typeface="游ゴシック"/>
                          <a:ea typeface="游ゴシック"/>
                        </a:rPr>
                        <a:t>年</a:t>
                      </a:r>
                      <a:endParaRPr kumimoji="1" lang="ja-JP" altLang="en-US" sz="2000" b="0">
                        <a:solidFill>
                          <a:srgbClr val="FFFFFF"/>
                        </a:solidFill>
                        <a:latin typeface="游ゴシック"/>
                        <a:ea typeface="游ゴシック"/>
                      </a:endParaRPr>
                    </a:p>
                  </a:txBody>
                  <a:tcPr marL="0" marR="0" marT="36000" marB="36000" anchor="ctr">
                    <a:lnL w="6350" cap="flat" cmpd="sng" algn="ctr">
                      <a:solidFill>
                        <a:schemeClr val="bg1">
                          <a:lumMod val="65000"/>
                        </a:schemeClr>
                      </a:solidFill>
                      <a:prstDash val="sysDot"/>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kumimoji="1" lang="ja-JP" altLang="en-US"/>
                    </a:p>
                  </a:txBody>
                  <a:tcPr>
                    <a:solidFill>
                      <a:schemeClr val="accent1"/>
                    </a:solidFill>
                  </a:tcPr>
                </a:tc>
                <a:extLst>
                  <a:ext uri="{0D108BD9-81ED-4DB2-BD59-A6C34878D82A}">
                    <a16:rowId xmlns:a16="http://schemas.microsoft.com/office/drawing/2014/main" val="10000"/>
                  </a:ext>
                </a:extLst>
              </a:tr>
              <a:tr h="505469">
                <a:tc gridSpan="2" vMerge="1">
                  <a:txBody>
                    <a:bodyPr/>
                    <a:lstStyle/>
                    <a:p>
                      <a:endParaRPr kumimoji="1" lang="ja-JP" altLang="en-US" sz="1400">
                        <a:latin typeface="Meiryo UI" pitchFamily="50" charset="-128"/>
                        <a:ea typeface="Meiryo UI" pitchFamily="50" charset="-128"/>
                        <a:cs typeface="Meiryo UI" pitchFamily="50" charset="-128"/>
                      </a:endParaRP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hMerge="1" vMerge="1">
                  <a:txBody>
                    <a:bodyPr/>
                    <a:lstStyle/>
                    <a:p>
                      <a:endParaRPr kumimoji="1" lang="ja-JP" altLang="en-US"/>
                    </a:p>
                  </a:txBody>
                  <a:tcPr/>
                </a:tc>
                <a:tc>
                  <a:txBody>
                    <a:bodyPr/>
                    <a:lstStyle/>
                    <a:p>
                      <a:pPr algn="ctr"/>
                      <a:r>
                        <a:rPr kumimoji="1" lang="en-US" altLang="ja-JP" sz="1400" b="0">
                          <a:solidFill>
                            <a:srgbClr val="FFFFFF"/>
                          </a:solidFill>
                          <a:latin typeface="游ゴシック"/>
                          <a:ea typeface="游ゴシック"/>
                        </a:rPr>
                        <a:t>6</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7</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8</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9</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10</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11</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12</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2</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1"/>
                  </a:ext>
                </a:extLst>
              </a:tr>
              <a:tr h="1188380">
                <a:tc gridSpan="2">
                  <a:txBody>
                    <a:bodyPr/>
                    <a:lstStyle/>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マイル</a:t>
                      </a:r>
                      <a:endParaRPr kumimoji="1" lang="en-US" altLang="ja-JP" sz="1200" b="0">
                        <a:latin typeface="游ゴシック" panose="020B0400000000000000" pitchFamily="50" charset="-128"/>
                        <a:ea typeface="游ゴシック" panose="020B0400000000000000" pitchFamily="50" charset="-128"/>
                        <a:cs typeface="Meiryo UI" pitchFamily="50" charset="-128"/>
                      </a:endParaRPr>
                    </a:p>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ストーン</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kumimoji="1" lang="ja-JP" altLang="en-US"/>
                    </a:p>
                  </a:txBody>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31077566"/>
                  </a:ext>
                </a:extLst>
              </a:tr>
              <a:tr h="545552">
                <a:tc rowSpan="4">
                  <a:txBody>
                    <a:bodyPr/>
                    <a:lstStyle/>
                    <a:p>
                      <a:pPr algn="l"/>
                      <a:endParaRPr kumimoji="1" lang="ja-JP" altLang="en-US" sz="1200" b="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愛知</a:t>
                      </a:r>
                      <a:endParaRPr kumimoji="1" lang="en-US" altLang="ja-JP" sz="1200" b="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244696145"/>
                  </a:ext>
                </a:extLst>
              </a:tr>
              <a:tr h="545552">
                <a:tc vMerge="1">
                  <a:txBody>
                    <a:bodyPr/>
                    <a:lstStyle/>
                    <a:p>
                      <a:pPr algn="l"/>
                      <a:endParaRPr kumimoji="1" lang="ja-JP" altLang="en-US" sz="1200" b="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北海道</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939346561"/>
                  </a:ext>
                </a:extLst>
              </a:tr>
              <a:tr h="545552">
                <a:tc vMerge="1">
                  <a:txBody>
                    <a:bodyPr/>
                    <a:lstStyle/>
                    <a:p>
                      <a:pPr algn="l"/>
                      <a:endParaRPr kumimoji="1" lang="ja-JP" altLang="en-US" sz="1200" b="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千葉</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965740787"/>
                  </a:ext>
                </a:extLst>
              </a:tr>
              <a:tr h="545552">
                <a:tc vMerge="1">
                  <a:txBody>
                    <a:bodyPr/>
                    <a:lstStyle/>
                    <a:p>
                      <a:pPr algn="l"/>
                      <a:endParaRPr kumimoji="1" lang="ja-JP" altLang="en-US" sz="1200" b="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徳山</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259914422"/>
                  </a:ext>
                </a:extLst>
              </a:tr>
              <a:tr h="545552">
                <a:tc gridSpan="2">
                  <a:txBody>
                    <a:bodyPr/>
                    <a:lstStyle/>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工場システム</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endParaRPr kumimoji="1" lang="ja-JP" altLang="en-US"/>
                    </a:p>
                  </a:txBody>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16737231"/>
                  </a:ext>
                </a:extLst>
              </a:tr>
            </a:tbl>
          </a:graphicData>
        </a:graphic>
      </p:graphicFrame>
      <p:sp>
        <p:nvSpPr>
          <p:cNvPr id="33" name="ホームベース 30">
            <a:extLst>
              <a:ext uri="{FF2B5EF4-FFF2-40B4-BE49-F238E27FC236}">
                <a16:creationId xmlns:a16="http://schemas.microsoft.com/office/drawing/2014/main" id="{3B57EEC6-A848-4914-BC9B-95C84C7B6637}"/>
              </a:ext>
            </a:extLst>
          </p:cNvPr>
          <p:cNvSpPr/>
          <p:nvPr/>
        </p:nvSpPr>
        <p:spPr>
          <a:xfrm>
            <a:off x="7783921" y="6097359"/>
            <a:ext cx="1260000" cy="360000"/>
          </a:xfrm>
          <a:prstGeom prst="homePlate">
            <a:avLst>
              <a:gd name="adj" fmla="val 0"/>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貴社</a:t>
            </a:r>
          </a:p>
        </p:txBody>
      </p:sp>
      <p:sp>
        <p:nvSpPr>
          <p:cNvPr id="34" name="ホームベース 31">
            <a:extLst>
              <a:ext uri="{FF2B5EF4-FFF2-40B4-BE49-F238E27FC236}">
                <a16:creationId xmlns:a16="http://schemas.microsoft.com/office/drawing/2014/main" id="{2BED1E46-0D50-4D21-A77D-92FC258B00B7}"/>
              </a:ext>
            </a:extLst>
          </p:cNvPr>
          <p:cNvSpPr/>
          <p:nvPr/>
        </p:nvSpPr>
        <p:spPr>
          <a:xfrm>
            <a:off x="9075821" y="6097359"/>
            <a:ext cx="1260000" cy="360000"/>
          </a:xfrm>
          <a:prstGeom prst="homePlate">
            <a:avLst>
              <a:gd name="adj" fmla="val 0"/>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弊社</a:t>
            </a:r>
          </a:p>
        </p:txBody>
      </p:sp>
      <p:sp>
        <p:nvSpPr>
          <p:cNvPr id="35" name="ホームベース 32">
            <a:extLst>
              <a:ext uri="{FF2B5EF4-FFF2-40B4-BE49-F238E27FC236}">
                <a16:creationId xmlns:a16="http://schemas.microsoft.com/office/drawing/2014/main" id="{C37584D3-7DC1-4AF5-821B-4EB0B466578A}"/>
              </a:ext>
            </a:extLst>
          </p:cNvPr>
          <p:cNvSpPr/>
          <p:nvPr/>
        </p:nvSpPr>
        <p:spPr>
          <a:xfrm>
            <a:off x="10367720" y="6097359"/>
            <a:ext cx="1260000" cy="360000"/>
          </a:xfrm>
          <a:prstGeom prst="homePlate">
            <a:avLst>
              <a:gd name="adj" fmla="val 0"/>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rIns="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貴社・弊社共同</a:t>
            </a:r>
            <a:endParaRPr kumimoji="1" lang="ja-JP" altLang="en-US" sz="1200">
              <a:solidFill>
                <a:schemeClr val="tx1"/>
              </a:solidFill>
              <a:latin typeface="游ゴシック" panose="020B0400000000000000" pitchFamily="50" charset="-128"/>
              <a:ea typeface="游ゴシック" panose="020B0400000000000000" pitchFamily="50" charset="-128"/>
            </a:endParaRPr>
          </a:p>
        </p:txBody>
      </p:sp>
      <p:sp>
        <p:nvSpPr>
          <p:cNvPr id="36" name="角丸四角形 33">
            <a:extLst>
              <a:ext uri="{FF2B5EF4-FFF2-40B4-BE49-F238E27FC236}">
                <a16:creationId xmlns:a16="http://schemas.microsoft.com/office/drawing/2014/main" id="{5E7C7353-36D9-4E13-AE62-C6438FB175BA}"/>
              </a:ext>
            </a:extLst>
          </p:cNvPr>
          <p:cNvSpPr/>
          <p:nvPr/>
        </p:nvSpPr>
        <p:spPr>
          <a:xfrm>
            <a:off x="7708884" y="6053419"/>
            <a:ext cx="4014837" cy="478637"/>
          </a:xfrm>
          <a:prstGeom prst="roundRect">
            <a:avLst/>
          </a:prstGeom>
          <a:noFill/>
          <a:ln w="19050">
            <a:solidFill>
              <a:schemeClr val="accent1"/>
            </a:solidFill>
            <a:prstDash val="solid"/>
            <a:headEnd/>
            <a:tailEnd/>
          </a:ln>
        </p:spPr>
        <p:style>
          <a:lnRef idx="2">
            <a:schemeClr val="accent3"/>
          </a:lnRef>
          <a:fillRef idx="1">
            <a:schemeClr val="lt1"/>
          </a:fillRef>
          <a:effectRef idx="0">
            <a:schemeClr val="accent3"/>
          </a:effectRef>
          <a:fontRef idx="minor">
            <a:schemeClr val="dk1"/>
          </a:fontRef>
        </p:style>
        <p:txBody>
          <a:bodyPr vert="eaVert" rtlCol="0" anchor="b"/>
          <a:lstStyle/>
          <a:p>
            <a:pPr algn="ctr">
              <a:defRPr/>
            </a:pPr>
            <a:endParaRPr kumimoji="0" lang="ja-JP" altLang="en-US" sz="1000">
              <a:solidFill>
                <a:schemeClr val="tx1"/>
              </a:solidFill>
              <a:latin typeface="游ゴシック" panose="020B0400000000000000" pitchFamily="50" charset="-128"/>
              <a:ea typeface="游ゴシック" panose="020B0400000000000000" pitchFamily="50" charset="-128"/>
              <a:cs typeface="Meiryo UI" pitchFamily="50" charset="-128"/>
            </a:endParaRPr>
          </a:p>
        </p:txBody>
      </p:sp>
      <p:sp>
        <p:nvSpPr>
          <p:cNvPr id="38" name="テキスト ボックス 37">
            <a:extLst>
              <a:ext uri="{FF2B5EF4-FFF2-40B4-BE49-F238E27FC236}">
                <a16:creationId xmlns:a16="http://schemas.microsoft.com/office/drawing/2014/main" id="{52966910-B070-4DEE-BF16-CF9CFAD5A257}"/>
              </a:ext>
            </a:extLst>
          </p:cNvPr>
          <p:cNvSpPr txBox="1"/>
          <p:nvPr/>
        </p:nvSpPr>
        <p:spPr>
          <a:xfrm>
            <a:off x="5002977" y="1614978"/>
            <a:ext cx="2050215" cy="221018"/>
          </a:xfrm>
          <a:prstGeom prst="rect">
            <a:avLst/>
          </a:prstGeom>
          <a:noFill/>
        </p:spPr>
        <p:txBody>
          <a:bodyPr wrap="square" lIns="18000" tIns="18000" rIns="18000" bIns="18000" rtlCol="0">
            <a:spAutoFit/>
          </a:bodyPr>
          <a:lstStyle/>
          <a:p>
            <a:r>
              <a:rPr lang="ja-JP" altLang="en-US" sz="1200">
                <a:latin typeface="游ゴシック" panose="020B0400000000000000" pitchFamily="50" charset="-128"/>
                <a:ea typeface="游ゴシック" panose="020B0400000000000000" pitchFamily="50" charset="-128"/>
                <a:cs typeface="Meiryo UI" panose="020B0604030504040204" pitchFamily="50" charset="-128"/>
              </a:rPr>
              <a:t>▼開発フェーズ開始</a:t>
            </a:r>
            <a:r>
              <a:rPr lang="en-US" altLang="ja-JP" sz="1200">
                <a:latin typeface="游ゴシック" panose="020B0400000000000000" pitchFamily="50" charset="-128"/>
                <a:ea typeface="游ゴシック" panose="020B0400000000000000" pitchFamily="50" charset="-128"/>
                <a:cs typeface="Meiryo UI" panose="020B0604030504040204" pitchFamily="50" charset="-128"/>
              </a:rPr>
              <a:t>(8/25)</a:t>
            </a:r>
            <a:endParaRPr kumimoji="1" lang="ja-JP" altLang="en-US" sz="120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44" name="正方形/長方形 43">
            <a:extLst>
              <a:ext uri="{FF2B5EF4-FFF2-40B4-BE49-F238E27FC236}">
                <a16:creationId xmlns:a16="http://schemas.microsoft.com/office/drawing/2014/main" id="{F552483D-B47E-4672-AAB8-B1378D36B674}"/>
              </a:ext>
            </a:extLst>
          </p:cNvPr>
          <p:cNvSpPr/>
          <p:nvPr/>
        </p:nvSpPr>
        <p:spPr>
          <a:xfrm>
            <a:off x="3368880" y="2788444"/>
            <a:ext cx="437945" cy="54707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開発</a:t>
            </a:r>
            <a:endParaRPr lang="en-US" altLang="ja-JP" sz="1200">
              <a:solidFill>
                <a:schemeClr val="tx1"/>
              </a:solidFill>
              <a:latin typeface="游ゴシック" panose="020B0400000000000000" pitchFamily="50" charset="-128"/>
              <a:ea typeface="游ゴシック" panose="020B0400000000000000" pitchFamily="50" charset="-128"/>
            </a:endParaRPr>
          </a:p>
        </p:txBody>
      </p:sp>
      <p:sp>
        <p:nvSpPr>
          <p:cNvPr id="7" name="日付プレースホルダー 6">
            <a:extLst>
              <a:ext uri="{FF2B5EF4-FFF2-40B4-BE49-F238E27FC236}">
                <a16:creationId xmlns:a16="http://schemas.microsoft.com/office/drawing/2014/main" id="{07A92D67-4F0A-B547-09D2-5372BD30739C}"/>
              </a:ext>
            </a:extLst>
          </p:cNvPr>
          <p:cNvSpPr>
            <a:spLocks noGrp="1"/>
          </p:cNvSpPr>
          <p:nvPr>
            <p:ph type="dt" sz="half" idx="10"/>
          </p:nvPr>
        </p:nvSpPr>
        <p:spPr/>
        <p:txBody>
          <a:bodyPr/>
          <a:lstStyle/>
          <a:p>
            <a:r>
              <a:rPr lang="en-US" altLang="ja-JP"/>
              <a:t>2025/8/12</a:t>
            </a:r>
          </a:p>
        </p:txBody>
      </p:sp>
      <p:sp>
        <p:nvSpPr>
          <p:cNvPr id="8" name="テキスト ボックス 7">
            <a:extLst>
              <a:ext uri="{FF2B5EF4-FFF2-40B4-BE49-F238E27FC236}">
                <a16:creationId xmlns:a16="http://schemas.microsoft.com/office/drawing/2014/main" id="{AA608998-7E3E-1298-045C-A506F642ABA9}"/>
              </a:ext>
            </a:extLst>
          </p:cNvPr>
          <p:cNvSpPr txBox="1"/>
          <p:nvPr/>
        </p:nvSpPr>
        <p:spPr>
          <a:xfrm>
            <a:off x="335999" y="6125276"/>
            <a:ext cx="7595218" cy="345057"/>
          </a:xfrm>
          <a:prstGeom prst="rect">
            <a:avLst/>
          </a:prstGeom>
          <a:noFill/>
        </p:spPr>
        <p:txBody>
          <a:bodyPr wrap="square" rtlCol="0">
            <a:noAutofit/>
          </a:bodyPr>
          <a:lstStyle/>
          <a:p>
            <a:pPr marL="171450" indent="-171450">
              <a:buFont typeface="游ゴシック" panose="020B0400000000000000" pitchFamily="50" charset="-128"/>
              <a:buChar char="※"/>
            </a:pPr>
            <a:r>
              <a:rPr lang="ja-JP" altLang="en-US" sz="1400">
                <a:latin typeface="+mn-ea"/>
                <a:cs typeface="メイリオ" pitchFamily="50" charset="-128"/>
              </a:rPr>
              <a:t>スケジュールについては、ご契約のタイミング状況により変更となる場合がございます</a:t>
            </a:r>
            <a:endParaRPr lang="en-US" altLang="ja-JP" sz="1400">
              <a:latin typeface="+mn-ea"/>
              <a:cs typeface="メイリオ" pitchFamily="50" charset="-128"/>
            </a:endParaRPr>
          </a:p>
        </p:txBody>
      </p:sp>
      <p:sp>
        <p:nvSpPr>
          <p:cNvPr id="11" name="フッター プレースホルダー 10"/>
          <p:cNvSpPr>
            <a:spLocks noGrp="1"/>
          </p:cNvSpPr>
          <p:nvPr>
            <p:ph type="ftr" sz="quarter" idx="11"/>
          </p:nvPr>
        </p:nvSpPr>
        <p:spPr/>
        <p:txBody>
          <a:bodyPr/>
          <a:lstStyle/>
          <a:p>
            <a:r>
              <a:rPr lang="en-US"/>
              <a:t>Copyright © 2025 SystemEXE,Inc All Rights Reserved.</a:t>
            </a:r>
          </a:p>
        </p:txBody>
      </p:sp>
      <p:sp>
        <p:nvSpPr>
          <p:cNvPr id="51" name="テキスト ボックス 50">
            <a:extLst>
              <a:ext uri="{FF2B5EF4-FFF2-40B4-BE49-F238E27FC236}">
                <a16:creationId xmlns:a16="http://schemas.microsoft.com/office/drawing/2014/main" id="{2215EDEA-9B8A-4322-BFF8-D6A1A518114E}"/>
              </a:ext>
            </a:extLst>
          </p:cNvPr>
          <p:cNvSpPr txBox="1"/>
          <p:nvPr/>
        </p:nvSpPr>
        <p:spPr>
          <a:xfrm>
            <a:off x="7599156" y="1667043"/>
            <a:ext cx="1036654" cy="221018"/>
          </a:xfrm>
          <a:prstGeom prst="rect">
            <a:avLst/>
          </a:prstGeom>
          <a:noFill/>
        </p:spPr>
        <p:txBody>
          <a:bodyPr wrap="square" lIns="18000" tIns="18000" rIns="18000" bIns="18000" rtlCol="0">
            <a:spAutoFit/>
          </a:bodyPr>
          <a:lstStyle/>
          <a:p>
            <a:r>
              <a:rPr lang="ja-JP" altLang="en-US" sz="1200">
                <a:latin typeface="游ゴシック" panose="020B0400000000000000" pitchFamily="50" charset="-128"/>
                <a:ea typeface="游ゴシック" panose="020B0400000000000000" pitchFamily="50" charset="-128"/>
                <a:cs typeface="Meiryo UI" panose="020B0604030504040204" pitchFamily="50" charset="-128"/>
              </a:rPr>
              <a:t>▼千葉切替</a:t>
            </a:r>
            <a:endParaRPr kumimoji="1" lang="ja-JP" altLang="en-US" sz="120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52" name="テキスト ボックス 51">
            <a:extLst>
              <a:ext uri="{FF2B5EF4-FFF2-40B4-BE49-F238E27FC236}">
                <a16:creationId xmlns:a16="http://schemas.microsoft.com/office/drawing/2014/main" id="{273F1D17-10FA-4924-B884-6E253B662FBC}"/>
              </a:ext>
            </a:extLst>
          </p:cNvPr>
          <p:cNvSpPr txBox="1"/>
          <p:nvPr/>
        </p:nvSpPr>
        <p:spPr>
          <a:xfrm>
            <a:off x="8145119" y="1859213"/>
            <a:ext cx="1036654" cy="221018"/>
          </a:xfrm>
          <a:prstGeom prst="rect">
            <a:avLst/>
          </a:prstGeom>
          <a:noFill/>
        </p:spPr>
        <p:txBody>
          <a:bodyPr wrap="square" lIns="18000" tIns="18000" rIns="18000" bIns="18000" rtlCol="0">
            <a:spAutoFit/>
          </a:bodyPr>
          <a:lstStyle/>
          <a:p>
            <a:r>
              <a:rPr lang="ja-JP" altLang="en-US" sz="1200">
                <a:latin typeface="游ゴシック" panose="020B0400000000000000" pitchFamily="50" charset="-128"/>
                <a:ea typeface="游ゴシック" panose="020B0400000000000000" pitchFamily="50" charset="-128"/>
                <a:cs typeface="Meiryo UI" panose="020B0604030504040204" pitchFamily="50" charset="-128"/>
              </a:rPr>
              <a:t>▼徳山切替</a:t>
            </a:r>
            <a:endParaRPr kumimoji="1" lang="ja-JP" altLang="en-US" sz="120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54" name="テキスト ボックス 53">
            <a:extLst>
              <a:ext uri="{FF2B5EF4-FFF2-40B4-BE49-F238E27FC236}">
                <a16:creationId xmlns:a16="http://schemas.microsoft.com/office/drawing/2014/main" id="{D5587137-054A-4734-9EC3-857E2D7952EC}"/>
              </a:ext>
            </a:extLst>
          </p:cNvPr>
          <p:cNvSpPr txBox="1"/>
          <p:nvPr/>
        </p:nvSpPr>
        <p:spPr>
          <a:xfrm>
            <a:off x="8966371" y="1660596"/>
            <a:ext cx="1036654" cy="221018"/>
          </a:xfrm>
          <a:prstGeom prst="rect">
            <a:avLst/>
          </a:prstGeom>
          <a:noFill/>
        </p:spPr>
        <p:txBody>
          <a:bodyPr wrap="square" lIns="18000" tIns="18000" rIns="18000" bIns="18000" rtlCol="0">
            <a:spAutoFit/>
          </a:bodyPr>
          <a:lstStyle/>
          <a:p>
            <a:r>
              <a:rPr lang="ja-JP" altLang="en-US" sz="1200">
                <a:latin typeface="游ゴシック" panose="020B0400000000000000" pitchFamily="50" charset="-128"/>
                <a:ea typeface="游ゴシック" panose="020B0400000000000000" pitchFamily="50" charset="-128"/>
                <a:cs typeface="Meiryo UI" panose="020B0604030504040204" pitchFamily="50" charset="-128"/>
              </a:rPr>
              <a:t>▼四日市切替</a:t>
            </a:r>
            <a:endParaRPr kumimoji="1" lang="ja-JP" altLang="en-US" sz="120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57" name="正方形/長方形 56">
            <a:extLst>
              <a:ext uri="{FF2B5EF4-FFF2-40B4-BE49-F238E27FC236}">
                <a16:creationId xmlns:a16="http://schemas.microsoft.com/office/drawing/2014/main" id="{20A49EAF-2CE6-4079-B03C-1C577E857A47}"/>
              </a:ext>
            </a:extLst>
          </p:cNvPr>
          <p:cNvSpPr/>
          <p:nvPr/>
        </p:nvSpPr>
        <p:spPr>
          <a:xfrm>
            <a:off x="4142945" y="2785607"/>
            <a:ext cx="183787" cy="549905"/>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游ゴシック"/>
                <a:ea typeface="游ゴシック"/>
              </a:rPr>
              <a:t>受入</a:t>
            </a:r>
          </a:p>
        </p:txBody>
      </p:sp>
      <p:sp>
        <p:nvSpPr>
          <p:cNvPr id="58" name="正方形/長方形 57">
            <a:extLst>
              <a:ext uri="{FF2B5EF4-FFF2-40B4-BE49-F238E27FC236}">
                <a16:creationId xmlns:a16="http://schemas.microsoft.com/office/drawing/2014/main" id="{53C1D3EB-1F37-4250-9882-86110A337799}"/>
              </a:ext>
            </a:extLst>
          </p:cNvPr>
          <p:cNvSpPr/>
          <p:nvPr/>
        </p:nvSpPr>
        <p:spPr>
          <a:xfrm>
            <a:off x="4316631" y="2783336"/>
            <a:ext cx="907678" cy="549905"/>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本番移行</a:t>
            </a:r>
          </a:p>
        </p:txBody>
      </p:sp>
      <p:sp>
        <p:nvSpPr>
          <p:cNvPr id="59" name="正方形/長方形 58">
            <a:extLst>
              <a:ext uri="{FF2B5EF4-FFF2-40B4-BE49-F238E27FC236}">
                <a16:creationId xmlns:a16="http://schemas.microsoft.com/office/drawing/2014/main" id="{FCD1745A-C278-46D2-B2DC-36F7293FBDF5}"/>
              </a:ext>
            </a:extLst>
          </p:cNvPr>
          <p:cNvSpPr/>
          <p:nvPr/>
        </p:nvSpPr>
        <p:spPr>
          <a:xfrm>
            <a:off x="5195888" y="2783336"/>
            <a:ext cx="438150" cy="565865"/>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初期</a:t>
            </a:r>
            <a:endParaRPr lang="ja-JP" sz="900">
              <a:solidFill>
                <a:schemeClr val="tx1"/>
              </a:solidFill>
            </a:endParaRPr>
          </a:p>
          <a:p>
            <a:pPr algn="ctr"/>
            <a:r>
              <a:rPr lang="ja-JP" altLang="en-US" sz="900">
                <a:solidFill>
                  <a:schemeClr val="tx1"/>
                </a:solidFill>
                <a:latin typeface="游ゴシック"/>
                <a:ea typeface="游ゴシック"/>
              </a:rPr>
              <a:t>流動</a:t>
            </a:r>
            <a:endParaRPr lang="ja-JP" sz="900">
              <a:solidFill>
                <a:schemeClr val="tx1"/>
              </a:solidFill>
            </a:endParaRPr>
          </a:p>
        </p:txBody>
      </p:sp>
      <p:sp>
        <p:nvSpPr>
          <p:cNvPr id="65" name="正方形/長方形 64">
            <a:extLst>
              <a:ext uri="{FF2B5EF4-FFF2-40B4-BE49-F238E27FC236}">
                <a16:creationId xmlns:a16="http://schemas.microsoft.com/office/drawing/2014/main" id="{BD30EF20-DD76-491C-9C1C-049E43A5F98D}"/>
              </a:ext>
            </a:extLst>
          </p:cNvPr>
          <p:cNvSpPr/>
          <p:nvPr/>
        </p:nvSpPr>
        <p:spPr>
          <a:xfrm>
            <a:off x="4346931" y="3314766"/>
            <a:ext cx="771518" cy="547071"/>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開発・</a:t>
            </a:r>
            <a:endParaRPr lang="en-US" altLang="ja-JP" sz="1200">
              <a:solidFill>
                <a:schemeClr val="tx1"/>
              </a:solidFill>
              <a:latin typeface="游ゴシック" panose="020B0400000000000000" pitchFamily="50" charset="-128"/>
              <a:ea typeface="游ゴシック" panose="020B0400000000000000" pitchFamily="50" charset="-128"/>
            </a:endParaRPr>
          </a:p>
          <a:p>
            <a:pPr algn="ctr"/>
            <a:r>
              <a:rPr lang="ja-JP" altLang="en-US" sz="1200">
                <a:solidFill>
                  <a:schemeClr val="tx1"/>
                </a:solidFill>
                <a:latin typeface="游ゴシック" panose="020B0400000000000000" pitchFamily="50" charset="-128"/>
                <a:ea typeface="游ゴシック" panose="020B0400000000000000" pitchFamily="50" charset="-128"/>
              </a:rPr>
              <a:t>結合テスト</a:t>
            </a:r>
          </a:p>
        </p:txBody>
      </p:sp>
      <p:sp>
        <p:nvSpPr>
          <p:cNvPr id="66" name="正方形/長方形 65">
            <a:extLst>
              <a:ext uri="{FF2B5EF4-FFF2-40B4-BE49-F238E27FC236}">
                <a16:creationId xmlns:a16="http://schemas.microsoft.com/office/drawing/2014/main" id="{74C58259-AF97-4FA9-B5B0-BC8DF789B1A6}"/>
              </a:ext>
            </a:extLst>
          </p:cNvPr>
          <p:cNvSpPr/>
          <p:nvPr/>
        </p:nvSpPr>
        <p:spPr>
          <a:xfrm>
            <a:off x="5125114" y="3288408"/>
            <a:ext cx="289139" cy="600061"/>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游ゴシック"/>
                <a:ea typeface="游ゴシック"/>
              </a:rPr>
              <a:t>受入</a:t>
            </a:r>
          </a:p>
        </p:txBody>
      </p:sp>
      <p:sp>
        <p:nvSpPr>
          <p:cNvPr id="67" name="正方形/長方形 66">
            <a:extLst>
              <a:ext uri="{FF2B5EF4-FFF2-40B4-BE49-F238E27FC236}">
                <a16:creationId xmlns:a16="http://schemas.microsoft.com/office/drawing/2014/main" id="{FB4B8F02-AA39-4C5D-8827-E7D0659C0BA0}"/>
              </a:ext>
            </a:extLst>
          </p:cNvPr>
          <p:cNvSpPr/>
          <p:nvPr/>
        </p:nvSpPr>
        <p:spPr>
          <a:xfrm>
            <a:off x="5427123" y="3322025"/>
            <a:ext cx="479628" cy="5400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本番移行</a:t>
            </a:r>
          </a:p>
        </p:txBody>
      </p:sp>
      <p:sp>
        <p:nvSpPr>
          <p:cNvPr id="68" name="正方形/長方形 67">
            <a:extLst>
              <a:ext uri="{FF2B5EF4-FFF2-40B4-BE49-F238E27FC236}">
                <a16:creationId xmlns:a16="http://schemas.microsoft.com/office/drawing/2014/main" id="{2CE90EF2-5134-4007-AE59-A4B3F0074D91}"/>
              </a:ext>
            </a:extLst>
          </p:cNvPr>
          <p:cNvSpPr/>
          <p:nvPr/>
        </p:nvSpPr>
        <p:spPr>
          <a:xfrm>
            <a:off x="5906751" y="3294496"/>
            <a:ext cx="657879" cy="540000"/>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初期</a:t>
            </a:r>
            <a:endParaRPr lang="ja-JP" sz="900">
              <a:solidFill>
                <a:schemeClr val="tx1"/>
              </a:solidFill>
            </a:endParaRPr>
          </a:p>
          <a:p>
            <a:pPr algn="ctr"/>
            <a:r>
              <a:rPr lang="ja-JP" altLang="en-US" sz="900">
                <a:solidFill>
                  <a:schemeClr val="tx1"/>
                </a:solidFill>
                <a:latin typeface="游ゴシック"/>
                <a:ea typeface="游ゴシック"/>
              </a:rPr>
              <a:t>流動</a:t>
            </a:r>
            <a:endParaRPr lang="ja-JP" sz="900">
              <a:solidFill>
                <a:schemeClr val="tx1"/>
              </a:solidFill>
            </a:endParaRPr>
          </a:p>
        </p:txBody>
      </p:sp>
      <p:sp>
        <p:nvSpPr>
          <p:cNvPr id="69" name="正方形/長方形 68">
            <a:extLst>
              <a:ext uri="{FF2B5EF4-FFF2-40B4-BE49-F238E27FC236}">
                <a16:creationId xmlns:a16="http://schemas.microsoft.com/office/drawing/2014/main" id="{C0C98577-4626-460F-9C28-155F32522D99}"/>
              </a:ext>
            </a:extLst>
          </p:cNvPr>
          <p:cNvSpPr/>
          <p:nvPr/>
        </p:nvSpPr>
        <p:spPr>
          <a:xfrm>
            <a:off x="5131646" y="3834848"/>
            <a:ext cx="628842" cy="569589"/>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開発</a:t>
            </a:r>
          </a:p>
        </p:txBody>
      </p:sp>
      <p:sp>
        <p:nvSpPr>
          <p:cNvPr id="70" name="正方形/長方形 69">
            <a:extLst>
              <a:ext uri="{FF2B5EF4-FFF2-40B4-BE49-F238E27FC236}">
                <a16:creationId xmlns:a16="http://schemas.microsoft.com/office/drawing/2014/main" id="{52116367-2110-4948-AAA1-62909B092BBB}"/>
              </a:ext>
            </a:extLst>
          </p:cNvPr>
          <p:cNvSpPr/>
          <p:nvPr/>
        </p:nvSpPr>
        <p:spPr>
          <a:xfrm>
            <a:off x="5767019" y="3851215"/>
            <a:ext cx="341717" cy="569589"/>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游ゴシック"/>
                <a:ea typeface="游ゴシック"/>
              </a:rPr>
              <a:t>受入</a:t>
            </a:r>
          </a:p>
        </p:txBody>
      </p:sp>
      <p:sp>
        <p:nvSpPr>
          <p:cNvPr id="72" name="正方形/長方形 71">
            <a:extLst>
              <a:ext uri="{FF2B5EF4-FFF2-40B4-BE49-F238E27FC236}">
                <a16:creationId xmlns:a16="http://schemas.microsoft.com/office/drawing/2014/main" id="{09357D66-5058-4207-AEC0-24B9E75E37E2}"/>
              </a:ext>
            </a:extLst>
          </p:cNvPr>
          <p:cNvSpPr/>
          <p:nvPr/>
        </p:nvSpPr>
        <p:spPr>
          <a:xfrm>
            <a:off x="7846517" y="3830637"/>
            <a:ext cx="464082" cy="564364"/>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初期</a:t>
            </a:r>
            <a:endParaRPr lang="ja-JP" sz="900">
              <a:solidFill>
                <a:schemeClr val="tx1"/>
              </a:solidFill>
            </a:endParaRPr>
          </a:p>
          <a:p>
            <a:pPr algn="ctr"/>
            <a:r>
              <a:rPr lang="ja-JP" altLang="en-US" sz="900">
                <a:solidFill>
                  <a:schemeClr val="tx1"/>
                </a:solidFill>
                <a:latin typeface="游ゴシック"/>
                <a:ea typeface="游ゴシック"/>
              </a:rPr>
              <a:t>流動</a:t>
            </a:r>
            <a:endParaRPr lang="ja-JP" sz="900">
              <a:solidFill>
                <a:schemeClr val="tx1"/>
              </a:solidFill>
            </a:endParaRPr>
          </a:p>
        </p:txBody>
      </p:sp>
      <p:sp>
        <p:nvSpPr>
          <p:cNvPr id="73" name="正方形/長方形 72">
            <a:extLst>
              <a:ext uri="{FF2B5EF4-FFF2-40B4-BE49-F238E27FC236}">
                <a16:creationId xmlns:a16="http://schemas.microsoft.com/office/drawing/2014/main" id="{0283739E-7F46-424B-AB9F-F899FA91C9B6}"/>
              </a:ext>
            </a:extLst>
          </p:cNvPr>
          <p:cNvSpPr/>
          <p:nvPr/>
        </p:nvSpPr>
        <p:spPr>
          <a:xfrm>
            <a:off x="5827768" y="4380946"/>
            <a:ext cx="1336307" cy="578471"/>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開発・</a:t>
            </a:r>
            <a:endParaRPr lang="en-US" altLang="ja-JP" sz="1200">
              <a:solidFill>
                <a:schemeClr val="tx1"/>
              </a:solidFill>
              <a:latin typeface="游ゴシック" panose="020B0400000000000000" pitchFamily="50" charset="-128"/>
              <a:ea typeface="游ゴシック" panose="020B0400000000000000" pitchFamily="50" charset="-128"/>
            </a:endParaRPr>
          </a:p>
          <a:p>
            <a:pPr algn="ctr"/>
            <a:r>
              <a:rPr lang="ja-JP" altLang="en-US" sz="1200">
                <a:solidFill>
                  <a:schemeClr val="tx1"/>
                </a:solidFill>
                <a:latin typeface="游ゴシック" panose="020B0400000000000000" pitchFamily="50" charset="-128"/>
              </a:rPr>
              <a:t>結合</a:t>
            </a:r>
            <a:r>
              <a:rPr lang="ja-JP" altLang="en-US" sz="1200">
                <a:solidFill>
                  <a:schemeClr val="tx1"/>
                </a:solidFill>
                <a:latin typeface="游ゴシック" panose="020B0400000000000000" pitchFamily="50" charset="-128"/>
                <a:ea typeface="游ゴシック" panose="020B0400000000000000" pitchFamily="50" charset="-128"/>
              </a:rPr>
              <a:t>テスト</a:t>
            </a:r>
          </a:p>
        </p:txBody>
      </p:sp>
      <p:sp>
        <p:nvSpPr>
          <p:cNvPr id="74" name="正方形/長方形 73">
            <a:extLst>
              <a:ext uri="{FF2B5EF4-FFF2-40B4-BE49-F238E27FC236}">
                <a16:creationId xmlns:a16="http://schemas.microsoft.com/office/drawing/2014/main" id="{DEBFAD92-E2F7-40B7-B71B-42C1A806A3F6}"/>
              </a:ext>
            </a:extLst>
          </p:cNvPr>
          <p:cNvSpPr/>
          <p:nvPr/>
        </p:nvSpPr>
        <p:spPr>
          <a:xfrm>
            <a:off x="7164075" y="4379747"/>
            <a:ext cx="435081" cy="561129"/>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游ゴシック"/>
                <a:ea typeface="游ゴシック"/>
              </a:rPr>
              <a:t>受入</a:t>
            </a:r>
          </a:p>
        </p:txBody>
      </p:sp>
      <p:sp>
        <p:nvSpPr>
          <p:cNvPr id="75" name="正方形/長方形 74">
            <a:extLst>
              <a:ext uri="{FF2B5EF4-FFF2-40B4-BE49-F238E27FC236}">
                <a16:creationId xmlns:a16="http://schemas.microsoft.com/office/drawing/2014/main" id="{66FD0A79-9EFA-4C20-ABE4-47DC4CFF7BBF}"/>
              </a:ext>
            </a:extLst>
          </p:cNvPr>
          <p:cNvSpPr/>
          <p:nvPr/>
        </p:nvSpPr>
        <p:spPr>
          <a:xfrm>
            <a:off x="7599156" y="4379747"/>
            <a:ext cx="851284" cy="57123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本番移行</a:t>
            </a:r>
          </a:p>
        </p:txBody>
      </p:sp>
      <p:sp>
        <p:nvSpPr>
          <p:cNvPr id="76" name="正方形/長方形 75">
            <a:extLst>
              <a:ext uri="{FF2B5EF4-FFF2-40B4-BE49-F238E27FC236}">
                <a16:creationId xmlns:a16="http://schemas.microsoft.com/office/drawing/2014/main" id="{04F4E6CD-7E9D-4D41-9D27-AE1F41C5CE8E}"/>
              </a:ext>
            </a:extLst>
          </p:cNvPr>
          <p:cNvSpPr/>
          <p:nvPr/>
        </p:nvSpPr>
        <p:spPr>
          <a:xfrm>
            <a:off x="8449008" y="4380938"/>
            <a:ext cx="624578" cy="570039"/>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初期</a:t>
            </a:r>
            <a:endParaRPr lang="ja-JP" sz="900">
              <a:solidFill>
                <a:schemeClr val="tx1"/>
              </a:solidFill>
            </a:endParaRPr>
          </a:p>
          <a:p>
            <a:pPr algn="ctr"/>
            <a:r>
              <a:rPr lang="ja-JP" altLang="en-US" sz="900">
                <a:solidFill>
                  <a:schemeClr val="tx1"/>
                </a:solidFill>
                <a:latin typeface="游ゴシック"/>
                <a:ea typeface="游ゴシック"/>
              </a:rPr>
              <a:t>流動</a:t>
            </a:r>
            <a:endParaRPr lang="ja-JP" sz="900">
              <a:solidFill>
                <a:schemeClr val="tx1"/>
              </a:solidFill>
            </a:endParaRPr>
          </a:p>
        </p:txBody>
      </p:sp>
      <p:sp>
        <p:nvSpPr>
          <p:cNvPr id="81" name="正方形/長方形 80">
            <a:extLst>
              <a:ext uri="{FF2B5EF4-FFF2-40B4-BE49-F238E27FC236}">
                <a16:creationId xmlns:a16="http://schemas.microsoft.com/office/drawing/2014/main" id="{B9D6D4CA-DEE1-480C-A4C9-2D1E3963CDD9}"/>
              </a:ext>
            </a:extLst>
          </p:cNvPr>
          <p:cNvSpPr/>
          <p:nvPr/>
        </p:nvSpPr>
        <p:spPr>
          <a:xfrm>
            <a:off x="4568637" y="4952633"/>
            <a:ext cx="847429" cy="577158"/>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開発・</a:t>
            </a:r>
            <a:endParaRPr lang="en-US" altLang="ja-JP" sz="1200">
              <a:solidFill>
                <a:schemeClr val="tx1"/>
              </a:solidFill>
              <a:latin typeface="游ゴシック" panose="020B0400000000000000" pitchFamily="50" charset="-128"/>
              <a:ea typeface="游ゴシック" panose="020B0400000000000000" pitchFamily="50" charset="-128"/>
            </a:endParaRPr>
          </a:p>
          <a:p>
            <a:pPr algn="ctr"/>
            <a:r>
              <a:rPr lang="ja-JP" altLang="en-US" sz="1200">
                <a:solidFill>
                  <a:schemeClr val="tx1"/>
                </a:solidFill>
                <a:latin typeface="游ゴシック" panose="020B0400000000000000" pitchFamily="50" charset="-128"/>
              </a:rPr>
              <a:t>結合</a:t>
            </a:r>
            <a:r>
              <a:rPr lang="ja-JP" altLang="en-US" sz="1200">
                <a:solidFill>
                  <a:schemeClr val="tx1"/>
                </a:solidFill>
                <a:latin typeface="游ゴシック" panose="020B0400000000000000" pitchFamily="50" charset="-128"/>
                <a:ea typeface="游ゴシック" panose="020B0400000000000000" pitchFamily="50" charset="-128"/>
              </a:rPr>
              <a:t>テスト</a:t>
            </a:r>
          </a:p>
        </p:txBody>
      </p:sp>
      <p:sp>
        <p:nvSpPr>
          <p:cNvPr id="82" name="正方形/長方形 81">
            <a:extLst>
              <a:ext uri="{FF2B5EF4-FFF2-40B4-BE49-F238E27FC236}">
                <a16:creationId xmlns:a16="http://schemas.microsoft.com/office/drawing/2014/main" id="{EBE9E32B-F777-404A-9C9F-836B66600CE7}"/>
              </a:ext>
            </a:extLst>
          </p:cNvPr>
          <p:cNvSpPr/>
          <p:nvPr/>
        </p:nvSpPr>
        <p:spPr>
          <a:xfrm>
            <a:off x="5427123" y="4952633"/>
            <a:ext cx="878427" cy="565811"/>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游ゴシック"/>
                <a:ea typeface="游ゴシック"/>
              </a:rPr>
              <a:t>受入</a:t>
            </a:r>
          </a:p>
        </p:txBody>
      </p:sp>
      <p:sp>
        <p:nvSpPr>
          <p:cNvPr id="3" name="正方形/長方形 2">
            <a:extLst>
              <a:ext uri="{FF2B5EF4-FFF2-40B4-BE49-F238E27FC236}">
                <a16:creationId xmlns:a16="http://schemas.microsoft.com/office/drawing/2014/main" id="{AF8A347B-628C-F969-7577-C80ACEACF986}"/>
              </a:ext>
            </a:extLst>
          </p:cNvPr>
          <p:cNvSpPr/>
          <p:nvPr/>
        </p:nvSpPr>
        <p:spPr>
          <a:xfrm>
            <a:off x="7164075" y="3828040"/>
            <a:ext cx="682442" cy="569588"/>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本番移行</a:t>
            </a:r>
          </a:p>
        </p:txBody>
      </p:sp>
      <p:sp>
        <p:nvSpPr>
          <p:cNvPr id="4" name="正方形/長方形 3">
            <a:extLst>
              <a:ext uri="{FF2B5EF4-FFF2-40B4-BE49-F238E27FC236}">
                <a16:creationId xmlns:a16="http://schemas.microsoft.com/office/drawing/2014/main" id="{BBB2E929-38FA-CD74-16BC-7AB53931C78A}"/>
              </a:ext>
            </a:extLst>
          </p:cNvPr>
          <p:cNvSpPr/>
          <p:nvPr/>
        </p:nvSpPr>
        <p:spPr>
          <a:xfrm>
            <a:off x="7633493" y="4953889"/>
            <a:ext cx="228138" cy="568334"/>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本番移行</a:t>
            </a:r>
          </a:p>
        </p:txBody>
      </p:sp>
      <p:sp>
        <p:nvSpPr>
          <p:cNvPr id="5" name="正方形/長方形 4">
            <a:extLst>
              <a:ext uri="{FF2B5EF4-FFF2-40B4-BE49-F238E27FC236}">
                <a16:creationId xmlns:a16="http://schemas.microsoft.com/office/drawing/2014/main" id="{A46D36D2-65E5-D5A3-2501-9B26B55D7DFA}"/>
              </a:ext>
            </a:extLst>
          </p:cNvPr>
          <p:cNvSpPr/>
          <p:nvPr/>
        </p:nvSpPr>
        <p:spPr>
          <a:xfrm>
            <a:off x="7860199" y="4954029"/>
            <a:ext cx="163901" cy="565811"/>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初期</a:t>
            </a:r>
            <a:endParaRPr lang="ja-JP" sz="900">
              <a:solidFill>
                <a:schemeClr val="tx1"/>
              </a:solidFill>
            </a:endParaRPr>
          </a:p>
          <a:p>
            <a:pPr algn="ctr"/>
            <a:r>
              <a:rPr lang="ja-JP" altLang="en-US" sz="900">
                <a:solidFill>
                  <a:schemeClr val="tx1"/>
                </a:solidFill>
                <a:latin typeface="游ゴシック"/>
                <a:ea typeface="游ゴシック"/>
              </a:rPr>
              <a:t>流動</a:t>
            </a:r>
            <a:endParaRPr lang="ja-JP" sz="900">
              <a:solidFill>
                <a:schemeClr val="tx1"/>
              </a:solidFill>
            </a:endParaRPr>
          </a:p>
        </p:txBody>
      </p:sp>
      <p:sp>
        <p:nvSpPr>
          <p:cNvPr id="9" name="正方形/長方形 8">
            <a:extLst>
              <a:ext uri="{FF2B5EF4-FFF2-40B4-BE49-F238E27FC236}">
                <a16:creationId xmlns:a16="http://schemas.microsoft.com/office/drawing/2014/main" id="{6D94B978-DE8C-05CC-5B98-C943643A0BFF}"/>
              </a:ext>
            </a:extLst>
          </p:cNvPr>
          <p:cNvSpPr/>
          <p:nvPr/>
        </p:nvSpPr>
        <p:spPr>
          <a:xfrm>
            <a:off x="8257788" y="4943968"/>
            <a:ext cx="228138" cy="588882"/>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本番移行</a:t>
            </a:r>
          </a:p>
        </p:txBody>
      </p:sp>
      <p:sp>
        <p:nvSpPr>
          <p:cNvPr id="10" name="正方形/長方形 9">
            <a:extLst>
              <a:ext uri="{FF2B5EF4-FFF2-40B4-BE49-F238E27FC236}">
                <a16:creationId xmlns:a16="http://schemas.microsoft.com/office/drawing/2014/main" id="{916452E6-D222-3049-1E3B-3D45A9B14CAC}"/>
              </a:ext>
            </a:extLst>
          </p:cNvPr>
          <p:cNvSpPr/>
          <p:nvPr/>
        </p:nvSpPr>
        <p:spPr>
          <a:xfrm>
            <a:off x="8484494" y="4944108"/>
            <a:ext cx="195865" cy="586268"/>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初期</a:t>
            </a:r>
            <a:endParaRPr lang="ja-JP" sz="900">
              <a:solidFill>
                <a:schemeClr val="tx1"/>
              </a:solidFill>
            </a:endParaRPr>
          </a:p>
          <a:p>
            <a:pPr algn="ctr"/>
            <a:r>
              <a:rPr lang="ja-JP" altLang="en-US" sz="900">
                <a:solidFill>
                  <a:schemeClr val="tx1"/>
                </a:solidFill>
                <a:latin typeface="游ゴシック"/>
                <a:ea typeface="游ゴシック"/>
              </a:rPr>
              <a:t>流動</a:t>
            </a:r>
            <a:endParaRPr lang="ja-JP" sz="900">
              <a:solidFill>
                <a:schemeClr val="tx1"/>
              </a:solidFill>
            </a:endParaRPr>
          </a:p>
        </p:txBody>
      </p:sp>
      <p:sp>
        <p:nvSpPr>
          <p:cNvPr id="13" name="四角形: 角を丸くする 12">
            <a:extLst>
              <a:ext uri="{FF2B5EF4-FFF2-40B4-BE49-F238E27FC236}">
                <a16:creationId xmlns:a16="http://schemas.microsoft.com/office/drawing/2014/main" id="{5FABEA16-D846-A978-F087-9365224B6606}"/>
              </a:ext>
            </a:extLst>
          </p:cNvPr>
          <p:cNvSpPr/>
          <p:nvPr/>
        </p:nvSpPr>
        <p:spPr>
          <a:xfrm>
            <a:off x="8707605" y="312242"/>
            <a:ext cx="1008697" cy="333296"/>
          </a:xfrm>
          <a:prstGeom prst="roundRect">
            <a:avLst/>
          </a:prstGeom>
          <a:noFill/>
          <a:ln w="38100">
            <a:solidFill>
              <a:srgbClr val="FF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9C0DDC09-052E-E693-0F02-04D9A061F42A}"/>
              </a:ext>
            </a:extLst>
          </p:cNvPr>
          <p:cNvSpPr txBox="1"/>
          <p:nvPr/>
        </p:nvSpPr>
        <p:spPr>
          <a:xfrm>
            <a:off x="9619632" y="351228"/>
            <a:ext cx="2443059" cy="338554"/>
          </a:xfrm>
          <a:prstGeom prst="rect">
            <a:avLst/>
          </a:prstGeom>
          <a:noFill/>
        </p:spPr>
        <p:txBody>
          <a:bodyPr wrap="square" rtlCol="0">
            <a:spAutoFit/>
          </a:bodyPr>
          <a:lstStyle/>
          <a:p>
            <a:r>
              <a:rPr kumimoji="1" lang="ja-JP" altLang="en-US" sz="1600">
                <a:latin typeface="游ゴシック" panose="020B0400000000000000" pitchFamily="50" charset="-128"/>
                <a:ea typeface="游ゴシック" panose="020B0400000000000000" pitchFamily="50" charset="-128"/>
              </a:rPr>
              <a:t>・・・今回の御見積範囲</a:t>
            </a:r>
            <a:endParaRPr kumimoji="1" lang="en-US" altLang="ja-JP" sz="1600">
              <a:latin typeface="游ゴシック" panose="020B0400000000000000" pitchFamily="50" charset="-128"/>
              <a:ea typeface="游ゴシック" panose="020B0400000000000000" pitchFamily="50" charset="-128"/>
            </a:endParaRPr>
          </a:p>
        </p:txBody>
      </p:sp>
      <p:sp>
        <p:nvSpPr>
          <p:cNvPr id="21" name="正方形/長方形 20">
            <a:extLst>
              <a:ext uri="{FF2B5EF4-FFF2-40B4-BE49-F238E27FC236}">
                <a16:creationId xmlns:a16="http://schemas.microsoft.com/office/drawing/2014/main" id="{59038B22-3B66-CD3E-AF5C-C94C0B8AF7C4}"/>
              </a:ext>
            </a:extLst>
          </p:cNvPr>
          <p:cNvSpPr/>
          <p:nvPr/>
        </p:nvSpPr>
        <p:spPr>
          <a:xfrm>
            <a:off x="3806825" y="2788445"/>
            <a:ext cx="336120" cy="547068"/>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結合</a:t>
            </a:r>
            <a:endParaRPr lang="en-US" altLang="ja-JP" sz="1200">
              <a:solidFill>
                <a:schemeClr val="tx1"/>
              </a:solidFill>
              <a:latin typeface="游ゴシック" panose="020B0400000000000000" pitchFamily="50" charset="-128"/>
              <a:ea typeface="游ゴシック" panose="020B0400000000000000" pitchFamily="50" charset="-128"/>
            </a:endParaRPr>
          </a:p>
          <a:p>
            <a:pPr algn="ctr"/>
            <a:r>
              <a:rPr lang="ja-JP" altLang="en-US" sz="1200">
                <a:solidFill>
                  <a:schemeClr val="tx1"/>
                </a:solidFill>
                <a:latin typeface="游ゴシック" panose="020B0400000000000000" pitchFamily="50" charset="-128"/>
                <a:ea typeface="游ゴシック" panose="020B0400000000000000" pitchFamily="50" charset="-128"/>
              </a:rPr>
              <a:t>テスト</a:t>
            </a:r>
          </a:p>
        </p:txBody>
      </p:sp>
      <p:sp>
        <p:nvSpPr>
          <p:cNvPr id="22" name="テキスト ボックス 21">
            <a:extLst>
              <a:ext uri="{FF2B5EF4-FFF2-40B4-BE49-F238E27FC236}">
                <a16:creationId xmlns:a16="http://schemas.microsoft.com/office/drawing/2014/main" id="{DC66EEAC-DFDA-3B1F-80F2-809DB926D8D4}"/>
              </a:ext>
            </a:extLst>
          </p:cNvPr>
          <p:cNvSpPr txBox="1"/>
          <p:nvPr/>
        </p:nvSpPr>
        <p:spPr>
          <a:xfrm>
            <a:off x="6069489" y="2139576"/>
            <a:ext cx="2415005" cy="221018"/>
          </a:xfrm>
          <a:prstGeom prst="rect">
            <a:avLst/>
          </a:prstGeom>
          <a:noFill/>
        </p:spPr>
        <p:txBody>
          <a:bodyPr wrap="square" lIns="18000" tIns="18000" rIns="18000" bIns="18000" rtlCol="0">
            <a:spAutoFit/>
          </a:bodyPr>
          <a:lstStyle/>
          <a:p>
            <a:r>
              <a:rPr lang="ja-JP" altLang="en-US" sz="1200" dirty="0">
                <a:latin typeface="游ゴシック" panose="020B0400000000000000" pitchFamily="50" charset="-128"/>
                <a:ea typeface="游ゴシック" panose="020B0400000000000000" pitchFamily="50" charset="-128"/>
                <a:cs typeface="Meiryo UI" panose="020B0604030504040204" pitchFamily="50" charset="-128"/>
              </a:rPr>
              <a:t>▼連携テスト（～</a:t>
            </a:r>
            <a:r>
              <a:rPr lang="en-US" altLang="ja-JP" sz="1200" dirty="0">
                <a:latin typeface="游ゴシック" panose="020B0400000000000000" pitchFamily="50" charset="-128"/>
                <a:ea typeface="游ゴシック" panose="020B0400000000000000" pitchFamily="50" charset="-128"/>
                <a:cs typeface="Meiryo UI" panose="020B0604030504040204" pitchFamily="50" charset="-128"/>
              </a:rPr>
              <a:t>9/19</a:t>
            </a:r>
            <a:r>
              <a:rPr lang="ja-JP" altLang="en-US" sz="1200" dirty="0">
                <a:latin typeface="游ゴシック" panose="020B0400000000000000" pitchFamily="50" charset="-128"/>
                <a:ea typeface="游ゴシック" panose="020B0400000000000000" pitchFamily="50" charset="-128"/>
                <a:cs typeface="Meiryo UI" panose="020B0604030504040204" pitchFamily="50" charset="-128"/>
              </a:rPr>
              <a:t>）</a:t>
            </a:r>
            <a:endParaRPr kumimoji="1" lang="ja-JP" altLang="en-US" sz="1200" dirty="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23" name="テキスト ボックス 22">
            <a:extLst>
              <a:ext uri="{FF2B5EF4-FFF2-40B4-BE49-F238E27FC236}">
                <a16:creationId xmlns:a16="http://schemas.microsoft.com/office/drawing/2014/main" id="{8E6A0D92-5A95-DC4A-48BF-CFB999EFA42C}"/>
              </a:ext>
            </a:extLst>
          </p:cNvPr>
          <p:cNvSpPr txBox="1"/>
          <p:nvPr/>
        </p:nvSpPr>
        <p:spPr>
          <a:xfrm>
            <a:off x="6166543" y="2318060"/>
            <a:ext cx="2415005" cy="221018"/>
          </a:xfrm>
          <a:prstGeom prst="rect">
            <a:avLst/>
          </a:prstGeom>
          <a:noFill/>
        </p:spPr>
        <p:txBody>
          <a:bodyPr wrap="square" lIns="18000" tIns="18000" rIns="18000" bIns="18000" rtlCol="0">
            <a:spAutoFit/>
          </a:bodyPr>
          <a:lstStyle/>
          <a:p>
            <a:r>
              <a:rPr lang="ja-JP" altLang="en-US" sz="1200">
                <a:latin typeface="游ゴシック" panose="020B0400000000000000" pitchFamily="50" charset="-128"/>
                <a:ea typeface="游ゴシック" panose="020B0400000000000000" pitchFamily="50" charset="-128"/>
                <a:cs typeface="Meiryo UI" panose="020B0604030504040204" pitchFamily="50" charset="-128"/>
              </a:rPr>
              <a:t>▼切替前判定（</a:t>
            </a:r>
            <a:r>
              <a:rPr lang="en-US" altLang="ja-JP" sz="1200">
                <a:latin typeface="游ゴシック" panose="020B0400000000000000" pitchFamily="50" charset="-128"/>
                <a:ea typeface="游ゴシック" panose="020B0400000000000000" pitchFamily="50" charset="-128"/>
                <a:cs typeface="Meiryo UI" panose="020B0604030504040204" pitchFamily="50" charset="-128"/>
              </a:rPr>
              <a:t>9/26</a:t>
            </a:r>
            <a:r>
              <a:rPr lang="ja-JP" altLang="en-US" sz="1200">
                <a:latin typeface="游ゴシック" panose="020B0400000000000000" pitchFamily="50" charset="-128"/>
                <a:ea typeface="游ゴシック" panose="020B0400000000000000" pitchFamily="50" charset="-128"/>
                <a:cs typeface="Meiryo UI" panose="020B0604030504040204" pitchFamily="50" charset="-128"/>
              </a:rPr>
              <a:t>）</a:t>
            </a:r>
            <a:endParaRPr kumimoji="1" lang="ja-JP" altLang="en-US" sz="120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12" name="四角形: 角を丸くする 11">
            <a:extLst>
              <a:ext uri="{FF2B5EF4-FFF2-40B4-BE49-F238E27FC236}">
                <a16:creationId xmlns:a16="http://schemas.microsoft.com/office/drawing/2014/main" id="{89D44248-7E62-420A-ABC1-1DB250A810A3}"/>
              </a:ext>
            </a:extLst>
          </p:cNvPr>
          <p:cNvSpPr/>
          <p:nvPr/>
        </p:nvSpPr>
        <p:spPr>
          <a:xfrm>
            <a:off x="5118449" y="3849820"/>
            <a:ext cx="996818" cy="559015"/>
          </a:xfrm>
          <a:prstGeom prst="roundRect">
            <a:avLst/>
          </a:prstGeom>
          <a:noFill/>
          <a:ln w="38100">
            <a:solidFill>
              <a:srgbClr val="FF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テキスト ボックス 23">
            <a:extLst>
              <a:ext uri="{FF2B5EF4-FFF2-40B4-BE49-F238E27FC236}">
                <a16:creationId xmlns:a16="http://schemas.microsoft.com/office/drawing/2014/main" id="{F046CBB6-6C0F-984C-F968-061C8A1398A1}"/>
              </a:ext>
            </a:extLst>
          </p:cNvPr>
          <p:cNvSpPr txBox="1"/>
          <p:nvPr/>
        </p:nvSpPr>
        <p:spPr>
          <a:xfrm>
            <a:off x="8355824" y="2609079"/>
            <a:ext cx="1668597" cy="221018"/>
          </a:xfrm>
          <a:prstGeom prst="rect">
            <a:avLst/>
          </a:prstGeom>
          <a:noFill/>
        </p:spPr>
        <p:txBody>
          <a:bodyPr wrap="square" lIns="18000" tIns="18000" rIns="18000" bIns="18000" rtlCol="0">
            <a:spAutoFit/>
          </a:bodyPr>
          <a:lstStyle/>
          <a:p>
            <a:r>
              <a:rPr lang="ja-JP" altLang="en-US" sz="1200">
                <a:latin typeface="游ゴシック" panose="020B0400000000000000" pitchFamily="50" charset="-128"/>
                <a:ea typeface="游ゴシック" panose="020B0400000000000000" pitchFamily="50" charset="-128"/>
                <a:cs typeface="Meiryo UI" panose="020B0604030504040204" pitchFamily="50" charset="-128"/>
              </a:rPr>
              <a:t>▼納品・検収（</a:t>
            </a:r>
            <a:r>
              <a:rPr lang="en-US" altLang="ja-JP" sz="1200">
                <a:latin typeface="游ゴシック" panose="020B0400000000000000" pitchFamily="50" charset="-128"/>
                <a:ea typeface="游ゴシック" panose="020B0400000000000000" pitchFamily="50" charset="-128"/>
                <a:cs typeface="Meiryo UI" panose="020B0604030504040204" pitchFamily="50" charset="-128"/>
              </a:rPr>
              <a:t>12/5</a:t>
            </a:r>
            <a:r>
              <a:rPr lang="ja-JP" altLang="en-US" sz="1200">
                <a:latin typeface="游ゴシック" panose="020B0400000000000000" pitchFamily="50" charset="-128"/>
                <a:ea typeface="游ゴシック" panose="020B0400000000000000" pitchFamily="50" charset="-128"/>
                <a:cs typeface="Meiryo UI" panose="020B0604030504040204" pitchFamily="50" charset="-128"/>
              </a:rPr>
              <a:t>）</a:t>
            </a:r>
            <a:endParaRPr kumimoji="1" lang="ja-JP" altLang="en-US" sz="120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20" name="テキスト ボックス 19">
            <a:extLst>
              <a:ext uri="{FF2B5EF4-FFF2-40B4-BE49-F238E27FC236}">
                <a16:creationId xmlns:a16="http://schemas.microsoft.com/office/drawing/2014/main" id="{3D77E4B4-4D4E-36F7-3776-E8AC78B93A11}"/>
              </a:ext>
            </a:extLst>
          </p:cNvPr>
          <p:cNvSpPr txBox="1"/>
          <p:nvPr/>
        </p:nvSpPr>
        <p:spPr>
          <a:xfrm>
            <a:off x="6564630" y="2547001"/>
            <a:ext cx="1668597" cy="221018"/>
          </a:xfrm>
          <a:prstGeom prst="rect">
            <a:avLst/>
          </a:prstGeom>
          <a:noFill/>
        </p:spPr>
        <p:txBody>
          <a:bodyPr wrap="square" lIns="18000" tIns="18000" rIns="18000" bIns="18000" rtlCol="0">
            <a:spAutoFit/>
          </a:bodyPr>
          <a:lstStyle/>
          <a:p>
            <a:r>
              <a:rPr lang="ja-JP" altLang="en-US" sz="1200" dirty="0">
                <a:latin typeface="游ゴシック" panose="020B0400000000000000" pitchFamily="50" charset="-128"/>
                <a:ea typeface="游ゴシック" panose="020B0400000000000000" pitchFamily="50" charset="-128"/>
                <a:cs typeface="Meiryo UI" panose="020B0604030504040204" pitchFamily="50" charset="-128"/>
              </a:rPr>
              <a:t>▼検収（</a:t>
            </a:r>
            <a:r>
              <a:rPr lang="en-US" altLang="ja-JP" sz="1200" dirty="0">
                <a:latin typeface="游ゴシック" panose="020B0400000000000000" pitchFamily="50" charset="-128"/>
                <a:ea typeface="游ゴシック" panose="020B0400000000000000" pitchFamily="50" charset="-128"/>
                <a:cs typeface="Meiryo UI" panose="020B0604030504040204" pitchFamily="50" charset="-128"/>
              </a:rPr>
              <a:t>10/17</a:t>
            </a:r>
            <a:r>
              <a:rPr lang="ja-JP" altLang="en-US" sz="1200" dirty="0">
                <a:latin typeface="游ゴシック" panose="020B0400000000000000" pitchFamily="50" charset="-128"/>
                <a:ea typeface="游ゴシック" panose="020B0400000000000000" pitchFamily="50" charset="-128"/>
                <a:cs typeface="Meiryo UI" panose="020B0604030504040204" pitchFamily="50" charset="-128"/>
              </a:rPr>
              <a:t>）</a:t>
            </a:r>
            <a:endParaRPr kumimoji="1" lang="ja-JP" altLang="en-US" sz="1200" dirty="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25" name="四角形: 角を丸くする 24">
            <a:extLst>
              <a:ext uri="{FF2B5EF4-FFF2-40B4-BE49-F238E27FC236}">
                <a16:creationId xmlns:a16="http://schemas.microsoft.com/office/drawing/2014/main" id="{771FA389-D1D0-24BB-9310-CB88A7CD4BCA}"/>
              </a:ext>
            </a:extLst>
          </p:cNvPr>
          <p:cNvSpPr/>
          <p:nvPr/>
        </p:nvSpPr>
        <p:spPr>
          <a:xfrm>
            <a:off x="814812" y="4379396"/>
            <a:ext cx="9819720" cy="1152048"/>
          </a:xfrm>
          <a:prstGeom prst="roundRect">
            <a:avLst/>
          </a:prstGeom>
          <a:solidFill>
            <a:schemeClr val="bg1">
              <a:lumMod val="65000"/>
              <a:alpha val="64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800" b="1"/>
              <a:t>今回のお見積もり範囲外</a:t>
            </a:r>
          </a:p>
        </p:txBody>
      </p:sp>
      <p:sp>
        <p:nvSpPr>
          <p:cNvPr id="16" name="四角形: 角を丸くする 15">
            <a:extLst>
              <a:ext uri="{FF2B5EF4-FFF2-40B4-BE49-F238E27FC236}">
                <a16:creationId xmlns:a16="http://schemas.microsoft.com/office/drawing/2014/main" id="{0AE0F650-E89D-DA10-9A58-146F06A42108}"/>
              </a:ext>
            </a:extLst>
          </p:cNvPr>
          <p:cNvSpPr/>
          <p:nvPr/>
        </p:nvSpPr>
        <p:spPr>
          <a:xfrm>
            <a:off x="814812" y="2802910"/>
            <a:ext cx="9819720" cy="1024062"/>
          </a:xfrm>
          <a:prstGeom prst="roundRect">
            <a:avLst/>
          </a:prstGeom>
          <a:solidFill>
            <a:schemeClr val="bg1">
              <a:lumMod val="65000"/>
              <a:alpha val="64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800" b="1"/>
              <a:t>今回のお見積もり範囲外</a:t>
            </a:r>
          </a:p>
        </p:txBody>
      </p:sp>
      <p:sp>
        <p:nvSpPr>
          <p:cNvPr id="18" name="正方形/長方形 17">
            <a:extLst>
              <a:ext uri="{FF2B5EF4-FFF2-40B4-BE49-F238E27FC236}">
                <a16:creationId xmlns:a16="http://schemas.microsoft.com/office/drawing/2014/main" id="{7D8758E2-AF41-662C-8D51-9724F1F91AC4}"/>
              </a:ext>
            </a:extLst>
          </p:cNvPr>
          <p:cNvSpPr/>
          <p:nvPr/>
        </p:nvSpPr>
        <p:spPr>
          <a:xfrm>
            <a:off x="5198958" y="3623721"/>
            <a:ext cx="736557" cy="240503"/>
          </a:xfrm>
          <a:prstGeom prst="rect">
            <a:avLst/>
          </a:prstGeom>
          <a:solidFill>
            <a:srgbClr val="0000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a:t>請負</a:t>
            </a:r>
          </a:p>
        </p:txBody>
      </p:sp>
      <p:sp>
        <p:nvSpPr>
          <p:cNvPr id="27" name="テキスト ボックス 26">
            <a:extLst>
              <a:ext uri="{FF2B5EF4-FFF2-40B4-BE49-F238E27FC236}">
                <a16:creationId xmlns:a16="http://schemas.microsoft.com/office/drawing/2014/main" id="{06437707-9C3B-83A4-3108-46DA6F480DAE}"/>
              </a:ext>
            </a:extLst>
          </p:cNvPr>
          <p:cNvSpPr txBox="1"/>
          <p:nvPr/>
        </p:nvSpPr>
        <p:spPr>
          <a:xfrm>
            <a:off x="5725768" y="1879954"/>
            <a:ext cx="2050215" cy="221018"/>
          </a:xfrm>
          <a:prstGeom prst="rect">
            <a:avLst/>
          </a:prstGeom>
          <a:noFill/>
        </p:spPr>
        <p:txBody>
          <a:bodyPr wrap="square" lIns="18000" tIns="18000" rIns="18000" bIns="18000" rtlCol="0">
            <a:spAutoFit/>
          </a:bodyPr>
          <a:lstStyle/>
          <a:p>
            <a:r>
              <a:rPr lang="ja-JP" altLang="en-US" sz="1200">
                <a:latin typeface="游ゴシック" panose="020B0400000000000000" pitchFamily="50" charset="-128"/>
                <a:ea typeface="游ゴシック" panose="020B0400000000000000" pitchFamily="50" charset="-128"/>
                <a:cs typeface="Meiryo UI" panose="020B0604030504040204" pitchFamily="50" charset="-128"/>
              </a:rPr>
              <a:t>▼向け先変更完了</a:t>
            </a:r>
            <a:r>
              <a:rPr lang="en-US" altLang="ja-JP" sz="1200">
                <a:latin typeface="游ゴシック" panose="020B0400000000000000" pitchFamily="50" charset="-128"/>
                <a:ea typeface="游ゴシック" panose="020B0400000000000000" pitchFamily="50" charset="-128"/>
                <a:cs typeface="Meiryo UI" panose="020B0604030504040204" pitchFamily="50" charset="-128"/>
              </a:rPr>
              <a:t>(9/12)</a:t>
            </a:r>
            <a:endParaRPr kumimoji="1" lang="ja-JP" altLang="en-US" sz="1200">
              <a:latin typeface="游ゴシック" panose="020B0400000000000000" pitchFamily="50" charset="-128"/>
              <a:ea typeface="游ゴシック" panose="020B0400000000000000" pitchFamily="50" charset="-128"/>
              <a:cs typeface="Meiryo UI" panose="020B0604030504040204" pitchFamily="50" charset="-128"/>
            </a:endParaRPr>
          </a:p>
        </p:txBody>
      </p:sp>
    </p:spTree>
    <p:extLst>
      <p:ext uri="{BB962C8B-B14F-4D97-AF65-F5344CB8AC3E}">
        <p14:creationId xmlns:p14="http://schemas.microsoft.com/office/powerpoint/2010/main" val="35606063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160FE1C1-CFD6-3436-3F23-42EC735280F7}"/>
              </a:ext>
            </a:extLst>
          </p:cNvPr>
          <p:cNvSpPr/>
          <p:nvPr/>
        </p:nvSpPr>
        <p:spPr>
          <a:xfrm>
            <a:off x="584856" y="1167611"/>
            <a:ext cx="3708000" cy="4814537"/>
          </a:xfrm>
          <a:prstGeom prst="rect">
            <a:avLst/>
          </a:prstGeom>
          <a:solidFill>
            <a:sysClr val="window" lastClr="FFFFFF">
              <a:lumMod val="95000"/>
            </a:sysClr>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2" name="タイトル 1"/>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５</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体制（想定）</a:t>
            </a:r>
            <a:endParaRPr kumimoji="1" lang="ja-JP" altLang="en-US"/>
          </a:p>
        </p:txBody>
      </p:sp>
      <p:sp>
        <p:nvSpPr>
          <p:cNvPr id="3" name="日付プレースホルダー 2"/>
          <p:cNvSpPr>
            <a:spLocks noGrp="1"/>
          </p:cNvSpPr>
          <p:nvPr>
            <p:ph type="dt" sz="half" idx="10"/>
          </p:nvPr>
        </p:nvSpPr>
        <p:spPr/>
        <p:txBody>
          <a:bodyPr/>
          <a:lstStyle/>
          <a:p>
            <a:r>
              <a:rPr lang="en-US" altLang="ja-JP"/>
              <a:t>2025/8/12</a:t>
            </a:r>
          </a:p>
        </p:txBody>
      </p:sp>
      <p:sp>
        <p:nvSpPr>
          <p:cNvPr id="11" name="正方形/長方形 10">
            <a:extLst>
              <a:ext uri="{FF2B5EF4-FFF2-40B4-BE49-F238E27FC236}">
                <a16:creationId xmlns:a16="http://schemas.microsoft.com/office/drawing/2014/main" id="{C13C1A20-C252-799B-F8A0-29E661C219E7}"/>
              </a:ext>
            </a:extLst>
          </p:cNvPr>
          <p:cNvSpPr/>
          <p:nvPr/>
        </p:nvSpPr>
        <p:spPr>
          <a:xfrm>
            <a:off x="4643719" y="1167611"/>
            <a:ext cx="7228802" cy="4814537"/>
          </a:xfrm>
          <a:prstGeom prst="rect">
            <a:avLst/>
          </a:prstGeom>
          <a:solidFill>
            <a:sysClr val="window" lastClr="FFFFFF">
              <a:lumMod val="95000"/>
            </a:sysClr>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15" name="正方形/長方形 14">
            <a:extLst>
              <a:ext uri="{FF2B5EF4-FFF2-40B4-BE49-F238E27FC236}">
                <a16:creationId xmlns:a16="http://schemas.microsoft.com/office/drawing/2014/main" id="{F960B8D2-831B-8D4C-DEBB-621591C492FD}"/>
              </a:ext>
            </a:extLst>
          </p:cNvPr>
          <p:cNvSpPr/>
          <p:nvPr/>
        </p:nvSpPr>
        <p:spPr>
          <a:xfrm>
            <a:off x="4643719" y="819413"/>
            <a:ext cx="7228802" cy="360000"/>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システムエグゼ</a:t>
            </a:r>
          </a:p>
        </p:txBody>
      </p:sp>
      <p:cxnSp>
        <p:nvCxnSpPr>
          <p:cNvPr id="16" name="直線コネクタ 15">
            <a:extLst>
              <a:ext uri="{FF2B5EF4-FFF2-40B4-BE49-F238E27FC236}">
                <a16:creationId xmlns:a16="http://schemas.microsoft.com/office/drawing/2014/main" id="{A189C288-EA60-B222-B80F-882125DAEF80}"/>
              </a:ext>
            </a:extLst>
          </p:cNvPr>
          <p:cNvCxnSpPr>
            <a:cxnSpLocks/>
            <a:stCxn id="19" idx="2"/>
            <a:endCxn id="22" idx="3"/>
          </p:cNvCxnSpPr>
          <p:nvPr/>
        </p:nvCxnSpPr>
        <p:spPr>
          <a:xfrm>
            <a:off x="2487387" y="2259479"/>
            <a:ext cx="0" cy="1996655"/>
          </a:xfrm>
          <a:prstGeom prst="line">
            <a:avLst/>
          </a:prstGeom>
          <a:noFill/>
          <a:ln w="28575" cap="flat" cmpd="sng" algn="ctr">
            <a:solidFill>
              <a:schemeClr val="bg1">
                <a:lumMod val="75000"/>
              </a:schemeClr>
            </a:solidFill>
            <a:prstDash val="solid"/>
            <a:miter lim="800000"/>
          </a:ln>
          <a:effectLst/>
        </p:spPr>
      </p:cxnSp>
      <p:grpSp>
        <p:nvGrpSpPr>
          <p:cNvPr id="17" name="グループ化 16">
            <a:extLst>
              <a:ext uri="{FF2B5EF4-FFF2-40B4-BE49-F238E27FC236}">
                <a16:creationId xmlns:a16="http://schemas.microsoft.com/office/drawing/2014/main" id="{7D6E0C23-69C7-6A70-C9ED-9BC927D3D9DC}"/>
              </a:ext>
            </a:extLst>
          </p:cNvPr>
          <p:cNvGrpSpPr/>
          <p:nvPr/>
        </p:nvGrpSpPr>
        <p:grpSpPr>
          <a:xfrm>
            <a:off x="1119387" y="1539479"/>
            <a:ext cx="2736000" cy="720000"/>
            <a:chOff x="1218001" y="2016000"/>
            <a:chExt cx="2736000" cy="720000"/>
          </a:xfrm>
        </p:grpSpPr>
        <p:sp>
          <p:nvSpPr>
            <p:cNvPr id="18" name="片側の 2 つの角を丸めた四角形 13">
              <a:extLst>
                <a:ext uri="{FF2B5EF4-FFF2-40B4-BE49-F238E27FC236}">
                  <a16:creationId xmlns:a16="http://schemas.microsoft.com/office/drawing/2014/main" id="{73CEE1EB-F62F-136A-B1FF-0C11EEA1EC64}"/>
                </a:ext>
              </a:extLst>
            </p:cNvPr>
            <p:cNvSpPr/>
            <p:nvPr/>
          </p:nvSpPr>
          <p:spPr>
            <a:xfrm>
              <a:off x="1218001" y="2016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19" name="正方形/長方形 18">
              <a:extLst>
                <a:ext uri="{FF2B5EF4-FFF2-40B4-BE49-F238E27FC236}">
                  <a16:creationId xmlns:a16="http://schemas.microsoft.com/office/drawing/2014/main" id="{BC9B272A-446A-3576-A0E6-D8B79CB959CA}"/>
                </a:ext>
              </a:extLst>
            </p:cNvPr>
            <p:cNvSpPr/>
            <p:nvPr/>
          </p:nvSpPr>
          <p:spPr>
            <a:xfrm>
              <a:off x="1218001" y="2304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a:ln>
                    <a:noFill/>
                  </a:ln>
                  <a:solidFill>
                    <a:prstClr val="black"/>
                  </a:solidFill>
                  <a:effectLst/>
                  <a:uLnTx/>
                  <a:uFillTx/>
                  <a:latin typeface="+mn-ea"/>
                </a:rPr>
                <a:t>澤田 陽哉様</a:t>
              </a:r>
            </a:p>
          </p:txBody>
        </p:sp>
      </p:grpSp>
      <p:grpSp>
        <p:nvGrpSpPr>
          <p:cNvPr id="21" name="グループ化 20">
            <a:extLst>
              <a:ext uri="{FF2B5EF4-FFF2-40B4-BE49-F238E27FC236}">
                <a16:creationId xmlns:a16="http://schemas.microsoft.com/office/drawing/2014/main" id="{B29105FC-9B1C-512E-94BC-6ABA4C93EEAF}"/>
              </a:ext>
            </a:extLst>
          </p:cNvPr>
          <p:cNvGrpSpPr/>
          <p:nvPr/>
        </p:nvGrpSpPr>
        <p:grpSpPr>
          <a:xfrm>
            <a:off x="1119387" y="4256134"/>
            <a:ext cx="2736000" cy="944516"/>
            <a:chOff x="1218001" y="3396608"/>
            <a:chExt cx="2736000" cy="944516"/>
          </a:xfrm>
        </p:grpSpPr>
        <p:sp>
          <p:nvSpPr>
            <p:cNvPr id="22" name="片側の 2 つの角を丸めた四角形 15">
              <a:extLst>
                <a:ext uri="{FF2B5EF4-FFF2-40B4-BE49-F238E27FC236}">
                  <a16:creationId xmlns:a16="http://schemas.microsoft.com/office/drawing/2014/main" id="{3F738138-83BD-2487-7AF9-D1C1133A3FF9}"/>
                </a:ext>
              </a:extLst>
            </p:cNvPr>
            <p:cNvSpPr/>
            <p:nvPr/>
          </p:nvSpPr>
          <p:spPr>
            <a:xfrm>
              <a:off x="1218001" y="3396608"/>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プロジェクトメンバー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6" name="正方形/長方形 25">
              <a:extLst>
                <a:ext uri="{FF2B5EF4-FFF2-40B4-BE49-F238E27FC236}">
                  <a16:creationId xmlns:a16="http://schemas.microsoft.com/office/drawing/2014/main" id="{2739018C-A453-9633-6AC1-CD6144A1460D}"/>
                </a:ext>
              </a:extLst>
            </p:cNvPr>
            <p:cNvSpPr/>
            <p:nvPr/>
          </p:nvSpPr>
          <p:spPr>
            <a:xfrm>
              <a:off x="1218001" y="3684608"/>
              <a:ext cx="2736000" cy="656516"/>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lvl="0" algn="ctr" defTabSz="914400">
                <a:defRPr/>
              </a:pPr>
              <a:r>
                <a:rPr lang="ja-JP" altLang="ja-JP" sz="1600"/>
                <a:t>浅井 啓一郎様</a:t>
              </a:r>
              <a:endParaRPr kumimoji="1" lang="en-US" altLang="ja-JP" sz="1600" b="0" i="0" u="none" strike="noStrike" kern="0" cap="none" spc="0" normalizeH="0" baseline="0" noProof="0">
                <a:ln>
                  <a:noFill/>
                </a:ln>
                <a:solidFill>
                  <a:srgbClr val="FF0000"/>
                </a:solidFill>
                <a:effectLst/>
                <a:uLnTx/>
                <a:uFillTx/>
                <a:latin typeface="+mn-ea"/>
              </a:endParaRPr>
            </a:p>
          </p:txBody>
        </p:sp>
      </p:grpSp>
      <p:sp>
        <p:nvSpPr>
          <p:cNvPr id="27" name="正方形/長方形 26">
            <a:extLst>
              <a:ext uri="{FF2B5EF4-FFF2-40B4-BE49-F238E27FC236}">
                <a16:creationId xmlns:a16="http://schemas.microsoft.com/office/drawing/2014/main" id="{71F0CA8E-3321-9653-F38B-173211AD17F5}"/>
              </a:ext>
            </a:extLst>
          </p:cNvPr>
          <p:cNvSpPr/>
          <p:nvPr/>
        </p:nvSpPr>
        <p:spPr>
          <a:xfrm>
            <a:off x="584856" y="819413"/>
            <a:ext cx="3708000" cy="360000"/>
          </a:xfrm>
          <a:prstGeom prst="rect">
            <a:avLst/>
          </a:prstGeom>
          <a:solidFill>
            <a:srgbClr val="FF0000"/>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出光興産様</a:t>
            </a:r>
            <a:endParaRPr kumimoji="1" lang="ja-JP" altLang="en-US" sz="1600" b="1" i="0" u="none" strike="noStrike" kern="0" cap="none" spc="0" normalizeH="0" baseline="0" noProof="0">
              <a:ln>
                <a:noFill/>
              </a:ln>
              <a:solidFill>
                <a:prstClr val="white"/>
              </a:solidFill>
              <a:effectLst/>
              <a:uLnTx/>
              <a:uFillTx/>
              <a:latin typeface="+mn-ea"/>
            </a:endParaRPr>
          </a:p>
        </p:txBody>
      </p:sp>
      <p:grpSp>
        <p:nvGrpSpPr>
          <p:cNvPr id="30" name="グループ化 29">
            <a:extLst>
              <a:ext uri="{FF2B5EF4-FFF2-40B4-BE49-F238E27FC236}">
                <a16:creationId xmlns:a16="http://schemas.microsoft.com/office/drawing/2014/main" id="{65C2D6D4-217D-3CE0-4521-AB8F849BC4BC}"/>
              </a:ext>
            </a:extLst>
          </p:cNvPr>
          <p:cNvGrpSpPr/>
          <p:nvPr/>
        </p:nvGrpSpPr>
        <p:grpSpPr>
          <a:xfrm>
            <a:off x="7228902" y="1567297"/>
            <a:ext cx="2736000" cy="720000"/>
            <a:chOff x="6852000" y="1800000"/>
            <a:chExt cx="2736000" cy="720000"/>
          </a:xfrm>
        </p:grpSpPr>
        <p:sp>
          <p:nvSpPr>
            <p:cNvPr id="31" name="片側の 2 つの角を丸めた四角形 8">
              <a:extLst>
                <a:ext uri="{FF2B5EF4-FFF2-40B4-BE49-F238E27FC236}">
                  <a16:creationId xmlns:a16="http://schemas.microsoft.com/office/drawing/2014/main" id="{C20524A9-9A69-A8BA-6842-35925C122F5D}"/>
                </a:ext>
              </a:extLst>
            </p:cNvPr>
            <p:cNvSpPr/>
            <p:nvPr/>
          </p:nvSpPr>
          <p:spPr>
            <a:xfrm>
              <a:off x="6852000" y="1800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32" name="正方形/長方形 31">
              <a:extLst>
                <a:ext uri="{FF2B5EF4-FFF2-40B4-BE49-F238E27FC236}">
                  <a16:creationId xmlns:a16="http://schemas.microsoft.com/office/drawing/2014/main" id="{00370C48-0D59-524A-9275-25857EAF2FCD}"/>
                </a:ext>
              </a:extLst>
            </p:cNvPr>
            <p:cNvSpPr/>
            <p:nvPr/>
          </p:nvSpPr>
          <p:spPr>
            <a:xfrm>
              <a:off x="6852000" y="2088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lvl="0" algn="ctr" defTabSz="914400">
                <a:defRPr/>
              </a:pPr>
              <a:r>
                <a:rPr lang="ja-JP" altLang="en-US" sz="1600"/>
                <a:t>野村 康二 </a:t>
              </a:r>
              <a:endParaRPr kumimoji="0" lang="ja-JP" altLang="en-US" sz="1400" b="0" i="0" u="none" strike="noStrike" kern="0" cap="none" spc="0" normalizeH="0" baseline="0" noProof="0">
                <a:ln>
                  <a:noFill/>
                </a:ln>
                <a:solidFill>
                  <a:prstClr val="black"/>
                </a:solidFill>
                <a:effectLst/>
                <a:uLnTx/>
                <a:uFillTx/>
                <a:latin typeface="+mn-ea"/>
              </a:endParaRPr>
            </a:p>
          </p:txBody>
        </p:sp>
      </p:grpSp>
      <p:cxnSp>
        <p:nvCxnSpPr>
          <p:cNvPr id="33" name="直線コネクタ 32">
            <a:extLst>
              <a:ext uri="{FF2B5EF4-FFF2-40B4-BE49-F238E27FC236}">
                <a16:creationId xmlns:a16="http://schemas.microsoft.com/office/drawing/2014/main" id="{3E36A9D1-620F-F185-F028-0AFC6E5D9989}"/>
              </a:ext>
            </a:extLst>
          </p:cNvPr>
          <p:cNvCxnSpPr>
            <a:cxnSpLocks/>
            <a:endCxn id="45" idx="3"/>
          </p:cNvCxnSpPr>
          <p:nvPr/>
        </p:nvCxnSpPr>
        <p:spPr>
          <a:xfrm>
            <a:off x="8596902" y="2287297"/>
            <a:ext cx="0" cy="1029232"/>
          </a:xfrm>
          <a:prstGeom prst="line">
            <a:avLst/>
          </a:prstGeom>
          <a:noFill/>
          <a:ln w="28575" cap="flat" cmpd="sng" algn="ctr">
            <a:solidFill>
              <a:sysClr val="window" lastClr="FFFFFF">
                <a:lumMod val="75000"/>
              </a:sysClr>
            </a:solidFill>
            <a:prstDash val="solid"/>
            <a:miter lim="800000"/>
          </a:ln>
          <a:effectLst/>
        </p:spPr>
      </p:cxnSp>
      <p:grpSp>
        <p:nvGrpSpPr>
          <p:cNvPr id="34" name="グループ化 33">
            <a:extLst>
              <a:ext uri="{FF2B5EF4-FFF2-40B4-BE49-F238E27FC236}">
                <a16:creationId xmlns:a16="http://schemas.microsoft.com/office/drawing/2014/main" id="{44BCAC98-61A1-442A-2978-FB1E7AF56816}"/>
              </a:ext>
            </a:extLst>
          </p:cNvPr>
          <p:cNvGrpSpPr/>
          <p:nvPr/>
        </p:nvGrpSpPr>
        <p:grpSpPr>
          <a:xfrm>
            <a:off x="7229891" y="4391732"/>
            <a:ext cx="2735999" cy="1296455"/>
            <a:chOff x="6852000" y="5532586"/>
            <a:chExt cx="2736000" cy="644425"/>
          </a:xfrm>
        </p:grpSpPr>
        <p:sp>
          <p:nvSpPr>
            <p:cNvPr id="35" name="片側の 2 つの角を丸めた四角形 21">
              <a:extLst>
                <a:ext uri="{FF2B5EF4-FFF2-40B4-BE49-F238E27FC236}">
                  <a16:creationId xmlns:a16="http://schemas.microsoft.com/office/drawing/2014/main" id="{C8FE3297-20F9-5980-9C9E-46C123BEB609}"/>
                </a:ext>
              </a:extLst>
            </p:cNvPr>
            <p:cNvSpPr/>
            <p:nvPr/>
          </p:nvSpPr>
          <p:spPr>
            <a:xfrm>
              <a:off x="6852000" y="5532586"/>
              <a:ext cx="2736000" cy="195349"/>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ja-JP" sz="1600" b="1" i="0" u="none" strike="noStrike" kern="0" cap="none" spc="0" normalizeH="0" baseline="0" noProof="0" err="1">
                  <a:ln>
                    <a:noFill/>
                  </a:ln>
                  <a:solidFill>
                    <a:prstClr val="white"/>
                  </a:solidFill>
                  <a:effectLst/>
                  <a:uLnTx/>
                  <a:uFillTx/>
                  <a:latin typeface="+mn-ea"/>
                </a:rPr>
                <a:t>XenAPP</a:t>
              </a:r>
              <a:r>
                <a:rPr kumimoji="1" lang="ja-JP" altLang="en-US" sz="1600" b="1" i="0" u="none" strike="noStrike" kern="0" cap="none" spc="0" normalizeH="0" baseline="0" noProof="0">
                  <a:ln>
                    <a:noFill/>
                  </a:ln>
                  <a:solidFill>
                    <a:prstClr val="white"/>
                  </a:solidFill>
                  <a:effectLst/>
                  <a:uLnTx/>
                  <a:uFillTx/>
                  <a:latin typeface="+mn-ea"/>
                </a:rPr>
                <a:t>担当</a:t>
              </a:r>
            </a:p>
          </p:txBody>
        </p:sp>
        <p:sp>
          <p:nvSpPr>
            <p:cNvPr id="36" name="正方形/長方形 35">
              <a:extLst>
                <a:ext uri="{FF2B5EF4-FFF2-40B4-BE49-F238E27FC236}">
                  <a16:creationId xmlns:a16="http://schemas.microsoft.com/office/drawing/2014/main" id="{10B0CD7D-A6F3-7E6D-328C-5A37E0631B7A}"/>
                </a:ext>
              </a:extLst>
            </p:cNvPr>
            <p:cNvSpPr/>
            <p:nvPr/>
          </p:nvSpPr>
          <p:spPr>
            <a:xfrm>
              <a:off x="6852000" y="5727938"/>
              <a:ext cx="2736000" cy="449073"/>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lvl="0" algn="ctr" defTabSz="914400">
                <a:defRPr/>
              </a:pPr>
              <a:r>
                <a:rPr lang="ja-JP" altLang="en-US" sz="1600">
                  <a:solidFill>
                    <a:srgbClr val="333333"/>
                  </a:solidFill>
                  <a:latin typeface="游ゴシック"/>
                  <a:ea typeface="游ゴシック"/>
                </a:rPr>
                <a:t>矢野 幸代</a:t>
              </a:r>
              <a:endParaRPr lang="en-US" altLang="ja-JP" sz="1600">
                <a:solidFill>
                  <a:srgbClr val="333333"/>
                </a:solidFill>
                <a:latin typeface="游ゴシック"/>
                <a:ea typeface="游ゴシック"/>
              </a:endParaRPr>
            </a:p>
            <a:p>
              <a:pPr lvl="0" algn="ctr" defTabSz="914400">
                <a:defRPr/>
              </a:pPr>
              <a:r>
                <a:rPr lang="ja-JP" altLang="en-US" sz="1600">
                  <a:solidFill>
                    <a:srgbClr val="333333"/>
                  </a:solidFill>
                  <a:latin typeface="游ゴシック"/>
                  <a:ea typeface="游ゴシック"/>
                </a:rPr>
                <a:t>秋本 夕季菜</a:t>
              </a:r>
              <a:endParaRPr lang="en-US" altLang="ja-JP" sz="1600">
                <a:solidFill>
                  <a:srgbClr val="333333"/>
                </a:solidFill>
                <a:latin typeface="游ゴシック"/>
                <a:ea typeface="游ゴシック"/>
              </a:endParaRPr>
            </a:p>
            <a:p>
              <a:pPr lvl="0" algn="ctr" defTabSz="914400">
                <a:defRPr/>
              </a:pPr>
              <a:r>
                <a:rPr lang="ja-JP" altLang="en-US" sz="1600">
                  <a:solidFill>
                    <a:srgbClr val="333333"/>
                  </a:solidFill>
                  <a:latin typeface="游ゴシック"/>
                  <a:ea typeface="游ゴシック"/>
                </a:rPr>
                <a:t>木村 俊介</a:t>
              </a:r>
              <a:r>
                <a:rPr lang="ja-JP" altLang="en-US" sz="1600" b="0" i="0">
                  <a:solidFill>
                    <a:srgbClr val="333333"/>
                  </a:solidFill>
                  <a:effectLst/>
                  <a:latin typeface="游ゴシック"/>
                  <a:ea typeface="游ゴシック"/>
                </a:rPr>
                <a:t> </a:t>
              </a:r>
            </a:p>
          </p:txBody>
        </p:sp>
      </p:grpSp>
      <p:cxnSp>
        <p:nvCxnSpPr>
          <p:cNvPr id="37" name="直線コネクタ 36">
            <a:extLst>
              <a:ext uri="{FF2B5EF4-FFF2-40B4-BE49-F238E27FC236}">
                <a16:creationId xmlns:a16="http://schemas.microsoft.com/office/drawing/2014/main" id="{1D74C627-C1B1-F67F-A7BE-2CFA25DCE2DB}"/>
              </a:ext>
            </a:extLst>
          </p:cNvPr>
          <p:cNvCxnSpPr>
            <a:cxnSpLocks/>
          </p:cNvCxnSpPr>
          <p:nvPr/>
        </p:nvCxnSpPr>
        <p:spPr>
          <a:xfrm flipH="1">
            <a:off x="8591143" y="2791297"/>
            <a:ext cx="380849" cy="0"/>
          </a:xfrm>
          <a:prstGeom prst="line">
            <a:avLst/>
          </a:prstGeom>
          <a:noFill/>
          <a:ln w="28575" cap="flat" cmpd="sng" algn="ctr">
            <a:solidFill>
              <a:sysClr val="window" lastClr="FFFFFF">
                <a:lumMod val="75000"/>
              </a:sysClr>
            </a:solidFill>
            <a:prstDash val="solid"/>
            <a:miter lim="800000"/>
          </a:ln>
          <a:effectLst/>
        </p:spPr>
      </p:cxnSp>
      <p:grpSp>
        <p:nvGrpSpPr>
          <p:cNvPr id="44" name="グループ化 43">
            <a:extLst>
              <a:ext uri="{FF2B5EF4-FFF2-40B4-BE49-F238E27FC236}">
                <a16:creationId xmlns:a16="http://schemas.microsoft.com/office/drawing/2014/main" id="{A44B6757-E569-194B-6AFF-0F61EF39B78C}"/>
              </a:ext>
            </a:extLst>
          </p:cNvPr>
          <p:cNvGrpSpPr/>
          <p:nvPr/>
        </p:nvGrpSpPr>
        <p:grpSpPr>
          <a:xfrm>
            <a:off x="7228902" y="3316529"/>
            <a:ext cx="2736000" cy="711533"/>
            <a:chOff x="6852000" y="2538555"/>
            <a:chExt cx="2736000" cy="711533"/>
          </a:xfrm>
        </p:grpSpPr>
        <p:sp>
          <p:nvSpPr>
            <p:cNvPr id="45" name="片側の 2 つの角を丸めた四角形 8">
              <a:extLst>
                <a:ext uri="{FF2B5EF4-FFF2-40B4-BE49-F238E27FC236}">
                  <a16:creationId xmlns:a16="http://schemas.microsoft.com/office/drawing/2014/main" id="{A30D96F3-59E3-D166-4B8E-827873F700E4}"/>
                </a:ext>
              </a:extLst>
            </p:cNvPr>
            <p:cNvSpPr/>
            <p:nvPr/>
          </p:nvSpPr>
          <p:spPr>
            <a:xfrm>
              <a:off x="6852000" y="2538555"/>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プロジェクトマネージャー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46" name="正方形/長方形 45">
              <a:extLst>
                <a:ext uri="{FF2B5EF4-FFF2-40B4-BE49-F238E27FC236}">
                  <a16:creationId xmlns:a16="http://schemas.microsoft.com/office/drawing/2014/main" id="{EF3BD81A-10F5-3D21-B2FF-F7CAC42BB4A9}"/>
                </a:ext>
              </a:extLst>
            </p:cNvPr>
            <p:cNvSpPr/>
            <p:nvPr/>
          </p:nvSpPr>
          <p:spPr>
            <a:xfrm>
              <a:off x="6852000" y="2818088"/>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tIns="45720" rIns="36000" bIns="45720" rtlCol="0" anchor="ctr"/>
            <a:lstStyle/>
            <a:p>
              <a:pPr lvl="0" algn="ctr" defTabSz="914400">
                <a:defRPr/>
              </a:pPr>
              <a:r>
                <a:rPr lang="ja-JP" altLang="en-US" sz="1600">
                  <a:solidFill>
                    <a:srgbClr val="333333"/>
                  </a:solidFill>
                  <a:latin typeface="游ゴシック"/>
                  <a:ea typeface="游ゴシック"/>
                </a:rPr>
                <a:t>石井 徹</a:t>
              </a:r>
            </a:p>
          </p:txBody>
        </p:sp>
      </p:grpSp>
      <p:grpSp>
        <p:nvGrpSpPr>
          <p:cNvPr id="50" name="グループ化 49">
            <a:extLst>
              <a:ext uri="{FF2B5EF4-FFF2-40B4-BE49-F238E27FC236}">
                <a16:creationId xmlns:a16="http://schemas.microsoft.com/office/drawing/2014/main" id="{D7AA0D1B-AFDF-1367-DA18-9EE6FFBC3596}"/>
              </a:ext>
            </a:extLst>
          </p:cNvPr>
          <p:cNvGrpSpPr/>
          <p:nvPr/>
        </p:nvGrpSpPr>
        <p:grpSpPr>
          <a:xfrm>
            <a:off x="8966233" y="2437448"/>
            <a:ext cx="2084133" cy="728930"/>
            <a:chOff x="8524839" y="4231002"/>
            <a:chExt cx="2736000" cy="728930"/>
          </a:xfrm>
        </p:grpSpPr>
        <p:sp>
          <p:nvSpPr>
            <p:cNvPr id="51" name="片側の 2 つの角を丸めた四角形 29">
              <a:extLst>
                <a:ext uri="{FF2B5EF4-FFF2-40B4-BE49-F238E27FC236}">
                  <a16:creationId xmlns:a16="http://schemas.microsoft.com/office/drawing/2014/main" id="{EB9E8BF8-D07C-9D89-3820-9D144452CC78}"/>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営業</a:t>
              </a:r>
            </a:p>
          </p:txBody>
        </p:sp>
        <p:sp>
          <p:nvSpPr>
            <p:cNvPr id="52" name="正方形/長方形 51">
              <a:extLst>
                <a:ext uri="{FF2B5EF4-FFF2-40B4-BE49-F238E27FC236}">
                  <a16:creationId xmlns:a16="http://schemas.microsoft.com/office/drawing/2014/main" id="{14849D04-341B-82C4-CDD2-FF6C7337B30A}"/>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0" i="0" u="none" strike="noStrike" kern="0" cap="none" spc="0" normalizeH="0" baseline="0" noProof="0">
                  <a:ln>
                    <a:noFill/>
                  </a:ln>
                  <a:solidFill>
                    <a:prstClr val="black"/>
                  </a:solidFill>
                  <a:effectLst/>
                  <a:uLnTx/>
                  <a:uFillTx/>
                  <a:latin typeface="+mn-ea"/>
                </a:rPr>
                <a:t>髙浦 祐朗</a:t>
              </a:r>
              <a:endParaRPr kumimoji="0" lang="en-US" altLang="ja-JP" sz="1600" b="0" i="0" u="none" strike="noStrike" kern="0" cap="none" spc="0" normalizeH="0" baseline="0" noProof="0">
                <a:ln>
                  <a:noFill/>
                </a:ln>
                <a:solidFill>
                  <a:prstClr val="black"/>
                </a:solidFill>
                <a:effectLst/>
                <a:uLnTx/>
                <a:uFillTx/>
                <a:latin typeface="+mn-ea"/>
              </a:endParaRPr>
            </a:p>
          </p:txBody>
        </p:sp>
      </p:grpSp>
      <p:grpSp>
        <p:nvGrpSpPr>
          <p:cNvPr id="53" name="グループ化 52">
            <a:extLst>
              <a:ext uri="{FF2B5EF4-FFF2-40B4-BE49-F238E27FC236}">
                <a16:creationId xmlns:a16="http://schemas.microsoft.com/office/drawing/2014/main" id="{A0CC927F-9C1B-D647-66D3-8BB8B2462AB3}"/>
              </a:ext>
            </a:extLst>
          </p:cNvPr>
          <p:cNvGrpSpPr/>
          <p:nvPr/>
        </p:nvGrpSpPr>
        <p:grpSpPr>
          <a:xfrm>
            <a:off x="1119387" y="2776855"/>
            <a:ext cx="2736000" cy="961904"/>
            <a:chOff x="8524839" y="4231002"/>
            <a:chExt cx="2736000" cy="961904"/>
          </a:xfrm>
        </p:grpSpPr>
        <p:sp>
          <p:nvSpPr>
            <p:cNvPr id="54" name="片側の 2 つの角を丸めた四角形 29">
              <a:extLst>
                <a:ext uri="{FF2B5EF4-FFF2-40B4-BE49-F238E27FC236}">
                  <a16:creationId xmlns:a16="http://schemas.microsoft.com/office/drawing/2014/main" id="{CAFC556B-5BEE-8B1E-E45B-5A87AF158B0F}"/>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プロジェクト管理者</a:t>
              </a:r>
            </a:p>
          </p:txBody>
        </p:sp>
        <p:sp>
          <p:nvSpPr>
            <p:cNvPr id="55" name="正方形/長方形 54">
              <a:extLst>
                <a:ext uri="{FF2B5EF4-FFF2-40B4-BE49-F238E27FC236}">
                  <a16:creationId xmlns:a16="http://schemas.microsoft.com/office/drawing/2014/main" id="{D0A35059-8416-A539-CCAD-988529B59C1A}"/>
                </a:ext>
              </a:extLst>
            </p:cNvPr>
            <p:cNvSpPr/>
            <p:nvPr/>
          </p:nvSpPr>
          <p:spPr>
            <a:xfrm>
              <a:off x="8524839" y="4527932"/>
              <a:ext cx="2736000" cy="664974"/>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algn="ctr" defTabSz="914400">
                <a:defRPr/>
              </a:pPr>
              <a:r>
                <a:rPr kumimoji="1" lang="ja-JP" altLang="en-US" sz="1600" kern="0">
                  <a:solidFill>
                    <a:prstClr val="black"/>
                  </a:solidFill>
                  <a:latin typeface="+mn-ea"/>
                </a:rPr>
                <a:t>重村 和也様</a:t>
              </a:r>
              <a:endParaRPr kumimoji="1" lang="en-US" altLang="ja-JP" sz="1600" kern="0">
                <a:solidFill>
                  <a:prstClr val="black"/>
                </a:solidFill>
                <a:latin typeface="+mn-ea"/>
              </a:endParaRPr>
            </a:p>
          </p:txBody>
        </p:sp>
      </p:grpSp>
      <p:sp>
        <p:nvSpPr>
          <p:cNvPr id="10" name="テキスト ボックス 9">
            <a:extLst>
              <a:ext uri="{FF2B5EF4-FFF2-40B4-BE49-F238E27FC236}">
                <a16:creationId xmlns:a16="http://schemas.microsoft.com/office/drawing/2014/main" id="{B74C51C4-5DA2-6837-A56D-17C90B51E159}"/>
              </a:ext>
            </a:extLst>
          </p:cNvPr>
          <p:cNvSpPr txBox="1"/>
          <p:nvPr/>
        </p:nvSpPr>
        <p:spPr>
          <a:xfrm>
            <a:off x="4480073" y="6131060"/>
            <a:ext cx="7134413" cy="406156"/>
          </a:xfrm>
          <a:prstGeom prst="rect">
            <a:avLst/>
          </a:prstGeom>
          <a:noFill/>
        </p:spPr>
        <p:txBody>
          <a:bodyPr wrap="square" lIns="91440" tIns="45720" rIns="91440" bIns="45720" rtlCol="0" anchor="t">
            <a:noAutofit/>
          </a:bodyPr>
          <a:lstStyle/>
          <a:p>
            <a:pPr marL="171450" indent="-171450">
              <a:buFont typeface="游ゴシック" panose="020B0400000000000000" pitchFamily="50" charset="-128"/>
              <a:buChar char="※"/>
            </a:pPr>
            <a:r>
              <a:rPr lang="ja-JP" altLang="en-US" sz="1400">
                <a:latin typeface="游ゴシック"/>
                <a:ea typeface="游ゴシック"/>
                <a:cs typeface="メイリオ" pitchFamily="50" charset="-128"/>
              </a:rPr>
              <a:t>体制については、ご契約のタイミング状況により変更となる場合がございます。</a:t>
            </a:r>
            <a:endParaRPr lang="en-US" altLang="ja-JP" sz="1400">
              <a:latin typeface="游ゴシック"/>
              <a:ea typeface="游ゴシック"/>
              <a:cs typeface="メイリオ" pitchFamily="50" charset="-128"/>
            </a:endParaRPr>
          </a:p>
        </p:txBody>
      </p:sp>
      <p:cxnSp>
        <p:nvCxnSpPr>
          <p:cNvPr id="59" name="直線コネクタ 58">
            <a:extLst>
              <a:ext uri="{FF2B5EF4-FFF2-40B4-BE49-F238E27FC236}">
                <a16:creationId xmlns:a16="http://schemas.microsoft.com/office/drawing/2014/main" id="{3E36A9D1-620F-F185-F028-0AFC6E5D9989}"/>
              </a:ext>
            </a:extLst>
          </p:cNvPr>
          <p:cNvCxnSpPr>
            <a:cxnSpLocks/>
            <a:stCxn id="46" idx="2"/>
            <a:endCxn id="35" idx="3"/>
          </p:cNvCxnSpPr>
          <p:nvPr/>
        </p:nvCxnSpPr>
        <p:spPr>
          <a:xfrm rot="16200000" flipH="1">
            <a:off x="8415561" y="4209402"/>
            <a:ext cx="363670" cy="989"/>
          </a:xfrm>
          <a:prstGeom prst="bentConnector3">
            <a:avLst>
              <a:gd name="adj1" fmla="val 50000"/>
            </a:avLst>
          </a:prstGeom>
          <a:noFill/>
          <a:ln w="28575" cap="flat" cmpd="sng" algn="ctr">
            <a:solidFill>
              <a:sysClr val="window" lastClr="FFFFFF">
                <a:lumMod val="75000"/>
              </a:sysClr>
            </a:solidFill>
            <a:prstDash val="solid"/>
            <a:miter lim="800000"/>
          </a:ln>
          <a:effectLst/>
        </p:spPr>
      </p:cxnSp>
      <p:sp>
        <p:nvSpPr>
          <p:cNvPr id="4" name="フッター プレースホルダー 3"/>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23990735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61CC14-4C9C-442D-9221-913B3ACF3460}"/>
              </a:ext>
            </a:extLst>
          </p:cNvPr>
          <p:cNvSpPr>
            <a:spLocks noGrp="1"/>
          </p:cNvSpPr>
          <p:nvPr>
            <p:ph type="title"/>
          </p:nvPr>
        </p:nvSpPr>
        <p:spPr/>
        <p:txBody>
          <a:bodyPr/>
          <a:lstStyle/>
          <a:p>
            <a:r>
              <a:rPr kumimoji="1" lang="ja-JP" altLang="en-US">
                <a:latin typeface="游明朝" panose="02020400000000000000" pitchFamily="18" charset="-128"/>
                <a:ea typeface="游明朝" panose="02020400000000000000" pitchFamily="18" charset="-128"/>
              </a:rPr>
              <a:t>６</a:t>
            </a:r>
            <a:r>
              <a:rPr kumimoji="1" lang="en-US" altLang="ja-JP">
                <a:latin typeface="游明朝" panose="02020400000000000000" pitchFamily="18" charset="-128"/>
                <a:ea typeface="游明朝" panose="02020400000000000000" pitchFamily="18" charset="-128"/>
              </a:rPr>
              <a:t>. </a:t>
            </a:r>
            <a:r>
              <a:rPr kumimoji="1" lang="ja-JP" altLang="en-US">
                <a:latin typeface="游明朝" panose="02020400000000000000" pitchFamily="18" charset="-128"/>
                <a:ea typeface="游明朝" panose="02020400000000000000" pitchFamily="18" charset="-128"/>
              </a:rPr>
              <a:t>各工程での想定</a:t>
            </a:r>
            <a:r>
              <a:rPr lang="ja-JP" altLang="en-US">
                <a:latin typeface="游明朝" panose="02020400000000000000" pitchFamily="18" charset="-128"/>
                <a:ea typeface="游明朝" panose="02020400000000000000" pitchFamily="18" charset="-128"/>
              </a:rPr>
              <a:t>作業内容</a:t>
            </a:r>
            <a:endParaRPr kumimoji="1" lang="ja-JP" altLang="en-US">
              <a:latin typeface="游明朝" panose="02020400000000000000" pitchFamily="18" charset="-128"/>
              <a:ea typeface="游明朝" panose="02020400000000000000" pitchFamily="18" charset="-128"/>
            </a:endParaRPr>
          </a:p>
        </p:txBody>
      </p:sp>
      <p:graphicFrame>
        <p:nvGraphicFramePr>
          <p:cNvPr id="7" name="表 6">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3783897714"/>
              </p:ext>
            </p:extLst>
          </p:nvPr>
        </p:nvGraphicFramePr>
        <p:xfrm>
          <a:off x="577425" y="733742"/>
          <a:ext cx="11158389" cy="1425793"/>
        </p:xfrm>
        <a:graphic>
          <a:graphicData uri="http://schemas.openxmlformats.org/drawingml/2006/table">
            <a:tbl>
              <a:tblPr firstRow="1" bandRow="1">
                <a:tableStyleId>{69012ECD-51FC-41F1-AA8D-1B2483CD663E}</a:tableStyleId>
              </a:tblPr>
              <a:tblGrid>
                <a:gridCol w="997908">
                  <a:extLst>
                    <a:ext uri="{9D8B030D-6E8A-4147-A177-3AD203B41FA5}">
                      <a16:colId xmlns:a16="http://schemas.microsoft.com/office/drawing/2014/main" val="820809534"/>
                    </a:ext>
                  </a:extLst>
                </a:gridCol>
                <a:gridCol w="1980000">
                  <a:extLst>
                    <a:ext uri="{9D8B030D-6E8A-4147-A177-3AD203B41FA5}">
                      <a16:colId xmlns:a16="http://schemas.microsoft.com/office/drawing/2014/main" val="2667349602"/>
                    </a:ext>
                  </a:extLst>
                </a:gridCol>
                <a:gridCol w="8180481">
                  <a:extLst>
                    <a:ext uri="{9D8B030D-6E8A-4147-A177-3AD203B41FA5}">
                      <a16:colId xmlns:a16="http://schemas.microsoft.com/office/drawing/2014/main" val="852570537"/>
                    </a:ext>
                  </a:extLst>
                </a:gridCol>
              </a:tblGrid>
              <a:tr h="345793">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panose="020B0400000000000000" pitchFamily="50" charset="-128"/>
                          <a:ea typeface="游ゴシック" panose="020B0400000000000000" pitchFamily="50" charset="-128"/>
                        </a:rPr>
                        <a:t>工程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作業内容</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600" kern="1200" dirty="0">
                          <a:solidFill>
                            <a:schemeClr val="dk1"/>
                          </a:solidFill>
                          <a:latin typeface="游ゴシック"/>
                          <a:ea typeface="游ゴシック"/>
                        </a:rPr>
                        <a:t>1</a:t>
                      </a:r>
                      <a:endParaRPr kumimoji="1" lang="ja-JP" altLang="en-US" sz="1600" kern="1200" dirty="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600">
                          <a:solidFill>
                            <a:schemeClr val="tx1"/>
                          </a:solidFill>
                          <a:latin typeface="游ゴシック"/>
                          <a:ea typeface="游ゴシック"/>
                        </a:rPr>
                        <a:t>開発</a:t>
                      </a:r>
                      <a:endParaRPr lang="ja-JP" sz="16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游ゴシック"/>
                          <a:ea typeface="游ゴシック"/>
                        </a:rPr>
                        <a:t>各</a:t>
                      </a:r>
                      <a:r>
                        <a:rPr lang="en-US" altLang="ja-JP" sz="1600" dirty="0">
                          <a:solidFill>
                            <a:schemeClr val="tx1"/>
                          </a:solidFill>
                          <a:latin typeface="游ゴシック"/>
                          <a:ea typeface="游ゴシック"/>
                        </a:rPr>
                        <a:t>Excel</a:t>
                      </a:r>
                      <a:r>
                        <a:rPr lang="ja-JP" altLang="en-US" sz="1600" dirty="0">
                          <a:solidFill>
                            <a:schemeClr val="tx1"/>
                          </a:solidFill>
                          <a:latin typeface="游ゴシック"/>
                          <a:ea typeface="游ゴシック"/>
                        </a:rPr>
                        <a:t>、</a:t>
                      </a:r>
                      <a:r>
                        <a:rPr lang="en-US" altLang="ja-JP" sz="1600" dirty="0">
                          <a:solidFill>
                            <a:schemeClr val="tx1"/>
                          </a:solidFill>
                          <a:latin typeface="游ゴシック"/>
                          <a:ea typeface="游ゴシック"/>
                        </a:rPr>
                        <a:t>PG</a:t>
                      </a:r>
                      <a:r>
                        <a:rPr lang="ja-JP" altLang="en-US" sz="1600" dirty="0">
                          <a:solidFill>
                            <a:schemeClr val="tx1"/>
                          </a:solidFill>
                          <a:latin typeface="游ゴシック"/>
                          <a:ea typeface="游ゴシック"/>
                        </a:rPr>
                        <a:t>に対し修正を行います。</a:t>
                      </a:r>
                      <a:endParaRPr lang="en-US" altLang="ja-JP" sz="16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540000">
                <a:tc>
                  <a:txBody>
                    <a:bodyPr/>
                    <a:lstStyle/>
                    <a:p>
                      <a:pPr algn="ctr"/>
                      <a:r>
                        <a:rPr kumimoji="1" lang="ja-JP" altLang="en-US" sz="1600" kern="1200" dirty="0">
                          <a:solidFill>
                            <a:schemeClr val="dk1"/>
                          </a:solidFill>
                          <a:latin typeface="游ゴシック"/>
                          <a:ea typeface="游ゴシック"/>
                          <a:cs typeface="+mn-cs"/>
                        </a:rPr>
                        <a:t>２</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defTabSz="914400">
                        <a:lnSpc>
                          <a:spcPct val="100000"/>
                        </a:lnSpc>
                        <a:spcBef>
                          <a:spcPts val="0"/>
                        </a:spcBef>
                        <a:spcAft>
                          <a:spcPts val="0"/>
                        </a:spcAft>
                        <a:buNone/>
                        <a:tabLst/>
                        <a:defRPr/>
                      </a:pPr>
                      <a:r>
                        <a:rPr lang="ja-JP" altLang="en-US" sz="1600">
                          <a:solidFill>
                            <a:schemeClr val="tx1"/>
                          </a:solidFill>
                          <a:latin typeface="游ゴシック"/>
                          <a:ea typeface="游ゴシック"/>
                        </a:rPr>
                        <a:t>受入テスト</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defTabSz="914400">
                        <a:lnSpc>
                          <a:spcPct val="100000"/>
                        </a:lnSpc>
                        <a:spcBef>
                          <a:spcPts val="0"/>
                        </a:spcBef>
                        <a:spcAft>
                          <a:spcPts val="0"/>
                        </a:spcAft>
                        <a:buNone/>
                        <a:tabLst/>
                        <a:defRPr/>
                      </a:pPr>
                      <a:r>
                        <a:rPr kumimoji="0" lang="ja-JP" altLang="en-US" sz="1600" dirty="0"/>
                        <a:t>受入テストを実施するための環境整備、及びテスト期間中の問合せ対応を行います。</a:t>
                      </a:r>
                      <a:endParaRPr kumimoji="0" lang="en-US" altLang="ja-JP" sz="1600" dirty="0"/>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0814478"/>
                  </a:ext>
                </a:extLst>
              </a:tr>
            </a:tbl>
          </a:graphicData>
        </a:graphic>
      </p:graphicFrame>
      <p:sp>
        <p:nvSpPr>
          <p:cNvPr id="5" name="日付プレースホルダー 4">
            <a:extLst>
              <a:ext uri="{FF2B5EF4-FFF2-40B4-BE49-F238E27FC236}">
                <a16:creationId xmlns:a16="http://schemas.microsoft.com/office/drawing/2014/main" id="{D2781ADA-8500-0BAE-2B15-37819E39CA51}"/>
              </a:ext>
            </a:extLst>
          </p:cNvPr>
          <p:cNvSpPr>
            <a:spLocks noGrp="1"/>
          </p:cNvSpPr>
          <p:nvPr>
            <p:ph type="dt" sz="half" idx="10"/>
          </p:nvPr>
        </p:nvSpPr>
        <p:spPr/>
        <p:txBody>
          <a:bodyPr/>
          <a:lstStyle/>
          <a:p>
            <a:r>
              <a:rPr lang="en-US" altLang="ja-JP"/>
              <a:t>2025/8/12</a:t>
            </a:r>
          </a:p>
        </p:txBody>
      </p:sp>
      <p:sp>
        <p:nvSpPr>
          <p:cNvPr id="3" name="フッター プレースホルダー 2"/>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32307877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61CC14-4C9C-442D-9221-913B3ACF3460}"/>
              </a:ext>
            </a:extLst>
          </p:cNvPr>
          <p:cNvSpPr>
            <a:spLocks noGrp="1"/>
          </p:cNvSpPr>
          <p:nvPr>
            <p:ph type="title"/>
          </p:nvPr>
        </p:nvSpPr>
        <p:spPr/>
        <p:txBody>
          <a:bodyPr/>
          <a:lstStyle/>
          <a:p>
            <a:r>
              <a:rPr kumimoji="1" lang="ja-JP" altLang="en-US">
                <a:latin typeface="游明朝" panose="02020400000000000000" pitchFamily="18" charset="-128"/>
                <a:ea typeface="游明朝" panose="02020400000000000000" pitchFamily="18" charset="-128"/>
              </a:rPr>
              <a:t>７</a:t>
            </a:r>
            <a:r>
              <a:rPr kumimoji="1" lang="en-US" altLang="ja-JP">
                <a:latin typeface="游明朝" panose="02020400000000000000" pitchFamily="18" charset="-128"/>
                <a:ea typeface="游明朝" panose="02020400000000000000" pitchFamily="18" charset="-128"/>
              </a:rPr>
              <a:t>. </a:t>
            </a:r>
            <a:r>
              <a:rPr kumimoji="1" lang="ja-JP" altLang="en-US">
                <a:latin typeface="游明朝" panose="02020400000000000000" pitchFamily="18" charset="-128"/>
                <a:ea typeface="游明朝" panose="02020400000000000000" pitchFamily="18" charset="-128"/>
              </a:rPr>
              <a:t>想定している成果物</a:t>
            </a:r>
          </a:p>
        </p:txBody>
      </p:sp>
      <p:graphicFrame>
        <p:nvGraphicFramePr>
          <p:cNvPr id="7" name="表 6">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4202108100"/>
              </p:ext>
            </p:extLst>
          </p:nvPr>
        </p:nvGraphicFramePr>
        <p:xfrm>
          <a:off x="606000" y="936000"/>
          <a:ext cx="11158389" cy="1425793"/>
        </p:xfrm>
        <a:graphic>
          <a:graphicData uri="http://schemas.openxmlformats.org/drawingml/2006/table">
            <a:tbl>
              <a:tblPr firstRow="1" bandRow="1">
                <a:tableStyleId>{69012ECD-51FC-41F1-AA8D-1B2483CD663E}</a:tableStyleId>
              </a:tblPr>
              <a:tblGrid>
                <a:gridCol w="997908">
                  <a:extLst>
                    <a:ext uri="{9D8B030D-6E8A-4147-A177-3AD203B41FA5}">
                      <a16:colId xmlns:a16="http://schemas.microsoft.com/office/drawing/2014/main" val="820809534"/>
                    </a:ext>
                  </a:extLst>
                </a:gridCol>
                <a:gridCol w="1980000">
                  <a:extLst>
                    <a:ext uri="{9D8B030D-6E8A-4147-A177-3AD203B41FA5}">
                      <a16:colId xmlns:a16="http://schemas.microsoft.com/office/drawing/2014/main" val="2667349602"/>
                    </a:ext>
                  </a:extLst>
                </a:gridCol>
                <a:gridCol w="8180481">
                  <a:extLst>
                    <a:ext uri="{9D8B030D-6E8A-4147-A177-3AD203B41FA5}">
                      <a16:colId xmlns:a16="http://schemas.microsoft.com/office/drawing/2014/main" val="852570537"/>
                    </a:ext>
                  </a:extLst>
                </a:gridCol>
              </a:tblGrid>
              <a:tr h="345793">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panose="020B0400000000000000" pitchFamily="50" charset="-128"/>
                          <a:ea typeface="游ゴシック" panose="020B0400000000000000" pitchFamily="50" charset="-128"/>
                        </a:rPr>
                        <a:t>工程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600">
                          <a:solidFill>
                            <a:srgbClr val="FFFFFF"/>
                          </a:solidFill>
                          <a:latin typeface="游ゴシック"/>
                          <a:ea typeface="游ゴシック"/>
                        </a:rPr>
                        <a:t>成果物</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600" kern="1200" dirty="0">
                          <a:solidFill>
                            <a:schemeClr val="dk1"/>
                          </a:solidFill>
                          <a:latin typeface="游ゴシック"/>
                          <a:ea typeface="游ゴシック"/>
                        </a:rPr>
                        <a:t>1</a:t>
                      </a:r>
                      <a:endParaRPr kumimoji="1" lang="ja-JP" altLang="en-US" sz="1600" kern="1200" dirty="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600">
                          <a:solidFill>
                            <a:schemeClr val="tx1"/>
                          </a:solidFill>
                          <a:latin typeface="游ゴシック"/>
                          <a:ea typeface="游ゴシック"/>
                        </a:rPr>
                        <a:t>開発</a:t>
                      </a:r>
                      <a:endParaRPr lang="ja-JP" sz="16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游ゴシック"/>
                          <a:ea typeface="游ゴシック"/>
                        </a:rPr>
                        <a:t>プログラム一式</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540000">
                <a:tc>
                  <a:txBody>
                    <a:bodyPr/>
                    <a:lstStyle/>
                    <a:p>
                      <a:pPr algn="ctr"/>
                      <a:r>
                        <a:rPr kumimoji="1" lang="en-US" altLang="ja-JP" sz="1600" kern="1200" dirty="0">
                          <a:solidFill>
                            <a:schemeClr val="dk1"/>
                          </a:solidFill>
                          <a:latin typeface="游ゴシック"/>
                          <a:ea typeface="游ゴシック"/>
                          <a:cs typeface="+mn-cs"/>
                        </a:rPr>
                        <a:t>2</a:t>
                      </a:r>
                      <a:endParaRPr kumimoji="1" lang="ja-JP" altLang="en-US" sz="1600" kern="1200" dirty="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defTabSz="914400">
                        <a:lnSpc>
                          <a:spcPct val="100000"/>
                        </a:lnSpc>
                        <a:spcBef>
                          <a:spcPts val="0"/>
                        </a:spcBef>
                        <a:spcAft>
                          <a:spcPts val="0"/>
                        </a:spcAft>
                        <a:buNone/>
                        <a:tabLst/>
                        <a:defRPr/>
                      </a:pPr>
                      <a:r>
                        <a:rPr lang="ja-JP" altLang="en-US" sz="1600" dirty="0">
                          <a:solidFill>
                            <a:schemeClr val="tx1"/>
                          </a:solidFill>
                          <a:latin typeface="游ゴシック"/>
                          <a:ea typeface="游ゴシック"/>
                        </a:rPr>
                        <a:t>受入テスト</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defTabSz="914400">
                        <a:lnSpc>
                          <a:spcPct val="100000"/>
                        </a:lnSpc>
                        <a:spcBef>
                          <a:spcPts val="0"/>
                        </a:spcBef>
                        <a:spcAft>
                          <a:spcPts val="0"/>
                        </a:spcAft>
                        <a:buNone/>
                        <a:tabLst/>
                        <a:defRPr/>
                      </a:pPr>
                      <a:r>
                        <a:rPr lang="ja-JP" sz="1600" b="0" i="0" u="none" strike="noStrike" kern="1200" cap="none" normalizeH="0" baseline="0" noProof="0" dirty="0">
                          <a:ln>
                            <a:noFill/>
                          </a:ln>
                          <a:solidFill>
                            <a:schemeClr val="tx1"/>
                          </a:solidFill>
                          <a:effectLst/>
                          <a:latin typeface="游ゴシック"/>
                          <a:ea typeface="游ゴシック"/>
                        </a:rPr>
                        <a:t>問題管理表</a:t>
                      </a:r>
                      <a:endParaRPr kumimoji="0" lang="ja-JP" dirty="0"/>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30809757"/>
                  </a:ext>
                </a:extLst>
              </a:tr>
            </a:tbl>
          </a:graphicData>
        </a:graphic>
      </p:graphicFrame>
      <p:sp>
        <p:nvSpPr>
          <p:cNvPr id="5" name="日付プレースホルダー 4">
            <a:extLst>
              <a:ext uri="{FF2B5EF4-FFF2-40B4-BE49-F238E27FC236}">
                <a16:creationId xmlns:a16="http://schemas.microsoft.com/office/drawing/2014/main" id="{D2781ADA-8500-0BAE-2B15-37819E39CA51}"/>
              </a:ext>
            </a:extLst>
          </p:cNvPr>
          <p:cNvSpPr>
            <a:spLocks noGrp="1"/>
          </p:cNvSpPr>
          <p:nvPr>
            <p:ph type="dt" sz="half" idx="10"/>
          </p:nvPr>
        </p:nvSpPr>
        <p:spPr/>
        <p:txBody>
          <a:bodyPr/>
          <a:lstStyle/>
          <a:p>
            <a:r>
              <a:rPr lang="en-US" altLang="ja-JP"/>
              <a:t>2025/8/12</a:t>
            </a:r>
          </a:p>
        </p:txBody>
      </p:sp>
      <p:sp>
        <p:nvSpPr>
          <p:cNvPr id="3" name="フッター プレースホルダー 2"/>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13954389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AD70B-D659-E9CE-017E-978A87F93E9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216FBC1-F9BE-D9FF-19FD-9325017E9964}"/>
              </a:ext>
            </a:extLst>
          </p:cNvPr>
          <p:cNvSpPr>
            <a:spLocks noGrp="1"/>
          </p:cNvSpPr>
          <p:nvPr>
            <p:ph type="title"/>
          </p:nvPr>
        </p:nvSpPr>
        <p:spPr/>
        <p:txBody>
          <a:bodyPr/>
          <a:lstStyle/>
          <a:p>
            <a:r>
              <a:rPr lang="ja-JP" altLang="en-US">
                <a:latin typeface="游明朝"/>
                <a:ea typeface="游明朝"/>
              </a:rPr>
              <a:t>８</a:t>
            </a:r>
            <a:r>
              <a:rPr kumimoji="1" lang="en-US" altLang="ja-JP">
                <a:latin typeface="游明朝"/>
                <a:ea typeface="游明朝"/>
              </a:rPr>
              <a:t>. </a:t>
            </a:r>
            <a:r>
              <a:rPr kumimoji="1" lang="ja-JP" altLang="en-US">
                <a:latin typeface="游明朝"/>
                <a:ea typeface="游明朝"/>
              </a:rPr>
              <a:t>想定している</a:t>
            </a:r>
            <a:r>
              <a:rPr lang="ja-JP" altLang="en-US">
                <a:latin typeface="游明朝"/>
                <a:ea typeface="游明朝"/>
              </a:rPr>
              <a:t>会議体</a:t>
            </a:r>
            <a:endParaRPr kumimoji="1" lang="ja-JP" altLang="en-US">
              <a:latin typeface="游明朝"/>
              <a:ea typeface="游明朝"/>
            </a:endParaRPr>
          </a:p>
        </p:txBody>
      </p:sp>
      <p:graphicFrame>
        <p:nvGraphicFramePr>
          <p:cNvPr id="7" name="表 6">
            <a:extLst>
              <a:ext uri="{FF2B5EF4-FFF2-40B4-BE49-F238E27FC236}">
                <a16:creationId xmlns:a16="http://schemas.microsoft.com/office/drawing/2014/main" id="{C2D8386A-4FC1-438A-A2A3-47070AF36BB7}"/>
              </a:ext>
            </a:extLst>
          </p:cNvPr>
          <p:cNvGraphicFramePr>
            <a:graphicFrameLocks noGrp="1"/>
          </p:cNvGraphicFramePr>
          <p:nvPr>
            <p:extLst>
              <p:ext uri="{D42A27DB-BD31-4B8C-83A1-F6EECF244321}">
                <p14:modId xmlns:p14="http://schemas.microsoft.com/office/powerpoint/2010/main" val="3128342424"/>
              </p:ext>
            </p:extLst>
          </p:nvPr>
        </p:nvGraphicFramePr>
        <p:xfrm>
          <a:off x="606000" y="2077404"/>
          <a:ext cx="11158372" cy="1099680"/>
        </p:xfrm>
        <a:graphic>
          <a:graphicData uri="http://schemas.openxmlformats.org/drawingml/2006/table">
            <a:tbl>
              <a:tblPr firstRow="1" bandRow="1">
                <a:tableStyleId>{69012ECD-51FC-41F1-AA8D-1B2483CD663E}</a:tableStyleId>
              </a:tblPr>
              <a:tblGrid>
                <a:gridCol w="350026">
                  <a:extLst>
                    <a:ext uri="{9D8B030D-6E8A-4147-A177-3AD203B41FA5}">
                      <a16:colId xmlns:a16="http://schemas.microsoft.com/office/drawing/2014/main" val="820809534"/>
                    </a:ext>
                  </a:extLst>
                </a:gridCol>
                <a:gridCol w="1842939">
                  <a:extLst>
                    <a:ext uri="{9D8B030D-6E8A-4147-A177-3AD203B41FA5}">
                      <a16:colId xmlns:a16="http://schemas.microsoft.com/office/drawing/2014/main" val="2667349602"/>
                    </a:ext>
                  </a:extLst>
                </a:gridCol>
                <a:gridCol w="1573426">
                  <a:extLst>
                    <a:ext uri="{9D8B030D-6E8A-4147-A177-3AD203B41FA5}">
                      <a16:colId xmlns:a16="http://schemas.microsoft.com/office/drawing/2014/main" val="610294435"/>
                    </a:ext>
                  </a:extLst>
                </a:gridCol>
                <a:gridCol w="2034745">
                  <a:extLst>
                    <a:ext uri="{9D8B030D-6E8A-4147-A177-3AD203B41FA5}">
                      <a16:colId xmlns:a16="http://schemas.microsoft.com/office/drawing/2014/main" val="3248297098"/>
                    </a:ext>
                  </a:extLst>
                </a:gridCol>
                <a:gridCol w="5357236">
                  <a:extLst>
                    <a:ext uri="{9D8B030D-6E8A-4147-A177-3AD203B41FA5}">
                      <a16:colId xmlns:a16="http://schemas.microsoft.com/office/drawing/2014/main" val="852570537"/>
                    </a:ext>
                  </a:extLst>
                </a:gridCol>
              </a:tblGrid>
              <a:tr h="345793">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600">
                          <a:solidFill>
                            <a:srgbClr val="FFFFFF"/>
                          </a:solidFill>
                          <a:latin typeface="游ゴシック"/>
                          <a:ea typeface="游ゴシック"/>
                        </a:rPr>
                        <a:t>会議名</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lvl="0" algn="ctr">
                        <a:buNone/>
                      </a:pPr>
                      <a:r>
                        <a:rPr lang="ja-JP" altLang="en-US" sz="1600">
                          <a:solidFill>
                            <a:srgbClr val="FFFFFF"/>
                          </a:solidFill>
                          <a:latin typeface="游ゴシック"/>
                          <a:ea typeface="游ゴシック"/>
                        </a:rPr>
                        <a:t>時期</a:t>
                      </a:r>
                      <a:endParaRPr kumimoji="1" lang="ja-JP" altLang="en-US" sz="1600">
                        <a:solidFill>
                          <a:srgbClr val="FFFFFF"/>
                        </a:solidFill>
                        <a:latin typeface="游ゴシック"/>
                        <a:ea typeface="游ゴシック"/>
                      </a:endParaRPr>
                    </a:p>
                  </a:txBody>
                  <a:tcPr marL="36000" marR="36000" marT="36000" marB="36000" anchor="ctr">
                    <a:lnL w="12700">
                      <a:solidFill>
                        <a:schemeClr val="bg1">
                          <a:lumMod val="65000"/>
                        </a:schemeClr>
                      </a:solidFill>
                    </a:lnL>
                    <a:lnR w="12700">
                      <a:solidFill>
                        <a:schemeClr val="bg1">
                          <a:lumMod val="65000"/>
                        </a:schemeClr>
                      </a:solidFill>
                    </a:lnR>
                    <a:lnT w="12700">
                      <a:solidFill>
                        <a:schemeClr val="bg1">
                          <a:lumMod val="65000"/>
                        </a:schemeClr>
                      </a:solidFill>
                    </a:lnT>
                    <a:lnB w="12700" cap="flat" cmpd="sng" algn="ctr">
                      <a:solidFill>
                        <a:schemeClr val="bg1">
                          <a:lumMod val="65000"/>
                        </a:schemeClr>
                      </a:solidFill>
                      <a:prstDash val="solid"/>
                      <a:round/>
                      <a:headEnd type="none" w="med" len="med"/>
                      <a:tailEnd type="none" w="med" len="med"/>
                    </a:lnB>
                    <a:lnTlToBr w="0">
                      <a:noFill/>
                    </a:lnTlToBr>
                    <a:lnBlToTr w="0">
                      <a:noFill/>
                    </a:lnBlToTr>
                    <a:solidFill>
                      <a:schemeClr val="accent1"/>
                    </a:solidFill>
                  </a:tcPr>
                </a:tc>
                <a:tc>
                  <a:txBody>
                    <a:bodyPr/>
                    <a:lstStyle/>
                    <a:p>
                      <a:pPr lvl="0" algn="ctr">
                        <a:buNone/>
                      </a:pPr>
                      <a:r>
                        <a:rPr lang="ja-JP" altLang="en-US" sz="1600">
                          <a:solidFill>
                            <a:srgbClr val="FFFFFF"/>
                          </a:solidFill>
                          <a:latin typeface="游ゴシック"/>
                          <a:ea typeface="游ゴシック"/>
                        </a:rPr>
                        <a:t>参加者</a:t>
                      </a:r>
                      <a:endParaRPr kumimoji="1" lang="ja-JP" altLang="en-US" sz="1600">
                        <a:solidFill>
                          <a:srgbClr val="FFFFFF"/>
                        </a:solidFill>
                        <a:latin typeface="游ゴシック"/>
                        <a:ea typeface="游ゴシック"/>
                      </a:endParaRPr>
                    </a:p>
                  </a:txBody>
                  <a:tcPr marL="36000" marR="36000" marT="36000" marB="36000" anchor="ctr">
                    <a:lnL w="12700">
                      <a:solidFill>
                        <a:schemeClr val="bg1">
                          <a:lumMod val="65000"/>
                        </a:schemeClr>
                      </a:solidFill>
                    </a:lnL>
                    <a:lnR w="12700">
                      <a:solidFill>
                        <a:schemeClr val="bg1">
                          <a:lumMod val="65000"/>
                        </a:schemeClr>
                      </a:solidFill>
                    </a:lnR>
                    <a:lnT w="12700">
                      <a:solidFill>
                        <a:schemeClr val="bg1">
                          <a:lumMod val="65000"/>
                        </a:schemeClr>
                      </a:solidFill>
                    </a:lnT>
                    <a:lnB w="12700" cap="flat" cmpd="sng" algn="ctr">
                      <a:solidFill>
                        <a:schemeClr val="bg1">
                          <a:lumMod val="65000"/>
                        </a:schemeClr>
                      </a:solidFill>
                      <a:prstDash val="solid"/>
                      <a:round/>
                      <a:headEnd type="none" w="med" len="med"/>
                      <a:tailEnd type="none" w="med" len="med"/>
                    </a:lnB>
                    <a:lnTlToBr w="0">
                      <a:noFill/>
                    </a:lnTlToBr>
                    <a:lnBlToTr w="0">
                      <a:noFill/>
                    </a:lnBlToTr>
                    <a:solidFill>
                      <a:schemeClr val="accent1"/>
                    </a:solidFill>
                  </a:tcPr>
                </a:tc>
                <a:tc>
                  <a:txBody>
                    <a:bodyPr/>
                    <a:lstStyle/>
                    <a:p>
                      <a:pPr algn="ctr"/>
                      <a:r>
                        <a:rPr lang="ja-JP" altLang="en-US" sz="1600">
                          <a:solidFill>
                            <a:srgbClr val="FFFFFF"/>
                          </a:solidFill>
                          <a:latin typeface="游ゴシック"/>
                          <a:ea typeface="游ゴシック"/>
                        </a:rPr>
                        <a:t>議題</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600" kern="1200">
                          <a:solidFill>
                            <a:schemeClr val="dk1"/>
                          </a:solidFill>
                          <a:latin typeface="游ゴシック"/>
                          <a:ea typeface="游ゴシック"/>
                        </a:rPr>
                        <a:t>1</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lang="ja-JP" altLang="en-US" sz="1600">
                          <a:solidFill>
                            <a:schemeClr val="tx1"/>
                          </a:solidFill>
                          <a:latin typeface="游ゴシック"/>
                          <a:ea typeface="游ゴシック"/>
                        </a:rPr>
                        <a:t>週次報告</a:t>
                      </a:r>
                      <a:endParaRPr kumimoji="1" lang="ja-JP" altLang="en-US"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None/>
                      </a:pPr>
                      <a:r>
                        <a:rPr lang="ja-JP" altLang="en-US" sz="1600">
                          <a:solidFill>
                            <a:schemeClr val="tx1"/>
                          </a:solidFill>
                          <a:latin typeface="游ゴシック"/>
                          <a:ea typeface="游ゴシック"/>
                        </a:rPr>
                        <a:t>毎週</a:t>
                      </a:r>
                      <a:endParaRPr kumimoji="1" lang="ja-JP" altLang="en-US" sz="1600">
                        <a:solidFill>
                          <a:schemeClr val="tx1"/>
                        </a:solidFill>
                        <a:latin typeface="游ゴシック"/>
                        <a:ea typeface="游ゴシック"/>
                      </a:endParaRPr>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lvl="0" indent="0">
                        <a:buNone/>
                      </a:pPr>
                      <a:r>
                        <a:rPr lang="ja-JP" sz="1600" b="0" i="0" u="none" strike="noStrike" noProof="0">
                          <a:solidFill>
                            <a:schemeClr val="tx1"/>
                          </a:solidFill>
                          <a:latin typeface="游ゴシック"/>
                          <a:ea typeface="游ゴシック"/>
                        </a:rPr>
                        <a:t>四課様、EXE</a:t>
                      </a:r>
                      <a:endParaRPr kumimoji="1" lang="en-US" altLang="ja-JP"/>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indent="0">
                        <a:buFont typeface="Arial" pitchFamily="34" charset="0"/>
                        <a:buNone/>
                      </a:pPr>
                      <a:r>
                        <a:rPr lang="ja-JP" altLang="en-US" sz="1600">
                          <a:solidFill>
                            <a:schemeClr val="tx1"/>
                          </a:solidFill>
                          <a:latin typeface="游ゴシック"/>
                          <a:ea typeface="游ゴシック"/>
                        </a:rPr>
                        <a:t>プロジェクトの進捗、課題の報告をいたします。</a:t>
                      </a:r>
                      <a:endParaRPr kumimoji="1" lang="ja-JP" altLang="en-US"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bl>
          </a:graphicData>
        </a:graphic>
      </p:graphicFrame>
      <p:sp>
        <p:nvSpPr>
          <p:cNvPr id="5" name="日付プレースホルダー 4">
            <a:extLst>
              <a:ext uri="{FF2B5EF4-FFF2-40B4-BE49-F238E27FC236}">
                <a16:creationId xmlns:a16="http://schemas.microsoft.com/office/drawing/2014/main" id="{C6E4EA66-FF2A-1845-AD4F-F560C4359FDE}"/>
              </a:ext>
            </a:extLst>
          </p:cNvPr>
          <p:cNvSpPr>
            <a:spLocks noGrp="1"/>
          </p:cNvSpPr>
          <p:nvPr>
            <p:ph type="dt" sz="half" idx="10"/>
          </p:nvPr>
        </p:nvSpPr>
        <p:spPr/>
        <p:txBody>
          <a:bodyPr/>
          <a:lstStyle/>
          <a:p>
            <a:r>
              <a:rPr lang="en-US" altLang="ja-JP"/>
              <a:t>2025/8/12</a:t>
            </a:r>
          </a:p>
        </p:txBody>
      </p:sp>
      <p:sp>
        <p:nvSpPr>
          <p:cNvPr id="3" name="フッター プレースホルダー 2">
            <a:extLst>
              <a:ext uri="{FF2B5EF4-FFF2-40B4-BE49-F238E27FC236}">
                <a16:creationId xmlns:a16="http://schemas.microsoft.com/office/drawing/2014/main" id="{3C622AE4-C84C-4262-E680-884E5219D3A1}"/>
              </a:ext>
            </a:extLst>
          </p:cNvPr>
          <p:cNvSpPr>
            <a:spLocks noGrp="1"/>
          </p:cNvSpPr>
          <p:nvPr>
            <p:ph type="ftr" sz="quarter" idx="11"/>
          </p:nvPr>
        </p:nvSpPr>
        <p:spPr/>
        <p:txBody>
          <a:bodyPr/>
          <a:lstStyle/>
          <a:p>
            <a:r>
              <a:rPr lang="en-US"/>
              <a:t>Copyright © 2025 SystemEXE,Inc All Rights Reserved.</a:t>
            </a:r>
          </a:p>
        </p:txBody>
      </p:sp>
      <p:sp>
        <p:nvSpPr>
          <p:cNvPr id="4" name="テキスト ボックス 3">
            <a:extLst>
              <a:ext uri="{FF2B5EF4-FFF2-40B4-BE49-F238E27FC236}">
                <a16:creationId xmlns:a16="http://schemas.microsoft.com/office/drawing/2014/main" id="{A0EF78CE-7ECB-4EEE-9054-2A58E02E5F79}"/>
              </a:ext>
            </a:extLst>
          </p:cNvPr>
          <p:cNvSpPr txBox="1"/>
          <p:nvPr/>
        </p:nvSpPr>
        <p:spPr>
          <a:xfrm>
            <a:off x="576000" y="788894"/>
            <a:ext cx="10961576" cy="584775"/>
          </a:xfrm>
          <a:prstGeom prst="rect">
            <a:avLst/>
          </a:prstGeom>
          <a:noFill/>
        </p:spPr>
        <p:txBody>
          <a:bodyPr wrap="square" rtlCol="0">
            <a:spAutoFit/>
          </a:bodyPr>
          <a:lstStyle/>
          <a:p>
            <a:r>
              <a:rPr kumimoji="1" lang="en-US" altLang="ja-JP" sz="1600" err="1">
                <a:latin typeface="游ゴシック" panose="020B0400000000000000" pitchFamily="50" charset="-128"/>
                <a:ea typeface="游ゴシック" panose="020B0400000000000000" pitchFamily="50" charset="-128"/>
              </a:rPr>
              <a:t>XenAPP</a:t>
            </a:r>
            <a:r>
              <a:rPr kumimoji="1" lang="ja-JP" altLang="en-US" sz="1600">
                <a:latin typeface="游ゴシック" panose="020B0400000000000000" pitchFamily="50" charset="-128"/>
                <a:ea typeface="游ゴシック" panose="020B0400000000000000" pitchFamily="50" charset="-128"/>
              </a:rPr>
              <a:t>対応で想定している会議体となります。</a:t>
            </a:r>
            <a:endParaRPr kumimoji="1" lang="en-US" altLang="ja-JP" sz="1600">
              <a:latin typeface="游ゴシック" panose="020B0400000000000000" pitchFamily="50" charset="-128"/>
              <a:ea typeface="游ゴシック" panose="020B0400000000000000" pitchFamily="50" charset="-128"/>
            </a:endParaRPr>
          </a:p>
          <a:p>
            <a:r>
              <a:rPr kumimoji="1" lang="en-US" altLang="ja-JP" sz="1600">
                <a:latin typeface="游ゴシック" panose="020B0400000000000000" pitchFamily="50" charset="-128"/>
              </a:rPr>
              <a:t>PIMSDB</a:t>
            </a:r>
            <a:r>
              <a:rPr kumimoji="1" lang="ja-JP" altLang="en-US" sz="1600">
                <a:latin typeface="游ゴシック" panose="020B0400000000000000" pitchFamily="50" charset="-128"/>
              </a:rPr>
              <a:t>の更新に伴う周辺システムの対応の報告に併せて実施いたします。</a:t>
            </a:r>
            <a:endParaRPr kumimoji="1" lang="ja-JP" altLang="en-US" sz="1600">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11340050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37277-C62D-4F59-323C-41FB2DBB5FC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F1B3D1D-7E85-617E-AC69-3C98014F1C6D}"/>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９</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お見積もり（</a:t>
            </a:r>
            <a:r>
              <a:rPr lang="en-US" altLang="ja-JP" err="1">
                <a:latin typeface="游明朝" panose="02020400000000000000" pitchFamily="18" charset="-128"/>
                <a:ea typeface="游明朝" panose="02020400000000000000" pitchFamily="18" charset="-128"/>
              </a:rPr>
              <a:t>XenAPP</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千葉事業所）</a:t>
            </a:r>
            <a:endParaRPr kumimoji="1" lang="ja-JP" altLang="en-US" sz="2000">
              <a:latin typeface="游明朝" panose="02020400000000000000" pitchFamily="18" charset="-128"/>
              <a:ea typeface="游明朝" panose="02020400000000000000" pitchFamily="18" charset="-128"/>
            </a:endParaRPr>
          </a:p>
        </p:txBody>
      </p:sp>
      <p:sp>
        <p:nvSpPr>
          <p:cNvPr id="5" name="日付プレースホルダー 4">
            <a:extLst>
              <a:ext uri="{FF2B5EF4-FFF2-40B4-BE49-F238E27FC236}">
                <a16:creationId xmlns:a16="http://schemas.microsoft.com/office/drawing/2014/main" id="{4603A548-F2AF-2C98-E435-7AC80BA0AC52}"/>
              </a:ext>
            </a:extLst>
          </p:cNvPr>
          <p:cNvSpPr>
            <a:spLocks noGrp="1"/>
          </p:cNvSpPr>
          <p:nvPr>
            <p:ph type="dt" sz="half" idx="10"/>
          </p:nvPr>
        </p:nvSpPr>
        <p:spPr/>
        <p:txBody>
          <a:bodyPr/>
          <a:lstStyle/>
          <a:p>
            <a:r>
              <a:rPr lang="en-US" altLang="ja-JP"/>
              <a:t>2025/8/12</a:t>
            </a:r>
          </a:p>
        </p:txBody>
      </p:sp>
      <p:graphicFrame>
        <p:nvGraphicFramePr>
          <p:cNvPr id="9" name="表 8">
            <a:extLst>
              <a:ext uri="{FF2B5EF4-FFF2-40B4-BE49-F238E27FC236}">
                <a16:creationId xmlns:a16="http://schemas.microsoft.com/office/drawing/2014/main" id="{BBA8B256-12B2-6E8C-50F9-31564ECC0266}"/>
              </a:ext>
            </a:extLst>
          </p:cNvPr>
          <p:cNvGraphicFramePr>
            <a:graphicFrameLocks noGrp="1"/>
          </p:cNvGraphicFramePr>
          <p:nvPr>
            <p:extLst>
              <p:ext uri="{D42A27DB-BD31-4B8C-83A1-F6EECF244321}">
                <p14:modId xmlns:p14="http://schemas.microsoft.com/office/powerpoint/2010/main" val="4260163984"/>
              </p:ext>
            </p:extLst>
          </p:nvPr>
        </p:nvGraphicFramePr>
        <p:xfrm>
          <a:off x="606000" y="1273211"/>
          <a:ext cx="10979999" cy="5043132"/>
        </p:xfrm>
        <a:graphic>
          <a:graphicData uri="http://schemas.openxmlformats.org/drawingml/2006/table">
            <a:tbl>
              <a:tblPr firstRow="1" bandRow="1">
                <a:tableStyleId>{2D5ABB26-0587-4C30-8999-92F81FD0307C}</a:tableStyleId>
              </a:tblPr>
              <a:tblGrid>
                <a:gridCol w="423881">
                  <a:extLst>
                    <a:ext uri="{9D8B030D-6E8A-4147-A177-3AD203B41FA5}">
                      <a16:colId xmlns:a16="http://schemas.microsoft.com/office/drawing/2014/main" val="233225342"/>
                    </a:ext>
                  </a:extLst>
                </a:gridCol>
                <a:gridCol w="1089430">
                  <a:extLst>
                    <a:ext uri="{9D8B030D-6E8A-4147-A177-3AD203B41FA5}">
                      <a16:colId xmlns:a16="http://schemas.microsoft.com/office/drawing/2014/main" val="2469085819"/>
                    </a:ext>
                  </a:extLst>
                </a:gridCol>
                <a:gridCol w="1251418">
                  <a:extLst>
                    <a:ext uri="{9D8B030D-6E8A-4147-A177-3AD203B41FA5}">
                      <a16:colId xmlns:a16="http://schemas.microsoft.com/office/drawing/2014/main" val="568014644"/>
                    </a:ext>
                  </a:extLst>
                </a:gridCol>
                <a:gridCol w="1544193">
                  <a:extLst>
                    <a:ext uri="{9D8B030D-6E8A-4147-A177-3AD203B41FA5}">
                      <a16:colId xmlns:a16="http://schemas.microsoft.com/office/drawing/2014/main" val="3608806225"/>
                    </a:ext>
                  </a:extLst>
                </a:gridCol>
                <a:gridCol w="808966">
                  <a:extLst>
                    <a:ext uri="{9D8B030D-6E8A-4147-A177-3AD203B41FA5}">
                      <a16:colId xmlns:a16="http://schemas.microsoft.com/office/drawing/2014/main" val="2247639322"/>
                    </a:ext>
                  </a:extLst>
                </a:gridCol>
                <a:gridCol w="2612353">
                  <a:extLst>
                    <a:ext uri="{9D8B030D-6E8A-4147-A177-3AD203B41FA5}">
                      <a16:colId xmlns:a16="http://schemas.microsoft.com/office/drawing/2014/main" val="4260495519"/>
                    </a:ext>
                  </a:extLst>
                </a:gridCol>
                <a:gridCol w="1412938">
                  <a:extLst>
                    <a:ext uri="{9D8B030D-6E8A-4147-A177-3AD203B41FA5}">
                      <a16:colId xmlns:a16="http://schemas.microsoft.com/office/drawing/2014/main" val="3343664097"/>
                    </a:ext>
                  </a:extLst>
                </a:gridCol>
                <a:gridCol w="1836820">
                  <a:extLst>
                    <a:ext uri="{9D8B030D-6E8A-4147-A177-3AD203B41FA5}">
                      <a16:colId xmlns:a16="http://schemas.microsoft.com/office/drawing/2014/main" val="2912004341"/>
                    </a:ext>
                  </a:extLst>
                </a:gridCol>
              </a:tblGrid>
              <a:tr h="343692">
                <a:tc>
                  <a:txBody>
                    <a:bodyPr/>
                    <a:lstStyle/>
                    <a:p>
                      <a:pPr algn="ctr" rtl="0" fontAlgn="ctr"/>
                      <a:r>
                        <a:rPr lang="en-US" sz="1600" b="1" i="0" u="none" strike="noStrike">
                          <a:solidFill>
                            <a:srgbClr val="FFFFFF"/>
                          </a:solidFill>
                          <a:effectLst/>
                          <a:latin typeface="游ゴシック" panose="020B0400000000000000" pitchFamily="50" charset="-128"/>
                          <a:ea typeface="游ゴシック" panose="020B0400000000000000" pitchFamily="50" charset="-128"/>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システム</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区分</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a:solidFill>
                            <a:srgbClr val="FFFFFF"/>
                          </a:solidFill>
                          <a:effectLst/>
                          <a:latin typeface="游ゴシック" panose="020B0400000000000000" pitchFamily="50" charset="-128"/>
                          <a:ea typeface="游ゴシック" panose="020B0400000000000000" pitchFamily="50" charset="-128"/>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19216">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１</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13">
                  <a:txBody>
                    <a:bodyPr/>
                    <a:lstStyle/>
                    <a:p>
                      <a:pPr algn="l" rtl="0" fontAlgn="ctr"/>
                      <a:r>
                        <a:rPr lang="en-US" altLang="ja-JP" sz="1600" b="0" i="0" u="none" strike="noStrike" err="1">
                          <a:solidFill>
                            <a:srgbClr val="000000"/>
                          </a:solidFill>
                          <a:effectLst/>
                          <a:latin typeface="游ゴシック" panose="020B0400000000000000" pitchFamily="50" charset="-128"/>
                          <a:ea typeface="游ゴシック" panose="020B0400000000000000" pitchFamily="50" charset="-128"/>
                        </a:rPr>
                        <a:t>XenAPP</a:t>
                      </a: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～設計</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rowSpan="4">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正式</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712587978"/>
                  </a:ext>
                </a:extLst>
              </a:tr>
              <a:tr h="319216">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設計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480255343"/>
                  </a:ext>
                </a:extLst>
              </a:tr>
              <a:tr h="319216">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981838400"/>
                  </a:ext>
                </a:extLst>
              </a:tr>
              <a:tr h="339810">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6350" cap="flat" cmpd="sng" algn="ctr">
                      <a:solidFill>
                        <a:schemeClr val="accent3"/>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952203023"/>
                  </a:ext>
                </a:extLst>
              </a:tr>
              <a:tr h="339810">
                <a:tc rowSpan="5">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２</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開発</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～受入</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正式</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開発</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1.79</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\1,790,000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09992724"/>
                  </a:ext>
                </a:extLst>
              </a:tr>
              <a:tr h="33981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結合テスト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281687587"/>
                  </a:ext>
                </a:extLst>
              </a:tr>
              <a:tr h="33981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受入</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0.25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mn-ea"/>
                        </a:rPr>
                        <a:t>\250,000</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592138994"/>
                  </a:ext>
                </a:extLst>
              </a:tr>
              <a:tr h="33981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0.41</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\574,000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49424680"/>
                  </a:ext>
                </a:extLst>
              </a:tr>
              <a:tr h="339810">
                <a:tc vMerge="1">
                  <a:txBody>
                    <a:bodyPr/>
                    <a:lstStyle/>
                    <a:p>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2.45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\2,614,000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53255510"/>
                  </a:ext>
                </a:extLst>
              </a:tr>
              <a:tr h="339810">
                <a:tc rowSpan="4">
                  <a:txBody>
                    <a:bodyPr/>
                    <a:lstStyle/>
                    <a:p>
                      <a:pPr algn="ct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3</a:t>
                      </a: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600" b="0" i="0" u="none" strike="noStrike">
                          <a:solidFill>
                            <a:srgbClr val="000000"/>
                          </a:solidFill>
                          <a:effectLst/>
                          <a:latin typeface="游ゴシック" panose="020B0400000000000000" pitchFamily="50" charset="-128"/>
                          <a:ea typeface="+mn-ea"/>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本番移行～</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初期流動</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rowSpan="4">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正式</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本番移行</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296449858"/>
                  </a:ext>
                </a:extLst>
              </a:tr>
              <a:tr h="33981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600" b="0" i="0" u="none" strike="noStrike">
                          <a:solidFill>
                            <a:srgbClr val="000000"/>
                          </a:solidFill>
                          <a:effectLst/>
                          <a:latin typeface="游ゴシック" panose="020B0400000000000000" pitchFamily="50" charset="-128"/>
                          <a:ea typeface="+mn-ea"/>
                        </a:rPr>
                        <a:t>初期流動</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141452755"/>
                  </a:ext>
                </a:extLst>
              </a:tr>
              <a:tr h="33981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0815034"/>
                  </a:ext>
                </a:extLst>
              </a:tr>
              <a:tr h="339810">
                <a:tc vMerge="1">
                  <a:txBody>
                    <a:bodyPr/>
                    <a:lstStyle/>
                    <a:p>
                      <a:pPr algn="ct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478078077"/>
                  </a:ext>
                </a:extLst>
              </a:tr>
              <a:tr h="343692">
                <a:tc gridSpan="6">
                  <a:txBody>
                    <a:bodyPr/>
                    <a:lstStyle/>
                    <a:p>
                      <a:pPr algn="r" rtl="0" fontAlgn="ctr"/>
                      <a:r>
                        <a:rPr lang="en-US" altLang="ja-JP" sz="1600" b="1" i="0" u="none" strike="noStrike" err="1">
                          <a:solidFill>
                            <a:srgbClr val="000000"/>
                          </a:solidFill>
                          <a:effectLst/>
                          <a:latin typeface="游ゴシック" panose="020B0400000000000000" pitchFamily="50" charset="-128"/>
                          <a:ea typeface="游ゴシック" panose="020B0400000000000000" pitchFamily="50" charset="-128"/>
                        </a:rPr>
                        <a:t>XenAPP</a:t>
                      </a: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a:t>
                      </a: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千葉</a:t>
                      </a: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a:t>
                      </a: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合計</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2.45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1" i="0" u="none" strike="noStrike">
                          <a:solidFill>
                            <a:srgbClr val="000000"/>
                          </a:solidFill>
                          <a:effectLst/>
                          <a:latin typeface="游ゴシック" panose="020B0400000000000000" pitchFamily="50" charset="-128"/>
                          <a:ea typeface="+mn-ea"/>
                        </a:rPr>
                        <a:t>\2,614,000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
        <p:nvSpPr>
          <p:cNvPr id="3" name="フッター プレースホルダー 2"/>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24534056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7EAB47-04C7-45A7-AD57-B693B92CF23D}"/>
              </a:ext>
            </a:extLst>
          </p:cNvPr>
          <p:cNvSpPr>
            <a:spLocks noGrp="1"/>
          </p:cNvSpPr>
          <p:nvPr>
            <p:ph type="title"/>
          </p:nvPr>
        </p:nvSpPr>
        <p:spPr/>
        <p:txBody>
          <a:bodyPr/>
          <a:lstStyle/>
          <a:p>
            <a:r>
              <a:rPr lang="en-US" altLang="ja-JP">
                <a:latin typeface="游明朝" panose="02020400000000000000" pitchFamily="18" charset="-128"/>
                <a:ea typeface="游明朝" panose="02020400000000000000" pitchFamily="18" charset="-128"/>
              </a:rPr>
              <a:t>10.</a:t>
            </a:r>
            <a:r>
              <a:rPr lang="ja-JP" altLang="en-US">
                <a:latin typeface="游明朝" panose="02020400000000000000" pitchFamily="18" charset="-128"/>
                <a:ea typeface="游明朝" panose="02020400000000000000" pitchFamily="18" charset="-128"/>
              </a:rPr>
              <a:t> お見積もり前提条件</a:t>
            </a:r>
            <a:endParaRPr kumimoji="1" lang="ja-JP" altLang="en-US">
              <a:latin typeface="游明朝" panose="02020400000000000000" pitchFamily="18" charset="-128"/>
              <a:ea typeface="游明朝" panose="02020400000000000000" pitchFamily="18" charset="-128"/>
            </a:endParaRPr>
          </a:p>
        </p:txBody>
      </p:sp>
      <p:sp>
        <p:nvSpPr>
          <p:cNvPr id="5" name="テキスト プレースホルダー 4">
            <a:extLst>
              <a:ext uri="{FF2B5EF4-FFF2-40B4-BE49-F238E27FC236}">
                <a16:creationId xmlns:a16="http://schemas.microsoft.com/office/drawing/2014/main" id="{97E6FBE8-190C-40F0-AA01-14695A77D734}"/>
              </a:ext>
            </a:extLst>
          </p:cNvPr>
          <p:cNvSpPr>
            <a:spLocks noGrp="1"/>
          </p:cNvSpPr>
          <p:nvPr>
            <p:ph type="body" sz="quarter" idx="13"/>
          </p:nvPr>
        </p:nvSpPr>
        <p:spPr>
          <a:xfrm>
            <a:off x="576000" y="936000"/>
            <a:ext cx="11320436" cy="5350500"/>
          </a:xfrm>
        </p:spPr>
        <p:txBody>
          <a:bodyPr vert="horz" lIns="91440" tIns="45720" rIns="91440" bIns="45720" rtlCol="0" anchor="t">
            <a:normAutofit/>
          </a:bodyPr>
          <a:lstStyle/>
          <a:p>
            <a:pPr>
              <a:buFont typeface="Arial" panose="020B0604020202020204" pitchFamily="34" charset="0"/>
              <a:buChar char="•"/>
            </a:pPr>
            <a:r>
              <a:rPr kumimoji="1" lang="ja-JP" altLang="en-US" b="0" u="none"/>
              <a:t>本資料記載の金額は全て税抜となります。</a:t>
            </a:r>
            <a:endParaRPr kumimoji="1" lang="en-US" altLang="ja-JP" b="0" u="none"/>
          </a:p>
          <a:p>
            <a:pPr>
              <a:buFont typeface="Arial" panose="020B0604020202020204" pitchFamily="34" charset="0"/>
              <a:buChar char="•"/>
            </a:pPr>
            <a:r>
              <a:rPr lang="ja-JP" altLang="en-US" b="0" u="none"/>
              <a:t>お見積もりは概算お見積もりのため、改めて正式にお見積もりさせていただきます。</a:t>
            </a:r>
            <a:endParaRPr kumimoji="1" lang="en-US" altLang="ja-JP" b="0" u="none"/>
          </a:p>
          <a:p>
            <a:pPr>
              <a:buFont typeface="Arial" panose="020B0604020202020204" pitchFamily="34" charset="0"/>
              <a:buChar char="•"/>
            </a:pPr>
            <a:r>
              <a:rPr lang="ja-JP" altLang="en-US" b="0" u="none"/>
              <a:t>作業場所は原則弊社オフィス内とします。弊社オフィス内には在宅での勤務を含みます。</a:t>
            </a:r>
            <a:endParaRPr lang="en-US" altLang="ja-JP" b="0" u="none"/>
          </a:p>
          <a:p>
            <a:pPr>
              <a:buFont typeface="Arial" panose="020B0604020202020204" pitchFamily="34" charset="0"/>
              <a:buChar char="•"/>
            </a:pPr>
            <a:r>
              <a:rPr lang="ja-JP" altLang="en-US" b="0" u="none">
                <a:latin typeface="游ゴシック"/>
                <a:ea typeface="游ゴシック"/>
              </a:rPr>
              <a:t>開発工程において弊社の子会社であるエグゼベトナム（オフショア）利用することがあります。</a:t>
            </a:r>
            <a:endParaRPr lang="en-US" altLang="ja-JP" b="0" u="none">
              <a:latin typeface="游ゴシック"/>
              <a:ea typeface="游ゴシック"/>
            </a:endParaRPr>
          </a:p>
          <a:p>
            <a:pPr>
              <a:buFont typeface="Arial" panose="020B0604020202020204" pitchFamily="34" charset="0"/>
              <a:buChar char="•"/>
            </a:pPr>
            <a:r>
              <a:rPr kumimoji="1" lang="ja-JP" altLang="en-US" b="0" u="none">
                <a:latin typeface="游ゴシック"/>
                <a:ea typeface="游ゴシック"/>
              </a:rPr>
              <a:t>インフラ環境の</a:t>
            </a:r>
            <a:r>
              <a:rPr lang="ja-JP" altLang="en-US" b="0" u="none">
                <a:latin typeface="游ゴシック"/>
                <a:ea typeface="游ゴシック"/>
              </a:rPr>
              <a:t>調達・</a:t>
            </a:r>
            <a:r>
              <a:rPr kumimoji="1" lang="ja-JP" altLang="en-US" b="0" u="none">
                <a:latin typeface="游ゴシック"/>
                <a:ea typeface="游ゴシック"/>
              </a:rPr>
              <a:t>構築・移行は含まれておりません。</a:t>
            </a:r>
            <a:endParaRPr kumimoji="1" lang="en-US" altLang="ja-JP" b="0" u="none">
              <a:latin typeface="游ゴシック"/>
              <a:ea typeface="游ゴシック"/>
            </a:endParaRPr>
          </a:p>
          <a:p>
            <a:pPr>
              <a:buFont typeface="Arial" panose="020B0604020202020204" pitchFamily="34" charset="0"/>
              <a:buChar char="•"/>
            </a:pPr>
            <a:r>
              <a:rPr lang="ja-JP" altLang="en-US" b="0" u="none">
                <a:latin typeface="游ゴシック"/>
                <a:ea typeface="游ゴシック"/>
              </a:rPr>
              <a:t>本</a:t>
            </a:r>
            <a:r>
              <a:rPr lang="en-US" altLang="ja-JP" b="0" u="none">
                <a:latin typeface="游ゴシック"/>
                <a:ea typeface="游ゴシック"/>
              </a:rPr>
              <a:t>PJ</a:t>
            </a:r>
            <a:r>
              <a:rPr lang="ja-JP" altLang="en-US" b="0" u="none">
                <a:latin typeface="游ゴシック"/>
                <a:ea typeface="游ゴシック"/>
              </a:rPr>
              <a:t>での修正は</a:t>
            </a:r>
            <a:r>
              <a:rPr lang="en-US" altLang="ja-JP" b="0" u="none">
                <a:latin typeface="游ゴシック"/>
                <a:ea typeface="游ゴシック"/>
              </a:rPr>
              <a:t>PIMS</a:t>
            </a:r>
            <a:r>
              <a:rPr lang="ja-JP" altLang="en-US" b="0" u="none">
                <a:latin typeface="游ゴシック"/>
                <a:ea typeface="游ゴシック"/>
              </a:rPr>
              <a:t>への接続先変更のみとし、ロジックの修正はいたしません。</a:t>
            </a:r>
            <a:endParaRPr lang="en-US" altLang="ja-JP" b="0" u="none">
              <a:latin typeface="游ゴシック"/>
              <a:ea typeface="游ゴシック"/>
            </a:endParaRPr>
          </a:p>
          <a:p>
            <a:pPr>
              <a:buFont typeface="Arial" panose="020B0604020202020204" pitchFamily="34" charset="0"/>
              <a:buChar char="•"/>
            </a:pPr>
            <a:r>
              <a:rPr lang="ja-JP" altLang="en-US" b="0" u="none">
                <a:latin typeface="游ゴシック"/>
                <a:ea typeface="游ゴシック"/>
              </a:rPr>
              <a:t>テストでのPIMS接続先は本番環境を想定しています。</a:t>
            </a:r>
          </a:p>
          <a:p>
            <a:pPr>
              <a:buFont typeface="Arial" panose="020B0604020202020204" pitchFamily="34" charset="0"/>
              <a:buChar char="•"/>
            </a:pPr>
            <a:r>
              <a:rPr lang="ja-JP" altLang="en-US" b="0" u="none">
                <a:latin typeface="游ゴシック"/>
                <a:ea typeface="游ゴシック"/>
              </a:rPr>
              <a:t>XenAPPの代替環境での作業は本御見積に含まれておりません。</a:t>
            </a:r>
            <a:r>
              <a:rPr lang="ja-JP" b="0" u="none">
                <a:latin typeface="游ゴシック"/>
                <a:ea typeface="游ゴシック"/>
              </a:rPr>
              <a:t>XenAPP廃止対応PJ</a:t>
            </a:r>
            <a:r>
              <a:rPr lang="ja-JP" altLang="en-US" b="0" u="none">
                <a:latin typeface="游ゴシック"/>
                <a:ea typeface="游ゴシック"/>
              </a:rPr>
              <a:t>内にてご検討お願いいたします。</a:t>
            </a:r>
            <a:endParaRPr lang="en-US" altLang="ja-JP" b="0" u="none">
              <a:latin typeface="游ゴシック"/>
              <a:ea typeface="游ゴシック"/>
            </a:endParaRPr>
          </a:p>
          <a:p>
            <a:pPr>
              <a:buFont typeface="Arial" panose="020B0604020202020204" pitchFamily="34" charset="0"/>
              <a:buChar char="•"/>
            </a:pPr>
            <a:r>
              <a:rPr lang="ja-JP" altLang="en-US" b="0" u="none">
                <a:latin typeface="游ゴシック"/>
                <a:ea typeface="游ゴシック"/>
              </a:rPr>
              <a:t>本お見積りは追加エクセルの開発フェーズまでのお見積となります。</a:t>
            </a:r>
            <a:br>
              <a:rPr lang="en-US" altLang="ja-JP" b="0" u="none">
                <a:latin typeface="游ゴシック"/>
                <a:ea typeface="游ゴシック"/>
              </a:rPr>
            </a:br>
            <a:r>
              <a:rPr lang="ja-JP" altLang="en-US" b="0" u="none">
                <a:latin typeface="游ゴシック"/>
                <a:ea typeface="游ゴシック"/>
              </a:rPr>
              <a:t>本番移行から初期流動は契約済みの移行フェーズにて対応をいたします。</a:t>
            </a:r>
            <a:endParaRPr lang="en-US" altLang="ja-JP" b="0" u="none">
              <a:latin typeface="游ゴシック"/>
              <a:ea typeface="游ゴシック"/>
            </a:endParaRPr>
          </a:p>
          <a:p>
            <a:pPr>
              <a:buFont typeface="Arial" panose="020B0604020202020204" pitchFamily="34" charset="0"/>
              <a:buChar char="•"/>
            </a:pPr>
            <a:r>
              <a:rPr lang="ja-JP" altLang="en-US" b="0" u="none">
                <a:latin typeface="游ゴシック"/>
                <a:ea typeface="游ゴシック"/>
              </a:rPr>
              <a:t>追加対応に伴い初期流動期間での問い合わせ件数が増えることが想定されます。</a:t>
            </a:r>
            <a:br>
              <a:rPr lang="en-US" altLang="ja-JP" b="0" u="none">
                <a:latin typeface="游ゴシック"/>
                <a:ea typeface="游ゴシック"/>
              </a:rPr>
            </a:br>
            <a:r>
              <a:rPr lang="ja-JP" altLang="en-US" b="0" u="none">
                <a:latin typeface="游ゴシック"/>
                <a:ea typeface="游ゴシック"/>
              </a:rPr>
              <a:t>契約済みの移行フェーズで想定以上の対応が発生した場合は別途ご相談をさせていただきます。</a:t>
            </a:r>
            <a:endParaRPr lang="en-US" altLang="ja-JP" b="0" u="none">
              <a:latin typeface="游ゴシック"/>
              <a:ea typeface="游ゴシック"/>
            </a:endParaRPr>
          </a:p>
          <a:p>
            <a:pPr>
              <a:buFont typeface="Arial" panose="020B0604020202020204" pitchFamily="34" charset="0"/>
              <a:buChar char="•"/>
            </a:pPr>
            <a:r>
              <a:rPr kumimoji="1" lang="ja-JP" altLang="en-US" b="0" u="none"/>
              <a:t>上記に記載のない諸条件につきましては、別途ご相談の上決定させていただきます。</a:t>
            </a:r>
            <a:endParaRPr kumimoji="1" lang="en-US" altLang="ja-JP" b="0" u="none"/>
          </a:p>
          <a:p>
            <a:pPr>
              <a:buFont typeface="Arial" panose="020B0604020202020204" pitchFamily="34" charset="0"/>
              <a:buChar char="•"/>
            </a:pPr>
            <a:r>
              <a:rPr lang="ja-JP" altLang="en-US" b="0" u="none">
                <a:latin typeface="游ゴシック"/>
                <a:ea typeface="游ゴシック"/>
              </a:rPr>
              <a:t>瑕疵担保責任期間は本稼働日より１年間とします。</a:t>
            </a:r>
            <a:br>
              <a:rPr lang="en-US" altLang="ja-JP" b="0" u="none">
                <a:latin typeface="游ゴシック"/>
                <a:ea typeface="游ゴシック"/>
              </a:rPr>
            </a:br>
            <a:r>
              <a:rPr lang="ja-JP" altLang="en-US" b="0" u="none">
                <a:latin typeface="游ゴシック"/>
                <a:ea typeface="游ゴシック"/>
              </a:rPr>
              <a:t>（本稼働日より</a:t>
            </a:r>
            <a:r>
              <a:rPr lang="en-US" altLang="ja-JP" b="0" u="none">
                <a:latin typeface="游ゴシック"/>
                <a:ea typeface="游ゴシック"/>
              </a:rPr>
              <a:t>1</a:t>
            </a:r>
            <a:r>
              <a:rPr lang="ja-JP" altLang="en-US" b="0" u="none">
                <a:latin typeface="游ゴシック"/>
                <a:ea typeface="游ゴシック"/>
              </a:rPr>
              <a:t>年間に限り契約不適合責任を追及できることとします。）</a:t>
            </a:r>
            <a:endParaRPr lang="en-US" altLang="ja-JP" b="0" u="none">
              <a:latin typeface="游ゴシック"/>
              <a:ea typeface="游ゴシック"/>
            </a:endParaRPr>
          </a:p>
          <a:p>
            <a:pPr marL="0" indent="0">
              <a:buNone/>
            </a:pPr>
            <a:endParaRPr kumimoji="1" lang="ja-JP" altLang="en-US" b="0" u="none"/>
          </a:p>
        </p:txBody>
      </p:sp>
      <p:sp>
        <p:nvSpPr>
          <p:cNvPr id="6" name="日付プレースホルダー 5">
            <a:extLst>
              <a:ext uri="{FF2B5EF4-FFF2-40B4-BE49-F238E27FC236}">
                <a16:creationId xmlns:a16="http://schemas.microsoft.com/office/drawing/2014/main" id="{8640E069-3293-AEF9-7E9C-B6104BAA7676}"/>
              </a:ext>
            </a:extLst>
          </p:cNvPr>
          <p:cNvSpPr>
            <a:spLocks noGrp="1"/>
          </p:cNvSpPr>
          <p:nvPr>
            <p:ph type="dt" sz="half" idx="10"/>
          </p:nvPr>
        </p:nvSpPr>
        <p:spPr/>
        <p:txBody>
          <a:bodyPr/>
          <a:lstStyle/>
          <a:p>
            <a:r>
              <a:rPr lang="en-US" altLang="ja-JP"/>
              <a:t>2025/8/12</a:t>
            </a:r>
          </a:p>
        </p:txBody>
      </p:sp>
      <p:sp>
        <p:nvSpPr>
          <p:cNvPr id="3" name="フッター プレースホルダー 2"/>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2410374903"/>
      </p:ext>
    </p:extLst>
  </p:cSld>
  <p:clrMapOvr>
    <a:masterClrMapping/>
  </p:clrMapOvr>
</p:sld>
</file>

<file path=ppt/theme/theme1.xml><?xml version="1.0" encoding="utf-8"?>
<a:theme xmlns:a="http://schemas.openxmlformats.org/drawingml/2006/main" name="Office テーマ">
  <a:themeElements>
    <a:clrScheme name="ユーザー定義 1">
      <a:dk1>
        <a:srgbClr val="323232"/>
      </a:dk1>
      <a:lt1>
        <a:srgbClr val="FFFFFF"/>
      </a:lt1>
      <a:dk2>
        <a:srgbClr val="4B4B4B"/>
      </a:dk2>
      <a:lt2>
        <a:srgbClr val="A0A095"/>
      </a:lt2>
      <a:accent1>
        <a:srgbClr val="9A3B5D"/>
      </a:accent1>
      <a:accent2>
        <a:srgbClr val="86CEFA"/>
      </a:accent2>
      <a:accent3>
        <a:srgbClr val="3D9599"/>
      </a:accent3>
      <a:accent4>
        <a:srgbClr val="CC6600"/>
      </a:accent4>
      <a:accent5>
        <a:srgbClr val="6666FF"/>
      </a:accent5>
      <a:accent6>
        <a:srgbClr val="FFFFFF"/>
      </a:accent6>
      <a:hlink>
        <a:srgbClr val="0070C0"/>
      </a:hlink>
      <a:folHlink>
        <a:srgbClr val="0070C0"/>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defRPr kumimoji="1" sz="1600" dirty="0" smtClean="0">
            <a:latin typeface="游ゴシック" panose="020B0400000000000000" pitchFamily="50" charset="-128"/>
            <a:ea typeface="游ゴシック" panose="020B0400000000000000"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2fd442da-66a9-4fa6-ba31-eb0d54ad1381">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8B207C222D4A704392DD812ABE7F848A" ma:contentTypeVersion="10" ma:contentTypeDescription="新しいドキュメントを作成します。" ma:contentTypeScope="" ma:versionID="69aef985f427d6df22868eedf41448bf">
  <xsd:schema xmlns:xsd="http://www.w3.org/2001/XMLSchema" xmlns:xs="http://www.w3.org/2001/XMLSchema" xmlns:p="http://schemas.microsoft.com/office/2006/metadata/properties" xmlns:ns2="2fd442da-66a9-4fa6-ba31-eb0d54ad1381" targetNamespace="http://schemas.microsoft.com/office/2006/metadata/properties" ma:root="true" ma:fieldsID="5ea8d7fed5e91ecceba9cbd3c6ab47c3" ns2:_="">
    <xsd:import namespace="2fd442da-66a9-4fa6-ba31-eb0d54ad138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d442da-66a9-4fa6-ba31-eb0d54ad13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a5fcdd6f-42ce-4fb7-9ce2-d9614ea932c1"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5C4C8B0-6EB0-4725-9E86-BE2C3085FBC0}">
  <ds:schemaRefs>
    <ds:schemaRef ds:uri="http://schemas.microsoft.com/office/2006/documentManagement/types"/>
    <ds:schemaRef ds:uri="http://schemas.microsoft.com/office/2006/metadata/properties"/>
    <ds:schemaRef ds:uri="http://purl.org/dc/dcmitype/"/>
    <ds:schemaRef ds:uri="http://schemas.openxmlformats.org/package/2006/metadata/core-properties"/>
    <ds:schemaRef ds:uri="http://purl.org/dc/elements/1.1/"/>
    <ds:schemaRef ds:uri="http://www.w3.org/XML/1998/namespace"/>
    <ds:schemaRef ds:uri="http://schemas.microsoft.com/office/infopath/2007/PartnerControls"/>
    <ds:schemaRef ds:uri="2fd442da-66a9-4fa6-ba31-eb0d54ad1381"/>
    <ds:schemaRef ds:uri="http://purl.org/dc/terms/"/>
  </ds:schemaRefs>
</ds:datastoreItem>
</file>

<file path=customXml/itemProps2.xml><?xml version="1.0" encoding="utf-8"?>
<ds:datastoreItem xmlns:ds="http://schemas.openxmlformats.org/officeDocument/2006/customXml" ds:itemID="{A006C05C-35AE-42AE-B311-75EA963A6159}">
  <ds:schemaRefs>
    <ds:schemaRef ds:uri="http://schemas.microsoft.com/sharepoint/v3/contenttype/forms"/>
  </ds:schemaRefs>
</ds:datastoreItem>
</file>

<file path=customXml/itemProps3.xml><?xml version="1.0" encoding="utf-8"?>
<ds:datastoreItem xmlns:ds="http://schemas.openxmlformats.org/officeDocument/2006/customXml" ds:itemID="{8E8F9DE3-9ADA-40F4-B0AA-7400C3198146}">
  <ds:schemaRefs>
    <ds:schemaRef ds:uri="2fd442da-66a9-4fa6-ba31-eb0d54ad138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0afc5a3f-0922-4aa7-a367-78e87777e348}" enabled="0" method="" siteId="{0afc5a3f-0922-4aa7-a367-78e87777e348}" removed="1"/>
</clbl:labelList>
</file>

<file path=docProps/app.xml><?xml version="1.0" encoding="utf-8"?>
<Properties xmlns="http://schemas.openxmlformats.org/officeDocument/2006/extended-properties" xmlns:vt="http://schemas.openxmlformats.org/officeDocument/2006/docPropsVTypes">
  <Template>Office Theme</Template>
  <TotalTime>22</TotalTime>
  <Words>1270</Words>
  <Application>Microsoft Office PowerPoint</Application>
  <PresentationFormat>ワイド画面</PresentationFormat>
  <Paragraphs>317</Paragraphs>
  <Slides>11</Slides>
  <Notes>1</Notes>
  <HiddenSlides>0</HiddenSlides>
  <MMClips>0</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11</vt:i4>
      </vt:variant>
    </vt:vector>
  </HeadingPairs>
  <TitlesOfParts>
    <vt:vector size="20" baseType="lpstr">
      <vt:lpstr>Meiryo UI</vt:lpstr>
      <vt:lpstr>游ゴシック</vt:lpstr>
      <vt:lpstr>游ゴシック</vt:lpstr>
      <vt:lpstr>Yu Gothic Medium</vt:lpstr>
      <vt:lpstr>游明朝</vt:lpstr>
      <vt:lpstr>Arial</vt:lpstr>
      <vt:lpstr>Calibri</vt:lpstr>
      <vt:lpstr>Wingdings</vt:lpstr>
      <vt:lpstr>Office テーマ</vt:lpstr>
      <vt:lpstr>概算御見積(第1.0版）</vt:lpstr>
      <vt:lpstr>１. プロジェクトの背景と目的</vt:lpstr>
      <vt:lpstr>２. システム構成</vt:lpstr>
      <vt:lpstr>３. 対象機能数</vt:lpstr>
      <vt:lpstr>４. スケジュール（想定）</vt:lpstr>
      <vt:lpstr>５. 体制（想定）</vt:lpstr>
      <vt:lpstr>６. 各工程での想定作業内容</vt:lpstr>
      <vt:lpstr>７. 想定している成果物</vt:lpstr>
      <vt:lpstr>８. 想定している会議体</vt:lpstr>
      <vt:lpstr>９. お見積もり（XenAPP 千葉事業所）</vt:lpstr>
      <vt:lpstr>10. お見積もり前提条件</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田村 晃</dc:creator>
  <cp:lastModifiedBy>髙浦祐朗</cp:lastModifiedBy>
  <cp:revision>1</cp:revision>
  <dcterms:created xsi:type="dcterms:W3CDTF">2021-02-05T06:36:21Z</dcterms:created>
  <dcterms:modified xsi:type="dcterms:W3CDTF">2025-08-18T08:47:19Z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0x0101008B207C222D4A704392DD812ABE7F848A</vt:lpwstr>
  </property>
  <property fmtid="{D5CDD505-2E9C-101B-9397-08002B2CF9AE}" pid="3" name="MediaServiceImageTags">
    <vt:lpwstr/>
  </property>
</Properties>
</file>