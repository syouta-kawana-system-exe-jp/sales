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7"/>
  </p:notesMasterIdLst>
  <p:handoutMasterIdLst>
    <p:handoutMasterId r:id="rId18"/>
  </p:handoutMasterIdLst>
  <p:sldIdLst>
    <p:sldId id="1139" r:id="rId5"/>
    <p:sldId id="1140" r:id="rId6"/>
    <p:sldId id="1141" r:id="rId7"/>
    <p:sldId id="1142" r:id="rId8"/>
    <p:sldId id="1143" r:id="rId9"/>
    <p:sldId id="1144" r:id="rId10"/>
    <p:sldId id="1145" r:id="rId11"/>
    <p:sldId id="1146" r:id="rId12"/>
    <p:sldId id="930" r:id="rId13"/>
    <p:sldId id="1147" r:id="rId14"/>
    <p:sldId id="1148" r:id="rId15"/>
    <p:sldId id="114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3" userDrawn="1">
          <p15:clr>
            <a:srgbClr val="A4A3A4"/>
          </p15:clr>
        </p15:guide>
        <p15:guide id="2" pos="3840" userDrawn="1">
          <p15:clr>
            <a:srgbClr val="A4A3A4"/>
          </p15:clr>
        </p15:guide>
        <p15:guide id="3" pos="3545" userDrawn="1">
          <p15:clr>
            <a:srgbClr val="A4A3A4"/>
          </p15:clr>
        </p15:guide>
        <p15:guide id="4" pos="7310" userDrawn="1">
          <p15:clr>
            <a:srgbClr val="A4A3A4"/>
          </p15:clr>
        </p15:guide>
        <p15:guide id="5" orient="horz" pos="68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3B5D"/>
    <a:srgbClr val="FFCC99"/>
    <a:srgbClr val="C00000"/>
    <a:srgbClr val="0000FF"/>
    <a:srgbClr val="99FF99"/>
    <a:srgbClr val="333399"/>
    <a:srgbClr val="323232"/>
    <a:srgbClr val="3333FF"/>
    <a:srgbClr val="FFFFCC"/>
    <a:srgbClr val="558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BC762-A36B-C0A8-BB98-13137AD794A3}" v="148" dt="2025-10-10T07:52:06.169"/>
    <p1510:client id="{6F92BE2E-F90B-2865-DFB6-8844B7A99071}" v="29" dt="2025-10-10T04:52:20.225"/>
    <p1510:client id="{7587AC46-28E4-4C17-905B-9784356B3F27}" v="300" dt="2025-10-10T07:05:21.649"/>
    <p1510:client id="{A12611AA-23F2-7996-8DF3-7D7D5C431F97}" v="27" dt="2025-10-09T08:30:25.357"/>
    <p1510:client id="{B985A875-9956-480C-9869-666D54B559E8}" v="40" dt="2025-10-09T09:09:06.48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523"/>
        <p:guide pos="3840"/>
        <p:guide pos="3545"/>
        <p:guide pos="7310"/>
        <p:guide orient="horz" pos="686"/>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菊池北斗" userId="2679dd96-57bb-47d2-8f26-560d6e09a139" providerId="ADAL" clId="{CAC1E778-37FF-435F-AC48-B7F9BE2F66CB}"/>
    <pc:docChg chg="modSld">
      <pc:chgData name="菊池北斗" userId="2679dd96-57bb-47d2-8f26-560d6e09a139" providerId="ADAL" clId="{CAC1E778-37FF-435F-AC48-B7F9BE2F66CB}" dt="2025-10-09T09:09:06.481" v="39"/>
      <pc:docMkLst>
        <pc:docMk/>
      </pc:docMkLst>
      <pc:sldChg chg="modSp">
        <pc:chgData name="菊池北斗" userId="2679dd96-57bb-47d2-8f26-560d6e09a139" providerId="ADAL" clId="{CAC1E778-37FF-435F-AC48-B7F9BE2F66CB}" dt="2025-10-09T09:06:23.848" v="2"/>
        <pc:sldMkLst>
          <pc:docMk/>
          <pc:sldMk cId="1085123072" sldId="1141"/>
        </pc:sldMkLst>
        <pc:graphicFrameChg chg="mod">
          <ac:chgData name="菊池北斗" userId="2679dd96-57bb-47d2-8f26-560d6e09a139" providerId="ADAL" clId="{CAC1E778-37FF-435F-AC48-B7F9BE2F66CB}" dt="2025-10-09T09:06:23.848" v="2"/>
          <ac:graphicFrameMkLst>
            <pc:docMk/>
            <pc:sldMk cId="1085123072" sldId="1141"/>
            <ac:graphicFrameMk id="11" creationId="{A44AD7BC-F48A-CF96-1002-A77A1AFC7FBA}"/>
          </ac:graphicFrameMkLst>
        </pc:graphicFrameChg>
      </pc:sldChg>
      <pc:sldChg chg="modSp mod">
        <pc:chgData name="菊池北斗" userId="2679dd96-57bb-47d2-8f26-560d6e09a139" providerId="ADAL" clId="{CAC1E778-37FF-435F-AC48-B7F9BE2F66CB}" dt="2025-10-09T09:08:24.469" v="36" actId="20577"/>
        <pc:sldMkLst>
          <pc:docMk/>
          <pc:sldMk cId="1571268768" sldId="1142"/>
        </pc:sldMkLst>
        <pc:graphicFrameChg chg="mod modGraphic">
          <ac:chgData name="菊池北斗" userId="2679dd96-57bb-47d2-8f26-560d6e09a139" providerId="ADAL" clId="{CAC1E778-37FF-435F-AC48-B7F9BE2F66CB}" dt="2025-10-09T09:08:24.469" v="36" actId="20577"/>
          <ac:graphicFrameMkLst>
            <pc:docMk/>
            <pc:sldMk cId="1571268768" sldId="1142"/>
            <ac:graphicFrameMk id="8" creationId="{83A4599F-659B-87BC-AEAD-FC6C71ADBEC7}"/>
          </ac:graphicFrameMkLst>
        </pc:graphicFrameChg>
      </pc:sldChg>
      <pc:sldChg chg="modSp">
        <pc:chgData name="菊池北斗" userId="2679dd96-57bb-47d2-8f26-560d6e09a139" providerId="ADAL" clId="{CAC1E778-37FF-435F-AC48-B7F9BE2F66CB}" dt="2025-10-09T09:09:06.481" v="39"/>
        <pc:sldMkLst>
          <pc:docMk/>
          <pc:sldMk cId="2005327810" sldId="1143"/>
        </pc:sldMkLst>
        <pc:graphicFrameChg chg="mod">
          <ac:chgData name="菊池北斗" userId="2679dd96-57bb-47d2-8f26-560d6e09a139" providerId="ADAL" clId="{CAC1E778-37FF-435F-AC48-B7F9BE2F66CB}" dt="2025-10-09T09:09:06.481" v="39"/>
          <ac:graphicFrameMkLst>
            <pc:docMk/>
            <pc:sldMk cId="2005327810" sldId="1143"/>
            <ac:graphicFrameMk id="8" creationId="{B213CEB8-B1EB-06B7-5114-021E18569BB8}"/>
          </ac:graphicFrameMkLst>
        </pc:graphicFrameChg>
      </pc:sldChg>
    </pc:docChg>
  </pc:docChgLst>
  <pc:docChgLst>
    <pc:chgData name="菊池北斗" userId="S::hokuto.kikuchi@system-exe.jp::2679dd96-57bb-47d2-8f26-560d6e09a139" providerId="AD" clId="Web-{6F92BE2E-F90B-2865-DFB6-8844B7A99071}"/>
    <pc:docChg chg="modSld">
      <pc:chgData name="菊池北斗" userId="S::hokuto.kikuchi@system-exe.jp::2679dd96-57bb-47d2-8f26-560d6e09a139" providerId="AD" clId="Web-{6F92BE2E-F90B-2865-DFB6-8844B7A99071}" dt="2025-10-10T04:52:20.225" v="28" actId="1076"/>
      <pc:docMkLst>
        <pc:docMk/>
      </pc:docMkLst>
      <pc:sldChg chg="addSp modSp">
        <pc:chgData name="菊池北斗" userId="S::hokuto.kikuchi@system-exe.jp::2679dd96-57bb-47d2-8f26-560d6e09a139" providerId="AD" clId="Web-{6F92BE2E-F90B-2865-DFB6-8844B7A99071}" dt="2025-10-10T04:51:39.365" v="13" actId="20577"/>
        <pc:sldMkLst>
          <pc:docMk/>
          <pc:sldMk cId="1085123072" sldId="1141"/>
        </pc:sldMkLst>
        <pc:spChg chg="add mod">
          <ac:chgData name="菊池北斗" userId="S::hokuto.kikuchi@system-exe.jp::2679dd96-57bb-47d2-8f26-560d6e09a139" providerId="AD" clId="Web-{6F92BE2E-F90B-2865-DFB6-8844B7A99071}" dt="2025-10-10T04:51:39.365" v="13" actId="20577"/>
          <ac:spMkLst>
            <pc:docMk/>
            <pc:sldMk cId="1085123072" sldId="1141"/>
            <ac:spMk id="6" creationId="{C6487E2E-D9F4-6784-5242-7FD5C9460209}"/>
          </ac:spMkLst>
        </pc:spChg>
      </pc:sldChg>
      <pc:sldChg chg="addSp delSp modSp">
        <pc:chgData name="菊池北斗" userId="S::hokuto.kikuchi@system-exe.jp::2679dd96-57bb-47d2-8f26-560d6e09a139" providerId="AD" clId="Web-{6F92BE2E-F90B-2865-DFB6-8844B7A99071}" dt="2025-10-10T04:51:54.506" v="17"/>
        <pc:sldMkLst>
          <pc:docMk/>
          <pc:sldMk cId="1571268768" sldId="1142"/>
        </pc:sldMkLst>
        <pc:spChg chg="add del mod">
          <ac:chgData name="菊池北斗" userId="S::hokuto.kikuchi@system-exe.jp::2679dd96-57bb-47d2-8f26-560d6e09a139" providerId="AD" clId="Web-{6F92BE2E-F90B-2865-DFB6-8844B7A99071}" dt="2025-10-10T04:51:54.506" v="17"/>
          <ac:spMkLst>
            <pc:docMk/>
            <pc:sldMk cId="1571268768" sldId="1142"/>
            <ac:spMk id="6" creationId="{C36439A2-C118-39CD-764A-34B202A68C02}"/>
          </ac:spMkLst>
        </pc:spChg>
      </pc:sldChg>
      <pc:sldChg chg="addSp modSp">
        <pc:chgData name="菊池北斗" userId="S::hokuto.kikuchi@system-exe.jp::2679dd96-57bb-47d2-8f26-560d6e09a139" providerId="AD" clId="Web-{6F92BE2E-F90B-2865-DFB6-8844B7A99071}" dt="2025-10-10T04:52:20.225" v="28" actId="1076"/>
        <pc:sldMkLst>
          <pc:docMk/>
          <pc:sldMk cId="2005327810" sldId="1143"/>
        </pc:sldMkLst>
        <pc:spChg chg="add mod">
          <ac:chgData name="菊池北斗" userId="S::hokuto.kikuchi@system-exe.jp::2679dd96-57bb-47d2-8f26-560d6e09a139" providerId="AD" clId="Web-{6F92BE2E-F90B-2865-DFB6-8844B7A99071}" dt="2025-10-10T04:52:20.225" v="28" actId="1076"/>
          <ac:spMkLst>
            <pc:docMk/>
            <pc:sldMk cId="2005327810" sldId="1143"/>
            <ac:spMk id="5" creationId="{C36439A2-C118-39CD-764A-34B202A68C02}"/>
          </ac:spMkLst>
        </pc:spChg>
      </pc:sldChg>
    </pc:docChg>
  </pc:docChgLst>
  <pc:docChgLst>
    <pc:chgData name="髙浦祐朗" userId="d6d860fe-bc64-411b-9605-a16d1ba875f6" providerId="ADAL" clId="{A65FDE6D-D768-44DB-ADF3-5348D2950BED}"/>
    <pc:docChg chg="undo custSel modSld">
      <pc:chgData name="髙浦祐朗" userId="d6d860fe-bc64-411b-9605-a16d1ba875f6" providerId="ADAL" clId="{A65FDE6D-D768-44DB-ADF3-5348D2950BED}" dt="2025-10-10T07:05:21.649" v="396"/>
      <pc:docMkLst>
        <pc:docMk/>
      </pc:docMkLst>
      <pc:sldChg chg="modSp mod">
        <pc:chgData name="髙浦祐朗" userId="d6d860fe-bc64-411b-9605-a16d1ba875f6" providerId="ADAL" clId="{A65FDE6D-D768-44DB-ADF3-5348D2950BED}" dt="2025-10-09T05:44:00.627" v="58" actId="1076"/>
        <pc:sldMkLst>
          <pc:docMk/>
          <pc:sldMk cId="2773359765" sldId="340"/>
        </pc:sldMkLst>
        <pc:spChg chg="mod">
          <ac:chgData name="髙浦祐朗" userId="d6d860fe-bc64-411b-9605-a16d1ba875f6" providerId="ADAL" clId="{A65FDE6D-D768-44DB-ADF3-5348D2950BED}" dt="2025-10-09T05:44:00.627" v="58" actId="1076"/>
          <ac:spMkLst>
            <pc:docMk/>
            <pc:sldMk cId="2773359765" sldId="340"/>
            <ac:spMk id="3" creationId="{00000000-0000-0000-0000-000000000000}"/>
          </ac:spMkLst>
        </pc:spChg>
      </pc:sldChg>
      <pc:sldChg chg="modSp mod">
        <pc:chgData name="髙浦祐朗" userId="d6d860fe-bc64-411b-9605-a16d1ba875f6" providerId="ADAL" clId="{A65FDE6D-D768-44DB-ADF3-5348D2950BED}" dt="2025-10-09T05:48:48.616" v="168" actId="14100"/>
        <pc:sldMkLst>
          <pc:docMk/>
          <pc:sldMk cId="1872470126" sldId="667"/>
        </pc:sldMkLst>
        <pc:spChg chg="mod">
          <ac:chgData name="髙浦祐朗" userId="d6d860fe-bc64-411b-9605-a16d1ba875f6" providerId="ADAL" clId="{A65FDE6D-D768-44DB-ADF3-5348D2950BED}" dt="2025-10-09T05:48:48.616" v="168" actId="14100"/>
          <ac:spMkLst>
            <pc:docMk/>
            <pc:sldMk cId="1872470126" sldId="667"/>
            <ac:spMk id="3" creationId="{00000000-0000-0000-0000-000000000000}"/>
          </ac:spMkLst>
        </pc:spChg>
      </pc:sldChg>
      <pc:sldChg chg="modSp mod">
        <pc:chgData name="髙浦祐朗" userId="d6d860fe-bc64-411b-9605-a16d1ba875f6" providerId="ADAL" clId="{A65FDE6D-D768-44DB-ADF3-5348D2950BED}" dt="2025-10-09T05:43:34.337" v="55" actId="1076"/>
        <pc:sldMkLst>
          <pc:docMk/>
          <pc:sldMk cId="3602103880" sldId="871"/>
        </pc:sldMkLst>
        <pc:graphicFrameChg chg="mod">
          <ac:chgData name="髙浦祐朗" userId="d6d860fe-bc64-411b-9605-a16d1ba875f6" providerId="ADAL" clId="{A65FDE6D-D768-44DB-ADF3-5348D2950BED}" dt="2025-10-09T05:43:34.337" v="55" actId="1076"/>
          <ac:graphicFrameMkLst>
            <pc:docMk/>
            <pc:sldMk cId="3602103880" sldId="871"/>
            <ac:graphicFrameMk id="3" creationId="{0B9D9523-E934-5B5E-FEC2-15326CA027D6}"/>
          </ac:graphicFrameMkLst>
        </pc:graphicFrameChg>
      </pc:sldChg>
      <pc:sldChg chg="addSp modSp mod">
        <pc:chgData name="髙浦祐朗" userId="d6d860fe-bc64-411b-9605-a16d1ba875f6" providerId="ADAL" clId="{A65FDE6D-D768-44DB-ADF3-5348D2950BED}" dt="2025-10-10T05:06:48.005" v="318" actId="14100"/>
        <pc:sldMkLst>
          <pc:docMk/>
          <pc:sldMk cId="1851614100" sldId="930"/>
        </pc:sldMkLst>
        <pc:cxnChg chg="add mod">
          <ac:chgData name="髙浦祐朗" userId="d6d860fe-bc64-411b-9605-a16d1ba875f6" providerId="ADAL" clId="{A65FDE6D-D768-44DB-ADF3-5348D2950BED}" dt="2025-10-10T05:06:48.005" v="318" actId="14100"/>
          <ac:cxnSpMkLst>
            <pc:docMk/>
            <pc:sldMk cId="1851614100" sldId="930"/>
            <ac:cxnSpMk id="4" creationId="{1457E64E-B8F8-655A-5FE6-5D4EBF0EDA83}"/>
          </ac:cxnSpMkLst>
        </pc:cxnChg>
      </pc:sldChg>
      <pc:sldChg chg="modSp mod">
        <pc:chgData name="髙浦祐朗" userId="d6d860fe-bc64-411b-9605-a16d1ba875f6" providerId="ADAL" clId="{A65FDE6D-D768-44DB-ADF3-5348D2950BED}" dt="2025-10-09T05:57:29.036" v="314" actId="1035"/>
        <pc:sldMkLst>
          <pc:docMk/>
          <pc:sldMk cId="331678157" sldId="1133"/>
        </pc:sldMkLst>
        <pc:spChg chg="mod">
          <ac:chgData name="髙浦祐朗" userId="d6d860fe-bc64-411b-9605-a16d1ba875f6" providerId="ADAL" clId="{A65FDE6D-D768-44DB-ADF3-5348D2950BED}" dt="2025-10-09T05:42:35.006" v="36" actId="1035"/>
          <ac:spMkLst>
            <pc:docMk/>
            <pc:sldMk cId="331678157" sldId="1133"/>
            <ac:spMk id="12" creationId="{1A88D3B0-2F83-47EB-BE2A-352B54B7B59A}"/>
          </ac:spMkLst>
        </pc:spChg>
        <pc:spChg chg="mod">
          <ac:chgData name="髙浦祐朗" userId="d6d860fe-bc64-411b-9605-a16d1ba875f6" providerId="ADAL" clId="{A65FDE6D-D768-44DB-ADF3-5348D2950BED}" dt="2025-10-09T05:42:35.006" v="36" actId="1035"/>
          <ac:spMkLst>
            <pc:docMk/>
            <pc:sldMk cId="331678157" sldId="1133"/>
            <ac:spMk id="18" creationId="{DD5AAF0D-F184-FC81-7DF0-7A611ADB55D7}"/>
          </ac:spMkLst>
        </pc:spChg>
        <pc:spChg chg="mod">
          <ac:chgData name="髙浦祐朗" userId="d6d860fe-bc64-411b-9605-a16d1ba875f6" providerId="ADAL" clId="{A65FDE6D-D768-44DB-ADF3-5348D2950BED}" dt="2025-10-09T05:57:29.036" v="314" actId="1035"/>
          <ac:spMkLst>
            <pc:docMk/>
            <pc:sldMk cId="331678157" sldId="1133"/>
            <ac:spMk id="29" creationId="{7DEDDCC8-CCCF-9B14-D4A1-83D77B60382C}"/>
          </ac:spMkLst>
        </pc:spChg>
        <pc:spChg chg="mod">
          <ac:chgData name="髙浦祐朗" userId="d6d860fe-bc64-411b-9605-a16d1ba875f6" providerId="ADAL" clId="{A65FDE6D-D768-44DB-ADF3-5348D2950BED}" dt="2025-10-09T05:42:35.006" v="36" actId="1035"/>
          <ac:spMkLst>
            <pc:docMk/>
            <pc:sldMk cId="331678157" sldId="1133"/>
            <ac:spMk id="42" creationId="{6B32E8AA-85CD-7D7C-1DEE-E11B20073021}"/>
          </ac:spMkLst>
        </pc:spChg>
        <pc:graphicFrameChg chg="mod">
          <ac:chgData name="髙浦祐朗" userId="d6d860fe-bc64-411b-9605-a16d1ba875f6" providerId="ADAL" clId="{A65FDE6D-D768-44DB-ADF3-5348D2950BED}" dt="2025-10-09T05:43:08.976" v="39" actId="1076"/>
          <ac:graphicFrameMkLst>
            <pc:docMk/>
            <pc:sldMk cId="331678157" sldId="1133"/>
            <ac:graphicFrameMk id="5" creationId="{E78CF1A0-D190-5F35-BC1F-D49B87915ED6}"/>
          </ac:graphicFrameMkLst>
        </pc:graphicFrameChg>
        <pc:graphicFrameChg chg="mod">
          <ac:chgData name="髙浦祐朗" userId="d6d860fe-bc64-411b-9605-a16d1ba875f6" providerId="ADAL" clId="{A65FDE6D-D768-44DB-ADF3-5348D2950BED}" dt="2025-10-09T05:42:35.006" v="36" actId="1035"/>
          <ac:graphicFrameMkLst>
            <pc:docMk/>
            <pc:sldMk cId="331678157" sldId="1133"/>
            <ac:graphicFrameMk id="19" creationId="{E15EEB40-D23E-DE13-0A20-A16EAF37ABE3}"/>
          </ac:graphicFrameMkLst>
        </pc:graphicFrameChg>
        <pc:graphicFrameChg chg="mod">
          <ac:chgData name="髙浦祐朗" userId="d6d860fe-bc64-411b-9605-a16d1ba875f6" providerId="ADAL" clId="{A65FDE6D-D768-44DB-ADF3-5348D2950BED}" dt="2025-10-09T05:42:35.006" v="36" actId="1035"/>
          <ac:graphicFrameMkLst>
            <pc:docMk/>
            <pc:sldMk cId="331678157" sldId="1133"/>
            <ac:graphicFrameMk id="24" creationId="{8994F1D8-C89B-0D5E-9DB1-BF99185F9DD8}"/>
          </ac:graphicFrameMkLst>
        </pc:graphicFrameChg>
        <pc:graphicFrameChg chg="mod">
          <ac:chgData name="髙浦祐朗" userId="d6d860fe-bc64-411b-9605-a16d1ba875f6" providerId="ADAL" clId="{A65FDE6D-D768-44DB-ADF3-5348D2950BED}" dt="2025-10-09T05:42:35.006" v="36" actId="1035"/>
          <ac:graphicFrameMkLst>
            <pc:docMk/>
            <pc:sldMk cId="331678157" sldId="1133"/>
            <ac:graphicFrameMk id="30" creationId="{6DCC5B27-DBDD-2133-B7F5-065D758A9E5E}"/>
          </ac:graphicFrameMkLst>
        </pc:graphicFrameChg>
        <pc:graphicFrameChg chg="mod">
          <ac:chgData name="髙浦祐朗" userId="d6d860fe-bc64-411b-9605-a16d1ba875f6" providerId="ADAL" clId="{A65FDE6D-D768-44DB-ADF3-5348D2950BED}" dt="2025-10-09T05:42:35.006" v="36" actId="1035"/>
          <ac:graphicFrameMkLst>
            <pc:docMk/>
            <pc:sldMk cId="331678157" sldId="1133"/>
            <ac:graphicFrameMk id="32" creationId="{986907BD-75D2-CD04-FDC6-2159D226D461}"/>
          </ac:graphicFrameMkLst>
        </pc:graphicFrameChg>
        <pc:graphicFrameChg chg="mod">
          <ac:chgData name="髙浦祐朗" userId="d6d860fe-bc64-411b-9605-a16d1ba875f6" providerId="ADAL" clId="{A65FDE6D-D768-44DB-ADF3-5348D2950BED}" dt="2025-10-09T05:42:35.006" v="36" actId="1035"/>
          <ac:graphicFrameMkLst>
            <pc:docMk/>
            <pc:sldMk cId="331678157" sldId="1133"/>
            <ac:graphicFrameMk id="38" creationId="{C987718D-785F-F0C3-5BC6-FFFF562BCBF3}"/>
          </ac:graphicFrameMkLst>
        </pc:graphicFrameChg>
        <pc:graphicFrameChg chg="mod">
          <ac:chgData name="髙浦祐朗" userId="d6d860fe-bc64-411b-9605-a16d1ba875f6" providerId="ADAL" clId="{A65FDE6D-D768-44DB-ADF3-5348D2950BED}" dt="2025-10-09T05:42:35.006" v="36" actId="1035"/>
          <ac:graphicFrameMkLst>
            <pc:docMk/>
            <pc:sldMk cId="331678157" sldId="1133"/>
            <ac:graphicFrameMk id="40" creationId="{9F77034F-3AA6-D7E5-073A-C023AA0DC68F}"/>
          </ac:graphicFrameMkLst>
        </pc:graphicFrameChg>
      </pc:sldChg>
      <pc:sldChg chg="addSp modSp mod">
        <pc:chgData name="髙浦祐朗" userId="d6d860fe-bc64-411b-9605-a16d1ba875f6" providerId="ADAL" clId="{A65FDE6D-D768-44DB-ADF3-5348D2950BED}" dt="2025-10-09T05:53:55.770" v="306"/>
        <pc:sldMkLst>
          <pc:docMk/>
          <pc:sldMk cId="3244569936" sldId="1134"/>
        </pc:sldMkLst>
        <pc:spChg chg="mod">
          <ac:chgData name="髙浦祐朗" userId="d6d860fe-bc64-411b-9605-a16d1ba875f6" providerId="ADAL" clId="{A65FDE6D-D768-44DB-ADF3-5348D2950BED}" dt="2025-10-09T05:50:17.934" v="191" actId="20577"/>
          <ac:spMkLst>
            <pc:docMk/>
            <pc:sldMk cId="3244569936" sldId="1134"/>
            <ac:spMk id="2" creationId="{00000000-0000-0000-0000-000000000000}"/>
          </ac:spMkLst>
        </pc:spChg>
        <pc:spChg chg="add mod">
          <ac:chgData name="髙浦祐朗" userId="d6d860fe-bc64-411b-9605-a16d1ba875f6" providerId="ADAL" clId="{A65FDE6D-D768-44DB-ADF3-5348D2950BED}" dt="2025-10-09T05:51:52.491" v="267"/>
          <ac:spMkLst>
            <pc:docMk/>
            <pc:sldMk cId="3244569936" sldId="1134"/>
            <ac:spMk id="5" creationId="{1247C5C2-7B31-F6FA-B486-2E92AC6E2904}"/>
          </ac:spMkLst>
        </pc:spChg>
        <pc:graphicFrameChg chg="mod modGraphic">
          <ac:chgData name="髙浦祐朗" userId="d6d860fe-bc64-411b-9605-a16d1ba875f6" providerId="ADAL" clId="{A65FDE6D-D768-44DB-ADF3-5348D2950BED}" dt="2025-10-09T05:53:55.770" v="306"/>
          <ac:graphicFrameMkLst>
            <pc:docMk/>
            <pc:sldMk cId="3244569936" sldId="1134"/>
            <ac:graphicFrameMk id="11" creationId="{A44AD7BC-F48A-CF96-1002-A77A1AFC7FBA}"/>
          </ac:graphicFrameMkLst>
        </pc:graphicFrameChg>
      </pc:sldChg>
      <pc:sldChg chg="addSp modSp mod">
        <pc:chgData name="髙浦祐朗" userId="d6d860fe-bc64-411b-9605-a16d1ba875f6" providerId="ADAL" clId="{A65FDE6D-D768-44DB-ADF3-5348D2950BED}" dt="2025-10-09T05:53:47.512" v="300"/>
        <pc:sldMkLst>
          <pc:docMk/>
          <pc:sldMk cId="850131655" sldId="1135"/>
        </pc:sldMkLst>
        <pc:spChg chg="mod">
          <ac:chgData name="髙浦祐朗" userId="d6d860fe-bc64-411b-9605-a16d1ba875f6" providerId="ADAL" clId="{A65FDE6D-D768-44DB-ADF3-5348D2950BED}" dt="2025-10-09T05:50:08.116" v="189" actId="20577"/>
          <ac:spMkLst>
            <pc:docMk/>
            <pc:sldMk cId="850131655" sldId="1135"/>
            <ac:spMk id="2" creationId="{AF476666-70F4-B377-03B6-0D33A33A47D0}"/>
          </ac:spMkLst>
        </pc:spChg>
        <pc:spChg chg="add mod">
          <ac:chgData name="髙浦祐朗" userId="d6d860fe-bc64-411b-9605-a16d1ba875f6" providerId="ADAL" clId="{A65FDE6D-D768-44DB-ADF3-5348D2950BED}" dt="2025-10-09T05:51:38.835" v="263" actId="14100"/>
          <ac:spMkLst>
            <pc:docMk/>
            <pc:sldMk cId="850131655" sldId="1135"/>
            <ac:spMk id="4" creationId="{1224137D-7F32-E373-0997-680AB9B149C1}"/>
          </ac:spMkLst>
        </pc:spChg>
        <pc:graphicFrameChg chg="mod modGraphic">
          <ac:chgData name="髙浦祐朗" userId="d6d860fe-bc64-411b-9605-a16d1ba875f6" providerId="ADAL" clId="{A65FDE6D-D768-44DB-ADF3-5348D2950BED}" dt="2025-10-09T05:53:47.512" v="300"/>
          <ac:graphicFrameMkLst>
            <pc:docMk/>
            <pc:sldMk cId="850131655" sldId="1135"/>
            <ac:graphicFrameMk id="8" creationId="{83A4599F-659B-87BC-AEAD-FC6C71ADBEC7}"/>
          </ac:graphicFrameMkLst>
        </pc:graphicFrameChg>
      </pc:sldChg>
      <pc:sldChg chg="addSp modSp mod">
        <pc:chgData name="髙浦祐朗" userId="d6d860fe-bc64-411b-9605-a16d1ba875f6" providerId="ADAL" clId="{A65FDE6D-D768-44DB-ADF3-5348D2950BED}" dt="2025-10-09T05:54:07.627" v="312"/>
        <pc:sldMkLst>
          <pc:docMk/>
          <pc:sldMk cId="2972701810" sldId="1136"/>
        </pc:sldMkLst>
        <pc:spChg chg="mod">
          <ac:chgData name="髙浦祐朗" userId="d6d860fe-bc64-411b-9605-a16d1ba875f6" providerId="ADAL" clId="{A65FDE6D-D768-44DB-ADF3-5348D2950BED}" dt="2025-10-09T05:52:30.489" v="292" actId="20577"/>
          <ac:spMkLst>
            <pc:docMk/>
            <pc:sldMk cId="2972701810" sldId="1136"/>
            <ac:spMk id="2" creationId="{B93D4C32-37CC-FA3D-CDD7-21AE8FD505AB}"/>
          </ac:spMkLst>
        </pc:spChg>
        <pc:spChg chg="add mod">
          <ac:chgData name="髙浦祐朗" userId="d6d860fe-bc64-411b-9605-a16d1ba875f6" providerId="ADAL" clId="{A65FDE6D-D768-44DB-ADF3-5348D2950BED}" dt="2025-10-09T05:52:21.409" v="291"/>
          <ac:spMkLst>
            <pc:docMk/>
            <pc:sldMk cId="2972701810" sldId="1136"/>
            <ac:spMk id="4" creationId="{5827EE50-178D-9827-0F42-E40B55B506C3}"/>
          </ac:spMkLst>
        </pc:spChg>
        <pc:graphicFrameChg chg="mod modGraphic">
          <ac:chgData name="髙浦祐朗" userId="d6d860fe-bc64-411b-9605-a16d1ba875f6" providerId="ADAL" clId="{A65FDE6D-D768-44DB-ADF3-5348D2950BED}" dt="2025-10-09T05:54:07.627" v="312"/>
          <ac:graphicFrameMkLst>
            <pc:docMk/>
            <pc:sldMk cId="2972701810" sldId="1136"/>
            <ac:graphicFrameMk id="8" creationId="{B213CEB8-B1EB-06B7-5114-021E18569BB8}"/>
          </ac:graphicFrameMkLst>
        </pc:graphicFrameChg>
      </pc:sldChg>
      <pc:sldChg chg="modSp mod">
        <pc:chgData name="髙浦祐朗" userId="d6d860fe-bc64-411b-9605-a16d1ba875f6" providerId="ADAL" clId="{A65FDE6D-D768-44DB-ADF3-5348D2950BED}" dt="2025-10-09T05:53:00.110" v="294" actId="404"/>
        <pc:sldMkLst>
          <pc:docMk/>
          <pc:sldMk cId="3662719678" sldId="1137"/>
        </pc:sldMkLst>
        <pc:spChg chg="mod">
          <ac:chgData name="髙浦祐朗" userId="d6d860fe-bc64-411b-9605-a16d1ba875f6" providerId="ADAL" clId="{A65FDE6D-D768-44DB-ADF3-5348D2950BED}" dt="2025-10-09T05:46:11.295" v="98" actId="1035"/>
          <ac:spMkLst>
            <pc:docMk/>
            <pc:sldMk cId="3662719678" sldId="1137"/>
            <ac:spMk id="4" creationId="{FE7025AE-221B-ED86-DB0F-6004A299058B}"/>
          </ac:spMkLst>
        </pc:spChg>
        <pc:graphicFrameChg chg="mod modGraphic">
          <ac:chgData name="髙浦祐朗" userId="d6d860fe-bc64-411b-9605-a16d1ba875f6" providerId="ADAL" clId="{A65FDE6D-D768-44DB-ADF3-5348D2950BED}" dt="2025-10-09T05:53:00.110" v="294" actId="404"/>
          <ac:graphicFrameMkLst>
            <pc:docMk/>
            <pc:sldMk cId="3662719678" sldId="1137"/>
            <ac:graphicFrameMk id="8" creationId="{C96E990C-E5B1-86CD-EA30-41DB6B07C286}"/>
          </ac:graphicFrameMkLst>
        </pc:graphicFrameChg>
      </pc:sldChg>
      <pc:sldChg chg="modSp mod">
        <pc:chgData name="髙浦祐朗" userId="d6d860fe-bc64-411b-9605-a16d1ba875f6" providerId="ADAL" clId="{A65FDE6D-D768-44DB-ADF3-5348D2950BED}" dt="2025-10-09T05:43:42.315" v="57" actId="1076"/>
        <pc:sldMkLst>
          <pc:docMk/>
          <pc:sldMk cId="3347357898" sldId="1138"/>
        </pc:sldMkLst>
        <pc:graphicFrameChg chg="mod">
          <ac:chgData name="髙浦祐朗" userId="d6d860fe-bc64-411b-9605-a16d1ba875f6" providerId="ADAL" clId="{A65FDE6D-D768-44DB-ADF3-5348D2950BED}" dt="2025-10-09T05:43:42.315" v="57" actId="1076"/>
          <ac:graphicFrameMkLst>
            <pc:docMk/>
            <pc:sldMk cId="3347357898" sldId="1138"/>
            <ac:graphicFrameMk id="3" creationId="{E896198E-DB4F-0201-A20A-DCB4D3641E56}"/>
          </ac:graphicFrameMkLst>
        </pc:graphicFrameChg>
      </pc:sldChg>
      <pc:sldChg chg="addSp modSp mod">
        <pc:chgData name="髙浦祐朗" userId="d6d860fe-bc64-411b-9605-a16d1ba875f6" providerId="ADAL" clId="{A65FDE6D-D768-44DB-ADF3-5348D2950BED}" dt="2025-10-10T05:10:04.323" v="377" actId="1036"/>
        <pc:sldMkLst>
          <pc:docMk/>
          <pc:sldMk cId="1571268768" sldId="1142"/>
        </pc:sldMkLst>
        <pc:spChg chg="add mod">
          <ac:chgData name="髙浦祐朗" userId="d6d860fe-bc64-411b-9605-a16d1ba875f6" providerId="ADAL" clId="{A65FDE6D-D768-44DB-ADF3-5348D2950BED}" dt="2025-10-10T05:10:04.323" v="377" actId="1036"/>
          <ac:spMkLst>
            <pc:docMk/>
            <pc:sldMk cId="1571268768" sldId="1142"/>
            <ac:spMk id="5" creationId="{2A7A2916-9A11-295C-FB77-F127844A706B}"/>
          </ac:spMkLst>
        </pc:spChg>
        <pc:graphicFrameChg chg="mod">
          <ac:chgData name="髙浦祐朗" userId="d6d860fe-bc64-411b-9605-a16d1ba875f6" providerId="ADAL" clId="{A65FDE6D-D768-44DB-ADF3-5348D2950BED}" dt="2025-10-10T05:09:35.630" v="345" actId="553"/>
          <ac:graphicFrameMkLst>
            <pc:docMk/>
            <pc:sldMk cId="1571268768" sldId="1142"/>
            <ac:graphicFrameMk id="8" creationId="{83A4599F-659B-87BC-AEAD-FC6C71ADBEC7}"/>
          </ac:graphicFrameMkLst>
        </pc:graphicFrameChg>
      </pc:sldChg>
      <pc:sldChg chg="modSp mod">
        <pc:chgData name="髙浦祐朗" userId="d6d860fe-bc64-411b-9605-a16d1ba875f6" providerId="ADAL" clId="{A65FDE6D-D768-44DB-ADF3-5348D2950BED}" dt="2025-10-10T07:05:21.649" v="396"/>
        <pc:sldMkLst>
          <pc:docMk/>
          <pc:sldMk cId="2005327810" sldId="1143"/>
        </pc:sldMkLst>
        <pc:spChg chg="mod">
          <ac:chgData name="髙浦祐朗" userId="d6d860fe-bc64-411b-9605-a16d1ba875f6" providerId="ADAL" clId="{A65FDE6D-D768-44DB-ADF3-5348D2950BED}" dt="2025-10-10T07:05:21.649" v="396"/>
          <ac:spMkLst>
            <pc:docMk/>
            <pc:sldMk cId="2005327810" sldId="1143"/>
            <ac:spMk id="5" creationId="{C36439A2-C118-39CD-764A-34B202A68C02}"/>
          </ac:spMkLst>
        </pc:spChg>
      </pc:sldChg>
      <pc:sldChg chg="modSp mod">
        <pc:chgData name="髙浦祐朗" userId="d6d860fe-bc64-411b-9605-a16d1ba875f6" providerId="ADAL" clId="{A65FDE6D-D768-44DB-ADF3-5348D2950BED}" dt="2025-10-10T05:07:17.640" v="326" actId="3064"/>
        <pc:sldMkLst>
          <pc:docMk/>
          <pc:sldMk cId="1678314766" sldId="1146"/>
        </pc:sldMkLst>
        <pc:graphicFrameChg chg="modGraphic">
          <ac:chgData name="髙浦祐朗" userId="d6d860fe-bc64-411b-9605-a16d1ba875f6" providerId="ADAL" clId="{A65FDE6D-D768-44DB-ADF3-5348D2950BED}" dt="2025-10-10T05:07:17.640" v="326" actId="3064"/>
          <ac:graphicFrameMkLst>
            <pc:docMk/>
            <pc:sldMk cId="1678314766" sldId="1146"/>
            <ac:graphicFrameMk id="3" creationId="{E896198E-DB4F-0201-A20A-DCB4D3641E56}"/>
          </ac:graphicFrameMkLst>
        </pc:graphicFrameChg>
      </pc:sldChg>
    </pc:docChg>
  </pc:docChgLst>
  <pc:docChgLst>
    <pc:chgData name="菊池北斗" userId="S::hokuto.kikuchi@system-exe.jp::2679dd96-57bb-47d2-8f26-560d6e09a139" providerId="AD" clId="Web-{444BC762-A36B-C0A8-BB98-13137AD794A3}"/>
    <pc:docChg chg="modSld">
      <pc:chgData name="菊池北斗" userId="S::hokuto.kikuchi@system-exe.jp::2679dd96-57bb-47d2-8f26-560d6e09a139" providerId="AD" clId="Web-{444BC762-A36B-C0A8-BB98-13137AD794A3}" dt="2025-10-10T07:52:04.732" v="88" actId="20577"/>
      <pc:docMkLst>
        <pc:docMk/>
      </pc:docMkLst>
      <pc:sldChg chg="modSp">
        <pc:chgData name="菊池北斗" userId="S::hokuto.kikuchi@system-exe.jp::2679dd96-57bb-47d2-8f26-560d6e09a139" providerId="AD" clId="Web-{444BC762-A36B-C0A8-BB98-13137AD794A3}" dt="2025-10-10T07:49:22.289" v="25"/>
        <pc:sldMkLst>
          <pc:docMk/>
          <pc:sldMk cId="1085123072" sldId="1141"/>
        </pc:sldMkLst>
        <pc:graphicFrameChg chg="mod modGraphic">
          <ac:chgData name="菊池北斗" userId="S::hokuto.kikuchi@system-exe.jp::2679dd96-57bb-47d2-8f26-560d6e09a139" providerId="AD" clId="Web-{444BC762-A36B-C0A8-BB98-13137AD794A3}" dt="2025-10-10T07:49:22.289" v="25"/>
          <ac:graphicFrameMkLst>
            <pc:docMk/>
            <pc:sldMk cId="1085123072" sldId="1141"/>
            <ac:graphicFrameMk id="11" creationId="{A44AD7BC-F48A-CF96-1002-A77A1AFC7FBA}"/>
          </ac:graphicFrameMkLst>
        </pc:graphicFrameChg>
      </pc:sldChg>
      <pc:sldChg chg="modSp">
        <pc:chgData name="菊池北斗" userId="S::hokuto.kikuchi@system-exe.jp::2679dd96-57bb-47d2-8f26-560d6e09a139" providerId="AD" clId="Web-{444BC762-A36B-C0A8-BB98-13137AD794A3}" dt="2025-10-10T07:50:17.088" v="53"/>
        <pc:sldMkLst>
          <pc:docMk/>
          <pc:sldMk cId="1571268768" sldId="1142"/>
        </pc:sldMkLst>
        <pc:graphicFrameChg chg="mod modGraphic">
          <ac:chgData name="菊池北斗" userId="S::hokuto.kikuchi@system-exe.jp::2679dd96-57bb-47d2-8f26-560d6e09a139" providerId="AD" clId="Web-{444BC762-A36B-C0A8-BB98-13137AD794A3}" dt="2025-10-10T07:50:17.088" v="53"/>
          <ac:graphicFrameMkLst>
            <pc:docMk/>
            <pc:sldMk cId="1571268768" sldId="1142"/>
            <ac:graphicFrameMk id="8" creationId="{83A4599F-659B-87BC-AEAD-FC6C71ADBEC7}"/>
          </ac:graphicFrameMkLst>
        </pc:graphicFrameChg>
      </pc:sldChg>
      <pc:sldChg chg="modSp">
        <pc:chgData name="菊池北斗" userId="S::hokuto.kikuchi@system-exe.jp::2679dd96-57bb-47d2-8f26-560d6e09a139" providerId="AD" clId="Web-{444BC762-A36B-C0A8-BB98-13137AD794A3}" dt="2025-10-10T07:52:04.732" v="88" actId="20577"/>
        <pc:sldMkLst>
          <pc:docMk/>
          <pc:sldMk cId="2005327810" sldId="1143"/>
        </pc:sldMkLst>
        <pc:spChg chg="mod">
          <ac:chgData name="菊池北斗" userId="S::hokuto.kikuchi@system-exe.jp::2679dd96-57bb-47d2-8f26-560d6e09a139" providerId="AD" clId="Web-{444BC762-A36B-C0A8-BB98-13137AD794A3}" dt="2025-10-10T07:52:04.732" v="88" actId="20577"/>
          <ac:spMkLst>
            <pc:docMk/>
            <pc:sldMk cId="2005327810" sldId="1143"/>
            <ac:spMk id="5" creationId="{C36439A2-C118-39CD-764A-34B202A68C02}"/>
          </ac:spMkLst>
        </pc:spChg>
        <pc:graphicFrameChg chg="mod modGraphic">
          <ac:chgData name="菊池北斗" userId="S::hokuto.kikuchi@system-exe.jp::2679dd96-57bb-47d2-8f26-560d6e09a139" providerId="AD" clId="Web-{444BC762-A36B-C0A8-BB98-13137AD794A3}" dt="2025-10-10T07:51:31.809" v="83"/>
          <ac:graphicFrameMkLst>
            <pc:docMk/>
            <pc:sldMk cId="2005327810" sldId="1143"/>
            <ac:graphicFrameMk id="8" creationId="{B213CEB8-B1EB-06B7-5114-021E18569BB8}"/>
          </ac:graphicFrameMkLst>
        </pc:graphicFrameChg>
      </pc:sldChg>
    </pc:docChg>
  </pc:docChgLst>
  <pc:docChgLst>
    <pc:chgData name="菊池北斗" userId="S::hokuto.kikuchi@system-exe.jp::2679dd96-57bb-47d2-8f26-560d6e09a139" providerId="AD" clId="Web-{A12611AA-23F2-7996-8DF3-7D7D5C431F97}"/>
    <pc:docChg chg="addSld delSld modSld">
      <pc:chgData name="菊池北斗" userId="S::hokuto.kikuchi@system-exe.jp::2679dd96-57bb-47d2-8f26-560d6e09a139" providerId="AD" clId="Web-{A12611AA-23F2-7996-8DF3-7D7D5C431F97}" dt="2025-10-09T08:30:25.357" v="26" actId="1076"/>
      <pc:docMkLst>
        <pc:docMk/>
      </pc:docMkLst>
      <pc:sldChg chg="del">
        <pc:chgData name="菊池北斗" userId="S::hokuto.kikuchi@system-exe.jp::2679dd96-57bb-47d2-8f26-560d6e09a139" providerId="AD" clId="Web-{A12611AA-23F2-7996-8DF3-7D7D5C431F97}" dt="2025-10-09T08:30:04.154" v="14"/>
        <pc:sldMkLst>
          <pc:docMk/>
          <pc:sldMk cId="2773359765" sldId="340"/>
        </pc:sldMkLst>
      </pc:sldChg>
      <pc:sldChg chg="del">
        <pc:chgData name="菊池北斗" userId="S::hokuto.kikuchi@system-exe.jp::2679dd96-57bb-47d2-8f26-560d6e09a139" providerId="AD" clId="Web-{A12611AA-23F2-7996-8DF3-7D7D5C431F97}" dt="2025-10-09T08:30:04.185" v="22"/>
        <pc:sldMkLst>
          <pc:docMk/>
          <pc:sldMk cId="1872470126" sldId="667"/>
        </pc:sldMkLst>
      </pc:sldChg>
      <pc:sldChg chg="del">
        <pc:chgData name="菊池北斗" userId="S::hokuto.kikuchi@system-exe.jp::2679dd96-57bb-47d2-8f26-560d6e09a139" providerId="AD" clId="Web-{A12611AA-23F2-7996-8DF3-7D7D5C431F97}" dt="2025-10-09T08:30:04.169" v="21"/>
        <pc:sldMkLst>
          <pc:docMk/>
          <pc:sldMk cId="3660799615" sldId="757"/>
        </pc:sldMkLst>
      </pc:sldChg>
      <pc:sldChg chg="del">
        <pc:chgData name="菊池北斗" userId="S::hokuto.kikuchi@system-exe.jp::2679dd96-57bb-47d2-8f26-560d6e09a139" providerId="AD" clId="Web-{A12611AA-23F2-7996-8DF3-7D7D5C431F97}" dt="2025-10-09T08:30:04.154" v="16"/>
        <pc:sldMkLst>
          <pc:docMk/>
          <pc:sldMk cId="3602103880" sldId="871"/>
        </pc:sldMkLst>
      </pc:sldChg>
      <pc:sldChg chg="add">
        <pc:chgData name="菊池北斗" userId="S::hokuto.kikuchi@system-exe.jp::2679dd96-57bb-47d2-8f26-560d6e09a139" providerId="AD" clId="Web-{A12611AA-23F2-7996-8DF3-7D7D5C431F97}" dt="2025-10-09T08:29:47.622" v="8"/>
        <pc:sldMkLst>
          <pc:docMk/>
          <pc:sldMk cId="1851614100" sldId="930"/>
        </pc:sldMkLst>
      </pc:sldChg>
      <pc:sldChg chg="del">
        <pc:chgData name="菊池北斗" userId="S::hokuto.kikuchi@system-exe.jp::2679dd96-57bb-47d2-8f26-560d6e09a139" providerId="AD" clId="Web-{A12611AA-23F2-7996-8DF3-7D7D5C431F97}" dt="2025-10-09T08:30:04.154" v="12"/>
        <pc:sldMkLst>
          <pc:docMk/>
          <pc:sldMk cId="3447692495" sldId="981"/>
        </pc:sldMkLst>
      </pc:sldChg>
      <pc:sldChg chg="del">
        <pc:chgData name="菊池北斗" userId="S::hokuto.kikuchi@system-exe.jp::2679dd96-57bb-47d2-8f26-560d6e09a139" providerId="AD" clId="Web-{A12611AA-23F2-7996-8DF3-7D7D5C431F97}" dt="2025-10-09T08:30:04.169" v="17"/>
        <pc:sldMkLst>
          <pc:docMk/>
          <pc:sldMk cId="331678157" sldId="1133"/>
        </pc:sldMkLst>
      </pc:sldChg>
      <pc:sldChg chg="del">
        <pc:chgData name="菊池北斗" userId="S::hokuto.kikuchi@system-exe.jp::2679dd96-57bb-47d2-8f26-560d6e09a139" providerId="AD" clId="Web-{A12611AA-23F2-7996-8DF3-7D7D5C431F97}" dt="2025-10-09T08:30:04.169" v="20"/>
        <pc:sldMkLst>
          <pc:docMk/>
          <pc:sldMk cId="3244569936" sldId="1134"/>
        </pc:sldMkLst>
      </pc:sldChg>
      <pc:sldChg chg="del">
        <pc:chgData name="菊池北斗" userId="S::hokuto.kikuchi@system-exe.jp::2679dd96-57bb-47d2-8f26-560d6e09a139" providerId="AD" clId="Web-{A12611AA-23F2-7996-8DF3-7D7D5C431F97}" dt="2025-10-09T08:30:04.169" v="19"/>
        <pc:sldMkLst>
          <pc:docMk/>
          <pc:sldMk cId="850131655" sldId="1135"/>
        </pc:sldMkLst>
      </pc:sldChg>
      <pc:sldChg chg="del">
        <pc:chgData name="菊池北斗" userId="S::hokuto.kikuchi@system-exe.jp::2679dd96-57bb-47d2-8f26-560d6e09a139" providerId="AD" clId="Web-{A12611AA-23F2-7996-8DF3-7D7D5C431F97}" dt="2025-10-09T08:30:04.169" v="18"/>
        <pc:sldMkLst>
          <pc:docMk/>
          <pc:sldMk cId="2972701810" sldId="1136"/>
        </pc:sldMkLst>
      </pc:sldChg>
      <pc:sldChg chg="del">
        <pc:chgData name="菊池北斗" userId="S::hokuto.kikuchi@system-exe.jp::2679dd96-57bb-47d2-8f26-560d6e09a139" providerId="AD" clId="Web-{A12611AA-23F2-7996-8DF3-7D7D5C431F97}" dt="2025-10-09T08:30:04.154" v="13"/>
        <pc:sldMkLst>
          <pc:docMk/>
          <pc:sldMk cId="3662719678" sldId="1137"/>
        </pc:sldMkLst>
      </pc:sldChg>
      <pc:sldChg chg="del">
        <pc:chgData name="菊池北斗" userId="S::hokuto.kikuchi@system-exe.jp::2679dd96-57bb-47d2-8f26-560d6e09a139" providerId="AD" clId="Web-{A12611AA-23F2-7996-8DF3-7D7D5C431F97}" dt="2025-10-09T08:30:04.154" v="15"/>
        <pc:sldMkLst>
          <pc:docMk/>
          <pc:sldMk cId="3347357898" sldId="1138"/>
        </pc:sldMkLst>
      </pc:sldChg>
      <pc:sldChg chg="add">
        <pc:chgData name="菊池北斗" userId="S::hokuto.kikuchi@system-exe.jp::2679dd96-57bb-47d2-8f26-560d6e09a139" providerId="AD" clId="Web-{A12611AA-23F2-7996-8DF3-7D7D5C431F97}" dt="2025-10-09T08:29:46.731" v="0"/>
        <pc:sldMkLst>
          <pc:docMk/>
          <pc:sldMk cId="1766500785" sldId="1139"/>
        </pc:sldMkLst>
      </pc:sldChg>
      <pc:sldChg chg="add">
        <pc:chgData name="菊池北斗" userId="S::hokuto.kikuchi@system-exe.jp::2679dd96-57bb-47d2-8f26-560d6e09a139" providerId="AD" clId="Web-{A12611AA-23F2-7996-8DF3-7D7D5C431F97}" dt="2025-10-09T08:29:46.794" v="1"/>
        <pc:sldMkLst>
          <pc:docMk/>
          <pc:sldMk cId="2552291868" sldId="1140"/>
        </pc:sldMkLst>
      </pc:sldChg>
      <pc:sldChg chg="add">
        <pc:chgData name="菊池北斗" userId="S::hokuto.kikuchi@system-exe.jp::2679dd96-57bb-47d2-8f26-560d6e09a139" providerId="AD" clId="Web-{A12611AA-23F2-7996-8DF3-7D7D5C431F97}" dt="2025-10-09T08:29:46.872" v="2"/>
        <pc:sldMkLst>
          <pc:docMk/>
          <pc:sldMk cId="1085123072" sldId="1141"/>
        </pc:sldMkLst>
      </pc:sldChg>
      <pc:sldChg chg="add">
        <pc:chgData name="菊池北斗" userId="S::hokuto.kikuchi@system-exe.jp::2679dd96-57bb-47d2-8f26-560d6e09a139" providerId="AD" clId="Web-{A12611AA-23F2-7996-8DF3-7D7D5C431F97}" dt="2025-10-09T08:29:46.950" v="3"/>
        <pc:sldMkLst>
          <pc:docMk/>
          <pc:sldMk cId="1571268768" sldId="1142"/>
        </pc:sldMkLst>
      </pc:sldChg>
      <pc:sldChg chg="add">
        <pc:chgData name="菊池北斗" userId="S::hokuto.kikuchi@system-exe.jp::2679dd96-57bb-47d2-8f26-560d6e09a139" providerId="AD" clId="Web-{A12611AA-23F2-7996-8DF3-7D7D5C431F97}" dt="2025-10-09T08:29:47.044" v="4"/>
        <pc:sldMkLst>
          <pc:docMk/>
          <pc:sldMk cId="2005327810" sldId="1143"/>
        </pc:sldMkLst>
      </pc:sldChg>
      <pc:sldChg chg="modSp add">
        <pc:chgData name="菊池北斗" userId="S::hokuto.kikuchi@system-exe.jp::2679dd96-57bb-47d2-8f26-560d6e09a139" providerId="AD" clId="Web-{A12611AA-23F2-7996-8DF3-7D7D5C431F97}" dt="2025-10-09T08:30:25.357" v="26" actId="1076"/>
        <pc:sldMkLst>
          <pc:docMk/>
          <pc:sldMk cId="4152813273" sldId="1144"/>
        </pc:sldMkLst>
        <pc:graphicFrameChg chg="mod modGraphic">
          <ac:chgData name="菊池北斗" userId="S::hokuto.kikuchi@system-exe.jp::2679dd96-57bb-47d2-8f26-560d6e09a139" providerId="AD" clId="Web-{A12611AA-23F2-7996-8DF3-7D7D5C431F97}" dt="2025-10-09T08:30:25.279" v="25" actId="1076"/>
          <ac:graphicFrameMkLst>
            <pc:docMk/>
            <pc:sldMk cId="4152813273" sldId="1144"/>
            <ac:graphicFrameMk id="4" creationId="{89446A80-E41F-595F-84CB-BF9E6765FF57}"/>
          </ac:graphicFrameMkLst>
        </pc:graphicFrameChg>
        <pc:graphicFrameChg chg="mod modGraphic">
          <ac:chgData name="菊池北斗" userId="S::hokuto.kikuchi@system-exe.jp::2679dd96-57bb-47d2-8f26-560d6e09a139" providerId="AD" clId="Web-{A12611AA-23F2-7996-8DF3-7D7D5C431F97}" dt="2025-10-09T08:30:25.357" v="26" actId="1076"/>
          <ac:graphicFrameMkLst>
            <pc:docMk/>
            <pc:sldMk cId="4152813273" sldId="1144"/>
            <ac:graphicFrameMk id="7" creationId="{73793BC1-4E4F-0405-B70F-E4EAD5BACC21}"/>
          </ac:graphicFrameMkLst>
        </pc:graphicFrameChg>
      </pc:sldChg>
      <pc:sldChg chg="add">
        <pc:chgData name="菊池北斗" userId="S::hokuto.kikuchi@system-exe.jp::2679dd96-57bb-47d2-8f26-560d6e09a139" providerId="AD" clId="Web-{A12611AA-23F2-7996-8DF3-7D7D5C431F97}" dt="2025-10-09T08:29:47.325" v="6"/>
        <pc:sldMkLst>
          <pc:docMk/>
          <pc:sldMk cId="83574538" sldId="1145"/>
        </pc:sldMkLst>
      </pc:sldChg>
      <pc:sldChg chg="add">
        <pc:chgData name="菊池北斗" userId="S::hokuto.kikuchi@system-exe.jp::2679dd96-57bb-47d2-8f26-560d6e09a139" providerId="AD" clId="Web-{A12611AA-23F2-7996-8DF3-7D7D5C431F97}" dt="2025-10-09T08:29:47.403" v="7"/>
        <pc:sldMkLst>
          <pc:docMk/>
          <pc:sldMk cId="1678314766" sldId="1146"/>
        </pc:sldMkLst>
      </pc:sldChg>
      <pc:sldChg chg="add">
        <pc:chgData name="菊池北斗" userId="S::hokuto.kikuchi@system-exe.jp::2679dd96-57bb-47d2-8f26-560d6e09a139" providerId="AD" clId="Web-{A12611AA-23F2-7996-8DF3-7D7D5C431F97}" dt="2025-10-09T08:29:47.684" v="9"/>
        <pc:sldMkLst>
          <pc:docMk/>
          <pc:sldMk cId="2028172589" sldId="1147"/>
        </pc:sldMkLst>
      </pc:sldChg>
      <pc:sldChg chg="add">
        <pc:chgData name="菊池北斗" userId="S::hokuto.kikuchi@system-exe.jp::2679dd96-57bb-47d2-8f26-560d6e09a139" providerId="AD" clId="Web-{A12611AA-23F2-7996-8DF3-7D7D5C431F97}" dt="2025-10-09T08:29:47.763" v="10"/>
        <pc:sldMkLst>
          <pc:docMk/>
          <pc:sldMk cId="2971056321" sldId="1148"/>
        </pc:sldMkLst>
      </pc:sldChg>
      <pc:sldChg chg="add">
        <pc:chgData name="菊池北斗" userId="S::hokuto.kikuchi@system-exe.jp::2679dd96-57bb-47d2-8f26-560d6e09a139" providerId="AD" clId="Web-{A12611AA-23F2-7996-8DF3-7D7D5C431F97}" dt="2025-10-09T08:29:47.966" v="11"/>
        <pc:sldMkLst>
          <pc:docMk/>
          <pc:sldMk cId="3665031411" sldId="114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2025/10/10</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0</a:t>
            </a:fld>
            <a:endParaRPr kumimoji="1" lang="ja-JP" altLang="en-US"/>
          </a:p>
        </p:txBody>
      </p:sp>
    </p:spTree>
    <p:extLst>
      <p:ext uri="{BB962C8B-B14F-4D97-AF65-F5344CB8AC3E}">
        <p14:creationId xmlns:p14="http://schemas.microsoft.com/office/powerpoint/2010/main" val="3895532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2</a:t>
            </a:fld>
            <a:endParaRPr kumimoji="1" lang="ja-JP" altLang="en-US"/>
          </a:p>
        </p:txBody>
      </p:sp>
    </p:spTree>
    <p:extLst>
      <p:ext uri="{BB962C8B-B14F-4D97-AF65-F5344CB8AC3E}">
        <p14:creationId xmlns:p14="http://schemas.microsoft.com/office/powerpoint/2010/main" val="1063290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9BCD9-FA49-D73C-949F-BE1CE62813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85E777-3651-CBE6-DB30-74F40DB4A7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93EE60F-58DB-1504-5843-98A91DDF613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06296D8-C116-CBBE-76A9-0E8CBD110A58}"/>
              </a:ext>
            </a:extLst>
          </p:cNvPr>
          <p:cNvSpPr>
            <a:spLocks noGrp="1"/>
          </p:cNvSpPr>
          <p:nvPr>
            <p:ph type="sldNum" sz="quarter" idx="10"/>
          </p:nvPr>
        </p:nvSpPr>
        <p:spPr/>
        <p:txBody>
          <a:bodyPr/>
          <a:lstStyle/>
          <a:p>
            <a:fld id="{F418B1AF-4AFD-4D71-944C-82BDB271F90A}" type="slidenum">
              <a:rPr kumimoji="1" lang="ja-JP" altLang="en-US" smtClean="0"/>
              <a:t>3</a:t>
            </a:fld>
            <a:endParaRPr kumimoji="1" lang="ja-JP" altLang="en-US"/>
          </a:p>
        </p:txBody>
      </p:sp>
    </p:spTree>
    <p:extLst>
      <p:ext uri="{BB962C8B-B14F-4D97-AF65-F5344CB8AC3E}">
        <p14:creationId xmlns:p14="http://schemas.microsoft.com/office/powerpoint/2010/main" val="2260935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D24EA-97DF-EBAB-4A4F-FE00E7C9A1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A3E4CA-A0B2-A21B-06E8-451D5299E14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681BB1C-9C6B-5B00-F853-10536C409AC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5D6B80C-10EC-9D9D-E242-AA15650B719E}"/>
              </a:ext>
            </a:extLst>
          </p:cNvPr>
          <p:cNvSpPr>
            <a:spLocks noGrp="1"/>
          </p:cNvSpPr>
          <p:nvPr>
            <p:ph type="sldNum" sz="quarter" idx="10"/>
          </p:nvPr>
        </p:nvSpPr>
        <p:spPr/>
        <p:txBody>
          <a:bodyPr/>
          <a:lstStyle/>
          <a:p>
            <a:fld id="{F418B1AF-4AFD-4D71-944C-82BDB271F90A}" type="slidenum">
              <a:rPr kumimoji="1" lang="ja-JP" altLang="en-US" smtClean="0"/>
              <a:t>4</a:t>
            </a:fld>
            <a:endParaRPr kumimoji="1" lang="ja-JP" altLang="en-US"/>
          </a:p>
        </p:txBody>
      </p:sp>
    </p:spTree>
    <p:extLst>
      <p:ext uri="{BB962C8B-B14F-4D97-AF65-F5344CB8AC3E}">
        <p14:creationId xmlns:p14="http://schemas.microsoft.com/office/powerpoint/2010/main" val="2030310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2669809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9678E-9FDB-C6F0-9ADE-7FD809347A9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C4DEAB-B00A-4A34-F953-ED785E662FC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C4AF9C-52E2-EA99-997A-10677AE6CCD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00D54EE-441D-20A0-6F8A-D8F68F116BF1}"/>
              </a:ext>
            </a:extLst>
          </p:cNvPr>
          <p:cNvSpPr>
            <a:spLocks noGrp="1"/>
          </p:cNvSpPr>
          <p:nvPr>
            <p:ph type="sldNum" sz="quarter" idx="10"/>
          </p:nvPr>
        </p:nvSpPr>
        <p:spPr/>
        <p:txBody>
          <a:bodyPr/>
          <a:lstStyle/>
          <a:p>
            <a:fld id="{F418B1AF-4AFD-4D71-944C-82BDB271F90A}" type="slidenum">
              <a:rPr kumimoji="1" lang="ja-JP" altLang="en-US" smtClean="0"/>
              <a:t>10</a:t>
            </a:fld>
            <a:endParaRPr kumimoji="1" lang="ja-JP" altLang="en-US"/>
          </a:p>
        </p:txBody>
      </p:sp>
    </p:spTree>
    <p:extLst>
      <p:ext uri="{BB962C8B-B14F-4D97-AF65-F5344CB8AC3E}">
        <p14:creationId xmlns:p14="http://schemas.microsoft.com/office/powerpoint/2010/main" val="3365372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2023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sp>
        <p:nvSpPr>
          <p:cNvPr id="11" name="テキスト プレースホルダー 10"/>
          <p:cNvSpPr>
            <a:spLocks noGrp="1"/>
          </p:cNvSpPr>
          <p:nvPr>
            <p:ph type="body" sz="quarter" idx="13" hasCustomPrompt="1"/>
          </p:nvPr>
        </p:nvSpPr>
        <p:spPr>
          <a:xfrm>
            <a:off x="9393115" y="5808312"/>
            <a:ext cx="2688000" cy="288000"/>
          </a:xfrm>
        </p:spPr>
        <p:txBody>
          <a:bodyPr anchor="ctr">
            <a:noAutofit/>
          </a:bodyPr>
          <a:lstStyle>
            <a:lvl1pPr marL="0" indent="0" algn="ctr">
              <a:lnSpc>
                <a:spcPct val="100000"/>
              </a:lnSpc>
              <a:spcBef>
                <a:spcPts val="0"/>
              </a:spcBef>
              <a:buNone/>
              <a:defRPr sz="1067" b="1">
                <a:solidFill>
                  <a:schemeClr val="bg1"/>
                </a:solidFill>
                <a:latin typeface="游明朝" panose="02020400000000000000" pitchFamily="18" charset="-128"/>
                <a:ea typeface="游明朝" panose="02020400000000000000" pitchFamily="18" charset="-128"/>
              </a:defRPr>
            </a:lvl1pPr>
          </a:lstStyle>
          <a:p>
            <a:pPr lvl="0"/>
            <a:r>
              <a:rPr kumimoji="1" lang="ja-JP" altLang="en-US"/>
              <a:t>不動産ソリューション本部</a:t>
            </a:r>
          </a:p>
        </p:txBody>
      </p:sp>
      <p:sp>
        <p:nvSpPr>
          <p:cNvPr id="4" name="Date Placeholder 3"/>
          <p:cNvSpPr>
            <a:spLocks noGrp="1"/>
          </p:cNvSpPr>
          <p:nvPr>
            <p:ph type="dt" sz="half" idx="10"/>
          </p:nvPr>
        </p:nvSpPr>
        <p:spPr>
          <a:xfrm>
            <a:off x="9777115" y="6096312"/>
            <a:ext cx="1920000" cy="288000"/>
          </a:xfrm>
        </p:spPr>
        <p:txBody>
          <a:bodyPr/>
          <a:lstStyle>
            <a:lvl1pPr algn="ctr">
              <a:defRPr b="1">
                <a:solidFill>
                  <a:schemeClr val="bg1"/>
                </a:solidFill>
              </a:defRPr>
            </a:lvl1pPr>
          </a:lstStyle>
          <a:p>
            <a:r>
              <a:rPr lang="en-US" altLang="ja-JP"/>
              <a:t>2023/10/30</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pic>
        <p:nvPicPr>
          <p:cNvPr id="12" name="図 11">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434535" y="2569944"/>
            <a:ext cx="1646580" cy="428111"/>
          </a:xfrm>
          <a:prstGeom prst="rect">
            <a:avLst/>
          </a:prstGeom>
        </p:spPr>
      </p:pic>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8" name="Date Placeholder 2">
            <a:extLst>
              <a:ext uri="{FF2B5EF4-FFF2-40B4-BE49-F238E27FC236}">
                <a16:creationId xmlns:a16="http://schemas.microsoft.com/office/drawing/2014/main" id="{FD53A3FE-C745-4888-8A71-7C8A51373EDC}"/>
              </a:ext>
            </a:extLst>
          </p:cNvPr>
          <p:cNvSpPr>
            <a:spLocks noGrp="1"/>
          </p:cNvSpPr>
          <p:nvPr>
            <p:ph type="dt" sz="half" idx="10"/>
          </p:nvPr>
        </p:nvSpPr>
        <p:spPr>
          <a:xfrm>
            <a:off x="0" y="6552000"/>
            <a:ext cx="1440000" cy="216000"/>
          </a:xfrm>
        </p:spPr>
        <p:txBody>
          <a:bodyPr/>
          <a:lstStyle/>
          <a:p>
            <a:r>
              <a:rPr lang="en-US" altLang="ja-JP"/>
              <a:t>2023/10/30</a:t>
            </a:r>
            <a:endParaRPr lang="en-US"/>
          </a:p>
        </p:txBody>
      </p:sp>
      <p:sp>
        <p:nvSpPr>
          <p:cNvPr id="9" name="Footer Placeholder 3">
            <a:extLst>
              <a:ext uri="{FF2B5EF4-FFF2-40B4-BE49-F238E27FC236}">
                <a16:creationId xmlns:a16="http://schemas.microsoft.com/office/drawing/2014/main" id="{EFAF9219-5C3F-4B0F-BADE-361754CAAF1F}"/>
              </a:ext>
            </a:extLst>
          </p:cNvPr>
          <p:cNvSpPr>
            <a:spLocks noGrp="1"/>
          </p:cNvSpPr>
          <p:nvPr>
            <p:ph type="ftr" sz="quarter" idx="11"/>
          </p:nvPr>
        </p:nvSpPr>
        <p:spPr>
          <a:xfrm>
            <a:off x="3036000" y="6552000"/>
            <a:ext cx="6120000" cy="216000"/>
          </a:xfrm>
        </p:spPr>
        <p:txBody>
          <a:bodyPr/>
          <a:lstStyle/>
          <a:p>
            <a:r>
              <a:rPr lang="en-US"/>
              <a:t>Copyright © 2023 SystemEXE,Inc. All Rights Reserved.</a:t>
            </a:r>
          </a:p>
        </p:txBody>
      </p:sp>
      <p:sp>
        <p:nvSpPr>
          <p:cNvPr id="10" name="Slide Number Placeholder 4">
            <a:extLst>
              <a:ext uri="{FF2B5EF4-FFF2-40B4-BE49-F238E27FC236}">
                <a16:creationId xmlns:a16="http://schemas.microsoft.com/office/drawing/2014/main" id="{CF90BE37-0A16-4EEB-B4EB-3BF0D3F80D4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2023/10/30</a:t>
            </a:r>
            <a:endParaRPr lang="en-US"/>
          </a:p>
        </p:txBody>
      </p:sp>
      <p:sp>
        <p:nvSpPr>
          <p:cNvPr id="4" name="Footer Placeholder 3"/>
          <p:cNvSpPr>
            <a:spLocks noGrp="1"/>
          </p:cNvSpPr>
          <p:nvPr>
            <p:ph type="ftr" sz="quarter" idx="11"/>
          </p:nvPr>
        </p:nvSpPr>
        <p:spPr/>
        <p:txBody>
          <a:bodyPr/>
          <a:lstStyle/>
          <a:p>
            <a:r>
              <a:rPr lang="en-US"/>
              <a:t>Copyright © 2023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2108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2023/10/30</a:t>
            </a:r>
            <a:endParaRPr lang="en-US"/>
          </a:p>
        </p:txBody>
      </p:sp>
      <p:sp>
        <p:nvSpPr>
          <p:cNvPr id="4" name="フッター プレースホルダー 3"/>
          <p:cNvSpPr>
            <a:spLocks noGrp="1"/>
          </p:cNvSpPr>
          <p:nvPr>
            <p:ph type="ftr" sz="quarter" idx="11"/>
          </p:nvPr>
        </p:nvSpPr>
        <p:spPr/>
        <p:txBody>
          <a:bodyPr/>
          <a:lstStyle/>
          <a:p>
            <a:r>
              <a:rPr lang="en-US"/>
              <a:t>Copyright © 2023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964866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次_14">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2023/10/30</a:t>
            </a:r>
            <a:endParaRPr lang="en-US"/>
          </a:p>
        </p:txBody>
      </p:sp>
      <p:sp>
        <p:nvSpPr>
          <p:cNvPr id="4" name="フッター プレースホルダー 3"/>
          <p:cNvSpPr>
            <a:spLocks noGrp="1"/>
          </p:cNvSpPr>
          <p:nvPr>
            <p:ph type="ftr" sz="quarter" idx="11"/>
          </p:nvPr>
        </p:nvSpPr>
        <p:spPr/>
        <p:txBody>
          <a:bodyPr/>
          <a:lstStyle/>
          <a:p>
            <a:r>
              <a:rPr lang="en-US"/>
              <a:t>Copyright © 2023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0" name="テキスト ボックス 99">
            <a:extLst>
              <a:ext uri="{FF2B5EF4-FFF2-40B4-BE49-F238E27FC236}">
                <a16:creationId xmlns:a16="http://schemas.microsoft.com/office/drawing/2014/main" id="{255B2D71-A3DB-497C-931E-8942D9679904}"/>
              </a:ext>
            </a:extLst>
          </p:cNvPr>
          <p:cNvSpPr txBox="1"/>
          <p:nvPr userDrawn="1"/>
        </p:nvSpPr>
        <p:spPr>
          <a:xfrm>
            <a:off x="9453619" y="2615348"/>
            <a:ext cx="1274708"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10</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1" name="テキスト ボックス 100">
            <a:extLst>
              <a:ext uri="{FF2B5EF4-FFF2-40B4-BE49-F238E27FC236}">
                <a16:creationId xmlns:a16="http://schemas.microsoft.com/office/drawing/2014/main" id="{81378F3F-D1A9-437E-8D8D-6CEE1C9BB7A4}"/>
              </a:ext>
            </a:extLst>
          </p:cNvPr>
          <p:cNvSpPr txBox="1"/>
          <p:nvPr userDrawn="1"/>
        </p:nvSpPr>
        <p:spPr>
          <a:xfrm>
            <a:off x="576001" y="7527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2" name="テキスト ボックス 101">
            <a:extLst>
              <a:ext uri="{FF2B5EF4-FFF2-40B4-BE49-F238E27FC236}">
                <a16:creationId xmlns:a16="http://schemas.microsoft.com/office/drawing/2014/main" id="{0BBA6067-5230-4677-BD95-7892B11332CC}"/>
              </a:ext>
            </a:extLst>
          </p:cNvPr>
          <p:cNvSpPr txBox="1"/>
          <p:nvPr userDrawn="1"/>
        </p:nvSpPr>
        <p:spPr>
          <a:xfrm>
            <a:off x="9552001" y="7527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3" name="テキスト ボックス 102">
            <a:extLst>
              <a:ext uri="{FF2B5EF4-FFF2-40B4-BE49-F238E27FC236}">
                <a16:creationId xmlns:a16="http://schemas.microsoft.com/office/drawing/2014/main" id="{6AF718D6-D485-46FA-9F5F-1A74D9985D50}"/>
              </a:ext>
            </a:extLst>
          </p:cNvPr>
          <p:cNvSpPr txBox="1"/>
          <p:nvPr userDrawn="1"/>
        </p:nvSpPr>
        <p:spPr>
          <a:xfrm>
            <a:off x="2820001" y="7527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4" name="テキスト ボックス 103">
            <a:extLst>
              <a:ext uri="{FF2B5EF4-FFF2-40B4-BE49-F238E27FC236}">
                <a16:creationId xmlns:a16="http://schemas.microsoft.com/office/drawing/2014/main" id="{EE10ECAE-32DE-4BFA-AA3C-E7935684A950}"/>
              </a:ext>
            </a:extLst>
          </p:cNvPr>
          <p:cNvSpPr txBox="1"/>
          <p:nvPr userDrawn="1"/>
        </p:nvSpPr>
        <p:spPr>
          <a:xfrm>
            <a:off x="5064001" y="7527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5" name="テキスト ボックス 104">
            <a:extLst>
              <a:ext uri="{FF2B5EF4-FFF2-40B4-BE49-F238E27FC236}">
                <a16:creationId xmlns:a16="http://schemas.microsoft.com/office/drawing/2014/main" id="{8AA50BD3-9D1C-49A1-8141-FB67E865B5D8}"/>
              </a:ext>
            </a:extLst>
          </p:cNvPr>
          <p:cNvSpPr txBox="1"/>
          <p:nvPr userDrawn="1"/>
        </p:nvSpPr>
        <p:spPr>
          <a:xfrm>
            <a:off x="7308001" y="7527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6" name="テキスト ボックス 105">
            <a:extLst>
              <a:ext uri="{FF2B5EF4-FFF2-40B4-BE49-F238E27FC236}">
                <a16:creationId xmlns:a16="http://schemas.microsoft.com/office/drawing/2014/main" id="{480779EF-BE32-414A-96E3-B229A55F789F}"/>
              </a:ext>
            </a:extLst>
          </p:cNvPr>
          <p:cNvSpPr txBox="1"/>
          <p:nvPr userDrawn="1"/>
        </p:nvSpPr>
        <p:spPr>
          <a:xfrm>
            <a:off x="576001" y="26193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7" name="テキスト ボックス 106">
            <a:extLst>
              <a:ext uri="{FF2B5EF4-FFF2-40B4-BE49-F238E27FC236}">
                <a16:creationId xmlns:a16="http://schemas.microsoft.com/office/drawing/2014/main" id="{2B1FFC36-1617-4219-921F-4294CB37E17F}"/>
              </a:ext>
            </a:extLst>
          </p:cNvPr>
          <p:cNvSpPr txBox="1"/>
          <p:nvPr userDrawn="1"/>
        </p:nvSpPr>
        <p:spPr>
          <a:xfrm>
            <a:off x="2820001" y="26193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8" name="テキスト ボックス 107">
            <a:extLst>
              <a:ext uri="{FF2B5EF4-FFF2-40B4-BE49-F238E27FC236}">
                <a16:creationId xmlns:a16="http://schemas.microsoft.com/office/drawing/2014/main" id="{8402E802-7996-4F4C-82BE-9675ABC1310C}"/>
              </a:ext>
            </a:extLst>
          </p:cNvPr>
          <p:cNvSpPr txBox="1"/>
          <p:nvPr userDrawn="1"/>
        </p:nvSpPr>
        <p:spPr>
          <a:xfrm>
            <a:off x="5064001" y="26193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9" name="テキスト ボックス 108">
            <a:extLst>
              <a:ext uri="{FF2B5EF4-FFF2-40B4-BE49-F238E27FC236}">
                <a16:creationId xmlns:a16="http://schemas.microsoft.com/office/drawing/2014/main" id="{EA69C92A-6D3D-4211-B507-637756031EF9}"/>
              </a:ext>
            </a:extLst>
          </p:cNvPr>
          <p:cNvSpPr txBox="1"/>
          <p:nvPr userDrawn="1"/>
        </p:nvSpPr>
        <p:spPr>
          <a:xfrm>
            <a:off x="7308001" y="26193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0" name="テキスト プレースホルダー 38">
            <a:extLst>
              <a:ext uri="{FF2B5EF4-FFF2-40B4-BE49-F238E27FC236}">
                <a16:creationId xmlns:a16="http://schemas.microsoft.com/office/drawing/2014/main" id="{CCB8F3AA-1F68-4D56-9D29-6C8EDDB9B0CF}"/>
              </a:ext>
            </a:extLst>
          </p:cNvPr>
          <p:cNvSpPr>
            <a:spLocks noGrp="1"/>
          </p:cNvSpPr>
          <p:nvPr>
            <p:ph type="body" sz="quarter" idx="13"/>
          </p:nvPr>
        </p:nvSpPr>
        <p:spPr>
          <a:xfrm>
            <a:off x="576000" y="10407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111" name="テキスト プレースホルダー 38">
            <a:extLst>
              <a:ext uri="{FF2B5EF4-FFF2-40B4-BE49-F238E27FC236}">
                <a16:creationId xmlns:a16="http://schemas.microsoft.com/office/drawing/2014/main" id="{06747A09-CA90-49CB-A77D-1C0F27865B2D}"/>
              </a:ext>
            </a:extLst>
          </p:cNvPr>
          <p:cNvSpPr>
            <a:spLocks noGrp="1"/>
          </p:cNvSpPr>
          <p:nvPr>
            <p:ph type="body" sz="quarter" idx="14"/>
          </p:nvPr>
        </p:nvSpPr>
        <p:spPr>
          <a:xfrm>
            <a:off x="576000" y="18087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12" name="テキスト プレースホルダー 38">
            <a:extLst>
              <a:ext uri="{FF2B5EF4-FFF2-40B4-BE49-F238E27FC236}">
                <a16:creationId xmlns:a16="http://schemas.microsoft.com/office/drawing/2014/main" id="{DEFED770-84EB-48BD-8D1D-744F985C9783}"/>
              </a:ext>
            </a:extLst>
          </p:cNvPr>
          <p:cNvSpPr>
            <a:spLocks noGrp="1"/>
          </p:cNvSpPr>
          <p:nvPr>
            <p:ph type="body" sz="quarter" idx="15"/>
          </p:nvPr>
        </p:nvSpPr>
        <p:spPr>
          <a:xfrm>
            <a:off x="2820000" y="10407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13" name="テキスト プレースホルダー 38">
            <a:extLst>
              <a:ext uri="{FF2B5EF4-FFF2-40B4-BE49-F238E27FC236}">
                <a16:creationId xmlns:a16="http://schemas.microsoft.com/office/drawing/2014/main" id="{E7662DF3-8B3C-4259-B6BD-C73384FCB88E}"/>
              </a:ext>
            </a:extLst>
          </p:cNvPr>
          <p:cNvSpPr>
            <a:spLocks noGrp="1"/>
          </p:cNvSpPr>
          <p:nvPr>
            <p:ph type="body" sz="quarter" idx="16"/>
          </p:nvPr>
        </p:nvSpPr>
        <p:spPr>
          <a:xfrm>
            <a:off x="2820000" y="18087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14" name="テキスト プレースホルダー 38">
            <a:extLst>
              <a:ext uri="{FF2B5EF4-FFF2-40B4-BE49-F238E27FC236}">
                <a16:creationId xmlns:a16="http://schemas.microsoft.com/office/drawing/2014/main" id="{9B916F6A-0B67-42AF-8C31-FB7F9E8AC918}"/>
              </a:ext>
            </a:extLst>
          </p:cNvPr>
          <p:cNvSpPr>
            <a:spLocks noGrp="1"/>
          </p:cNvSpPr>
          <p:nvPr>
            <p:ph type="body" sz="quarter" idx="17"/>
          </p:nvPr>
        </p:nvSpPr>
        <p:spPr>
          <a:xfrm>
            <a:off x="5064000" y="10407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15" name="テキスト プレースホルダー 38">
            <a:extLst>
              <a:ext uri="{FF2B5EF4-FFF2-40B4-BE49-F238E27FC236}">
                <a16:creationId xmlns:a16="http://schemas.microsoft.com/office/drawing/2014/main" id="{048A0B37-5217-48A0-A898-ADE673BE6A9B}"/>
              </a:ext>
            </a:extLst>
          </p:cNvPr>
          <p:cNvSpPr>
            <a:spLocks noGrp="1"/>
          </p:cNvSpPr>
          <p:nvPr>
            <p:ph type="body" sz="quarter" idx="18"/>
          </p:nvPr>
        </p:nvSpPr>
        <p:spPr>
          <a:xfrm>
            <a:off x="5064000" y="18087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16" name="テキスト プレースホルダー 38">
            <a:extLst>
              <a:ext uri="{FF2B5EF4-FFF2-40B4-BE49-F238E27FC236}">
                <a16:creationId xmlns:a16="http://schemas.microsoft.com/office/drawing/2014/main" id="{61AAB7D6-00EA-47AA-ABB7-B9A2888ABA4F}"/>
              </a:ext>
            </a:extLst>
          </p:cNvPr>
          <p:cNvSpPr>
            <a:spLocks noGrp="1"/>
          </p:cNvSpPr>
          <p:nvPr>
            <p:ph type="body" sz="quarter" idx="19"/>
          </p:nvPr>
        </p:nvSpPr>
        <p:spPr>
          <a:xfrm>
            <a:off x="7308000" y="10407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17" name="テキスト プレースホルダー 38">
            <a:extLst>
              <a:ext uri="{FF2B5EF4-FFF2-40B4-BE49-F238E27FC236}">
                <a16:creationId xmlns:a16="http://schemas.microsoft.com/office/drawing/2014/main" id="{EB4DA642-C6B6-4D60-BF30-8614726D4BF1}"/>
              </a:ext>
            </a:extLst>
          </p:cNvPr>
          <p:cNvSpPr>
            <a:spLocks noGrp="1"/>
          </p:cNvSpPr>
          <p:nvPr>
            <p:ph type="body" sz="quarter" idx="20"/>
          </p:nvPr>
        </p:nvSpPr>
        <p:spPr>
          <a:xfrm>
            <a:off x="7308000" y="18087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18" name="テキスト プレースホルダー 38">
            <a:extLst>
              <a:ext uri="{FF2B5EF4-FFF2-40B4-BE49-F238E27FC236}">
                <a16:creationId xmlns:a16="http://schemas.microsoft.com/office/drawing/2014/main" id="{A4FE93C5-8B9B-4DBD-8B3A-BDDA1E9AC039}"/>
              </a:ext>
            </a:extLst>
          </p:cNvPr>
          <p:cNvSpPr>
            <a:spLocks noGrp="1"/>
          </p:cNvSpPr>
          <p:nvPr>
            <p:ph type="body" sz="quarter" idx="21"/>
          </p:nvPr>
        </p:nvSpPr>
        <p:spPr>
          <a:xfrm>
            <a:off x="9552000" y="10407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19" name="テキスト プレースホルダー 38">
            <a:extLst>
              <a:ext uri="{FF2B5EF4-FFF2-40B4-BE49-F238E27FC236}">
                <a16:creationId xmlns:a16="http://schemas.microsoft.com/office/drawing/2014/main" id="{85795B59-D2E3-44E4-814B-DFD06A26C47C}"/>
              </a:ext>
            </a:extLst>
          </p:cNvPr>
          <p:cNvSpPr>
            <a:spLocks noGrp="1"/>
          </p:cNvSpPr>
          <p:nvPr>
            <p:ph type="body" sz="quarter" idx="22"/>
          </p:nvPr>
        </p:nvSpPr>
        <p:spPr>
          <a:xfrm>
            <a:off x="9552000" y="18087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20" name="テキスト プレースホルダー 38">
            <a:extLst>
              <a:ext uri="{FF2B5EF4-FFF2-40B4-BE49-F238E27FC236}">
                <a16:creationId xmlns:a16="http://schemas.microsoft.com/office/drawing/2014/main" id="{AE18FDA1-B1B7-4F3F-A482-4870599563B6}"/>
              </a:ext>
            </a:extLst>
          </p:cNvPr>
          <p:cNvSpPr>
            <a:spLocks noGrp="1"/>
          </p:cNvSpPr>
          <p:nvPr>
            <p:ph type="body" sz="quarter" idx="23"/>
          </p:nvPr>
        </p:nvSpPr>
        <p:spPr>
          <a:xfrm>
            <a:off x="576000" y="29073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21" name="テキスト プレースホルダー 38">
            <a:extLst>
              <a:ext uri="{FF2B5EF4-FFF2-40B4-BE49-F238E27FC236}">
                <a16:creationId xmlns:a16="http://schemas.microsoft.com/office/drawing/2014/main" id="{71CCBC8F-BF29-422A-9072-54FA5B386725}"/>
              </a:ext>
            </a:extLst>
          </p:cNvPr>
          <p:cNvSpPr>
            <a:spLocks noGrp="1"/>
          </p:cNvSpPr>
          <p:nvPr>
            <p:ph type="body" sz="quarter" idx="24"/>
          </p:nvPr>
        </p:nvSpPr>
        <p:spPr>
          <a:xfrm>
            <a:off x="576000" y="36753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22" name="テキスト プレースホルダー 38">
            <a:extLst>
              <a:ext uri="{FF2B5EF4-FFF2-40B4-BE49-F238E27FC236}">
                <a16:creationId xmlns:a16="http://schemas.microsoft.com/office/drawing/2014/main" id="{50C75E6E-E41C-454F-8585-EB9717AFDE8D}"/>
              </a:ext>
            </a:extLst>
          </p:cNvPr>
          <p:cNvSpPr>
            <a:spLocks noGrp="1"/>
          </p:cNvSpPr>
          <p:nvPr>
            <p:ph type="body" sz="quarter" idx="25"/>
          </p:nvPr>
        </p:nvSpPr>
        <p:spPr>
          <a:xfrm>
            <a:off x="2820000" y="29073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23" name="テキスト プレースホルダー 38">
            <a:extLst>
              <a:ext uri="{FF2B5EF4-FFF2-40B4-BE49-F238E27FC236}">
                <a16:creationId xmlns:a16="http://schemas.microsoft.com/office/drawing/2014/main" id="{ECFB22E7-087F-48C0-A776-95F07A84015A}"/>
              </a:ext>
            </a:extLst>
          </p:cNvPr>
          <p:cNvSpPr>
            <a:spLocks noGrp="1"/>
          </p:cNvSpPr>
          <p:nvPr>
            <p:ph type="body" sz="quarter" idx="26"/>
          </p:nvPr>
        </p:nvSpPr>
        <p:spPr>
          <a:xfrm>
            <a:off x="2820000" y="36753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24" name="テキスト プレースホルダー 38">
            <a:extLst>
              <a:ext uri="{FF2B5EF4-FFF2-40B4-BE49-F238E27FC236}">
                <a16:creationId xmlns:a16="http://schemas.microsoft.com/office/drawing/2014/main" id="{BA8A689B-4182-4A00-AC54-4FA5BE73070B}"/>
              </a:ext>
            </a:extLst>
          </p:cNvPr>
          <p:cNvSpPr>
            <a:spLocks noGrp="1"/>
          </p:cNvSpPr>
          <p:nvPr>
            <p:ph type="body" sz="quarter" idx="27"/>
          </p:nvPr>
        </p:nvSpPr>
        <p:spPr>
          <a:xfrm>
            <a:off x="5064000" y="29073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25" name="テキスト プレースホルダー 38">
            <a:extLst>
              <a:ext uri="{FF2B5EF4-FFF2-40B4-BE49-F238E27FC236}">
                <a16:creationId xmlns:a16="http://schemas.microsoft.com/office/drawing/2014/main" id="{8777C09A-107A-4D78-98B9-50CEB28DDA54}"/>
              </a:ext>
            </a:extLst>
          </p:cNvPr>
          <p:cNvSpPr>
            <a:spLocks noGrp="1"/>
          </p:cNvSpPr>
          <p:nvPr>
            <p:ph type="body" sz="quarter" idx="28"/>
          </p:nvPr>
        </p:nvSpPr>
        <p:spPr>
          <a:xfrm>
            <a:off x="5064000" y="36753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26" name="テキスト プレースホルダー 38">
            <a:extLst>
              <a:ext uri="{FF2B5EF4-FFF2-40B4-BE49-F238E27FC236}">
                <a16:creationId xmlns:a16="http://schemas.microsoft.com/office/drawing/2014/main" id="{86E833DA-66F9-4343-91E9-57A72FB15474}"/>
              </a:ext>
            </a:extLst>
          </p:cNvPr>
          <p:cNvSpPr>
            <a:spLocks noGrp="1"/>
          </p:cNvSpPr>
          <p:nvPr>
            <p:ph type="body" sz="quarter" idx="29"/>
          </p:nvPr>
        </p:nvSpPr>
        <p:spPr>
          <a:xfrm>
            <a:off x="7308000" y="29073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27" name="テキスト プレースホルダー 38">
            <a:extLst>
              <a:ext uri="{FF2B5EF4-FFF2-40B4-BE49-F238E27FC236}">
                <a16:creationId xmlns:a16="http://schemas.microsoft.com/office/drawing/2014/main" id="{623CD18A-1372-45CD-A25D-6A872A72730D}"/>
              </a:ext>
            </a:extLst>
          </p:cNvPr>
          <p:cNvSpPr>
            <a:spLocks noGrp="1"/>
          </p:cNvSpPr>
          <p:nvPr>
            <p:ph type="body" sz="quarter" idx="30"/>
          </p:nvPr>
        </p:nvSpPr>
        <p:spPr>
          <a:xfrm>
            <a:off x="7308000" y="36753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28" name="テキスト プレースホルダー 38">
            <a:extLst>
              <a:ext uri="{FF2B5EF4-FFF2-40B4-BE49-F238E27FC236}">
                <a16:creationId xmlns:a16="http://schemas.microsoft.com/office/drawing/2014/main" id="{0E333E30-72E5-44B3-ADD5-B3CD9634853A}"/>
              </a:ext>
            </a:extLst>
          </p:cNvPr>
          <p:cNvSpPr>
            <a:spLocks noGrp="1"/>
          </p:cNvSpPr>
          <p:nvPr>
            <p:ph type="body" sz="quarter" idx="31"/>
          </p:nvPr>
        </p:nvSpPr>
        <p:spPr>
          <a:xfrm>
            <a:off x="9552000" y="29073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29" name="テキスト プレースホルダー 38">
            <a:extLst>
              <a:ext uri="{FF2B5EF4-FFF2-40B4-BE49-F238E27FC236}">
                <a16:creationId xmlns:a16="http://schemas.microsoft.com/office/drawing/2014/main" id="{F9AC4E1A-BDF2-48BB-91F8-5482702DEDE1}"/>
              </a:ext>
            </a:extLst>
          </p:cNvPr>
          <p:cNvSpPr>
            <a:spLocks noGrp="1"/>
          </p:cNvSpPr>
          <p:nvPr>
            <p:ph type="body" sz="quarter" idx="32"/>
          </p:nvPr>
        </p:nvSpPr>
        <p:spPr>
          <a:xfrm>
            <a:off x="9552000" y="36753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30" name="テキスト ボックス 129">
            <a:extLst>
              <a:ext uri="{FF2B5EF4-FFF2-40B4-BE49-F238E27FC236}">
                <a16:creationId xmlns:a16="http://schemas.microsoft.com/office/drawing/2014/main" id="{F7F0D363-43F0-4FE5-856C-1AFEDDA8E1EB}"/>
              </a:ext>
            </a:extLst>
          </p:cNvPr>
          <p:cNvSpPr txBox="1"/>
          <p:nvPr userDrawn="1"/>
        </p:nvSpPr>
        <p:spPr>
          <a:xfrm>
            <a:off x="477619" y="4489448"/>
            <a:ext cx="1274708"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31" name="テキスト プレースホルダー 38">
            <a:extLst>
              <a:ext uri="{FF2B5EF4-FFF2-40B4-BE49-F238E27FC236}">
                <a16:creationId xmlns:a16="http://schemas.microsoft.com/office/drawing/2014/main" id="{5A2077A0-3B62-48C1-B6EE-3089B868DB77}"/>
              </a:ext>
            </a:extLst>
          </p:cNvPr>
          <p:cNvSpPr>
            <a:spLocks noGrp="1"/>
          </p:cNvSpPr>
          <p:nvPr>
            <p:ph type="body" sz="quarter" idx="33"/>
          </p:nvPr>
        </p:nvSpPr>
        <p:spPr>
          <a:xfrm>
            <a:off x="576000" y="47814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32" name="テキスト プレースホルダー 38">
            <a:extLst>
              <a:ext uri="{FF2B5EF4-FFF2-40B4-BE49-F238E27FC236}">
                <a16:creationId xmlns:a16="http://schemas.microsoft.com/office/drawing/2014/main" id="{F9F462CD-340E-48B1-AE6E-CB3765B7084D}"/>
              </a:ext>
            </a:extLst>
          </p:cNvPr>
          <p:cNvSpPr>
            <a:spLocks noGrp="1"/>
          </p:cNvSpPr>
          <p:nvPr>
            <p:ph type="body" sz="quarter" idx="34"/>
          </p:nvPr>
        </p:nvSpPr>
        <p:spPr>
          <a:xfrm>
            <a:off x="576000" y="55494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33" name="テキスト ボックス 132">
            <a:extLst>
              <a:ext uri="{FF2B5EF4-FFF2-40B4-BE49-F238E27FC236}">
                <a16:creationId xmlns:a16="http://schemas.microsoft.com/office/drawing/2014/main" id="{39FDC537-62BD-43B1-B9ED-CCE383B5973D}"/>
              </a:ext>
            </a:extLst>
          </p:cNvPr>
          <p:cNvSpPr txBox="1"/>
          <p:nvPr userDrawn="1"/>
        </p:nvSpPr>
        <p:spPr>
          <a:xfrm>
            <a:off x="2721620" y="4489448"/>
            <a:ext cx="1274708"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34" name="テキスト プレースホルダー 38">
            <a:extLst>
              <a:ext uri="{FF2B5EF4-FFF2-40B4-BE49-F238E27FC236}">
                <a16:creationId xmlns:a16="http://schemas.microsoft.com/office/drawing/2014/main" id="{4EC0DD09-D975-4C35-B998-345515B667BF}"/>
              </a:ext>
            </a:extLst>
          </p:cNvPr>
          <p:cNvSpPr>
            <a:spLocks noGrp="1"/>
          </p:cNvSpPr>
          <p:nvPr>
            <p:ph type="body" sz="quarter" idx="35"/>
          </p:nvPr>
        </p:nvSpPr>
        <p:spPr>
          <a:xfrm>
            <a:off x="2820001" y="47814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35" name="テキスト プレースホルダー 38">
            <a:extLst>
              <a:ext uri="{FF2B5EF4-FFF2-40B4-BE49-F238E27FC236}">
                <a16:creationId xmlns:a16="http://schemas.microsoft.com/office/drawing/2014/main" id="{1D4B6ADF-8D30-4457-8115-2ECBD196817B}"/>
              </a:ext>
            </a:extLst>
          </p:cNvPr>
          <p:cNvSpPr>
            <a:spLocks noGrp="1"/>
          </p:cNvSpPr>
          <p:nvPr>
            <p:ph type="body" sz="quarter" idx="36"/>
          </p:nvPr>
        </p:nvSpPr>
        <p:spPr>
          <a:xfrm>
            <a:off x="2820001" y="55494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36" name="テキスト ボックス 135">
            <a:extLst>
              <a:ext uri="{FF2B5EF4-FFF2-40B4-BE49-F238E27FC236}">
                <a16:creationId xmlns:a16="http://schemas.microsoft.com/office/drawing/2014/main" id="{D42ED4A8-0230-4C0D-8B9C-841D36DDED04}"/>
              </a:ext>
            </a:extLst>
          </p:cNvPr>
          <p:cNvSpPr txBox="1"/>
          <p:nvPr userDrawn="1"/>
        </p:nvSpPr>
        <p:spPr>
          <a:xfrm>
            <a:off x="4971846" y="4481948"/>
            <a:ext cx="1274708"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37" name="テキスト プレースホルダー 38">
            <a:extLst>
              <a:ext uri="{FF2B5EF4-FFF2-40B4-BE49-F238E27FC236}">
                <a16:creationId xmlns:a16="http://schemas.microsoft.com/office/drawing/2014/main" id="{D021E571-D470-4369-B231-029E25A160B2}"/>
              </a:ext>
            </a:extLst>
          </p:cNvPr>
          <p:cNvSpPr>
            <a:spLocks noGrp="1"/>
          </p:cNvSpPr>
          <p:nvPr>
            <p:ph type="body" sz="quarter" idx="37"/>
          </p:nvPr>
        </p:nvSpPr>
        <p:spPr>
          <a:xfrm>
            <a:off x="5070227" y="47739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38" name="テキスト プレースホルダー 38">
            <a:extLst>
              <a:ext uri="{FF2B5EF4-FFF2-40B4-BE49-F238E27FC236}">
                <a16:creationId xmlns:a16="http://schemas.microsoft.com/office/drawing/2014/main" id="{AD5DF699-08B6-4E8C-A054-16612611D8BB}"/>
              </a:ext>
            </a:extLst>
          </p:cNvPr>
          <p:cNvSpPr>
            <a:spLocks noGrp="1"/>
          </p:cNvSpPr>
          <p:nvPr>
            <p:ph type="body" sz="quarter" idx="38"/>
          </p:nvPr>
        </p:nvSpPr>
        <p:spPr>
          <a:xfrm>
            <a:off x="5070227" y="55419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139" name="テキスト ボックス 138">
            <a:extLst>
              <a:ext uri="{FF2B5EF4-FFF2-40B4-BE49-F238E27FC236}">
                <a16:creationId xmlns:a16="http://schemas.microsoft.com/office/drawing/2014/main" id="{0F4DDE24-022A-48CD-81D0-3D9191EE6A7B}"/>
              </a:ext>
            </a:extLst>
          </p:cNvPr>
          <p:cNvSpPr txBox="1"/>
          <p:nvPr userDrawn="1"/>
        </p:nvSpPr>
        <p:spPr>
          <a:xfrm>
            <a:off x="7232608" y="4471908"/>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40" name="テキスト プレースホルダー 38">
            <a:extLst>
              <a:ext uri="{FF2B5EF4-FFF2-40B4-BE49-F238E27FC236}">
                <a16:creationId xmlns:a16="http://schemas.microsoft.com/office/drawing/2014/main" id="{28160DCA-26C4-4F89-8175-1D7C9D2606D1}"/>
              </a:ext>
            </a:extLst>
          </p:cNvPr>
          <p:cNvSpPr>
            <a:spLocks noGrp="1"/>
          </p:cNvSpPr>
          <p:nvPr>
            <p:ph type="body" sz="quarter" idx="39"/>
          </p:nvPr>
        </p:nvSpPr>
        <p:spPr>
          <a:xfrm>
            <a:off x="7330989" y="476386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141" name="テキスト プレースホルダー 38">
            <a:extLst>
              <a:ext uri="{FF2B5EF4-FFF2-40B4-BE49-F238E27FC236}">
                <a16:creationId xmlns:a16="http://schemas.microsoft.com/office/drawing/2014/main" id="{429E78D9-B896-47F2-94F1-459C83BABEB0}"/>
              </a:ext>
            </a:extLst>
          </p:cNvPr>
          <p:cNvSpPr>
            <a:spLocks noGrp="1"/>
          </p:cNvSpPr>
          <p:nvPr>
            <p:ph type="body" sz="quarter" idx="40"/>
          </p:nvPr>
        </p:nvSpPr>
        <p:spPr>
          <a:xfrm>
            <a:off x="7330989" y="553186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2328529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326664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2668462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3009772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3967460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2554967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1790525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3779722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1980791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12487270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2723970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3824219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40592987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2023/10/30</a:t>
            </a:r>
            <a:endParaRPr lang="en-US"/>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3"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5" name="テキスト プレースホルダー 6"/>
          <p:cNvSpPr>
            <a:spLocks noGrp="1"/>
          </p:cNvSpPr>
          <p:nvPr>
            <p:ph type="body" sz="quarter" idx="13"/>
          </p:nvPr>
        </p:nvSpPr>
        <p:spPr>
          <a:xfrm>
            <a:off x="816000" y="3744000"/>
            <a:ext cx="10559999" cy="392112"/>
          </a:xfrm>
        </p:spPr>
        <p:txBody>
          <a:bodyPr wrap="none" anchor="t">
            <a:noAutofit/>
          </a:bodyPr>
          <a:lstStyle>
            <a:lvl1pPr algn="ctr">
              <a:spcBef>
                <a:spcPts val="0"/>
              </a:spcBef>
              <a:defRPr/>
            </a:lvl1pPr>
          </a:lstStyle>
          <a:p>
            <a:pPr lvl="0"/>
            <a:r>
              <a:rPr kumimoji="1" lang="ja-JP" altLang="en-US"/>
              <a:t>マスター テキストの書式設定</a:t>
            </a:r>
          </a:p>
        </p:txBody>
      </p:sp>
    </p:spTree>
    <p:extLst>
      <p:ext uri="{BB962C8B-B14F-4D97-AF65-F5344CB8AC3E}">
        <p14:creationId xmlns:p14="http://schemas.microsoft.com/office/powerpoint/2010/main" val="2877031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2023/10/30</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2023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520000"/>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本資料には弊社の機密情報が含まれておりますので、弊社の書面による承諾なく第三者に開示することはできません。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また、弊社の承諾を得た場合であっても、本技術情報は外国為替及び外国貿易管理法の定める特定技術に該当するため、非居住者に提供する場合には同法に基づく許可を要することがあります。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3"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2023/10/30</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2023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83" r:id="rId6"/>
    <p:sldLayoutId id="2147483798" r:id="rId7"/>
    <p:sldLayoutId id="2147483799" r:id="rId8"/>
    <p:sldLayoutId id="2147483800"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94" r:id="rId21"/>
  </p:sldLayoutIdLst>
  <p:hf sldNum="0" hdr="0" ftr="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266700" y="2664823"/>
            <a:ext cx="10220325" cy="1663337"/>
          </a:xfrm>
        </p:spPr>
        <p:txBody>
          <a:bodyPr/>
          <a:lstStyle/>
          <a:p>
            <a:r>
              <a:rPr lang="zh-TW" altLang="en-US" sz="4000">
                <a:latin typeface="Meiryo UI" panose="020B0604030504040204" pitchFamily="50" charset="-128"/>
                <a:ea typeface="Meiryo UI" panose="020B0604030504040204" pitchFamily="50" charset="-128"/>
                <a:cs typeface="Microsoft GothicNeo" panose="020B0503020000020004" pitchFamily="34" charset="-127"/>
              </a:rPr>
              <a:t>期末報奨金</a:t>
            </a:r>
            <a:r>
              <a:rPr lang="ja-JP" altLang="en-US" sz="4000">
                <a:latin typeface="Meiryo UI" panose="020B0604030504040204" pitchFamily="50" charset="-128"/>
                <a:ea typeface="Meiryo UI" panose="020B0604030504040204" pitchFamily="50" charset="-128"/>
                <a:cs typeface="Microsoft GothicNeo" panose="020B0503020000020004" pitchFamily="34" charset="-127"/>
              </a:rPr>
              <a:t>システム　</a:t>
            </a:r>
            <a:r>
              <a:rPr lang="en-US" altLang="zh-TW" sz="4000">
                <a:latin typeface="Meiryo UI" panose="020B0604030504040204" pitchFamily="50" charset="-128"/>
                <a:ea typeface="Meiryo UI" panose="020B0604030504040204" pitchFamily="50" charset="-128"/>
                <a:cs typeface="Microsoft GothicNeo" panose="020B0503020000020004" pitchFamily="34" charset="-127"/>
              </a:rPr>
              <a:t>2025</a:t>
            </a:r>
            <a:r>
              <a:rPr lang="ja-JP" altLang="en-US" sz="4000">
                <a:latin typeface="Meiryo UI" panose="020B0604030504040204" pitchFamily="50" charset="-128"/>
                <a:ea typeface="Meiryo UI" panose="020B0604030504040204" pitchFamily="50" charset="-128"/>
                <a:cs typeface="Microsoft GothicNeo" panose="020B0503020000020004" pitchFamily="34" charset="-127"/>
              </a:rPr>
              <a:t>年度制度変更対応</a:t>
            </a:r>
            <a:br>
              <a:rPr lang="en-US" altLang="ja-JP" sz="4000">
                <a:latin typeface="Meiryo UI" panose="020B0604030504040204" pitchFamily="50" charset="-128"/>
                <a:ea typeface="Meiryo UI" panose="020B0604030504040204" pitchFamily="50" charset="-128"/>
                <a:cs typeface="Microsoft GothicNeo" panose="020B0503020000020004" pitchFamily="34" charset="-127"/>
              </a:rPr>
            </a:br>
            <a:r>
              <a:rPr lang="ja-JP" altLang="en-US" sz="4000">
                <a:latin typeface="Meiryo UI" panose="020B0604030504040204" pitchFamily="50" charset="-128"/>
                <a:ea typeface="Meiryo UI" panose="020B0604030504040204" pitchFamily="50" charset="-128"/>
                <a:cs typeface="Microsoft GothicNeo" panose="020B0503020000020004" pitchFamily="34" charset="-127"/>
              </a:rPr>
              <a:t>概算お見積り</a:t>
            </a:r>
            <a:endParaRPr kumimoji="1" lang="ja-JP" altLang="en-US" sz="4000">
              <a:latin typeface="Meiryo UI" panose="020B0604030504040204" pitchFamily="50" charset="-128"/>
              <a:ea typeface="Meiryo UI" panose="020B0604030504040204" pitchFamily="50" charset="-128"/>
              <a:cs typeface="Microsoft GothicNeo" panose="020B0503020000020004" pitchFamily="34" charset="-127"/>
            </a:endParaRPr>
          </a:p>
        </p:txBody>
      </p:sp>
      <p:sp>
        <p:nvSpPr>
          <p:cNvPr id="7" name="テキスト プレースホルダー 6"/>
          <p:cNvSpPr>
            <a:spLocks noGrp="1"/>
          </p:cNvSpPr>
          <p:nvPr>
            <p:ph type="body" sz="quarter" idx="14"/>
          </p:nvPr>
        </p:nvSpPr>
        <p:spPr/>
        <p:txBody>
          <a:bodyPr>
            <a:normAutofit/>
          </a:bodyPr>
          <a:lstStyle/>
          <a:p>
            <a:r>
              <a:rPr kumimoji="1" lang="ja-JP" altLang="en-US">
                <a:latin typeface="+mn-ea"/>
                <a:ea typeface="+mn-ea"/>
              </a:rPr>
              <a:t>出光興産株式会社 御中</a:t>
            </a:r>
          </a:p>
        </p:txBody>
      </p:sp>
    </p:spTree>
    <p:extLst>
      <p:ext uri="{BB962C8B-B14F-4D97-AF65-F5344CB8AC3E}">
        <p14:creationId xmlns:p14="http://schemas.microsoft.com/office/powerpoint/2010/main" val="1766500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「期末報奨金システム」にて、</a:t>
            </a:r>
            <a:r>
              <a:rPr lang="en-US" altLang="ja-JP">
                <a:solidFill>
                  <a:srgbClr val="000000"/>
                </a:solidFill>
              </a:rPr>
              <a:t>2025</a:t>
            </a:r>
            <a:r>
              <a:rPr lang="ja-JP" altLang="en-US">
                <a:solidFill>
                  <a:srgbClr val="000000"/>
                </a:solidFill>
              </a:rPr>
              <a:t>年度の報奨金制度変更に向けてシステム改修を実施いたします。</a:t>
            </a:r>
            <a:endParaRPr lang="en-US" altLang="ja-JP">
              <a:solidFill>
                <a:srgbClr val="000000"/>
              </a:solidFill>
            </a:endParaRPr>
          </a:p>
          <a:p>
            <a:r>
              <a:rPr lang="ja-JP" altLang="en-US">
                <a:solidFill>
                  <a:srgbClr val="000000"/>
                </a:solidFill>
              </a:rPr>
              <a:t>また、併せて名寄せに伴う対応を実施いたします。</a:t>
            </a:r>
            <a:endParaRPr lang="en-US" altLang="ja-JP">
              <a:solidFill>
                <a:srgbClr val="000000"/>
              </a:solidFill>
            </a:endParaRPr>
          </a:p>
          <a:p>
            <a:endParaRPr lang="en-US" altLang="ja-JP">
              <a:solidFill>
                <a:srgbClr val="000000"/>
              </a:solidFill>
            </a:endParaRPr>
          </a:p>
          <a:p>
            <a:r>
              <a:rPr lang="ja-JP" altLang="en-US">
                <a:solidFill>
                  <a:srgbClr val="000000"/>
                </a:solidFill>
              </a:rPr>
              <a:t>お見積りパターン①　：　報奨金制度変更のみを実施</a:t>
            </a:r>
            <a:endParaRPr lang="en-US" altLang="ja-JP">
              <a:solidFill>
                <a:srgbClr val="000000"/>
              </a:solidFill>
            </a:endParaRPr>
          </a:p>
          <a:p>
            <a:r>
              <a:rPr lang="ja-JP" altLang="en-US">
                <a:solidFill>
                  <a:srgbClr val="000000"/>
                </a:solidFill>
              </a:rPr>
              <a:t>お見積りパターン②　：　報奨金制度変更　＋　名寄せ対応（システム改修）</a:t>
            </a:r>
            <a:endParaRPr lang="en-US" altLang="ja-JP">
              <a:solidFill>
                <a:srgbClr val="000000"/>
              </a:solidFill>
            </a:endParaRPr>
          </a:p>
          <a:p>
            <a:r>
              <a:rPr lang="ja-JP" altLang="en-US">
                <a:solidFill>
                  <a:srgbClr val="000000"/>
                </a:solidFill>
              </a:rPr>
              <a:t>お見積りパターン③　：　報奨金制度変更　＋　名寄せ対応（手動データメンテナンス）</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255229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２－１</a:t>
            </a:r>
            <a:r>
              <a:rPr lang="en-US" altLang="ja-JP"/>
              <a:t>.</a:t>
            </a:r>
            <a:r>
              <a:rPr lang="ja-JP" altLang="en-US"/>
              <a:t>開発お見積もり①</a:t>
            </a:r>
            <a:endParaRPr kumimoji="1" lang="ja-JP" altLang="en-US"/>
          </a:p>
        </p:txBody>
      </p:sp>
      <p:sp>
        <p:nvSpPr>
          <p:cNvPr id="3" name="日付プレースホルダー 2">
            <a:extLst>
              <a:ext uri="{FF2B5EF4-FFF2-40B4-BE49-F238E27FC236}">
                <a16:creationId xmlns:a16="http://schemas.microsoft.com/office/drawing/2014/main" id="{CFDFC9E4-B9F7-9259-D5D1-491B8B4CE35F}"/>
              </a:ext>
            </a:extLst>
          </p:cNvPr>
          <p:cNvSpPr>
            <a:spLocks noGrp="1"/>
          </p:cNvSpPr>
          <p:nvPr>
            <p:ph type="dt" sz="half" idx="10"/>
          </p:nvPr>
        </p:nvSpPr>
        <p:spPr/>
        <p:txBody>
          <a:bodyPr/>
          <a:lstStyle/>
          <a:p>
            <a:r>
              <a:rPr lang="en-US" altLang="ja-JP"/>
              <a:t>2025/10/09</a:t>
            </a:r>
            <a:endParaRPr lang="en-US"/>
          </a:p>
        </p:txBody>
      </p:sp>
      <p:graphicFrame>
        <p:nvGraphicFramePr>
          <p:cNvPr id="11" name="表 10">
            <a:extLst>
              <a:ext uri="{FF2B5EF4-FFF2-40B4-BE49-F238E27FC236}">
                <a16:creationId xmlns:a16="http://schemas.microsoft.com/office/drawing/2014/main" id="{A44AD7BC-F48A-CF96-1002-A77A1AFC7FBA}"/>
              </a:ext>
            </a:extLst>
          </p:cNvPr>
          <p:cNvGraphicFramePr>
            <a:graphicFrameLocks noGrp="1"/>
          </p:cNvGraphicFramePr>
          <p:nvPr>
            <p:extLst>
              <p:ext uri="{D42A27DB-BD31-4B8C-83A1-F6EECF244321}">
                <p14:modId xmlns:p14="http://schemas.microsoft.com/office/powerpoint/2010/main" val="3690189903"/>
              </p:ext>
            </p:extLst>
          </p:nvPr>
        </p:nvGraphicFramePr>
        <p:xfrm>
          <a:off x="422789" y="1332000"/>
          <a:ext cx="11194411" cy="2155984"/>
        </p:xfrm>
        <a:graphic>
          <a:graphicData uri="http://schemas.openxmlformats.org/drawingml/2006/table">
            <a:tbl>
              <a:tblPr firstRow="1" bandRow="1">
                <a:tableStyleId>{2D5ABB26-0587-4C30-8999-92F81FD0307C}</a:tableStyleId>
              </a:tblPr>
              <a:tblGrid>
                <a:gridCol w="634882">
                  <a:extLst>
                    <a:ext uri="{9D8B030D-6E8A-4147-A177-3AD203B41FA5}">
                      <a16:colId xmlns:a16="http://schemas.microsoft.com/office/drawing/2014/main" val="233225342"/>
                    </a:ext>
                  </a:extLst>
                </a:gridCol>
                <a:gridCol w="1629930">
                  <a:extLst>
                    <a:ext uri="{9D8B030D-6E8A-4147-A177-3AD203B41FA5}">
                      <a16:colId xmlns:a16="http://schemas.microsoft.com/office/drawing/2014/main" val="568014644"/>
                    </a:ext>
                  </a:extLst>
                </a:gridCol>
                <a:gridCol w="5533387">
                  <a:extLst>
                    <a:ext uri="{9D8B030D-6E8A-4147-A177-3AD203B41FA5}">
                      <a16:colId xmlns:a16="http://schemas.microsoft.com/office/drawing/2014/main" val="2247639322"/>
                    </a:ext>
                  </a:extLst>
                </a:gridCol>
                <a:gridCol w="1595945">
                  <a:extLst>
                    <a:ext uri="{9D8B030D-6E8A-4147-A177-3AD203B41FA5}">
                      <a16:colId xmlns:a16="http://schemas.microsoft.com/office/drawing/2014/main" val="792842890"/>
                    </a:ext>
                  </a:extLst>
                </a:gridCol>
                <a:gridCol w="1800267">
                  <a:extLst>
                    <a:ext uri="{9D8B030D-6E8A-4147-A177-3AD203B41FA5}">
                      <a16:colId xmlns:a16="http://schemas.microsoft.com/office/drawing/2014/main" val="1299902136"/>
                    </a:ext>
                  </a:extLst>
                </a:gridCol>
              </a:tblGrid>
              <a:tr h="343692">
                <a:tc>
                  <a:txBody>
                    <a:bodyPr/>
                    <a:lstStyle/>
                    <a:p>
                      <a:pPr algn="ctr" rtl="0" fontAlgn="ctr"/>
                      <a:r>
                        <a:rPr lang="en-US" sz="1600" b="0" i="0" u="none" strike="noStrike" dirty="0">
                          <a:solidFill>
                            <a:srgbClr val="FFFFFF"/>
                          </a:solidFill>
                          <a:effectLst/>
                          <a:latin typeface="+mn-ea"/>
                          <a:ea typeface="+mn-ea"/>
                        </a:rPr>
                        <a:t>No.</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対応内容</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詳細</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工数（人月）</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金額（税抜き）</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424401785"/>
                  </a:ext>
                </a:extLst>
              </a:tr>
              <a:tr h="343692">
                <a:tc>
                  <a:txBody>
                    <a:bodyPr/>
                    <a:lstStyle/>
                    <a:p>
                      <a:pPr algn="ctr" rtl="0" fontAlgn="ctr"/>
                      <a:r>
                        <a:rPr lang="en-US" altLang="ja-JP" sz="1400" b="0" i="0" u="none" strike="noStrike" dirty="0">
                          <a:solidFill>
                            <a:srgbClr val="000000"/>
                          </a:solidFill>
                          <a:effectLst/>
                          <a:latin typeface="+mn-ea"/>
                          <a:ea typeface="+mn-ea"/>
                        </a:rPr>
                        <a:t>1</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25</a:t>
                      </a:r>
                      <a:r>
                        <a:rPr lang="ja-JP" altLang="en-US" sz="1400" b="0" i="0" u="none" strike="noStrike">
                          <a:solidFill>
                            <a:srgbClr val="000000"/>
                          </a:solidFill>
                          <a:effectLst/>
                          <a:latin typeface="+mn-ea"/>
                          <a:ea typeface="+mn-ea"/>
                        </a:rPr>
                        <a:t>年度制度変更</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400" b="0" i="0" u="none" strike="noStrike">
                          <a:solidFill>
                            <a:srgbClr val="000000"/>
                          </a:solidFill>
                          <a:effectLst/>
                          <a:latin typeface="+mn-ea"/>
                          <a:ea typeface="+mn-ea"/>
                        </a:rPr>
                        <a:t>・</a:t>
                      </a:r>
                      <a:r>
                        <a:rPr lang="en-US" altLang="ja-JP" sz="1400" b="0" i="0" u="none" strike="noStrike" dirty="0">
                          <a:solidFill>
                            <a:srgbClr val="000000"/>
                          </a:solidFill>
                          <a:effectLst/>
                          <a:latin typeface="+mn-ea"/>
                          <a:ea typeface="+mn-ea"/>
                        </a:rPr>
                        <a:t>PB</a:t>
                      </a:r>
                      <a:r>
                        <a:rPr lang="ja-JP" altLang="en-US" sz="1400" b="0" i="0" u="none" strike="noStrike">
                          <a:solidFill>
                            <a:srgbClr val="000000"/>
                          </a:solidFill>
                          <a:effectLst/>
                          <a:latin typeface="+mn-ea"/>
                          <a:ea typeface="+mn-ea"/>
                        </a:rPr>
                        <a:t>タイヤ法相テーブルの変更を実施</a:t>
                      </a:r>
                      <a:endParaRPr lang="en-US" altLang="ja-JP" sz="1400" b="0" i="0" u="none" strike="noStrike">
                        <a:solidFill>
                          <a:srgbClr val="000000"/>
                        </a:solidFill>
                        <a:effectLst/>
                        <a:latin typeface="+mn-ea"/>
                        <a:ea typeface="+mn-ea"/>
                      </a:endParaRPr>
                    </a:p>
                    <a:p>
                      <a:pPr algn="l" rtl="0" fontAlgn="ctr"/>
                      <a:r>
                        <a:rPr lang="ja-JP" altLang="en-US" sz="1400" b="0" i="0" u="none" strike="noStrike" dirty="0">
                          <a:solidFill>
                            <a:srgbClr val="000000"/>
                          </a:solidFill>
                          <a:effectLst/>
                          <a:latin typeface="+mn-ea"/>
                          <a:ea typeface="+mn-ea"/>
                        </a:rPr>
                        <a:t>　</a:t>
                      </a:r>
                      <a:r>
                        <a:rPr lang="en-US" altLang="ja-JP" sz="1400" b="0" i="0" u="none" strike="noStrike" dirty="0">
                          <a:solidFill>
                            <a:srgbClr val="000000"/>
                          </a:solidFill>
                          <a:effectLst/>
                          <a:latin typeface="+mn-ea"/>
                          <a:ea typeface="+mn-ea"/>
                        </a:rPr>
                        <a:t>(1)</a:t>
                      </a:r>
                      <a:r>
                        <a:rPr lang="ja-JP" altLang="en-US" sz="1400" b="0" i="0" u="none" strike="noStrike">
                          <a:solidFill>
                            <a:srgbClr val="000000"/>
                          </a:solidFill>
                          <a:effectLst/>
                          <a:latin typeface="+mn-ea"/>
                          <a:ea typeface="+mn-ea"/>
                        </a:rPr>
                        <a:t>下記のテーブルを追加</a:t>
                      </a:r>
                      <a:endParaRPr lang="en-US" altLang="ja-JP" sz="1400" b="0" i="0" u="none" strike="noStrike">
                        <a:solidFill>
                          <a:srgbClr val="000000"/>
                        </a:solidFill>
                        <a:effectLst/>
                        <a:latin typeface="+mn-ea"/>
                        <a:ea typeface="+mn-ea"/>
                      </a:endParaRPr>
                    </a:p>
                    <a:p>
                      <a:pPr algn="l" rtl="0" fontAlgn="ctr"/>
                      <a:r>
                        <a:rPr lang="ja-JP" altLang="en-US" sz="1400" b="0" i="0" u="none" strike="noStrike">
                          <a:solidFill>
                            <a:srgbClr val="000000"/>
                          </a:solidFill>
                          <a:effectLst/>
                          <a:latin typeface="+mn-ea"/>
                          <a:ea typeface="+mn-ea"/>
                        </a:rPr>
                        <a:t>　　 ①</a:t>
                      </a:r>
                      <a:r>
                        <a:rPr lang="en-US" altLang="ja-JP" sz="1400" b="0" i="0" u="none" strike="noStrike" dirty="0">
                          <a:solidFill>
                            <a:srgbClr val="000000"/>
                          </a:solidFill>
                          <a:effectLst/>
                          <a:latin typeface="+mn-ea"/>
                          <a:ea typeface="+mn-ea"/>
                        </a:rPr>
                        <a:t>10,000</a:t>
                      </a:r>
                      <a:r>
                        <a:rPr lang="ja-JP" altLang="en-US" sz="1400" b="0" i="0" u="none" strike="noStrike">
                          <a:solidFill>
                            <a:srgbClr val="000000"/>
                          </a:solidFill>
                          <a:effectLst/>
                          <a:latin typeface="+mn-ea"/>
                          <a:ea typeface="+mn-ea"/>
                        </a:rPr>
                        <a:t>本以上、 ②</a:t>
                      </a:r>
                      <a:r>
                        <a:rPr lang="en-US" altLang="ja-JP" sz="1400" b="0" i="0" u="none" strike="noStrike" dirty="0">
                          <a:solidFill>
                            <a:srgbClr val="000000"/>
                          </a:solidFill>
                          <a:effectLst/>
                          <a:latin typeface="+mn-ea"/>
                          <a:ea typeface="+mn-ea"/>
                        </a:rPr>
                        <a:t>5,000</a:t>
                      </a:r>
                      <a:r>
                        <a:rPr lang="ja-JP" altLang="en-US" sz="1400" b="0" i="0" u="none" strike="noStrike">
                          <a:solidFill>
                            <a:srgbClr val="000000"/>
                          </a:solidFill>
                          <a:effectLst/>
                          <a:latin typeface="+mn-ea"/>
                          <a:ea typeface="+mn-ea"/>
                        </a:rPr>
                        <a:t>本以上</a:t>
                      </a:r>
                      <a:r>
                        <a:rPr lang="en-US" altLang="ja-JP" sz="1400" b="0" i="0" u="none" strike="noStrike" dirty="0">
                          <a:solidFill>
                            <a:srgbClr val="000000"/>
                          </a:solidFill>
                          <a:effectLst/>
                          <a:latin typeface="+mn-ea"/>
                          <a:ea typeface="+mn-ea"/>
                        </a:rPr>
                        <a:t>10,000</a:t>
                      </a:r>
                      <a:r>
                        <a:rPr lang="ja-JP" altLang="en-US" sz="1400" b="0" i="0" u="none" strike="noStrike">
                          <a:solidFill>
                            <a:srgbClr val="000000"/>
                          </a:solidFill>
                          <a:effectLst/>
                          <a:latin typeface="+mn-ea"/>
                          <a:ea typeface="+mn-ea"/>
                        </a:rPr>
                        <a:t>本未満</a:t>
                      </a:r>
                      <a:endParaRPr lang="en-US" altLang="ja-JP" sz="1400" b="0" i="0" u="none" strike="noStrike">
                        <a:solidFill>
                          <a:srgbClr val="000000"/>
                        </a:solidFill>
                        <a:effectLst/>
                        <a:latin typeface="+mn-ea"/>
                        <a:ea typeface="+mn-ea"/>
                      </a:endParaRPr>
                    </a:p>
                    <a:p>
                      <a:pPr algn="l" rtl="0" fontAlgn="ctr"/>
                      <a:r>
                        <a:rPr lang="ja-JP" altLang="en-US" sz="1400" b="0" i="0" u="none" strike="noStrike" dirty="0">
                          <a:solidFill>
                            <a:srgbClr val="000000"/>
                          </a:solidFill>
                          <a:effectLst/>
                          <a:latin typeface="+mn-ea"/>
                          <a:ea typeface="+mn-ea"/>
                        </a:rPr>
                        <a:t>　</a:t>
                      </a:r>
                      <a:r>
                        <a:rPr lang="en-US" altLang="ja-JP" sz="1400" b="0" i="0" u="none" strike="noStrike" dirty="0">
                          <a:solidFill>
                            <a:srgbClr val="000000"/>
                          </a:solidFill>
                          <a:effectLst/>
                          <a:latin typeface="+mn-ea"/>
                          <a:ea typeface="+mn-ea"/>
                        </a:rPr>
                        <a:t>(2)</a:t>
                      </a:r>
                      <a:r>
                        <a:rPr lang="ja-JP" altLang="en-US" sz="1400" b="0" i="0" u="none" strike="noStrike">
                          <a:solidFill>
                            <a:srgbClr val="000000"/>
                          </a:solidFill>
                          <a:effectLst/>
                          <a:latin typeface="+mn-ea"/>
                          <a:ea typeface="+mn-ea"/>
                        </a:rPr>
                        <a:t>全体の料率を変更</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1.25</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400" b="0" i="0" u="none" strike="noStrike" dirty="0">
                          <a:solidFill>
                            <a:srgbClr val="000000"/>
                          </a:solidFill>
                          <a:effectLst/>
                          <a:latin typeface="+mn-ea"/>
                          <a:ea typeface="+mn-ea"/>
                        </a:rPr>
                        <a:t>\1,375,000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2477384"/>
                  </a:ext>
                </a:extLst>
              </a:tr>
              <a:tr h="385352">
                <a:tc>
                  <a:txBody>
                    <a:bodyPr/>
                    <a:lstStyle/>
                    <a:p>
                      <a:pPr algn="ctr" rtl="0" fontAlgn="ctr"/>
                      <a:r>
                        <a:rPr lang="en-US" altLang="ja-JP" sz="1400" b="0" i="0" u="none" strike="noStrike" dirty="0">
                          <a:solidFill>
                            <a:srgbClr val="000000"/>
                          </a:solidFill>
                          <a:effectLst/>
                          <a:latin typeface="+mn-ea"/>
                          <a:ea typeface="+mn-ea"/>
                        </a:rPr>
                        <a:t>-</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PJ</a:t>
                      </a:r>
                      <a:r>
                        <a:rPr lang="ja-JP" altLang="en-US" sz="1400" b="0" i="0" u="none" strike="noStrike">
                          <a:solidFill>
                            <a:srgbClr val="000000"/>
                          </a:solidFill>
                          <a:effectLst/>
                          <a:latin typeface="+mn-ea"/>
                          <a:ea typeface="+mn-ea"/>
                        </a:rPr>
                        <a:t>管理費</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PJ</a:t>
                      </a:r>
                      <a:r>
                        <a:rPr lang="ja-JP" altLang="en-US" sz="1400" b="0" i="0" u="none" strike="noStrike">
                          <a:solidFill>
                            <a:srgbClr val="000000"/>
                          </a:solidFill>
                          <a:effectLst/>
                          <a:latin typeface="+mn-ea"/>
                          <a:ea typeface="+mn-ea"/>
                        </a:rPr>
                        <a:t>管理工数</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0.25</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400" b="0" i="0" u="none" strike="noStrike" dirty="0">
                          <a:solidFill>
                            <a:srgbClr val="000000"/>
                          </a:solidFill>
                          <a:effectLst/>
                          <a:latin typeface="+mn-ea"/>
                          <a:ea typeface="+mn-ea"/>
                        </a:rPr>
                        <a:t>\355,000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487061"/>
                  </a:ext>
                </a:extLst>
              </a:tr>
              <a:tr h="385352">
                <a:tc gridSpan="3">
                  <a:txBody>
                    <a:bodyPr/>
                    <a:lstStyle/>
                    <a:p>
                      <a:pPr lvl="0" algn="r" rtl="0" fontAlgn="ctr"/>
                      <a:r>
                        <a:rPr lang="ja-JP" altLang="en-US" sz="1400" b="0" i="0" u="none" strike="noStrike">
                          <a:solidFill>
                            <a:srgbClr val="000000"/>
                          </a:solidFill>
                          <a:effectLst/>
                          <a:latin typeface="+mn-ea"/>
                          <a:ea typeface="+mn-ea"/>
                        </a:rPr>
                        <a:t>合計</a:t>
                      </a:r>
                      <a:endParaRPr lang="en-US" altLang="ja-JP"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400" b="0"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l" rtl="0" fontAlgn="ctr"/>
                      <a:endParaRPr lang="ja-JP" altLang="en-US" sz="1400" b="0"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1.5</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400" b="0" i="0" u="none" strike="noStrike" dirty="0">
                          <a:solidFill>
                            <a:srgbClr val="000000"/>
                          </a:solidFill>
                          <a:effectLst/>
                          <a:latin typeface="+mn-ea"/>
                          <a:ea typeface="+mn-ea"/>
                        </a:rPr>
                        <a:t>\1,725,000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332779145"/>
                  </a:ext>
                </a:extLst>
              </a:tr>
            </a:tbl>
          </a:graphicData>
        </a:graphic>
      </p:graphicFrame>
      <p:sp>
        <p:nvSpPr>
          <p:cNvPr id="5" name="テキスト ボックス 4">
            <a:extLst>
              <a:ext uri="{FF2B5EF4-FFF2-40B4-BE49-F238E27FC236}">
                <a16:creationId xmlns:a16="http://schemas.microsoft.com/office/drawing/2014/main" id="{1247C5C2-7B31-F6FA-B486-2E92AC6E2904}"/>
              </a:ext>
            </a:extLst>
          </p:cNvPr>
          <p:cNvSpPr txBox="1"/>
          <p:nvPr/>
        </p:nvSpPr>
        <p:spPr>
          <a:xfrm>
            <a:off x="432000" y="972000"/>
            <a:ext cx="6107228" cy="369332"/>
          </a:xfrm>
          <a:prstGeom prst="rect">
            <a:avLst/>
          </a:prstGeom>
          <a:noFill/>
        </p:spPr>
        <p:txBody>
          <a:bodyPr wrap="square">
            <a:spAutoFit/>
          </a:bodyPr>
          <a:lstStyle/>
          <a:p>
            <a:r>
              <a:rPr lang="ja-JP" altLang="en-US"/>
              <a:t>■報奨金制度変更のみの場合</a:t>
            </a:r>
          </a:p>
        </p:txBody>
      </p:sp>
      <p:sp>
        <p:nvSpPr>
          <p:cNvPr id="6" name="テキスト ボックス 14">
            <a:extLst>
              <a:ext uri="{FF2B5EF4-FFF2-40B4-BE49-F238E27FC236}">
                <a16:creationId xmlns:a16="http://schemas.microsoft.com/office/drawing/2014/main" id="{C6487E2E-D9F4-6784-5242-7FD5C9460209}"/>
              </a:ext>
            </a:extLst>
          </p:cNvPr>
          <p:cNvSpPr txBox="1"/>
          <p:nvPr/>
        </p:nvSpPr>
        <p:spPr>
          <a:xfrm>
            <a:off x="301409" y="3587708"/>
            <a:ext cx="11029080" cy="536562"/>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本パターンの場合、名寄せの対応は不可となります</a:t>
            </a:r>
            <a:endParaRPr lang="en-US" altLang="ja-JP" sz="1400">
              <a:latin typeface="+mn-ea"/>
              <a:cs typeface="メイリオ" pitchFamily="50" charset="-128"/>
            </a:endParaRPr>
          </a:p>
        </p:txBody>
      </p:sp>
    </p:spTree>
    <p:extLst>
      <p:ext uri="{BB962C8B-B14F-4D97-AF65-F5344CB8AC3E}">
        <p14:creationId xmlns:p14="http://schemas.microsoft.com/office/powerpoint/2010/main" val="1085123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2BDBA-40B3-FCBC-AF23-A9D58165DA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476666-70F4-B377-03B6-0D33A33A47D0}"/>
              </a:ext>
            </a:extLst>
          </p:cNvPr>
          <p:cNvSpPr>
            <a:spLocks noGrp="1"/>
          </p:cNvSpPr>
          <p:nvPr>
            <p:ph type="title"/>
          </p:nvPr>
        </p:nvSpPr>
        <p:spPr/>
        <p:txBody>
          <a:bodyPr/>
          <a:lstStyle/>
          <a:p>
            <a:r>
              <a:rPr lang="ja-JP" altLang="en-US"/>
              <a:t>２－２</a:t>
            </a:r>
            <a:r>
              <a:rPr lang="en-US" altLang="ja-JP"/>
              <a:t>.</a:t>
            </a:r>
            <a:r>
              <a:rPr lang="ja-JP" altLang="en-US"/>
              <a:t>開発お見積もり②</a:t>
            </a:r>
            <a:endParaRPr kumimoji="1" lang="ja-JP" altLang="en-US"/>
          </a:p>
        </p:txBody>
      </p:sp>
      <p:graphicFrame>
        <p:nvGraphicFramePr>
          <p:cNvPr id="8" name="表 7">
            <a:extLst>
              <a:ext uri="{FF2B5EF4-FFF2-40B4-BE49-F238E27FC236}">
                <a16:creationId xmlns:a16="http://schemas.microsoft.com/office/drawing/2014/main" id="{83A4599F-659B-87BC-AEAD-FC6C71ADBEC7}"/>
              </a:ext>
            </a:extLst>
          </p:cNvPr>
          <p:cNvGraphicFramePr>
            <a:graphicFrameLocks noGrp="1"/>
          </p:cNvGraphicFramePr>
          <p:nvPr>
            <p:extLst>
              <p:ext uri="{D42A27DB-BD31-4B8C-83A1-F6EECF244321}">
                <p14:modId xmlns:p14="http://schemas.microsoft.com/office/powerpoint/2010/main" val="3415102756"/>
              </p:ext>
            </p:extLst>
          </p:nvPr>
        </p:nvGraphicFramePr>
        <p:xfrm>
          <a:off x="422789" y="1332000"/>
          <a:ext cx="11194411" cy="2541336"/>
        </p:xfrm>
        <a:graphic>
          <a:graphicData uri="http://schemas.openxmlformats.org/drawingml/2006/table">
            <a:tbl>
              <a:tblPr firstRow="1" bandRow="1">
                <a:tableStyleId>{2D5ABB26-0587-4C30-8999-92F81FD0307C}</a:tableStyleId>
              </a:tblPr>
              <a:tblGrid>
                <a:gridCol w="634882">
                  <a:extLst>
                    <a:ext uri="{9D8B030D-6E8A-4147-A177-3AD203B41FA5}">
                      <a16:colId xmlns:a16="http://schemas.microsoft.com/office/drawing/2014/main" val="233225342"/>
                    </a:ext>
                  </a:extLst>
                </a:gridCol>
                <a:gridCol w="1629930">
                  <a:extLst>
                    <a:ext uri="{9D8B030D-6E8A-4147-A177-3AD203B41FA5}">
                      <a16:colId xmlns:a16="http://schemas.microsoft.com/office/drawing/2014/main" val="568014644"/>
                    </a:ext>
                  </a:extLst>
                </a:gridCol>
                <a:gridCol w="5533387">
                  <a:extLst>
                    <a:ext uri="{9D8B030D-6E8A-4147-A177-3AD203B41FA5}">
                      <a16:colId xmlns:a16="http://schemas.microsoft.com/office/drawing/2014/main" val="2247639322"/>
                    </a:ext>
                  </a:extLst>
                </a:gridCol>
                <a:gridCol w="1595945">
                  <a:extLst>
                    <a:ext uri="{9D8B030D-6E8A-4147-A177-3AD203B41FA5}">
                      <a16:colId xmlns:a16="http://schemas.microsoft.com/office/drawing/2014/main" val="792842890"/>
                    </a:ext>
                  </a:extLst>
                </a:gridCol>
                <a:gridCol w="1800267">
                  <a:extLst>
                    <a:ext uri="{9D8B030D-6E8A-4147-A177-3AD203B41FA5}">
                      <a16:colId xmlns:a16="http://schemas.microsoft.com/office/drawing/2014/main" val="1299902136"/>
                    </a:ext>
                  </a:extLst>
                </a:gridCol>
              </a:tblGrid>
              <a:tr h="343692">
                <a:tc>
                  <a:txBody>
                    <a:bodyPr/>
                    <a:lstStyle/>
                    <a:p>
                      <a:pPr algn="ctr" rtl="0" fontAlgn="ctr"/>
                      <a:r>
                        <a:rPr lang="en-US" sz="1600" b="0" i="0" u="none" strike="noStrike" dirty="0">
                          <a:solidFill>
                            <a:srgbClr val="FFFFFF"/>
                          </a:solidFill>
                          <a:effectLst/>
                          <a:latin typeface="+mn-ea"/>
                          <a:ea typeface="+mn-ea"/>
                        </a:rPr>
                        <a:t>No.</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対応内容</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詳細</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工数（人月）</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金額（税抜き）</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424401785"/>
                  </a:ext>
                </a:extLst>
              </a:tr>
              <a:tr h="343692">
                <a:tc>
                  <a:txBody>
                    <a:bodyPr/>
                    <a:lstStyle/>
                    <a:p>
                      <a:pPr algn="ctr" rtl="0" fontAlgn="ctr"/>
                      <a:r>
                        <a:rPr lang="en-US" altLang="ja-JP" sz="1400" b="0" i="0" u="none" strike="noStrike" dirty="0">
                          <a:solidFill>
                            <a:srgbClr val="000000"/>
                          </a:solidFill>
                          <a:effectLst/>
                          <a:latin typeface="+mn-ea"/>
                          <a:ea typeface="+mn-ea"/>
                        </a:rPr>
                        <a:t>1</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25</a:t>
                      </a:r>
                      <a:r>
                        <a:rPr lang="ja-JP" altLang="en-US" sz="1400" b="0" i="0" u="none" strike="noStrike">
                          <a:solidFill>
                            <a:srgbClr val="000000"/>
                          </a:solidFill>
                          <a:effectLst/>
                          <a:latin typeface="+mn-ea"/>
                          <a:ea typeface="+mn-ea"/>
                        </a:rPr>
                        <a:t>年度制度変更</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400" b="0" i="0" u="none" strike="noStrike">
                          <a:solidFill>
                            <a:srgbClr val="000000"/>
                          </a:solidFill>
                          <a:effectLst/>
                          <a:latin typeface="+mn-ea"/>
                          <a:ea typeface="+mn-ea"/>
                        </a:rPr>
                        <a:t>・</a:t>
                      </a:r>
                      <a:r>
                        <a:rPr lang="en-US" altLang="ja-JP" sz="1400" b="0" i="0" u="none" strike="noStrike" dirty="0">
                          <a:solidFill>
                            <a:srgbClr val="000000"/>
                          </a:solidFill>
                          <a:effectLst/>
                          <a:latin typeface="+mn-ea"/>
                          <a:ea typeface="+mn-ea"/>
                        </a:rPr>
                        <a:t>PB</a:t>
                      </a:r>
                      <a:r>
                        <a:rPr lang="ja-JP" altLang="en-US" sz="1400" b="0" i="0" u="none" strike="noStrike">
                          <a:solidFill>
                            <a:srgbClr val="000000"/>
                          </a:solidFill>
                          <a:effectLst/>
                          <a:latin typeface="+mn-ea"/>
                          <a:ea typeface="+mn-ea"/>
                        </a:rPr>
                        <a:t>タイヤ法相テーブルの変更を実施</a:t>
                      </a:r>
                      <a:endParaRPr lang="en-US" altLang="ja-JP" sz="1400" b="0" i="0" u="none" strike="noStrike">
                        <a:solidFill>
                          <a:srgbClr val="000000"/>
                        </a:solidFill>
                        <a:effectLst/>
                        <a:latin typeface="+mn-ea"/>
                        <a:ea typeface="+mn-ea"/>
                      </a:endParaRPr>
                    </a:p>
                    <a:p>
                      <a:pPr algn="l" rtl="0" fontAlgn="ctr"/>
                      <a:r>
                        <a:rPr lang="ja-JP" altLang="en-US" sz="1400" b="0" i="0" u="none" strike="noStrike" dirty="0">
                          <a:solidFill>
                            <a:srgbClr val="000000"/>
                          </a:solidFill>
                          <a:effectLst/>
                          <a:latin typeface="+mn-ea"/>
                          <a:ea typeface="+mn-ea"/>
                        </a:rPr>
                        <a:t>　</a:t>
                      </a:r>
                      <a:r>
                        <a:rPr lang="en-US" altLang="ja-JP" sz="1400" b="0" i="0" u="none" strike="noStrike" dirty="0">
                          <a:solidFill>
                            <a:srgbClr val="000000"/>
                          </a:solidFill>
                          <a:effectLst/>
                          <a:latin typeface="+mn-ea"/>
                          <a:ea typeface="+mn-ea"/>
                        </a:rPr>
                        <a:t>(1)</a:t>
                      </a:r>
                      <a:r>
                        <a:rPr lang="ja-JP" altLang="en-US" sz="1400" b="0" i="0" u="none" strike="noStrike">
                          <a:solidFill>
                            <a:srgbClr val="000000"/>
                          </a:solidFill>
                          <a:effectLst/>
                          <a:latin typeface="+mn-ea"/>
                          <a:ea typeface="+mn-ea"/>
                        </a:rPr>
                        <a:t>下記のテーブルを追加</a:t>
                      </a:r>
                      <a:endParaRPr lang="en-US" altLang="ja-JP" sz="1400" b="0" i="0" u="none" strike="noStrike">
                        <a:solidFill>
                          <a:srgbClr val="000000"/>
                        </a:solidFill>
                        <a:effectLst/>
                        <a:latin typeface="+mn-ea"/>
                        <a:ea typeface="+mn-ea"/>
                      </a:endParaRPr>
                    </a:p>
                    <a:p>
                      <a:pPr algn="l" rtl="0" fontAlgn="ctr"/>
                      <a:r>
                        <a:rPr lang="ja-JP" altLang="en-US" sz="1400" b="0" i="0" u="none" strike="noStrike">
                          <a:solidFill>
                            <a:srgbClr val="000000"/>
                          </a:solidFill>
                          <a:effectLst/>
                          <a:latin typeface="+mn-ea"/>
                          <a:ea typeface="+mn-ea"/>
                        </a:rPr>
                        <a:t>　　 ①</a:t>
                      </a:r>
                      <a:r>
                        <a:rPr lang="en-US" altLang="ja-JP" sz="1400" b="0" i="0" u="none" strike="noStrike" dirty="0">
                          <a:solidFill>
                            <a:srgbClr val="000000"/>
                          </a:solidFill>
                          <a:effectLst/>
                          <a:latin typeface="+mn-ea"/>
                          <a:ea typeface="+mn-ea"/>
                        </a:rPr>
                        <a:t>10,000</a:t>
                      </a:r>
                      <a:r>
                        <a:rPr lang="ja-JP" altLang="en-US" sz="1400" b="0" i="0" u="none" strike="noStrike">
                          <a:solidFill>
                            <a:srgbClr val="000000"/>
                          </a:solidFill>
                          <a:effectLst/>
                          <a:latin typeface="+mn-ea"/>
                          <a:ea typeface="+mn-ea"/>
                        </a:rPr>
                        <a:t>本以上、 ②</a:t>
                      </a:r>
                      <a:r>
                        <a:rPr lang="en-US" altLang="ja-JP" sz="1400" b="0" i="0" u="none" strike="noStrike" dirty="0">
                          <a:solidFill>
                            <a:srgbClr val="000000"/>
                          </a:solidFill>
                          <a:effectLst/>
                          <a:latin typeface="+mn-ea"/>
                          <a:ea typeface="+mn-ea"/>
                        </a:rPr>
                        <a:t>5,000</a:t>
                      </a:r>
                      <a:r>
                        <a:rPr lang="ja-JP" altLang="en-US" sz="1400" b="0" i="0" u="none" strike="noStrike">
                          <a:solidFill>
                            <a:srgbClr val="000000"/>
                          </a:solidFill>
                          <a:effectLst/>
                          <a:latin typeface="+mn-ea"/>
                          <a:ea typeface="+mn-ea"/>
                        </a:rPr>
                        <a:t>本以上</a:t>
                      </a:r>
                      <a:r>
                        <a:rPr lang="en-US" altLang="ja-JP" sz="1400" b="0" i="0" u="none" strike="noStrike" dirty="0">
                          <a:solidFill>
                            <a:srgbClr val="000000"/>
                          </a:solidFill>
                          <a:effectLst/>
                          <a:latin typeface="+mn-ea"/>
                          <a:ea typeface="+mn-ea"/>
                        </a:rPr>
                        <a:t>10,000</a:t>
                      </a:r>
                      <a:r>
                        <a:rPr lang="ja-JP" altLang="en-US" sz="1400" b="0" i="0" u="none" strike="noStrike">
                          <a:solidFill>
                            <a:srgbClr val="000000"/>
                          </a:solidFill>
                          <a:effectLst/>
                          <a:latin typeface="+mn-ea"/>
                          <a:ea typeface="+mn-ea"/>
                        </a:rPr>
                        <a:t>本未満</a:t>
                      </a:r>
                      <a:endParaRPr lang="en-US" altLang="ja-JP" sz="1400" b="0" i="0" u="none" strike="noStrike">
                        <a:solidFill>
                          <a:srgbClr val="000000"/>
                        </a:solidFill>
                        <a:effectLst/>
                        <a:latin typeface="+mn-ea"/>
                        <a:ea typeface="+mn-ea"/>
                      </a:endParaRPr>
                    </a:p>
                    <a:p>
                      <a:pPr algn="l" rtl="0" fontAlgn="ctr"/>
                      <a:r>
                        <a:rPr lang="ja-JP" altLang="en-US" sz="1400" b="0" i="0" u="none" strike="noStrike" dirty="0">
                          <a:solidFill>
                            <a:srgbClr val="000000"/>
                          </a:solidFill>
                          <a:effectLst/>
                          <a:latin typeface="+mn-ea"/>
                          <a:ea typeface="+mn-ea"/>
                        </a:rPr>
                        <a:t>　</a:t>
                      </a:r>
                      <a:r>
                        <a:rPr lang="en-US" altLang="ja-JP" sz="1400" b="0" i="0" u="none" strike="noStrike" dirty="0">
                          <a:solidFill>
                            <a:srgbClr val="000000"/>
                          </a:solidFill>
                          <a:effectLst/>
                          <a:latin typeface="+mn-ea"/>
                          <a:ea typeface="+mn-ea"/>
                        </a:rPr>
                        <a:t>(2)</a:t>
                      </a:r>
                      <a:r>
                        <a:rPr lang="ja-JP" altLang="en-US" sz="1400" b="0" i="0" u="none" strike="noStrike">
                          <a:solidFill>
                            <a:srgbClr val="000000"/>
                          </a:solidFill>
                          <a:effectLst/>
                          <a:latin typeface="+mn-ea"/>
                          <a:ea typeface="+mn-ea"/>
                        </a:rPr>
                        <a:t>全体の料率を変更</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1.25</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400" b="0" i="0" u="none" strike="noStrike" dirty="0">
                          <a:solidFill>
                            <a:srgbClr val="000000"/>
                          </a:solidFill>
                          <a:effectLst/>
                          <a:latin typeface="+mn-ea"/>
                          <a:ea typeface="+mn-ea"/>
                        </a:rPr>
                        <a:t>\1,375,000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2477384"/>
                  </a:ext>
                </a:extLst>
              </a:tr>
              <a:tr h="385352">
                <a:tc>
                  <a:txBody>
                    <a:bodyPr/>
                    <a:lstStyle/>
                    <a:p>
                      <a:pPr algn="ctr" rtl="0" fontAlgn="ctr"/>
                      <a:r>
                        <a:rPr lang="en-US" altLang="ja-JP" sz="1400" b="0" i="0" u="none" strike="noStrike" dirty="0">
                          <a:solidFill>
                            <a:srgbClr val="000000"/>
                          </a:solidFill>
                          <a:effectLst/>
                          <a:latin typeface="+mn-ea"/>
                          <a:ea typeface="+mn-ea"/>
                        </a:rPr>
                        <a:t>2</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400" b="0" i="0" u="none" strike="noStrike">
                          <a:solidFill>
                            <a:srgbClr val="000000"/>
                          </a:solidFill>
                          <a:effectLst/>
                          <a:latin typeface="+mn-ea"/>
                          <a:ea typeface="+mn-ea"/>
                        </a:rPr>
                        <a:t>名寄せ画面構築</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400" b="0" i="0" u="none" strike="noStrike">
                          <a:solidFill>
                            <a:srgbClr val="000000"/>
                          </a:solidFill>
                          <a:effectLst/>
                          <a:latin typeface="+mn-ea"/>
                          <a:ea typeface="+mn-ea"/>
                        </a:rPr>
                        <a:t>・期末報奨金システム上で名寄せを実施できる機能を構築</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1.10</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400" b="0" i="0" u="none" strike="noStrike" dirty="0">
                          <a:solidFill>
                            <a:srgbClr val="000000"/>
                          </a:solidFill>
                          <a:effectLst/>
                          <a:latin typeface="+mn-ea"/>
                          <a:ea typeface="+mn-ea"/>
                        </a:rPr>
                        <a:t>\1,210,000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0549843"/>
                  </a:ext>
                </a:extLst>
              </a:tr>
              <a:tr h="385352">
                <a:tc>
                  <a:txBody>
                    <a:bodyPr/>
                    <a:lstStyle/>
                    <a:p>
                      <a:pPr algn="ctr" rtl="0" fontAlgn="ctr"/>
                      <a:r>
                        <a:rPr lang="en-US" altLang="ja-JP" sz="1400" b="0" i="0" u="none" strike="noStrike" dirty="0">
                          <a:solidFill>
                            <a:srgbClr val="000000"/>
                          </a:solidFill>
                          <a:effectLst/>
                          <a:latin typeface="+mn-ea"/>
                          <a:ea typeface="+mn-ea"/>
                        </a:rPr>
                        <a:t>-</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PJ</a:t>
                      </a:r>
                      <a:r>
                        <a:rPr lang="ja-JP" altLang="en-US" sz="1400" b="0" i="0" u="none" strike="noStrike">
                          <a:solidFill>
                            <a:srgbClr val="000000"/>
                          </a:solidFill>
                          <a:effectLst/>
                          <a:latin typeface="+mn-ea"/>
                          <a:ea typeface="+mn-ea"/>
                        </a:rPr>
                        <a:t>管理費</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PJ</a:t>
                      </a:r>
                      <a:r>
                        <a:rPr lang="ja-JP" altLang="en-US" sz="1400" b="0" i="0" u="none" strike="noStrike">
                          <a:solidFill>
                            <a:srgbClr val="000000"/>
                          </a:solidFill>
                          <a:effectLst/>
                          <a:latin typeface="+mn-ea"/>
                          <a:ea typeface="+mn-ea"/>
                        </a:rPr>
                        <a:t>管理工数</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0.47</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400" b="0" i="0" u="none" strike="noStrike" dirty="0">
                          <a:solidFill>
                            <a:srgbClr val="000000"/>
                          </a:solidFill>
                          <a:effectLst/>
                          <a:latin typeface="+mn-ea"/>
                          <a:ea typeface="+mn-ea"/>
                        </a:rPr>
                        <a:t>\658,000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487061"/>
                  </a:ext>
                </a:extLst>
              </a:tr>
              <a:tr h="385352">
                <a:tc gridSpan="3">
                  <a:txBody>
                    <a:bodyPr/>
                    <a:lstStyle/>
                    <a:p>
                      <a:pPr lvl="0" algn="r" rtl="0" fontAlgn="ctr"/>
                      <a:r>
                        <a:rPr lang="ja-JP" altLang="en-US" sz="1400" b="0" i="0" u="none" strike="noStrike">
                          <a:solidFill>
                            <a:srgbClr val="000000"/>
                          </a:solidFill>
                          <a:effectLst/>
                          <a:latin typeface="+mn-ea"/>
                          <a:ea typeface="+mn-ea"/>
                        </a:rPr>
                        <a:t>合計</a:t>
                      </a:r>
                      <a:endParaRPr lang="en-US" altLang="ja-JP"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400" b="0"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l" rtl="0" fontAlgn="ctr"/>
                      <a:endParaRPr lang="ja-JP" altLang="en-US" sz="1400" b="0"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2.82</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400" b="0" i="0" u="none" strike="noStrike" dirty="0">
                          <a:solidFill>
                            <a:srgbClr val="000000"/>
                          </a:solidFill>
                          <a:effectLst/>
                          <a:latin typeface="+mn-ea"/>
                          <a:ea typeface="+mn-ea"/>
                        </a:rPr>
                        <a:t>\3,243,000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332779145"/>
                  </a:ext>
                </a:extLst>
              </a:tr>
            </a:tbl>
          </a:graphicData>
        </a:graphic>
      </p:graphicFrame>
      <p:sp>
        <p:nvSpPr>
          <p:cNvPr id="3" name="日付プレースホルダー 2">
            <a:extLst>
              <a:ext uri="{FF2B5EF4-FFF2-40B4-BE49-F238E27FC236}">
                <a16:creationId xmlns:a16="http://schemas.microsoft.com/office/drawing/2014/main" id="{395C275E-FC8F-82A4-7238-0983A0F0A9A7}"/>
              </a:ext>
            </a:extLst>
          </p:cNvPr>
          <p:cNvSpPr>
            <a:spLocks noGrp="1"/>
          </p:cNvSpPr>
          <p:nvPr>
            <p:ph type="dt" sz="half" idx="10"/>
          </p:nvPr>
        </p:nvSpPr>
        <p:spPr/>
        <p:txBody>
          <a:bodyPr/>
          <a:lstStyle/>
          <a:p>
            <a:r>
              <a:rPr lang="en-US" altLang="ja-JP"/>
              <a:t>2025/10/09</a:t>
            </a:r>
            <a:endParaRPr lang="en-US"/>
          </a:p>
        </p:txBody>
      </p:sp>
      <p:sp>
        <p:nvSpPr>
          <p:cNvPr id="4" name="テキスト ボックス 3">
            <a:extLst>
              <a:ext uri="{FF2B5EF4-FFF2-40B4-BE49-F238E27FC236}">
                <a16:creationId xmlns:a16="http://schemas.microsoft.com/office/drawing/2014/main" id="{1224137D-7F32-E373-0997-680AB9B149C1}"/>
              </a:ext>
            </a:extLst>
          </p:cNvPr>
          <p:cNvSpPr txBox="1"/>
          <p:nvPr/>
        </p:nvSpPr>
        <p:spPr>
          <a:xfrm>
            <a:off x="432000" y="972000"/>
            <a:ext cx="6777322" cy="369332"/>
          </a:xfrm>
          <a:prstGeom prst="rect">
            <a:avLst/>
          </a:prstGeom>
          <a:noFill/>
        </p:spPr>
        <p:txBody>
          <a:bodyPr wrap="square">
            <a:spAutoFit/>
          </a:bodyPr>
          <a:lstStyle/>
          <a:p>
            <a:r>
              <a:rPr lang="ja-JP" altLang="en-US"/>
              <a:t>■</a:t>
            </a:r>
            <a:r>
              <a:rPr lang="ja-JP" altLang="en-US">
                <a:solidFill>
                  <a:srgbClr val="000000"/>
                </a:solidFill>
              </a:rPr>
              <a:t>報奨金制度変更　＋　名寄せ対応（システム改修）の場合</a:t>
            </a:r>
            <a:endParaRPr lang="ja-JP" altLang="en-US"/>
          </a:p>
        </p:txBody>
      </p:sp>
      <p:sp>
        <p:nvSpPr>
          <p:cNvPr id="5" name="吹き出し: 四角形 4">
            <a:extLst>
              <a:ext uri="{FF2B5EF4-FFF2-40B4-BE49-F238E27FC236}">
                <a16:creationId xmlns:a16="http://schemas.microsoft.com/office/drawing/2014/main" id="{2A7A2916-9A11-295C-FB77-F127844A706B}"/>
              </a:ext>
            </a:extLst>
          </p:cNvPr>
          <p:cNvSpPr/>
          <p:nvPr/>
        </p:nvSpPr>
        <p:spPr>
          <a:xfrm>
            <a:off x="10537200" y="831150"/>
            <a:ext cx="1080000" cy="504000"/>
          </a:xfrm>
          <a:prstGeom prst="wedgeRectCallout">
            <a:avLst>
              <a:gd name="adj1" fmla="val 5911"/>
              <a:gd name="adj2" fmla="val 7268"/>
            </a:avLst>
          </a:prstGeom>
          <a:solidFill>
            <a:schemeClr val="accent4">
              <a:lumMod val="60000"/>
              <a:lumOff val="40000"/>
            </a:schemeClr>
          </a:solidFill>
          <a:ln w="28575">
            <a:solidFill>
              <a:schemeClr val="accent4">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400" b="1">
                <a:solidFill>
                  <a:srgbClr val="FF0000"/>
                </a:solidFill>
                <a:latin typeface="+mn-ea"/>
              </a:rPr>
              <a:t>EXE</a:t>
            </a:r>
            <a:r>
              <a:rPr kumimoji="1" lang="ja-JP" altLang="en-US" sz="1400" b="1">
                <a:solidFill>
                  <a:srgbClr val="FF0000"/>
                </a:solidFill>
                <a:latin typeface="+mn-ea"/>
              </a:rPr>
              <a:t>推奨</a:t>
            </a:r>
          </a:p>
        </p:txBody>
      </p:sp>
    </p:spTree>
    <p:extLst>
      <p:ext uri="{BB962C8B-B14F-4D97-AF65-F5344CB8AC3E}">
        <p14:creationId xmlns:p14="http://schemas.microsoft.com/office/powerpoint/2010/main" val="1571268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5F917-03B9-7EBD-9895-F5C3915E48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93D4C32-37CC-FA3D-CDD7-21AE8FD505AB}"/>
              </a:ext>
            </a:extLst>
          </p:cNvPr>
          <p:cNvSpPr>
            <a:spLocks noGrp="1"/>
          </p:cNvSpPr>
          <p:nvPr>
            <p:ph type="title"/>
          </p:nvPr>
        </p:nvSpPr>
        <p:spPr/>
        <p:txBody>
          <a:bodyPr/>
          <a:lstStyle/>
          <a:p>
            <a:r>
              <a:rPr lang="ja-JP" altLang="en-US"/>
              <a:t>２－３</a:t>
            </a:r>
            <a:r>
              <a:rPr lang="en-US" altLang="ja-JP"/>
              <a:t>.</a:t>
            </a:r>
            <a:r>
              <a:rPr lang="ja-JP" altLang="en-US"/>
              <a:t>開発お見積もり③</a:t>
            </a:r>
            <a:endParaRPr kumimoji="1" lang="ja-JP" altLang="en-US"/>
          </a:p>
        </p:txBody>
      </p:sp>
      <p:graphicFrame>
        <p:nvGraphicFramePr>
          <p:cNvPr id="8" name="表 7">
            <a:extLst>
              <a:ext uri="{FF2B5EF4-FFF2-40B4-BE49-F238E27FC236}">
                <a16:creationId xmlns:a16="http://schemas.microsoft.com/office/drawing/2014/main" id="{B213CEB8-B1EB-06B7-5114-021E18569BB8}"/>
              </a:ext>
            </a:extLst>
          </p:cNvPr>
          <p:cNvGraphicFramePr>
            <a:graphicFrameLocks noGrp="1"/>
          </p:cNvGraphicFramePr>
          <p:nvPr>
            <p:extLst>
              <p:ext uri="{D42A27DB-BD31-4B8C-83A1-F6EECF244321}">
                <p14:modId xmlns:p14="http://schemas.microsoft.com/office/powerpoint/2010/main" val="2398194372"/>
              </p:ext>
            </p:extLst>
          </p:nvPr>
        </p:nvGraphicFramePr>
        <p:xfrm>
          <a:off x="422789" y="1332000"/>
          <a:ext cx="11194411" cy="2940064"/>
        </p:xfrm>
        <a:graphic>
          <a:graphicData uri="http://schemas.openxmlformats.org/drawingml/2006/table">
            <a:tbl>
              <a:tblPr firstRow="1" bandRow="1">
                <a:tableStyleId>{2D5ABB26-0587-4C30-8999-92F81FD0307C}</a:tableStyleId>
              </a:tblPr>
              <a:tblGrid>
                <a:gridCol w="634882">
                  <a:extLst>
                    <a:ext uri="{9D8B030D-6E8A-4147-A177-3AD203B41FA5}">
                      <a16:colId xmlns:a16="http://schemas.microsoft.com/office/drawing/2014/main" val="233225342"/>
                    </a:ext>
                  </a:extLst>
                </a:gridCol>
                <a:gridCol w="1629930">
                  <a:extLst>
                    <a:ext uri="{9D8B030D-6E8A-4147-A177-3AD203B41FA5}">
                      <a16:colId xmlns:a16="http://schemas.microsoft.com/office/drawing/2014/main" val="568014644"/>
                    </a:ext>
                  </a:extLst>
                </a:gridCol>
                <a:gridCol w="5533387">
                  <a:extLst>
                    <a:ext uri="{9D8B030D-6E8A-4147-A177-3AD203B41FA5}">
                      <a16:colId xmlns:a16="http://schemas.microsoft.com/office/drawing/2014/main" val="2247639322"/>
                    </a:ext>
                  </a:extLst>
                </a:gridCol>
                <a:gridCol w="1595945">
                  <a:extLst>
                    <a:ext uri="{9D8B030D-6E8A-4147-A177-3AD203B41FA5}">
                      <a16:colId xmlns:a16="http://schemas.microsoft.com/office/drawing/2014/main" val="792842890"/>
                    </a:ext>
                  </a:extLst>
                </a:gridCol>
                <a:gridCol w="1800267">
                  <a:extLst>
                    <a:ext uri="{9D8B030D-6E8A-4147-A177-3AD203B41FA5}">
                      <a16:colId xmlns:a16="http://schemas.microsoft.com/office/drawing/2014/main" val="1299902136"/>
                    </a:ext>
                  </a:extLst>
                </a:gridCol>
              </a:tblGrid>
              <a:tr h="343692">
                <a:tc>
                  <a:txBody>
                    <a:bodyPr/>
                    <a:lstStyle/>
                    <a:p>
                      <a:pPr algn="ctr" rtl="0" fontAlgn="ctr"/>
                      <a:r>
                        <a:rPr lang="en-US" sz="1600" b="0" i="0" u="none" strike="noStrike" dirty="0">
                          <a:solidFill>
                            <a:srgbClr val="FFFFFF"/>
                          </a:solidFill>
                          <a:effectLst/>
                          <a:latin typeface="+mn-ea"/>
                          <a:ea typeface="+mn-ea"/>
                        </a:rPr>
                        <a:t>No.</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対応内容</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詳細</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工数（人月）</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金額（税抜き）</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424401785"/>
                  </a:ext>
                </a:extLst>
              </a:tr>
              <a:tr h="343692">
                <a:tc>
                  <a:txBody>
                    <a:bodyPr/>
                    <a:lstStyle/>
                    <a:p>
                      <a:pPr algn="ctr" rtl="0" fontAlgn="ctr"/>
                      <a:r>
                        <a:rPr lang="en-US" altLang="ja-JP" sz="1400" b="0" i="0" u="none" strike="noStrike" dirty="0">
                          <a:solidFill>
                            <a:srgbClr val="000000"/>
                          </a:solidFill>
                          <a:effectLst/>
                          <a:latin typeface="+mn-ea"/>
                          <a:ea typeface="+mn-ea"/>
                        </a:rPr>
                        <a:t>1</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25</a:t>
                      </a:r>
                      <a:r>
                        <a:rPr lang="ja-JP" altLang="en-US" sz="1400" b="0" i="0" u="none" strike="noStrike">
                          <a:solidFill>
                            <a:srgbClr val="000000"/>
                          </a:solidFill>
                          <a:effectLst/>
                          <a:latin typeface="+mn-ea"/>
                          <a:ea typeface="+mn-ea"/>
                        </a:rPr>
                        <a:t>年度制度変更</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400" b="0" i="0" u="none" strike="noStrike">
                          <a:solidFill>
                            <a:srgbClr val="000000"/>
                          </a:solidFill>
                          <a:effectLst/>
                          <a:latin typeface="+mn-ea"/>
                          <a:ea typeface="+mn-ea"/>
                        </a:rPr>
                        <a:t>・</a:t>
                      </a:r>
                      <a:r>
                        <a:rPr lang="en-US" altLang="ja-JP" sz="1400" b="0" i="0" u="none" strike="noStrike" dirty="0">
                          <a:solidFill>
                            <a:srgbClr val="000000"/>
                          </a:solidFill>
                          <a:effectLst/>
                          <a:latin typeface="+mn-ea"/>
                          <a:ea typeface="+mn-ea"/>
                        </a:rPr>
                        <a:t>PB</a:t>
                      </a:r>
                      <a:r>
                        <a:rPr lang="ja-JP" altLang="en-US" sz="1400" b="0" i="0" u="none" strike="noStrike">
                          <a:solidFill>
                            <a:srgbClr val="000000"/>
                          </a:solidFill>
                          <a:effectLst/>
                          <a:latin typeface="+mn-ea"/>
                          <a:ea typeface="+mn-ea"/>
                        </a:rPr>
                        <a:t>タイヤ法相テーブルの変更を実施</a:t>
                      </a:r>
                      <a:endParaRPr lang="en-US" altLang="ja-JP" sz="1400" b="0" i="0" u="none" strike="noStrike">
                        <a:solidFill>
                          <a:srgbClr val="000000"/>
                        </a:solidFill>
                        <a:effectLst/>
                        <a:latin typeface="+mn-ea"/>
                        <a:ea typeface="+mn-ea"/>
                      </a:endParaRPr>
                    </a:p>
                    <a:p>
                      <a:pPr algn="l" rtl="0" fontAlgn="ctr"/>
                      <a:r>
                        <a:rPr lang="ja-JP" altLang="en-US" sz="1400" b="0" i="0" u="none" strike="noStrike" dirty="0">
                          <a:solidFill>
                            <a:srgbClr val="000000"/>
                          </a:solidFill>
                          <a:effectLst/>
                          <a:latin typeface="+mn-ea"/>
                          <a:ea typeface="+mn-ea"/>
                        </a:rPr>
                        <a:t>　</a:t>
                      </a:r>
                      <a:r>
                        <a:rPr lang="en-US" altLang="ja-JP" sz="1400" b="0" i="0" u="none" strike="noStrike" dirty="0">
                          <a:solidFill>
                            <a:srgbClr val="000000"/>
                          </a:solidFill>
                          <a:effectLst/>
                          <a:latin typeface="+mn-ea"/>
                          <a:ea typeface="+mn-ea"/>
                        </a:rPr>
                        <a:t>(1)</a:t>
                      </a:r>
                      <a:r>
                        <a:rPr lang="ja-JP" altLang="en-US" sz="1400" b="0" i="0" u="none" strike="noStrike">
                          <a:solidFill>
                            <a:srgbClr val="000000"/>
                          </a:solidFill>
                          <a:effectLst/>
                          <a:latin typeface="+mn-ea"/>
                          <a:ea typeface="+mn-ea"/>
                        </a:rPr>
                        <a:t>下記のテーブルを追加</a:t>
                      </a:r>
                      <a:endParaRPr lang="en-US" altLang="ja-JP" sz="1400" b="0" i="0" u="none" strike="noStrike">
                        <a:solidFill>
                          <a:srgbClr val="000000"/>
                        </a:solidFill>
                        <a:effectLst/>
                        <a:latin typeface="+mn-ea"/>
                        <a:ea typeface="+mn-ea"/>
                      </a:endParaRPr>
                    </a:p>
                    <a:p>
                      <a:pPr algn="l" rtl="0" fontAlgn="ctr"/>
                      <a:r>
                        <a:rPr lang="ja-JP" altLang="en-US" sz="1400" b="0" i="0" u="none" strike="noStrike">
                          <a:solidFill>
                            <a:srgbClr val="000000"/>
                          </a:solidFill>
                          <a:effectLst/>
                          <a:latin typeface="+mn-ea"/>
                          <a:ea typeface="+mn-ea"/>
                        </a:rPr>
                        <a:t>　　 ①</a:t>
                      </a:r>
                      <a:r>
                        <a:rPr lang="en-US" altLang="ja-JP" sz="1400" b="0" i="0" u="none" strike="noStrike" dirty="0">
                          <a:solidFill>
                            <a:srgbClr val="000000"/>
                          </a:solidFill>
                          <a:effectLst/>
                          <a:latin typeface="+mn-ea"/>
                          <a:ea typeface="+mn-ea"/>
                        </a:rPr>
                        <a:t>10,000</a:t>
                      </a:r>
                      <a:r>
                        <a:rPr lang="ja-JP" altLang="en-US" sz="1400" b="0" i="0" u="none" strike="noStrike">
                          <a:solidFill>
                            <a:srgbClr val="000000"/>
                          </a:solidFill>
                          <a:effectLst/>
                          <a:latin typeface="+mn-ea"/>
                          <a:ea typeface="+mn-ea"/>
                        </a:rPr>
                        <a:t>本以上、 ②</a:t>
                      </a:r>
                      <a:r>
                        <a:rPr lang="en-US" altLang="ja-JP" sz="1400" b="0" i="0" u="none" strike="noStrike" dirty="0">
                          <a:solidFill>
                            <a:srgbClr val="000000"/>
                          </a:solidFill>
                          <a:effectLst/>
                          <a:latin typeface="+mn-ea"/>
                          <a:ea typeface="+mn-ea"/>
                        </a:rPr>
                        <a:t>5,000</a:t>
                      </a:r>
                      <a:r>
                        <a:rPr lang="ja-JP" altLang="en-US" sz="1400" b="0" i="0" u="none" strike="noStrike">
                          <a:solidFill>
                            <a:srgbClr val="000000"/>
                          </a:solidFill>
                          <a:effectLst/>
                          <a:latin typeface="+mn-ea"/>
                          <a:ea typeface="+mn-ea"/>
                        </a:rPr>
                        <a:t>本以上</a:t>
                      </a:r>
                      <a:r>
                        <a:rPr lang="en-US" altLang="ja-JP" sz="1400" b="0" i="0" u="none" strike="noStrike" dirty="0">
                          <a:solidFill>
                            <a:srgbClr val="000000"/>
                          </a:solidFill>
                          <a:effectLst/>
                          <a:latin typeface="+mn-ea"/>
                          <a:ea typeface="+mn-ea"/>
                        </a:rPr>
                        <a:t>10,000</a:t>
                      </a:r>
                      <a:r>
                        <a:rPr lang="ja-JP" altLang="en-US" sz="1400" b="0" i="0" u="none" strike="noStrike">
                          <a:solidFill>
                            <a:srgbClr val="000000"/>
                          </a:solidFill>
                          <a:effectLst/>
                          <a:latin typeface="+mn-ea"/>
                          <a:ea typeface="+mn-ea"/>
                        </a:rPr>
                        <a:t>本未満</a:t>
                      </a:r>
                      <a:endParaRPr lang="en-US" altLang="ja-JP" sz="1400" b="0" i="0" u="none" strike="noStrike">
                        <a:solidFill>
                          <a:srgbClr val="000000"/>
                        </a:solidFill>
                        <a:effectLst/>
                        <a:latin typeface="+mn-ea"/>
                        <a:ea typeface="+mn-ea"/>
                      </a:endParaRPr>
                    </a:p>
                    <a:p>
                      <a:pPr algn="l" rtl="0" fontAlgn="ctr"/>
                      <a:r>
                        <a:rPr lang="ja-JP" altLang="en-US" sz="1400" b="0" i="0" u="none" strike="noStrike" dirty="0">
                          <a:solidFill>
                            <a:srgbClr val="000000"/>
                          </a:solidFill>
                          <a:effectLst/>
                          <a:latin typeface="+mn-ea"/>
                          <a:ea typeface="+mn-ea"/>
                        </a:rPr>
                        <a:t>　</a:t>
                      </a:r>
                      <a:r>
                        <a:rPr lang="en-US" altLang="ja-JP" sz="1400" b="0" i="0" u="none" strike="noStrike" dirty="0">
                          <a:solidFill>
                            <a:srgbClr val="000000"/>
                          </a:solidFill>
                          <a:effectLst/>
                          <a:latin typeface="+mn-ea"/>
                          <a:ea typeface="+mn-ea"/>
                        </a:rPr>
                        <a:t>(2)</a:t>
                      </a:r>
                      <a:r>
                        <a:rPr lang="ja-JP" altLang="en-US" sz="1400" b="0" i="0" u="none" strike="noStrike">
                          <a:solidFill>
                            <a:srgbClr val="000000"/>
                          </a:solidFill>
                          <a:effectLst/>
                          <a:latin typeface="+mn-ea"/>
                          <a:ea typeface="+mn-ea"/>
                        </a:rPr>
                        <a:t>全体の料率を変更</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1.25</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400" b="0" i="0" u="none" strike="noStrike" dirty="0">
                          <a:solidFill>
                            <a:srgbClr val="000000"/>
                          </a:solidFill>
                          <a:effectLst/>
                          <a:latin typeface="+mn-ea"/>
                          <a:ea typeface="+mn-ea"/>
                        </a:rPr>
                        <a:t>\1,375,000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2477384"/>
                  </a:ext>
                </a:extLst>
              </a:tr>
              <a:tr h="385352">
                <a:tc>
                  <a:txBody>
                    <a:bodyPr/>
                    <a:lstStyle/>
                    <a:p>
                      <a:pPr algn="ctr" rtl="0" fontAlgn="ctr"/>
                      <a:r>
                        <a:rPr lang="en-US" altLang="ja-JP" sz="1400" b="0" i="0" u="none" strike="noStrike" dirty="0">
                          <a:solidFill>
                            <a:srgbClr val="000000"/>
                          </a:solidFill>
                          <a:effectLst/>
                          <a:latin typeface="+mn-ea"/>
                          <a:ea typeface="+mn-ea"/>
                        </a:rPr>
                        <a:t>3</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400" b="0" i="0" u="none" strike="noStrike">
                          <a:solidFill>
                            <a:srgbClr val="000000"/>
                          </a:solidFill>
                          <a:effectLst/>
                          <a:latin typeface="+mn-ea"/>
                          <a:ea typeface="+mn-ea"/>
                        </a:rPr>
                        <a:t>手動データ</a:t>
                      </a:r>
                      <a:endParaRPr lang="en-US" altLang="ja-JP" sz="1400" b="0" i="0" u="none" strike="noStrike">
                        <a:solidFill>
                          <a:srgbClr val="000000"/>
                        </a:solidFill>
                        <a:effectLst/>
                        <a:latin typeface="+mn-ea"/>
                        <a:ea typeface="+mn-ea"/>
                      </a:endParaRPr>
                    </a:p>
                    <a:p>
                      <a:pPr algn="l" rtl="0" fontAlgn="ctr"/>
                      <a:r>
                        <a:rPr lang="ja-JP" altLang="en-US" sz="1400" b="0" i="0" u="none" strike="noStrike">
                          <a:solidFill>
                            <a:srgbClr val="000000"/>
                          </a:solidFill>
                          <a:effectLst/>
                          <a:latin typeface="+mn-ea"/>
                          <a:ea typeface="+mn-ea"/>
                        </a:rPr>
                        <a:t>メンテナンス</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400" b="0" i="0" u="none" strike="noStrike">
                          <a:solidFill>
                            <a:srgbClr val="000000"/>
                          </a:solidFill>
                          <a:effectLst/>
                          <a:latin typeface="+mn-ea"/>
                          <a:ea typeface="+mn-ea"/>
                        </a:rPr>
                        <a:t>・</a:t>
                      </a:r>
                      <a:r>
                        <a:rPr lang="en-US" altLang="ja-JP" sz="1400" b="0" i="0" u="none" strike="noStrike" dirty="0">
                          <a:solidFill>
                            <a:srgbClr val="000000"/>
                          </a:solidFill>
                          <a:effectLst/>
                          <a:latin typeface="+mn-ea"/>
                          <a:ea typeface="+mn-ea"/>
                        </a:rPr>
                        <a:t>DI</a:t>
                      </a:r>
                      <a:r>
                        <a:rPr lang="ja-JP" altLang="en-US" sz="1400" b="0" i="0" u="none" strike="noStrike">
                          <a:solidFill>
                            <a:srgbClr val="000000"/>
                          </a:solidFill>
                          <a:effectLst/>
                          <a:latin typeface="+mn-ea"/>
                          <a:ea typeface="+mn-ea"/>
                        </a:rPr>
                        <a:t>部側で名寄せデータ修正を実施</a:t>
                      </a:r>
                      <a:endParaRPr lang="en-US" altLang="ja-JP" sz="1400" b="0" i="0" u="none" strike="noStrike">
                        <a:solidFill>
                          <a:srgbClr val="000000"/>
                        </a:solidFill>
                        <a:effectLst/>
                        <a:latin typeface="+mn-ea"/>
                        <a:ea typeface="+mn-ea"/>
                      </a:endParaRPr>
                    </a:p>
                    <a:p>
                      <a:pPr algn="l" rtl="0" fontAlgn="ctr"/>
                      <a:r>
                        <a:rPr lang="ja-JP" altLang="en-US" sz="1400" b="0" i="0" u="none" strike="noStrike" dirty="0">
                          <a:solidFill>
                            <a:srgbClr val="000000"/>
                          </a:solidFill>
                          <a:effectLst/>
                          <a:latin typeface="+mn-ea"/>
                          <a:ea typeface="+mn-ea"/>
                        </a:rPr>
                        <a:t>　</a:t>
                      </a:r>
                      <a:r>
                        <a:rPr lang="en-US" altLang="ja-JP" sz="1400" b="0" i="0" u="none" strike="noStrike" dirty="0">
                          <a:solidFill>
                            <a:srgbClr val="000000"/>
                          </a:solidFill>
                          <a:effectLst/>
                          <a:latin typeface="+mn-ea"/>
                          <a:ea typeface="+mn-ea"/>
                        </a:rPr>
                        <a:t>1</a:t>
                      </a:r>
                      <a:r>
                        <a:rPr lang="ja-JP" altLang="en-US" sz="1400" b="0" i="0" u="none" strike="noStrike">
                          <a:solidFill>
                            <a:srgbClr val="000000"/>
                          </a:solidFill>
                          <a:effectLst/>
                          <a:latin typeface="+mn-ea"/>
                          <a:ea typeface="+mn-ea"/>
                        </a:rPr>
                        <a:t>回につき</a:t>
                      </a:r>
                      <a:r>
                        <a:rPr lang="en-US" altLang="ja-JP" sz="1400" b="0" i="0" u="none" strike="noStrike" dirty="0">
                          <a:solidFill>
                            <a:srgbClr val="000000"/>
                          </a:solidFill>
                          <a:effectLst/>
                          <a:latin typeface="+mn-ea"/>
                          <a:ea typeface="+mn-ea"/>
                        </a:rPr>
                        <a:t>2.0</a:t>
                      </a:r>
                      <a:r>
                        <a:rPr lang="ja-JP" altLang="en-US" sz="1400" b="0" i="0" u="none" strike="noStrike">
                          <a:solidFill>
                            <a:srgbClr val="000000"/>
                          </a:solidFill>
                          <a:effectLst/>
                          <a:latin typeface="+mn-ea"/>
                          <a:ea typeface="+mn-ea"/>
                        </a:rPr>
                        <a:t>人日、計</a:t>
                      </a:r>
                      <a:r>
                        <a:rPr lang="en-US" altLang="ja-JP" sz="1400" b="0" i="0" u="none" strike="noStrike" dirty="0">
                          <a:solidFill>
                            <a:srgbClr val="000000"/>
                          </a:solidFill>
                          <a:effectLst/>
                          <a:latin typeface="+mn-ea"/>
                          <a:ea typeface="+mn-ea"/>
                        </a:rPr>
                        <a:t>5</a:t>
                      </a:r>
                      <a:r>
                        <a:rPr lang="ja-JP" altLang="en-US" sz="1400" b="0" i="0" u="none" strike="noStrike">
                          <a:solidFill>
                            <a:srgbClr val="000000"/>
                          </a:solidFill>
                          <a:effectLst/>
                          <a:latin typeface="+mn-ea"/>
                          <a:ea typeface="+mn-ea"/>
                        </a:rPr>
                        <a:t>回を想定</a:t>
                      </a:r>
                      <a:endParaRPr lang="en-US" altLang="ja-JP" sz="1400" b="0" i="0" u="none" strike="noStrike">
                        <a:solidFill>
                          <a:srgbClr val="000000"/>
                        </a:solidFill>
                        <a:effectLst/>
                        <a:latin typeface="+mn-ea"/>
                        <a:ea typeface="+mn-ea"/>
                      </a:endParaRPr>
                    </a:p>
                    <a:p>
                      <a:pPr algn="l" rtl="0" fontAlgn="ctr"/>
                      <a:r>
                        <a:rPr lang="ja-JP" altLang="en-US" sz="1400" b="0" i="0" u="none" strike="noStrike">
                          <a:solidFill>
                            <a:srgbClr val="000000"/>
                          </a:solidFill>
                          <a:effectLst/>
                          <a:latin typeface="+mn-ea"/>
                          <a:ea typeface="+mn-ea"/>
                        </a:rPr>
                        <a:t>　上記に加え、事前準備・調査を実施</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0.80</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400" b="0" i="0" u="none" strike="noStrike" dirty="0">
                          <a:solidFill>
                            <a:srgbClr val="000000"/>
                          </a:solidFill>
                          <a:effectLst/>
                          <a:latin typeface="+mn-ea"/>
                          <a:ea typeface="+mn-ea"/>
                        </a:rPr>
                        <a:t>\880,000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0549843"/>
                  </a:ext>
                </a:extLst>
              </a:tr>
              <a:tr h="385352">
                <a:tc>
                  <a:txBody>
                    <a:bodyPr/>
                    <a:lstStyle/>
                    <a:p>
                      <a:pPr algn="ctr" rtl="0" fontAlgn="ctr"/>
                      <a:r>
                        <a:rPr lang="en-US" altLang="ja-JP" sz="1400" b="0" i="0" u="none" strike="noStrike" dirty="0">
                          <a:solidFill>
                            <a:srgbClr val="000000"/>
                          </a:solidFill>
                          <a:effectLst/>
                          <a:latin typeface="+mn-ea"/>
                          <a:ea typeface="+mn-ea"/>
                        </a:rPr>
                        <a:t>-</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PJ</a:t>
                      </a:r>
                      <a:r>
                        <a:rPr lang="ja-JP" altLang="en-US" sz="1400" b="0" i="0" u="none" strike="noStrike">
                          <a:solidFill>
                            <a:srgbClr val="000000"/>
                          </a:solidFill>
                          <a:effectLst/>
                          <a:latin typeface="+mn-ea"/>
                          <a:ea typeface="+mn-ea"/>
                        </a:rPr>
                        <a:t>管理費</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en-US" altLang="ja-JP" sz="1400" b="0" i="0" u="none" strike="noStrike" dirty="0">
                          <a:solidFill>
                            <a:srgbClr val="000000"/>
                          </a:solidFill>
                          <a:effectLst/>
                          <a:latin typeface="+mn-ea"/>
                          <a:ea typeface="+mn-ea"/>
                        </a:rPr>
                        <a:t>PJ</a:t>
                      </a:r>
                      <a:r>
                        <a:rPr lang="ja-JP" altLang="en-US" sz="1400" b="0" i="0" u="none" strike="noStrike">
                          <a:solidFill>
                            <a:srgbClr val="000000"/>
                          </a:solidFill>
                          <a:effectLst/>
                          <a:latin typeface="+mn-ea"/>
                          <a:ea typeface="+mn-ea"/>
                        </a:rPr>
                        <a:t>管理工数</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0.41</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400" b="0" i="0" u="none" strike="noStrike" dirty="0">
                          <a:solidFill>
                            <a:srgbClr val="000000"/>
                          </a:solidFill>
                          <a:effectLst/>
                          <a:latin typeface="+mn-ea"/>
                          <a:ea typeface="+mn-ea"/>
                        </a:rPr>
                        <a:t>\574,000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487061"/>
                  </a:ext>
                </a:extLst>
              </a:tr>
              <a:tr h="385352">
                <a:tc gridSpan="3">
                  <a:txBody>
                    <a:bodyPr/>
                    <a:lstStyle/>
                    <a:p>
                      <a:pPr lvl="0" algn="r" rtl="0" fontAlgn="ctr"/>
                      <a:r>
                        <a:rPr lang="ja-JP" altLang="en-US" sz="1400" b="0" i="0" u="none" strike="noStrike">
                          <a:solidFill>
                            <a:srgbClr val="000000"/>
                          </a:solidFill>
                          <a:effectLst/>
                          <a:latin typeface="+mn-ea"/>
                          <a:ea typeface="+mn-ea"/>
                        </a:rPr>
                        <a:t>合計</a:t>
                      </a:r>
                      <a:endParaRPr lang="en-US" altLang="ja-JP"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400" b="0"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l" rtl="0" fontAlgn="ctr"/>
                      <a:endParaRPr lang="ja-JP" altLang="en-US" sz="1400" b="0"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400" b="0" i="0" u="none" strike="noStrike" dirty="0">
                          <a:solidFill>
                            <a:srgbClr val="000000"/>
                          </a:solidFill>
                          <a:effectLst/>
                          <a:latin typeface="+mn-ea"/>
                          <a:ea typeface="+mn-ea"/>
                        </a:rPr>
                        <a:t>2.46</a:t>
                      </a:r>
                      <a:endParaRPr lang="ja-JP" altLang="en-US" sz="1400" b="0" i="0" u="none" strike="noStrike" dirty="0">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400" b="0" i="0" u="none" strike="noStrike" dirty="0">
                          <a:solidFill>
                            <a:srgbClr val="000000"/>
                          </a:solidFill>
                          <a:effectLst/>
                          <a:latin typeface="+mn-ea"/>
                          <a:ea typeface="+mn-ea"/>
                        </a:rPr>
                        <a:t>\2,829,000</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332779145"/>
                  </a:ext>
                </a:extLst>
              </a:tr>
            </a:tbl>
          </a:graphicData>
        </a:graphic>
      </p:graphicFrame>
      <p:sp>
        <p:nvSpPr>
          <p:cNvPr id="3" name="日付プレースホルダー 2">
            <a:extLst>
              <a:ext uri="{FF2B5EF4-FFF2-40B4-BE49-F238E27FC236}">
                <a16:creationId xmlns:a16="http://schemas.microsoft.com/office/drawing/2014/main" id="{ACEEECB0-A3D2-3CC4-3867-3B3D69815518}"/>
              </a:ext>
            </a:extLst>
          </p:cNvPr>
          <p:cNvSpPr>
            <a:spLocks noGrp="1"/>
          </p:cNvSpPr>
          <p:nvPr>
            <p:ph type="dt" sz="half" idx="10"/>
          </p:nvPr>
        </p:nvSpPr>
        <p:spPr/>
        <p:txBody>
          <a:bodyPr/>
          <a:lstStyle/>
          <a:p>
            <a:r>
              <a:rPr lang="en-US" altLang="ja-JP"/>
              <a:t>2025/10/09</a:t>
            </a:r>
            <a:endParaRPr lang="en-US"/>
          </a:p>
        </p:txBody>
      </p:sp>
      <p:sp>
        <p:nvSpPr>
          <p:cNvPr id="4" name="テキスト ボックス 3">
            <a:extLst>
              <a:ext uri="{FF2B5EF4-FFF2-40B4-BE49-F238E27FC236}">
                <a16:creationId xmlns:a16="http://schemas.microsoft.com/office/drawing/2014/main" id="{5827EE50-178D-9827-0F42-E40B55B506C3}"/>
              </a:ext>
            </a:extLst>
          </p:cNvPr>
          <p:cNvSpPr txBox="1"/>
          <p:nvPr/>
        </p:nvSpPr>
        <p:spPr>
          <a:xfrm>
            <a:off x="431999" y="972000"/>
            <a:ext cx="8172985" cy="369332"/>
          </a:xfrm>
          <a:prstGeom prst="rect">
            <a:avLst/>
          </a:prstGeom>
          <a:noFill/>
        </p:spPr>
        <p:txBody>
          <a:bodyPr wrap="square">
            <a:spAutoFit/>
          </a:bodyPr>
          <a:lstStyle/>
          <a:p>
            <a:r>
              <a:rPr lang="ja-JP" altLang="en-US"/>
              <a:t>■</a:t>
            </a:r>
            <a:r>
              <a:rPr lang="ja-JP" altLang="en-US">
                <a:solidFill>
                  <a:srgbClr val="000000"/>
                </a:solidFill>
              </a:rPr>
              <a:t>報奨金制度変更　＋　名寄せ対応（手動データメンテナンス）の場合</a:t>
            </a:r>
            <a:endParaRPr lang="ja-JP" altLang="en-US"/>
          </a:p>
        </p:txBody>
      </p:sp>
      <p:sp>
        <p:nvSpPr>
          <p:cNvPr id="5" name="テキスト ボックス 14">
            <a:extLst>
              <a:ext uri="{FF2B5EF4-FFF2-40B4-BE49-F238E27FC236}">
                <a16:creationId xmlns:a16="http://schemas.microsoft.com/office/drawing/2014/main" id="{C36439A2-C118-39CD-764A-34B202A68C02}"/>
              </a:ext>
            </a:extLst>
          </p:cNvPr>
          <p:cNvSpPr txBox="1"/>
          <p:nvPr/>
        </p:nvSpPr>
        <p:spPr>
          <a:xfrm>
            <a:off x="424977" y="4524763"/>
            <a:ext cx="11029080" cy="536562"/>
          </a:xfrm>
          <a:prstGeom prst="rect">
            <a:avLst/>
          </a:prstGeom>
          <a:noFill/>
        </p:spPr>
        <p:txBody>
          <a:bodyPr wrap="square" lIns="91440" tIns="45720" rIns="91440" bIns="4572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本パターンの場合、来年度も手動での対応（</a:t>
            </a:r>
            <a:r>
              <a:rPr lang="en-US" altLang="ja-JP" sz="1400" dirty="0">
                <a:latin typeface="游ゴシック"/>
                <a:ea typeface="游ゴシック"/>
                <a:cs typeface="メイリオ" pitchFamily="50" charset="-128"/>
              </a:rPr>
              <a:t>880,000</a:t>
            </a:r>
            <a:r>
              <a:rPr lang="ja-JP" altLang="en-US" sz="1400">
                <a:latin typeface="游ゴシック"/>
                <a:ea typeface="游ゴシック"/>
                <a:cs typeface="メイリオ" pitchFamily="50" charset="-128"/>
              </a:rPr>
              <a:t>円）が発生いたします</a:t>
            </a:r>
            <a:endParaRPr lang="en-US" altLang="ja-JP" sz="1400">
              <a:latin typeface="+mn-ea"/>
              <a:cs typeface="メイリオ" pitchFamily="50" charset="-128"/>
            </a:endParaRPr>
          </a:p>
        </p:txBody>
      </p:sp>
    </p:spTree>
    <p:extLst>
      <p:ext uri="{BB962C8B-B14F-4D97-AF65-F5344CB8AC3E}">
        <p14:creationId xmlns:p14="http://schemas.microsoft.com/office/powerpoint/2010/main" val="2005327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３．スケジュール案</a:t>
            </a:r>
          </a:p>
        </p:txBody>
      </p:sp>
      <p:graphicFrame>
        <p:nvGraphicFramePr>
          <p:cNvPr id="5" name="表 4">
            <a:extLst>
              <a:ext uri="{FF2B5EF4-FFF2-40B4-BE49-F238E27FC236}">
                <a16:creationId xmlns:a16="http://schemas.microsoft.com/office/drawing/2014/main" id="{E78CF1A0-D190-5F35-BC1F-D49B87915ED6}"/>
              </a:ext>
            </a:extLst>
          </p:cNvPr>
          <p:cNvGraphicFramePr>
            <a:graphicFrameLocks noGrp="1"/>
          </p:cNvGraphicFramePr>
          <p:nvPr/>
        </p:nvGraphicFramePr>
        <p:xfrm>
          <a:off x="423512" y="972000"/>
          <a:ext cx="11193678" cy="4788382"/>
        </p:xfrm>
        <a:graphic>
          <a:graphicData uri="http://schemas.openxmlformats.org/drawingml/2006/table">
            <a:tbl>
              <a:tblPr firstRow="1" bandRow="1">
                <a:tableStyleId>{2D5ABB26-0587-4C30-8999-92F81FD0307C}</a:tableStyleId>
              </a:tblPr>
              <a:tblGrid>
                <a:gridCol w="1256832">
                  <a:extLst>
                    <a:ext uri="{9D8B030D-6E8A-4147-A177-3AD203B41FA5}">
                      <a16:colId xmlns:a16="http://schemas.microsoft.com/office/drawing/2014/main" val="390000680"/>
                    </a:ext>
                  </a:extLst>
                </a:gridCol>
                <a:gridCol w="552047">
                  <a:extLst>
                    <a:ext uri="{9D8B030D-6E8A-4147-A177-3AD203B41FA5}">
                      <a16:colId xmlns:a16="http://schemas.microsoft.com/office/drawing/2014/main" val="2810377369"/>
                    </a:ext>
                  </a:extLst>
                </a:gridCol>
                <a:gridCol w="552047">
                  <a:extLst>
                    <a:ext uri="{9D8B030D-6E8A-4147-A177-3AD203B41FA5}">
                      <a16:colId xmlns:a16="http://schemas.microsoft.com/office/drawing/2014/main" val="1450969285"/>
                    </a:ext>
                  </a:extLst>
                </a:gridCol>
                <a:gridCol w="552047">
                  <a:extLst>
                    <a:ext uri="{9D8B030D-6E8A-4147-A177-3AD203B41FA5}">
                      <a16:colId xmlns:a16="http://schemas.microsoft.com/office/drawing/2014/main" val="1394774728"/>
                    </a:ext>
                  </a:extLst>
                </a:gridCol>
                <a:gridCol w="552047">
                  <a:extLst>
                    <a:ext uri="{9D8B030D-6E8A-4147-A177-3AD203B41FA5}">
                      <a16:colId xmlns:a16="http://schemas.microsoft.com/office/drawing/2014/main" val="534760887"/>
                    </a:ext>
                  </a:extLst>
                </a:gridCol>
                <a:gridCol w="552047">
                  <a:extLst>
                    <a:ext uri="{9D8B030D-6E8A-4147-A177-3AD203B41FA5}">
                      <a16:colId xmlns:a16="http://schemas.microsoft.com/office/drawing/2014/main" val="3588422612"/>
                    </a:ext>
                  </a:extLst>
                </a:gridCol>
                <a:gridCol w="552047">
                  <a:extLst>
                    <a:ext uri="{9D8B030D-6E8A-4147-A177-3AD203B41FA5}">
                      <a16:colId xmlns:a16="http://schemas.microsoft.com/office/drawing/2014/main" val="491088751"/>
                    </a:ext>
                  </a:extLst>
                </a:gridCol>
                <a:gridCol w="552047">
                  <a:extLst>
                    <a:ext uri="{9D8B030D-6E8A-4147-A177-3AD203B41FA5}">
                      <a16:colId xmlns:a16="http://schemas.microsoft.com/office/drawing/2014/main" val="814744698"/>
                    </a:ext>
                  </a:extLst>
                </a:gridCol>
                <a:gridCol w="552047">
                  <a:extLst>
                    <a:ext uri="{9D8B030D-6E8A-4147-A177-3AD203B41FA5}">
                      <a16:colId xmlns:a16="http://schemas.microsoft.com/office/drawing/2014/main" val="3265115421"/>
                    </a:ext>
                  </a:extLst>
                </a:gridCol>
                <a:gridCol w="552047">
                  <a:extLst>
                    <a:ext uri="{9D8B030D-6E8A-4147-A177-3AD203B41FA5}">
                      <a16:colId xmlns:a16="http://schemas.microsoft.com/office/drawing/2014/main" val="611941371"/>
                    </a:ext>
                  </a:extLst>
                </a:gridCol>
                <a:gridCol w="552047">
                  <a:extLst>
                    <a:ext uri="{9D8B030D-6E8A-4147-A177-3AD203B41FA5}">
                      <a16:colId xmlns:a16="http://schemas.microsoft.com/office/drawing/2014/main" val="1302714029"/>
                    </a:ext>
                  </a:extLst>
                </a:gridCol>
                <a:gridCol w="552047">
                  <a:extLst>
                    <a:ext uri="{9D8B030D-6E8A-4147-A177-3AD203B41FA5}">
                      <a16:colId xmlns:a16="http://schemas.microsoft.com/office/drawing/2014/main" val="2190995828"/>
                    </a:ext>
                  </a:extLst>
                </a:gridCol>
                <a:gridCol w="552047">
                  <a:extLst>
                    <a:ext uri="{9D8B030D-6E8A-4147-A177-3AD203B41FA5}">
                      <a16:colId xmlns:a16="http://schemas.microsoft.com/office/drawing/2014/main" val="4050933131"/>
                    </a:ext>
                  </a:extLst>
                </a:gridCol>
                <a:gridCol w="552047">
                  <a:extLst>
                    <a:ext uri="{9D8B030D-6E8A-4147-A177-3AD203B41FA5}">
                      <a16:colId xmlns:a16="http://schemas.microsoft.com/office/drawing/2014/main" val="4066967415"/>
                    </a:ext>
                  </a:extLst>
                </a:gridCol>
                <a:gridCol w="552047">
                  <a:extLst>
                    <a:ext uri="{9D8B030D-6E8A-4147-A177-3AD203B41FA5}">
                      <a16:colId xmlns:a16="http://schemas.microsoft.com/office/drawing/2014/main" val="3158794614"/>
                    </a:ext>
                  </a:extLst>
                </a:gridCol>
                <a:gridCol w="552047">
                  <a:extLst>
                    <a:ext uri="{9D8B030D-6E8A-4147-A177-3AD203B41FA5}">
                      <a16:colId xmlns:a16="http://schemas.microsoft.com/office/drawing/2014/main" val="2818331606"/>
                    </a:ext>
                  </a:extLst>
                </a:gridCol>
                <a:gridCol w="552047">
                  <a:extLst>
                    <a:ext uri="{9D8B030D-6E8A-4147-A177-3AD203B41FA5}">
                      <a16:colId xmlns:a16="http://schemas.microsoft.com/office/drawing/2014/main" val="4146179240"/>
                    </a:ext>
                  </a:extLst>
                </a:gridCol>
                <a:gridCol w="552047">
                  <a:extLst>
                    <a:ext uri="{9D8B030D-6E8A-4147-A177-3AD203B41FA5}">
                      <a16:colId xmlns:a16="http://schemas.microsoft.com/office/drawing/2014/main" val="1257876818"/>
                    </a:ext>
                  </a:extLst>
                </a:gridCol>
                <a:gridCol w="552047">
                  <a:extLst>
                    <a:ext uri="{9D8B030D-6E8A-4147-A177-3AD203B41FA5}">
                      <a16:colId xmlns:a16="http://schemas.microsoft.com/office/drawing/2014/main" val="728973432"/>
                    </a:ext>
                  </a:extLst>
                </a:gridCol>
              </a:tblGrid>
              <a:tr h="450191">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3">
                  <a:txBody>
                    <a:bodyPr/>
                    <a:lstStyle/>
                    <a:p>
                      <a:pPr algn="ctr"/>
                      <a:r>
                        <a:rPr kumimoji="1" lang="en-US" altLang="ja-JP" sz="1600" b="1">
                          <a:solidFill>
                            <a:schemeClr val="bg1"/>
                          </a:solidFill>
                          <a:latin typeface="+mn-ea"/>
                          <a:ea typeface="+mn-ea"/>
                        </a:rPr>
                        <a:t>2025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15">
                  <a:txBody>
                    <a:bodyPr/>
                    <a:lstStyle/>
                    <a:p>
                      <a:pPr algn="ctr"/>
                      <a:r>
                        <a:rPr kumimoji="1" lang="en-US" altLang="ja-JP" sz="1600" b="1">
                          <a:solidFill>
                            <a:schemeClr val="bg1"/>
                          </a:solidFill>
                          <a:latin typeface="+mn-ea"/>
                          <a:ea typeface="+mn-ea"/>
                        </a:rPr>
                        <a:t>2026</a:t>
                      </a:r>
                    </a:p>
                  </a:txBody>
                  <a:tcPr anchor="ct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964622394"/>
                  </a:ext>
                </a:extLst>
              </a:tr>
              <a:tr h="450191">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3">
                  <a:txBody>
                    <a:bodyPr/>
                    <a:lstStyle/>
                    <a:p>
                      <a:pPr algn="ctr"/>
                      <a:r>
                        <a:rPr kumimoji="1" lang="en-US" altLang="ja-JP" sz="1600" b="1">
                          <a:solidFill>
                            <a:schemeClr val="bg1"/>
                          </a:solidFill>
                          <a:latin typeface="+mn-ea"/>
                          <a:ea typeface="+mn-ea"/>
                        </a:rPr>
                        <a:t>12</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3">
                  <a:txBody>
                    <a:bodyPr/>
                    <a:lstStyle/>
                    <a:p>
                      <a:pPr algn="ctr"/>
                      <a:r>
                        <a:rPr kumimoji="1" lang="en-US" altLang="ja-JP" sz="1600" b="1">
                          <a:solidFill>
                            <a:schemeClr val="bg1"/>
                          </a:solidFill>
                          <a:latin typeface="+mn-ea"/>
                          <a:ea typeface="+mn-ea"/>
                        </a:rPr>
                        <a:t>1</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3">
                  <a:txBody>
                    <a:bodyPr/>
                    <a:lstStyle/>
                    <a:p>
                      <a:pPr algn="ctr"/>
                      <a:r>
                        <a:rPr kumimoji="1" lang="en-US" altLang="ja-JP" sz="1600" b="1">
                          <a:solidFill>
                            <a:schemeClr val="bg1"/>
                          </a:solidFill>
                          <a:latin typeface="+mn-ea"/>
                          <a:ea typeface="+mn-ea"/>
                        </a:rPr>
                        <a:t>2</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3">
                  <a:txBody>
                    <a:bodyPr/>
                    <a:lstStyle/>
                    <a:p>
                      <a:pPr algn="ctr"/>
                      <a:r>
                        <a:rPr kumimoji="1" lang="en-US" altLang="ja-JP" sz="1600" b="1">
                          <a:solidFill>
                            <a:schemeClr val="bg1"/>
                          </a:solidFill>
                          <a:latin typeface="+mn-ea"/>
                          <a:ea typeface="+mn-ea"/>
                        </a:rPr>
                        <a:t>3</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3">
                  <a:txBody>
                    <a:bodyPr/>
                    <a:lstStyle/>
                    <a:p>
                      <a:pPr algn="ctr"/>
                      <a:r>
                        <a:rPr kumimoji="1"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3">
                  <a:txBody>
                    <a:bodyPr/>
                    <a:lstStyle/>
                    <a:p>
                      <a:pPr algn="ctr"/>
                      <a:r>
                        <a:rPr kumimoji="1"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540000">
                <a:tc>
                  <a:txBody>
                    <a:bodyPr/>
                    <a:lstStyle/>
                    <a:p>
                      <a:r>
                        <a:rPr kumimoji="1" lang="ja-JP" altLang="en-US" sz="1200">
                          <a:latin typeface="+mn-ea"/>
                          <a:ea typeface="+mn-ea"/>
                        </a:rPr>
                        <a:t>マイル</a:t>
                      </a:r>
                      <a:endParaRPr kumimoji="1" lang="en-US" altLang="ja-JP" sz="1200">
                        <a:latin typeface="+mn-ea"/>
                        <a:ea typeface="+mn-ea"/>
                      </a:endParaRPr>
                    </a:p>
                    <a:p>
                      <a:r>
                        <a:rPr kumimoji="1" lang="ja-JP" altLang="en-US" sz="1200">
                          <a:latin typeface="+mn-ea"/>
                          <a:ea typeface="+mn-ea"/>
                        </a:rPr>
                        <a:t>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900000">
                <a:tc>
                  <a:txBody>
                    <a:bodyPr/>
                    <a:lstStyle/>
                    <a:p>
                      <a:r>
                        <a:rPr kumimoji="1" lang="en-US" altLang="ja-JP" sz="1200">
                          <a:latin typeface="+mn-ea"/>
                          <a:ea typeface="+mn-ea"/>
                        </a:rPr>
                        <a:t>EXE</a:t>
                      </a:r>
                    </a:p>
                    <a:p>
                      <a:r>
                        <a:rPr kumimoji="1" lang="en-US" altLang="ja-JP" sz="1200">
                          <a:latin typeface="+mn-ea"/>
                          <a:ea typeface="+mn-ea"/>
                        </a:rPr>
                        <a:t>PJ</a:t>
                      </a:r>
                      <a:r>
                        <a:rPr kumimoji="1" lang="ja-JP" altLang="en-US" sz="1200">
                          <a:latin typeface="+mn-ea"/>
                          <a:ea typeface="+mn-ea"/>
                        </a:rPr>
                        <a:t>作業</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1440000">
                <a:tc>
                  <a:txBody>
                    <a:bodyPr/>
                    <a:lstStyle/>
                    <a:p>
                      <a:r>
                        <a:rPr kumimoji="1" lang="en-US" altLang="ja-JP" sz="1200">
                          <a:latin typeface="+mn-ea"/>
                          <a:ea typeface="+mn-ea"/>
                        </a:rPr>
                        <a:t>EXE</a:t>
                      </a:r>
                    </a:p>
                    <a:p>
                      <a:r>
                        <a:rPr kumimoji="1" lang="ja-JP" altLang="en-US" sz="1200">
                          <a:latin typeface="+mn-ea"/>
                          <a:ea typeface="+mn-ea"/>
                        </a:rPr>
                        <a:t>保守作業</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r h="1008000">
                <a:tc>
                  <a:txBody>
                    <a:bodyPr/>
                    <a:lstStyle/>
                    <a:p>
                      <a:r>
                        <a:rPr kumimoji="1" lang="ja-JP" altLang="en-US" sz="1200">
                          <a:latin typeface="+mn-ea"/>
                          <a:ea typeface="+mn-ea"/>
                        </a:rPr>
                        <a:t>アポロリンク様</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0729549"/>
                  </a:ext>
                </a:extLst>
              </a:tr>
            </a:tbl>
          </a:graphicData>
        </a:graphic>
      </p:graphicFrame>
      <p:graphicFrame>
        <p:nvGraphicFramePr>
          <p:cNvPr id="11" name="表 10">
            <a:extLst>
              <a:ext uri="{FF2B5EF4-FFF2-40B4-BE49-F238E27FC236}">
                <a16:creationId xmlns:a16="http://schemas.microsoft.com/office/drawing/2014/main" id="{F19A0ABD-107C-8757-267F-FD02C13B506B}"/>
              </a:ext>
            </a:extLst>
          </p:cNvPr>
          <p:cNvGraphicFramePr>
            <a:graphicFrameLocks noGrp="1"/>
          </p:cNvGraphicFramePr>
          <p:nvPr/>
        </p:nvGraphicFramePr>
        <p:xfrm>
          <a:off x="1681761" y="2514980"/>
          <a:ext cx="756938" cy="653085"/>
        </p:xfrm>
        <a:graphic>
          <a:graphicData uri="http://schemas.openxmlformats.org/drawingml/2006/table">
            <a:tbl>
              <a:tblPr firstRow="1" bandRow="1">
                <a:tableStyleId>{2D5ABB26-0587-4C30-8999-92F81FD0307C}</a:tableStyleId>
              </a:tblPr>
              <a:tblGrid>
                <a:gridCol w="756938">
                  <a:extLst>
                    <a:ext uri="{9D8B030D-6E8A-4147-A177-3AD203B41FA5}">
                      <a16:colId xmlns:a16="http://schemas.microsoft.com/office/drawing/2014/main" val="2823374101"/>
                    </a:ext>
                  </a:extLst>
                </a:gridCol>
              </a:tblGrid>
              <a:tr h="653085">
                <a:tc>
                  <a:txBody>
                    <a:bodyPr/>
                    <a:lstStyle/>
                    <a:p>
                      <a:pPr algn="ctr"/>
                      <a:r>
                        <a:rPr kumimoji="1" lang="ja-JP" altLang="en-US" sz="1100" b="0">
                          <a:solidFill>
                            <a:schemeClr val="tx1"/>
                          </a:solidFill>
                          <a:latin typeface="+mn-ea"/>
                          <a:ea typeface="+mn-ea"/>
                        </a:rPr>
                        <a:t>影響調査、</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sp>
        <p:nvSpPr>
          <p:cNvPr id="42" name="テキスト ボックス 41">
            <a:extLst>
              <a:ext uri="{FF2B5EF4-FFF2-40B4-BE49-F238E27FC236}">
                <a16:creationId xmlns:a16="http://schemas.microsoft.com/office/drawing/2014/main" id="{6B32E8AA-85CD-7D7C-1DEE-E11B20073021}"/>
              </a:ext>
            </a:extLst>
          </p:cNvPr>
          <p:cNvSpPr txBox="1"/>
          <p:nvPr/>
        </p:nvSpPr>
        <p:spPr>
          <a:xfrm>
            <a:off x="1479910" y="1964018"/>
            <a:ext cx="756938" cy="261610"/>
          </a:xfrm>
          <a:prstGeom prst="rect">
            <a:avLst/>
          </a:prstGeom>
          <a:noFill/>
        </p:spPr>
        <p:txBody>
          <a:bodyPr wrap="none" rtlCol="0" anchor="t">
            <a:spAutoFit/>
          </a:bodyPr>
          <a:lstStyle/>
          <a:p>
            <a:r>
              <a:rPr kumimoji="1" lang="ja-JP" altLang="en-US" sz="1100">
                <a:latin typeface="+mn-ea"/>
              </a:rPr>
              <a:t>▲</a:t>
            </a:r>
            <a:r>
              <a:rPr kumimoji="1" lang="en-US" altLang="ja-JP" sz="1100">
                <a:latin typeface="+mn-ea"/>
              </a:rPr>
              <a:t>PJ</a:t>
            </a:r>
            <a:r>
              <a:rPr kumimoji="1" lang="ja-JP" altLang="en-US" sz="1100">
                <a:latin typeface="+mn-ea"/>
              </a:rPr>
              <a:t>契約</a:t>
            </a:r>
            <a:endParaRPr kumimoji="1" lang="en-US" altLang="ja-JP" sz="1100">
              <a:latin typeface="+mn-ea"/>
            </a:endParaRPr>
          </a:p>
        </p:txBody>
      </p:sp>
      <p:sp>
        <p:nvSpPr>
          <p:cNvPr id="15" name="テキスト ボックス 14">
            <a:extLst>
              <a:ext uri="{FF2B5EF4-FFF2-40B4-BE49-F238E27FC236}">
                <a16:creationId xmlns:a16="http://schemas.microsoft.com/office/drawing/2014/main" id="{EA3BA86C-E1F8-7DE7-1B30-41EA16084513}"/>
              </a:ext>
            </a:extLst>
          </p:cNvPr>
          <p:cNvSpPr txBox="1"/>
          <p:nvPr/>
        </p:nvSpPr>
        <p:spPr>
          <a:xfrm>
            <a:off x="301409" y="6141438"/>
            <a:ext cx="11029080" cy="536562"/>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スケジュールについては、ご契約のタイミング状況により変更となる場合がございます。</a:t>
            </a:r>
            <a:endParaRPr lang="en-US" altLang="ja-JP" sz="1400">
              <a:latin typeface="+mn-ea"/>
              <a:cs typeface="メイリオ" pitchFamily="50" charset="-128"/>
            </a:endParaRPr>
          </a:p>
        </p:txBody>
      </p:sp>
      <p:sp>
        <p:nvSpPr>
          <p:cNvPr id="3" name="日付プレースホルダー 2">
            <a:extLst>
              <a:ext uri="{FF2B5EF4-FFF2-40B4-BE49-F238E27FC236}">
                <a16:creationId xmlns:a16="http://schemas.microsoft.com/office/drawing/2014/main" id="{CA787761-D561-036E-832E-598FB0DF3BA3}"/>
              </a:ext>
            </a:extLst>
          </p:cNvPr>
          <p:cNvSpPr>
            <a:spLocks noGrp="1"/>
          </p:cNvSpPr>
          <p:nvPr>
            <p:ph type="dt" sz="half" idx="10"/>
          </p:nvPr>
        </p:nvSpPr>
        <p:spPr/>
        <p:txBody>
          <a:bodyPr/>
          <a:lstStyle/>
          <a:p>
            <a:r>
              <a:rPr lang="en-US" altLang="ja-JP"/>
              <a:t>2025/10/09</a:t>
            </a:r>
            <a:endParaRPr lang="en-US"/>
          </a:p>
        </p:txBody>
      </p:sp>
      <p:sp>
        <p:nvSpPr>
          <p:cNvPr id="12" name="テキスト ボックス 11">
            <a:extLst>
              <a:ext uri="{FF2B5EF4-FFF2-40B4-BE49-F238E27FC236}">
                <a16:creationId xmlns:a16="http://schemas.microsoft.com/office/drawing/2014/main" id="{1A88D3B0-2F83-47EB-BE2A-352B54B7B59A}"/>
              </a:ext>
            </a:extLst>
          </p:cNvPr>
          <p:cNvSpPr txBox="1"/>
          <p:nvPr/>
        </p:nvSpPr>
        <p:spPr>
          <a:xfrm>
            <a:off x="4740364" y="1986969"/>
            <a:ext cx="1454244" cy="261610"/>
          </a:xfrm>
          <a:prstGeom prst="rect">
            <a:avLst/>
          </a:prstGeom>
          <a:noFill/>
        </p:spPr>
        <p:txBody>
          <a:bodyPr wrap="none" rtlCol="0" anchor="t">
            <a:spAutoFit/>
          </a:bodyPr>
          <a:lstStyle/>
          <a:p>
            <a:r>
              <a:rPr kumimoji="1" lang="ja-JP" altLang="en-US" sz="1100">
                <a:latin typeface="+mn-ea"/>
              </a:rPr>
              <a:t>▲検証環境リリース</a:t>
            </a:r>
            <a:endParaRPr kumimoji="1" lang="en-US" altLang="ja-JP" sz="1100">
              <a:latin typeface="+mn-ea"/>
            </a:endParaRPr>
          </a:p>
        </p:txBody>
      </p:sp>
      <p:sp>
        <p:nvSpPr>
          <p:cNvPr id="18" name="テキスト ボックス 17">
            <a:extLst>
              <a:ext uri="{FF2B5EF4-FFF2-40B4-BE49-F238E27FC236}">
                <a16:creationId xmlns:a16="http://schemas.microsoft.com/office/drawing/2014/main" id="{DD5AAF0D-F184-FC81-7DF0-7A611ADB55D7}"/>
              </a:ext>
            </a:extLst>
          </p:cNvPr>
          <p:cNvSpPr txBox="1"/>
          <p:nvPr/>
        </p:nvSpPr>
        <p:spPr>
          <a:xfrm>
            <a:off x="6346482" y="1986969"/>
            <a:ext cx="1454244" cy="261610"/>
          </a:xfrm>
          <a:prstGeom prst="rect">
            <a:avLst/>
          </a:prstGeom>
          <a:noFill/>
        </p:spPr>
        <p:txBody>
          <a:bodyPr wrap="none" rtlCol="0" anchor="t">
            <a:spAutoFit/>
          </a:bodyPr>
          <a:lstStyle/>
          <a:p>
            <a:r>
              <a:rPr kumimoji="1" lang="ja-JP" altLang="en-US" sz="1100">
                <a:latin typeface="+mn-ea"/>
              </a:rPr>
              <a:t>▲本番環境リリース</a:t>
            </a:r>
            <a:endParaRPr kumimoji="1" lang="en-US" altLang="ja-JP" sz="1100">
              <a:latin typeface="+mn-ea"/>
            </a:endParaRPr>
          </a:p>
        </p:txBody>
      </p:sp>
      <p:graphicFrame>
        <p:nvGraphicFramePr>
          <p:cNvPr id="19" name="表 18">
            <a:extLst>
              <a:ext uri="{FF2B5EF4-FFF2-40B4-BE49-F238E27FC236}">
                <a16:creationId xmlns:a16="http://schemas.microsoft.com/office/drawing/2014/main" id="{E15EEB40-D23E-DE13-0A20-A16EAF37ABE3}"/>
              </a:ext>
            </a:extLst>
          </p:cNvPr>
          <p:cNvGraphicFramePr>
            <a:graphicFrameLocks noGrp="1"/>
          </p:cNvGraphicFramePr>
          <p:nvPr/>
        </p:nvGraphicFramePr>
        <p:xfrm>
          <a:off x="2434520" y="2514980"/>
          <a:ext cx="1692804" cy="653085"/>
        </p:xfrm>
        <a:graphic>
          <a:graphicData uri="http://schemas.openxmlformats.org/drawingml/2006/table">
            <a:tbl>
              <a:tblPr firstRow="1" bandRow="1">
                <a:tableStyleId>{2D5ABB26-0587-4C30-8999-92F81FD0307C}</a:tableStyleId>
              </a:tblPr>
              <a:tblGrid>
                <a:gridCol w="1692804">
                  <a:extLst>
                    <a:ext uri="{9D8B030D-6E8A-4147-A177-3AD203B41FA5}">
                      <a16:colId xmlns:a16="http://schemas.microsoft.com/office/drawing/2014/main" val="3246718086"/>
                    </a:ext>
                  </a:extLst>
                </a:gridCol>
              </a:tblGrid>
              <a:tr h="653085">
                <a:tc>
                  <a:txBody>
                    <a:bodyPr/>
                    <a:lstStyle/>
                    <a:p>
                      <a:pPr algn="ctr"/>
                      <a:r>
                        <a:rPr kumimoji="1" lang="ja-JP" altLang="en-US" sz="1100" b="0">
                          <a:solidFill>
                            <a:schemeClr val="tx1"/>
                          </a:solidFill>
                          <a:latin typeface="+mn-ea"/>
                          <a:ea typeface="+mn-ea"/>
                        </a:rPr>
                        <a:t>製造、</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単体テスト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24" name="表 23">
            <a:extLst>
              <a:ext uri="{FF2B5EF4-FFF2-40B4-BE49-F238E27FC236}">
                <a16:creationId xmlns:a16="http://schemas.microsoft.com/office/drawing/2014/main" id="{8994F1D8-C89B-0D5E-9DB1-BF99185F9DD8}"/>
              </a:ext>
            </a:extLst>
          </p:cNvPr>
          <p:cNvGraphicFramePr>
            <a:graphicFrameLocks noGrp="1"/>
          </p:cNvGraphicFramePr>
          <p:nvPr/>
        </p:nvGraphicFramePr>
        <p:xfrm>
          <a:off x="4127324" y="2514980"/>
          <a:ext cx="864892" cy="653085"/>
        </p:xfrm>
        <a:graphic>
          <a:graphicData uri="http://schemas.openxmlformats.org/drawingml/2006/table">
            <a:tbl>
              <a:tblPr firstRow="1" bandRow="1">
                <a:tableStyleId>{2D5ABB26-0587-4C30-8999-92F81FD0307C}</a:tableStyleId>
              </a:tblPr>
              <a:tblGrid>
                <a:gridCol w="864892">
                  <a:extLst>
                    <a:ext uri="{9D8B030D-6E8A-4147-A177-3AD203B41FA5}">
                      <a16:colId xmlns:a16="http://schemas.microsoft.com/office/drawing/2014/main" val="3246718086"/>
                    </a:ext>
                  </a:extLst>
                </a:gridCol>
              </a:tblGrid>
              <a:tr h="653085">
                <a:tc>
                  <a:txBody>
                    <a:bodyPr/>
                    <a:lstStyle/>
                    <a:p>
                      <a:pPr algn="ctr"/>
                      <a:r>
                        <a:rPr kumimoji="1" lang="ja-JP" altLang="en-US" sz="1100" b="0">
                          <a:solidFill>
                            <a:schemeClr val="tx1"/>
                          </a:solidFill>
                          <a:latin typeface="+mn-ea"/>
                          <a:ea typeface="+mn-ea"/>
                        </a:rPr>
                        <a:t>結合テスト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26" name="表 25">
            <a:extLst>
              <a:ext uri="{FF2B5EF4-FFF2-40B4-BE49-F238E27FC236}">
                <a16:creationId xmlns:a16="http://schemas.microsoft.com/office/drawing/2014/main" id="{B65517CB-689D-B2FA-97B6-CC6FFDF0C42D}"/>
              </a:ext>
            </a:extLst>
          </p:cNvPr>
          <p:cNvGraphicFramePr>
            <a:graphicFrameLocks noGrp="1"/>
          </p:cNvGraphicFramePr>
          <p:nvPr/>
        </p:nvGraphicFramePr>
        <p:xfrm>
          <a:off x="4999181" y="2514981"/>
          <a:ext cx="816768" cy="653084"/>
        </p:xfrm>
        <a:graphic>
          <a:graphicData uri="http://schemas.openxmlformats.org/drawingml/2006/table">
            <a:tbl>
              <a:tblPr firstRow="1" bandRow="1">
                <a:tableStyleId>{2D5ABB26-0587-4C30-8999-92F81FD0307C}</a:tableStyleId>
              </a:tblPr>
              <a:tblGrid>
                <a:gridCol w="816768">
                  <a:extLst>
                    <a:ext uri="{9D8B030D-6E8A-4147-A177-3AD203B41FA5}">
                      <a16:colId xmlns:a16="http://schemas.microsoft.com/office/drawing/2014/main" val="3246718086"/>
                    </a:ext>
                  </a:extLst>
                </a:gridCol>
              </a:tblGrid>
              <a:tr h="653084">
                <a:tc>
                  <a:txBody>
                    <a:bodyPr/>
                    <a:lstStyle/>
                    <a:p>
                      <a:pPr algn="ctr"/>
                      <a:r>
                        <a:rPr kumimoji="1" lang="ja-JP" altLang="en-US" sz="1100" b="0">
                          <a:solidFill>
                            <a:schemeClr val="tx1"/>
                          </a:solidFill>
                          <a:latin typeface="+mn-ea"/>
                          <a:ea typeface="+mn-ea"/>
                        </a:rPr>
                        <a:t>システム</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27" name="表 26">
            <a:extLst>
              <a:ext uri="{FF2B5EF4-FFF2-40B4-BE49-F238E27FC236}">
                <a16:creationId xmlns:a16="http://schemas.microsoft.com/office/drawing/2014/main" id="{8C823A75-D11D-3332-8BE8-CAFFEB46E20A}"/>
              </a:ext>
            </a:extLst>
          </p:cNvPr>
          <p:cNvGraphicFramePr>
            <a:graphicFrameLocks noGrp="1"/>
          </p:cNvGraphicFramePr>
          <p:nvPr/>
        </p:nvGraphicFramePr>
        <p:xfrm>
          <a:off x="5815949" y="2514981"/>
          <a:ext cx="682407" cy="653084"/>
        </p:xfrm>
        <a:graphic>
          <a:graphicData uri="http://schemas.openxmlformats.org/drawingml/2006/table">
            <a:tbl>
              <a:tblPr firstRow="1" bandRow="1">
                <a:tableStyleId>{2D5ABB26-0587-4C30-8999-92F81FD0307C}</a:tableStyleId>
              </a:tblPr>
              <a:tblGrid>
                <a:gridCol w="682407">
                  <a:extLst>
                    <a:ext uri="{9D8B030D-6E8A-4147-A177-3AD203B41FA5}">
                      <a16:colId xmlns:a16="http://schemas.microsoft.com/office/drawing/2014/main" val="3246718086"/>
                    </a:ext>
                  </a:extLst>
                </a:gridCol>
              </a:tblGrid>
              <a:tr h="653084">
                <a:tc>
                  <a:txBody>
                    <a:bodyPr/>
                    <a:lstStyle/>
                    <a:p>
                      <a:pPr algn="ctr"/>
                      <a:r>
                        <a:rPr kumimoji="1" lang="ja-JP" altLang="en-US" sz="1100" b="0">
                          <a:solidFill>
                            <a:schemeClr val="tx1"/>
                          </a:solidFill>
                          <a:latin typeface="+mn-ea"/>
                          <a:ea typeface="+mn-ea"/>
                        </a:rPr>
                        <a:t>受入支援</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sp>
        <p:nvSpPr>
          <p:cNvPr id="29" name="テキスト ボックス 28">
            <a:extLst>
              <a:ext uri="{FF2B5EF4-FFF2-40B4-BE49-F238E27FC236}">
                <a16:creationId xmlns:a16="http://schemas.microsoft.com/office/drawing/2014/main" id="{7DEDDCC8-CCCF-9B14-D4A1-83D77B60382C}"/>
              </a:ext>
            </a:extLst>
          </p:cNvPr>
          <p:cNvSpPr txBox="1"/>
          <p:nvPr/>
        </p:nvSpPr>
        <p:spPr>
          <a:xfrm>
            <a:off x="6498356" y="2234120"/>
            <a:ext cx="607859" cy="261610"/>
          </a:xfrm>
          <a:prstGeom prst="rect">
            <a:avLst/>
          </a:prstGeom>
          <a:noFill/>
        </p:spPr>
        <p:txBody>
          <a:bodyPr wrap="none" rtlCol="0" anchor="t">
            <a:spAutoFit/>
          </a:bodyPr>
          <a:lstStyle/>
          <a:p>
            <a:r>
              <a:rPr kumimoji="1" lang="ja-JP" altLang="en-US" sz="1100">
                <a:latin typeface="+mn-ea"/>
              </a:rPr>
              <a:t>▲検収</a:t>
            </a:r>
            <a:endParaRPr kumimoji="1" lang="en-US" altLang="ja-JP" sz="1100">
              <a:latin typeface="+mn-ea"/>
            </a:endParaRPr>
          </a:p>
        </p:txBody>
      </p:sp>
      <p:graphicFrame>
        <p:nvGraphicFramePr>
          <p:cNvPr id="30" name="表 29">
            <a:extLst>
              <a:ext uri="{FF2B5EF4-FFF2-40B4-BE49-F238E27FC236}">
                <a16:creationId xmlns:a16="http://schemas.microsoft.com/office/drawing/2014/main" id="{6DCC5B27-DBDD-2133-B7F5-065D758A9E5E}"/>
              </a:ext>
            </a:extLst>
          </p:cNvPr>
          <p:cNvGraphicFramePr>
            <a:graphicFrameLocks noGrp="1"/>
          </p:cNvGraphicFramePr>
          <p:nvPr/>
        </p:nvGraphicFramePr>
        <p:xfrm>
          <a:off x="2916457" y="3340023"/>
          <a:ext cx="422215" cy="415807"/>
        </p:xfrm>
        <a:graphic>
          <a:graphicData uri="http://schemas.openxmlformats.org/drawingml/2006/table">
            <a:tbl>
              <a:tblPr firstRow="1" bandRow="1">
                <a:tableStyleId>{2D5ABB26-0587-4C30-8999-92F81FD0307C}</a:tableStyleId>
              </a:tblPr>
              <a:tblGrid>
                <a:gridCol w="422215">
                  <a:extLst>
                    <a:ext uri="{9D8B030D-6E8A-4147-A177-3AD203B41FA5}">
                      <a16:colId xmlns:a16="http://schemas.microsoft.com/office/drawing/2014/main" val="3246718086"/>
                    </a:ext>
                  </a:extLst>
                </a:gridCol>
              </a:tblGrid>
              <a:tr h="415807">
                <a:tc>
                  <a:txBody>
                    <a:bodyPr/>
                    <a:lstStyle/>
                    <a:p>
                      <a:pPr algn="ctr"/>
                      <a:r>
                        <a:rPr kumimoji="1" lang="ja-JP" altLang="en-US" sz="800" b="0">
                          <a:solidFill>
                            <a:schemeClr val="tx1"/>
                          </a:solidFill>
                          <a:latin typeface="+mn-ea"/>
                          <a:ea typeface="+mn-ea"/>
                        </a:rPr>
                        <a:t>マスタ</a:t>
                      </a:r>
                      <a:endParaRPr kumimoji="1" lang="en-US" altLang="ja-JP" sz="800" b="0">
                        <a:solidFill>
                          <a:schemeClr val="tx1"/>
                        </a:solidFill>
                        <a:latin typeface="+mn-ea"/>
                        <a:ea typeface="+mn-ea"/>
                      </a:endParaRPr>
                    </a:p>
                    <a:p>
                      <a:pPr algn="ctr"/>
                      <a:r>
                        <a:rPr kumimoji="1" lang="ja-JP" altLang="en-US" sz="800" b="0">
                          <a:solidFill>
                            <a:schemeClr val="tx1"/>
                          </a:solidFill>
                          <a:latin typeface="+mn-ea"/>
                          <a:ea typeface="+mn-ea"/>
                        </a:rPr>
                        <a:t>更新</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1" name="表 30">
            <a:extLst>
              <a:ext uri="{FF2B5EF4-FFF2-40B4-BE49-F238E27FC236}">
                <a16:creationId xmlns:a16="http://schemas.microsoft.com/office/drawing/2014/main" id="{A40761D8-0283-743F-B1F2-5C65C2CE0490}"/>
              </a:ext>
            </a:extLst>
          </p:cNvPr>
          <p:cNvGraphicFramePr>
            <a:graphicFrameLocks noGrp="1"/>
          </p:cNvGraphicFramePr>
          <p:nvPr/>
        </p:nvGraphicFramePr>
        <p:xfrm>
          <a:off x="4570001" y="3340023"/>
          <a:ext cx="422215" cy="415807"/>
        </p:xfrm>
        <a:graphic>
          <a:graphicData uri="http://schemas.openxmlformats.org/drawingml/2006/table">
            <a:tbl>
              <a:tblPr firstRow="1" bandRow="1">
                <a:tableStyleId>{2D5ABB26-0587-4C30-8999-92F81FD0307C}</a:tableStyleId>
              </a:tblPr>
              <a:tblGrid>
                <a:gridCol w="422215">
                  <a:extLst>
                    <a:ext uri="{9D8B030D-6E8A-4147-A177-3AD203B41FA5}">
                      <a16:colId xmlns:a16="http://schemas.microsoft.com/office/drawing/2014/main" val="3246718086"/>
                    </a:ext>
                  </a:extLst>
                </a:gridCol>
              </a:tblGrid>
              <a:tr h="415807">
                <a:tc>
                  <a:txBody>
                    <a:bodyPr/>
                    <a:lstStyle/>
                    <a:p>
                      <a:pPr algn="ctr"/>
                      <a:r>
                        <a:rPr kumimoji="1" lang="ja-JP" altLang="en-US" sz="800" b="0">
                          <a:solidFill>
                            <a:schemeClr val="tx1"/>
                          </a:solidFill>
                          <a:latin typeface="+mn-ea"/>
                          <a:ea typeface="+mn-ea"/>
                        </a:rPr>
                        <a:t>マスタ</a:t>
                      </a:r>
                      <a:endParaRPr kumimoji="1" lang="en-US" altLang="ja-JP" sz="800" b="0">
                        <a:solidFill>
                          <a:schemeClr val="tx1"/>
                        </a:solidFill>
                        <a:latin typeface="+mn-ea"/>
                        <a:ea typeface="+mn-ea"/>
                      </a:endParaRPr>
                    </a:p>
                    <a:p>
                      <a:pPr algn="ctr"/>
                      <a:r>
                        <a:rPr kumimoji="1" lang="ja-JP" altLang="en-US" sz="800" b="0">
                          <a:solidFill>
                            <a:schemeClr val="tx1"/>
                          </a:solidFill>
                          <a:latin typeface="+mn-ea"/>
                          <a:ea typeface="+mn-ea"/>
                        </a:rPr>
                        <a:t>更新</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2" name="表 31">
            <a:extLst>
              <a:ext uri="{FF2B5EF4-FFF2-40B4-BE49-F238E27FC236}">
                <a16:creationId xmlns:a16="http://schemas.microsoft.com/office/drawing/2014/main" id="{986907BD-75D2-CD04-FDC6-2159D226D461}"/>
              </a:ext>
            </a:extLst>
          </p:cNvPr>
          <p:cNvGraphicFramePr>
            <a:graphicFrameLocks noGrp="1"/>
          </p:cNvGraphicFramePr>
          <p:nvPr/>
        </p:nvGraphicFramePr>
        <p:xfrm>
          <a:off x="6228946" y="3340023"/>
          <a:ext cx="422215" cy="415807"/>
        </p:xfrm>
        <a:graphic>
          <a:graphicData uri="http://schemas.openxmlformats.org/drawingml/2006/table">
            <a:tbl>
              <a:tblPr firstRow="1" bandRow="1">
                <a:tableStyleId>{2D5ABB26-0587-4C30-8999-92F81FD0307C}</a:tableStyleId>
              </a:tblPr>
              <a:tblGrid>
                <a:gridCol w="422215">
                  <a:extLst>
                    <a:ext uri="{9D8B030D-6E8A-4147-A177-3AD203B41FA5}">
                      <a16:colId xmlns:a16="http://schemas.microsoft.com/office/drawing/2014/main" val="3246718086"/>
                    </a:ext>
                  </a:extLst>
                </a:gridCol>
              </a:tblGrid>
              <a:tr h="415807">
                <a:tc>
                  <a:txBody>
                    <a:bodyPr/>
                    <a:lstStyle/>
                    <a:p>
                      <a:pPr algn="ctr"/>
                      <a:r>
                        <a:rPr kumimoji="1" lang="ja-JP" altLang="en-US" sz="800" b="0">
                          <a:solidFill>
                            <a:schemeClr val="tx1"/>
                          </a:solidFill>
                          <a:latin typeface="+mn-ea"/>
                          <a:ea typeface="+mn-ea"/>
                        </a:rPr>
                        <a:t>マスタ</a:t>
                      </a:r>
                      <a:endParaRPr kumimoji="1" lang="en-US" altLang="ja-JP" sz="800" b="0">
                        <a:solidFill>
                          <a:schemeClr val="tx1"/>
                        </a:solidFill>
                        <a:latin typeface="+mn-ea"/>
                        <a:ea typeface="+mn-ea"/>
                      </a:endParaRPr>
                    </a:p>
                    <a:p>
                      <a:pPr algn="ctr"/>
                      <a:r>
                        <a:rPr kumimoji="1" lang="ja-JP" altLang="en-US" sz="800" b="0">
                          <a:solidFill>
                            <a:schemeClr val="tx1"/>
                          </a:solidFill>
                          <a:latin typeface="+mn-ea"/>
                          <a:ea typeface="+mn-ea"/>
                        </a:rPr>
                        <a:t>更新</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3" name="表 32">
            <a:extLst>
              <a:ext uri="{FF2B5EF4-FFF2-40B4-BE49-F238E27FC236}">
                <a16:creationId xmlns:a16="http://schemas.microsoft.com/office/drawing/2014/main" id="{089E0E3F-291D-91F1-4188-565466F74795}"/>
              </a:ext>
            </a:extLst>
          </p:cNvPr>
          <p:cNvGraphicFramePr>
            <a:graphicFrameLocks noGrp="1"/>
          </p:cNvGraphicFramePr>
          <p:nvPr/>
        </p:nvGraphicFramePr>
        <p:xfrm>
          <a:off x="7878266" y="3340023"/>
          <a:ext cx="422215" cy="415807"/>
        </p:xfrm>
        <a:graphic>
          <a:graphicData uri="http://schemas.openxmlformats.org/drawingml/2006/table">
            <a:tbl>
              <a:tblPr firstRow="1" bandRow="1">
                <a:tableStyleId>{2D5ABB26-0587-4C30-8999-92F81FD0307C}</a:tableStyleId>
              </a:tblPr>
              <a:tblGrid>
                <a:gridCol w="422215">
                  <a:extLst>
                    <a:ext uri="{9D8B030D-6E8A-4147-A177-3AD203B41FA5}">
                      <a16:colId xmlns:a16="http://schemas.microsoft.com/office/drawing/2014/main" val="3246718086"/>
                    </a:ext>
                  </a:extLst>
                </a:gridCol>
              </a:tblGrid>
              <a:tr h="415807">
                <a:tc>
                  <a:txBody>
                    <a:bodyPr/>
                    <a:lstStyle/>
                    <a:p>
                      <a:pPr algn="ctr"/>
                      <a:r>
                        <a:rPr kumimoji="1" lang="ja-JP" altLang="en-US" sz="800" b="0">
                          <a:solidFill>
                            <a:schemeClr val="tx1"/>
                          </a:solidFill>
                          <a:latin typeface="+mn-ea"/>
                          <a:ea typeface="+mn-ea"/>
                        </a:rPr>
                        <a:t>マスタ</a:t>
                      </a:r>
                      <a:endParaRPr kumimoji="1" lang="en-US" altLang="ja-JP" sz="800" b="0">
                        <a:solidFill>
                          <a:schemeClr val="tx1"/>
                        </a:solidFill>
                        <a:latin typeface="+mn-ea"/>
                        <a:ea typeface="+mn-ea"/>
                      </a:endParaRPr>
                    </a:p>
                    <a:p>
                      <a:pPr algn="ctr"/>
                      <a:r>
                        <a:rPr kumimoji="1" lang="ja-JP" altLang="en-US" sz="800" b="0">
                          <a:solidFill>
                            <a:schemeClr val="tx1"/>
                          </a:solidFill>
                          <a:latin typeface="+mn-ea"/>
                          <a:ea typeface="+mn-ea"/>
                        </a:rPr>
                        <a:t>更新</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4" name="表 33">
            <a:extLst>
              <a:ext uri="{FF2B5EF4-FFF2-40B4-BE49-F238E27FC236}">
                <a16:creationId xmlns:a16="http://schemas.microsoft.com/office/drawing/2014/main" id="{434DDBC0-E458-BD0B-3AB8-6791ACF577D1}"/>
              </a:ext>
            </a:extLst>
          </p:cNvPr>
          <p:cNvGraphicFramePr>
            <a:graphicFrameLocks noGrp="1"/>
          </p:cNvGraphicFramePr>
          <p:nvPr/>
        </p:nvGraphicFramePr>
        <p:xfrm>
          <a:off x="9531810" y="3340023"/>
          <a:ext cx="422215" cy="415807"/>
        </p:xfrm>
        <a:graphic>
          <a:graphicData uri="http://schemas.openxmlformats.org/drawingml/2006/table">
            <a:tbl>
              <a:tblPr firstRow="1" bandRow="1">
                <a:tableStyleId>{2D5ABB26-0587-4C30-8999-92F81FD0307C}</a:tableStyleId>
              </a:tblPr>
              <a:tblGrid>
                <a:gridCol w="422215">
                  <a:extLst>
                    <a:ext uri="{9D8B030D-6E8A-4147-A177-3AD203B41FA5}">
                      <a16:colId xmlns:a16="http://schemas.microsoft.com/office/drawing/2014/main" val="3246718086"/>
                    </a:ext>
                  </a:extLst>
                </a:gridCol>
              </a:tblGrid>
              <a:tr h="415807">
                <a:tc>
                  <a:txBody>
                    <a:bodyPr/>
                    <a:lstStyle/>
                    <a:p>
                      <a:pPr algn="ctr"/>
                      <a:r>
                        <a:rPr kumimoji="1" lang="ja-JP" altLang="en-US" sz="800" b="0">
                          <a:solidFill>
                            <a:schemeClr val="tx1"/>
                          </a:solidFill>
                          <a:latin typeface="+mn-ea"/>
                          <a:ea typeface="+mn-ea"/>
                        </a:rPr>
                        <a:t>マスタ</a:t>
                      </a:r>
                      <a:endParaRPr kumimoji="1" lang="en-US" altLang="ja-JP" sz="800" b="0">
                        <a:solidFill>
                          <a:schemeClr val="tx1"/>
                        </a:solidFill>
                        <a:latin typeface="+mn-ea"/>
                        <a:ea typeface="+mn-ea"/>
                      </a:endParaRPr>
                    </a:p>
                    <a:p>
                      <a:pPr algn="ctr"/>
                      <a:r>
                        <a:rPr kumimoji="1" lang="ja-JP" altLang="en-US" sz="800" b="0">
                          <a:solidFill>
                            <a:schemeClr val="tx1"/>
                          </a:solidFill>
                          <a:latin typeface="+mn-ea"/>
                          <a:ea typeface="+mn-ea"/>
                        </a:rPr>
                        <a:t>更新</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5" name="表 34">
            <a:extLst>
              <a:ext uri="{FF2B5EF4-FFF2-40B4-BE49-F238E27FC236}">
                <a16:creationId xmlns:a16="http://schemas.microsoft.com/office/drawing/2014/main" id="{DBA9F665-A322-B559-28B7-16AF048F5C23}"/>
              </a:ext>
            </a:extLst>
          </p:cNvPr>
          <p:cNvGraphicFramePr>
            <a:graphicFrameLocks noGrp="1"/>
          </p:cNvGraphicFramePr>
          <p:nvPr/>
        </p:nvGraphicFramePr>
        <p:xfrm>
          <a:off x="11194979" y="3340023"/>
          <a:ext cx="422215" cy="415807"/>
        </p:xfrm>
        <a:graphic>
          <a:graphicData uri="http://schemas.openxmlformats.org/drawingml/2006/table">
            <a:tbl>
              <a:tblPr firstRow="1" bandRow="1">
                <a:tableStyleId>{2D5ABB26-0587-4C30-8999-92F81FD0307C}</a:tableStyleId>
              </a:tblPr>
              <a:tblGrid>
                <a:gridCol w="422215">
                  <a:extLst>
                    <a:ext uri="{9D8B030D-6E8A-4147-A177-3AD203B41FA5}">
                      <a16:colId xmlns:a16="http://schemas.microsoft.com/office/drawing/2014/main" val="3246718086"/>
                    </a:ext>
                  </a:extLst>
                </a:gridCol>
              </a:tblGrid>
              <a:tr h="415807">
                <a:tc>
                  <a:txBody>
                    <a:bodyPr/>
                    <a:lstStyle/>
                    <a:p>
                      <a:pPr algn="ctr"/>
                      <a:r>
                        <a:rPr kumimoji="1" lang="ja-JP" altLang="en-US" sz="800" b="0">
                          <a:solidFill>
                            <a:schemeClr val="tx1"/>
                          </a:solidFill>
                          <a:latin typeface="+mn-ea"/>
                          <a:ea typeface="+mn-ea"/>
                        </a:rPr>
                        <a:t>マスタ</a:t>
                      </a:r>
                      <a:endParaRPr kumimoji="1" lang="en-US" altLang="ja-JP" sz="800" b="0">
                        <a:solidFill>
                          <a:schemeClr val="tx1"/>
                        </a:solidFill>
                        <a:latin typeface="+mn-ea"/>
                        <a:ea typeface="+mn-ea"/>
                      </a:endParaRPr>
                    </a:p>
                    <a:p>
                      <a:pPr algn="ctr"/>
                      <a:r>
                        <a:rPr kumimoji="1" lang="ja-JP" altLang="en-US" sz="800" b="0">
                          <a:solidFill>
                            <a:schemeClr val="tx1"/>
                          </a:solidFill>
                          <a:latin typeface="+mn-ea"/>
                          <a:ea typeface="+mn-ea"/>
                        </a:rPr>
                        <a:t>更新</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6" name="表 35">
            <a:extLst>
              <a:ext uri="{FF2B5EF4-FFF2-40B4-BE49-F238E27FC236}">
                <a16:creationId xmlns:a16="http://schemas.microsoft.com/office/drawing/2014/main" id="{4CB59555-E544-73DF-549F-CA5913132871}"/>
              </a:ext>
            </a:extLst>
          </p:cNvPr>
          <p:cNvGraphicFramePr>
            <a:graphicFrameLocks noGrp="1"/>
          </p:cNvGraphicFramePr>
          <p:nvPr/>
        </p:nvGraphicFramePr>
        <p:xfrm>
          <a:off x="6651161" y="3800070"/>
          <a:ext cx="1376309" cy="426720"/>
        </p:xfrm>
        <a:graphic>
          <a:graphicData uri="http://schemas.openxmlformats.org/drawingml/2006/table">
            <a:tbl>
              <a:tblPr firstRow="1" bandRow="1">
                <a:tableStyleId>{2D5ABB26-0587-4C30-8999-92F81FD0307C}</a:tableStyleId>
              </a:tblPr>
              <a:tblGrid>
                <a:gridCol w="1376309">
                  <a:extLst>
                    <a:ext uri="{9D8B030D-6E8A-4147-A177-3AD203B41FA5}">
                      <a16:colId xmlns:a16="http://schemas.microsoft.com/office/drawing/2014/main" val="3246718086"/>
                    </a:ext>
                  </a:extLst>
                </a:gridCol>
              </a:tblGrid>
              <a:tr h="415807">
                <a:tc>
                  <a:txBody>
                    <a:bodyPr/>
                    <a:lstStyle/>
                    <a:p>
                      <a:pPr algn="ctr"/>
                      <a:r>
                        <a:rPr kumimoji="1" lang="ja-JP" altLang="en-US" sz="1100" b="0">
                          <a:solidFill>
                            <a:schemeClr val="tx1"/>
                          </a:solidFill>
                          <a:latin typeface="+mn-ea"/>
                          <a:ea typeface="+mn-ea"/>
                        </a:rPr>
                        <a:t>帳票出力・機伝連携</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動作検証</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7" name="表 36">
            <a:extLst>
              <a:ext uri="{FF2B5EF4-FFF2-40B4-BE49-F238E27FC236}">
                <a16:creationId xmlns:a16="http://schemas.microsoft.com/office/drawing/2014/main" id="{74D65A32-AF37-8F7C-0C51-53E17962DEBE}"/>
              </a:ext>
            </a:extLst>
          </p:cNvPr>
          <p:cNvGraphicFramePr>
            <a:graphicFrameLocks noGrp="1"/>
          </p:cNvGraphicFramePr>
          <p:nvPr/>
        </p:nvGraphicFramePr>
        <p:xfrm>
          <a:off x="4127324" y="4810826"/>
          <a:ext cx="6743876" cy="415807"/>
        </p:xfrm>
        <a:graphic>
          <a:graphicData uri="http://schemas.openxmlformats.org/drawingml/2006/table">
            <a:tbl>
              <a:tblPr firstRow="1" bandRow="1">
                <a:tableStyleId>{2D5ABB26-0587-4C30-8999-92F81FD0307C}</a:tableStyleId>
              </a:tblPr>
              <a:tblGrid>
                <a:gridCol w="6743876">
                  <a:extLst>
                    <a:ext uri="{9D8B030D-6E8A-4147-A177-3AD203B41FA5}">
                      <a16:colId xmlns:a16="http://schemas.microsoft.com/office/drawing/2014/main" val="3246718086"/>
                    </a:ext>
                  </a:extLst>
                </a:gridCol>
              </a:tblGrid>
              <a:tr h="415807">
                <a:tc>
                  <a:txBody>
                    <a:bodyPr/>
                    <a:lstStyle/>
                    <a:p>
                      <a:pPr algn="ctr"/>
                      <a:r>
                        <a:rPr kumimoji="1" lang="ja-JP" altLang="en-US" sz="1100" b="0">
                          <a:solidFill>
                            <a:schemeClr val="tx1"/>
                          </a:solidFill>
                          <a:latin typeface="+mn-ea"/>
                          <a:ea typeface="+mn-ea"/>
                        </a:rPr>
                        <a:t>報奨金結果　内容確認</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8" name="表 37">
            <a:extLst>
              <a:ext uri="{FF2B5EF4-FFF2-40B4-BE49-F238E27FC236}">
                <a16:creationId xmlns:a16="http://schemas.microsoft.com/office/drawing/2014/main" id="{C987718D-785F-F0C3-5BC6-FFFF562BCBF3}"/>
              </a:ext>
            </a:extLst>
          </p:cNvPr>
          <p:cNvGraphicFramePr>
            <a:graphicFrameLocks noGrp="1"/>
          </p:cNvGraphicFramePr>
          <p:nvPr/>
        </p:nvGraphicFramePr>
        <p:xfrm>
          <a:off x="7180656" y="4301338"/>
          <a:ext cx="1119825" cy="426720"/>
        </p:xfrm>
        <a:graphic>
          <a:graphicData uri="http://schemas.openxmlformats.org/drawingml/2006/table">
            <a:tbl>
              <a:tblPr firstRow="1" bandRow="1">
                <a:tableStyleId>{2D5ABB26-0587-4C30-8999-92F81FD0307C}</a:tableStyleId>
              </a:tblPr>
              <a:tblGrid>
                <a:gridCol w="1119825">
                  <a:extLst>
                    <a:ext uri="{9D8B030D-6E8A-4147-A177-3AD203B41FA5}">
                      <a16:colId xmlns:a16="http://schemas.microsoft.com/office/drawing/2014/main" val="3246718086"/>
                    </a:ext>
                  </a:extLst>
                </a:gridCol>
              </a:tblGrid>
              <a:tr h="415807">
                <a:tc>
                  <a:txBody>
                    <a:bodyPr/>
                    <a:lstStyle/>
                    <a:p>
                      <a:pPr algn="ctr"/>
                      <a:r>
                        <a:rPr lang="ja-JP" altLang="en-US" sz="1100" b="0" i="0" u="none" strike="noStrike">
                          <a:solidFill>
                            <a:srgbClr val="000000"/>
                          </a:solidFill>
                          <a:effectLst/>
                          <a:latin typeface="+mn-ea"/>
                          <a:ea typeface="+mn-ea"/>
                        </a:rPr>
                        <a:t>各データ</a:t>
                      </a:r>
                      <a:endParaRPr lang="en-US" altLang="ja-JP" sz="1100" b="0" i="0" u="none" strike="noStrike">
                        <a:solidFill>
                          <a:srgbClr val="000000"/>
                        </a:solidFill>
                        <a:effectLst/>
                        <a:latin typeface="+mn-ea"/>
                        <a:ea typeface="+mn-ea"/>
                      </a:endParaRPr>
                    </a:p>
                    <a:p>
                      <a:pPr algn="ctr"/>
                      <a:r>
                        <a:rPr lang="ja-JP" altLang="en-US" sz="1100" b="0" i="0" u="none" strike="noStrike">
                          <a:solidFill>
                            <a:srgbClr val="000000"/>
                          </a:solidFill>
                          <a:effectLst/>
                          <a:latin typeface="+mn-ea"/>
                          <a:ea typeface="+mn-ea"/>
                        </a:rPr>
                        <a:t>最終確認・更新</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39" name="表 38">
            <a:extLst>
              <a:ext uri="{FF2B5EF4-FFF2-40B4-BE49-F238E27FC236}">
                <a16:creationId xmlns:a16="http://schemas.microsoft.com/office/drawing/2014/main" id="{76931B5D-7F53-C403-6030-C51E2519B65D}"/>
              </a:ext>
            </a:extLst>
          </p:cNvPr>
          <p:cNvGraphicFramePr>
            <a:graphicFrameLocks noGrp="1"/>
          </p:cNvGraphicFramePr>
          <p:nvPr/>
        </p:nvGraphicFramePr>
        <p:xfrm>
          <a:off x="8386618" y="4306794"/>
          <a:ext cx="2484582" cy="415807"/>
        </p:xfrm>
        <a:graphic>
          <a:graphicData uri="http://schemas.openxmlformats.org/drawingml/2006/table">
            <a:tbl>
              <a:tblPr firstRow="1" bandRow="1">
                <a:tableStyleId>{2D5ABB26-0587-4C30-8999-92F81FD0307C}</a:tableStyleId>
              </a:tblPr>
              <a:tblGrid>
                <a:gridCol w="2484582">
                  <a:extLst>
                    <a:ext uri="{9D8B030D-6E8A-4147-A177-3AD203B41FA5}">
                      <a16:colId xmlns:a16="http://schemas.microsoft.com/office/drawing/2014/main" val="3246718086"/>
                    </a:ext>
                  </a:extLst>
                </a:gridCol>
              </a:tblGrid>
              <a:tr h="415807">
                <a:tc>
                  <a:txBody>
                    <a:bodyPr/>
                    <a:lstStyle/>
                    <a:p>
                      <a:pPr algn="ctr"/>
                      <a:r>
                        <a:rPr kumimoji="1" lang="ja-JP" altLang="en-US" sz="1100" b="0">
                          <a:solidFill>
                            <a:schemeClr val="tx1"/>
                          </a:solidFill>
                          <a:latin typeface="+mn-ea"/>
                          <a:ea typeface="+mn-ea"/>
                        </a:rPr>
                        <a:t>報奨金に関する問い合わせ対応</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40" name="表 39">
            <a:extLst>
              <a:ext uri="{FF2B5EF4-FFF2-40B4-BE49-F238E27FC236}">
                <a16:creationId xmlns:a16="http://schemas.microsoft.com/office/drawing/2014/main" id="{9F77034F-3AA6-D7E5-073A-C023AA0DC68F}"/>
              </a:ext>
            </a:extLst>
          </p:cNvPr>
          <p:cNvGraphicFramePr>
            <a:graphicFrameLocks noGrp="1"/>
          </p:cNvGraphicFramePr>
          <p:nvPr/>
        </p:nvGraphicFramePr>
        <p:xfrm>
          <a:off x="8386617" y="3838598"/>
          <a:ext cx="1034473" cy="426720"/>
        </p:xfrm>
        <a:graphic>
          <a:graphicData uri="http://schemas.openxmlformats.org/drawingml/2006/table">
            <a:tbl>
              <a:tblPr firstRow="1" bandRow="1">
                <a:tableStyleId>{2D5ABB26-0587-4C30-8999-92F81FD0307C}</a:tableStyleId>
              </a:tblPr>
              <a:tblGrid>
                <a:gridCol w="1034473">
                  <a:extLst>
                    <a:ext uri="{9D8B030D-6E8A-4147-A177-3AD203B41FA5}">
                      <a16:colId xmlns:a16="http://schemas.microsoft.com/office/drawing/2014/main" val="3246718086"/>
                    </a:ext>
                  </a:extLst>
                </a:gridCol>
              </a:tblGrid>
              <a:tr h="415807">
                <a:tc>
                  <a:txBody>
                    <a:bodyPr/>
                    <a:lstStyle/>
                    <a:p>
                      <a:pPr algn="ctr"/>
                      <a:r>
                        <a:rPr kumimoji="1" lang="ja-JP" altLang="en-US" sz="1100" b="0">
                          <a:solidFill>
                            <a:schemeClr val="tx1"/>
                          </a:solidFill>
                          <a:latin typeface="+mn-ea"/>
                          <a:ea typeface="+mn-ea"/>
                        </a:rPr>
                        <a:t>報奨金実績</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確認・報告</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4" name="表 3">
            <a:extLst>
              <a:ext uri="{FF2B5EF4-FFF2-40B4-BE49-F238E27FC236}">
                <a16:creationId xmlns:a16="http://schemas.microsoft.com/office/drawing/2014/main" id="{89446A80-E41F-595F-84CB-BF9E6765FF57}"/>
              </a:ext>
            </a:extLst>
          </p:cNvPr>
          <p:cNvGraphicFramePr>
            <a:graphicFrameLocks noGrp="1"/>
          </p:cNvGraphicFramePr>
          <p:nvPr>
            <p:extLst>
              <p:ext uri="{D42A27DB-BD31-4B8C-83A1-F6EECF244321}">
                <p14:modId xmlns:p14="http://schemas.microsoft.com/office/powerpoint/2010/main" val="3816816090"/>
              </p:ext>
            </p:extLst>
          </p:nvPr>
        </p:nvGraphicFramePr>
        <p:xfrm>
          <a:off x="3901807" y="3341783"/>
          <a:ext cx="712531" cy="415807"/>
        </p:xfrm>
        <a:graphic>
          <a:graphicData uri="http://schemas.openxmlformats.org/drawingml/2006/table">
            <a:tbl>
              <a:tblPr firstRow="1" bandRow="1">
                <a:tableStyleId>{2D5ABB26-0587-4C30-8999-92F81FD0307C}</a:tableStyleId>
              </a:tblPr>
              <a:tblGrid>
                <a:gridCol w="712531">
                  <a:extLst>
                    <a:ext uri="{9D8B030D-6E8A-4147-A177-3AD203B41FA5}">
                      <a16:colId xmlns:a16="http://schemas.microsoft.com/office/drawing/2014/main" val="3246718086"/>
                    </a:ext>
                  </a:extLst>
                </a:gridCol>
              </a:tblGrid>
              <a:tr h="415807">
                <a:tc>
                  <a:txBody>
                    <a:bodyPr/>
                    <a:lstStyle/>
                    <a:p>
                      <a:pPr algn="ctr"/>
                      <a:r>
                        <a:rPr lang="ja-JP" altLang="en-US" sz="800" b="0" i="0" u="none" strike="noStrike">
                          <a:solidFill>
                            <a:srgbClr val="000000"/>
                          </a:solidFill>
                          <a:effectLst/>
                          <a:latin typeface="+mn-ea"/>
                          <a:ea typeface="+mn-ea"/>
                        </a:rPr>
                        <a:t>報奨金計算、</a:t>
                      </a:r>
                      <a:endParaRPr lang="en-US" altLang="ja-JP" sz="800" b="0" i="0" u="none" strike="noStrike">
                        <a:solidFill>
                          <a:srgbClr val="000000"/>
                        </a:solidFill>
                        <a:effectLst/>
                        <a:latin typeface="+mn-ea"/>
                        <a:ea typeface="+mn-ea"/>
                      </a:endParaRPr>
                    </a:p>
                    <a:p>
                      <a:pPr algn="ctr"/>
                      <a:r>
                        <a:rPr lang="ja-JP" altLang="en-US" sz="800" b="0" i="0" u="none" strike="noStrike">
                          <a:solidFill>
                            <a:srgbClr val="000000"/>
                          </a:solidFill>
                          <a:effectLst/>
                          <a:latin typeface="+mn-ea"/>
                          <a:ea typeface="+mn-ea"/>
                        </a:rPr>
                        <a:t>データ提供</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7" name="表 6">
            <a:extLst>
              <a:ext uri="{FF2B5EF4-FFF2-40B4-BE49-F238E27FC236}">
                <a16:creationId xmlns:a16="http://schemas.microsoft.com/office/drawing/2014/main" id="{73793BC1-4E4F-0405-B70F-E4EAD5BACC21}"/>
              </a:ext>
            </a:extLst>
          </p:cNvPr>
          <p:cNvGraphicFramePr>
            <a:graphicFrameLocks noGrp="1"/>
          </p:cNvGraphicFramePr>
          <p:nvPr>
            <p:extLst>
              <p:ext uri="{D42A27DB-BD31-4B8C-83A1-F6EECF244321}">
                <p14:modId xmlns:p14="http://schemas.microsoft.com/office/powerpoint/2010/main" val="1914541848"/>
              </p:ext>
            </p:extLst>
          </p:nvPr>
        </p:nvGraphicFramePr>
        <p:xfrm>
          <a:off x="5572698" y="3341783"/>
          <a:ext cx="712531" cy="415807"/>
        </p:xfrm>
        <a:graphic>
          <a:graphicData uri="http://schemas.openxmlformats.org/drawingml/2006/table">
            <a:tbl>
              <a:tblPr firstRow="1" bandRow="1">
                <a:tableStyleId>{2D5ABB26-0587-4C30-8999-92F81FD0307C}</a:tableStyleId>
              </a:tblPr>
              <a:tblGrid>
                <a:gridCol w="712531">
                  <a:extLst>
                    <a:ext uri="{9D8B030D-6E8A-4147-A177-3AD203B41FA5}">
                      <a16:colId xmlns:a16="http://schemas.microsoft.com/office/drawing/2014/main" val="3246718086"/>
                    </a:ext>
                  </a:extLst>
                </a:gridCol>
              </a:tblGrid>
              <a:tr h="415807">
                <a:tc>
                  <a:txBody>
                    <a:bodyPr/>
                    <a:lstStyle/>
                    <a:p>
                      <a:pPr algn="ctr"/>
                      <a:r>
                        <a:rPr lang="ja-JP" altLang="en-US" sz="800" b="0" i="0" u="none" strike="noStrike">
                          <a:solidFill>
                            <a:srgbClr val="000000"/>
                          </a:solidFill>
                          <a:effectLst/>
                          <a:latin typeface="+mn-ea"/>
                          <a:ea typeface="+mn-ea"/>
                        </a:rPr>
                        <a:t>報奨金計算、</a:t>
                      </a:r>
                      <a:endParaRPr lang="en-US" altLang="ja-JP" sz="800" b="0" i="0" u="none" strike="noStrike">
                        <a:solidFill>
                          <a:srgbClr val="000000"/>
                        </a:solidFill>
                        <a:effectLst/>
                        <a:latin typeface="+mn-ea"/>
                        <a:ea typeface="+mn-ea"/>
                      </a:endParaRPr>
                    </a:p>
                    <a:p>
                      <a:pPr algn="ctr"/>
                      <a:r>
                        <a:rPr lang="ja-JP" altLang="en-US" sz="800" b="0" i="0" u="none" strike="noStrike">
                          <a:solidFill>
                            <a:srgbClr val="000000"/>
                          </a:solidFill>
                          <a:effectLst/>
                          <a:latin typeface="+mn-ea"/>
                          <a:ea typeface="+mn-ea"/>
                        </a:rPr>
                        <a:t>データ提供</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8" name="表 7">
            <a:extLst>
              <a:ext uri="{FF2B5EF4-FFF2-40B4-BE49-F238E27FC236}">
                <a16:creationId xmlns:a16="http://schemas.microsoft.com/office/drawing/2014/main" id="{5311FDF9-5C10-8507-1F39-7FDA1E74254B}"/>
              </a:ext>
            </a:extLst>
          </p:cNvPr>
          <p:cNvGraphicFramePr>
            <a:graphicFrameLocks noGrp="1"/>
          </p:cNvGraphicFramePr>
          <p:nvPr/>
        </p:nvGraphicFramePr>
        <p:xfrm>
          <a:off x="6752431" y="3340023"/>
          <a:ext cx="1139683" cy="415807"/>
        </p:xfrm>
        <a:graphic>
          <a:graphicData uri="http://schemas.openxmlformats.org/drawingml/2006/table">
            <a:tbl>
              <a:tblPr firstRow="1" bandRow="1">
                <a:tableStyleId>{2D5ABB26-0587-4C30-8999-92F81FD0307C}</a:tableStyleId>
              </a:tblPr>
              <a:tblGrid>
                <a:gridCol w="1139683">
                  <a:extLst>
                    <a:ext uri="{9D8B030D-6E8A-4147-A177-3AD203B41FA5}">
                      <a16:colId xmlns:a16="http://schemas.microsoft.com/office/drawing/2014/main" val="3246718086"/>
                    </a:ext>
                  </a:extLst>
                </a:gridCol>
              </a:tblGrid>
              <a:tr h="415807">
                <a:tc>
                  <a:txBody>
                    <a:bodyPr/>
                    <a:lstStyle/>
                    <a:p>
                      <a:pPr algn="ctr"/>
                      <a:r>
                        <a:rPr lang="ja-JP" altLang="en-US" sz="800" b="0" i="0" u="none" strike="noStrike">
                          <a:solidFill>
                            <a:srgbClr val="000000"/>
                          </a:solidFill>
                          <a:effectLst/>
                          <a:latin typeface="+mn-ea"/>
                          <a:ea typeface="+mn-ea"/>
                        </a:rPr>
                        <a:t>報奨金計算、</a:t>
                      </a:r>
                      <a:endParaRPr lang="en-US" altLang="ja-JP" sz="800" b="0" i="0" u="none" strike="noStrike">
                        <a:solidFill>
                          <a:srgbClr val="000000"/>
                        </a:solidFill>
                        <a:effectLst/>
                        <a:latin typeface="+mn-ea"/>
                        <a:ea typeface="+mn-ea"/>
                      </a:endParaRPr>
                    </a:p>
                    <a:p>
                      <a:pPr algn="ctr"/>
                      <a:r>
                        <a:rPr lang="ja-JP" altLang="en-US" sz="800" b="0" i="0" u="none" strike="noStrike">
                          <a:solidFill>
                            <a:srgbClr val="000000"/>
                          </a:solidFill>
                          <a:effectLst/>
                          <a:latin typeface="+mn-ea"/>
                          <a:ea typeface="+mn-ea"/>
                        </a:rPr>
                        <a:t>データ提供</a:t>
                      </a:r>
                      <a:r>
                        <a:rPr lang="en-US" altLang="ja-JP" sz="800" b="0" i="0" u="none" strike="noStrike">
                          <a:solidFill>
                            <a:srgbClr val="000000"/>
                          </a:solidFill>
                          <a:effectLst/>
                          <a:latin typeface="+mn-ea"/>
                          <a:ea typeface="+mn-ea"/>
                        </a:rPr>
                        <a:t>(2</a:t>
                      </a:r>
                      <a:r>
                        <a:rPr lang="ja-JP" altLang="en-US" sz="800" b="0" i="0" u="none" strike="noStrike">
                          <a:solidFill>
                            <a:srgbClr val="000000"/>
                          </a:solidFill>
                          <a:effectLst/>
                          <a:latin typeface="+mn-ea"/>
                          <a:ea typeface="+mn-ea"/>
                        </a:rPr>
                        <a:t>回</a:t>
                      </a:r>
                      <a:r>
                        <a:rPr lang="en-US" altLang="ja-JP" sz="800" b="0" i="0" u="none" strike="noStrike">
                          <a:solidFill>
                            <a:srgbClr val="000000"/>
                          </a:solidFill>
                          <a:effectLst/>
                          <a:latin typeface="+mn-ea"/>
                          <a:ea typeface="+mn-ea"/>
                        </a:rPr>
                        <a:t>)</a:t>
                      </a:r>
                      <a:endParaRPr kumimoji="1" lang="en-US" altLang="ja-JP" sz="8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10" name="表 9">
            <a:extLst>
              <a:ext uri="{FF2B5EF4-FFF2-40B4-BE49-F238E27FC236}">
                <a16:creationId xmlns:a16="http://schemas.microsoft.com/office/drawing/2014/main" id="{EFA369D0-D602-80F3-5FEF-D75ACF64E771}"/>
              </a:ext>
            </a:extLst>
          </p:cNvPr>
          <p:cNvGraphicFramePr>
            <a:graphicFrameLocks noGrp="1"/>
          </p:cNvGraphicFramePr>
          <p:nvPr/>
        </p:nvGraphicFramePr>
        <p:xfrm>
          <a:off x="5717309" y="5280815"/>
          <a:ext cx="781047" cy="415807"/>
        </p:xfrm>
        <a:graphic>
          <a:graphicData uri="http://schemas.openxmlformats.org/drawingml/2006/table">
            <a:tbl>
              <a:tblPr firstRow="1" bandRow="1">
                <a:tableStyleId>{2D5ABB26-0587-4C30-8999-92F81FD0307C}</a:tableStyleId>
              </a:tblPr>
              <a:tblGrid>
                <a:gridCol w="781047">
                  <a:extLst>
                    <a:ext uri="{9D8B030D-6E8A-4147-A177-3AD203B41FA5}">
                      <a16:colId xmlns:a16="http://schemas.microsoft.com/office/drawing/2014/main" val="3246718086"/>
                    </a:ext>
                  </a:extLst>
                </a:gridCol>
              </a:tblGrid>
              <a:tr h="415807">
                <a:tc>
                  <a:txBody>
                    <a:bodyPr/>
                    <a:lstStyle/>
                    <a:p>
                      <a:pPr algn="ctr"/>
                      <a:r>
                        <a:rPr kumimoji="1" lang="ja-JP" altLang="en-US" sz="1100" b="0">
                          <a:solidFill>
                            <a:schemeClr val="tx1"/>
                          </a:solidFill>
                          <a:latin typeface="+mn-ea"/>
                          <a:ea typeface="+mn-ea"/>
                        </a:rPr>
                        <a:t>受入テスト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13" name="表 12">
            <a:extLst>
              <a:ext uri="{FF2B5EF4-FFF2-40B4-BE49-F238E27FC236}">
                <a16:creationId xmlns:a16="http://schemas.microsoft.com/office/drawing/2014/main" id="{18839204-72E6-B428-C823-EB73FA0EB339}"/>
              </a:ext>
            </a:extLst>
          </p:cNvPr>
          <p:cNvGraphicFramePr>
            <a:graphicFrameLocks noGrp="1"/>
          </p:cNvGraphicFramePr>
          <p:nvPr/>
        </p:nvGraphicFramePr>
        <p:xfrm>
          <a:off x="6636189" y="5280815"/>
          <a:ext cx="1664292" cy="426720"/>
        </p:xfrm>
        <a:graphic>
          <a:graphicData uri="http://schemas.openxmlformats.org/drawingml/2006/table">
            <a:tbl>
              <a:tblPr firstRow="1" bandRow="1">
                <a:tableStyleId>{2D5ABB26-0587-4C30-8999-92F81FD0307C}</a:tableStyleId>
              </a:tblPr>
              <a:tblGrid>
                <a:gridCol w="1664292">
                  <a:extLst>
                    <a:ext uri="{9D8B030D-6E8A-4147-A177-3AD203B41FA5}">
                      <a16:colId xmlns:a16="http://schemas.microsoft.com/office/drawing/2014/main" val="3246718086"/>
                    </a:ext>
                  </a:extLst>
                </a:gridCol>
              </a:tblGrid>
              <a:tr h="415807">
                <a:tc>
                  <a:txBody>
                    <a:bodyPr/>
                    <a:lstStyle/>
                    <a:p>
                      <a:pPr algn="ctr"/>
                      <a:r>
                        <a:rPr kumimoji="1" lang="ja-JP" altLang="en-US" sz="1100" b="0">
                          <a:solidFill>
                            <a:schemeClr val="tx1"/>
                          </a:solidFill>
                          <a:latin typeface="+mn-ea"/>
                          <a:ea typeface="+mn-ea"/>
                        </a:rPr>
                        <a:t>システム</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データ入力</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650454177"/>
                  </a:ext>
                </a:extLst>
              </a:tr>
            </a:tbl>
          </a:graphicData>
        </a:graphic>
      </p:graphicFrame>
    </p:spTree>
    <p:extLst>
      <p:ext uri="{BB962C8B-B14F-4D97-AF65-F5344CB8AC3E}">
        <p14:creationId xmlns:p14="http://schemas.microsoft.com/office/powerpoint/2010/main" val="4152813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４．想定納品物</a:t>
            </a:r>
            <a:endParaRPr kumimoji="1" lang="ja-JP" altLang="en-US"/>
          </a:p>
        </p:txBody>
      </p:sp>
      <p:graphicFrame>
        <p:nvGraphicFramePr>
          <p:cNvPr id="3" name="表 2">
            <a:extLst>
              <a:ext uri="{FF2B5EF4-FFF2-40B4-BE49-F238E27FC236}">
                <a16:creationId xmlns:a16="http://schemas.microsoft.com/office/drawing/2014/main" id="{0B9D9523-E934-5B5E-FEC2-15326CA027D6}"/>
              </a:ext>
            </a:extLst>
          </p:cNvPr>
          <p:cNvGraphicFramePr>
            <a:graphicFrameLocks noGrp="1"/>
          </p:cNvGraphicFramePr>
          <p:nvPr/>
        </p:nvGraphicFramePr>
        <p:xfrm>
          <a:off x="576001" y="972000"/>
          <a:ext cx="11041200" cy="3299087"/>
        </p:xfrm>
        <a:graphic>
          <a:graphicData uri="http://schemas.openxmlformats.org/drawingml/2006/table">
            <a:tbl>
              <a:tblPr firstRow="1">
                <a:tableStyleId>{5C22544A-7EE6-4342-B048-85BDC9FD1C3A}</a:tableStyleId>
              </a:tblPr>
              <a:tblGrid>
                <a:gridCol w="2355839">
                  <a:extLst>
                    <a:ext uri="{9D8B030D-6E8A-4147-A177-3AD203B41FA5}">
                      <a16:colId xmlns:a16="http://schemas.microsoft.com/office/drawing/2014/main" val="3689613710"/>
                    </a:ext>
                  </a:extLst>
                </a:gridCol>
                <a:gridCol w="8685361">
                  <a:extLst>
                    <a:ext uri="{9D8B030D-6E8A-4147-A177-3AD203B41FA5}">
                      <a16:colId xmlns:a16="http://schemas.microsoft.com/office/drawing/2014/main" val="968546622"/>
                    </a:ext>
                  </a:extLst>
                </a:gridCol>
              </a:tblGrid>
              <a:tr h="444602">
                <a:tc>
                  <a:txBody>
                    <a:bodyPr/>
                    <a:lstStyle/>
                    <a:p>
                      <a:r>
                        <a:rPr kumimoji="1" lang="ja-JP" altLang="en-US" sz="160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60291669"/>
                  </a:ext>
                </a:extLst>
              </a:tr>
              <a:tr h="577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n-ea"/>
                          <a:ea typeface="+mn-ea"/>
                        </a:rPr>
                        <a:t>基本設計（</a:t>
                      </a:r>
                      <a:r>
                        <a:rPr kumimoji="1" lang="en-US" altLang="ja-JP" sz="1600" b="0">
                          <a:solidFill>
                            <a:schemeClr val="tx1"/>
                          </a:solidFill>
                          <a:latin typeface="+mn-ea"/>
                          <a:ea typeface="+mn-ea"/>
                        </a:rPr>
                        <a:t>UI</a:t>
                      </a:r>
                      <a:r>
                        <a:rPr kumimoji="1" lang="ja-JP" altLang="en-US" sz="1600" b="0">
                          <a:solidFill>
                            <a:schemeClr val="tx1"/>
                          </a:solidFill>
                          <a:latin typeface="+mn-ea"/>
                          <a:ea typeface="+mn-ea"/>
                        </a:rPr>
                        <a:t>）</a:t>
                      </a:r>
                    </a:p>
                  </a:txBody>
                  <a:tcPr marL="144000" marR="14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UI-09 </a:t>
                      </a:r>
                      <a:r>
                        <a:rPr kumimoji="1" lang="ja-JP" altLang="en-US" sz="1600">
                          <a:latin typeface="+mn-ea"/>
                          <a:ea typeface="+mn-ea"/>
                        </a:rPr>
                        <a:t>画面仕様書、</a:t>
                      </a:r>
                      <a:r>
                        <a:rPr kumimoji="1" lang="en-US" altLang="ja-JP" sz="1600">
                          <a:latin typeface="+mn-ea"/>
                          <a:ea typeface="+mn-ea"/>
                        </a:rPr>
                        <a:t>UI-09 </a:t>
                      </a:r>
                      <a:r>
                        <a:rPr kumimoji="1" lang="ja-JP" altLang="en-US" sz="1600">
                          <a:latin typeface="+mn-ea"/>
                          <a:ea typeface="+mn-ea"/>
                        </a:rPr>
                        <a:t>バッチ仕様書、</a:t>
                      </a:r>
                      <a:r>
                        <a:rPr kumimoji="1" lang="en-US" altLang="ja-JP" sz="1600">
                          <a:latin typeface="+mn-ea"/>
                          <a:ea typeface="+mn-ea"/>
                        </a:rPr>
                        <a:t>UI-19 </a:t>
                      </a:r>
                      <a:r>
                        <a:rPr kumimoji="1" lang="ja-JP" altLang="en-US" sz="1600">
                          <a:latin typeface="+mn-ea"/>
                          <a:ea typeface="+mn-ea"/>
                        </a:rPr>
                        <a:t>テーブル一覧、</a:t>
                      </a:r>
                      <a:r>
                        <a:rPr kumimoji="1" lang="en-US" altLang="ja-JP" sz="1600">
                          <a:latin typeface="+mn-ea"/>
                          <a:ea typeface="+mn-ea"/>
                        </a:rPr>
                        <a:t>UI-20 </a:t>
                      </a:r>
                      <a:r>
                        <a:rPr kumimoji="1" lang="ja-JP" altLang="en-US" sz="1600">
                          <a:latin typeface="+mn-ea"/>
                          <a:ea typeface="+mn-ea"/>
                        </a:rPr>
                        <a:t>エンティティ定義書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13466842"/>
                  </a:ext>
                </a:extLst>
              </a:tr>
              <a:tr h="577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solidFill>
                            <a:schemeClr val="tx1"/>
                          </a:solidFill>
                          <a:latin typeface="+mn-ea"/>
                          <a:ea typeface="+mn-ea"/>
                        </a:rPr>
                        <a:t>詳細設計 </a:t>
                      </a:r>
                      <a:r>
                        <a:rPr kumimoji="1" lang="en-US" altLang="ja-JP" sz="1600">
                          <a:solidFill>
                            <a:schemeClr val="tx1"/>
                          </a:solidFill>
                          <a:latin typeface="+mn-ea"/>
                          <a:ea typeface="+mn-ea"/>
                        </a:rPr>
                        <a:t>(SS)</a:t>
                      </a:r>
                      <a:endParaRPr kumimoji="1" lang="ja-JP" altLang="en-US" sz="1600" b="0">
                        <a:solidFill>
                          <a:schemeClr val="tx1"/>
                        </a:solidFill>
                        <a:latin typeface="+mn-ea"/>
                        <a:ea typeface="+mn-ea"/>
                      </a:endParaRPr>
                    </a:p>
                  </a:txBody>
                  <a:tcPr marL="144000" marR="14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SS-01:</a:t>
                      </a:r>
                      <a:r>
                        <a:rPr kumimoji="1" lang="ja-JP" altLang="en-US" sz="1600">
                          <a:latin typeface="+mn-ea"/>
                          <a:ea typeface="+mn-ea"/>
                        </a:rPr>
                        <a:t>プログラム一覧、</a:t>
                      </a:r>
                      <a:r>
                        <a:rPr kumimoji="1" lang="en-US" altLang="ja-JP" sz="1600">
                          <a:latin typeface="+mn-ea"/>
                          <a:ea typeface="+mn-ea"/>
                        </a:rPr>
                        <a:t>SS-10:</a:t>
                      </a:r>
                      <a:r>
                        <a:rPr kumimoji="1" lang="ja-JP" altLang="en-US" sz="1600">
                          <a:latin typeface="+mn-ea"/>
                          <a:ea typeface="+mn-ea"/>
                        </a:rPr>
                        <a:t>システム内コード定義、</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SS-16:</a:t>
                      </a:r>
                      <a:r>
                        <a:rPr kumimoji="1" lang="ja-JP" altLang="en-US" sz="1600">
                          <a:latin typeface="+mn-ea"/>
                          <a:ea typeface="+mn-ea"/>
                        </a:rPr>
                        <a:t>共通プログラム機能詳細定義</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97316488"/>
                  </a:ext>
                </a:extLst>
              </a:tr>
              <a:tr h="384627">
                <a:tc>
                  <a:txBody>
                    <a:bodyPr/>
                    <a:lstStyle/>
                    <a:p>
                      <a:r>
                        <a:rPr kumimoji="1" lang="ja-JP" altLang="en-US" sz="1600">
                          <a:solidFill>
                            <a:schemeClr val="tx1"/>
                          </a:solidFill>
                          <a:latin typeface="+mn-ea"/>
                          <a:ea typeface="+mn-ea"/>
                        </a:rPr>
                        <a:t>製造 </a:t>
                      </a:r>
                      <a:r>
                        <a:rPr kumimoji="1" lang="en-US" altLang="ja-JP" sz="1600">
                          <a:solidFill>
                            <a:schemeClr val="tx1"/>
                          </a:solidFill>
                          <a:latin typeface="+mn-ea"/>
                          <a:ea typeface="+mn-ea"/>
                        </a:rPr>
                        <a:t>(PS/PG/PT)</a:t>
                      </a:r>
                      <a:endParaRPr kumimoji="1" lang="en-US" altLang="ja-JP" sz="1600" b="0">
                        <a:solidFill>
                          <a:schemeClr val="tx1"/>
                        </a:solidFill>
                        <a:latin typeface="+mn-ea"/>
                        <a:ea typeface="+mn-ea"/>
                      </a:endParaRPr>
                    </a:p>
                  </a:txBody>
                  <a:tcPr marL="144000" marR="14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1853423"/>
                  </a:ext>
                </a:extLst>
              </a:tr>
              <a:tr h="439574">
                <a:tc>
                  <a:txBody>
                    <a:bodyPr/>
                    <a:lstStyle/>
                    <a:p>
                      <a:r>
                        <a:rPr kumimoji="1" lang="ja-JP" altLang="en-US" sz="1600">
                          <a:latin typeface="+mn-ea"/>
                          <a:ea typeface="+mn-ea"/>
                        </a:rPr>
                        <a:t>結合テスト </a:t>
                      </a:r>
                      <a:r>
                        <a:rPr kumimoji="1" lang="en-US" altLang="ja-JP" sz="1600">
                          <a:latin typeface="+mn-ea"/>
                          <a:ea typeface="+mn-ea"/>
                        </a:rPr>
                        <a:t>(IT)</a:t>
                      </a:r>
                      <a:endParaRPr kumimoji="1" lang="ja-JP" altLang="en-US" sz="1600" b="0">
                        <a:latin typeface="+mn-ea"/>
                        <a:ea typeface="+mn-ea"/>
                      </a:endParaRPr>
                    </a:p>
                  </a:txBody>
                  <a:tcPr marL="144000" marR="14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mn-ea"/>
                          <a:ea typeface="+mn-ea"/>
                        </a:rPr>
                        <a:t>PT-01:</a:t>
                      </a:r>
                      <a:r>
                        <a:rPr kumimoji="1" lang="ja-JP" altLang="en-US" sz="1600">
                          <a:latin typeface="+mn-ea"/>
                          <a:ea typeface="+mn-ea"/>
                        </a:rPr>
                        <a:t>結合テスト仕様書兼成績書</a:t>
                      </a:r>
                      <a:endParaRPr kumimoji="1" lang="en-US" altLang="ja-JP" sz="160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95188485"/>
                  </a:ext>
                </a:extLst>
              </a:tr>
              <a:tr h="430416">
                <a:tc>
                  <a:txBody>
                    <a:bodyPr/>
                    <a:lstStyle/>
                    <a:p>
                      <a:r>
                        <a:rPr kumimoji="1" lang="ja-JP" altLang="en-US" sz="1600">
                          <a:latin typeface="+mn-ea"/>
                          <a:ea typeface="+mn-ea"/>
                        </a:rPr>
                        <a:t>システムテスト </a:t>
                      </a:r>
                      <a:r>
                        <a:rPr kumimoji="1" lang="en-US" altLang="ja-JP" sz="1600">
                          <a:latin typeface="+mn-ea"/>
                          <a:ea typeface="+mn-ea"/>
                        </a:rPr>
                        <a:t>(ST)</a:t>
                      </a:r>
                      <a:endParaRPr kumimoji="1" lang="ja-JP" altLang="en-US" sz="1600" b="0">
                        <a:latin typeface="+mn-ea"/>
                        <a:ea typeface="+mn-ea"/>
                      </a:endParaRPr>
                    </a:p>
                  </a:txBody>
                  <a:tcPr marL="144000" marR="14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mn-ea"/>
                          <a:ea typeface="+mn-ea"/>
                        </a:rPr>
                        <a:t>IT-01:</a:t>
                      </a:r>
                      <a:r>
                        <a:rPr kumimoji="1" lang="ja-JP" altLang="en-US" sz="1600">
                          <a:latin typeface="+mn-ea"/>
                          <a:ea typeface="+mn-ea"/>
                        </a:rPr>
                        <a:t>システムテスト仕様書兼成績書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52016559"/>
                  </a:ext>
                </a:extLst>
              </a:tr>
              <a:tr h="4456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システム移行</a:t>
                      </a:r>
                      <a:endParaRPr kumimoji="1" lang="ja-JP" altLang="en-US" sz="1600" b="0">
                        <a:latin typeface="+mn-ea"/>
                        <a:ea typeface="+mn-ea"/>
                      </a:endParaRPr>
                    </a:p>
                  </a:txBody>
                  <a:tcPr marL="144000" marR="14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本番リリース手順書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96366750"/>
                  </a:ext>
                </a:extLst>
              </a:tr>
            </a:tbl>
          </a:graphicData>
        </a:graphic>
      </p:graphicFrame>
      <p:sp>
        <p:nvSpPr>
          <p:cNvPr id="4" name="日付プレースホルダー 3">
            <a:extLst>
              <a:ext uri="{FF2B5EF4-FFF2-40B4-BE49-F238E27FC236}">
                <a16:creationId xmlns:a16="http://schemas.microsoft.com/office/drawing/2014/main" id="{A67DFF5F-288F-CC1D-C316-3D5F03890008}"/>
              </a:ext>
            </a:extLst>
          </p:cNvPr>
          <p:cNvSpPr>
            <a:spLocks noGrp="1"/>
          </p:cNvSpPr>
          <p:nvPr>
            <p:ph type="dt" sz="half" idx="10"/>
          </p:nvPr>
        </p:nvSpPr>
        <p:spPr/>
        <p:txBody>
          <a:bodyPr/>
          <a:lstStyle/>
          <a:p>
            <a:r>
              <a:rPr lang="en-US" altLang="ja-JP"/>
              <a:t>2025/10/09</a:t>
            </a:r>
            <a:endParaRPr lang="en-US"/>
          </a:p>
        </p:txBody>
      </p:sp>
      <p:sp>
        <p:nvSpPr>
          <p:cNvPr id="5" name="コンテンツ プレースホルダー 2">
            <a:extLst>
              <a:ext uri="{FF2B5EF4-FFF2-40B4-BE49-F238E27FC236}">
                <a16:creationId xmlns:a16="http://schemas.microsoft.com/office/drawing/2014/main" id="{901E6D7C-CE28-FA0B-B5B1-D1A41A7E559C}"/>
              </a:ext>
            </a:extLst>
          </p:cNvPr>
          <p:cNvSpPr txBox="1">
            <a:spLocks/>
          </p:cNvSpPr>
          <p:nvPr/>
        </p:nvSpPr>
        <p:spPr>
          <a:xfrm>
            <a:off x="575999" y="4497722"/>
            <a:ext cx="7004671" cy="315761"/>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a:t>
            </a:r>
            <a:r>
              <a:rPr lang="ja-JP" altLang="en-US"/>
              <a:t>新規作成・更新が発生したものを対象とします</a:t>
            </a:r>
          </a:p>
        </p:txBody>
      </p:sp>
    </p:spTree>
    <p:extLst>
      <p:ext uri="{BB962C8B-B14F-4D97-AF65-F5344CB8AC3E}">
        <p14:creationId xmlns:p14="http://schemas.microsoft.com/office/powerpoint/2010/main" val="83574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BC573-A400-734F-BD66-2ABF8A9B76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8602FA-92F1-8EFD-D7AE-A08178119401}"/>
              </a:ext>
            </a:extLst>
          </p:cNvPr>
          <p:cNvSpPr>
            <a:spLocks noGrp="1"/>
          </p:cNvSpPr>
          <p:nvPr>
            <p:ph type="title"/>
          </p:nvPr>
        </p:nvSpPr>
        <p:spPr/>
        <p:txBody>
          <a:bodyPr/>
          <a:lstStyle/>
          <a:p>
            <a:r>
              <a:rPr lang="ja-JP" altLang="en-US"/>
              <a:t>５．会議体</a:t>
            </a:r>
            <a:endParaRPr kumimoji="1" lang="ja-JP" altLang="en-US"/>
          </a:p>
        </p:txBody>
      </p:sp>
      <p:graphicFrame>
        <p:nvGraphicFramePr>
          <p:cNvPr id="3" name="表 2">
            <a:extLst>
              <a:ext uri="{FF2B5EF4-FFF2-40B4-BE49-F238E27FC236}">
                <a16:creationId xmlns:a16="http://schemas.microsoft.com/office/drawing/2014/main" id="{E896198E-DB4F-0201-A20A-DCB4D3641E56}"/>
              </a:ext>
            </a:extLst>
          </p:cNvPr>
          <p:cNvGraphicFramePr>
            <a:graphicFrameLocks noGrp="1"/>
          </p:cNvGraphicFramePr>
          <p:nvPr>
            <p:extLst>
              <p:ext uri="{D42A27DB-BD31-4B8C-83A1-F6EECF244321}">
                <p14:modId xmlns:p14="http://schemas.microsoft.com/office/powerpoint/2010/main" val="3342302985"/>
              </p:ext>
            </p:extLst>
          </p:nvPr>
        </p:nvGraphicFramePr>
        <p:xfrm>
          <a:off x="576001" y="972000"/>
          <a:ext cx="11041203" cy="2683322"/>
        </p:xfrm>
        <a:graphic>
          <a:graphicData uri="http://schemas.openxmlformats.org/drawingml/2006/table">
            <a:tbl>
              <a:tblPr firstRow="1">
                <a:tableStyleId>{5C22544A-7EE6-4342-B048-85BDC9FD1C3A}</a:tableStyleId>
              </a:tblPr>
              <a:tblGrid>
                <a:gridCol w="2355839">
                  <a:extLst>
                    <a:ext uri="{9D8B030D-6E8A-4147-A177-3AD203B41FA5}">
                      <a16:colId xmlns:a16="http://schemas.microsoft.com/office/drawing/2014/main" val="3689613710"/>
                    </a:ext>
                  </a:extLst>
                </a:gridCol>
                <a:gridCol w="1529324">
                  <a:extLst>
                    <a:ext uri="{9D8B030D-6E8A-4147-A177-3AD203B41FA5}">
                      <a16:colId xmlns:a16="http://schemas.microsoft.com/office/drawing/2014/main" val="968546622"/>
                    </a:ext>
                  </a:extLst>
                </a:gridCol>
                <a:gridCol w="2013527">
                  <a:extLst>
                    <a:ext uri="{9D8B030D-6E8A-4147-A177-3AD203B41FA5}">
                      <a16:colId xmlns:a16="http://schemas.microsoft.com/office/drawing/2014/main" val="1654474875"/>
                    </a:ext>
                  </a:extLst>
                </a:gridCol>
                <a:gridCol w="5142513">
                  <a:extLst>
                    <a:ext uri="{9D8B030D-6E8A-4147-A177-3AD203B41FA5}">
                      <a16:colId xmlns:a16="http://schemas.microsoft.com/office/drawing/2014/main" val="897988880"/>
                    </a:ext>
                  </a:extLst>
                </a:gridCol>
              </a:tblGrid>
              <a:tr h="444602">
                <a:tc>
                  <a:txBody>
                    <a:bodyPr/>
                    <a:lstStyle/>
                    <a:p>
                      <a:r>
                        <a:rPr kumimoji="1" lang="ja-JP" altLang="en-US" sz="1600">
                          <a:latin typeface="+mn-ea"/>
                          <a:ea typeface="+mn-ea"/>
                        </a:rPr>
                        <a:t>会議名</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タイミング</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参加者</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内容</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60291669"/>
                  </a:ext>
                </a:extLst>
              </a:tr>
              <a:tr h="577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n-ea"/>
                          <a:ea typeface="+mn-ea"/>
                        </a:rPr>
                        <a:t>キックオフ</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2025/12</a:t>
                      </a:r>
                      <a:r>
                        <a:rPr kumimoji="1" lang="ja-JP" altLang="en-US" sz="1600">
                          <a:latin typeface="+mn-ea"/>
                          <a:ea typeface="+mn-ea"/>
                        </a:rPr>
                        <a:t>上旬</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EXE</a:t>
                      </a:r>
                      <a:r>
                        <a:rPr kumimoji="1" lang="ja-JP" altLang="en-US" sz="1600">
                          <a:latin typeface="+mn-ea"/>
                          <a:ea typeface="+mn-ea"/>
                        </a:rPr>
                        <a:t>、出光興産様、</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アポロリンク様</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プロジェクト内容、スケジュールの認識合わせを</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実施いたします。</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13466842"/>
                  </a:ext>
                </a:extLst>
              </a:tr>
              <a:tr h="577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solidFill>
                            <a:schemeClr val="tx1"/>
                          </a:solidFill>
                          <a:latin typeface="+mn-ea"/>
                          <a:ea typeface="+mn-ea"/>
                        </a:rPr>
                        <a:t>進捗報告会</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隔週又は週次</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EXE</a:t>
                      </a:r>
                      <a:r>
                        <a:rPr kumimoji="1" lang="ja-JP" altLang="en-US" sz="1600">
                          <a:latin typeface="+mn-ea"/>
                          <a:ea typeface="+mn-ea"/>
                        </a:rPr>
                        <a:t>、出光興産様、</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アポロリンク様</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プロジェクトの進捗情報のご報告、</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及び課題の共有を実施いたします。</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a:latin typeface="+mn-ea"/>
                          <a:ea typeface="+mn-ea"/>
                        </a:rPr>
                        <a:t>進捗報告会の頻度は以下を想定しております。</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2025/12 </a:t>
                      </a:r>
                      <a:r>
                        <a:rPr kumimoji="1" lang="ja-JP" altLang="en-US" sz="1600">
                          <a:latin typeface="+mn-ea"/>
                          <a:ea typeface="+mn-ea"/>
                        </a:rPr>
                        <a:t>～ </a:t>
                      </a:r>
                      <a:r>
                        <a:rPr kumimoji="1" lang="en-US" altLang="ja-JP" sz="1600">
                          <a:latin typeface="+mn-ea"/>
                          <a:ea typeface="+mn-ea"/>
                        </a:rPr>
                        <a:t>2026/01</a:t>
                      </a:r>
                      <a:r>
                        <a:rPr kumimoji="1" lang="ja-JP" altLang="en-US" sz="1600">
                          <a:latin typeface="+mn-ea"/>
                          <a:ea typeface="+mn-ea"/>
                        </a:rPr>
                        <a:t>：隔週開催</a:t>
                      </a:r>
                      <a:endParaRPr kumimoji="1" lang="en-US" altLang="ja-JP" sz="1600">
                        <a:latin typeface="+mn-ea"/>
                        <a:ea typeface="+mn-ea"/>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2026/02</a:t>
                      </a:r>
                      <a:r>
                        <a:rPr kumimoji="1" lang="ja-JP" altLang="en-US" sz="1600">
                          <a:latin typeface="+mn-ea"/>
                          <a:ea typeface="+mn-ea"/>
                        </a:rPr>
                        <a:t> ～ ：週次開催</a:t>
                      </a:r>
                      <a:endParaRPr kumimoji="1" lang="en-US" altLang="ja-JP" sz="1600">
                        <a:latin typeface="+mn-ea"/>
                        <a:ea typeface="+mn-ea"/>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97316488"/>
                  </a:ext>
                </a:extLst>
              </a:tr>
            </a:tbl>
          </a:graphicData>
        </a:graphic>
      </p:graphicFrame>
      <p:sp>
        <p:nvSpPr>
          <p:cNvPr id="4" name="日付プレースホルダー 3">
            <a:extLst>
              <a:ext uri="{FF2B5EF4-FFF2-40B4-BE49-F238E27FC236}">
                <a16:creationId xmlns:a16="http://schemas.microsoft.com/office/drawing/2014/main" id="{4461B402-B541-0E6F-1214-ADF65225BB83}"/>
              </a:ext>
            </a:extLst>
          </p:cNvPr>
          <p:cNvSpPr>
            <a:spLocks noGrp="1"/>
          </p:cNvSpPr>
          <p:nvPr>
            <p:ph type="dt" sz="half" idx="10"/>
          </p:nvPr>
        </p:nvSpPr>
        <p:spPr/>
        <p:txBody>
          <a:bodyPr/>
          <a:lstStyle/>
          <a:p>
            <a:r>
              <a:rPr lang="en-US" altLang="ja-JP"/>
              <a:t>2025/10/09</a:t>
            </a:r>
            <a:endParaRPr lang="en-US"/>
          </a:p>
        </p:txBody>
      </p:sp>
    </p:spTree>
    <p:extLst>
      <p:ext uri="{BB962C8B-B14F-4D97-AF65-F5344CB8AC3E}">
        <p14:creationId xmlns:p14="http://schemas.microsoft.com/office/powerpoint/2010/main" val="1678314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223512"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3" name="日付プレースホルダー 2"/>
          <p:cNvSpPr>
            <a:spLocks noGrp="1"/>
          </p:cNvSpPr>
          <p:nvPr>
            <p:ph type="dt" sz="half" idx="10"/>
          </p:nvPr>
        </p:nvSpPr>
        <p:spPr/>
        <p:txBody>
          <a:bodyPr/>
          <a:lstStyle/>
          <a:p>
            <a:r>
              <a:rPr lang="en-US" altLang="ja-JP"/>
              <a:t>2025/10/09</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7249519" y="1167611"/>
            <a:ext cx="432858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7247718" y="819413"/>
            <a:ext cx="4366768" cy="360000"/>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223512" cy="360000"/>
          </a:xfrm>
          <a:prstGeom prst="rect">
            <a:avLst/>
          </a:prstGeom>
          <a:ln/>
        </p:spPr>
        <p:style>
          <a:lnRef idx="3">
            <a:schemeClr val="lt1"/>
          </a:lnRef>
          <a:fillRef idx="1">
            <a:schemeClr val="accent4"/>
          </a:fillRef>
          <a:effectRef idx="1">
            <a:schemeClr val="accent4"/>
          </a:effectRef>
          <a:fontRef idx="minor">
            <a:schemeClr val="lt1"/>
          </a:fontRef>
        </p:style>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アポロリンク様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7249519" y="6048000"/>
            <a:ext cx="4328582" cy="72000"/>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211881" cy="83060"/>
          </a:xfrm>
          <a:prstGeom prst="rect">
            <a:avLst/>
          </a:prstGeom>
          <a:ln/>
        </p:spPr>
        <p:style>
          <a:lnRef idx="3">
            <a:schemeClr val="lt1"/>
          </a:lnRef>
          <a:fillRef idx="1">
            <a:schemeClr val="accent4"/>
          </a:fillRef>
          <a:effectRef idx="1">
            <a:schemeClr val="accent4"/>
          </a:effectRef>
          <a:fontRef idx="minor">
            <a:schemeClr val="lt1"/>
          </a:fontRef>
        </p:style>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744185" y="1404012"/>
            <a:ext cx="2000288" cy="516344"/>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mn-ea"/>
                </a:rPr>
                <a:t>プロジェクト責任者</a:t>
              </a:r>
              <a:endParaRPr kumimoji="1" lang="ja-JP" altLang="en-US" sz="12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prstClr val="black"/>
                  </a:solidFill>
                  <a:effectLst/>
                  <a:uLnTx/>
                  <a:uFillTx/>
                  <a:latin typeface="+mn-ea"/>
                </a:rPr>
                <a:t>菊池北斗</a:t>
              </a:r>
            </a:p>
          </p:txBody>
        </p:sp>
      </p:grpSp>
      <p:cxnSp>
        <p:nvCxnSpPr>
          <p:cNvPr id="33" name="直線コネクタ 32">
            <a:extLst>
              <a:ext uri="{FF2B5EF4-FFF2-40B4-BE49-F238E27FC236}">
                <a16:creationId xmlns:a16="http://schemas.microsoft.com/office/drawing/2014/main" id="{3E36A9D1-620F-F185-F028-0AFC6E5D9989}"/>
              </a:ext>
            </a:extLst>
          </p:cNvPr>
          <p:cNvCxnSpPr>
            <a:cxnSpLocks/>
            <a:stCxn id="32" idx="2"/>
            <a:endCxn id="35" idx="3"/>
          </p:cNvCxnSpPr>
          <p:nvPr/>
        </p:nvCxnSpPr>
        <p:spPr>
          <a:xfrm flipH="1">
            <a:off x="8732811" y="1920356"/>
            <a:ext cx="11518" cy="2764031"/>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732667" y="4684382"/>
            <a:ext cx="2000288" cy="630038"/>
            <a:chOff x="6852000" y="5532583"/>
            <a:chExt cx="2736000" cy="436692"/>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241337"/>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zh-TW" altLang="en-US" sz="1200">
                  <a:solidFill>
                    <a:srgbClr val="333333"/>
                  </a:solidFill>
                  <a:latin typeface="游ゴシック"/>
                  <a:ea typeface="游ゴシック"/>
                </a:rPr>
                <a:t>潘健華</a:t>
              </a:r>
            </a:p>
          </p:txBody>
        </p:sp>
      </p:grpSp>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7744185" y="3187568"/>
            <a:ext cx="2000288" cy="206538"/>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mn-ea"/>
              </a:rPr>
              <a:t>プロジェクトマネージャー</a:t>
            </a:r>
            <a:endParaRPr kumimoji="1" lang="ja-JP" altLang="en-US" sz="12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7744185" y="3388034"/>
            <a:ext cx="2000288" cy="309806"/>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200">
                <a:solidFill>
                  <a:srgbClr val="333333"/>
                </a:solidFill>
                <a:latin typeface="游ゴシック"/>
                <a:ea typeface="游ゴシック"/>
              </a:rPr>
              <a:t>孫明貴</a:t>
            </a:r>
          </a:p>
        </p:txBody>
      </p:sp>
      <p:sp>
        <p:nvSpPr>
          <p:cNvPr id="6" name="片側の 2 つの角を丸めた四角形 8">
            <a:extLst>
              <a:ext uri="{FF2B5EF4-FFF2-40B4-BE49-F238E27FC236}">
                <a16:creationId xmlns:a16="http://schemas.microsoft.com/office/drawing/2014/main" id="{4B190B46-2381-6A06-EFFA-63A0B43BCCAD}"/>
              </a:ext>
            </a:extLst>
          </p:cNvPr>
          <p:cNvSpPr/>
          <p:nvPr/>
        </p:nvSpPr>
        <p:spPr>
          <a:xfrm>
            <a:off x="9397494" y="2278332"/>
            <a:ext cx="2000288" cy="206538"/>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mn-ea"/>
              </a:rPr>
              <a:t>営業</a:t>
            </a:r>
            <a:endParaRPr kumimoji="1" lang="ja-JP" altLang="en-US" sz="12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10A60881-8AC4-6F2D-CFAB-36FE51E558E8}"/>
              </a:ext>
            </a:extLst>
          </p:cNvPr>
          <p:cNvSpPr/>
          <p:nvPr/>
        </p:nvSpPr>
        <p:spPr>
          <a:xfrm>
            <a:off x="9397494" y="2478798"/>
            <a:ext cx="2000288" cy="309806"/>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200">
                <a:solidFill>
                  <a:srgbClr val="333333"/>
                </a:solidFill>
                <a:latin typeface="游ゴシック"/>
                <a:ea typeface="游ゴシック"/>
              </a:rPr>
              <a:t>髙浦祐朗</a:t>
            </a:r>
          </a:p>
        </p:txBody>
      </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9" name="正方形/長方形 8">
            <a:extLst>
              <a:ext uri="{FF2B5EF4-FFF2-40B4-BE49-F238E27FC236}">
                <a16:creationId xmlns:a16="http://schemas.microsoft.com/office/drawing/2014/main" id="{E7CC0469-D1D2-9CD2-F215-476A581449D2}"/>
              </a:ext>
            </a:extLst>
          </p:cNvPr>
          <p:cNvSpPr/>
          <p:nvPr/>
        </p:nvSpPr>
        <p:spPr>
          <a:xfrm>
            <a:off x="3965594" y="1167611"/>
            <a:ext cx="3223512"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2" name="正方形/長方形 11">
            <a:extLst>
              <a:ext uri="{FF2B5EF4-FFF2-40B4-BE49-F238E27FC236}">
                <a16:creationId xmlns:a16="http://schemas.microsoft.com/office/drawing/2014/main" id="{AD03963A-6D19-BA0E-BA65-F85271CB8877}"/>
              </a:ext>
            </a:extLst>
          </p:cNvPr>
          <p:cNvSpPr/>
          <p:nvPr/>
        </p:nvSpPr>
        <p:spPr>
          <a:xfrm>
            <a:off x="3965594" y="819413"/>
            <a:ext cx="3223512" cy="360000"/>
          </a:xfrm>
          <a:prstGeom prst="rect">
            <a:avLst/>
          </a:prstGeom>
          <a:ln/>
        </p:spPr>
        <p:style>
          <a:lnRef idx="3">
            <a:schemeClr val="lt1"/>
          </a:lnRef>
          <a:fillRef idx="1">
            <a:schemeClr val="accent6"/>
          </a:fillRef>
          <a:effectRef idx="1">
            <a:schemeClr val="accent6"/>
          </a:effectRef>
          <a:fontRef idx="minor">
            <a:schemeClr val="lt1"/>
          </a:fontRef>
        </p:style>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　業務変革二課様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3" name="正方形/長方形 12">
            <a:extLst>
              <a:ext uri="{FF2B5EF4-FFF2-40B4-BE49-F238E27FC236}">
                <a16:creationId xmlns:a16="http://schemas.microsoft.com/office/drawing/2014/main" id="{CC28A7F4-227A-426A-4DFA-52389795B568}"/>
              </a:ext>
            </a:extLst>
          </p:cNvPr>
          <p:cNvSpPr/>
          <p:nvPr/>
        </p:nvSpPr>
        <p:spPr>
          <a:xfrm>
            <a:off x="3978125" y="6048000"/>
            <a:ext cx="3211881" cy="83060"/>
          </a:xfrm>
          <a:prstGeom prst="rect">
            <a:avLst/>
          </a:prstGeom>
          <a:ln/>
        </p:spPr>
        <p:style>
          <a:lnRef idx="3">
            <a:schemeClr val="lt1"/>
          </a:lnRef>
          <a:fillRef idx="1">
            <a:schemeClr val="accent6"/>
          </a:fillRef>
          <a:effectRef idx="1">
            <a:schemeClr val="accent6"/>
          </a:effectRef>
          <a:fontRef idx="minor">
            <a:schemeClr val="lt1"/>
          </a:fontRef>
        </p:style>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14" name="グループ化 13">
            <a:extLst>
              <a:ext uri="{FF2B5EF4-FFF2-40B4-BE49-F238E27FC236}">
                <a16:creationId xmlns:a16="http://schemas.microsoft.com/office/drawing/2014/main" id="{678F4DA7-A059-5C88-A297-B90A96E79A70}"/>
              </a:ext>
            </a:extLst>
          </p:cNvPr>
          <p:cNvGrpSpPr/>
          <p:nvPr/>
        </p:nvGrpSpPr>
        <p:grpSpPr>
          <a:xfrm>
            <a:off x="4560147" y="1404012"/>
            <a:ext cx="2000288" cy="516344"/>
            <a:chOff x="6852000" y="1800000"/>
            <a:chExt cx="2736000" cy="720000"/>
          </a:xfrm>
        </p:grpSpPr>
        <p:sp>
          <p:nvSpPr>
            <p:cNvPr id="20" name="片側の 2 つの角を丸めた四角形 8">
              <a:extLst>
                <a:ext uri="{FF2B5EF4-FFF2-40B4-BE49-F238E27FC236}">
                  <a16:creationId xmlns:a16="http://schemas.microsoft.com/office/drawing/2014/main" id="{2B3FCD0E-4591-AD4A-CA62-FD2BE401DF94}"/>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mn-ea"/>
                </a:rPr>
                <a:t>プロジェクト責任者</a:t>
              </a:r>
              <a:endParaRPr kumimoji="1" lang="ja-JP" altLang="en-US" sz="1200" b="1" i="0" u="none" strike="noStrike" kern="0" cap="none" spc="0" normalizeH="0" baseline="0" noProof="0">
                <a:ln>
                  <a:noFill/>
                </a:ln>
                <a:solidFill>
                  <a:prstClr val="white"/>
                </a:solidFill>
                <a:effectLst/>
                <a:uLnTx/>
                <a:uFillTx/>
                <a:latin typeface="+mn-ea"/>
              </a:endParaRPr>
            </a:p>
          </p:txBody>
        </p:sp>
        <p:sp>
          <p:nvSpPr>
            <p:cNvPr id="25" name="正方形/長方形 24">
              <a:extLst>
                <a:ext uri="{FF2B5EF4-FFF2-40B4-BE49-F238E27FC236}">
                  <a16:creationId xmlns:a16="http://schemas.microsoft.com/office/drawing/2014/main" id="{C21D9542-D939-9FAA-9506-430055FDF7FB}"/>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prstClr val="black"/>
                  </a:solidFill>
                  <a:effectLst/>
                  <a:uLnTx/>
                  <a:uFillTx/>
                  <a:latin typeface="+mn-ea"/>
                </a:rPr>
                <a:t>加藤治彦様</a:t>
              </a:r>
            </a:p>
          </p:txBody>
        </p:sp>
      </p:grpSp>
      <p:cxnSp>
        <p:nvCxnSpPr>
          <p:cNvPr id="38" name="直線コネクタ 37">
            <a:extLst>
              <a:ext uri="{FF2B5EF4-FFF2-40B4-BE49-F238E27FC236}">
                <a16:creationId xmlns:a16="http://schemas.microsoft.com/office/drawing/2014/main" id="{6098ECAE-4420-B119-F9F5-8E3DE9FBB1AF}"/>
              </a:ext>
            </a:extLst>
          </p:cNvPr>
          <p:cNvCxnSpPr>
            <a:cxnSpLocks/>
            <a:stCxn id="25" idx="2"/>
            <a:endCxn id="40" idx="3"/>
          </p:cNvCxnSpPr>
          <p:nvPr/>
        </p:nvCxnSpPr>
        <p:spPr>
          <a:xfrm flipH="1">
            <a:off x="5548773" y="1920356"/>
            <a:ext cx="11518" cy="2764031"/>
          </a:xfrm>
          <a:prstGeom prst="line">
            <a:avLst/>
          </a:prstGeom>
          <a:noFill/>
          <a:ln w="28575" cap="flat" cmpd="sng" algn="ctr">
            <a:solidFill>
              <a:sysClr val="window" lastClr="FFFFFF">
                <a:lumMod val="75000"/>
              </a:sysClr>
            </a:solidFill>
            <a:prstDash val="solid"/>
            <a:miter lim="800000"/>
          </a:ln>
          <a:effectLst/>
        </p:spPr>
      </p:cxnSp>
      <p:grpSp>
        <p:nvGrpSpPr>
          <p:cNvPr id="39" name="グループ化 38">
            <a:extLst>
              <a:ext uri="{FF2B5EF4-FFF2-40B4-BE49-F238E27FC236}">
                <a16:creationId xmlns:a16="http://schemas.microsoft.com/office/drawing/2014/main" id="{7692C458-881B-4DE4-912A-B9E4E36C4A41}"/>
              </a:ext>
            </a:extLst>
          </p:cNvPr>
          <p:cNvGrpSpPr/>
          <p:nvPr/>
        </p:nvGrpSpPr>
        <p:grpSpPr>
          <a:xfrm>
            <a:off x="4548629" y="4684387"/>
            <a:ext cx="2000288" cy="802013"/>
            <a:chOff x="6852000" y="5532583"/>
            <a:chExt cx="2736000" cy="555891"/>
          </a:xfrm>
        </p:grpSpPr>
        <p:sp>
          <p:nvSpPr>
            <p:cNvPr id="40" name="片側の 2 つの角を丸めた四角形 21">
              <a:extLst>
                <a:ext uri="{FF2B5EF4-FFF2-40B4-BE49-F238E27FC236}">
                  <a16:creationId xmlns:a16="http://schemas.microsoft.com/office/drawing/2014/main" id="{CE5890B1-2227-6EFE-E69E-5B9F7BEF0DF1}"/>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1" i="0" u="none" strike="noStrike" kern="0" cap="none" spc="0" normalizeH="0" baseline="0" noProof="0">
                  <a:ln>
                    <a:noFill/>
                  </a:ln>
                  <a:solidFill>
                    <a:prstClr val="white"/>
                  </a:solidFill>
                  <a:effectLst/>
                  <a:uLnTx/>
                  <a:uFillTx/>
                  <a:latin typeface="+mn-ea"/>
                </a:rPr>
                <a:t>プロジェクトメンバー</a:t>
              </a:r>
            </a:p>
          </p:txBody>
        </p:sp>
        <p:sp>
          <p:nvSpPr>
            <p:cNvPr id="41" name="正方形/長方形 40">
              <a:extLst>
                <a:ext uri="{FF2B5EF4-FFF2-40B4-BE49-F238E27FC236}">
                  <a16:creationId xmlns:a16="http://schemas.microsoft.com/office/drawing/2014/main" id="{AB41EB36-FBC5-3A7D-5DF5-ADCF3BF5CAEB}"/>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zh-TW" altLang="en-US" sz="1200">
                  <a:solidFill>
                    <a:srgbClr val="333333"/>
                  </a:solidFill>
                  <a:latin typeface="游ゴシック"/>
                  <a:ea typeface="游ゴシック"/>
                </a:rPr>
                <a:t>中上陽一</a:t>
              </a:r>
              <a:r>
                <a:rPr lang="ja-JP" altLang="en-US" sz="1200">
                  <a:solidFill>
                    <a:srgbClr val="333333"/>
                  </a:solidFill>
                  <a:latin typeface="游ゴシック"/>
                  <a:ea typeface="游ゴシック"/>
                </a:rPr>
                <a:t>様</a:t>
              </a:r>
              <a:endParaRPr lang="zh-TW" altLang="en-US" sz="1200">
                <a:solidFill>
                  <a:srgbClr val="333333"/>
                </a:solidFill>
                <a:latin typeface="游ゴシック"/>
                <a:ea typeface="游ゴシック"/>
              </a:endParaRPr>
            </a:p>
            <a:p>
              <a:pPr lvl="0" algn="ctr" defTabSz="914400">
                <a:defRPr/>
              </a:pPr>
              <a:r>
                <a:rPr lang="zh-TW" altLang="en-US" sz="1200">
                  <a:solidFill>
                    <a:srgbClr val="333333"/>
                  </a:solidFill>
                  <a:latin typeface="游ゴシック"/>
                  <a:ea typeface="游ゴシック"/>
                </a:rPr>
                <a:t>福田 真実子</a:t>
              </a:r>
              <a:r>
                <a:rPr lang="ja-JP" altLang="en-US" sz="1200">
                  <a:solidFill>
                    <a:srgbClr val="333333"/>
                  </a:solidFill>
                  <a:latin typeface="游ゴシック"/>
                  <a:ea typeface="游ゴシック"/>
                </a:rPr>
                <a:t>様</a:t>
              </a:r>
              <a:endParaRPr lang="zh-TW" altLang="en-US" sz="1200">
                <a:solidFill>
                  <a:srgbClr val="333333"/>
                </a:solidFill>
                <a:latin typeface="游ゴシック"/>
                <a:ea typeface="游ゴシック"/>
              </a:endParaRPr>
            </a:p>
          </p:txBody>
        </p:sp>
      </p:grpSp>
      <p:sp>
        <p:nvSpPr>
          <p:cNvPr id="43" name="片側の 2 つの角を丸めた四角形 8">
            <a:extLst>
              <a:ext uri="{FF2B5EF4-FFF2-40B4-BE49-F238E27FC236}">
                <a16:creationId xmlns:a16="http://schemas.microsoft.com/office/drawing/2014/main" id="{6D5B7A31-434A-12D9-256B-6B9A82308FF5}"/>
              </a:ext>
            </a:extLst>
          </p:cNvPr>
          <p:cNvSpPr/>
          <p:nvPr/>
        </p:nvSpPr>
        <p:spPr>
          <a:xfrm>
            <a:off x="4560147" y="3187568"/>
            <a:ext cx="2000288" cy="206538"/>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mn-ea"/>
              </a:rPr>
              <a:t>プロジェクトマネージャー</a:t>
            </a:r>
            <a:endParaRPr kumimoji="1" lang="ja-JP" altLang="en-US" sz="1200" b="1" i="0" u="none" strike="noStrike" kern="0" cap="none" spc="0" normalizeH="0" baseline="0" noProof="0">
              <a:ln>
                <a:noFill/>
              </a:ln>
              <a:solidFill>
                <a:prstClr val="white"/>
              </a:solidFill>
              <a:effectLst/>
              <a:uLnTx/>
              <a:uFillTx/>
              <a:latin typeface="+mn-ea"/>
            </a:endParaRPr>
          </a:p>
        </p:txBody>
      </p:sp>
      <p:sp>
        <p:nvSpPr>
          <p:cNvPr id="47" name="正方形/長方形 46">
            <a:extLst>
              <a:ext uri="{FF2B5EF4-FFF2-40B4-BE49-F238E27FC236}">
                <a16:creationId xmlns:a16="http://schemas.microsoft.com/office/drawing/2014/main" id="{A4CB6670-D1A8-C6F6-973C-0867B17CD486}"/>
              </a:ext>
            </a:extLst>
          </p:cNvPr>
          <p:cNvSpPr/>
          <p:nvPr/>
        </p:nvSpPr>
        <p:spPr>
          <a:xfrm>
            <a:off x="4560147" y="3388034"/>
            <a:ext cx="2000288" cy="309806"/>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200">
                <a:solidFill>
                  <a:srgbClr val="333333"/>
                </a:solidFill>
                <a:latin typeface="游ゴシック"/>
                <a:ea typeface="游ゴシック"/>
              </a:rPr>
              <a:t>阿多雄介様</a:t>
            </a:r>
          </a:p>
        </p:txBody>
      </p:sp>
      <p:sp>
        <p:nvSpPr>
          <p:cNvPr id="58" name="正方形/長方形 57">
            <a:extLst>
              <a:ext uri="{FF2B5EF4-FFF2-40B4-BE49-F238E27FC236}">
                <a16:creationId xmlns:a16="http://schemas.microsoft.com/office/drawing/2014/main" id="{986AE576-BFEA-CD57-2957-2C1FDC30B3B0}"/>
              </a:ext>
            </a:extLst>
          </p:cNvPr>
          <p:cNvSpPr/>
          <p:nvPr/>
        </p:nvSpPr>
        <p:spPr>
          <a:xfrm>
            <a:off x="1301797" y="1527611"/>
            <a:ext cx="2000288" cy="4030652"/>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en-US" altLang="ja-JP" sz="1200">
                <a:solidFill>
                  <a:srgbClr val="333333"/>
                </a:solidFill>
                <a:latin typeface="游ゴシック"/>
                <a:ea typeface="游ゴシック"/>
              </a:rPr>
              <a:t>※</a:t>
            </a:r>
            <a:r>
              <a:rPr lang="ja-JP" altLang="en-US" sz="1200">
                <a:solidFill>
                  <a:srgbClr val="333333"/>
                </a:solidFill>
                <a:latin typeface="游ゴシック"/>
                <a:ea typeface="游ゴシック"/>
              </a:rPr>
              <a:t>確認後記載</a:t>
            </a:r>
          </a:p>
        </p:txBody>
      </p:sp>
      <p:cxnSp>
        <p:nvCxnSpPr>
          <p:cNvPr id="4" name="直線コネクタ 3">
            <a:extLst>
              <a:ext uri="{FF2B5EF4-FFF2-40B4-BE49-F238E27FC236}">
                <a16:creationId xmlns:a16="http://schemas.microsoft.com/office/drawing/2014/main" id="{1457E64E-B8F8-655A-5FE6-5D4EBF0EDA83}"/>
              </a:ext>
            </a:extLst>
          </p:cNvPr>
          <p:cNvCxnSpPr>
            <a:cxnSpLocks/>
            <a:endCxn id="7" idx="1"/>
          </p:cNvCxnSpPr>
          <p:nvPr/>
        </p:nvCxnSpPr>
        <p:spPr>
          <a:xfrm>
            <a:off x="8744329" y="2633701"/>
            <a:ext cx="653165"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85161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７．お見積もりの前提条件</a:t>
            </a:r>
          </a:p>
        </p:txBody>
      </p:sp>
      <p:sp>
        <p:nvSpPr>
          <p:cNvPr id="3" name="コンテンツ プレースホルダー 2"/>
          <p:cNvSpPr>
            <a:spLocks noGrp="1"/>
          </p:cNvSpPr>
          <p:nvPr>
            <p:ph idx="1"/>
          </p:nvPr>
        </p:nvSpPr>
        <p:spPr>
          <a:xfrm>
            <a:off x="576000" y="972000"/>
            <a:ext cx="11041200" cy="5328000"/>
          </a:xfrm>
        </p:spPr>
        <p:txBody>
          <a:bodyPr/>
          <a:lstStyle/>
          <a:p>
            <a:pPr marL="285750" indent="-285750">
              <a:buFont typeface="Arial" panose="020B0604020202020204" pitchFamily="34" charset="0"/>
              <a:buChar char="•"/>
            </a:pPr>
            <a:r>
              <a:rPr lang="ja-JP" altLang="en-US">
                <a:latin typeface="+mn-ea"/>
                <a:ea typeface="+mn-ea"/>
              </a:rPr>
              <a:t>お見積もり金額はすべて税抜きでの記載となります。</a:t>
            </a:r>
            <a:endParaRPr lang="en-US" altLang="ja-JP">
              <a:latin typeface="+mn-ea"/>
              <a:ea typeface="+mn-ea"/>
            </a:endParaRPr>
          </a:p>
          <a:p>
            <a:pPr marL="285750" indent="-285750">
              <a:buFont typeface="Arial" panose="020B0604020202020204" pitchFamily="34" charset="0"/>
              <a:buChar char="•"/>
            </a:pPr>
            <a:r>
              <a:rPr lang="ja-JP" altLang="en-US">
                <a:latin typeface="+mn-ea"/>
                <a:ea typeface="+mn-ea"/>
              </a:rPr>
              <a:t>ハードウェア、ネットワーク、ミドルウェア、クラウド環境は貴社にてご準備頂く想定としておりますため、これらに係る調達費用および利用料等は本提案には含めておりません。</a:t>
            </a:r>
            <a:endParaRPr lang="en-US" altLang="ja-JP">
              <a:solidFill>
                <a:srgbClr val="FF0000"/>
              </a:solidFill>
              <a:latin typeface="+mn-ea"/>
              <a:ea typeface="+mn-ea"/>
            </a:endParaRPr>
          </a:p>
          <a:p>
            <a:pPr marL="285750" indent="-285750">
              <a:spcBef>
                <a:spcPts val="600"/>
              </a:spcBef>
              <a:buFont typeface="Arial" panose="020B0604020202020204" pitchFamily="34" charset="0"/>
              <a:buChar char="•"/>
            </a:pPr>
            <a:r>
              <a:rPr lang="ja-JP" altLang="en-US">
                <a:latin typeface="+mn-ea"/>
                <a:ea typeface="+mn-ea"/>
              </a:rPr>
              <a:t>瑕疵担保責任期間は検収日より１年間とします。</a:t>
            </a:r>
            <a:br>
              <a:rPr lang="en-US" altLang="ja-JP">
                <a:latin typeface="+mn-ea"/>
                <a:ea typeface="+mn-ea"/>
              </a:rPr>
            </a:br>
            <a:r>
              <a:rPr lang="ja-JP" altLang="en-US">
                <a:latin typeface="+mn-ea"/>
                <a:ea typeface="+mn-ea"/>
              </a:rPr>
              <a:t>（検収日より</a:t>
            </a:r>
            <a:r>
              <a:rPr lang="en-US" altLang="ja-JP">
                <a:latin typeface="+mn-ea"/>
                <a:ea typeface="+mn-ea"/>
              </a:rPr>
              <a:t>1</a:t>
            </a:r>
            <a:r>
              <a:rPr lang="ja-JP" altLang="en-US">
                <a:latin typeface="+mn-ea"/>
                <a:ea typeface="+mn-ea"/>
              </a:rPr>
              <a:t>年間に限り契約不適合責任を追及できることとします。）</a:t>
            </a:r>
            <a:endParaRPr lang="en-US" altLang="ja-JP">
              <a:latin typeface="+mn-ea"/>
              <a:ea typeface="+mn-ea"/>
            </a:endParaRPr>
          </a:p>
          <a:p>
            <a:pPr marL="285750" indent="-285750">
              <a:buFont typeface="Arial" panose="020B0604020202020204" pitchFamily="34" charset="0"/>
              <a:buChar char="•"/>
            </a:pPr>
            <a:r>
              <a:rPr lang="ja-JP" altLang="en-US"/>
              <a:t>作業の一部を弊社パートナー会社＜株式会社スリーティソフト様＞へ再委託させていただきます。</a:t>
            </a:r>
            <a:endParaRPr lang="en-US" altLang="ja-JP"/>
          </a:p>
          <a:p>
            <a:pPr marL="285750" indent="-285750">
              <a:buFont typeface="Arial" panose="020B0604020202020204" pitchFamily="34" charset="0"/>
              <a:buChar char="•"/>
            </a:pPr>
            <a:r>
              <a:rPr lang="ja-JP" altLang="en-US">
                <a:latin typeface="+mn-ea"/>
                <a:ea typeface="+mn-ea"/>
              </a:rPr>
              <a:t>作業場所は打合せを除き、弊社オフィス内（在宅勤務含む）および再委託先のオフィス内（在宅勤務含む）とします</a:t>
            </a:r>
            <a:r>
              <a:rPr lang="ja-JP" altLang="en-US"/>
              <a:t>。</a:t>
            </a:r>
            <a:endParaRPr lang="en-US" altLang="ja-JP"/>
          </a:p>
          <a:p>
            <a:pPr marL="285750" indent="-285750">
              <a:buFont typeface="Arial" panose="020B0604020202020204" pitchFamily="34" charset="0"/>
              <a:buChar char="•"/>
            </a:pPr>
            <a:r>
              <a:rPr lang="ja-JP" altLang="en-US"/>
              <a:t>機能改修以外の作業（報奨金計算結果の抽出やマスタデータ更新、帳票出力・機電連携に伴う外部連携確認など）は</a:t>
            </a:r>
            <a:endParaRPr lang="en-US" altLang="ja-JP"/>
          </a:p>
          <a:p>
            <a:r>
              <a:rPr lang="ja-JP" altLang="en-US"/>
              <a:t>　  保守作業に含めるものとし、本お見積り内には含めておりません。</a:t>
            </a:r>
            <a:endParaRPr lang="en-US" altLang="ja-JP"/>
          </a:p>
        </p:txBody>
      </p:sp>
      <p:sp>
        <p:nvSpPr>
          <p:cNvPr id="4" name="日付プレースホルダー 3">
            <a:extLst>
              <a:ext uri="{FF2B5EF4-FFF2-40B4-BE49-F238E27FC236}">
                <a16:creationId xmlns:a16="http://schemas.microsoft.com/office/drawing/2014/main" id="{DDB12745-1B0E-76F5-C032-1456323079C8}"/>
              </a:ext>
            </a:extLst>
          </p:cNvPr>
          <p:cNvSpPr>
            <a:spLocks noGrp="1"/>
          </p:cNvSpPr>
          <p:nvPr>
            <p:ph type="dt" sz="half" idx="10"/>
          </p:nvPr>
        </p:nvSpPr>
        <p:spPr/>
        <p:txBody>
          <a:bodyPr/>
          <a:lstStyle/>
          <a:p>
            <a:r>
              <a:rPr lang="en-US" altLang="ja-JP"/>
              <a:t>2025/10/09</a:t>
            </a:r>
            <a:endParaRPr lang="en-US"/>
          </a:p>
        </p:txBody>
      </p:sp>
    </p:spTree>
    <p:extLst>
      <p:ext uri="{BB962C8B-B14F-4D97-AF65-F5344CB8AC3E}">
        <p14:creationId xmlns:p14="http://schemas.microsoft.com/office/powerpoint/2010/main" val="2028172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0A2C1-C322-5C45-6C67-BC7F2D1CA1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BAF679-0E13-730B-36C3-4E6A9DC58723}"/>
              </a:ext>
            </a:extLst>
          </p:cNvPr>
          <p:cNvSpPr>
            <a:spLocks noGrp="1"/>
          </p:cNvSpPr>
          <p:nvPr>
            <p:ph type="title"/>
          </p:nvPr>
        </p:nvSpPr>
        <p:spPr/>
        <p:txBody>
          <a:bodyPr/>
          <a:lstStyle/>
          <a:p>
            <a:r>
              <a:rPr lang="ja-JP" altLang="en-US"/>
              <a:t>８．保守工数見込（</a:t>
            </a:r>
            <a:r>
              <a:rPr lang="en-US" altLang="ja-JP"/>
              <a:t>2026/1 – 2026/6</a:t>
            </a:r>
            <a:r>
              <a:rPr lang="ja-JP" altLang="en-US"/>
              <a:t>）</a:t>
            </a:r>
            <a:endParaRPr kumimoji="1" lang="ja-JP" altLang="en-US"/>
          </a:p>
        </p:txBody>
      </p:sp>
      <p:graphicFrame>
        <p:nvGraphicFramePr>
          <p:cNvPr id="8" name="表 7">
            <a:extLst>
              <a:ext uri="{FF2B5EF4-FFF2-40B4-BE49-F238E27FC236}">
                <a16:creationId xmlns:a16="http://schemas.microsoft.com/office/drawing/2014/main" id="{C96E990C-E5B1-86CD-EA30-41DB6B07C286}"/>
              </a:ext>
            </a:extLst>
          </p:cNvPr>
          <p:cNvGraphicFramePr>
            <a:graphicFrameLocks noGrp="1"/>
          </p:cNvGraphicFramePr>
          <p:nvPr/>
        </p:nvGraphicFramePr>
        <p:xfrm>
          <a:off x="516000" y="936000"/>
          <a:ext cx="11160000" cy="2796368"/>
        </p:xfrm>
        <a:graphic>
          <a:graphicData uri="http://schemas.openxmlformats.org/drawingml/2006/table">
            <a:tbl>
              <a:tblPr firstRow="1" bandRow="1">
                <a:tableStyleId>{2D5ABB26-0587-4C30-8999-92F81FD0307C}</a:tableStyleId>
              </a:tblPr>
              <a:tblGrid>
                <a:gridCol w="1152000">
                  <a:extLst>
                    <a:ext uri="{9D8B030D-6E8A-4147-A177-3AD203B41FA5}">
                      <a16:colId xmlns:a16="http://schemas.microsoft.com/office/drawing/2014/main" val="233225342"/>
                    </a:ext>
                  </a:extLst>
                </a:gridCol>
                <a:gridCol w="1620000">
                  <a:extLst>
                    <a:ext uri="{9D8B030D-6E8A-4147-A177-3AD203B41FA5}">
                      <a16:colId xmlns:a16="http://schemas.microsoft.com/office/drawing/2014/main" val="568014644"/>
                    </a:ext>
                  </a:extLst>
                </a:gridCol>
                <a:gridCol w="8388000">
                  <a:extLst>
                    <a:ext uri="{9D8B030D-6E8A-4147-A177-3AD203B41FA5}">
                      <a16:colId xmlns:a16="http://schemas.microsoft.com/office/drawing/2014/main" val="2247639322"/>
                    </a:ext>
                  </a:extLst>
                </a:gridCol>
              </a:tblGrid>
              <a:tr h="343692">
                <a:tc>
                  <a:txBody>
                    <a:bodyPr/>
                    <a:lstStyle/>
                    <a:p>
                      <a:pPr algn="ctr" rtl="0" fontAlgn="ctr"/>
                      <a:r>
                        <a:rPr lang="ja-JP" altLang="en-US" sz="1600" b="0" i="0" u="none" strike="noStrike">
                          <a:solidFill>
                            <a:srgbClr val="FFFFFF"/>
                          </a:solidFill>
                          <a:effectLst/>
                          <a:latin typeface="+mn-ea"/>
                          <a:ea typeface="+mn-ea"/>
                        </a:rPr>
                        <a:t>年月</a:t>
                      </a:r>
                      <a:endParaRPr lang="en-US" sz="1600" b="0" i="0" u="none" strike="noStrike">
                        <a:solidFill>
                          <a:srgbClr val="FFFFFF"/>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見込工数（</a:t>
                      </a:r>
                      <a:r>
                        <a:rPr lang="en-US" altLang="ja-JP" sz="1600" b="0" i="0" u="none" strike="noStrike">
                          <a:solidFill>
                            <a:srgbClr val="FFFFFF"/>
                          </a:solidFill>
                          <a:effectLst/>
                          <a:latin typeface="+mn-ea"/>
                          <a:ea typeface="+mn-ea"/>
                        </a:rPr>
                        <a:t>h</a:t>
                      </a:r>
                      <a:r>
                        <a:rPr lang="ja-JP" altLang="en-US" sz="1600" b="0" i="0" u="none" strike="noStrike">
                          <a:solidFill>
                            <a:srgbClr val="FFFFFF"/>
                          </a:solidFill>
                          <a:effectLst/>
                          <a:latin typeface="+mn-ea"/>
                          <a:ea typeface="+mn-ea"/>
                        </a:rPr>
                        <a:t>）</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rtl="0" fontAlgn="ctr"/>
                      <a:r>
                        <a:rPr lang="ja-JP" altLang="en-US" sz="1600" b="0" i="0" u="none" strike="noStrike">
                          <a:solidFill>
                            <a:srgbClr val="FFFFFF"/>
                          </a:solidFill>
                          <a:effectLst/>
                          <a:latin typeface="+mn-ea"/>
                          <a:ea typeface="+mn-ea"/>
                        </a:rPr>
                        <a:t>予定作業</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424401785"/>
                  </a:ext>
                </a:extLst>
              </a:tr>
              <a:tr h="343692">
                <a:tc>
                  <a:txBody>
                    <a:bodyPr/>
                    <a:lstStyle/>
                    <a:p>
                      <a:pPr algn="ctr" rtl="0" fontAlgn="ctr"/>
                      <a:r>
                        <a:rPr lang="en-US" altLang="ja-JP" sz="1400" b="0" i="0" u="none" strike="noStrike">
                          <a:solidFill>
                            <a:srgbClr val="000000"/>
                          </a:solidFill>
                          <a:effectLst/>
                          <a:latin typeface="+mn-ea"/>
                          <a:ea typeface="+mn-ea"/>
                        </a:rPr>
                        <a:t>2026/1</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r" rtl="0" fontAlgn="ctr"/>
                      <a:r>
                        <a:rPr lang="en-US" altLang="ja-JP" sz="1400" b="0" i="0" u="none" strike="noStrike">
                          <a:solidFill>
                            <a:srgbClr val="000000"/>
                          </a:solidFill>
                          <a:effectLst/>
                          <a:latin typeface="+mn-ea"/>
                          <a:ea typeface="+mn-ea"/>
                        </a:rPr>
                        <a:t>40h</a:t>
                      </a:r>
                      <a:endParaRPr lang="ja-JP" altLang="en-US"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rtl="0" fontAlgn="ctr"/>
                      <a:r>
                        <a:rPr lang="ja-JP" altLang="en-US" sz="1200" b="0" i="0" u="none" strike="noStrike">
                          <a:solidFill>
                            <a:srgbClr val="000000"/>
                          </a:solidFill>
                          <a:effectLst/>
                          <a:latin typeface="+mn-ea"/>
                          <a:ea typeface="+mn-ea"/>
                        </a:rPr>
                        <a:t> 各種マスタ更新（</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回）、報奨金計算結果抽出及び提供（</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42477384"/>
                  </a:ext>
                </a:extLst>
              </a:tr>
              <a:tr h="385352">
                <a:tc>
                  <a:txBody>
                    <a:bodyPr/>
                    <a:lstStyle/>
                    <a:p>
                      <a:pPr algn="ctr" rtl="0" fontAlgn="ctr"/>
                      <a:r>
                        <a:rPr lang="en-US" altLang="ja-JP" sz="1400" b="0" i="0" u="none" strike="noStrike">
                          <a:solidFill>
                            <a:srgbClr val="000000"/>
                          </a:solidFill>
                          <a:effectLst/>
                          <a:latin typeface="+mn-ea"/>
                          <a:ea typeface="+mn-ea"/>
                        </a:rPr>
                        <a:t>2026/2</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r" rtl="0" fontAlgn="ctr"/>
                      <a:r>
                        <a:rPr lang="en-US" altLang="ja-JP" sz="1400" b="0" i="0" u="none" strike="noStrike">
                          <a:solidFill>
                            <a:srgbClr val="000000"/>
                          </a:solidFill>
                          <a:effectLst/>
                          <a:latin typeface="+mn-ea"/>
                          <a:ea typeface="+mn-ea"/>
                        </a:rPr>
                        <a:t>80h</a:t>
                      </a:r>
                      <a:endParaRPr lang="ja-JP" altLang="en-US"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rtl="0" fontAlgn="ctr"/>
                      <a:r>
                        <a:rPr lang="ja-JP" altLang="en-US" sz="1200" b="0" i="0" u="none" strike="noStrike">
                          <a:solidFill>
                            <a:srgbClr val="000000"/>
                          </a:solidFill>
                          <a:effectLst/>
                          <a:latin typeface="+mn-ea"/>
                          <a:ea typeface="+mn-ea"/>
                        </a:rPr>
                        <a:t> 各種マスタ更新（</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回）、報奨金計算結果抽出及び提供（</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回）、帳票・機電連携対応（事前準備・調整）</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30549843"/>
                  </a:ext>
                </a:extLst>
              </a:tr>
              <a:tr h="385352">
                <a:tc>
                  <a:txBody>
                    <a:bodyPr/>
                    <a:lstStyle/>
                    <a:p>
                      <a:pPr algn="ctr" rtl="0" fontAlgn="ctr"/>
                      <a:r>
                        <a:rPr lang="en-US" altLang="ja-JP" sz="1400" b="0" i="0" u="none" strike="noStrike">
                          <a:solidFill>
                            <a:srgbClr val="000000"/>
                          </a:solidFill>
                          <a:effectLst/>
                          <a:latin typeface="+mn-ea"/>
                          <a:ea typeface="+mn-ea"/>
                        </a:rPr>
                        <a:t>2026/3</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r" rtl="0" fontAlgn="ctr"/>
                      <a:r>
                        <a:rPr lang="en-US" altLang="ja-JP" sz="1400" b="0" i="0" u="none" strike="noStrike">
                          <a:solidFill>
                            <a:srgbClr val="000000"/>
                          </a:solidFill>
                          <a:effectLst/>
                          <a:latin typeface="+mn-ea"/>
                          <a:ea typeface="+mn-ea"/>
                        </a:rPr>
                        <a:t>160h</a:t>
                      </a:r>
                      <a:endParaRPr lang="ja-JP" altLang="en-US"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000000"/>
                          </a:solidFill>
                          <a:effectLst/>
                          <a:latin typeface="+mn-ea"/>
                          <a:ea typeface="+mn-ea"/>
                        </a:rPr>
                        <a:t> 各種マスタ更新（</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回）、報奨金計算結果抽出及び提供（</a:t>
                      </a:r>
                      <a:r>
                        <a:rPr lang="en-US" altLang="ja-JP" sz="1200" b="0" i="0" u="none" strike="noStrike">
                          <a:solidFill>
                            <a:srgbClr val="000000"/>
                          </a:solidFill>
                          <a:effectLst/>
                          <a:latin typeface="+mn-ea"/>
                          <a:ea typeface="+mn-ea"/>
                        </a:rPr>
                        <a:t>2</a:t>
                      </a:r>
                      <a:r>
                        <a:rPr lang="ja-JP" altLang="en-US" sz="1200" b="0" i="0" u="none" strike="noStrike">
                          <a:solidFill>
                            <a:srgbClr val="000000"/>
                          </a:solidFill>
                          <a:effectLst/>
                          <a:latin typeface="+mn-ea"/>
                          <a:ea typeface="+mn-ea"/>
                        </a:rPr>
                        <a:t>回）、帳票・機電連携対応（実施・結果確認）、</a:t>
                      </a:r>
                      <a:endParaRPr lang="en-US" altLang="ja-JP" sz="1200" b="0" i="0" u="none" strike="noStrike">
                        <a:solidFill>
                          <a:srgbClr val="000000"/>
                        </a:solidFill>
                        <a:effectLst/>
                        <a:latin typeface="+mn-ea"/>
                        <a:ea typeface="+mn-ea"/>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000000"/>
                          </a:solidFill>
                          <a:effectLst/>
                          <a:latin typeface="+mn-ea"/>
                          <a:ea typeface="+mn-ea"/>
                        </a:rPr>
                        <a:t> 各データ最終確認・更新（</a:t>
                      </a:r>
                      <a:r>
                        <a:rPr lang="en-US" altLang="ja-JP" sz="1200" b="0" i="0" u="none" strike="noStrike">
                          <a:solidFill>
                            <a:srgbClr val="000000"/>
                          </a:solidFill>
                          <a:effectLst/>
                          <a:latin typeface="+mn-ea"/>
                          <a:ea typeface="+mn-ea"/>
                        </a:rPr>
                        <a:t>SS</a:t>
                      </a:r>
                      <a:r>
                        <a:rPr lang="ja-JP" altLang="en-US" sz="1200" b="0" i="0" u="none" strike="noStrike">
                          <a:solidFill>
                            <a:srgbClr val="000000"/>
                          </a:solidFill>
                          <a:effectLst/>
                          <a:latin typeface="+mn-ea"/>
                          <a:ea typeface="+mn-ea"/>
                        </a:rPr>
                        <a:t>台帳、</a:t>
                      </a:r>
                      <a:r>
                        <a:rPr lang="en-US" altLang="ja-JP" sz="1200" b="0" i="0" u="none" strike="noStrike">
                          <a:solidFill>
                            <a:srgbClr val="000000"/>
                          </a:solidFill>
                          <a:effectLst/>
                          <a:latin typeface="+mn-ea"/>
                          <a:ea typeface="+mn-ea"/>
                        </a:rPr>
                        <a:t>SS</a:t>
                      </a:r>
                      <a:r>
                        <a:rPr lang="ja-JP" altLang="en-US" sz="1200" b="0" i="0" u="none" strike="noStrike">
                          <a:solidFill>
                            <a:srgbClr val="000000"/>
                          </a:solidFill>
                          <a:effectLst/>
                          <a:latin typeface="+mn-ea"/>
                          <a:ea typeface="+mn-ea"/>
                        </a:rPr>
                        <a:t>給油形態、出力フラグ、出荷先紐付等）</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46487061"/>
                  </a:ext>
                </a:extLst>
              </a:tr>
              <a:tr h="38535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n-ea"/>
                          <a:ea typeface="+mn-ea"/>
                        </a:rPr>
                        <a:t>2026/4</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r" rtl="0" fontAlgn="ctr"/>
                      <a:r>
                        <a:rPr lang="en-US" altLang="ja-JP" sz="1400" b="0" i="0" u="none" strike="noStrike">
                          <a:solidFill>
                            <a:srgbClr val="000000"/>
                          </a:solidFill>
                          <a:effectLst/>
                          <a:latin typeface="+mn-ea"/>
                          <a:ea typeface="+mn-ea"/>
                        </a:rPr>
                        <a:t>160h</a:t>
                      </a:r>
                      <a:endParaRPr lang="ja-JP" altLang="en-US"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000000"/>
                          </a:solidFill>
                          <a:effectLst/>
                          <a:latin typeface="+mn-ea"/>
                          <a:ea typeface="+mn-ea"/>
                        </a:rPr>
                        <a:t> 各種マスタ更新（</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回）、報奨金実績確認・結果報告、問い合わせ対応</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88562629"/>
                  </a:ext>
                </a:extLst>
              </a:tr>
              <a:tr h="38535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n-ea"/>
                          <a:ea typeface="+mn-ea"/>
                        </a:rPr>
                        <a:t>2026/5</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r" rtl="0" fontAlgn="ctr"/>
                      <a:r>
                        <a:rPr lang="en-US" altLang="ja-JP" sz="1400" b="0" i="0" u="none" strike="noStrike">
                          <a:solidFill>
                            <a:srgbClr val="000000"/>
                          </a:solidFill>
                          <a:effectLst/>
                          <a:latin typeface="+mn-ea"/>
                          <a:ea typeface="+mn-ea"/>
                        </a:rPr>
                        <a:t>40h</a:t>
                      </a:r>
                      <a:endParaRPr lang="ja-JP" altLang="en-US"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rtl="0" fontAlgn="ctr"/>
                      <a:r>
                        <a:rPr lang="ja-JP" altLang="en-US" sz="1200" b="0" i="0" u="none" strike="noStrike">
                          <a:solidFill>
                            <a:srgbClr val="000000"/>
                          </a:solidFill>
                          <a:effectLst/>
                          <a:latin typeface="+mn-ea"/>
                          <a:ea typeface="+mn-ea"/>
                        </a:rPr>
                        <a:t> 各種マスタ更新（</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回）、問い合わせ対応</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42367804"/>
                  </a:ext>
                </a:extLst>
              </a:tr>
              <a:tr h="38535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n-ea"/>
                          <a:ea typeface="+mn-ea"/>
                        </a:rPr>
                        <a:t>2026/6</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2" indent="0" algn="r" rtl="0" fontAlgn="ctr"/>
                      <a:r>
                        <a:rPr lang="en-US" altLang="ja-JP" sz="1400" b="0" i="0" u="none" strike="noStrike">
                          <a:solidFill>
                            <a:srgbClr val="000000"/>
                          </a:solidFill>
                          <a:effectLst/>
                          <a:latin typeface="+mn-ea"/>
                          <a:ea typeface="+mn-ea"/>
                        </a:rPr>
                        <a:t>16h</a:t>
                      </a:r>
                      <a:endParaRPr lang="ja-JP" altLang="en-US" sz="1400" b="0" i="0" u="none" strike="noStrike">
                        <a:solidFill>
                          <a:srgbClr val="000000"/>
                        </a:solidFill>
                        <a:effectLst/>
                        <a:latin typeface="+mn-ea"/>
                        <a:ea typeface="+mn-ea"/>
                      </a:endParaRP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rtl="0" fontAlgn="ctr"/>
                      <a:r>
                        <a:rPr lang="ja-JP" altLang="en-US" sz="1200" b="0" i="0" u="none" strike="noStrike">
                          <a:solidFill>
                            <a:srgbClr val="000000"/>
                          </a:solidFill>
                          <a:effectLst/>
                          <a:latin typeface="+mn-ea"/>
                          <a:ea typeface="+mn-ea"/>
                        </a:rPr>
                        <a:t> 各種マスタ更新（</a:t>
                      </a:r>
                      <a:r>
                        <a:rPr lang="en-US" altLang="ja-JP" sz="1200" b="0" i="0" u="none" strike="noStrike">
                          <a:solidFill>
                            <a:srgbClr val="000000"/>
                          </a:solidFill>
                          <a:effectLst/>
                          <a:latin typeface="+mn-ea"/>
                          <a:ea typeface="+mn-ea"/>
                        </a:rPr>
                        <a:t>1</a:t>
                      </a:r>
                      <a:r>
                        <a:rPr lang="ja-JP" altLang="en-US" sz="1200" b="0" i="0" u="none" strike="noStrike">
                          <a:solidFill>
                            <a:srgbClr val="000000"/>
                          </a:solidFill>
                          <a:effectLst/>
                          <a:latin typeface="+mn-ea"/>
                          <a:ea typeface="+mn-ea"/>
                        </a:rPr>
                        <a:t>回）</a:t>
                      </a:r>
                    </a:p>
                  </a:txBody>
                  <a:tcPr marL="72000" marR="72000" marT="72000" marB="72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18976849"/>
                  </a:ext>
                </a:extLst>
              </a:tr>
            </a:tbl>
          </a:graphicData>
        </a:graphic>
      </p:graphicFrame>
      <p:sp>
        <p:nvSpPr>
          <p:cNvPr id="3" name="日付プレースホルダー 2">
            <a:extLst>
              <a:ext uri="{FF2B5EF4-FFF2-40B4-BE49-F238E27FC236}">
                <a16:creationId xmlns:a16="http://schemas.microsoft.com/office/drawing/2014/main" id="{53767AF9-7A50-133E-500A-1D29DE24D556}"/>
              </a:ext>
            </a:extLst>
          </p:cNvPr>
          <p:cNvSpPr>
            <a:spLocks noGrp="1"/>
          </p:cNvSpPr>
          <p:nvPr>
            <p:ph type="dt" sz="half" idx="10"/>
          </p:nvPr>
        </p:nvSpPr>
        <p:spPr/>
        <p:txBody>
          <a:bodyPr/>
          <a:lstStyle/>
          <a:p>
            <a:r>
              <a:rPr lang="en-US" altLang="ja-JP"/>
              <a:t>2025/10/09</a:t>
            </a:r>
            <a:endParaRPr lang="en-US"/>
          </a:p>
        </p:txBody>
      </p:sp>
      <p:sp>
        <p:nvSpPr>
          <p:cNvPr id="4" name="コンテンツ プレースホルダー 2">
            <a:extLst>
              <a:ext uri="{FF2B5EF4-FFF2-40B4-BE49-F238E27FC236}">
                <a16:creationId xmlns:a16="http://schemas.microsoft.com/office/drawing/2014/main" id="{FE7025AE-221B-ED86-DB0F-6004A299058B}"/>
              </a:ext>
            </a:extLst>
          </p:cNvPr>
          <p:cNvSpPr txBox="1">
            <a:spLocks/>
          </p:cNvSpPr>
          <p:nvPr/>
        </p:nvSpPr>
        <p:spPr>
          <a:xfrm>
            <a:off x="576000" y="4094258"/>
            <a:ext cx="7004671" cy="2391067"/>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a:t>
            </a:r>
            <a:r>
              <a:rPr lang="ja-JP" altLang="en-US"/>
              <a:t>参考 </a:t>
            </a:r>
            <a:r>
              <a:rPr lang="en-US" altLang="ja-JP"/>
              <a:t>2025</a:t>
            </a:r>
            <a:r>
              <a:rPr lang="ja-JP" altLang="en-US"/>
              <a:t>年保守実績</a:t>
            </a:r>
            <a:endParaRPr lang="en-US" altLang="ja-JP"/>
          </a:p>
          <a:p>
            <a:r>
              <a:rPr lang="en-US" altLang="ja-JP"/>
              <a:t>2025/1 : 73h</a:t>
            </a:r>
          </a:p>
          <a:p>
            <a:r>
              <a:rPr lang="en-US" altLang="ja-JP"/>
              <a:t>2025/2 : 58h</a:t>
            </a:r>
          </a:p>
          <a:p>
            <a:r>
              <a:rPr lang="en-US" altLang="ja-JP"/>
              <a:t>2025/3 : 130h</a:t>
            </a:r>
          </a:p>
          <a:p>
            <a:r>
              <a:rPr lang="en-US" altLang="ja-JP"/>
              <a:t>2025/4 : 180h</a:t>
            </a:r>
          </a:p>
          <a:p>
            <a:r>
              <a:rPr lang="en-US" altLang="ja-JP"/>
              <a:t>2025/5 : 36h</a:t>
            </a:r>
          </a:p>
          <a:p>
            <a:r>
              <a:rPr lang="en-US" altLang="ja-JP"/>
              <a:t>2025/6 : 13h</a:t>
            </a:r>
            <a:endParaRPr lang="ja-JP" altLang="en-US"/>
          </a:p>
        </p:txBody>
      </p:sp>
    </p:spTree>
    <p:extLst>
      <p:ext uri="{BB962C8B-B14F-4D97-AF65-F5344CB8AC3E}">
        <p14:creationId xmlns:p14="http://schemas.microsoft.com/office/powerpoint/2010/main" val="2971056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担当：髙浦 祐朗</a:t>
            </a:r>
          </a:p>
        </p:txBody>
      </p:sp>
      <p:sp>
        <p:nvSpPr>
          <p:cNvPr id="7" name="テキスト プレースホルダー 6"/>
          <p:cNvSpPr>
            <a:spLocks noGrp="1"/>
          </p:cNvSpPr>
          <p:nvPr>
            <p:ph type="body" sz="quarter" idx="15"/>
          </p:nvPr>
        </p:nvSpPr>
        <p:spPr>
          <a:xfrm>
            <a:off x="1920000" y="3622599"/>
            <a:ext cx="3936000" cy="302683"/>
          </a:xfrm>
        </p:spPr>
        <p:txBody>
          <a:bodyPr/>
          <a:lstStyle/>
          <a:p>
            <a:r>
              <a:rPr lang="en-US" altLang="ja-JP"/>
              <a:t>TEL</a:t>
            </a:r>
            <a:r>
              <a:rPr lang="ja-JP" altLang="en-US"/>
              <a:t>：</a:t>
            </a:r>
            <a:r>
              <a:rPr lang="en-US" altLang="ja-JP"/>
              <a:t>03-5299-5351</a:t>
            </a:r>
            <a:endParaRPr lang="ja-JP" altLang="en-US"/>
          </a:p>
        </p:txBody>
      </p:sp>
      <p:sp>
        <p:nvSpPr>
          <p:cNvPr id="8" name="テキスト プレースホルダー 7"/>
          <p:cNvSpPr>
            <a:spLocks noGrp="1"/>
          </p:cNvSpPr>
          <p:nvPr>
            <p:ph type="body" sz="quarter" idx="16"/>
          </p:nvPr>
        </p:nvSpPr>
        <p:spPr>
          <a:xfrm>
            <a:off x="1920000" y="3950684"/>
            <a:ext cx="3936000" cy="432000"/>
          </a:xfrm>
        </p:spPr>
        <p:txBody>
          <a:bodyPr/>
          <a:lstStyle/>
          <a:p>
            <a:r>
              <a:rPr lang="en-US" altLang="ja-JP"/>
              <a:t>Mail</a:t>
            </a:r>
            <a:r>
              <a:rPr lang="ja-JP" altLang="en-US"/>
              <a:t>：</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http://www.system-exe.co.jp</a:t>
            </a:r>
            <a:endParaRPr kumimoji="1" lang="ja-JP" altLang="en-US"/>
          </a:p>
        </p:txBody>
      </p:sp>
      <p:sp>
        <p:nvSpPr>
          <p:cNvPr id="10" name="テキスト プレースホルダー 9"/>
          <p:cNvSpPr>
            <a:spLocks noGrp="1"/>
          </p:cNvSpPr>
          <p:nvPr>
            <p:ph type="body" sz="quarter" idx="18"/>
          </p:nvPr>
        </p:nvSpPr>
        <p:spPr>
          <a:xfrm>
            <a:off x="1920000" y="4824000"/>
            <a:ext cx="3936000" cy="662400"/>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
        <p:nvSpPr>
          <p:cNvPr id="2" name="日付プレースホルダー 1">
            <a:extLst>
              <a:ext uri="{FF2B5EF4-FFF2-40B4-BE49-F238E27FC236}">
                <a16:creationId xmlns:a16="http://schemas.microsoft.com/office/drawing/2014/main" id="{61529218-02CB-69E3-CB5A-D942D6FB8A8C}"/>
              </a:ext>
            </a:extLst>
          </p:cNvPr>
          <p:cNvSpPr>
            <a:spLocks noGrp="1"/>
          </p:cNvSpPr>
          <p:nvPr>
            <p:ph type="dt" sz="half" idx="10"/>
          </p:nvPr>
        </p:nvSpPr>
        <p:spPr/>
        <p:txBody>
          <a:bodyPr/>
          <a:lstStyle/>
          <a:p>
            <a:r>
              <a:rPr lang="en-US" altLang="ja-JP"/>
              <a:t>2025/10/09</a:t>
            </a:r>
            <a:endParaRPr lang="en-US"/>
          </a:p>
        </p:txBody>
      </p:sp>
    </p:spTree>
    <p:extLst>
      <p:ext uri="{BB962C8B-B14F-4D97-AF65-F5344CB8AC3E}">
        <p14:creationId xmlns:p14="http://schemas.microsoft.com/office/powerpoint/2010/main" val="3665031411"/>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19050">
          <a:noFill/>
        </a:ln>
        <a:effectLst/>
      </a:spPr>
      <a:bodyPr wrap="none" rtlCol="0" anchor="ctr"/>
      <a:lstStyle>
        <a:defPPr algn="ctr">
          <a:defRPr kumimoji="1" sz="2000" b="1" dirty="0" smtClean="0">
            <a:solidFill>
              <a:schemeClr val="bg1"/>
            </a:solidFill>
            <a:latin typeface="游ゴシック" panose="020B0400000000000000" pitchFamily="50" charset="-128"/>
            <a:ea typeface="游ゴシック" panose="020B0400000000000000"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75772C-BE10-4C4E-AD71-428F9CA957DB}">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3CFF163-FDED-46C8-9702-73C1097B051B}">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FA0DBA7-4DE2-45AA-9473-ACD4897B5E85}">
  <ds:schemaRefs>
    <ds:schemaRef ds:uri="http://schemas.microsoft.com/sharepoint/v3/contenttype/form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12</Slides>
  <Notes>6</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テーマ</vt:lpstr>
      <vt:lpstr>期末報奨金システム　2025年度制度変更対応 概算お見積り</vt:lpstr>
      <vt:lpstr>１. プロジェクトの背景と目的</vt:lpstr>
      <vt:lpstr>２－１.開発お見積もり①</vt:lpstr>
      <vt:lpstr>２－２.開発お見積もり②</vt:lpstr>
      <vt:lpstr>２－３.開発お見積もり③</vt:lpstr>
      <vt:lpstr>３．スケジュール案</vt:lpstr>
      <vt:lpstr>４．想定納品物</vt:lpstr>
      <vt:lpstr>５．会議体</vt:lpstr>
      <vt:lpstr>６. 体制（想定）</vt:lpstr>
      <vt:lpstr>７．お見積もりの前提条件</vt:lpstr>
      <vt:lpstr>８．保守工数見込（2026/1 – 2026/6）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30</cp:revision>
  <dcterms:created xsi:type="dcterms:W3CDTF">2021-02-05T06:36:21Z</dcterms:created>
  <dcterms:modified xsi:type="dcterms:W3CDTF">2025-10-10T07:52:09Z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